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76" r:id="rId3"/>
    <p:sldId id="278" r:id="rId4"/>
    <p:sldId id="279" r:id="rId5"/>
    <p:sldId id="277" r:id="rId6"/>
    <p:sldId id="311" r:id="rId7"/>
    <p:sldId id="310" r:id="rId8"/>
    <p:sldId id="281" r:id="rId9"/>
    <p:sldId id="283" r:id="rId10"/>
    <p:sldId id="285" r:id="rId11"/>
    <p:sldId id="286" r:id="rId12"/>
    <p:sldId id="284" r:id="rId13"/>
    <p:sldId id="287" r:id="rId14"/>
    <p:sldId id="282" r:id="rId15"/>
    <p:sldId id="293" r:id="rId16"/>
    <p:sldId id="292" r:id="rId17"/>
    <p:sldId id="297" r:id="rId18"/>
    <p:sldId id="295" r:id="rId19"/>
    <p:sldId id="288" r:id="rId20"/>
    <p:sldId id="302" r:id="rId21"/>
    <p:sldId id="300" r:id="rId22"/>
    <p:sldId id="301" r:id="rId23"/>
    <p:sldId id="299" r:id="rId24"/>
    <p:sldId id="298" r:id="rId25"/>
    <p:sldId id="290" r:id="rId26"/>
    <p:sldId id="259" r:id="rId27"/>
    <p:sldId id="291" r:id="rId28"/>
    <p:sldId id="304" r:id="rId29"/>
    <p:sldId id="303" r:id="rId30"/>
    <p:sldId id="305" r:id="rId31"/>
    <p:sldId id="309" r:id="rId32"/>
    <p:sldId id="306" r:id="rId33"/>
    <p:sldId id="312" r:id="rId34"/>
    <p:sldId id="313" r:id="rId35"/>
  </p:sldIdLst>
  <p:sldSz cx="12192000" cy="6858000"/>
  <p:notesSz cx="6858000" cy="9144000"/>
  <p:embeddedFontLst>
    <p:embeddedFont>
      <p:font typeface="方正汉真广标简体" panose="02000000000000000000" pitchFamily="2" charset="-122"/>
      <p:regular r:id="rId37"/>
    </p:embeddedFont>
    <p:embeddedFont>
      <p:font typeface="方正正黑简体" panose="02000000000000000000" pitchFamily="2" charset="-122"/>
      <p:regular r:id="rId38"/>
    </p:embeddedFont>
    <p:embeddedFont>
      <p:font typeface="方正正中黑简体" panose="02000000000000000000" pitchFamily="2" charset="-122"/>
      <p:regular r:id="rId39"/>
    </p:embeddedFont>
    <p:embeddedFont>
      <p:font typeface="Calibri Light" panose="020F0302020204030204" pitchFamily="34" charset="0"/>
      <p:regular r:id="rId40"/>
      <p: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Broadway" panose="04040905080B02020502" pitchFamily="82" charset="0"/>
      <p:regular r:id="rId46"/>
    </p:embeddedFont>
    <p:embeddedFont>
      <p:font typeface="微软雅黑" panose="020B0503020204020204" pitchFamily="34" charset="-122"/>
      <p:regular r:id="rId47"/>
      <p:bold r:id="rId4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03"/>
    <a:srgbClr val="E60084"/>
    <a:srgbClr val="EBE600"/>
    <a:srgbClr val="250007"/>
    <a:srgbClr val="FFF67D"/>
    <a:srgbClr val="FF57B7"/>
    <a:srgbClr val="D00070"/>
    <a:srgbClr val="C6DEE4"/>
    <a:srgbClr val="A2CAD3"/>
    <a:srgbClr val="D3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8" autoAdjust="0"/>
    <p:restoredTop sz="93705" autoAdjust="0"/>
  </p:normalViewPr>
  <p:slideViewPr>
    <p:cSldViewPr snapToGrid="0">
      <p:cViewPr varScale="1">
        <p:scale>
          <a:sx n="69" d="100"/>
          <a:sy n="69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35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C7694-A7C4-4673-9845-2CDE7DFA81A5}" type="doc">
      <dgm:prSet loTypeId="urn:microsoft.com/office/officeart/2008/layout/AscendingPictureAccentProces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36D4712-5C13-42C7-9F68-CB6D50AD97E2}">
      <dgm:prSet phldrT="[文本]"/>
      <dgm:spPr>
        <a:solidFill>
          <a:srgbClr val="FFEF03"/>
        </a:solidFill>
        <a:ln>
          <a:noFill/>
        </a:ln>
      </dgm:spPr>
      <dgm:t>
        <a:bodyPr/>
        <a:lstStyle/>
        <a:p>
          <a:endParaRPr lang="zh-CN" altLang="en-US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29DB937-2F55-496E-8440-A0FB5EC681FD}" type="parTrans" cxnId="{E96708C7-75C0-4445-8B1F-F241813AAA19}">
      <dgm:prSet/>
      <dgm:spPr/>
      <dgm:t>
        <a:bodyPr/>
        <a:lstStyle/>
        <a:p>
          <a:endParaRPr lang="zh-CN" altLang="en-US"/>
        </a:p>
      </dgm:t>
    </dgm:pt>
    <dgm:pt modelId="{C867C593-BFF4-4F01-9437-B7A632DEDF9B}" type="sibTrans" cxnId="{E96708C7-75C0-4445-8B1F-F241813AAA19}">
      <dgm:prSet/>
      <dgm:spPr>
        <a:noFill/>
        <a:ln w="25400">
          <a:solidFill>
            <a:srgbClr val="FFEF03"/>
          </a:solidFill>
        </a:ln>
      </dgm:spPr>
      <dgm:t>
        <a:bodyPr/>
        <a:lstStyle/>
        <a:p>
          <a:endParaRPr lang="zh-CN" altLang="en-US"/>
        </a:p>
      </dgm:t>
    </dgm:pt>
    <dgm:pt modelId="{A1A0AB5A-BC24-48C3-BA60-C6052D405539}">
      <dgm:prSet phldrT="[文本]" custT="1"/>
      <dgm:spPr>
        <a:solidFill>
          <a:srgbClr val="FFEF03"/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endParaRPr lang="zh-CN" altLang="en-US" sz="18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059F62-554E-4441-9D68-5F60F0A058CB}" type="parTrans" cxnId="{6003740A-40D1-451F-A3F0-0AD79AFF4EC5}">
      <dgm:prSet/>
      <dgm:spPr/>
      <dgm:t>
        <a:bodyPr/>
        <a:lstStyle/>
        <a:p>
          <a:endParaRPr lang="zh-CN" altLang="en-US"/>
        </a:p>
      </dgm:t>
    </dgm:pt>
    <dgm:pt modelId="{9D91D949-F7B8-4F65-BAC7-091557675D56}" type="sibTrans" cxnId="{6003740A-40D1-451F-A3F0-0AD79AFF4EC5}">
      <dgm:prSet/>
      <dgm:spPr>
        <a:noFill/>
        <a:ln w="25400">
          <a:solidFill>
            <a:srgbClr val="FFEF03"/>
          </a:solidFill>
        </a:ln>
      </dgm:spPr>
      <dgm:t>
        <a:bodyPr/>
        <a:lstStyle/>
        <a:p>
          <a:endParaRPr lang="zh-CN" altLang="en-US"/>
        </a:p>
      </dgm:t>
    </dgm:pt>
    <dgm:pt modelId="{E6DCB000-831E-4E51-8E5B-6367030A5E4F}" type="pres">
      <dgm:prSet presAssocID="{498C7694-A7C4-4673-9845-2CDE7DFA81A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0E86737D-18C3-40D1-AC50-3C5BCB72C63A}" type="pres">
      <dgm:prSet presAssocID="{498C7694-A7C4-4673-9845-2CDE7DFA81A5}" presName="dot1" presStyleLbl="alignNode1" presStyleIdx="0" presStyleCnt="10"/>
      <dgm:spPr>
        <a:solidFill>
          <a:schemeClr val="bg1"/>
        </a:solidFill>
        <a:ln>
          <a:noFill/>
        </a:ln>
      </dgm:spPr>
    </dgm:pt>
    <dgm:pt modelId="{4500E05C-125C-4902-BB33-58E21C08A4C9}" type="pres">
      <dgm:prSet presAssocID="{498C7694-A7C4-4673-9845-2CDE7DFA81A5}" presName="dot2" presStyleLbl="alignNode1" presStyleIdx="1" presStyleCnt="10"/>
      <dgm:spPr>
        <a:solidFill>
          <a:schemeClr val="bg1"/>
        </a:solidFill>
        <a:ln>
          <a:noFill/>
        </a:ln>
      </dgm:spPr>
    </dgm:pt>
    <dgm:pt modelId="{EB03CB83-080B-4C72-8146-86925043B113}" type="pres">
      <dgm:prSet presAssocID="{498C7694-A7C4-4673-9845-2CDE7DFA81A5}" presName="dot3" presStyleLbl="alignNode1" presStyleIdx="2" presStyleCnt="10"/>
      <dgm:spPr>
        <a:solidFill>
          <a:schemeClr val="bg1"/>
        </a:solidFill>
        <a:ln>
          <a:noFill/>
        </a:ln>
      </dgm:spPr>
    </dgm:pt>
    <dgm:pt modelId="{03EC0851-AC52-42B7-807C-DE74447AEA38}" type="pres">
      <dgm:prSet presAssocID="{498C7694-A7C4-4673-9845-2CDE7DFA81A5}" presName="dotArrow1" presStyleLbl="alignNode1" presStyleIdx="3" presStyleCnt="10"/>
      <dgm:spPr>
        <a:solidFill>
          <a:schemeClr val="bg1"/>
        </a:solidFill>
        <a:ln>
          <a:noFill/>
        </a:ln>
      </dgm:spPr>
    </dgm:pt>
    <dgm:pt modelId="{D71D41C9-4D2D-4D2D-8304-C045EB00EEA4}" type="pres">
      <dgm:prSet presAssocID="{498C7694-A7C4-4673-9845-2CDE7DFA81A5}" presName="dotArrow2" presStyleLbl="alignNode1" presStyleIdx="4" presStyleCnt="10"/>
      <dgm:spPr>
        <a:solidFill>
          <a:schemeClr val="bg1"/>
        </a:solidFill>
        <a:ln>
          <a:noFill/>
        </a:ln>
      </dgm:spPr>
    </dgm:pt>
    <dgm:pt modelId="{DA2C414B-6763-4A6E-94B7-30888A0DA5A5}" type="pres">
      <dgm:prSet presAssocID="{498C7694-A7C4-4673-9845-2CDE7DFA81A5}" presName="dotArrow3" presStyleLbl="alignNode1" presStyleIdx="5" presStyleCnt="10"/>
      <dgm:spPr>
        <a:solidFill>
          <a:schemeClr val="bg1"/>
        </a:solidFill>
        <a:ln>
          <a:noFill/>
        </a:ln>
      </dgm:spPr>
    </dgm:pt>
    <dgm:pt modelId="{C7757C80-D565-4FE4-B645-43F12D99B742}" type="pres">
      <dgm:prSet presAssocID="{498C7694-A7C4-4673-9845-2CDE7DFA81A5}" presName="dotArrow4" presStyleLbl="alignNode1" presStyleIdx="6" presStyleCnt="10"/>
      <dgm:spPr>
        <a:solidFill>
          <a:schemeClr val="bg1"/>
        </a:solidFill>
        <a:ln>
          <a:noFill/>
        </a:ln>
      </dgm:spPr>
    </dgm:pt>
    <dgm:pt modelId="{789B8A9F-C05C-4057-A31B-F9B9B8CC43BD}" type="pres">
      <dgm:prSet presAssocID="{498C7694-A7C4-4673-9845-2CDE7DFA81A5}" presName="dotArrow5" presStyleLbl="alignNode1" presStyleIdx="7" presStyleCnt="10"/>
      <dgm:spPr>
        <a:solidFill>
          <a:schemeClr val="bg1"/>
        </a:solidFill>
        <a:ln>
          <a:noFill/>
        </a:ln>
      </dgm:spPr>
    </dgm:pt>
    <dgm:pt modelId="{D118883E-B02B-4283-B435-A7DA2ED48E53}" type="pres">
      <dgm:prSet presAssocID="{498C7694-A7C4-4673-9845-2CDE7DFA81A5}" presName="dotArrow6" presStyleLbl="alignNode1" presStyleIdx="8" presStyleCnt="10"/>
      <dgm:spPr>
        <a:solidFill>
          <a:schemeClr val="bg1"/>
        </a:solidFill>
        <a:ln>
          <a:noFill/>
        </a:ln>
      </dgm:spPr>
    </dgm:pt>
    <dgm:pt modelId="{90673F68-7A46-4D57-959E-A55F923F2200}" type="pres">
      <dgm:prSet presAssocID="{498C7694-A7C4-4673-9845-2CDE7DFA81A5}" presName="dotArrow7" presStyleLbl="alignNode1" presStyleIdx="9" presStyleCnt="10"/>
      <dgm:spPr>
        <a:solidFill>
          <a:schemeClr val="bg1"/>
        </a:solidFill>
        <a:ln>
          <a:noFill/>
        </a:ln>
      </dgm:spPr>
    </dgm:pt>
    <dgm:pt modelId="{9F48DC54-8A04-42AB-BB54-8A5FA4073EF1}" type="pres">
      <dgm:prSet presAssocID="{C36D4712-5C13-42C7-9F68-CB6D50AD97E2}" presName="parTx1" presStyleLbl="node1" presStyleIdx="0" presStyleCnt="2"/>
      <dgm:spPr/>
      <dgm:t>
        <a:bodyPr/>
        <a:lstStyle/>
        <a:p>
          <a:endParaRPr lang="zh-CN" altLang="en-US"/>
        </a:p>
      </dgm:t>
    </dgm:pt>
    <dgm:pt modelId="{D7E31380-66F1-4B6E-9AB2-678DE89166C1}" type="pres">
      <dgm:prSet presAssocID="{C867C593-BFF4-4F01-9437-B7A632DEDF9B}" presName="picture1" presStyleCnt="0"/>
      <dgm:spPr/>
    </dgm:pt>
    <dgm:pt modelId="{2FB94267-C0D9-4472-BB58-5460D773EF9E}" type="pres">
      <dgm:prSet presAssocID="{C867C593-BFF4-4F01-9437-B7A632DEDF9B}" presName="imageRepeatNode" presStyleLbl="fgImgPlace1" presStyleIdx="0" presStyleCnt="2"/>
      <dgm:spPr/>
      <dgm:t>
        <a:bodyPr/>
        <a:lstStyle/>
        <a:p>
          <a:endParaRPr lang="zh-CN" altLang="en-US"/>
        </a:p>
      </dgm:t>
    </dgm:pt>
    <dgm:pt modelId="{AE8EBCD9-6479-4EFE-AB06-EA4C19D7BE52}" type="pres">
      <dgm:prSet presAssocID="{A1A0AB5A-BC24-48C3-BA60-C6052D405539}" presName="parTx2" presStyleLbl="node1" presStyleIdx="1" presStyleCnt="2"/>
      <dgm:spPr/>
      <dgm:t>
        <a:bodyPr/>
        <a:lstStyle/>
        <a:p>
          <a:endParaRPr lang="zh-CN" altLang="en-US"/>
        </a:p>
      </dgm:t>
    </dgm:pt>
    <dgm:pt modelId="{5D513EFA-6D6F-4F9C-BF74-C1FDB0664CC4}" type="pres">
      <dgm:prSet presAssocID="{9D91D949-F7B8-4F65-BAC7-091557675D56}" presName="picture2" presStyleCnt="0"/>
      <dgm:spPr/>
    </dgm:pt>
    <dgm:pt modelId="{3A176729-975E-43E7-940D-DDA48E6DCB5F}" type="pres">
      <dgm:prSet presAssocID="{9D91D949-F7B8-4F65-BAC7-091557675D56}" presName="imageRepeatNode" presStyleLbl="fgImgPlace1" presStyleIdx="1" presStyleCnt="2"/>
      <dgm:spPr/>
      <dgm:t>
        <a:bodyPr/>
        <a:lstStyle/>
        <a:p>
          <a:endParaRPr lang="zh-CN" altLang="en-US"/>
        </a:p>
      </dgm:t>
    </dgm:pt>
  </dgm:ptLst>
  <dgm:cxnLst>
    <dgm:cxn modelId="{D5C98861-0F23-4E1B-AF40-45290F6E549F}" type="presOf" srcId="{A1A0AB5A-BC24-48C3-BA60-C6052D405539}" destId="{AE8EBCD9-6479-4EFE-AB06-EA4C19D7BE52}" srcOrd="0" destOrd="0" presId="urn:microsoft.com/office/officeart/2008/layout/AscendingPictureAccentProcess"/>
    <dgm:cxn modelId="{2F369EB6-DDB5-4AD0-8B7B-62BB860697B4}" type="presOf" srcId="{9D91D949-F7B8-4F65-BAC7-091557675D56}" destId="{3A176729-975E-43E7-940D-DDA48E6DCB5F}" srcOrd="0" destOrd="0" presId="urn:microsoft.com/office/officeart/2008/layout/AscendingPictureAccentProcess"/>
    <dgm:cxn modelId="{FAF798F9-7E04-4F1E-8E2A-729130343CFE}" type="presOf" srcId="{C867C593-BFF4-4F01-9437-B7A632DEDF9B}" destId="{2FB94267-C0D9-4472-BB58-5460D773EF9E}" srcOrd="0" destOrd="0" presId="urn:microsoft.com/office/officeart/2008/layout/AscendingPictureAccentProcess"/>
    <dgm:cxn modelId="{6003740A-40D1-451F-A3F0-0AD79AFF4EC5}" srcId="{498C7694-A7C4-4673-9845-2CDE7DFA81A5}" destId="{A1A0AB5A-BC24-48C3-BA60-C6052D405539}" srcOrd="1" destOrd="0" parTransId="{BB059F62-554E-4441-9D68-5F60F0A058CB}" sibTransId="{9D91D949-F7B8-4F65-BAC7-091557675D56}"/>
    <dgm:cxn modelId="{D73E6D1F-EE84-4060-AA4D-3380ED068D66}" type="presOf" srcId="{C36D4712-5C13-42C7-9F68-CB6D50AD97E2}" destId="{9F48DC54-8A04-42AB-BB54-8A5FA4073EF1}" srcOrd="0" destOrd="0" presId="urn:microsoft.com/office/officeart/2008/layout/AscendingPictureAccentProcess"/>
    <dgm:cxn modelId="{E96708C7-75C0-4445-8B1F-F241813AAA19}" srcId="{498C7694-A7C4-4673-9845-2CDE7DFA81A5}" destId="{C36D4712-5C13-42C7-9F68-CB6D50AD97E2}" srcOrd="0" destOrd="0" parTransId="{129DB937-2F55-496E-8440-A0FB5EC681FD}" sibTransId="{C867C593-BFF4-4F01-9437-B7A632DEDF9B}"/>
    <dgm:cxn modelId="{EA152E95-6AD1-4161-A60C-185BF7B8A49D}" type="presOf" srcId="{498C7694-A7C4-4673-9845-2CDE7DFA81A5}" destId="{E6DCB000-831E-4E51-8E5B-6367030A5E4F}" srcOrd="0" destOrd="0" presId="urn:microsoft.com/office/officeart/2008/layout/AscendingPictureAccentProcess"/>
    <dgm:cxn modelId="{09114A52-FCD4-470F-82CC-A5A2AF74C480}" type="presParOf" srcId="{E6DCB000-831E-4E51-8E5B-6367030A5E4F}" destId="{0E86737D-18C3-40D1-AC50-3C5BCB72C63A}" srcOrd="0" destOrd="0" presId="urn:microsoft.com/office/officeart/2008/layout/AscendingPictureAccentProcess"/>
    <dgm:cxn modelId="{64DF500B-B6C2-4D43-94B7-19A6E03CD9BD}" type="presParOf" srcId="{E6DCB000-831E-4E51-8E5B-6367030A5E4F}" destId="{4500E05C-125C-4902-BB33-58E21C08A4C9}" srcOrd="1" destOrd="0" presId="urn:microsoft.com/office/officeart/2008/layout/AscendingPictureAccentProcess"/>
    <dgm:cxn modelId="{B829B440-26F9-435F-9C8A-B6C4C2DC47EC}" type="presParOf" srcId="{E6DCB000-831E-4E51-8E5B-6367030A5E4F}" destId="{EB03CB83-080B-4C72-8146-86925043B113}" srcOrd="2" destOrd="0" presId="urn:microsoft.com/office/officeart/2008/layout/AscendingPictureAccentProcess"/>
    <dgm:cxn modelId="{8E086AE1-3520-4A7E-A1B1-B98886B61740}" type="presParOf" srcId="{E6DCB000-831E-4E51-8E5B-6367030A5E4F}" destId="{03EC0851-AC52-42B7-807C-DE74447AEA38}" srcOrd="3" destOrd="0" presId="urn:microsoft.com/office/officeart/2008/layout/AscendingPictureAccentProcess"/>
    <dgm:cxn modelId="{3F8F4F92-85C6-4B7C-8436-BD58CBC20706}" type="presParOf" srcId="{E6DCB000-831E-4E51-8E5B-6367030A5E4F}" destId="{D71D41C9-4D2D-4D2D-8304-C045EB00EEA4}" srcOrd="4" destOrd="0" presId="urn:microsoft.com/office/officeart/2008/layout/AscendingPictureAccentProcess"/>
    <dgm:cxn modelId="{AE0ADF0D-32CC-4D4C-B1B8-9330A3FE5B32}" type="presParOf" srcId="{E6DCB000-831E-4E51-8E5B-6367030A5E4F}" destId="{DA2C414B-6763-4A6E-94B7-30888A0DA5A5}" srcOrd="5" destOrd="0" presId="urn:microsoft.com/office/officeart/2008/layout/AscendingPictureAccentProcess"/>
    <dgm:cxn modelId="{B451CB7A-5DB1-414E-8003-0EC4A46D6064}" type="presParOf" srcId="{E6DCB000-831E-4E51-8E5B-6367030A5E4F}" destId="{C7757C80-D565-4FE4-B645-43F12D99B742}" srcOrd="6" destOrd="0" presId="urn:microsoft.com/office/officeart/2008/layout/AscendingPictureAccentProcess"/>
    <dgm:cxn modelId="{0AF9EF5B-AECE-47C0-BDAA-0BFB9F333B09}" type="presParOf" srcId="{E6DCB000-831E-4E51-8E5B-6367030A5E4F}" destId="{789B8A9F-C05C-4057-A31B-F9B9B8CC43BD}" srcOrd="7" destOrd="0" presId="urn:microsoft.com/office/officeart/2008/layout/AscendingPictureAccentProcess"/>
    <dgm:cxn modelId="{B6EB7E27-2DB0-4FD5-BEFB-B23624C1C90B}" type="presParOf" srcId="{E6DCB000-831E-4E51-8E5B-6367030A5E4F}" destId="{D118883E-B02B-4283-B435-A7DA2ED48E53}" srcOrd="8" destOrd="0" presId="urn:microsoft.com/office/officeart/2008/layout/AscendingPictureAccentProcess"/>
    <dgm:cxn modelId="{FF5CF859-DC6B-498D-B8CD-197AA2121654}" type="presParOf" srcId="{E6DCB000-831E-4E51-8E5B-6367030A5E4F}" destId="{90673F68-7A46-4D57-959E-A55F923F2200}" srcOrd="9" destOrd="0" presId="urn:microsoft.com/office/officeart/2008/layout/AscendingPictureAccentProcess"/>
    <dgm:cxn modelId="{8C3AED63-1CBA-4736-8304-DB5729DF5CE2}" type="presParOf" srcId="{E6DCB000-831E-4E51-8E5B-6367030A5E4F}" destId="{9F48DC54-8A04-42AB-BB54-8A5FA4073EF1}" srcOrd="10" destOrd="0" presId="urn:microsoft.com/office/officeart/2008/layout/AscendingPictureAccentProcess"/>
    <dgm:cxn modelId="{DDA50099-5E2B-404B-B0FB-788F8002AA1A}" type="presParOf" srcId="{E6DCB000-831E-4E51-8E5B-6367030A5E4F}" destId="{D7E31380-66F1-4B6E-9AB2-678DE89166C1}" srcOrd="11" destOrd="0" presId="urn:microsoft.com/office/officeart/2008/layout/AscendingPictureAccentProcess"/>
    <dgm:cxn modelId="{4177DB0B-64D8-4EB5-8CFD-3E94AC2D8E7F}" type="presParOf" srcId="{D7E31380-66F1-4B6E-9AB2-678DE89166C1}" destId="{2FB94267-C0D9-4472-BB58-5460D773EF9E}" srcOrd="0" destOrd="0" presId="urn:microsoft.com/office/officeart/2008/layout/AscendingPictureAccentProcess"/>
    <dgm:cxn modelId="{31334C79-EDC8-455B-8CD2-64FCF38BB5ED}" type="presParOf" srcId="{E6DCB000-831E-4E51-8E5B-6367030A5E4F}" destId="{AE8EBCD9-6479-4EFE-AB06-EA4C19D7BE52}" srcOrd="12" destOrd="0" presId="urn:microsoft.com/office/officeart/2008/layout/AscendingPictureAccentProcess"/>
    <dgm:cxn modelId="{D6D9B272-8F9A-435B-846B-B2FA9EB34D18}" type="presParOf" srcId="{E6DCB000-831E-4E51-8E5B-6367030A5E4F}" destId="{5D513EFA-6D6F-4F9C-BF74-C1FDB0664CC4}" srcOrd="13" destOrd="0" presId="urn:microsoft.com/office/officeart/2008/layout/AscendingPictureAccentProcess"/>
    <dgm:cxn modelId="{EE8C5296-5814-4AA4-9B4E-E858C327D2DF}" type="presParOf" srcId="{5D513EFA-6D6F-4F9C-BF74-C1FDB0664CC4}" destId="{3A176729-975E-43E7-940D-DDA48E6DCB5F}" srcOrd="0" destOrd="0" presId="urn:microsoft.com/office/officeart/2008/layout/AscendingPictureAccent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1005FA-7129-418F-894C-EE7D08AA738F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10653184-41CF-4511-9480-C5C0BC8FFCF1}">
      <dgm:prSet phldrT="[文本]"/>
      <dgm:spPr>
        <a:solidFill>
          <a:srgbClr val="FFEF03"/>
        </a:solidFill>
        <a:ln>
          <a:noFill/>
        </a:ln>
      </dgm:spPr>
      <dgm:t>
        <a:bodyPr/>
        <a:lstStyle/>
        <a:p>
          <a:r>
            <a:rPr lang="zh-CN" altLang="en-US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怎样学英语才是最有效的</a:t>
          </a:r>
          <a:endParaRPr lang="zh-CN" altLang="en-US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52DAF54-D4A9-4512-A0CC-5AE0BA2AE1A4}" type="parTrans" cxnId="{B4266E51-96A1-4327-84C6-DA94510EC1ED}">
      <dgm:prSet/>
      <dgm:spPr/>
      <dgm:t>
        <a:bodyPr/>
        <a:lstStyle/>
        <a:p>
          <a:endParaRPr lang="zh-CN" altLang="en-US"/>
        </a:p>
      </dgm:t>
    </dgm:pt>
    <dgm:pt modelId="{8E2D2D39-6F89-4639-A634-55718007CF26}" type="sibTrans" cxnId="{B4266E51-96A1-4327-84C6-DA94510EC1ED}">
      <dgm:prSet/>
      <dgm:spPr/>
      <dgm:t>
        <a:bodyPr/>
        <a:lstStyle/>
        <a:p>
          <a:endParaRPr lang="zh-CN" altLang="en-US"/>
        </a:p>
      </dgm:t>
    </dgm:pt>
    <dgm:pt modelId="{8971EA4E-2A4F-4116-B484-C1800BCCE237}">
      <dgm:prSet phldrT="[文本]"/>
      <dgm:spPr>
        <a:solidFill>
          <a:srgbClr val="FFEF03"/>
        </a:solidFill>
        <a:ln>
          <a:noFill/>
        </a:ln>
      </dgm:spPr>
      <dgm:t>
        <a:bodyPr/>
        <a:lstStyle/>
        <a:p>
          <a:r>
            <a:rPr lang="zh-CN" altLang="en-US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透析法大战播讲类材料</a:t>
          </a:r>
          <a:endParaRPr lang="zh-CN" altLang="en-US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A0C7DB-F4B9-466F-A7F2-4F38D6F33B78}" type="parTrans" cxnId="{3C84879B-7328-4B46-840D-C98BE434AD69}">
      <dgm:prSet/>
      <dgm:spPr/>
      <dgm:t>
        <a:bodyPr/>
        <a:lstStyle/>
        <a:p>
          <a:endParaRPr lang="zh-CN" altLang="en-US"/>
        </a:p>
      </dgm:t>
    </dgm:pt>
    <dgm:pt modelId="{B0AF7FA0-C0CF-4E98-A22B-4C40582DCEAE}" type="sibTrans" cxnId="{3C84879B-7328-4B46-840D-C98BE434AD69}">
      <dgm:prSet/>
      <dgm:spPr/>
      <dgm:t>
        <a:bodyPr/>
        <a:lstStyle/>
        <a:p>
          <a:endParaRPr lang="zh-CN" altLang="en-US"/>
        </a:p>
      </dgm:t>
    </dgm:pt>
    <dgm:pt modelId="{8B42BCE7-92F1-43BD-AEE3-E0558FE3FA94}">
      <dgm:prSet phldrT="[文本]"/>
      <dgm:spPr>
        <a:solidFill>
          <a:srgbClr val="FFEF03"/>
        </a:solidFill>
        <a:ln>
          <a:noFill/>
        </a:ln>
      </dgm:spPr>
      <dgm:t>
        <a:bodyPr/>
        <a:lstStyle/>
        <a:p>
          <a:r>
            <a:rPr lang="zh-CN" altLang="en-US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透析法大战英文原著</a:t>
          </a:r>
          <a:endParaRPr lang="zh-CN" altLang="en-US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ACA420-A3DB-4FC7-AB43-A8D33151FEFF}" type="parTrans" cxnId="{AD4EB233-5CB7-46A9-84EA-FD784A5DE2F5}">
      <dgm:prSet/>
      <dgm:spPr/>
      <dgm:t>
        <a:bodyPr/>
        <a:lstStyle/>
        <a:p>
          <a:endParaRPr lang="zh-CN" altLang="en-US"/>
        </a:p>
      </dgm:t>
    </dgm:pt>
    <dgm:pt modelId="{5B644EEF-31B1-41B7-B0CC-A93A337AAD67}" type="sibTrans" cxnId="{AD4EB233-5CB7-46A9-84EA-FD784A5DE2F5}">
      <dgm:prSet/>
      <dgm:spPr/>
      <dgm:t>
        <a:bodyPr/>
        <a:lstStyle/>
        <a:p>
          <a:endParaRPr lang="zh-CN" altLang="en-US"/>
        </a:p>
      </dgm:t>
    </dgm:pt>
    <dgm:pt modelId="{18494AF5-C4ED-43CF-B943-20509FAFB325}" type="pres">
      <dgm:prSet presAssocID="{8B1005FA-7129-418F-894C-EE7D08AA738F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DAE755B6-D64E-46AD-B117-2D59CFD51F61}" type="pres">
      <dgm:prSet presAssocID="{8B1005FA-7129-418F-894C-EE7D08AA738F}" presName="Name1" presStyleCnt="0"/>
      <dgm:spPr/>
    </dgm:pt>
    <dgm:pt modelId="{1307E70D-4A2B-4880-A9D2-DB4EA7715873}" type="pres">
      <dgm:prSet presAssocID="{8B1005FA-7129-418F-894C-EE7D08AA738F}" presName="cycle" presStyleCnt="0"/>
      <dgm:spPr/>
    </dgm:pt>
    <dgm:pt modelId="{9BAD88EB-8101-4CFC-963B-7F4448495000}" type="pres">
      <dgm:prSet presAssocID="{8B1005FA-7129-418F-894C-EE7D08AA738F}" presName="srcNode" presStyleLbl="node1" presStyleIdx="0" presStyleCnt="3"/>
      <dgm:spPr/>
    </dgm:pt>
    <dgm:pt modelId="{8ABA0069-9DD9-4A68-920B-242D7D99270E}" type="pres">
      <dgm:prSet presAssocID="{8B1005FA-7129-418F-894C-EE7D08AA738F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07C85486-F2BF-4C97-BD53-57CF9D21A2FF}" type="pres">
      <dgm:prSet presAssocID="{8B1005FA-7129-418F-894C-EE7D08AA738F}" presName="extraNode" presStyleLbl="node1" presStyleIdx="0" presStyleCnt="3"/>
      <dgm:spPr/>
    </dgm:pt>
    <dgm:pt modelId="{619BF842-B4C2-430D-8167-0EFBC6BAA236}" type="pres">
      <dgm:prSet presAssocID="{8B1005FA-7129-418F-894C-EE7D08AA738F}" presName="dstNode" presStyleLbl="node1" presStyleIdx="0" presStyleCnt="3"/>
      <dgm:spPr/>
    </dgm:pt>
    <dgm:pt modelId="{36138EEB-763A-4FE2-97C6-BBCD3C96C172}" type="pres">
      <dgm:prSet presAssocID="{10653184-41CF-4511-9480-C5C0BC8FFCF1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E46DFE-D564-4897-9DF0-E67C52813A2D}" type="pres">
      <dgm:prSet presAssocID="{10653184-41CF-4511-9480-C5C0BC8FFCF1}" presName="accent_1" presStyleCnt="0"/>
      <dgm:spPr/>
    </dgm:pt>
    <dgm:pt modelId="{4B321A79-5A4A-48DB-B499-A268FC330206}" type="pres">
      <dgm:prSet presAssocID="{10653184-41CF-4511-9480-C5C0BC8FFCF1}" presName="accentRepeatNode" presStyleLbl="solidFgAcc1" presStyleIdx="0" presStyleCnt="3"/>
      <dgm:spPr>
        <a:solidFill>
          <a:schemeClr val="bg1"/>
        </a:solidFill>
        <a:ln>
          <a:noFill/>
        </a:ln>
      </dgm:spPr>
    </dgm:pt>
    <dgm:pt modelId="{4A769C0E-2647-4314-BF97-5C7AADB0F6AD}" type="pres">
      <dgm:prSet presAssocID="{8971EA4E-2A4F-4116-B484-C1800BCCE237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F9605F-6163-4056-93B6-AA47F079BEE7}" type="pres">
      <dgm:prSet presAssocID="{8971EA4E-2A4F-4116-B484-C1800BCCE237}" presName="accent_2" presStyleCnt="0"/>
      <dgm:spPr/>
    </dgm:pt>
    <dgm:pt modelId="{12C88988-AA1C-4CD8-AE9C-AB29BDBBB8CD}" type="pres">
      <dgm:prSet presAssocID="{8971EA4E-2A4F-4116-B484-C1800BCCE237}" presName="accentRepeatNode" presStyleLbl="solidFgAcc1" presStyleIdx="1" presStyleCnt="3"/>
      <dgm:spPr>
        <a:solidFill>
          <a:schemeClr val="bg1"/>
        </a:solidFill>
        <a:ln>
          <a:noFill/>
        </a:ln>
      </dgm:spPr>
    </dgm:pt>
    <dgm:pt modelId="{74399A28-5DE2-4BBC-8D81-29C19F02D100}" type="pres">
      <dgm:prSet presAssocID="{8B42BCE7-92F1-43BD-AEE3-E0558FE3FA94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486F2C-0625-4AE3-A197-0BF72461539F}" type="pres">
      <dgm:prSet presAssocID="{8B42BCE7-92F1-43BD-AEE3-E0558FE3FA94}" presName="accent_3" presStyleCnt="0"/>
      <dgm:spPr/>
    </dgm:pt>
    <dgm:pt modelId="{B57E668E-EB99-4155-AA6B-C599C71858FA}" type="pres">
      <dgm:prSet presAssocID="{8B42BCE7-92F1-43BD-AEE3-E0558FE3FA94}" presName="accentRepeatNode" presStyleLbl="solidFgAcc1" presStyleIdx="2" presStyleCnt="3"/>
      <dgm:spPr>
        <a:solidFill>
          <a:schemeClr val="bg1"/>
        </a:solidFill>
        <a:ln>
          <a:noFill/>
        </a:ln>
      </dgm:spPr>
    </dgm:pt>
  </dgm:ptLst>
  <dgm:cxnLst>
    <dgm:cxn modelId="{B3D3E5C0-0350-442F-8B36-5FA14DF6BABB}" type="presOf" srcId="{8B1005FA-7129-418F-894C-EE7D08AA738F}" destId="{18494AF5-C4ED-43CF-B943-20509FAFB325}" srcOrd="0" destOrd="0" presId="urn:microsoft.com/office/officeart/2008/layout/VerticalCurvedList"/>
    <dgm:cxn modelId="{767FDE45-86A2-4946-B286-F8AA1FFD447A}" type="presOf" srcId="{8B42BCE7-92F1-43BD-AEE3-E0558FE3FA94}" destId="{74399A28-5DE2-4BBC-8D81-29C19F02D100}" srcOrd="0" destOrd="0" presId="urn:microsoft.com/office/officeart/2008/layout/VerticalCurvedList"/>
    <dgm:cxn modelId="{A5BE0CA6-F88C-4364-873E-F4739E07A640}" type="presOf" srcId="{8971EA4E-2A4F-4116-B484-C1800BCCE237}" destId="{4A769C0E-2647-4314-BF97-5C7AADB0F6AD}" srcOrd="0" destOrd="0" presId="urn:microsoft.com/office/officeart/2008/layout/VerticalCurvedList"/>
    <dgm:cxn modelId="{1073C850-3427-4C42-826E-85AA798D0220}" type="presOf" srcId="{8E2D2D39-6F89-4639-A634-55718007CF26}" destId="{8ABA0069-9DD9-4A68-920B-242D7D99270E}" srcOrd="0" destOrd="0" presId="urn:microsoft.com/office/officeart/2008/layout/VerticalCurvedList"/>
    <dgm:cxn modelId="{3C84879B-7328-4B46-840D-C98BE434AD69}" srcId="{8B1005FA-7129-418F-894C-EE7D08AA738F}" destId="{8971EA4E-2A4F-4116-B484-C1800BCCE237}" srcOrd="1" destOrd="0" parTransId="{8CA0C7DB-F4B9-466F-A7F2-4F38D6F33B78}" sibTransId="{B0AF7FA0-C0CF-4E98-A22B-4C40582DCEAE}"/>
    <dgm:cxn modelId="{07F4EA85-AF94-4724-9904-CAD95C7716D0}" type="presOf" srcId="{10653184-41CF-4511-9480-C5C0BC8FFCF1}" destId="{36138EEB-763A-4FE2-97C6-BBCD3C96C172}" srcOrd="0" destOrd="0" presId="urn:microsoft.com/office/officeart/2008/layout/VerticalCurvedList"/>
    <dgm:cxn modelId="{B4266E51-96A1-4327-84C6-DA94510EC1ED}" srcId="{8B1005FA-7129-418F-894C-EE7D08AA738F}" destId="{10653184-41CF-4511-9480-C5C0BC8FFCF1}" srcOrd="0" destOrd="0" parTransId="{E52DAF54-D4A9-4512-A0CC-5AE0BA2AE1A4}" sibTransId="{8E2D2D39-6F89-4639-A634-55718007CF26}"/>
    <dgm:cxn modelId="{AD4EB233-5CB7-46A9-84EA-FD784A5DE2F5}" srcId="{8B1005FA-7129-418F-894C-EE7D08AA738F}" destId="{8B42BCE7-92F1-43BD-AEE3-E0558FE3FA94}" srcOrd="2" destOrd="0" parTransId="{50ACA420-A3DB-4FC7-AB43-A8D33151FEFF}" sibTransId="{5B644EEF-31B1-41B7-B0CC-A93A337AAD67}"/>
    <dgm:cxn modelId="{2968E48F-B83E-49C7-9C2F-F09EA1B3D061}" type="presParOf" srcId="{18494AF5-C4ED-43CF-B943-20509FAFB325}" destId="{DAE755B6-D64E-46AD-B117-2D59CFD51F61}" srcOrd="0" destOrd="0" presId="urn:microsoft.com/office/officeart/2008/layout/VerticalCurvedList"/>
    <dgm:cxn modelId="{D6CCFB0F-9341-4C42-B869-C64C98A79B30}" type="presParOf" srcId="{DAE755B6-D64E-46AD-B117-2D59CFD51F61}" destId="{1307E70D-4A2B-4880-A9D2-DB4EA7715873}" srcOrd="0" destOrd="0" presId="urn:microsoft.com/office/officeart/2008/layout/VerticalCurvedList"/>
    <dgm:cxn modelId="{D375DDC2-D5B4-4335-AC33-CCA260B6F3A9}" type="presParOf" srcId="{1307E70D-4A2B-4880-A9D2-DB4EA7715873}" destId="{9BAD88EB-8101-4CFC-963B-7F4448495000}" srcOrd="0" destOrd="0" presId="urn:microsoft.com/office/officeart/2008/layout/VerticalCurvedList"/>
    <dgm:cxn modelId="{CC681303-9969-4857-9411-C6ACD0F29A84}" type="presParOf" srcId="{1307E70D-4A2B-4880-A9D2-DB4EA7715873}" destId="{8ABA0069-9DD9-4A68-920B-242D7D99270E}" srcOrd="1" destOrd="0" presId="urn:microsoft.com/office/officeart/2008/layout/VerticalCurvedList"/>
    <dgm:cxn modelId="{5CFD2BAD-B55E-40BB-B25E-BC780C32ADDB}" type="presParOf" srcId="{1307E70D-4A2B-4880-A9D2-DB4EA7715873}" destId="{07C85486-F2BF-4C97-BD53-57CF9D21A2FF}" srcOrd="2" destOrd="0" presId="urn:microsoft.com/office/officeart/2008/layout/VerticalCurvedList"/>
    <dgm:cxn modelId="{15E0E183-F88B-44AC-AA57-7E0C4FC7F250}" type="presParOf" srcId="{1307E70D-4A2B-4880-A9D2-DB4EA7715873}" destId="{619BF842-B4C2-430D-8167-0EFBC6BAA236}" srcOrd="3" destOrd="0" presId="urn:microsoft.com/office/officeart/2008/layout/VerticalCurvedList"/>
    <dgm:cxn modelId="{7D9EF564-9159-4003-B20A-9F0F2B752A13}" type="presParOf" srcId="{DAE755B6-D64E-46AD-B117-2D59CFD51F61}" destId="{36138EEB-763A-4FE2-97C6-BBCD3C96C172}" srcOrd="1" destOrd="0" presId="urn:microsoft.com/office/officeart/2008/layout/VerticalCurvedList"/>
    <dgm:cxn modelId="{477D7E65-B3FC-4622-A963-72CD185E8B03}" type="presParOf" srcId="{DAE755B6-D64E-46AD-B117-2D59CFD51F61}" destId="{73E46DFE-D564-4897-9DF0-E67C52813A2D}" srcOrd="2" destOrd="0" presId="urn:microsoft.com/office/officeart/2008/layout/VerticalCurvedList"/>
    <dgm:cxn modelId="{C2B2BBDE-D4D8-43D2-BC89-21405ADF905D}" type="presParOf" srcId="{73E46DFE-D564-4897-9DF0-E67C52813A2D}" destId="{4B321A79-5A4A-48DB-B499-A268FC330206}" srcOrd="0" destOrd="0" presId="urn:microsoft.com/office/officeart/2008/layout/VerticalCurvedList"/>
    <dgm:cxn modelId="{D9B1B3DB-E4F8-4714-839B-55DD83FF4ACC}" type="presParOf" srcId="{DAE755B6-D64E-46AD-B117-2D59CFD51F61}" destId="{4A769C0E-2647-4314-BF97-5C7AADB0F6AD}" srcOrd="3" destOrd="0" presId="urn:microsoft.com/office/officeart/2008/layout/VerticalCurvedList"/>
    <dgm:cxn modelId="{A177B77D-59BE-4E07-99E1-4D95C481651C}" type="presParOf" srcId="{DAE755B6-D64E-46AD-B117-2D59CFD51F61}" destId="{64F9605F-6163-4056-93B6-AA47F079BEE7}" srcOrd="4" destOrd="0" presId="urn:microsoft.com/office/officeart/2008/layout/VerticalCurvedList"/>
    <dgm:cxn modelId="{A4C1DEEE-9D15-4AA8-B69E-FFE1D976E58E}" type="presParOf" srcId="{64F9605F-6163-4056-93B6-AA47F079BEE7}" destId="{12C88988-AA1C-4CD8-AE9C-AB29BDBBB8CD}" srcOrd="0" destOrd="0" presId="urn:microsoft.com/office/officeart/2008/layout/VerticalCurvedList"/>
    <dgm:cxn modelId="{FA1C5979-05D7-48C5-8B67-F9269F1975BA}" type="presParOf" srcId="{DAE755B6-D64E-46AD-B117-2D59CFD51F61}" destId="{74399A28-5DE2-4BBC-8D81-29C19F02D100}" srcOrd="5" destOrd="0" presId="urn:microsoft.com/office/officeart/2008/layout/VerticalCurvedList"/>
    <dgm:cxn modelId="{CBDFE28F-015A-4A8E-847F-67CDF4B60884}" type="presParOf" srcId="{DAE755B6-D64E-46AD-B117-2D59CFD51F61}" destId="{FA486F2C-0625-4AE3-A197-0BF72461539F}" srcOrd="6" destOrd="0" presId="urn:microsoft.com/office/officeart/2008/layout/VerticalCurvedList"/>
    <dgm:cxn modelId="{4BACFEB7-4257-41C5-8EF8-C7A7B96B6816}" type="presParOf" srcId="{FA486F2C-0625-4AE3-A197-0BF72461539F}" destId="{B57E668E-EB99-4155-AA6B-C599C71858F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79D70-E635-41FD-AAD8-9CEAC62198B3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9E668C9-8676-4F24-B08F-2D8DF0F7355C}">
      <dgm:prSet phldrT="[文本]" custT="1"/>
      <dgm:spPr>
        <a:solidFill>
          <a:schemeClr val="bg1"/>
        </a:solidFill>
        <a:ln>
          <a:solidFill>
            <a:srgbClr val="FFEF03"/>
          </a:solidFill>
        </a:ln>
      </dgm:spPr>
      <dgm:t>
        <a:bodyPr/>
        <a:lstStyle/>
        <a:p>
          <a:pPr>
            <a:lnSpc>
              <a:spcPct val="50000"/>
            </a:lnSpc>
          </a:pPr>
          <a:r>
            <a:rPr lang="zh-CN" altLang="en-US" sz="2000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丢开课本，播放一句，暂停，然后跟读。</a:t>
          </a:r>
          <a:endParaRPr lang="en-US" altLang="zh-CN" sz="2000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50000"/>
            </a:lnSpc>
          </a:pPr>
          <a:r>
            <a:rPr lang="zh-CN" altLang="en-US" sz="2000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如果跟不了，倒带反复。</a:t>
          </a:r>
          <a:endParaRPr lang="zh-CN" altLang="en-US" sz="2000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43BCEBC-6BFB-454A-97CA-433237107A03}" type="parTrans" cxnId="{E9391252-E5EF-4483-AB04-9F8AD6903AE3}">
      <dgm:prSet/>
      <dgm:spPr/>
      <dgm:t>
        <a:bodyPr/>
        <a:lstStyle/>
        <a:p>
          <a:endParaRPr lang="zh-CN" altLang="en-US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DBD1D1-225F-44F6-A244-7EB4EF541B19}" type="sibTrans" cxnId="{E9391252-E5EF-4483-AB04-9F8AD6903AE3}">
      <dgm:prSet/>
      <dgm:spPr/>
      <dgm:t>
        <a:bodyPr/>
        <a:lstStyle/>
        <a:p>
          <a:endParaRPr lang="zh-CN" altLang="en-US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13B356E-BA5E-4DBA-B58F-378058E29113}">
      <dgm:prSet phldrT="[文本]" custT="1"/>
      <dgm:spPr>
        <a:solidFill>
          <a:schemeClr val="bg1"/>
        </a:solidFill>
        <a:ln>
          <a:solidFill>
            <a:srgbClr val="FFEF03"/>
          </a:solidFill>
        </a:ln>
      </dgm:spPr>
      <dgm:t>
        <a:bodyPr/>
        <a:lstStyle/>
        <a:p>
          <a:r>
            <a:rPr lang="zh-CN" altLang="en-US" sz="2000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翻开课本，不暂停，跟着录音反复朗读，一气呵成。</a:t>
          </a:r>
          <a:endParaRPr lang="zh-CN" altLang="en-US" sz="2000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001C89E-FF0E-4EA1-9CFC-59208B6E7920}" type="parTrans" cxnId="{691AFF59-C560-4071-A803-978EDFA55444}">
      <dgm:prSet/>
      <dgm:spPr/>
      <dgm:t>
        <a:bodyPr/>
        <a:lstStyle/>
        <a:p>
          <a:endParaRPr lang="zh-CN" altLang="en-US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56D402-2168-4005-95AD-F4F9AB5EC63C}" type="sibTrans" cxnId="{691AFF59-C560-4071-A803-978EDFA55444}">
      <dgm:prSet/>
      <dgm:spPr/>
      <dgm:t>
        <a:bodyPr/>
        <a:lstStyle/>
        <a:p>
          <a:endParaRPr lang="zh-CN" altLang="en-US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E7EED3-93DA-4761-9E4B-ABB682C36F33}">
      <dgm:prSet phldrT="[文本]" custT="1"/>
      <dgm:spPr>
        <a:solidFill>
          <a:schemeClr val="bg1"/>
        </a:solidFill>
        <a:ln>
          <a:solidFill>
            <a:srgbClr val="FFEF03"/>
          </a:solidFill>
        </a:ln>
      </dgm:spPr>
      <dgm:t>
        <a:bodyPr/>
        <a:lstStyle/>
        <a:p>
          <a:r>
            <a:rPr lang="zh-CN" altLang="en-US" sz="2000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丢开课本，不暂停，跟着录音反复朗读，一气呵成。</a:t>
          </a:r>
          <a:endParaRPr lang="zh-CN" altLang="en-US" sz="2000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232EDC5-4478-4353-BFA1-6B5FC6D609C6}" type="parTrans" cxnId="{AEAE6212-8EC8-406B-A71F-039C9AF773F1}">
      <dgm:prSet/>
      <dgm:spPr/>
      <dgm:t>
        <a:bodyPr/>
        <a:lstStyle/>
        <a:p>
          <a:endParaRPr lang="zh-CN" altLang="en-US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EA07AF-9292-4270-B09B-C6FD73517C25}" type="sibTrans" cxnId="{AEAE6212-8EC8-406B-A71F-039C9AF773F1}">
      <dgm:prSet/>
      <dgm:spPr/>
      <dgm:t>
        <a:bodyPr/>
        <a:lstStyle/>
        <a:p>
          <a:endParaRPr lang="zh-CN" altLang="en-US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3665BA2-C300-4BB4-BB61-A8F26DA03F27}" type="pres">
      <dgm:prSet presAssocID="{B4D79D70-E635-41FD-AAD8-9CEAC62198B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E297AE8-405E-4462-B8A1-844BF029FE5A}" type="pres">
      <dgm:prSet presAssocID="{53E7EED3-93DA-4761-9E4B-ABB682C36F33}" presName="boxAndChildren" presStyleCnt="0"/>
      <dgm:spPr/>
    </dgm:pt>
    <dgm:pt modelId="{4378D4B7-8D42-47A1-A70D-5896569F32F7}" type="pres">
      <dgm:prSet presAssocID="{53E7EED3-93DA-4761-9E4B-ABB682C36F33}" presName="parentTextBox" presStyleLbl="node1" presStyleIdx="0" presStyleCnt="3"/>
      <dgm:spPr/>
      <dgm:t>
        <a:bodyPr/>
        <a:lstStyle/>
        <a:p>
          <a:endParaRPr lang="zh-CN" altLang="en-US"/>
        </a:p>
      </dgm:t>
    </dgm:pt>
    <dgm:pt modelId="{16BAAC24-BBF6-4170-B9F0-02BB519E1636}" type="pres">
      <dgm:prSet presAssocID="{6A56D402-2168-4005-95AD-F4F9AB5EC63C}" presName="sp" presStyleCnt="0"/>
      <dgm:spPr/>
    </dgm:pt>
    <dgm:pt modelId="{3E3E8751-B3EC-4295-B139-3FC243124B88}" type="pres">
      <dgm:prSet presAssocID="{513B356E-BA5E-4DBA-B58F-378058E29113}" presName="arrowAndChildren" presStyleCnt="0"/>
      <dgm:spPr/>
    </dgm:pt>
    <dgm:pt modelId="{FA3B176D-3D2C-40A6-90C4-ABCF0C91034A}" type="pres">
      <dgm:prSet presAssocID="{513B356E-BA5E-4DBA-B58F-378058E29113}" presName="parentTextArrow" presStyleLbl="node1" presStyleIdx="1" presStyleCnt="3"/>
      <dgm:spPr/>
      <dgm:t>
        <a:bodyPr/>
        <a:lstStyle/>
        <a:p>
          <a:endParaRPr lang="zh-CN" altLang="en-US"/>
        </a:p>
      </dgm:t>
    </dgm:pt>
    <dgm:pt modelId="{4A54F1E9-B282-47C8-97CB-5DC9CAD80964}" type="pres">
      <dgm:prSet presAssocID="{72DBD1D1-225F-44F6-A244-7EB4EF541B19}" presName="sp" presStyleCnt="0"/>
      <dgm:spPr/>
    </dgm:pt>
    <dgm:pt modelId="{59A8ED54-8046-4C46-95EC-7D113E318AF9}" type="pres">
      <dgm:prSet presAssocID="{F9E668C9-8676-4F24-B08F-2D8DF0F7355C}" presName="arrowAndChildren" presStyleCnt="0"/>
      <dgm:spPr/>
    </dgm:pt>
    <dgm:pt modelId="{947A2740-51A4-48A8-A5CD-8A8D9AC0F751}" type="pres">
      <dgm:prSet presAssocID="{F9E668C9-8676-4F24-B08F-2D8DF0F7355C}" presName="parentTextArrow" presStyleLbl="node1" presStyleIdx="2" presStyleCnt="3" custLinFactNeighborX="29893" custLinFactNeighborY="-17313"/>
      <dgm:spPr/>
      <dgm:t>
        <a:bodyPr/>
        <a:lstStyle/>
        <a:p>
          <a:endParaRPr lang="zh-CN" altLang="en-US"/>
        </a:p>
      </dgm:t>
    </dgm:pt>
  </dgm:ptLst>
  <dgm:cxnLst>
    <dgm:cxn modelId="{E9391252-E5EF-4483-AB04-9F8AD6903AE3}" srcId="{B4D79D70-E635-41FD-AAD8-9CEAC62198B3}" destId="{F9E668C9-8676-4F24-B08F-2D8DF0F7355C}" srcOrd="0" destOrd="0" parTransId="{843BCEBC-6BFB-454A-97CA-433237107A03}" sibTransId="{72DBD1D1-225F-44F6-A244-7EB4EF541B19}"/>
    <dgm:cxn modelId="{B2C18567-81F2-47BA-9751-1268FF78F36A}" type="presOf" srcId="{F9E668C9-8676-4F24-B08F-2D8DF0F7355C}" destId="{947A2740-51A4-48A8-A5CD-8A8D9AC0F751}" srcOrd="0" destOrd="0" presId="urn:microsoft.com/office/officeart/2005/8/layout/process4"/>
    <dgm:cxn modelId="{691AFF59-C560-4071-A803-978EDFA55444}" srcId="{B4D79D70-E635-41FD-AAD8-9CEAC62198B3}" destId="{513B356E-BA5E-4DBA-B58F-378058E29113}" srcOrd="1" destOrd="0" parTransId="{3001C89E-FF0E-4EA1-9CFC-59208B6E7920}" sibTransId="{6A56D402-2168-4005-95AD-F4F9AB5EC63C}"/>
    <dgm:cxn modelId="{5D397BE2-0596-4B6D-AF08-14E13CF5BDD2}" type="presOf" srcId="{513B356E-BA5E-4DBA-B58F-378058E29113}" destId="{FA3B176D-3D2C-40A6-90C4-ABCF0C91034A}" srcOrd="0" destOrd="0" presId="urn:microsoft.com/office/officeart/2005/8/layout/process4"/>
    <dgm:cxn modelId="{B31D1385-B4A1-4414-A2BD-4792E11526A7}" type="presOf" srcId="{53E7EED3-93DA-4761-9E4B-ABB682C36F33}" destId="{4378D4B7-8D42-47A1-A70D-5896569F32F7}" srcOrd="0" destOrd="0" presId="urn:microsoft.com/office/officeart/2005/8/layout/process4"/>
    <dgm:cxn modelId="{AEAE6212-8EC8-406B-A71F-039C9AF773F1}" srcId="{B4D79D70-E635-41FD-AAD8-9CEAC62198B3}" destId="{53E7EED3-93DA-4761-9E4B-ABB682C36F33}" srcOrd="2" destOrd="0" parTransId="{9232EDC5-4478-4353-BFA1-6B5FC6D609C6}" sibTransId="{B9EA07AF-9292-4270-B09B-C6FD73517C25}"/>
    <dgm:cxn modelId="{1525C6F2-C972-4A4A-9C35-40B55F7ACB8A}" type="presOf" srcId="{B4D79D70-E635-41FD-AAD8-9CEAC62198B3}" destId="{C3665BA2-C300-4BB4-BB61-A8F26DA03F27}" srcOrd="0" destOrd="0" presId="urn:microsoft.com/office/officeart/2005/8/layout/process4"/>
    <dgm:cxn modelId="{2544114E-1D61-42FD-B87D-E43D8566DB0B}" type="presParOf" srcId="{C3665BA2-C300-4BB4-BB61-A8F26DA03F27}" destId="{9E297AE8-405E-4462-B8A1-844BF029FE5A}" srcOrd="0" destOrd="0" presId="urn:microsoft.com/office/officeart/2005/8/layout/process4"/>
    <dgm:cxn modelId="{088297E2-8206-4303-A431-38F8AC9EA835}" type="presParOf" srcId="{9E297AE8-405E-4462-B8A1-844BF029FE5A}" destId="{4378D4B7-8D42-47A1-A70D-5896569F32F7}" srcOrd="0" destOrd="0" presId="urn:microsoft.com/office/officeart/2005/8/layout/process4"/>
    <dgm:cxn modelId="{22AE3A51-0B53-4AAF-BD62-E8933C0B6225}" type="presParOf" srcId="{C3665BA2-C300-4BB4-BB61-A8F26DA03F27}" destId="{16BAAC24-BBF6-4170-B9F0-02BB519E1636}" srcOrd="1" destOrd="0" presId="urn:microsoft.com/office/officeart/2005/8/layout/process4"/>
    <dgm:cxn modelId="{98A3A11D-73C4-4C25-8F3D-206F2E2EB0CC}" type="presParOf" srcId="{C3665BA2-C300-4BB4-BB61-A8F26DA03F27}" destId="{3E3E8751-B3EC-4295-B139-3FC243124B88}" srcOrd="2" destOrd="0" presId="urn:microsoft.com/office/officeart/2005/8/layout/process4"/>
    <dgm:cxn modelId="{E19D8365-92F9-4EEF-8808-F5488E3EBAAA}" type="presParOf" srcId="{3E3E8751-B3EC-4295-B139-3FC243124B88}" destId="{FA3B176D-3D2C-40A6-90C4-ABCF0C91034A}" srcOrd="0" destOrd="0" presId="urn:microsoft.com/office/officeart/2005/8/layout/process4"/>
    <dgm:cxn modelId="{2A1961EA-4D7E-41E0-BF47-6EDD06BED797}" type="presParOf" srcId="{C3665BA2-C300-4BB4-BB61-A8F26DA03F27}" destId="{4A54F1E9-B282-47C8-97CB-5DC9CAD80964}" srcOrd="3" destOrd="0" presId="urn:microsoft.com/office/officeart/2005/8/layout/process4"/>
    <dgm:cxn modelId="{1E1A280B-5611-4523-BDE3-41094E90B1A9}" type="presParOf" srcId="{C3665BA2-C300-4BB4-BB61-A8F26DA03F27}" destId="{59A8ED54-8046-4C46-95EC-7D113E318AF9}" srcOrd="4" destOrd="0" presId="urn:microsoft.com/office/officeart/2005/8/layout/process4"/>
    <dgm:cxn modelId="{59E81FF7-6A56-4D93-A030-8EBB0CA0998E}" type="presParOf" srcId="{59A8ED54-8046-4C46-95EC-7D113E318AF9}" destId="{947A2740-51A4-48A8-A5CD-8A8D9AC0F75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17A577-557F-4BC7-A641-378D85515D08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C9A9D2B-F7D1-40FB-9202-8F87A01B23D4}">
      <dgm:prSet phldrT="[文本]"/>
      <dgm:spPr>
        <a:solidFill>
          <a:schemeClr val="bg1"/>
        </a:solidFill>
        <a:ln w="25400">
          <a:solidFill>
            <a:srgbClr val="E60084"/>
          </a:solidFill>
        </a:ln>
      </dgm:spPr>
      <dgm:t>
        <a:bodyPr vert="vert"/>
        <a:lstStyle/>
        <a:p>
          <a:endParaRPr lang="zh-CN" altLang="en-US" dirty="0">
            <a:solidFill>
              <a:srgbClr val="E60084"/>
            </a:solidFill>
          </a:endParaRPr>
        </a:p>
      </dgm:t>
    </dgm:pt>
    <dgm:pt modelId="{66864BE6-1CEB-482B-BA50-BF0271B460C4}" type="parTrans" cxnId="{B46D1A01-3FBF-4E42-A6BA-79695C5E6C78}">
      <dgm:prSet/>
      <dgm:spPr/>
      <dgm:t>
        <a:bodyPr/>
        <a:lstStyle/>
        <a:p>
          <a:endParaRPr lang="zh-CN" altLang="en-US"/>
        </a:p>
      </dgm:t>
    </dgm:pt>
    <dgm:pt modelId="{F51FF3B8-D3A8-4DC8-B744-35799EC111FD}" type="sibTrans" cxnId="{B46D1A01-3FBF-4E42-A6BA-79695C5E6C78}">
      <dgm:prSet/>
      <dgm:spPr/>
      <dgm:t>
        <a:bodyPr/>
        <a:lstStyle/>
        <a:p>
          <a:endParaRPr lang="zh-CN" altLang="en-US"/>
        </a:p>
      </dgm:t>
    </dgm:pt>
    <dgm:pt modelId="{EF2FA525-AB58-4590-9454-190F9FAA57DA}">
      <dgm:prSet phldrT="[文本]"/>
      <dgm:spPr>
        <a:solidFill>
          <a:schemeClr val="bg1"/>
        </a:solidFill>
        <a:ln w="25400">
          <a:solidFill>
            <a:srgbClr val="E60084"/>
          </a:solidFill>
        </a:ln>
      </dgm:spPr>
      <dgm:t>
        <a:bodyPr vert="vert"/>
        <a:lstStyle/>
        <a:p>
          <a:endParaRPr lang="zh-CN" altLang="en-US" dirty="0">
            <a:solidFill>
              <a:srgbClr val="E60084"/>
            </a:solidFill>
          </a:endParaRPr>
        </a:p>
      </dgm:t>
    </dgm:pt>
    <dgm:pt modelId="{8B291AEB-710C-4B5F-8AB8-FBC2D6311379}" type="parTrans" cxnId="{16560786-F70D-41EF-9E3B-CBC53CCE28DC}">
      <dgm:prSet/>
      <dgm:spPr/>
      <dgm:t>
        <a:bodyPr/>
        <a:lstStyle/>
        <a:p>
          <a:endParaRPr lang="zh-CN" altLang="en-US"/>
        </a:p>
      </dgm:t>
    </dgm:pt>
    <dgm:pt modelId="{37C0660C-DE66-46B7-9767-E0C5E053987E}" type="sibTrans" cxnId="{16560786-F70D-41EF-9E3B-CBC53CCE28DC}">
      <dgm:prSet/>
      <dgm:spPr/>
      <dgm:t>
        <a:bodyPr/>
        <a:lstStyle/>
        <a:p>
          <a:endParaRPr lang="zh-CN" altLang="en-US"/>
        </a:p>
      </dgm:t>
    </dgm:pt>
    <dgm:pt modelId="{BDC96D42-4616-4DDE-962F-F3C9B87E7FAF}">
      <dgm:prSet phldrT="[文本]"/>
      <dgm:spPr>
        <a:solidFill>
          <a:schemeClr val="bg1"/>
        </a:solidFill>
        <a:ln w="25400">
          <a:solidFill>
            <a:srgbClr val="E60084"/>
          </a:solidFill>
        </a:ln>
      </dgm:spPr>
      <dgm:t>
        <a:bodyPr vert="vert"/>
        <a:lstStyle/>
        <a:p>
          <a:endParaRPr lang="zh-CN" altLang="en-US" dirty="0">
            <a:solidFill>
              <a:srgbClr val="E60084"/>
            </a:solidFill>
          </a:endParaRPr>
        </a:p>
      </dgm:t>
    </dgm:pt>
    <dgm:pt modelId="{40243058-8F89-473E-BE88-0A4FE006F227}" type="parTrans" cxnId="{2FE18C9D-2FD0-4256-9F20-0311E321755E}">
      <dgm:prSet/>
      <dgm:spPr/>
      <dgm:t>
        <a:bodyPr/>
        <a:lstStyle/>
        <a:p>
          <a:endParaRPr lang="zh-CN" altLang="en-US"/>
        </a:p>
      </dgm:t>
    </dgm:pt>
    <dgm:pt modelId="{0F3C0419-5D58-48C7-8256-3B1ABAEA3768}" type="sibTrans" cxnId="{2FE18C9D-2FD0-4256-9F20-0311E321755E}">
      <dgm:prSet/>
      <dgm:spPr/>
      <dgm:t>
        <a:bodyPr/>
        <a:lstStyle/>
        <a:p>
          <a:endParaRPr lang="zh-CN" altLang="en-US"/>
        </a:p>
      </dgm:t>
    </dgm:pt>
    <dgm:pt modelId="{08EB9238-D86A-43CD-A707-ACA2D20D2A7D}" type="pres">
      <dgm:prSet presAssocID="{4A17A577-557F-4BC7-A641-378D85515D0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68E8ABF-B86B-4E83-86D9-9F01FC6C5BB0}" type="pres">
      <dgm:prSet presAssocID="{1C9A9D2B-F7D1-40FB-9202-8F87A01B23D4}" presName="compositeNode" presStyleCnt="0">
        <dgm:presLayoutVars>
          <dgm:bulletEnabled val="1"/>
        </dgm:presLayoutVars>
      </dgm:prSet>
      <dgm:spPr/>
    </dgm:pt>
    <dgm:pt modelId="{32C5D97E-4F2B-452C-BD21-AFBE3DDD92F6}" type="pres">
      <dgm:prSet presAssocID="{1C9A9D2B-F7D1-40FB-9202-8F87A01B23D4}" presName="bgRect" presStyleLbl="node1" presStyleIdx="0" presStyleCnt="3" custScaleY="134517"/>
      <dgm:spPr/>
      <dgm:t>
        <a:bodyPr/>
        <a:lstStyle/>
        <a:p>
          <a:endParaRPr lang="zh-CN" altLang="en-US"/>
        </a:p>
      </dgm:t>
    </dgm:pt>
    <dgm:pt modelId="{94E82537-2B05-4C5F-A4A4-22A53C49C35B}" type="pres">
      <dgm:prSet presAssocID="{1C9A9D2B-F7D1-40FB-9202-8F87A01B23D4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12DFF1C-859F-4B53-9572-14AFCB363A5B}" type="pres">
      <dgm:prSet presAssocID="{F51FF3B8-D3A8-4DC8-B744-35799EC111FD}" presName="hSp" presStyleCnt="0"/>
      <dgm:spPr/>
    </dgm:pt>
    <dgm:pt modelId="{8DD2850D-2840-4D48-8198-EE6C37593226}" type="pres">
      <dgm:prSet presAssocID="{F51FF3B8-D3A8-4DC8-B744-35799EC111FD}" presName="vProcSp" presStyleCnt="0"/>
      <dgm:spPr/>
    </dgm:pt>
    <dgm:pt modelId="{7F13164C-A453-49B1-B590-24A8BE58C5A2}" type="pres">
      <dgm:prSet presAssocID="{F51FF3B8-D3A8-4DC8-B744-35799EC111FD}" presName="vSp1" presStyleCnt="0"/>
      <dgm:spPr/>
    </dgm:pt>
    <dgm:pt modelId="{71DAEB7C-1B60-4869-B7EA-AF476D8E8E44}" type="pres">
      <dgm:prSet presAssocID="{F51FF3B8-D3A8-4DC8-B744-35799EC111FD}" presName="simulatedConn" presStyleLbl="solidFgAcc1" presStyleIdx="0" presStyleCnt="2" custLinFactY="100000" custLinFactNeighborY="140696"/>
      <dgm:spPr>
        <a:ln w="25400">
          <a:solidFill>
            <a:srgbClr val="E60084"/>
          </a:solidFill>
        </a:ln>
      </dgm:spPr>
    </dgm:pt>
    <dgm:pt modelId="{867F748F-5497-4028-9E23-E020E9B43665}" type="pres">
      <dgm:prSet presAssocID="{F51FF3B8-D3A8-4DC8-B744-35799EC111FD}" presName="vSp2" presStyleCnt="0"/>
      <dgm:spPr/>
    </dgm:pt>
    <dgm:pt modelId="{F1D9211B-14F8-4673-A0C7-E1323AF07FE4}" type="pres">
      <dgm:prSet presAssocID="{F51FF3B8-D3A8-4DC8-B744-35799EC111FD}" presName="sibTrans" presStyleCnt="0"/>
      <dgm:spPr/>
    </dgm:pt>
    <dgm:pt modelId="{510AE396-6218-4C41-B370-CDF735D244E4}" type="pres">
      <dgm:prSet presAssocID="{EF2FA525-AB58-4590-9454-190F9FAA57DA}" presName="compositeNode" presStyleCnt="0">
        <dgm:presLayoutVars>
          <dgm:bulletEnabled val="1"/>
        </dgm:presLayoutVars>
      </dgm:prSet>
      <dgm:spPr/>
    </dgm:pt>
    <dgm:pt modelId="{29589EE1-1B31-4D31-9AFF-34FBA84A46C4}" type="pres">
      <dgm:prSet presAssocID="{EF2FA525-AB58-4590-9454-190F9FAA57DA}" presName="bgRect" presStyleLbl="node1" presStyleIdx="1" presStyleCnt="3" custScaleX="102048" custScaleY="134517"/>
      <dgm:spPr/>
      <dgm:t>
        <a:bodyPr/>
        <a:lstStyle/>
        <a:p>
          <a:endParaRPr lang="zh-CN" altLang="en-US"/>
        </a:p>
      </dgm:t>
    </dgm:pt>
    <dgm:pt modelId="{4B9E41FF-FA0A-4DBD-905A-C2C596BD0569}" type="pres">
      <dgm:prSet presAssocID="{EF2FA525-AB58-4590-9454-190F9FAA57DA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6080AB0-DE38-4DB4-B8DB-5B8936920AE8}" type="pres">
      <dgm:prSet presAssocID="{37C0660C-DE66-46B7-9767-E0C5E053987E}" presName="hSp" presStyleCnt="0"/>
      <dgm:spPr/>
    </dgm:pt>
    <dgm:pt modelId="{0BF0B862-E5C9-49C1-9691-388E961F8F12}" type="pres">
      <dgm:prSet presAssocID="{37C0660C-DE66-46B7-9767-E0C5E053987E}" presName="vProcSp" presStyleCnt="0"/>
      <dgm:spPr/>
    </dgm:pt>
    <dgm:pt modelId="{5EF5AA9E-16BC-4F4E-A490-6327AF8AC8B3}" type="pres">
      <dgm:prSet presAssocID="{37C0660C-DE66-46B7-9767-E0C5E053987E}" presName="vSp1" presStyleCnt="0"/>
      <dgm:spPr/>
    </dgm:pt>
    <dgm:pt modelId="{A63A352C-D9AA-4BBF-9468-0992C57D8A99}" type="pres">
      <dgm:prSet presAssocID="{37C0660C-DE66-46B7-9767-E0C5E053987E}" presName="simulatedConn" presStyleLbl="solidFgAcc1" presStyleIdx="1" presStyleCnt="2" custLinFactY="100000" custLinFactNeighborY="140696"/>
      <dgm:spPr>
        <a:ln w="25400">
          <a:solidFill>
            <a:srgbClr val="E60084"/>
          </a:solidFill>
        </a:ln>
      </dgm:spPr>
    </dgm:pt>
    <dgm:pt modelId="{6012284A-A31F-400C-977F-0385EDADC37C}" type="pres">
      <dgm:prSet presAssocID="{37C0660C-DE66-46B7-9767-E0C5E053987E}" presName="vSp2" presStyleCnt="0"/>
      <dgm:spPr/>
    </dgm:pt>
    <dgm:pt modelId="{58242D9E-8FB5-49D6-93AD-28B3215B809C}" type="pres">
      <dgm:prSet presAssocID="{37C0660C-DE66-46B7-9767-E0C5E053987E}" presName="sibTrans" presStyleCnt="0"/>
      <dgm:spPr/>
    </dgm:pt>
    <dgm:pt modelId="{C1604D52-A703-4C59-AC98-41B37D389870}" type="pres">
      <dgm:prSet presAssocID="{BDC96D42-4616-4DDE-962F-F3C9B87E7FAF}" presName="compositeNode" presStyleCnt="0">
        <dgm:presLayoutVars>
          <dgm:bulletEnabled val="1"/>
        </dgm:presLayoutVars>
      </dgm:prSet>
      <dgm:spPr/>
    </dgm:pt>
    <dgm:pt modelId="{05149875-D7DA-4E60-94B8-F6BFA1CB3095}" type="pres">
      <dgm:prSet presAssocID="{BDC96D42-4616-4DDE-962F-F3C9B87E7FAF}" presName="bgRect" presStyleLbl="node1" presStyleIdx="2" presStyleCnt="3" custScaleX="197592" custScaleY="134517"/>
      <dgm:spPr/>
      <dgm:t>
        <a:bodyPr/>
        <a:lstStyle/>
        <a:p>
          <a:endParaRPr lang="zh-CN" altLang="en-US"/>
        </a:p>
      </dgm:t>
    </dgm:pt>
    <dgm:pt modelId="{D9C73151-237D-4DAB-AF34-7378CA4D37FB}" type="pres">
      <dgm:prSet presAssocID="{BDC96D42-4616-4DDE-962F-F3C9B87E7FAF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F006190-E91E-4BD3-AC83-DBAAB5B20AD7}" type="presOf" srcId="{BDC96D42-4616-4DDE-962F-F3C9B87E7FAF}" destId="{05149875-D7DA-4E60-94B8-F6BFA1CB3095}" srcOrd="0" destOrd="0" presId="urn:microsoft.com/office/officeart/2005/8/layout/hProcess7"/>
    <dgm:cxn modelId="{2FE18C9D-2FD0-4256-9F20-0311E321755E}" srcId="{4A17A577-557F-4BC7-A641-378D85515D08}" destId="{BDC96D42-4616-4DDE-962F-F3C9B87E7FAF}" srcOrd="2" destOrd="0" parTransId="{40243058-8F89-473E-BE88-0A4FE006F227}" sibTransId="{0F3C0419-5D58-48C7-8256-3B1ABAEA3768}"/>
    <dgm:cxn modelId="{E1CD886C-706C-4A7B-BE6B-DAF00778E766}" type="presOf" srcId="{1C9A9D2B-F7D1-40FB-9202-8F87A01B23D4}" destId="{32C5D97E-4F2B-452C-BD21-AFBE3DDD92F6}" srcOrd="0" destOrd="0" presId="urn:microsoft.com/office/officeart/2005/8/layout/hProcess7"/>
    <dgm:cxn modelId="{24949F20-1AB5-422C-A377-85B2F7A67381}" type="presOf" srcId="{BDC96D42-4616-4DDE-962F-F3C9B87E7FAF}" destId="{D9C73151-237D-4DAB-AF34-7378CA4D37FB}" srcOrd="1" destOrd="0" presId="urn:microsoft.com/office/officeart/2005/8/layout/hProcess7"/>
    <dgm:cxn modelId="{86B0730E-660F-4A0F-A6DD-D0B5F3607602}" type="presOf" srcId="{EF2FA525-AB58-4590-9454-190F9FAA57DA}" destId="{4B9E41FF-FA0A-4DBD-905A-C2C596BD0569}" srcOrd="1" destOrd="0" presId="urn:microsoft.com/office/officeart/2005/8/layout/hProcess7"/>
    <dgm:cxn modelId="{B46D1A01-3FBF-4E42-A6BA-79695C5E6C78}" srcId="{4A17A577-557F-4BC7-A641-378D85515D08}" destId="{1C9A9D2B-F7D1-40FB-9202-8F87A01B23D4}" srcOrd="0" destOrd="0" parTransId="{66864BE6-1CEB-482B-BA50-BF0271B460C4}" sibTransId="{F51FF3B8-D3A8-4DC8-B744-35799EC111FD}"/>
    <dgm:cxn modelId="{979F5E88-97FC-449D-948B-767B9C2DD22D}" type="presOf" srcId="{EF2FA525-AB58-4590-9454-190F9FAA57DA}" destId="{29589EE1-1B31-4D31-9AFF-34FBA84A46C4}" srcOrd="0" destOrd="0" presId="urn:microsoft.com/office/officeart/2005/8/layout/hProcess7"/>
    <dgm:cxn modelId="{E688E40B-EA07-446B-8BA3-7BB9F62F6FC0}" type="presOf" srcId="{1C9A9D2B-F7D1-40FB-9202-8F87A01B23D4}" destId="{94E82537-2B05-4C5F-A4A4-22A53C49C35B}" srcOrd="1" destOrd="0" presId="urn:microsoft.com/office/officeart/2005/8/layout/hProcess7"/>
    <dgm:cxn modelId="{16560786-F70D-41EF-9E3B-CBC53CCE28DC}" srcId="{4A17A577-557F-4BC7-A641-378D85515D08}" destId="{EF2FA525-AB58-4590-9454-190F9FAA57DA}" srcOrd="1" destOrd="0" parTransId="{8B291AEB-710C-4B5F-8AB8-FBC2D6311379}" sibTransId="{37C0660C-DE66-46B7-9767-E0C5E053987E}"/>
    <dgm:cxn modelId="{84CC24B2-5187-4419-9157-C4C8611658ED}" type="presOf" srcId="{4A17A577-557F-4BC7-A641-378D85515D08}" destId="{08EB9238-D86A-43CD-A707-ACA2D20D2A7D}" srcOrd="0" destOrd="0" presId="urn:microsoft.com/office/officeart/2005/8/layout/hProcess7"/>
    <dgm:cxn modelId="{88B75FAE-8F11-4AD6-9FAA-9AAFDAAE9D75}" type="presParOf" srcId="{08EB9238-D86A-43CD-A707-ACA2D20D2A7D}" destId="{468E8ABF-B86B-4E83-86D9-9F01FC6C5BB0}" srcOrd="0" destOrd="0" presId="urn:microsoft.com/office/officeart/2005/8/layout/hProcess7"/>
    <dgm:cxn modelId="{301E0088-7B55-4970-A545-F1A5DB447507}" type="presParOf" srcId="{468E8ABF-B86B-4E83-86D9-9F01FC6C5BB0}" destId="{32C5D97E-4F2B-452C-BD21-AFBE3DDD92F6}" srcOrd="0" destOrd="0" presId="urn:microsoft.com/office/officeart/2005/8/layout/hProcess7"/>
    <dgm:cxn modelId="{23C9A5ED-9B92-4F2C-976A-91B1C52F4B6A}" type="presParOf" srcId="{468E8ABF-B86B-4E83-86D9-9F01FC6C5BB0}" destId="{94E82537-2B05-4C5F-A4A4-22A53C49C35B}" srcOrd="1" destOrd="0" presId="urn:microsoft.com/office/officeart/2005/8/layout/hProcess7"/>
    <dgm:cxn modelId="{3792D953-6FCE-4821-B207-D20511FAEDEF}" type="presParOf" srcId="{08EB9238-D86A-43CD-A707-ACA2D20D2A7D}" destId="{612DFF1C-859F-4B53-9572-14AFCB363A5B}" srcOrd="1" destOrd="0" presId="urn:microsoft.com/office/officeart/2005/8/layout/hProcess7"/>
    <dgm:cxn modelId="{087EA5CE-5A28-4D6B-B450-CB5D440F9090}" type="presParOf" srcId="{08EB9238-D86A-43CD-A707-ACA2D20D2A7D}" destId="{8DD2850D-2840-4D48-8198-EE6C37593226}" srcOrd="2" destOrd="0" presId="urn:microsoft.com/office/officeart/2005/8/layout/hProcess7"/>
    <dgm:cxn modelId="{EE2174E6-FF95-4E85-81DA-DABE0A362F21}" type="presParOf" srcId="{8DD2850D-2840-4D48-8198-EE6C37593226}" destId="{7F13164C-A453-49B1-B590-24A8BE58C5A2}" srcOrd="0" destOrd="0" presId="urn:microsoft.com/office/officeart/2005/8/layout/hProcess7"/>
    <dgm:cxn modelId="{BFEC4AD4-A94D-4050-A4A9-649BE5549362}" type="presParOf" srcId="{8DD2850D-2840-4D48-8198-EE6C37593226}" destId="{71DAEB7C-1B60-4869-B7EA-AF476D8E8E44}" srcOrd="1" destOrd="0" presId="urn:microsoft.com/office/officeart/2005/8/layout/hProcess7"/>
    <dgm:cxn modelId="{395E7991-9563-4B0C-9549-467ED12886F7}" type="presParOf" srcId="{8DD2850D-2840-4D48-8198-EE6C37593226}" destId="{867F748F-5497-4028-9E23-E020E9B43665}" srcOrd="2" destOrd="0" presId="urn:microsoft.com/office/officeart/2005/8/layout/hProcess7"/>
    <dgm:cxn modelId="{77E10C34-4E3A-4296-BE6B-6EDCD806FCC5}" type="presParOf" srcId="{08EB9238-D86A-43CD-A707-ACA2D20D2A7D}" destId="{F1D9211B-14F8-4673-A0C7-E1323AF07FE4}" srcOrd="3" destOrd="0" presId="urn:microsoft.com/office/officeart/2005/8/layout/hProcess7"/>
    <dgm:cxn modelId="{D22CC271-46EB-4E99-BE67-5D323B86D0D2}" type="presParOf" srcId="{08EB9238-D86A-43CD-A707-ACA2D20D2A7D}" destId="{510AE396-6218-4C41-B370-CDF735D244E4}" srcOrd="4" destOrd="0" presId="urn:microsoft.com/office/officeart/2005/8/layout/hProcess7"/>
    <dgm:cxn modelId="{6094B55A-7296-4E6D-A4C5-23AC69FCE0B0}" type="presParOf" srcId="{510AE396-6218-4C41-B370-CDF735D244E4}" destId="{29589EE1-1B31-4D31-9AFF-34FBA84A46C4}" srcOrd="0" destOrd="0" presId="urn:microsoft.com/office/officeart/2005/8/layout/hProcess7"/>
    <dgm:cxn modelId="{1D3B8D77-5D0C-43F6-93D9-D25E12948EC2}" type="presParOf" srcId="{510AE396-6218-4C41-B370-CDF735D244E4}" destId="{4B9E41FF-FA0A-4DBD-905A-C2C596BD0569}" srcOrd="1" destOrd="0" presId="urn:microsoft.com/office/officeart/2005/8/layout/hProcess7"/>
    <dgm:cxn modelId="{294400EA-8B12-40B5-92E9-DAF02AED97F4}" type="presParOf" srcId="{08EB9238-D86A-43CD-A707-ACA2D20D2A7D}" destId="{56080AB0-DE38-4DB4-B8DB-5B8936920AE8}" srcOrd="5" destOrd="0" presId="urn:microsoft.com/office/officeart/2005/8/layout/hProcess7"/>
    <dgm:cxn modelId="{28F9F9DA-9021-4948-9965-2A76B4AE1704}" type="presParOf" srcId="{08EB9238-D86A-43CD-A707-ACA2D20D2A7D}" destId="{0BF0B862-E5C9-49C1-9691-388E961F8F12}" srcOrd="6" destOrd="0" presId="urn:microsoft.com/office/officeart/2005/8/layout/hProcess7"/>
    <dgm:cxn modelId="{0CC35071-D29D-465D-ABF8-3D59A842F686}" type="presParOf" srcId="{0BF0B862-E5C9-49C1-9691-388E961F8F12}" destId="{5EF5AA9E-16BC-4F4E-A490-6327AF8AC8B3}" srcOrd="0" destOrd="0" presId="urn:microsoft.com/office/officeart/2005/8/layout/hProcess7"/>
    <dgm:cxn modelId="{56BF89FD-3F62-4BAA-BD72-7FF35C780B4C}" type="presParOf" srcId="{0BF0B862-E5C9-49C1-9691-388E961F8F12}" destId="{A63A352C-D9AA-4BBF-9468-0992C57D8A99}" srcOrd="1" destOrd="0" presId="urn:microsoft.com/office/officeart/2005/8/layout/hProcess7"/>
    <dgm:cxn modelId="{2F24C728-7BD9-4E17-AE77-39AC127A3F40}" type="presParOf" srcId="{0BF0B862-E5C9-49C1-9691-388E961F8F12}" destId="{6012284A-A31F-400C-977F-0385EDADC37C}" srcOrd="2" destOrd="0" presId="urn:microsoft.com/office/officeart/2005/8/layout/hProcess7"/>
    <dgm:cxn modelId="{2D465BF3-057C-4AE1-93FD-9377736BF264}" type="presParOf" srcId="{08EB9238-D86A-43CD-A707-ACA2D20D2A7D}" destId="{58242D9E-8FB5-49D6-93AD-28B3215B809C}" srcOrd="7" destOrd="0" presId="urn:microsoft.com/office/officeart/2005/8/layout/hProcess7"/>
    <dgm:cxn modelId="{7D4B6890-6A58-4D4D-A2CA-448C990B89A3}" type="presParOf" srcId="{08EB9238-D86A-43CD-A707-ACA2D20D2A7D}" destId="{C1604D52-A703-4C59-AC98-41B37D389870}" srcOrd="8" destOrd="0" presId="urn:microsoft.com/office/officeart/2005/8/layout/hProcess7"/>
    <dgm:cxn modelId="{49BAD716-C11B-4003-962E-3833FE3AA75E}" type="presParOf" srcId="{C1604D52-A703-4C59-AC98-41B37D389870}" destId="{05149875-D7DA-4E60-94B8-F6BFA1CB3095}" srcOrd="0" destOrd="0" presId="urn:microsoft.com/office/officeart/2005/8/layout/hProcess7"/>
    <dgm:cxn modelId="{A13D61B1-46BD-4A7A-BCE0-5D2B8274DC1E}" type="presParOf" srcId="{C1604D52-A703-4C59-AC98-41B37D389870}" destId="{D9C73151-237D-4DAB-AF34-7378CA4D37FB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0CE6A8-7B6B-4869-9745-359443BC403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87F115A-FBD5-4919-A058-3B6993F8E93B}">
      <dgm:prSet phldrT="[文本]"/>
      <dgm:spPr>
        <a:ln>
          <a:solidFill>
            <a:srgbClr val="FFEF03"/>
          </a:solidFill>
        </a:ln>
      </dgm:spPr>
      <dgm:t>
        <a:bodyPr/>
        <a:lstStyle/>
        <a:p>
          <a:r>
            <a:rPr lang="zh-CN" altLang="en-US" b="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所有对话录音都是有口音的，包含了意大利、西班牙、美式、英式等世界各国口音，对听力的提高帮助巨大。</a:t>
          </a:r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F19641-FB4E-42BC-B919-BA796F833A5B}">
      <dgm:prSet phldrT="[文本]" custT="1"/>
      <dgm:spPr>
        <a:solidFill>
          <a:srgbClr val="FFEF03"/>
        </a:solidFill>
        <a:ln>
          <a:noFill/>
        </a:ln>
      </dgm:spPr>
      <dgm:t>
        <a:bodyPr/>
        <a:lstStyle/>
        <a:p>
          <a:r>
            <a:rPr lang="zh-CN" altLang="en-US" sz="24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多口音</a:t>
          </a:r>
          <a:endParaRPr lang="zh-CN" altLang="en-US" sz="24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0B9930-F4BA-47BC-99BD-7A1D48CECCC1}" type="sibTrans" cxnId="{0BABC796-DBCA-44B5-B4CA-39AF506C89F2}">
      <dgm:prSet/>
      <dgm:spPr/>
      <dgm:t>
        <a:bodyPr/>
        <a:lstStyle/>
        <a:p>
          <a:endParaRPr lang="zh-CN" altLang="en-US"/>
        </a:p>
      </dgm:t>
    </dgm:pt>
    <dgm:pt modelId="{BEA2F952-39AC-4E12-B172-843B547F4EB3}" type="parTrans" cxnId="{0BABC796-DBCA-44B5-B4CA-39AF506C89F2}">
      <dgm:prSet/>
      <dgm:spPr/>
      <dgm:t>
        <a:bodyPr/>
        <a:lstStyle/>
        <a:p>
          <a:endParaRPr lang="zh-CN" altLang="en-US"/>
        </a:p>
      </dgm:t>
    </dgm:pt>
    <dgm:pt modelId="{3D7F3D6B-73AD-451D-B87F-5B4AAB581567}" type="sibTrans" cxnId="{6372552F-E6C2-4061-A02A-2AE7709A8FAC}">
      <dgm:prSet/>
      <dgm:spPr/>
      <dgm:t>
        <a:bodyPr/>
        <a:lstStyle/>
        <a:p>
          <a:endParaRPr lang="zh-CN" altLang="en-US"/>
        </a:p>
      </dgm:t>
    </dgm:pt>
    <dgm:pt modelId="{C1B2B36B-56CD-48AD-B850-0C8246121983}" type="parTrans" cxnId="{6372552F-E6C2-4061-A02A-2AE7709A8FAC}">
      <dgm:prSet/>
      <dgm:spPr/>
      <dgm:t>
        <a:bodyPr/>
        <a:lstStyle/>
        <a:p>
          <a:endParaRPr lang="zh-CN" altLang="en-US"/>
        </a:p>
      </dgm:t>
    </dgm:pt>
    <dgm:pt modelId="{C40C2015-8C82-4D32-A01D-91DAB28EF0A9}">
      <dgm:prSet phldrT="[文本]"/>
      <dgm:spPr>
        <a:ln>
          <a:solidFill>
            <a:srgbClr val="FFEF03"/>
          </a:solidFill>
        </a:ln>
      </dgm:spPr>
      <dgm:t>
        <a:bodyPr/>
        <a:lstStyle/>
        <a:p>
          <a:r>
            <a:rPr lang="zh-CN" altLang="en-US" b="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讲解超级实用，涉及最实际的、课本学不到的英文，比如，感冒鼻涕多怎么说？</a:t>
          </a:r>
          <a:r>
            <a:rPr lang="en-US" altLang="zh-CN" b="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 have a runny nose.</a:t>
          </a:r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1F5AD33-7D6C-49DD-9259-37996AEBFFFF}">
      <dgm:prSet phldrT="[文本]" custT="1"/>
      <dgm:spPr>
        <a:solidFill>
          <a:srgbClr val="FFEF03"/>
        </a:solidFill>
        <a:ln>
          <a:noFill/>
        </a:ln>
      </dgm:spPr>
      <dgm:t>
        <a:bodyPr/>
        <a:lstStyle/>
        <a:p>
          <a:r>
            <a:rPr lang="zh-CN" altLang="en-US" sz="24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实用</a:t>
          </a:r>
          <a:endParaRPr lang="zh-CN" altLang="en-US" sz="24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348DB52-6D05-4020-959B-0CF6313A622F}" type="sibTrans" cxnId="{218E85CD-FC9C-477F-A880-4172F9D60370}">
      <dgm:prSet/>
      <dgm:spPr/>
      <dgm:t>
        <a:bodyPr/>
        <a:lstStyle/>
        <a:p>
          <a:endParaRPr lang="zh-CN" altLang="en-US"/>
        </a:p>
      </dgm:t>
    </dgm:pt>
    <dgm:pt modelId="{18DC56C1-61D3-4749-A1A1-65A6DF0642AC}" type="parTrans" cxnId="{218E85CD-FC9C-477F-A880-4172F9D60370}">
      <dgm:prSet/>
      <dgm:spPr/>
      <dgm:t>
        <a:bodyPr/>
        <a:lstStyle/>
        <a:p>
          <a:endParaRPr lang="zh-CN" altLang="en-US"/>
        </a:p>
      </dgm:t>
    </dgm:pt>
    <dgm:pt modelId="{49CFEC37-5B36-4F76-8135-EE67E620652B}" type="sibTrans" cxnId="{3D17B0C9-DBFE-400E-B000-E4857F334A63}">
      <dgm:prSet/>
      <dgm:spPr/>
      <dgm:t>
        <a:bodyPr/>
        <a:lstStyle/>
        <a:p>
          <a:endParaRPr lang="zh-CN" altLang="en-US"/>
        </a:p>
      </dgm:t>
    </dgm:pt>
    <dgm:pt modelId="{BD0E2E61-1E27-4730-8BCB-EF7CE8797643}" type="parTrans" cxnId="{3D17B0C9-DBFE-400E-B000-E4857F334A63}">
      <dgm:prSet/>
      <dgm:spPr/>
      <dgm:t>
        <a:bodyPr/>
        <a:lstStyle/>
        <a:p>
          <a:endParaRPr lang="zh-CN" altLang="en-US"/>
        </a:p>
      </dgm:t>
    </dgm:pt>
    <dgm:pt modelId="{2EBCE3A1-3FA6-4E09-9B3C-E83FBCDA4FAC}">
      <dgm:prSet phldrT="[文本]"/>
      <dgm:spPr>
        <a:ln>
          <a:solidFill>
            <a:srgbClr val="FFEF03"/>
          </a:solidFill>
        </a:ln>
      </dgm:spPr>
      <dgm:t>
        <a:bodyPr/>
        <a:lstStyle/>
        <a:p>
          <a:r>
            <a:rPr lang="zh-CN" altLang="en-US" b="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风趣幽默的小对话，能让你笑得捧腹，根本不会觉得学英文是件苦差事。</a:t>
          </a:r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B702B00-FD9D-41F8-BD7D-446475D57EC0}">
      <dgm:prSet phldrT="[文本]" custT="1"/>
      <dgm:spPr>
        <a:solidFill>
          <a:srgbClr val="FFEF03"/>
        </a:solidFill>
        <a:ln>
          <a:noFill/>
        </a:ln>
      </dgm:spPr>
      <dgm:t>
        <a:bodyPr/>
        <a:lstStyle/>
        <a:p>
          <a:r>
            <a:rPr lang="zh-CN" altLang="en-US" sz="24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有趣</a:t>
          </a:r>
          <a:endParaRPr lang="zh-CN" altLang="en-US" sz="24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BF712B-92EA-4C00-A3AA-C8F919FEE824}" type="sibTrans" cxnId="{1F823EEF-0503-4BD7-8BCE-A434BF4213BB}">
      <dgm:prSet/>
      <dgm:spPr/>
      <dgm:t>
        <a:bodyPr/>
        <a:lstStyle/>
        <a:p>
          <a:endParaRPr lang="zh-CN" altLang="en-US"/>
        </a:p>
      </dgm:t>
    </dgm:pt>
    <dgm:pt modelId="{D0D4D815-A785-4F9E-9730-5998A122B44E}" type="parTrans" cxnId="{1F823EEF-0503-4BD7-8BCE-A434BF4213BB}">
      <dgm:prSet/>
      <dgm:spPr/>
      <dgm:t>
        <a:bodyPr/>
        <a:lstStyle/>
        <a:p>
          <a:endParaRPr lang="zh-CN" altLang="en-US"/>
        </a:p>
      </dgm:t>
    </dgm:pt>
    <dgm:pt modelId="{146256CC-7FF8-4092-938B-631F697D54BA}" type="sibTrans" cxnId="{F6355708-D0F8-46DE-BAF8-2BB0E81997C3}">
      <dgm:prSet/>
      <dgm:spPr/>
      <dgm:t>
        <a:bodyPr/>
        <a:lstStyle/>
        <a:p>
          <a:endParaRPr lang="zh-CN" altLang="en-US"/>
        </a:p>
      </dgm:t>
    </dgm:pt>
    <dgm:pt modelId="{B6E73CCA-0A44-4517-909C-5F6C4E546205}" type="parTrans" cxnId="{F6355708-D0F8-46DE-BAF8-2BB0E81997C3}">
      <dgm:prSet/>
      <dgm:spPr/>
      <dgm:t>
        <a:bodyPr/>
        <a:lstStyle/>
        <a:p>
          <a:endParaRPr lang="zh-CN" altLang="en-US"/>
        </a:p>
      </dgm:t>
    </dgm:pt>
    <dgm:pt modelId="{1CA88078-BA0E-470C-BE2E-1CF5C9FF189B}" type="pres">
      <dgm:prSet presAssocID="{CB0CE6A8-7B6B-4869-9745-359443BC403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52FFCF9-7312-49FC-974B-11C39E5D6B8E}" type="pres">
      <dgm:prSet presAssocID="{FB702B00-FD9D-41F8-BD7D-446475D57EC0}" presName="composite" presStyleCnt="0"/>
      <dgm:spPr/>
    </dgm:pt>
    <dgm:pt modelId="{981D77FD-6F36-4030-9661-7E11F05064B2}" type="pres">
      <dgm:prSet presAssocID="{FB702B00-FD9D-41F8-BD7D-446475D57EC0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A81667-C736-48B5-9FF9-4C3027EEED76}" type="pres">
      <dgm:prSet presAssocID="{FB702B00-FD9D-41F8-BD7D-446475D57EC0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E3C632A-F729-4F82-B6F3-38C000376943}" type="pres">
      <dgm:prSet presAssocID="{C6BF712B-92EA-4C00-A3AA-C8F919FEE824}" presName="sp" presStyleCnt="0"/>
      <dgm:spPr/>
    </dgm:pt>
    <dgm:pt modelId="{1FF0A4ED-E49D-4AFF-9FAC-0B826040ED47}" type="pres">
      <dgm:prSet presAssocID="{91F5AD33-7D6C-49DD-9259-37996AEBFFFF}" presName="composite" presStyleCnt="0"/>
      <dgm:spPr/>
    </dgm:pt>
    <dgm:pt modelId="{36A9FC04-1DD9-45DA-A200-BFEA7CEC1632}" type="pres">
      <dgm:prSet presAssocID="{91F5AD33-7D6C-49DD-9259-37996AEBFFFF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4762B66-50EE-4D52-80D5-3C18ADC2B72C}" type="pres">
      <dgm:prSet presAssocID="{91F5AD33-7D6C-49DD-9259-37996AEBFFFF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02E7461-3542-453F-AFAC-D512ABF6E4AC}" type="pres">
      <dgm:prSet presAssocID="{3348DB52-6D05-4020-959B-0CF6313A622F}" presName="sp" presStyleCnt="0"/>
      <dgm:spPr/>
    </dgm:pt>
    <dgm:pt modelId="{A2ADF851-909F-4FB0-87EB-EA4925DD43F7}" type="pres">
      <dgm:prSet presAssocID="{50F19641-FB4E-42BC-B919-BA796F833A5B}" presName="composite" presStyleCnt="0"/>
      <dgm:spPr/>
    </dgm:pt>
    <dgm:pt modelId="{53FB3265-4303-4B10-8FEF-3E23E36FBA45}" type="pres">
      <dgm:prSet presAssocID="{50F19641-FB4E-42BC-B919-BA796F833A5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4C2C041-2B2D-4D29-BC9F-A17954D8A2FF}" type="pres">
      <dgm:prSet presAssocID="{50F19641-FB4E-42BC-B919-BA796F833A5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F823EEF-0503-4BD7-8BCE-A434BF4213BB}" srcId="{CB0CE6A8-7B6B-4869-9745-359443BC4039}" destId="{FB702B00-FD9D-41F8-BD7D-446475D57EC0}" srcOrd="0" destOrd="0" parTransId="{D0D4D815-A785-4F9E-9730-5998A122B44E}" sibTransId="{C6BF712B-92EA-4C00-A3AA-C8F919FEE824}"/>
    <dgm:cxn modelId="{4D56A8B4-B912-4EAD-BC5F-A84CFBE28E87}" type="presOf" srcId="{287F115A-FBD5-4919-A058-3B6993F8E93B}" destId="{B4C2C041-2B2D-4D29-BC9F-A17954D8A2FF}" srcOrd="0" destOrd="0" presId="urn:microsoft.com/office/officeart/2005/8/layout/chevron2"/>
    <dgm:cxn modelId="{0BABC796-DBCA-44B5-B4CA-39AF506C89F2}" srcId="{CB0CE6A8-7B6B-4869-9745-359443BC4039}" destId="{50F19641-FB4E-42BC-B919-BA796F833A5B}" srcOrd="2" destOrd="0" parTransId="{BEA2F952-39AC-4E12-B172-843B547F4EB3}" sibTransId="{E20B9930-F4BA-47BC-99BD-7A1D48CECCC1}"/>
    <dgm:cxn modelId="{A56E70CF-EAD3-44D8-A921-8DB951A4A5EC}" type="presOf" srcId="{2EBCE3A1-3FA6-4E09-9B3C-E83FBCDA4FAC}" destId="{B5A81667-C736-48B5-9FF9-4C3027EEED76}" srcOrd="0" destOrd="0" presId="urn:microsoft.com/office/officeart/2005/8/layout/chevron2"/>
    <dgm:cxn modelId="{3D17B0C9-DBFE-400E-B000-E4857F334A63}" srcId="{91F5AD33-7D6C-49DD-9259-37996AEBFFFF}" destId="{C40C2015-8C82-4D32-A01D-91DAB28EF0A9}" srcOrd="0" destOrd="0" parTransId="{BD0E2E61-1E27-4730-8BCB-EF7CE8797643}" sibTransId="{49CFEC37-5B36-4F76-8135-EE67E620652B}"/>
    <dgm:cxn modelId="{F6355708-D0F8-46DE-BAF8-2BB0E81997C3}" srcId="{FB702B00-FD9D-41F8-BD7D-446475D57EC0}" destId="{2EBCE3A1-3FA6-4E09-9B3C-E83FBCDA4FAC}" srcOrd="0" destOrd="0" parTransId="{B6E73CCA-0A44-4517-909C-5F6C4E546205}" sibTransId="{146256CC-7FF8-4092-938B-631F697D54BA}"/>
    <dgm:cxn modelId="{E017DEDE-28ED-485B-96A6-27DA26BFB5E4}" type="presOf" srcId="{50F19641-FB4E-42BC-B919-BA796F833A5B}" destId="{53FB3265-4303-4B10-8FEF-3E23E36FBA45}" srcOrd="0" destOrd="0" presId="urn:microsoft.com/office/officeart/2005/8/layout/chevron2"/>
    <dgm:cxn modelId="{6372552F-E6C2-4061-A02A-2AE7709A8FAC}" srcId="{50F19641-FB4E-42BC-B919-BA796F833A5B}" destId="{287F115A-FBD5-4919-A058-3B6993F8E93B}" srcOrd="0" destOrd="0" parTransId="{C1B2B36B-56CD-48AD-B850-0C8246121983}" sibTransId="{3D7F3D6B-73AD-451D-B87F-5B4AAB581567}"/>
    <dgm:cxn modelId="{A79D45AF-F4A0-43E2-8311-A025B1E82119}" type="presOf" srcId="{C40C2015-8C82-4D32-A01D-91DAB28EF0A9}" destId="{A4762B66-50EE-4D52-80D5-3C18ADC2B72C}" srcOrd="0" destOrd="0" presId="urn:microsoft.com/office/officeart/2005/8/layout/chevron2"/>
    <dgm:cxn modelId="{C2F2FB1E-57B1-4B66-BF15-51E23FDB003A}" type="presOf" srcId="{91F5AD33-7D6C-49DD-9259-37996AEBFFFF}" destId="{36A9FC04-1DD9-45DA-A200-BFEA7CEC1632}" srcOrd="0" destOrd="0" presId="urn:microsoft.com/office/officeart/2005/8/layout/chevron2"/>
    <dgm:cxn modelId="{218E85CD-FC9C-477F-A880-4172F9D60370}" srcId="{CB0CE6A8-7B6B-4869-9745-359443BC4039}" destId="{91F5AD33-7D6C-49DD-9259-37996AEBFFFF}" srcOrd="1" destOrd="0" parTransId="{18DC56C1-61D3-4749-A1A1-65A6DF0642AC}" sibTransId="{3348DB52-6D05-4020-959B-0CF6313A622F}"/>
    <dgm:cxn modelId="{87A4F758-1E38-4884-BE6C-BFBFBA8D2ECD}" type="presOf" srcId="{FB702B00-FD9D-41F8-BD7D-446475D57EC0}" destId="{981D77FD-6F36-4030-9661-7E11F05064B2}" srcOrd="0" destOrd="0" presId="urn:microsoft.com/office/officeart/2005/8/layout/chevron2"/>
    <dgm:cxn modelId="{D1A78D4D-0AD0-407A-825B-E49B2B47E95D}" type="presOf" srcId="{CB0CE6A8-7B6B-4869-9745-359443BC4039}" destId="{1CA88078-BA0E-470C-BE2E-1CF5C9FF189B}" srcOrd="0" destOrd="0" presId="urn:microsoft.com/office/officeart/2005/8/layout/chevron2"/>
    <dgm:cxn modelId="{0FDF9CF7-BFA1-4FEB-8ACA-44C8C8181120}" type="presParOf" srcId="{1CA88078-BA0E-470C-BE2E-1CF5C9FF189B}" destId="{252FFCF9-7312-49FC-974B-11C39E5D6B8E}" srcOrd="0" destOrd="0" presId="urn:microsoft.com/office/officeart/2005/8/layout/chevron2"/>
    <dgm:cxn modelId="{255D86DC-C866-48B5-AD9B-8F462BF8AFF8}" type="presParOf" srcId="{252FFCF9-7312-49FC-974B-11C39E5D6B8E}" destId="{981D77FD-6F36-4030-9661-7E11F05064B2}" srcOrd="0" destOrd="0" presId="urn:microsoft.com/office/officeart/2005/8/layout/chevron2"/>
    <dgm:cxn modelId="{1B3031A3-C1B7-4EB5-9644-CC440092382C}" type="presParOf" srcId="{252FFCF9-7312-49FC-974B-11C39E5D6B8E}" destId="{B5A81667-C736-48B5-9FF9-4C3027EEED76}" srcOrd="1" destOrd="0" presId="urn:microsoft.com/office/officeart/2005/8/layout/chevron2"/>
    <dgm:cxn modelId="{EAEE0DEF-8BAB-418B-9F34-A02AD4735AEF}" type="presParOf" srcId="{1CA88078-BA0E-470C-BE2E-1CF5C9FF189B}" destId="{3E3C632A-F729-4F82-B6F3-38C000376943}" srcOrd="1" destOrd="0" presId="urn:microsoft.com/office/officeart/2005/8/layout/chevron2"/>
    <dgm:cxn modelId="{2BF8E584-3542-4F7C-AA77-9C9F2AA9047D}" type="presParOf" srcId="{1CA88078-BA0E-470C-BE2E-1CF5C9FF189B}" destId="{1FF0A4ED-E49D-4AFF-9FAC-0B826040ED47}" srcOrd="2" destOrd="0" presId="urn:microsoft.com/office/officeart/2005/8/layout/chevron2"/>
    <dgm:cxn modelId="{B4F55F82-0136-4FFD-8075-B597DA55E722}" type="presParOf" srcId="{1FF0A4ED-E49D-4AFF-9FAC-0B826040ED47}" destId="{36A9FC04-1DD9-45DA-A200-BFEA7CEC1632}" srcOrd="0" destOrd="0" presId="urn:microsoft.com/office/officeart/2005/8/layout/chevron2"/>
    <dgm:cxn modelId="{89F13304-1DBF-47C2-B328-13710F9F92C2}" type="presParOf" srcId="{1FF0A4ED-E49D-4AFF-9FAC-0B826040ED47}" destId="{A4762B66-50EE-4D52-80D5-3C18ADC2B72C}" srcOrd="1" destOrd="0" presId="urn:microsoft.com/office/officeart/2005/8/layout/chevron2"/>
    <dgm:cxn modelId="{DD3FFF8C-EC08-491A-9626-4AE3F9631917}" type="presParOf" srcId="{1CA88078-BA0E-470C-BE2E-1CF5C9FF189B}" destId="{202E7461-3542-453F-AFAC-D512ABF6E4AC}" srcOrd="3" destOrd="0" presId="urn:microsoft.com/office/officeart/2005/8/layout/chevron2"/>
    <dgm:cxn modelId="{136EBCC9-C9A2-46DD-90C3-E2265B29A2F7}" type="presParOf" srcId="{1CA88078-BA0E-470C-BE2E-1CF5C9FF189B}" destId="{A2ADF851-909F-4FB0-87EB-EA4925DD43F7}" srcOrd="4" destOrd="0" presId="urn:microsoft.com/office/officeart/2005/8/layout/chevron2"/>
    <dgm:cxn modelId="{84D9F0D9-FD84-443F-87E7-AB69C25311F6}" type="presParOf" srcId="{A2ADF851-909F-4FB0-87EB-EA4925DD43F7}" destId="{53FB3265-4303-4B10-8FEF-3E23E36FBA45}" srcOrd="0" destOrd="0" presId="urn:microsoft.com/office/officeart/2005/8/layout/chevron2"/>
    <dgm:cxn modelId="{09CE900E-B165-47A1-95DC-25A88F4883AB}" type="presParOf" srcId="{A2ADF851-909F-4FB0-87EB-EA4925DD43F7}" destId="{B4C2C041-2B2D-4D29-BC9F-A17954D8A2F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E522E5-3247-46A3-9CBD-94560E7FDD2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7E7AA08-F382-4931-9318-07A103AEDD5C}">
      <dgm:prSet phldrT="[文本]" custT="1"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用尽全力</a:t>
          </a:r>
          <a:endParaRPr lang="en-US" altLang="zh-CN" sz="2000" b="1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坚持四页</a:t>
          </a:r>
          <a:endParaRPr lang="en-US" altLang="zh-CN" sz="2000" b="1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429FEE-176A-49AD-83D5-C2177566CE94}" type="sibTrans" cxnId="{1792E0E5-9377-44E9-B7AB-0DBE8CA405E1}">
      <dgm:prSet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endParaRPr lang="zh-CN" altLang="en-US"/>
        </a:p>
      </dgm:t>
    </dgm:pt>
    <dgm:pt modelId="{26B97D71-F339-486F-BE76-ACADC98D05A3}" type="parTrans" cxnId="{1792E0E5-9377-44E9-B7AB-0DBE8CA405E1}">
      <dgm:prSet/>
      <dgm:spPr/>
      <dgm:t>
        <a:bodyPr/>
        <a:lstStyle/>
        <a:p>
          <a:endParaRPr lang="zh-CN" altLang="en-US"/>
        </a:p>
      </dgm:t>
    </dgm:pt>
    <dgm:pt modelId="{A83EEAFF-DC27-4D86-BFB6-9BD0253CB194}">
      <dgm:prSet phldrT="[文本]" custT="1"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筋疲力尽</a:t>
          </a:r>
          <a:endParaRPr lang="en-US" altLang="zh-CN" sz="2000" b="1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次日再战</a:t>
          </a:r>
          <a:endParaRPr lang="zh-CN" altLang="en-US" sz="20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5BEBAA-F2B4-4129-8EED-297DD07077EC}" type="sibTrans" cxnId="{7A159A14-5A43-4E58-AFA7-0A2F496A914B}">
      <dgm:prSet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endParaRPr lang="zh-CN" altLang="en-US"/>
        </a:p>
      </dgm:t>
    </dgm:pt>
    <dgm:pt modelId="{28E5CF90-3F72-4821-9403-245CE1883BEB}" type="parTrans" cxnId="{7A159A14-5A43-4E58-AFA7-0A2F496A914B}">
      <dgm:prSet/>
      <dgm:spPr/>
      <dgm:t>
        <a:bodyPr/>
        <a:lstStyle/>
        <a:p>
          <a:endParaRPr lang="zh-CN" altLang="en-US"/>
        </a:p>
      </dgm:t>
    </dgm:pt>
    <dgm:pt modelId="{887A35F3-1593-4B2E-98D5-1CE3AFEDC376}">
      <dgm:prSet phldrT="[文本]" custT="1"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一个小时</a:t>
          </a:r>
          <a:endParaRPr lang="en-US" altLang="zh-CN" sz="2000" b="1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读了一页</a:t>
          </a:r>
          <a:endParaRPr lang="zh-CN" altLang="en-US" sz="20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238B21-4378-4F36-A680-BC98FC2A8F46}" type="sibTrans" cxnId="{A698EB49-ED95-4A4A-A294-2D23AF886812}">
      <dgm:prSet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endParaRPr lang="zh-CN" altLang="en-US"/>
        </a:p>
      </dgm:t>
    </dgm:pt>
    <dgm:pt modelId="{84C5B0BA-3371-40EC-893C-56A7EE2B033F}" type="parTrans" cxnId="{A698EB49-ED95-4A4A-A294-2D23AF886812}">
      <dgm:prSet/>
      <dgm:spPr/>
      <dgm:t>
        <a:bodyPr/>
        <a:lstStyle/>
        <a:p>
          <a:endParaRPr lang="zh-CN" altLang="en-US"/>
        </a:p>
      </dgm:t>
    </dgm:pt>
    <dgm:pt modelId="{BE042F5F-3254-4FE8-A939-4EBB1F54A6E3}">
      <dgm:prSet phldrT="[文本]" custT="1"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不放过每</a:t>
          </a:r>
          <a:endParaRPr lang="en-US" altLang="zh-CN" sz="2000" b="1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一个生词</a:t>
          </a:r>
          <a:endParaRPr lang="zh-CN" altLang="en-US" sz="20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CD309BD-AA36-4A70-A7FE-9A6A85301B11}" type="sibTrans" cxnId="{51B98B86-3DC5-4616-B41A-C1B1403CD75A}">
      <dgm:prSet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endParaRPr lang="zh-CN" altLang="en-US"/>
        </a:p>
      </dgm:t>
    </dgm:pt>
    <dgm:pt modelId="{526D41C4-4591-450C-987C-C3E5E5F020A3}" type="parTrans" cxnId="{51B98B86-3DC5-4616-B41A-C1B1403CD75A}">
      <dgm:prSet/>
      <dgm:spPr/>
      <dgm:t>
        <a:bodyPr/>
        <a:lstStyle/>
        <a:p>
          <a:endParaRPr lang="zh-CN" altLang="en-US"/>
        </a:p>
      </dgm:t>
    </dgm:pt>
    <dgm:pt modelId="{122673F5-C911-4729-B532-E0D199339488}">
      <dgm:prSet phldrT="[文本]" custT="1"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下定决心</a:t>
          </a:r>
          <a:endParaRPr lang="en-US" altLang="zh-CN" sz="2000" b="1" dirty="0" smtClean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60000"/>
            </a:lnSpc>
          </a:pPr>
          <a:r>
            <a:rPr lang="zh-CN" altLang="en-US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狂啃原著</a:t>
          </a:r>
          <a:endParaRPr lang="zh-CN" altLang="en-US" sz="2000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8A56D5-FC3D-4086-B245-CF5D3F36ED4A}" type="sibTrans" cxnId="{5DD5E782-EEB7-48C2-A4AC-8FBCD8D9E82B}">
      <dgm:prSet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endParaRPr lang="zh-CN" altLang="en-US"/>
        </a:p>
      </dgm:t>
    </dgm:pt>
    <dgm:pt modelId="{BCC6ED79-92E6-41E8-BA7D-5091B9A29216}" type="parTrans" cxnId="{5DD5E782-EEB7-48C2-A4AC-8FBCD8D9E82B}">
      <dgm:prSet/>
      <dgm:spPr/>
      <dgm:t>
        <a:bodyPr/>
        <a:lstStyle/>
        <a:p>
          <a:endParaRPr lang="zh-CN" altLang="en-US"/>
        </a:p>
      </dgm:t>
    </dgm:pt>
    <dgm:pt modelId="{16D6CEC1-9327-49EE-8BA6-CD63B161D580}">
      <dgm:prSet/>
      <dgm:spPr>
        <a:solidFill>
          <a:schemeClr val="bg1"/>
        </a:solidFill>
        <a:ln>
          <a:solidFill>
            <a:srgbClr val="E60084"/>
          </a:solidFill>
        </a:ln>
      </dgm:spPr>
      <dgm:t>
        <a:bodyPr/>
        <a:lstStyle/>
        <a:p>
          <a:r>
            <a:rPr lang="zh-CN" altLang="en-US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彻底放弃</a:t>
          </a:r>
          <a:endParaRPr lang="zh-CN" altLang="en-US" b="1" dirty="0">
            <a:solidFill>
              <a:srgbClr val="E60084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70C2B5A-8521-4D19-BF93-76B04D3F49B0}" type="parTrans" cxnId="{FE8EB3CF-E457-441A-877A-EB11F956D594}">
      <dgm:prSet/>
      <dgm:spPr/>
      <dgm:t>
        <a:bodyPr/>
        <a:lstStyle/>
        <a:p>
          <a:endParaRPr lang="zh-CN" altLang="en-US"/>
        </a:p>
      </dgm:t>
    </dgm:pt>
    <dgm:pt modelId="{F3B2CEA3-306B-4A6C-B868-B148643FE76E}" type="sibTrans" cxnId="{FE8EB3CF-E457-441A-877A-EB11F956D594}">
      <dgm:prSet/>
      <dgm:spPr/>
      <dgm:t>
        <a:bodyPr/>
        <a:lstStyle/>
        <a:p>
          <a:endParaRPr lang="zh-CN" altLang="en-US"/>
        </a:p>
      </dgm:t>
    </dgm:pt>
    <dgm:pt modelId="{6441265D-F9EB-4E68-B267-0FCB8C9DA2DD}" type="pres">
      <dgm:prSet presAssocID="{F6E522E5-3247-46A3-9CBD-94560E7FDD2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BE82DCB-FD71-4AB9-A3B3-8B25D87781C5}" type="pres">
      <dgm:prSet presAssocID="{122673F5-C911-4729-B532-E0D199339488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DE7789-E708-46CC-90F4-6C1C051A3108}" type="pres">
      <dgm:prSet presAssocID="{B98A56D5-FC3D-4086-B245-CF5D3F36ED4A}" presName="sibTrans" presStyleLbl="sibTrans2D1" presStyleIdx="0" presStyleCnt="5"/>
      <dgm:spPr/>
      <dgm:t>
        <a:bodyPr/>
        <a:lstStyle/>
        <a:p>
          <a:endParaRPr lang="zh-CN" altLang="en-US"/>
        </a:p>
      </dgm:t>
    </dgm:pt>
    <dgm:pt modelId="{BC09CD20-815C-42E2-9AB6-697EA58111C2}" type="pres">
      <dgm:prSet presAssocID="{B98A56D5-FC3D-4086-B245-CF5D3F36ED4A}" presName="connectorText" presStyleLbl="sibTrans2D1" presStyleIdx="0" presStyleCnt="5"/>
      <dgm:spPr/>
      <dgm:t>
        <a:bodyPr/>
        <a:lstStyle/>
        <a:p>
          <a:endParaRPr lang="zh-CN" altLang="en-US"/>
        </a:p>
      </dgm:t>
    </dgm:pt>
    <dgm:pt modelId="{FF7C8153-D054-4C6A-9954-F18B3C13FA29}" type="pres">
      <dgm:prSet presAssocID="{BE042F5F-3254-4FE8-A939-4EBB1F54A6E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0E82149-D999-45E8-BD7A-F9164CB198AC}" type="pres">
      <dgm:prSet presAssocID="{1CD309BD-AA36-4A70-A7FE-9A6A85301B11}" presName="sibTrans" presStyleLbl="sibTrans2D1" presStyleIdx="1" presStyleCnt="5"/>
      <dgm:spPr/>
      <dgm:t>
        <a:bodyPr/>
        <a:lstStyle/>
        <a:p>
          <a:endParaRPr lang="zh-CN" altLang="en-US"/>
        </a:p>
      </dgm:t>
    </dgm:pt>
    <dgm:pt modelId="{40F6B2EF-C295-4DA3-BB5B-3121C8B67DEC}" type="pres">
      <dgm:prSet presAssocID="{1CD309BD-AA36-4A70-A7FE-9A6A85301B11}" presName="connectorText" presStyleLbl="sibTrans2D1" presStyleIdx="1" presStyleCnt="5"/>
      <dgm:spPr/>
      <dgm:t>
        <a:bodyPr/>
        <a:lstStyle/>
        <a:p>
          <a:endParaRPr lang="zh-CN" altLang="en-US"/>
        </a:p>
      </dgm:t>
    </dgm:pt>
    <dgm:pt modelId="{633D763F-812B-444C-A47E-D887EA1F328A}" type="pres">
      <dgm:prSet presAssocID="{887A35F3-1593-4B2E-98D5-1CE3AFEDC376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DD037B7-BCA8-4ECC-9677-0BB093DB9C9F}" type="pres">
      <dgm:prSet presAssocID="{0B238B21-4378-4F36-A680-BC98FC2A8F46}" presName="sibTrans" presStyleLbl="sibTrans2D1" presStyleIdx="2" presStyleCnt="5"/>
      <dgm:spPr/>
      <dgm:t>
        <a:bodyPr/>
        <a:lstStyle/>
        <a:p>
          <a:endParaRPr lang="zh-CN" altLang="en-US"/>
        </a:p>
      </dgm:t>
    </dgm:pt>
    <dgm:pt modelId="{140C3CE3-C590-4954-8FF8-2C181F9854D0}" type="pres">
      <dgm:prSet presAssocID="{0B238B21-4378-4F36-A680-BC98FC2A8F46}" presName="connectorText" presStyleLbl="sibTrans2D1" presStyleIdx="2" presStyleCnt="5"/>
      <dgm:spPr/>
      <dgm:t>
        <a:bodyPr/>
        <a:lstStyle/>
        <a:p>
          <a:endParaRPr lang="zh-CN" altLang="en-US"/>
        </a:p>
      </dgm:t>
    </dgm:pt>
    <dgm:pt modelId="{EE3E46BE-E3E7-4760-AF43-FA0C10B8967C}" type="pres">
      <dgm:prSet presAssocID="{A83EEAFF-DC27-4D86-BFB6-9BD0253CB19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5DD8AF6-4CE4-4C04-BD26-7B2459F48B1A}" type="pres">
      <dgm:prSet presAssocID="{C85BEBAA-F2B4-4129-8EED-297DD07077EC}" presName="sibTrans" presStyleLbl="sibTrans2D1" presStyleIdx="3" presStyleCnt="5"/>
      <dgm:spPr/>
      <dgm:t>
        <a:bodyPr/>
        <a:lstStyle/>
        <a:p>
          <a:endParaRPr lang="zh-CN" altLang="en-US"/>
        </a:p>
      </dgm:t>
    </dgm:pt>
    <dgm:pt modelId="{DF09EFAA-274B-416E-B615-2EB5009DDEF4}" type="pres">
      <dgm:prSet presAssocID="{C85BEBAA-F2B4-4129-8EED-297DD07077EC}" presName="connectorText" presStyleLbl="sibTrans2D1" presStyleIdx="3" presStyleCnt="5"/>
      <dgm:spPr/>
      <dgm:t>
        <a:bodyPr/>
        <a:lstStyle/>
        <a:p>
          <a:endParaRPr lang="zh-CN" altLang="en-US"/>
        </a:p>
      </dgm:t>
    </dgm:pt>
    <dgm:pt modelId="{3D8E367B-F0EC-48C9-A136-727C41D09922}" type="pres">
      <dgm:prSet presAssocID="{F7E7AA08-F382-4931-9318-07A103AEDD5C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8477BBC-9FD3-4DFA-88DA-02DD0F1DD78C}" type="pres">
      <dgm:prSet presAssocID="{86429FEE-176A-49AD-83D5-C2177566CE94}" presName="sibTrans" presStyleLbl="sibTrans2D1" presStyleIdx="4" presStyleCnt="5"/>
      <dgm:spPr/>
      <dgm:t>
        <a:bodyPr/>
        <a:lstStyle/>
        <a:p>
          <a:endParaRPr lang="zh-CN" altLang="en-US"/>
        </a:p>
      </dgm:t>
    </dgm:pt>
    <dgm:pt modelId="{F51B79C7-DB1B-4587-BCE8-EAF88F391954}" type="pres">
      <dgm:prSet presAssocID="{86429FEE-176A-49AD-83D5-C2177566CE94}" presName="connectorText" presStyleLbl="sibTrans2D1" presStyleIdx="4" presStyleCnt="5"/>
      <dgm:spPr/>
      <dgm:t>
        <a:bodyPr/>
        <a:lstStyle/>
        <a:p>
          <a:endParaRPr lang="zh-CN" altLang="en-US"/>
        </a:p>
      </dgm:t>
    </dgm:pt>
    <dgm:pt modelId="{47F0E9BC-B60B-4981-9CFD-B7FF8DD29FF0}" type="pres">
      <dgm:prSet presAssocID="{16D6CEC1-9327-49EE-8BA6-CD63B161D580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D879CC6-9176-4A9D-A33C-4EC515FBC251}" type="presOf" srcId="{16D6CEC1-9327-49EE-8BA6-CD63B161D580}" destId="{47F0E9BC-B60B-4981-9CFD-B7FF8DD29FF0}" srcOrd="0" destOrd="0" presId="urn:microsoft.com/office/officeart/2005/8/layout/process5"/>
    <dgm:cxn modelId="{51B98B86-3DC5-4616-B41A-C1B1403CD75A}" srcId="{F6E522E5-3247-46A3-9CBD-94560E7FDD2A}" destId="{BE042F5F-3254-4FE8-A939-4EBB1F54A6E3}" srcOrd="1" destOrd="0" parTransId="{526D41C4-4591-450C-987C-C3E5E5F020A3}" sibTransId="{1CD309BD-AA36-4A70-A7FE-9A6A85301B11}"/>
    <dgm:cxn modelId="{BE0B6AE4-1BCA-44DE-A5E3-4AE96EF4D0B0}" type="presOf" srcId="{122673F5-C911-4729-B532-E0D199339488}" destId="{1BE82DCB-FD71-4AB9-A3B3-8B25D87781C5}" srcOrd="0" destOrd="0" presId="urn:microsoft.com/office/officeart/2005/8/layout/process5"/>
    <dgm:cxn modelId="{7A159A14-5A43-4E58-AFA7-0A2F496A914B}" srcId="{F6E522E5-3247-46A3-9CBD-94560E7FDD2A}" destId="{A83EEAFF-DC27-4D86-BFB6-9BD0253CB194}" srcOrd="3" destOrd="0" parTransId="{28E5CF90-3F72-4821-9403-245CE1883BEB}" sibTransId="{C85BEBAA-F2B4-4129-8EED-297DD07077EC}"/>
    <dgm:cxn modelId="{A6D981A6-53A8-45C2-B9FB-6D5B3717B68E}" type="presOf" srcId="{0B238B21-4378-4F36-A680-BC98FC2A8F46}" destId="{0DD037B7-BCA8-4ECC-9677-0BB093DB9C9F}" srcOrd="0" destOrd="0" presId="urn:microsoft.com/office/officeart/2005/8/layout/process5"/>
    <dgm:cxn modelId="{19346FAD-BDF3-49AF-913B-0F32256DF236}" type="presOf" srcId="{1CD309BD-AA36-4A70-A7FE-9A6A85301B11}" destId="{40E82149-D999-45E8-BD7A-F9164CB198AC}" srcOrd="0" destOrd="0" presId="urn:microsoft.com/office/officeart/2005/8/layout/process5"/>
    <dgm:cxn modelId="{4291140A-4313-41B7-BBEC-234AAC37FEB3}" type="presOf" srcId="{86429FEE-176A-49AD-83D5-C2177566CE94}" destId="{F51B79C7-DB1B-4587-BCE8-EAF88F391954}" srcOrd="1" destOrd="0" presId="urn:microsoft.com/office/officeart/2005/8/layout/process5"/>
    <dgm:cxn modelId="{A4658F20-6472-44DC-96E4-FA3FAC0B4CF2}" type="presOf" srcId="{86429FEE-176A-49AD-83D5-C2177566CE94}" destId="{58477BBC-9FD3-4DFA-88DA-02DD0F1DD78C}" srcOrd="0" destOrd="0" presId="urn:microsoft.com/office/officeart/2005/8/layout/process5"/>
    <dgm:cxn modelId="{4F47B129-38E4-417E-AB6A-55615B3ACFDD}" type="presOf" srcId="{F6E522E5-3247-46A3-9CBD-94560E7FDD2A}" destId="{6441265D-F9EB-4E68-B267-0FCB8C9DA2DD}" srcOrd="0" destOrd="0" presId="urn:microsoft.com/office/officeart/2005/8/layout/process5"/>
    <dgm:cxn modelId="{032F7784-25C5-4888-AC6F-75BC5A92C038}" type="presOf" srcId="{C85BEBAA-F2B4-4129-8EED-297DD07077EC}" destId="{05DD8AF6-4CE4-4C04-BD26-7B2459F48B1A}" srcOrd="0" destOrd="0" presId="urn:microsoft.com/office/officeart/2005/8/layout/process5"/>
    <dgm:cxn modelId="{A698EB49-ED95-4A4A-A294-2D23AF886812}" srcId="{F6E522E5-3247-46A3-9CBD-94560E7FDD2A}" destId="{887A35F3-1593-4B2E-98D5-1CE3AFEDC376}" srcOrd="2" destOrd="0" parTransId="{84C5B0BA-3371-40EC-893C-56A7EE2B033F}" sibTransId="{0B238B21-4378-4F36-A680-BC98FC2A8F46}"/>
    <dgm:cxn modelId="{A4DAB532-0A15-44CC-BBE1-52D7B3374CFF}" type="presOf" srcId="{887A35F3-1593-4B2E-98D5-1CE3AFEDC376}" destId="{633D763F-812B-444C-A47E-D887EA1F328A}" srcOrd="0" destOrd="0" presId="urn:microsoft.com/office/officeart/2005/8/layout/process5"/>
    <dgm:cxn modelId="{7CEB171A-8337-469C-A25C-647BD2B9884B}" type="presOf" srcId="{1CD309BD-AA36-4A70-A7FE-9A6A85301B11}" destId="{40F6B2EF-C295-4DA3-BB5B-3121C8B67DEC}" srcOrd="1" destOrd="0" presId="urn:microsoft.com/office/officeart/2005/8/layout/process5"/>
    <dgm:cxn modelId="{ED0B8ACC-9A06-4319-B5BF-71180407DEAF}" type="presOf" srcId="{A83EEAFF-DC27-4D86-BFB6-9BD0253CB194}" destId="{EE3E46BE-E3E7-4760-AF43-FA0C10B8967C}" srcOrd="0" destOrd="0" presId="urn:microsoft.com/office/officeart/2005/8/layout/process5"/>
    <dgm:cxn modelId="{9970D27B-161B-427F-8C25-1EBBA100FA30}" type="presOf" srcId="{B98A56D5-FC3D-4086-B245-CF5D3F36ED4A}" destId="{BC09CD20-815C-42E2-9AB6-697EA58111C2}" srcOrd="1" destOrd="0" presId="urn:microsoft.com/office/officeart/2005/8/layout/process5"/>
    <dgm:cxn modelId="{D1EE4623-342E-44FF-BABD-C6634B09CB0E}" type="presOf" srcId="{0B238B21-4378-4F36-A680-BC98FC2A8F46}" destId="{140C3CE3-C590-4954-8FF8-2C181F9854D0}" srcOrd="1" destOrd="0" presId="urn:microsoft.com/office/officeart/2005/8/layout/process5"/>
    <dgm:cxn modelId="{5DD5E782-EEB7-48C2-A4AC-8FBCD8D9E82B}" srcId="{F6E522E5-3247-46A3-9CBD-94560E7FDD2A}" destId="{122673F5-C911-4729-B532-E0D199339488}" srcOrd="0" destOrd="0" parTransId="{BCC6ED79-92E6-41E8-BA7D-5091B9A29216}" sibTransId="{B98A56D5-FC3D-4086-B245-CF5D3F36ED4A}"/>
    <dgm:cxn modelId="{8FAD6ED4-D31F-4E87-8753-36A7E4D635CA}" type="presOf" srcId="{F7E7AA08-F382-4931-9318-07A103AEDD5C}" destId="{3D8E367B-F0EC-48C9-A136-727C41D09922}" srcOrd="0" destOrd="0" presId="urn:microsoft.com/office/officeart/2005/8/layout/process5"/>
    <dgm:cxn modelId="{6A788F21-204F-4D95-9108-252C030D4C84}" type="presOf" srcId="{C85BEBAA-F2B4-4129-8EED-297DD07077EC}" destId="{DF09EFAA-274B-416E-B615-2EB5009DDEF4}" srcOrd="1" destOrd="0" presId="urn:microsoft.com/office/officeart/2005/8/layout/process5"/>
    <dgm:cxn modelId="{495D1F1E-0520-4984-9FF5-7B5DDECC9BC2}" type="presOf" srcId="{B98A56D5-FC3D-4086-B245-CF5D3F36ED4A}" destId="{C8DE7789-E708-46CC-90F4-6C1C051A3108}" srcOrd="0" destOrd="0" presId="urn:microsoft.com/office/officeart/2005/8/layout/process5"/>
    <dgm:cxn modelId="{FE8EB3CF-E457-441A-877A-EB11F956D594}" srcId="{F6E522E5-3247-46A3-9CBD-94560E7FDD2A}" destId="{16D6CEC1-9327-49EE-8BA6-CD63B161D580}" srcOrd="5" destOrd="0" parTransId="{070C2B5A-8521-4D19-BF93-76B04D3F49B0}" sibTransId="{F3B2CEA3-306B-4A6C-B868-B148643FE76E}"/>
    <dgm:cxn modelId="{1792E0E5-9377-44E9-B7AB-0DBE8CA405E1}" srcId="{F6E522E5-3247-46A3-9CBD-94560E7FDD2A}" destId="{F7E7AA08-F382-4931-9318-07A103AEDD5C}" srcOrd="4" destOrd="0" parTransId="{26B97D71-F339-486F-BE76-ACADC98D05A3}" sibTransId="{86429FEE-176A-49AD-83D5-C2177566CE94}"/>
    <dgm:cxn modelId="{0103E4D2-EB67-4623-A139-8521ACA741D0}" type="presOf" srcId="{BE042F5F-3254-4FE8-A939-4EBB1F54A6E3}" destId="{FF7C8153-D054-4C6A-9954-F18B3C13FA29}" srcOrd="0" destOrd="0" presId="urn:microsoft.com/office/officeart/2005/8/layout/process5"/>
    <dgm:cxn modelId="{7F3A3025-0FDC-4930-8C3F-F580FCC6AEEF}" type="presParOf" srcId="{6441265D-F9EB-4E68-B267-0FCB8C9DA2DD}" destId="{1BE82DCB-FD71-4AB9-A3B3-8B25D87781C5}" srcOrd="0" destOrd="0" presId="urn:microsoft.com/office/officeart/2005/8/layout/process5"/>
    <dgm:cxn modelId="{723F4ACF-00AF-40A9-8A65-35AFAE34D4E8}" type="presParOf" srcId="{6441265D-F9EB-4E68-B267-0FCB8C9DA2DD}" destId="{C8DE7789-E708-46CC-90F4-6C1C051A3108}" srcOrd="1" destOrd="0" presId="urn:microsoft.com/office/officeart/2005/8/layout/process5"/>
    <dgm:cxn modelId="{5596AC68-2C0D-4B0C-88C7-5982081329D9}" type="presParOf" srcId="{C8DE7789-E708-46CC-90F4-6C1C051A3108}" destId="{BC09CD20-815C-42E2-9AB6-697EA58111C2}" srcOrd="0" destOrd="0" presId="urn:microsoft.com/office/officeart/2005/8/layout/process5"/>
    <dgm:cxn modelId="{D9A6F194-3BE9-4DAA-971D-7EC467582485}" type="presParOf" srcId="{6441265D-F9EB-4E68-B267-0FCB8C9DA2DD}" destId="{FF7C8153-D054-4C6A-9954-F18B3C13FA29}" srcOrd="2" destOrd="0" presId="urn:microsoft.com/office/officeart/2005/8/layout/process5"/>
    <dgm:cxn modelId="{B273D65B-693F-47A7-BEB9-32468323B61F}" type="presParOf" srcId="{6441265D-F9EB-4E68-B267-0FCB8C9DA2DD}" destId="{40E82149-D999-45E8-BD7A-F9164CB198AC}" srcOrd="3" destOrd="0" presId="urn:microsoft.com/office/officeart/2005/8/layout/process5"/>
    <dgm:cxn modelId="{5B958A53-3E5F-4FE6-A8BB-F6CAD9270A86}" type="presParOf" srcId="{40E82149-D999-45E8-BD7A-F9164CB198AC}" destId="{40F6B2EF-C295-4DA3-BB5B-3121C8B67DEC}" srcOrd="0" destOrd="0" presId="urn:microsoft.com/office/officeart/2005/8/layout/process5"/>
    <dgm:cxn modelId="{2773C49F-E871-45B9-8D01-17335D15D156}" type="presParOf" srcId="{6441265D-F9EB-4E68-B267-0FCB8C9DA2DD}" destId="{633D763F-812B-444C-A47E-D887EA1F328A}" srcOrd="4" destOrd="0" presId="urn:microsoft.com/office/officeart/2005/8/layout/process5"/>
    <dgm:cxn modelId="{5AD8CDE9-B2E6-4FD4-9719-A47128300D0F}" type="presParOf" srcId="{6441265D-F9EB-4E68-B267-0FCB8C9DA2DD}" destId="{0DD037B7-BCA8-4ECC-9677-0BB093DB9C9F}" srcOrd="5" destOrd="0" presId="urn:microsoft.com/office/officeart/2005/8/layout/process5"/>
    <dgm:cxn modelId="{DEDDE6EC-1049-42BA-880C-9804A38B504D}" type="presParOf" srcId="{0DD037B7-BCA8-4ECC-9677-0BB093DB9C9F}" destId="{140C3CE3-C590-4954-8FF8-2C181F9854D0}" srcOrd="0" destOrd="0" presId="urn:microsoft.com/office/officeart/2005/8/layout/process5"/>
    <dgm:cxn modelId="{A29F6C08-9D69-4FE7-9EC6-00EB46D53F89}" type="presParOf" srcId="{6441265D-F9EB-4E68-B267-0FCB8C9DA2DD}" destId="{EE3E46BE-E3E7-4760-AF43-FA0C10B8967C}" srcOrd="6" destOrd="0" presId="urn:microsoft.com/office/officeart/2005/8/layout/process5"/>
    <dgm:cxn modelId="{2AFB9CAA-E929-48FF-AF4A-194B52CC2578}" type="presParOf" srcId="{6441265D-F9EB-4E68-B267-0FCB8C9DA2DD}" destId="{05DD8AF6-4CE4-4C04-BD26-7B2459F48B1A}" srcOrd="7" destOrd="0" presId="urn:microsoft.com/office/officeart/2005/8/layout/process5"/>
    <dgm:cxn modelId="{4B7FE263-B8D9-41C1-8E2E-6CBA40D1CD2E}" type="presParOf" srcId="{05DD8AF6-4CE4-4C04-BD26-7B2459F48B1A}" destId="{DF09EFAA-274B-416E-B615-2EB5009DDEF4}" srcOrd="0" destOrd="0" presId="urn:microsoft.com/office/officeart/2005/8/layout/process5"/>
    <dgm:cxn modelId="{2DACCFC4-BFCE-4514-A3BE-0A17663482E0}" type="presParOf" srcId="{6441265D-F9EB-4E68-B267-0FCB8C9DA2DD}" destId="{3D8E367B-F0EC-48C9-A136-727C41D09922}" srcOrd="8" destOrd="0" presId="urn:microsoft.com/office/officeart/2005/8/layout/process5"/>
    <dgm:cxn modelId="{DEEFD282-14DA-44A6-B7CF-10E8F85885F4}" type="presParOf" srcId="{6441265D-F9EB-4E68-B267-0FCB8C9DA2DD}" destId="{58477BBC-9FD3-4DFA-88DA-02DD0F1DD78C}" srcOrd="9" destOrd="0" presId="urn:microsoft.com/office/officeart/2005/8/layout/process5"/>
    <dgm:cxn modelId="{3015F454-906F-4776-B043-5AC1A11C1907}" type="presParOf" srcId="{58477BBC-9FD3-4DFA-88DA-02DD0F1DD78C}" destId="{F51B79C7-DB1B-4587-BCE8-EAF88F391954}" srcOrd="0" destOrd="0" presId="urn:microsoft.com/office/officeart/2005/8/layout/process5"/>
    <dgm:cxn modelId="{3EFCBF20-91D1-47E9-AA1A-A697FB928579}" type="presParOf" srcId="{6441265D-F9EB-4E68-B267-0FCB8C9DA2DD}" destId="{47F0E9BC-B60B-4981-9CFD-B7FF8DD29FF0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DDAEF-9DEF-4CB7-B6BF-3CF32C921301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285D9-CC1B-40F3-BFD8-745047CCC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35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285D9-CC1B-40F3-BFD8-745047CCC24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35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77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64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07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23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48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5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81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34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11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2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52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717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888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389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514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495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831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143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14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291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4167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6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0640A-2DB9-41F0-AC38-93BDCFBACF46}" type="datetimeFigureOut">
              <a:rPr lang="zh-CN" altLang="en-US" smtClean="0"/>
              <a:t>2014/6/20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1ABAA-F3CE-4BE1-B165-BE8FEF140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4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42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4513943"/>
            <a:ext cx="12192000" cy="2344057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l="15627" t="1" r="15244" b="413"/>
          <a:stretch/>
        </p:blipFill>
        <p:spPr>
          <a:xfrm>
            <a:off x="1142584" y="1065460"/>
            <a:ext cx="3390182" cy="4897818"/>
          </a:xfrm>
          <a:custGeom>
            <a:avLst/>
            <a:gdLst>
              <a:gd name="connsiteX0" fmla="*/ 271289 w 3402418"/>
              <a:gd name="connsiteY0" fmla="*/ 18003 h 4897818"/>
              <a:gd name="connsiteX1" fmla="*/ 3402418 w 3402418"/>
              <a:gd name="connsiteY1" fmla="*/ 303462 h 4897818"/>
              <a:gd name="connsiteX2" fmla="*/ 3402418 w 3402418"/>
              <a:gd name="connsiteY2" fmla="*/ 4600106 h 4897818"/>
              <a:gd name="connsiteX3" fmla="*/ 273878 w 3402418"/>
              <a:gd name="connsiteY3" fmla="*/ 4897818 h 4897818"/>
              <a:gd name="connsiteX4" fmla="*/ 0 w 3402418"/>
              <a:gd name="connsiteY4" fmla="*/ 4717064 h 4897818"/>
              <a:gd name="connsiteX5" fmla="*/ 10533 w 3402418"/>
              <a:gd name="connsiteY5" fmla="*/ 145065 h 4897818"/>
              <a:gd name="connsiteX6" fmla="*/ 308234 w 3402418"/>
              <a:gd name="connsiteY6" fmla="*/ 0 h 4897818"/>
              <a:gd name="connsiteX7" fmla="*/ 356772 w 3402418"/>
              <a:gd name="connsiteY7" fmla="*/ 0 h 4897818"/>
              <a:gd name="connsiteX8" fmla="*/ 571521 w 3402418"/>
              <a:gd name="connsiteY8" fmla="*/ 19975 h 4897818"/>
              <a:gd name="connsiteX9" fmla="*/ 285483 w 3402418"/>
              <a:gd name="connsiteY9" fmla="*/ 11087 h 489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2418" h="4897818">
                <a:moveTo>
                  <a:pt x="271289" y="18003"/>
                </a:moveTo>
                <a:lnTo>
                  <a:pt x="3402418" y="303462"/>
                </a:lnTo>
                <a:lnTo>
                  <a:pt x="3402418" y="4600106"/>
                </a:lnTo>
                <a:lnTo>
                  <a:pt x="273878" y="4897818"/>
                </a:lnTo>
                <a:lnTo>
                  <a:pt x="0" y="4717064"/>
                </a:lnTo>
                <a:cubicBezTo>
                  <a:pt x="3511" y="3193064"/>
                  <a:pt x="7022" y="2243223"/>
                  <a:pt x="10533" y="145065"/>
                </a:cubicBezTo>
                <a:close/>
                <a:moveTo>
                  <a:pt x="308234" y="0"/>
                </a:moveTo>
                <a:lnTo>
                  <a:pt x="356772" y="0"/>
                </a:lnTo>
                <a:lnTo>
                  <a:pt x="571521" y="19975"/>
                </a:lnTo>
                <a:lnTo>
                  <a:pt x="285483" y="11087"/>
                </a:lnTo>
                <a:close/>
              </a:path>
            </a:pathLst>
          </a:custGeom>
          <a:solidFill>
            <a:srgbClr val="FFC000"/>
          </a:solidFill>
        </p:spPr>
      </p:pic>
      <p:sp>
        <p:nvSpPr>
          <p:cNvPr id="7" name="文本框 6"/>
          <p:cNvSpPr txBox="1"/>
          <p:nvPr/>
        </p:nvSpPr>
        <p:spPr>
          <a:xfrm>
            <a:off x="5088938" y="1344883"/>
            <a:ext cx="6088577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zh-CN" altLang="en-US" sz="72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把你的</a:t>
            </a:r>
            <a:r>
              <a:rPr lang="zh-CN" altLang="en-US" sz="115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英语</a:t>
            </a:r>
            <a:endParaRPr lang="en-US" altLang="zh-CN" sz="115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dist">
              <a:lnSpc>
                <a:spcPct val="90000"/>
              </a:lnSpc>
            </a:pPr>
            <a:r>
              <a:rPr lang="zh-CN" altLang="en-US" sz="115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用起来！</a:t>
            </a:r>
            <a:endParaRPr lang="en-US" altLang="zh-CN" sz="115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dist">
              <a:lnSpc>
                <a:spcPct val="130000"/>
              </a:lnSpc>
            </a:pPr>
            <a:r>
              <a:rPr lang="zh-CN" altLang="en-US" sz="36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原地复活你放下多年的英语</a:t>
            </a:r>
            <a:endParaRPr lang="en-US" altLang="zh-CN" sz="36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r>
              <a:rPr lang="en-US" altLang="zh-CN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@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廖石古</a:t>
            </a:r>
            <a:endParaRPr lang="en-US" altLang="zh-CN" sz="20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02586" y="1199420"/>
            <a:ext cx="3154308" cy="769441"/>
            <a:chOff x="5184474" y="1199420"/>
            <a:chExt cx="3154308" cy="769441"/>
          </a:xfrm>
        </p:grpSpPr>
        <p:sp>
          <p:nvSpPr>
            <p:cNvPr id="2" name="矩形 1"/>
            <p:cNvSpPr/>
            <p:nvPr/>
          </p:nvSpPr>
          <p:spPr>
            <a:xfrm>
              <a:off x="5184474" y="1385827"/>
              <a:ext cx="31543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伍君仪 刘晓光     著  </a:t>
              </a:r>
              <a:r>
                <a:rPr lang="en-US" altLang="zh-CN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&gt;&gt;&gt;&gt;</a:t>
              </a:r>
              <a:r>
                <a:rPr lang="zh-CN" altLang="en-US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dirty="0">
                <a:solidFill>
                  <a:srgbClr val="E60084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6630773" y="1199420"/>
              <a:ext cx="52290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◎</a:t>
              </a:r>
              <a:endParaRPr lang="zh-CN" altLang="en-US" sz="4400" dirty="0">
                <a:solidFill>
                  <a:srgbClr val="E6008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594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540615240"/>
              </p:ext>
            </p:extLst>
          </p:nvPr>
        </p:nvGraphicFramePr>
        <p:xfrm>
          <a:off x="4559067" y="1621688"/>
          <a:ext cx="6733159" cy="4488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直角三角形 1"/>
          <p:cNvSpPr/>
          <p:nvPr/>
        </p:nvSpPr>
        <p:spPr>
          <a:xfrm>
            <a:off x="0" y="0"/>
            <a:ext cx="4068000" cy="6858000"/>
          </a:xfrm>
          <a:prstGeom prst="rtTriangle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139484" y="1195754"/>
            <a:ext cx="3066757" cy="3066757"/>
          </a:xfrm>
          <a:prstGeom prst="ellipse">
            <a:avLst/>
          </a:prstGeom>
          <a:solidFill>
            <a:srgbClr val="E60084"/>
          </a:solidFill>
          <a:ln w="38100">
            <a:solidFill>
              <a:srgbClr val="FFEF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zh-CN" sz="54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95534" y="2267467"/>
            <a:ext cx="29546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5400" dirty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作者简介</a:t>
            </a:r>
            <a:endParaRPr lang="en-US" altLang="zh-CN" sz="5400" dirty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443003" y="2430881"/>
            <a:ext cx="1584000" cy="1584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02424" y="4278553"/>
            <a:ext cx="1584000" cy="1584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143962" y="3429000"/>
            <a:ext cx="23796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lnSpc>
                <a:spcPct val="100000"/>
              </a:lnSpc>
            </a:pPr>
            <a:r>
              <a:rPr lang="zh-CN" altLang="en-US" sz="24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奶爸的恶魔教室</a:t>
            </a:r>
            <a:endParaRPr lang="en-US" altLang="zh-CN" sz="24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dist">
              <a:lnSpc>
                <a:spcPct val="100000"/>
              </a:lnSpc>
            </a:pPr>
            <a:r>
              <a:rPr lang="zh-CN" altLang="en-US" sz="2000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创始人</a:t>
            </a:r>
            <a:r>
              <a:rPr lang="zh-CN" altLang="en-US" sz="20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恶魔的奶爸</a:t>
            </a:r>
          </a:p>
        </p:txBody>
      </p:sp>
      <p:sp>
        <p:nvSpPr>
          <p:cNvPr id="14" name="矩形 13"/>
          <p:cNvSpPr/>
          <p:nvPr/>
        </p:nvSpPr>
        <p:spPr>
          <a:xfrm>
            <a:off x="6794970" y="5199928"/>
            <a:ext cx="218860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lnSpc>
                <a:spcPct val="100000"/>
              </a:lnSpc>
            </a:pPr>
            <a:r>
              <a:rPr lang="zh-CN" altLang="en-US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透析英语</a:t>
            </a:r>
            <a:endParaRPr lang="en-US" altLang="zh-CN" sz="28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dist">
              <a:lnSpc>
                <a:spcPct val="100000"/>
              </a:lnSpc>
            </a:pPr>
            <a:r>
              <a:rPr lang="zh-CN" altLang="en-US" sz="240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创始人</a:t>
            </a:r>
            <a:r>
              <a:rPr lang="zh-CN" altLang="en-US" sz="24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伍君仪</a:t>
            </a:r>
            <a:endParaRPr lang="zh-CN" altLang="en-US" sz="24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315227" y="336884"/>
            <a:ext cx="0" cy="828000"/>
          </a:xfrm>
          <a:prstGeom prst="line">
            <a:avLst/>
          </a:prstGeom>
          <a:ln w="44450">
            <a:solidFill>
              <a:srgbClr val="FFEF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877395" y="243052"/>
            <a:ext cx="33736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en-US" sz="6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书适合</a:t>
            </a:r>
            <a:endParaRPr lang="zh-CN" altLang="en-US" sz="60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43550" y="336884"/>
            <a:ext cx="4748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特别想学英语，</a:t>
            </a:r>
            <a:endParaRPr lang="en-US" altLang="zh-CN" sz="24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但从来没有坚持下来的人！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63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4068000" cy="685800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8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目</a:t>
            </a:r>
            <a:endParaRPr lang="en-US" altLang="zh-CN" sz="138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138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录</a:t>
            </a:r>
            <a:endParaRPr lang="zh-CN" altLang="en-US" sz="13800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960648532"/>
              </p:ext>
            </p:extLst>
          </p:nvPr>
        </p:nvGraphicFramePr>
        <p:xfrm>
          <a:off x="4951828" y="1329394"/>
          <a:ext cx="6006904" cy="4114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797083" y="1744395"/>
            <a:ext cx="1420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E60084"/>
                </a:solidFill>
                <a:latin typeface="Broadway" panose="04040905080B02020502" pitchFamily="82" charset="0"/>
              </a:rPr>
              <a:t>Part 01</a:t>
            </a:r>
            <a:endParaRPr lang="zh-CN" altLang="en-US" sz="2800" dirty="0">
              <a:solidFill>
                <a:srgbClr val="E60084"/>
              </a:solidFill>
              <a:latin typeface="Broadway" panose="04040905080B02020502" pitchFamily="82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8296" y="2951946"/>
            <a:ext cx="1420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E60084"/>
                </a:solidFill>
                <a:latin typeface="Broadway" panose="04040905080B02020502" pitchFamily="82" charset="0"/>
              </a:rPr>
              <a:t>Part 02</a:t>
            </a:r>
            <a:endParaRPr lang="zh-CN" altLang="en-US" sz="2800" dirty="0">
              <a:solidFill>
                <a:srgbClr val="E60084"/>
              </a:solidFill>
              <a:latin typeface="Broadway" panose="04040905080B02020502" pitchFamily="8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97082" y="4197160"/>
            <a:ext cx="1420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E60084"/>
                </a:solidFill>
                <a:latin typeface="Broadway" panose="04040905080B02020502" pitchFamily="82" charset="0"/>
              </a:rPr>
              <a:t>Part 03</a:t>
            </a:r>
            <a:endParaRPr lang="zh-CN" altLang="en-US" sz="2800" dirty="0">
              <a:solidFill>
                <a:srgbClr val="E60084"/>
              </a:solidFill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48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b="1" ker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怎样学英语才是最有效的</a:t>
            </a:r>
            <a:endParaRPr lang="zh-CN" altLang="en-US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PART</a:t>
            </a:r>
          </a:p>
          <a:p>
            <a:pPr algn="ctr"/>
            <a:r>
              <a:rPr lang="en-US" altLang="zh-CN" sz="96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01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4821381" y="264688"/>
            <a:ext cx="4572000" cy="2283917"/>
          </a:xfrm>
          <a:prstGeom prst="wedgeRoundRectCallout">
            <a:avLst>
              <a:gd name="adj1" fmla="val 21349"/>
              <a:gd name="adj2" fmla="val 64915"/>
              <a:gd name="adj3" fmla="val 1666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奶爸说，学英语，要么彻底放弃，要么就必须一鼓作气，彻底把英语学好。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614688" y="4308192"/>
            <a:ext cx="6035040" cy="237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立刻扔掉你手中的词汇书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在各种听力和阅读材料中学习单词，积累单词才是王道！</a:t>
            </a:r>
            <a:endParaRPr lang="en-US" altLang="zh-CN" dirty="0" smtClean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语法是非常重要的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没有语法，你不可能读懂各种长句子和结构复杂的句子！</a:t>
            </a:r>
            <a:endParaRPr lang="en-US" altLang="zh-CN" dirty="0" smtClean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口语不好的真正原因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听力输入量是在太少，对英文口语的模仿练习太少！</a:t>
            </a:r>
            <a:endParaRPr lang="zh-CN" altLang="en-US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814298" y="2795211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99183"/>
            <a:ext cx="4068001" cy="492443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/>
            <a:r>
              <a:rPr lang="zh-CN" altLang="en-US" sz="2600" b="1" kern="0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怎样学英语才是最有效的</a:t>
            </a:r>
          </a:p>
        </p:txBody>
      </p:sp>
    </p:spTree>
    <p:extLst>
      <p:ext uri="{BB962C8B-B14F-4D97-AF65-F5344CB8AC3E}">
        <p14:creationId xmlns:p14="http://schemas.microsoft.com/office/powerpoint/2010/main" val="129661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梯形 3"/>
          <p:cNvSpPr/>
          <p:nvPr/>
        </p:nvSpPr>
        <p:spPr>
          <a:xfrm>
            <a:off x="-2114549" y="0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-289464" y="304428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好</a:t>
            </a:r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方法没 </a:t>
            </a:r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那么难以坚持 </a:t>
            </a:r>
            <a:endParaRPr lang="zh-CN" altLang="en-US" sz="6000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331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3113313" cy="685800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56087" y="0"/>
            <a:ext cx="3113313" cy="6858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3311" y="406400"/>
            <a:ext cx="558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Dr.Krashen</a:t>
            </a:r>
            <a:r>
              <a:rPr lang="zh-CN" altLang="en-US" sz="32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的四条重要假说</a:t>
            </a:r>
            <a:endParaRPr lang="zh-CN" altLang="en-US" sz="3200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71284" y="1658263"/>
            <a:ext cx="1770742" cy="1770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400" b="1" dirty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nput</a:t>
            </a:r>
          </a:p>
          <a:p>
            <a:pPr algn="ctr"/>
            <a:r>
              <a:rPr lang="zh-CN" altLang="en-US" sz="2400" b="1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输入假说</a:t>
            </a:r>
            <a:endParaRPr lang="zh-CN" altLang="en-US" sz="2400" b="1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614059" y="1707824"/>
            <a:ext cx="1770742" cy="1770742"/>
          </a:xfrm>
          <a:prstGeom prst="ellipse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</a:p>
          <a:p>
            <a:pPr algn="ctr"/>
            <a:r>
              <a:rPr lang="zh-CN" altLang="en-US" sz="2400" b="1" dirty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en-US" altLang="zh-CN" sz="2400" b="1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727372" y="1707824"/>
            <a:ext cx="1770742" cy="1770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narrow input </a:t>
            </a:r>
          </a:p>
          <a:p>
            <a:pPr algn="ctr"/>
            <a:r>
              <a:rPr lang="zh-CN" altLang="en-US" sz="2400" b="1" dirty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假说</a:t>
            </a:r>
            <a:endParaRPr lang="en-US" altLang="zh-CN" sz="2400" b="1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9840685" y="1707824"/>
            <a:ext cx="1770742" cy="1770742"/>
          </a:xfrm>
          <a:prstGeom prst="ellips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情绪机制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8507" y="3977498"/>
            <a:ext cx="25853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英文学习的根本在于</a:t>
            </a:r>
            <a:r>
              <a:rPr lang="en-US" altLang="zh-CN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输入，缺乏输入就不可能学好任何一门外语。</a:t>
            </a:r>
            <a:endParaRPr lang="zh-CN" altLang="en-US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13310" y="3977498"/>
            <a:ext cx="29427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进行输入练习时，一定要遵守</a:t>
            </a:r>
            <a:r>
              <a:rPr lang="en-US" altLang="zh-CN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原则，“</a:t>
            </a:r>
            <a:r>
              <a:rPr lang="en-US" altLang="zh-CN" dirty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”即你现在的水平，“</a:t>
            </a:r>
            <a:r>
              <a:rPr lang="en-US" altLang="zh-CN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”即比你现在稍微高一点点的难度。</a:t>
            </a:r>
            <a:endParaRPr lang="zh-CN" altLang="en-US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15525" y="3977498"/>
            <a:ext cx="25944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输入的材料类型和难度级别在一定时间内相对要狭窄，只输入自己感兴趣的材料。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73289" y="3977498"/>
            <a:ext cx="250553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250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学习的材料和环境应该是有趣的、轻松自如的，才能实现效果的最大化。</a:t>
            </a:r>
            <a:endParaRPr lang="zh-CN" altLang="en-US" dirty="0">
              <a:solidFill>
                <a:srgbClr val="2500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71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梯形 5"/>
          <p:cNvSpPr/>
          <p:nvPr/>
        </p:nvSpPr>
        <p:spPr>
          <a:xfrm rot="10800000">
            <a:off x="-2114549" y="0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-228600" y="2921169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为你</a:t>
            </a:r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的英 </a:t>
            </a:r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语学习做减法</a:t>
            </a:r>
            <a:endParaRPr lang="zh-CN" altLang="en-US" sz="6000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649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1"/>
            <a:ext cx="4068000" cy="3429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266" y="135080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误区一</a:t>
            </a:r>
            <a:endParaRPr lang="en-US" altLang="zh-CN" sz="8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32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以背单词为核心</a:t>
            </a:r>
            <a:endParaRPr lang="en-US" altLang="zh-CN" sz="32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3428998"/>
            <a:ext cx="4068000" cy="342900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068000" y="3429000"/>
            <a:ext cx="8124000" cy="3429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-1" y="3564079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误区二</a:t>
            </a:r>
            <a:endParaRPr lang="en-US" altLang="zh-CN" sz="80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26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语法无用语感重要论</a:t>
            </a:r>
            <a:endParaRPr lang="en-US" altLang="zh-CN" sz="26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669153" y="2745011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5090615" y="545433"/>
            <a:ext cx="5946511" cy="1480183"/>
          </a:xfrm>
          <a:prstGeom prst="wedgeRoundRectCallout">
            <a:avLst>
              <a:gd name="adj1" fmla="val 33806"/>
              <a:gd name="adj2" fmla="val 81760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单词本该结合语境深化理解，到后期再按所学专业和工作需求来补充专业术语，所以立刻扔掉你手中的词汇书，在各种听力和阅读材料中学习单词，积累单词才是正道！</a:t>
            </a:r>
            <a:endParaRPr lang="zh-CN" altLang="en-US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5156744" y="4796973"/>
            <a:ext cx="5946511" cy="1480183"/>
          </a:xfrm>
          <a:prstGeom prst="wedgeRoundRectCallout">
            <a:avLst>
              <a:gd name="adj1" fmla="val 31648"/>
              <a:gd name="adj2" fmla="val -80810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语法是非常重要的，没有语法，你不可能读懂各种长句子和结构复杂的句子，继而就无法写成具有层次感的长句子，还会对自己的阅读理解和写作能力造成难以克服的障碍！</a:t>
            </a:r>
            <a:endParaRPr lang="zh-CN" altLang="en-US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828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428997"/>
            <a:ext cx="4068000" cy="3429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266" y="135080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误区一</a:t>
            </a:r>
            <a:endParaRPr lang="en-US" altLang="zh-CN" sz="8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68000" y="0"/>
            <a:ext cx="8124000" cy="3429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596582" y="2748938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135080"/>
            <a:ext cx="4068000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误区三</a:t>
            </a:r>
            <a:endParaRPr lang="en-US" altLang="zh-CN" sz="80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32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口语万能至上论</a:t>
            </a:r>
            <a:endParaRPr lang="en-US" altLang="zh-CN" sz="32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564077"/>
            <a:ext cx="4068000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误区四</a:t>
            </a:r>
            <a:endParaRPr lang="en-US" altLang="zh-CN" sz="8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32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口音纯正标准论</a:t>
            </a:r>
            <a:endParaRPr lang="en-US" altLang="zh-CN" sz="32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5090615" y="545433"/>
            <a:ext cx="5946511" cy="1480183"/>
          </a:xfrm>
          <a:prstGeom prst="wedgeRoundRectCallout">
            <a:avLst>
              <a:gd name="adj1" fmla="val 33806"/>
              <a:gd name="adj2" fmla="val 81760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口语不好的真正原因在于：（</a:t>
            </a:r>
            <a:r>
              <a:rPr lang="en-US" altLang="zh-CN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）听力输入量实在太少。（</a:t>
            </a:r>
            <a:r>
              <a:rPr lang="en-US" altLang="zh-CN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）初始学习外语的时候，要每天大量地、像洗澡一样地进行听力灌入，每天两小时，持续半年时间不中断，才有可能慢慢开口说话。</a:t>
            </a:r>
            <a:endParaRPr lang="zh-CN" altLang="en-US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5156744" y="4796973"/>
            <a:ext cx="5946511" cy="1480183"/>
          </a:xfrm>
          <a:prstGeom prst="wedgeRoundRectCallout">
            <a:avLst>
              <a:gd name="adj1" fmla="val 31648"/>
              <a:gd name="adj2" fmla="val -80810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大部分成年人学英文，不管是喜欢英音还是美音，到最后只能说一口中美英三国糅杂口音的英语。目前来看这是个只能接受的现象，包括</a:t>
            </a:r>
            <a:r>
              <a:rPr lang="en-US" altLang="zh-CN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CCTV-9</a:t>
            </a: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的播音员，很多也是有口音的，但这并不是大问题。</a:t>
            </a:r>
          </a:p>
        </p:txBody>
      </p:sp>
    </p:spTree>
    <p:extLst>
      <p:ext uri="{BB962C8B-B14F-4D97-AF65-F5344CB8AC3E}">
        <p14:creationId xmlns:p14="http://schemas.microsoft.com/office/powerpoint/2010/main" val="33029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1"/>
            <a:ext cx="4068000" cy="3429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267" y="270161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误区五</a:t>
            </a:r>
            <a:endParaRPr lang="en-US" altLang="zh-CN" sz="8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26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听力应当只听标准音</a:t>
            </a:r>
            <a:endParaRPr lang="en-US" altLang="zh-CN" sz="26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3428998"/>
            <a:ext cx="4068000" cy="342900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068000" y="3429000"/>
            <a:ext cx="8124000" cy="3429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-1" y="3564079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误区六</a:t>
            </a:r>
            <a:endParaRPr lang="en-US" altLang="zh-CN" sz="80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r>
              <a:rPr lang="zh-CN" altLang="en-US" sz="32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背诵短文很有用</a:t>
            </a:r>
            <a:endParaRPr lang="en-US" altLang="zh-CN" sz="32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669153" y="2745011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标注 7"/>
          <p:cNvSpPr/>
          <p:nvPr/>
        </p:nvSpPr>
        <p:spPr>
          <a:xfrm>
            <a:off x="5090615" y="545433"/>
            <a:ext cx="5946511" cy="1480183"/>
          </a:xfrm>
          <a:prstGeom prst="wedgeRoundRectCallout">
            <a:avLst>
              <a:gd name="adj1" fmla="val 33806"/>
              <a:gd name="adj2" fmla="val 81760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标准音，英文一辈子也学不好，要有意识地大量灌输各种口音的英文，不仅仅是英音、美音、中国口音、意大利口音、德国口音等，都要接触。大量听不同口音的英文，听力才可能变好，以后口语也才可能会变好。</a:t>
            </a:r>
            <a:endParaRPr lang="zh-CN" altLang="en-US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5156744" y="4796973"/>
            <a:ext cx="5946511" cy="1480183"/>
          </a:xfrm>
          <a:prstGeom prst="wedgeRoundRectCallout">
            <a:avLst>
              <a:gd name="adj1" fmla="val 31648"/>
              <a:gd name="adj2" fmla="val -80810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通过背诵，学习的失败率远远超过</a:t>
            </a:r>
            <a:r>
              <a:rPr lang="en-US" altLang="zh-CN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，可是仍然有很多人过分强调这种明显违背语言学规律的方法，本身态度就很不科学。其实我们不应该过分强调所谓的坚持和毅力，而应该找到更容易坚持下去的办法。</a:t>
            </a:r>
            <a:endParaRPr lang="zh-CN" altLang="en-US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382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4821381" y="264688"/>
            <a:ext cx="4572000" cy="2283917"/>
          </a:xfrm>
          <a:prstGeom prst="wedgeRoundRectCallout">
            <a:avLst>
              <a:gd name="adj1" fmla="val 21349"/>
              <a:gd name="adj2" fmla="val 64915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奶爸</a:t>
            </a:r>
            <a:r>
              <a:rPr lang="zh-CN" altLang="en-US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说：从听说入手，容易让大家有收货感，更能对英文感兴趣，这样越学越想学。</a:t>
            </a:r>
            <a:endParaRPr lang="zh-CN" altLang="en-US" sz="28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14688" y="4308192"/>
            <a:ext cx="6035040" cy="237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使用播讲类材料</a:t>
            </a:r>
            <a:endParaRPr lang="en-US" altLang="zh-CN" sz="20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全世界优秀的外教资源你都可以请回家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逐级通关的口语训练</a:t>
            </a:r>
            <a:endParaRPr lang="en-US" altLang="zh-CN" sz="20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ESLPOD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EnglishPod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AAT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、爱德华大学的口腔剖面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越来越流行的英文有声书</a:t>
            </a:r>
            <a:r>
              <a:rPr lang="en-US" altLang="zh-CN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Audiobook</a:t>
            </a:r>
          </a:p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感受大音希声，韵律之美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814299" y="2795211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PART</a:t>
            </a:r>
          </a:p>
          <a:p>
            <a:pPr algn="ctr"/>
            <a:r>
              <a:rPr lang="en-US" altLang="zh-CN" sz="96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02</a:t>
            </a:r>
          </a:p>
        </p:txBody>
      </p:sp>
      <p:sp>
        <p:nvSpPr>
          <p:cNvPr id="11" name="矩形 10"/>
          <p:cNvSpPr/>
          <p:nvPr/>
        </p:nvSpPr>
        <p:spPr>
          <a:xfrm>
            <a:off x="0" y="4699183"/>
            <a:ext cx="4068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8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透析法大战播讲类材料</a:t>
            </a:r>
            <a:endParaRPr lang="zh-CN" altLang="en-US" sz="28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431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梯形 5"/>
          <p:cNvSpPr/>
          <p:nvPr/>
        </p:nvSpPr>
        <p:spPr>
          <a:xfrm>
            <a:off x="-2114549" y="2058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0" y="304428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学</a:t>
            </a:r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习的准备</a:t>
            </a:r>
            <a:endParaRPr lang="en-US" altLang="zh-CN" sz="6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15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"/>
            <a:ext cx="12192000" cy="74023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使用艾宾浩斯复习表格，实时监控你的学习流程</a:t>
            </a:r>
            <a:endParaRPr lang="zh-CN" altLang="en-US" sz="32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054022"/>
              </p:ext>
            </p:extLst>
          </p:nvPr>
        </p:nvGraphicFramePr>
        <p:xfrm>
          <a:off x="2032000" y="1489687"/>
          <a:ext cx="8128001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/>
                <a:gridCol w="1161143"/>
                <a:gridCol w="1161143"/>
                <a:gridCol w="1161143"/>
                <a:gridCol w="1161143"/>
                <a:gridCol w="1161143"/>
                <a:gridCol w="1161143"/>
              </a:tblGrid>
              <a:tr h="54000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E60084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10~15</a:t>
                      </a:r>
                      <a:r>
                        <a:rPr lang="zh-CN" altLang="en-US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</a:t>
                      </a:r>
                      <a:endParaRPr lang="zh-CN" altLang="en-US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16~20</a:t>
                      </a:r>
                      <a:r>
                        <a:rPr lang="zh-CN" altLang="en-US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页</a:t>
                      </a:r>
                      <a:endParaRPr lang="zh-CN" altLang="en-US" sz="1800" b="1" kern="12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21~25</a:t>
                      </a:r>
                      <a:r>
                        <a:rPr lang="zh-CN" altLang="en-US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页</a:t>
                      </a:r>
                      <a:endParaRPr lang="zh-CN" altLang="en-US" sz="1800" b="1" kern="12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26~30</a:t>
                      </a:r>
                      <a:r>
                        <a:rPr lang="zh-CN" altLang="en-US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页</a:t>
                      </a:r>
                      <a:endParaRPr lang="zh-CN" altLang="en-US" sz="1800" b="1" kern="12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31~35</a:t>
                      </a:r>
                      <a:r>
                        <a:rPr lang="zh-CN" altLang="en-US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页</a:t>
                      </a:r>
                      <a:endParaRPr lang="zh-CN" altLang="en-US" sz="1800" b="1" kern="12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36~40</a:t>
                      </a:r>
                      <a:r>
                        <a:rPr lang="zh-CN" altLang="en-US" sz="1800" b="1" kern="12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页</a:t>
                      </a:r>
                      <a:endParaRPr lang="zh-CN" altLang="en-US" sz="1800" b="1" kern="12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0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r>
                        <a:rPr lang="zh-CN" altLang="en-US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2.16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2.17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2.18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2.19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2.20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2.17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2.18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2.19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2.20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2.22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2.22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2.23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2.24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2.25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2.26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3.16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3.17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3.18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3.19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3.20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>
                          <a:solidFill>
                            <a:srgbClr val="E6008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3.21</a:t>
                      </a:r>
                      <a:endParaRPr lang="zh-CN" altLang="en-US" sz="1600" dirty="0">
                        <a:solidFill>
                          <a:srgbClr val="E6008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67D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0" y="5500915"/>
            <a:ext cx="12192000" cy="1357086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日，你学习了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10~15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页，那么就在第一行卡头填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10~15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页，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然后根据左侧栏的时间，写上每次应该复习的时间，分别是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小时内复习一次，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天内复习一次，以此类推。</a:t>
            </a:r>
            <a:endParaRPr lang="zh-CN" altLang="en-US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1088571" y="5239657"/>
            <a:ext cx="319316" cy="261258"/>
          </a:xfrm>
          <a:prstGeom prst="triangl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85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"/>
            <a:ext cx="12192000" cy="74023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级别自测</a:t>
            </a:r>
            <a:endParaRPr lang="zh-CN" altLang="en-US" sz="32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921829"/>
            <a:ext cx="12192000" cy="936172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如果以上的问题你的肯定回答超过了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个，那么你就应该从初级学起，否则的话则从中级学起。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1015998" y="5689602"/>
            <a:ext cx="290287" cy="232227"/>
          </a:xfrm>
          <a:prstGeom prst="triangl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32459" y="2014933"/>
            <a:ext cx="7784855" cy="747937"/>
            <a:chOff x="6703264" y="12623"/>
            <a:chExt cx="7784855" cy="747937"/>
          </a:xfrm>
        </p:grpSpPr>
        <p:sp>
          <p:nvSpPr>
            <p:cNvPr id="10" name="剪去对角的矩形 9"/>
            <p:cNvSpPr/>
            <p:nvPr/>
          </p:nvSpPr>
          <p:spPr>
            <a:xfrm>
              <a:off x="7675810" y="13908"/>
              <a:ext cx="6812309" cy="746652"/>
            </a:xfrm>
            <a:prstGeom prst="snip2Diag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你从来都没有模仿跟读的习惯？从未连续坚持超过</a:t>
              </a:r>
              <a:r>
                <a:rPr lang="en-US" altLang="zh-CN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天？</a:t>
              </a:r>
              <a:endParaRPr lang="zh-CN" altLang="en-US" sz="2000" b="1" dirty="0">
                <a:solidFill>
                  <a:srgbClr val="E60084"/>
                </a:solidFill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703264" y="12623"/>
              <a:ext cx="803484" cy="747936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932459" y="3979533"/>
            <a:ext cx="7784855" cy="747937"/>
            <a:chOff x="6703264" y="12623"/>
            <a:chExt cx="7784855" cy="747937"/>
          </a:xfrm>
        </p:grpSpPr>
        <p:sp>
          <p:nvSpPr>
            <p:cNvPr id="13" name="剪去对角的矩形 12"/>
            <p:cNvSpPr/>
            <p:nvPr/>
          </p:nvSpPr>
          <p:spPr>
            <a:xfrm>
              <a:off x="7675810" y="13908"/>
              <a:ext cx="6812309" cy="746652"/>
            </a:xfrm>
            <a:prstGeom prst="snip2Diag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你丢掉英文再也没学过是不是已经超过了</a:t>
              </a:r>
              <a:r>
                <a:rPr lang="en-US" altLang="zh-CN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年？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6703264" y="12623"/>
              <a:ext cx="803484" cy="747936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932459" y="1032633"/>
            <a:ext cx="7784855" cy="747937"/>
            <a:chOff x="6703264" y="12623"/>
            <a:chExt cx="7784855" cy="747937"/>
          </a:xfrm>
        </p:grpSpPr>
        <p:sp>
          <p:nvSpPr>
            <p:cNvPr id="16" name="剪去对角的矩形 15"/>
            <p:cNvSpPr/>
            <p:nvPr/>
          </p:nvSpPr>
          <p:spPr>
            <a:xfrm>
              <a:off x="7675810" y="13908"/>
              <a:ext cx="6812309" cy="746652"/>
            </a:xfrm>
            <a:prstGeom prst="snip2Diag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记得</a:t>
              </a:r>
              <a:r>
                <a:rPr lang="en-US" altLang="zh-CN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ABC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等字母，</a:t>
              </a:r>
              <a:r>
                <a:rPr lang="zh-CN" altLang="en-US" sz="20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对时态等语法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概念都毫无印象了吗？</a:t>
              </a:r>
              <a:endParaRPr lang="zh-CN" altLang="en-US" sz="2000" b="1" dirty="0">
                <a:solidFill>
                  <a:srgbClr val="E60084"/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6703264" y="12623"/>
              <a:ext cx="803484" cy="747936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932459" y="4950205"/>
            <a:ext cx="7784855" cy="747937"/>
            <a:chOff x="6703264" y="12623"/>
            <a:chExt cx="7784855" cy="747937"/>
          </a:xfrm>
        </p:grpSpPr>
        <p:sp>
          <p:nvSpPr>
            <p:cNvPr id="22" name="剪去对角的矩形 21"/>
            <p:cNvSpPr/>
            <p:nvPr/>
          </p:nvSpPr>
          <p:spPr>
            <a:xfrm>
              <a:off x="7675810" y="13908"/>
              <a:ext cx="6812309" cy="746652"/>
            </a:xfrm>
            <a:prstGeom prst="snip2Diag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你是否从未有过坚持收听英文的习惯（为了考试做听力题和看中文字幕或者中英字幕的美剧不算）？</a:t>
              </a:r>
              <a:endParaRPr lang="zh-CN" altLang="en-US" sz="2000" dirty="0">
                <a:solidFill>
                  <a:srgbClr val="E60084"/>
                </a:solidFill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6703264" y="12623"/>
              <a:ext cx="803484" cy="747936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32459" y="2997233"/>
            <a:ext cx="7784855" cy="747937"/>
            <a:chOff x="6703264" y="12623"/>
            <a:chExt cx="7784855" cy="747937"/>
          </a:xfrm>
        </p:grpSpPr>
        <p:sp>
          <p:nvSpPr>
            <p:cNvPr id="31" name="剪去对角的矩形 30"/>
            <p:cNvSpPr/>
            <p:nvPr/>
          </p:nvSpPr>
          <p:spPr>
            <a:xfrm>
              <a:off x="7675810" y="13908"/>
              <a:ext cx="6812309" cy="746652"/>
            </a:xfrm>
            <a:prstGeom prst="snip2Diag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觉得自己的词汇量低于</a:t>
              </a:r>
              <a:r>
                <a:rPr lang="en-US" altLang="zh-CN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3000</a:t>
              </a:r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个吗？（高考要求</a:t>
              </a:r>
              <a:r>
                <a:rPr lang="zh-CN" altLang="en-US" sz="20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20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6703264" y="12623"/>
              <a:ext cx="803484" cy="747936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932459" y="4961831"/>
            <a:ext cx="7784855" cy="747937"/>
            <a:chOff x="6703264" y="12623"/>
            <a:chExt cx="7784855" cy="747937"/>
          </a:xfrm>
        </p:grpSpPr>
        <p:sp>
          <p:nvSpPr>
            <p:cNvPr id="34" name="剪去对角的矩形 33"/>
            <p:cNvSpPr/>
            <p:nvPr/>
          </p:nvSpPr>
          <p:spPr>
            <a:xfrm>
              <a:off x="7675810" y="13908"/>
              <a:ext cx="6812309" cy="746652"/>
            </a:xfrm>
            <a:prstGeom prst="snip2Diag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b="1" dirty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你是否从未有过坚持收听英文的</a:t>
              </a:r>
              <a:r>
                <a:rPr lang="zh-CN" altLang="en-US" sz="20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习惯？</a:t>
              </a:r>
              <a:endParaRPr lang="zh-CN" altLang="en-US" sz="2000" b="1" dirty="0">
                <a:solidFill>
                  <a:srgbClr val="E60084"/>
                </a:solidFill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6703264" y="12623"/>
              <a:ext cx="803484" cy="747936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49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rot="5400000">
            <a:off x="2667000" y="-2667000"/>
            <a:ext cx="6858000" cy="12192000"/>
          </a:xfrm>
          <a:prstGeom prst="rtTriangl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042" y="304428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初级水平者通</a:t>
            </a:r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过攻略（</a:t>
            </a:r>
            <a:r>
              <a:rPr lang="zh-CN" altLang="en-US" sz="6000" dirty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初</a:t>
            </a:r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级）</a:t>
            </a:r>
            <a:endParaRPr lang="en-US" altLang="zh-CN" sz="60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98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"/>
            <a:ext cx="12192000" cy="74023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教材：赖世雄老师的“美语从头学”系列</a:t>
            </a:r>
            <a:endParaRPr lang="zh-CN" altLang="en-US" sz="32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500915"/>
            <a:ext cx="12192000" cy="1357086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这套丛书有自己的学习方法，大家仔细听赖老师讲课，大声模仿，记笔记和经常复习就可以了。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这套教程学完大约需要一年，我们建议直接从本书的高级阶段，也就是伍君仪老师的透析英语课堂开始学起。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1088571" y="5239657"/>
            <a:ext cx="319316" cy="261258"/>
          </a:xfrm>
          <a:prstGeom prst="triangl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16228" r="19969"/>
          <a:stretch/>
        </p:blipFill>
        <p:spPr>
          <a:xfrm>
            <a:off x="1407887" y="1453697"/>
            <a:ext cx="3038623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pSp>
        <p:nvGrpSpPr>
          <p:cNvPr id="42" name="组合 41"/>
          <p:cNvGrpSpPr/>
          <p:nvPr/>
        </p:nvGrpSpPr>
        <p:grpSpPr>
          <a:xfrm>
            <a:off x="5127674" y="1680802"/>
            <a:ext cx="5974078" cy="2459656"/>
            <a:chOff x="5125328" y="1899135"/>
            <a:chExt cx="5974078" cy="2459656"/>
          </a:xfrm>
        </p:grpSpPr>
        <p:sp>
          <p:nvSpPr>
            <p:cNvPr id="16" name="左箭头 15"/>
            <p:cNvSpPr/>
            <p:nvPr/>
          </p:nvSpPr>
          <p:spPr>
            <a:xfrm>
              <a:off x="9040835" y="3869031"/>
              <a:ext cx="402101" cy="472976"/>
            </a:xfrm>
            <a:prstGeom prst="leftArrow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7440021" y="3638622"/>
              <a:ext cx="1406769" cy="703385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高级</a:t>
              </a:r>
              <a:endParaRPr lang="zh-CN" altLang="en-US" sz="28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5145816" y="3655406"/>
              <a:ext cx="1406769" cy="703385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24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经典语法</a:t>
              </a:r>
              <a:endParaRPr lang="zh-CN" altLang="en-US" sz="24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左箭头 18"/>
            <p:cNvSpPr/>
            <p:nvPr/>
          </p:nvSpPr>
          <p:spPr>
            <a:xfrm>
              <a:off x="6813423" y="3869031"/>
              <a:ext cx="331177" cy="472976"/>
            </a:xfrm>
            <a:prstGeom prst="leftArrow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5125328" y="1899136"/>
              <a:ext cx="1406769" cy="703385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音标</a:t>
              </a:r>
              <a:endParaRPr lang="zh-CN" altLang="en-US" sz="28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右箭头 35"/>
            <p:cNvSpPr/>
            <p:nvPr/>
          </p:nvSpPr>
          <p:spPr>
            <a:xfrm>
              <a:off x="6813451" y="2056870"/>
              <a:ext cx="365760" cy="417306"/>
            </a:xfrm>
            <a:prstGeom prst="rightArrow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7401949" y="1899136"/>
              <a:ext cx="1406769" cy="703385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入门</a:t>
              </a:r>
              <a:endParaRPr lang="zh-CN" altLang="en-US" sz="28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右箭头 37"/>
            <p:cNvSpPr/>
            <p:nvPr/>
          </p:nvSpPr>
          <p:spPr>
            <a:xfrm>
              <a:off x="9067797" y="2070495"/>
              <a:ext cx="365760" cy="403681"/>
            </a:xfrm>
            <a:prstGeom prst="rightArrow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9692637" y="1899135"/>
              <a:ext cx="1406769" cy="703385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初级</a:t>
              </a:r>
              <a:endParaRPr lang="zh-CN" altLang="en-US" sz="28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9692637" y="3655406"/>
              <a:ext cx="1406769" cy="703385"/>
            </a:xfrm>
            <a:prstGeom prst="roundRect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rgbClr val="E600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中级</a:t>
              </a:r>
              <a:endParaRPr lang="zh-CN" altLang="en-US" sz="28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下箭头 40"/>
            <p:cNvSpPr/>
            <p:nvPr/>
          </p:nvSpPr>
          <p:spPr>
            <a:xfrm>
              <a:off x="10189693" y="2924531"/>
              <a:ext cx="412655" cy="408864"/>
            </a:xfrm>
            <a:prstGeom prst="downArrow">
              <a:avLst/>
            </a:prstGeom>
            <a:solidFill>
              <a:srgbClr val="FFEF0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727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梯形 7"/>
          <p:cNvSpPr/>
          <p:nvPr/>
        </p:nvSpPr>
        <p:spPr>
          <a:xfrm rot="10800000">
            <a:off x="-2114549" y="2058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0" y="29673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攻克变速纯正 </a:t>
            </a:r>
            <a:r>
              <a:rPr lang="zh-CN" altLang="en-US" sz="48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播讲类材料（中级）</a:t>
            </a:r>
            <a:endParaRPr lang="en-US" altLang="zh-CN" sz="48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844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84331" y="271656"/>
            <a:ext cx="67634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材料选择</a:t>
            </a:r>
            <a:endParaRPr lang="en-US" altLang="zh-CN" sz="24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6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赖世雄美语音标</a:t>
            </a:r>
            <a:r>
              <a:rPr lang="en-US" altLang="zh-CN" sz="36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6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的学习方法</a:t>
            </a:r>
            <a:endParaRPr lang="zh-CN" altLang="en-US" sz="36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23" y="1857365"/>
            <a:ext cx="2966668" cy="4222558"/>
          </a:xfrm>
          <a:prstGeom prst="rect">
            <a:avLst/>
          </a:prstGeom>
          <a:ln>
            <a:solidFill>
              <a:srgbClr val="E60084"/>
            </a:solidFill>
          </a:ln>
        </p:spPr>
      </p:pic>
      <p:sp>
        <p:nvSpPr>
          <p:cNvPr id="16" name="矩形 15"/>
          <p:cNvSpPr/>
          <p:nvPr/>
        </p:nvSpPr>
        <p:spPr>
          <a:xfrm>
            <a:off x="7482794" y="1857365"/>
            <a:ext cx="3271213" cy="4222558"/>
          </a:xfrm>
          <a:prstGeom prst="rect">
            <a:avLst/>
          </a:prstGeom>
          <a:solidFill>
            <a:schemeClr val="bg1"/>
          </a:solidFill>
          <a:ln>
            <a:solidFill>
              <a:srgbClr val="E60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b="1" ker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怎样学英语才是最有效的</a:t>
            </a:r>
            <a:endParaRPr lang="zh-CN" altLang="en-US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72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第一环节</a:t>
            </a:r>
            <a:endParaRPr lang="en-US" altLang="zh-CN" sz="72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" y="3642005"/>
            <a:ext cx="4068001" cy="127419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攻克英文发音</a:t>
            </a:r>
            <a:endParaRPr lang="en-US" altLang="zh-CN" sz="3200" b="1" kern="0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  <a:endParaRPr lang="zh-CN" altLang="en-US" sz="32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5756" y="329784"/>
            <a:ext cx="144000" cy="8994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62350" y="329784"/>
            <a:ext cx="54000" cy="8994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746800" y="1997496"/>
            <a:ext cx="27163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看书听</a:t>
            </a:r>
            <a:r>
              <a:rPr lang="en-US" altLang="zh-CN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，跟着录音</a:t>
            </a:r>
            <a:r>
              <a:rPr lang="zh-CN" altLang="en-US" sz="24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大声模仿</a:t>
            </a: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两三天就能全部听完一遍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，建议</a:t>
            </a:r>
            <a:r>
              <a:rPr lang="en-US" altLang="zh-CN" sz="24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24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zh-CN" altLang="en-US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内这本书至少要学完</a:t>
            </a:r>
            <a:r>
              <a:rPr lang="en-US" altLang="zh-CN" sz="24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24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，然后立刻进入中级关卡的第二环节即可，这样才能达到学习效果的最大化和巩固化</a:t>
            </a:r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241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699183"/>
            <a:ext cx="4068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8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透析法大战播讲类材料</a:t>
            </a:r>
            <a:endParaRPr lang="zh-CN" altLang="en-US" sz="28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72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第二环节</a:t>
            </a:r>
            <a:endParaRPr lang="en-US" altLang="zh-CN" sz="72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1" y="3642005"/>
            <a:ext cx="4068001" cy="127419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模仿跟读</a:t>
            </a:r>
            <a:r>
              <a:rPr lang="en-US" altLang="zh-CN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ESLPOD</a:t>
            </a:r>
          </a:p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kern="0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~4</a:t>
            </a:r>
            <a:r>
              <a:rPr lang="zh-CN" altLang="en-US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个月）</a:t>
            </a:r>
            <a:endParaRPr lang="zh-CN" altLang="en-US" sz="3200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84331" y="271656"/>
            <a:ext cx="6763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b="1" dirty="0" err="1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Dr.Krashen</a:t>
            </a:r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亲自推荐</a:t>
            </a:r>
            <a:endParaRPr lang="en-US" altLang="zh-CN" sz="24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ESLPOD</a:t>
            </a:r>
            <a:r>
              <a:rPr lang="zh-CN" altLang="en-US" sz="4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的学习方法</a:t>
            </a:r>
            <a:endParaRPr lang="zh-CN" altLang="en-US" sz="40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55756" y="329784"/>
            <a:ext cx="144000" cy="899409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62350" y="329784"/>
            <a:ext cx="54000" cy="899409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217654093"/>
              </p:ext>
            </p:extLst>
          </p:nvPr>
        </p:nvGraphicFramePr>
        <p:xfrm>
          <a:off x="4709618" y="2068642"/>
          <a:ext cx="6338134" cy="3754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960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4455883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4455886"/>
            <a:ext cx="12192000" cy="2402114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" y="-2"/>
            <a:ext cx="4068000" cy="4455885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" y="4455886"/>
            <a:ext cx="4068000" cy="2402117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1565" y="304428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突破常速多 </a:t>
            </a:r>
            <a:r>
              <a:rPr lang="zh-CN" altLang="en-US" sz="4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口音的</a:t>
            </a:r>
            <a:r>
              <a:rPr lang="en-US" altLang="zh-CN" sz="4000" dirty="0" err="1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EnglishPod</a:t>
            </a:r>
            <a:r>
              <a:rPr lang="zh-CN" altLang="en-US" sz="4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（中高级）</a:t>
            </a:r>
            <a:endParaRPr lang="en-US" altLang="zh-CN" sz="4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83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b="1" ker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怎样学英语才是最有效的</a:t>
            </a:r>
            <a:endParaRPr lang="zh-CN" altLang="en-US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72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第一环节</a:t>
            </a:r>
            <a:endParaRPr lang="en-US" altLang="zh-CN" sz="72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" y="3642005"/>
            <a:ext cx="4068001" cy="127419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复习发音课</a:t>
            </a:r>
            <a:endParaRPr lang="en-US" altLang="zh-CN" sz="3200" b="1" kern="0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  <a:endParaRPr lang="zh-CN" altLang="en-US" sz="32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9181" y="286646"/>
            <a:ext cx="7632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材料选择</a:t>
            </a:r>
            <a:endParaRPr lang="en-US" altLang="zh-CN" sz="24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美语发音教程（</a:t>
            </a:r>
            <a:r>
              <a:rPr lang="en-US" altLang="zh-CN" sz="3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APW</a:t>
            </a:r>
            <a:r>
              <a:rPr lang="zh-CN" altLang="en-US" sz="3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0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55756" y="329784"/>
            <a:ext cx="144000" cy="8994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62350" y="329784"/>
            <a:ext cx="54000" cy="8994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4264209849"/>
              </p:ext>
            </p:extLst>
          </p:nvPr>
        </p:nvGraphicFramePr>
        <p:xfrm>
          <a:off x="4599121" y="1768843"/>
          <a:ext cx="6883344" cy="4817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509181" y="1738859"/>
            <a:ext cx="3135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小站的秦桑来信说：</a:t>
            </a:r>
            <a:endParaRPr lang="zh-CN" altLang="en-US" sz="28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7735" y="3126962"/>
            <a:ext cx="14894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个人信息：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北京大学硕士在读，本科也是北大的。</a:t>
            </a:r>
            <a:endParaRPr lang="zh-CN" altLang="en-US" sz="200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60758" y="3126962"/>
            <a:ext cx="15140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英语基础：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擅长考试做题，本科二年级过的六级，六百多分。</a:t>
            </a:r>
            <a:endParaRPr lang="zh-CN" altLang="en-US" sz="200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33308" y="3126962"/>
            <a:ext cx="2939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从奶爸处学习的：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学了</a:t>
            </a:r>
            <a:r>
              <a:rPr lang="en-US" altLang="zh-CN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APW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后，感觉每个单词的发音都漂亮很多。特别是</a:t>
            </a:r>
            <a:r>
              <a:rPr lang="en-US" altLang="zh-CN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这个音，以前总是发不对。现在感觉自己能发准了，看到有这个音的单词就会很高兴地读出来。</a:t>
            </a:r>
            <a:endParaRPr lang="zh-CN" altLang="en-US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417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24371" y="316626"/>
            <a:ext cx="7722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材料选择</a:t>
            </a:r>
            <a:endParaRPr lang="en-US" altLang="zh-CN" sz="24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EnglishPod</a:t>
            </a:r>
            <a:r>
              <a:rPr lang="zh-CN" altLang="en-US" sz="36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最大的特点</a:t>
            </a:r>
            <a:endParaRPr lang="zh-CN" altLang="en-US" sz="40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699183"/>
            <a:ext cx="4068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8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透析法大战播讲类材料</a:t>
            </a:r>
            <a:endParaRPr lang="zh-CN" altLang="en-US" sz="28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72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第二环节</a:t>
            </a:r>
            <a:endParaRPr lang="en-US" altLang="zh-CN" sz="72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1" y="3642005"/>
            <a:ext cx="4068001" cy="120032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2800" b="1" kern="0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</a:t>
            </a:r>
            <a:r>
              <a:rPr lang="zh-CN" altLang="en-US" sz="28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速多口音的搞怪材料</a:t>
            </a:r>
            <a:endParaRPr lang="en-US" altLang="zh-CN" sz="2800" b="1" kern="0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</a:pPr>
            <a:r>
              <a:rPr lang="zh-CN" altLang="en-US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3200" b="1" kern="0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个月）</a:t>
            </a:r>
            <a:endParaRPr lang="zh-CN" altLang="en-US" sz="3200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55756" y="329784"/>
            <a:ext cx="144000" cy="899409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62350" y="329784"/>
            <a:ext cx="54000" cy="899409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743988048"/>
              </p:ext>
            </p:extLst>
          </p:nvPr>
        </p:nvGraphicFramePr>
        <p:xfrm>
          <a:off x="4652370" y="2006222"/>
          <a:ext cx="6879988" cy="411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832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b="1" ker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怎样学英语才是最有效的</a:t>
            </a:r>
            <a:endParaRPr lang="zh-CN" altLang="en-US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1515757"/>
            <a:ext cx="4006734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PART</a:t>
            </a:r>
          </a:p>
          <a:p>
            <a:pPr algn="ctr"/>
            <a:r>
              <a:rPr lang="en-US" altLang="zh-CN" sz="96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03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4821381" y="264688"/>
            <a:ext cx="4572000" cy="2283917"/>
          </a:xfrm>
          <a:prstGeom prst="wedgeRoundRectCallout">
            <a:avLst>
              <a:gd name="adj1" fmla="val 21349"/>
              <a:gd name="adj2" fmla="val 64915"/>
              <a:gd name="adj3" fmla="val 1666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伍老师说：把英语用起来，就是在真实的生活中使用这门语言，要求听、说、读、写全部实现英文原著话。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34858" y="4452086"/>
            <a:ext cx="6691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di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听，就听实时的英语新闻，从</a:t>
            </a:r>
            <a:r>
              <a:rPr lang="en-US" altLang="zh-CN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BBC</a:t>
            </a: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 Jazeera</a:t>
            </a:r>
          </a:p>
          <a:p>
            <a:pPr marL="285750" indent="-285750" algn="di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说，就用英语聊天，从身边的熟人到网络另一端的老外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di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读，就读老外的英语版，从短信、邮件到大部头的专著</a:t>
            </a:r>
            <a:endParaRPr lang="en-US" altLang="zh-CN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di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写，就写英文邮件、短信给亲友同事乃至生意上的伙伴</a:t>
            </a:r>
            <a:endParaRPr lang="en-US" altLang="zh-CN" sz="2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4699183"/>
            <a:ext cx="4068001" cy="5847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/>
            <a:r>
              <a:rPr lang="zh-CN" altLang="en-US" sz="32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透析法大战英文原著</a:t>
            </a:r>
            <a:endParaRPr lang="zh-CN" altLang="en-US" sz="32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826172" y="2896677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5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/>
          <p:cNvSpPr/>
          <p:nvPr/>
        </p:nvSpPr>
        <p:spPr>
          <a:xfrm>
            <a:off x="-2114549" y="2058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-219456" y="2921169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透析</a:t>
            </a:r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法的原理</a:t>
            </a:r>
            <a:endParaRPr lang="en-US" altLang="zh-CN" sz="6000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652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00" b="100000" l="0" r="9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5505" y="4314826"/>
            <a:ext cx="2543174" cy="2543174"/>
          </a:xfrm>
          <a:prstGeom prst="rect">
            <a:avLst/>
          </a:prstGeom>
        </p:spPr>
      </p:pic>
      <p:sp>
        <p:nvSpPr>
          <p:cNvPr id="5" name="剪去对角的矩形 4"/>
          <p:cNvSpPr/>
          <p:nvPr/>
        </p:nvSpPr>
        <p:spPr>
          <a:xfrm rot="5400000">
            <a:off x="-422946" y="1664548"/>
            <a:ext cx="5094044" cy="3158746"/>
          </a:xfrm>
          <a:prstGeom prst="snip2Diag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449421" y="2631097"/>
            <a:ext cx="3114675" cy="1028700"/>
          </a:xfrm>
          <a:prstGeom prst="round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每两页有且只</a:t>
            </a:r>
            <a:endParaRPr lang="en-US" altLang="zh-CN" sz="28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有查一个生词</a:t>
            </a:r>
            <a:endParaRPr lang="zh-CN" altLang="en-US" sz="28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肘形连接符 7"/>
          <p:cNvCxnSpPr>
            <a:stCxn id="6" idx="0"/>
          </p:cNvCxnSpPr>
          <p:nvPr/>
        </p:nvCxnSpPr>
        <p:spPr>
          <a:xfrm rot="5400000" flipH="1" flipV="1">
            <a:off x="6427772" y="748800"/>
            <a:ext cx="1461284" cy="2303311"/>
          </a:xfrm>
          <a:prstGeom prst="bentConnector2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stCxn id="6" idx="2"/>
          </p:cNvCxnSpPr>
          <p:nvPr/>
        </p:nvCxnSpPr>
        <p:spPr>
          <a:xfrm rot="16200000" flipH="1">
            <a:off x="6089164" y="3577392"/>
            <a:ext cx="1593939" cy="1758748"/>
          </a:xfrm>
          <a:prstGeom prst="bentConnector2">
            <a:avLst/>
          </a:prstGeom>
          <a:ln w="41275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9037092" y="2841674"/>
            <a:ext cx="0" cy="1473152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6" idx="1"/>
          </p:cNvCxnSpPr>
          <p:nvPr/>
        </p:nvCxnSpPr>
        <p:spPr>
          <a:xfrm>
            <a:off x="3474720" y="3145447"/>
            <a:ext cx="974701" cy="0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/>
          <p:nvPr/>
        </p:nvCxnSpPr>
        <p:spPr>
          <a:xfrm rot="16200000" flipV="1">
            <a:off x="4548463" y="3044322"/>
            <a:ext cx="468000" cy="6048000"/>
          </a:xfrm>
          <a:prstGeom prst="bentConnector3">
            <a:avLst>
              <a:gd name="adj1" fmla="val 0"/>
            </a:avLst>
          </a:prstGeom>
          <a:ln w="41275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9645153" y="6312628"/>
            <a:ext cx="974701" cy="0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603" y="215301"/>
            <a:ext cx="1378978" cy="2692426"/>
          </a:xfrm>
          <a:prstGeom prst="rect">
            <a:avLst/>
          </a:prstGeom>
        </p:spPr>
      </p:pic>
      <p:sp>
        <p:nvSpPr>
          <p:cNvPr id="31" name="圆角矩形 30"/>
          <p:cNvSpPr/>
          <p:nvPr/>
        </p:nvSpPr>
        <p:spPr>
          <a:xfrm>
            <a:off x="10719582" y="5938108"/>
            <a:ext cx="1195753" cy="608520"/>
          </a:xfrm>
          <a:prstGeom prst="round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长期记忆</a:t>
            </a:r>
            <a:endParaRPr lang="zh-CN" altLang="en-US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798065" y="2360617"/>
            <a:ext cx="594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透过生词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06758" y="681169"/>
            <a:ext cx="1859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</a:t>
            </a:r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词析出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104195" y="3347417"/>
            <a:ext cx="1859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 记忆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06013" y="4368784"/>
            <a:ext cx="1859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透过不查</a:t>
            </a:r>
            <a:endParaRPr lang="en-US" altLang="zh-CN" sz="24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无意识记忆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962070" y="5840657"/>
            <a:ext cx="1859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遗忘</a:t>
            </a:r>
            <a:endParaRPr lang="zh-CN" altLang="en-US" sz="24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8610" y="1266397"/>
            <a:ext cx="2734432" cy="393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4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英文原著</a:t>
            </a:r>
            <a:endParaRPr lang="en-US" altLang="zh-CN" sz="4000" b="1" dirty="0" smtClean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>
              <a:lnSpc>
                <a:spcPct val="120000"/>
              </a:lnSpc>
            </a:pPr>
            <a:r>
              <a:rPr lang="en-US" altLang="zh-CN" dirty="0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Harry Potter and the Sorcerer’s Stone</a:t>
            </a:r>
          </a:p>
          <a:p>
            <a:pPr algn="dist">
              <a:lnSpc>
                <a:spcPct val="120000"/>
              </a:lnSpc>
            </a:pPr>
            <a:r>
              <a:rPr lang="en-US" altLang="zh-CN" dirty="0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CHAPTER ONE-THE BOY WHO LIVED</a:t>
            </a:r>
          </a:p>
          <a:p>
            <a:pPr algn="dist">
              <a:lnSpc>
                <a:spcPct val="120000"/>
              </a:lnSpc>
            </a:pPr>
            <a:r>
              <a:rPr lang="en-US" altLang="zh-CN" sz="1600" dirty="0" err="1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Mr.and</a:t>
            </a:r>
            <a:r>
              <a:rPr lang="en-US" altLang="zh-CN" sz="1600" dirty="0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Mrs.Dursley</a:t>
            </a:r>
            <a:r>
              <a:rPr lang="en-US" altLang="zh-CN" sz="1600" dirty="0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 , of number four, Privet Drive, were proud to say that they were perfectly normal, thank you very much.</a:t>
            </a:r>
            <a:endParaRPr lang="zh-CN" altLang="en-US" sz="1600" dirty="0">
              <a:solidFill>
                <a:srgbClr val="E60084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470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/>
          <p:cNvSpPr/>
          <p:nvPr/>
        </p:nvSpPr>
        <p:spPr>
          <a:xfrm rot="10800000">
            <a:off x="-2114549" y="2058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0" y="304428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如何选择</a:t>
            </a:r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适合自己的原著</a:t>
            </a:r>
            <a:endParaRPr lang="en-US" altLang="zh-CN" sz="6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79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4068000" cy="859809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兴趣选书</a:t>
            </a:r>
            <a:endParaRPr lang="zh-CN" altLang="en-US" sz="40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67998" y="0"/>
            <a:ext cx="8124001" cy="8598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3600" dirty="0" smtClean="0">
                <a:solidFill>
                  <a:srgbClr val="FFEF03"/>
                </a:solidFill>
                <a:latin typeface="Broadway" panose="04040905080B02020502" pitchFamily="82" charset="0"/>
              </a:rPr>
              <a:t>“The end justifies the means.”</a:t>
            </a:r>
            <a:endParaRPr lang="zh-CN" altLang="en-US" sz="3600" dirty="0">
              <a:solidFill>
                <a:srgbClr val="FFEF03"/>
              </a:solidFill>
              <a:latin typeface="Broadway" panose="04040905080B02020502" pitchFamily="82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64340" y="1251974"/>
            <a:ext cx="2018623" cy="3637536"/>
            <a:chOff x="1291770" y="1222946"/>
            <a:chExt cx="2018623" cy="363753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770" y="1222946"/>
              <a:ext cx="2018623" cy="3027936"/>
            </a:xfrm>
            <a:prstGeom prst="rect">
              <a:avLst/>
            </a:prstGeom>
          </p:spPr>
        </p:pic>
        <p:sp>
          <p:nvSpPr>
            <p:cNvPr id="12" name="矩形标注 11"/>
            <p:cNvSpPr/>
            <p:nvPr/>
          </p:nvSpPr>
          <p:spPr>
            <a:xfrm>
              <a:off x="1291771" y="4250882"/>
              <a:ext cx="2018621" cy="609600"/>
            </a:xfrm>
            <a:prstGeom prst="wedgeRectCallout">
              <a:avLst>
                <a:gd name="adj1" fmla="val 25108"/>
                <a:gd name="adj2" fmla="val -77976"/>
              </a:avLst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i="1" dirty="0">
                  <a:solidFill>
                    <a:srgbClr val="E60084"/>
                  </a:solidFill>
                  <a:latin typeface="Broadway" panose="04040905080B02020502" pitchFamily="82" charset="0"/>
                </a:rPr>
                <a:t>T</a:t>
              </a:r>
              <a:r>
                <a:rPr lang="en-US" altLang="zh-CN" sz="2400" i="1" dirty="0" smtClean="0">
                  <a:solidFill>
                    <a:srgbClr val="E60084"/>
                  </a:solidFill>
                  <a:latin typeface="Broadway" panose="04040905080B02020502" pitchFamily="82" charset="0"/>
                </a:rPr>
                <a:t>wilight</a:t>
              </a:r>
              <a:endParaRPr lang="zh-CN" altLang="en-US" sz="2400" i="1" dirty="0">
                <a:solidFill>
                  <a:srgbClr val="E60084"/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635999" y="1206408"/>
            <a:ext cx="1998666" cy="3683102"/>
            <a:chOff x="6284686" y="1177380"/>
            <a:chExt cx="1998666" cy="3683102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4686" y="1177380"/>
              <a:ext cx="1998665" cy="3073502"/>
            </a:xfrm>
            <a:prstGeom prst="rect">
              <a:avLst/>
            </a:prstGeom>
          </p:spPr>
        </p:pic>
        <p:sp>
          <p:nvSpPr>
            <p:cNvPr id="18" name="矩形标注 17"/>
            <p:cNvSpPr/>
            <p:nvPr/>
          </p:nvSpPr>
          <p:spPr>
            <a:xfrm>
              <a:off x="6284686" y="4250882"/>
              <a:ext cx="1998666" cy="609600"/>
            </a:xfrm>
            <a:prstGeom prst="wedgeRectCallout">
              <a:avLst>
                <a:gd name="adj1" fmla="val 25108"/>
                <a:gd name="adj2" fmla="val -77976"/>
              </a:avLst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600" i="1" dirty="0">
                  <a:solidFill>
                    <a:srgbClr val="E60084"/>
                  </a:solidFill>
                  <a:latin typeface="Broadway" panose="04040905080B02020502" pitchFamily="82" charset="0"/>
                </a:rPr>
                <a:t>Tess of the </a:t>
              </a:r>
              <a:r>
                <a:rPr lang="en-US" altLang="zh-CN" sz="1600" i="1" dirty="0" smtClean="0">
                  <a:solidFill>
                    <a:srgbClr val="E60084"/>
                  </a:solidFill>
                  <a:latin typeface="Broadway" panose="04040905080B02020502" pitchFamily="82" charset="0"/>
                </a:rPr>
                <a:t>D'Urbervilles</a:t>
              </a:r>
              <a:endParaRPr lang="en-US" altLang="zh-CN" sz="1600" i="1" dirty="0">
                <a:solidFill>
                  <a:srgbClr val="E60084"/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109025" y="1171521"/>
            <a:ext cx="2052939" cy="3717989"/>
            <a:chOff x="3764499" y="1142493"/>
            <a:chExt cx="2052939" cy="3717989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39" r="17438"/>
            <a:stretch/>
          </p:blipFill>
          <p:spPr>
            <a:xfrm>
              <a:off x="3764500" y="1142493"/>
              <a:ext cx="2039842" cy="3108389"/>
            </a:xfrm>
            <a:prstGeom prst="rect">
              <a:avLst/>
            </a:prstGeom>
          </p:spPr>
        </p:pic>
        <p:sp>
          <p:nvSpPr>
            <p:cNvPr id="13" name="矩形标注 12"/>
            <p:cNvSpPr/>
            <p:nvPr/>
          </p:nvSpPr>
          <p:spPr>
            <a:xfrm>
              <a:off x="3764499" y="4250882"/>
              <a:ext cx="2052939" cy="609600"/>
            </a:xfrm>
            <a:prstGeom prst="wedgeRectCallout">
              <a:avLst>
                <a:gd name="adj1" fmla="val 25108"/>
                <a:gd name="adj2" fmla="val -77976"/>
              </a:avLst>
            </a:prstGeom>
            <a:solidFill>
              <a:srgbClr val="FFEF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i="1" dirty="0" smtClean="0">
                  <a:solidFill>
                    <a:srgbClr val="E60084"/>
                  </a:solidFill>
                  <a:latin typeface="Broadway" panose="04040905080B02020502" pitchFamily="82" charset="0"/>
                </a:rPr>
                <a:t>House of Cards</a:t>
              </a:r>
              <a:endParaRPr lang="zh-CN" altLang="en-US" i="1" dirty="0">
                <a:solidFill>
                  <a:srgbClr val="E60084"/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5500915"/>
            <a:ext cx="12192000" cy="1357086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i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Tess of the D’Urbervilles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德伯家的苔丝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）的首万词不重复词数高达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2537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但我以“一路向西”的劲头读进去。美女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Tess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11 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末段被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××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的情节写得过于自然、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含蓄，以至于读过了都没发现，一翻页已是下一章的“</a:t>
            </a:r>
            <a:r>
              <a:rPr lang="en-US" altLang="zh-CN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Maiden No More</a:t>
            </a:r>
            <a:r>
              <a:rPr lang="zh-CN" altLang="en-US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”（处女不再）了。</a:t>
            </a:r>
            <a:endParaRPr lang="en-US" altLang="zh-CN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等腰三角形 22"/>
          <p:cNvSpPr/>
          <p:nvPr/>
        </p:nvSpPr>
        <p:spPr>
          <a:xfrm>
            <a:off x="9620819" y="5239657"/>
            <a:ext cx="319316" cy="261258"/>
          </a:xfrm>
          <a:prstGeom prst="triangl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07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/>
          <p:cNvSpPr/>
          <p:nvPr/>
        </p:nvSpPr>
        <p:spPr>
          <a:xfrm rot="10800000">
            <a:off x="-2114549" y="2058"/>
            <a:ext cx="8170634" cy="6858000"/>
          </a:xfrm>
          <a:prstGeom prst="trapezoid">
            <a:avLst>
              <a:gd name="adj" fmla="val 28687"/>
            </a:avLst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0" y="304428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手把手教</a:t>
            </a:r>
            <a:r>
              <a:rPr lang="zh-CN" altLang="en-US" sz="60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你透析英文读物</a:t>
            </a:r>
            <a:endParaRPr lang="en-US" altLang="zh-CN" sz="60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32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4068000" cy="6858000"/>
          </a:xfrm>
          <a:prstGeom prst="rect">
            <a:avLst/>
          </a:prstGeom>
          <a:solidFill>
            <a:srgbClr val="FFEF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b="1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透析准备</a:t>
            </a:r>
            <a:endParaRPr lang="en-US" altLang="zh-CN" sz="6600" b="1" dirty="0" smtClean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  <a:p>
            <a:pPr algn="ctr"/>
            <a:endParaRPr lang="zh-CN" altLang="en-US" sz="6600" b="1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67998" y="0"/>
            <a:ext cx="8124001" cy="68580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32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3530598"/>
            <a:ext cx="4067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测量你的词汇量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366891" y="1094992"/>
            <a:ext cx="7512148" cy="633046"/>
          </a:xfrm>
          <a:prstGeom prst="roundRect">
            <a:avLst>
              <a:gd name="adj" fmla="val 7778"/>
            </a:avLst>
          </a:prstGeom>
          <a:solidFill>
            <a:srgbClr val="FFF67D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www</a:t>
            </a:r>
            <a:r>
              <a:rPr lang="en-US" altLang="zh-CN" sz="2800" b="1" dirty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.</a:t>
            </a:r>
            <a:r>
              <a:rPr lang="en-US" altLang="zh-CN" sz="2800" b="1" dirty="0" smtClean="0">
                <a:solidFill>
                  <a:srgbClr val="E60084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testyourvocab.com</a:t>
            </a:r>
            <a:endParaRPr lang="zh-CN" altLang="en-US" sz="280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单圆角矩形 23"/>
          <p:cNvSpPr/>
          <p:nvPr/>
        </p:nvSpPr>
        <p:spPr>
          <a:xfrm>
            <a:off x="11072491" y="1094992"/>
            <a:ext cx="820616" cy="633046"/>
          </a:xfrm>
          <a:prstGeom prst="round1Rect">
            <a:avLst>
              <a:gd name="adj" fmla="val 7778"/>
            </a:avLst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1267016" y="1212083"/>
            <a:ext cx="438142" cy="379641"/>
            <a:chOff x="9224149" y="3229568"/>
            <a:chExt cx="438142" cy="379641"/>
          </a:xfr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任意多边形 25"/>
            <p:cNvSpPr/>
            <p:nvPr/>
          </p:nvSpPr>
          <p:spPr>
            <a:xfrm>
              <a:off x="9224149" y="3229568"/>
              <a:ext cx="360000" cy="360000"/>
            </a:xfrm>
            <a:custGeom>
              <a:avLst/>
              <a:gdLst>
                <a:gd name="connsiteX0" fmla="*/ 180000 w 360000"/>
                <a:gd name="connsiteY0" fmla="*/ 72000 h 360000"/>
                <a:gd name="connsiteX1" fmla="*/ 72000 w 360000"/>
                <a:gd name="connsiteY1" fmla="*/ 180000 h 360000"/>
                <a:gd name="connsiteX2" fmla="*/ 180000 w 360000"/>
                <a:gd name="connsiteY2" fmla="*/ 288000 h 360000"/>
                <a:gd name="connsiteX3" fmla="*/ 288000 w 360000"/>
                <a:gd name="connsiteY3" fmla="*/ 180000 h 360000"/>
                <a:gd name="connsiteX4" fmla="*/ 180000 w 360000"/>
                <a:gd name="connsiteY4" fmla="*/ 72000 h 360000"/>
                <a:gd name="connsiteX5" fmla="*/ 180000 w 360000"/>
                <a:gd name="connsiteY5" fmla="*/ 0 h 360000"/>
                <a:gd name="connsiteX6" fmla="*/ 360000 w 360000"/>
                <a:gd name="connsiteY6" fmla="*/ 180000 h 360000"/>
                <a:gd name="connsiteX7" fmla="*/ 180000 w 360000"/>
                <a:gd name="connsiteY7" fmla="*/ 360000 h 360000"/>
                <a:gd name="connsiteX8" fmla="*/ 0 w 360000"/>
                <a:gd name="connsiteY8" fmla="*/ 180000 h 360000"/>
                <a:gd name="connsiteX9" fmla="*/ 180000 w 360000"/>
                <a:gd name="connsiteY9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0000" h="360000">
                  <a:moveTo>
                    <a:pt x="180000" y="72000"/>
                  </a:moveTo>
                  <a:cubicBezTo>
                    <a:pt x="120353" y="72000"/>
                    <a:pt x="72000" y="120353"/>
                    <a:pt x="72000" y="180000"/>
                  </a:cubicBezTo>
                  <a:cubicBezTo>
                    <a:pt x="72000" y="239647"/>
                    <a:pt x="120353" y="288000"/>
                    <a:pt x="180000" y="288000"/>
                  </a:cubicBezTo>
                  <a:cubicBezTo>
                    <a:pt x="239647" y="288000"/>
                    <a:pt x="288000" y="239647"/>
                    <a:pt x="288000" y="180000"/>
                  </a:cubicBezTo>
                  <a:cubicBezTo>
                    <a:pt x="288000" y="120353"/>
                    <a:pt x="239647" y="72000"/>
                    <a:pt x="180000" y="72000"/>
                  </a:cubicBezTo>
                  <a:close/>
                  <a:moveTo>
                    <a:pt x="180000" y="0"/>
                  </a:moveTo>
                  <a:cubicBezTo>
                    <a:pt x="279411" y="0"/>
                    <a:pt x="360000" y="80589"/>
                    <a:pt x="360000" y="180000"/>
                  </a:cubicBezTo>
                  <a:cubicBezTo>
                    <a:pt x="360000" y="279411"/>
                    <a:pt x="279411" y="360000"/>
                    <a:pt x="180000" y="360000"/>
                  </a:cubicBezTo>
                  <a:cubicBezTo>
                    <a:pt x="80589" y="360000"/>
                    <a:pt x="0" y="279411"/>
                    <a:pt x="0" y="180000"/>
                  </a:cubicBezTo>
                  <a:cubicBezTo>
                    <a:pt x="0" y="80589"/>
                    <a:pt x="80589" y="0"/>
                    <a:pt x="18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/>
            <p:cNvCxnSpPr>
              <a:cxnSpLocks noChangeAspect="1"/>
            </p:cNvCxnSpPr>
            <p:nvPr/>
          </p:nvCxnSpPr>
          <p:spPr>
            <a:xfrm>
              <a:off x="9520541" y="3501209"/>
              <a:ext cx="141750" cy="108000"/>
            </a:xfrm>
            <a:prstGeom prst="line">
              <a:avLst/>
            </a:prstGeom>
            <a:solidFill>
              <a:schemeClr val="bg1"/>
            </a:solidFill>
            <a:ln w="762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4269770" y="322804"/>
            <a:ext cx="418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登陆专业的词汇测验网站</a:t>
            </a:r>
            <a:endParaRPr lang="zh-CN" altLang="en-US" sz="2800" b="1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65291" y="2013924"/>
            <a:ext cx="76278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位非英语专业的大二本科生，词汇量为</a:t>
            </a:r>
            <a:r>
              <a:rPr lang="en-US" altLang="zh-CN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3620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altLang="zh-CN" sz="20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位中国传媒大学毕业的硕士从事白领工作数年，但没有接触英语，词汇量为</a:t>
            </a:r>
            <a:r>
              <a:rPr lang="en-US" altLang="zh-CN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4000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altLang="zh-CN" sz="20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位中山大学毕业的本科生在外企工作数年，日常接触英语，词汇量为</a:t>
            </a:r>
            <a:r>
              <a:rPr lang="en-US" altLang="zh-CN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7000</a:t>
            </a:r>
            <a:r>
              <a:rPr lang="zh-CN" altLang="en-US" sz="20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altLang="zh-CN" sz="20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704518" y="3902324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366891" y="5541737"/>
            <a:ext cx="7512148" cy="972804"/>
          </a:xfrm>
          <a:prstGeom prst="roundRect">
            <a:avLst/>
          </a:prstGeom>
          <a:solidFill>
            <a:srgbClr val="FFF67D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作为非英语母语人士，我于</a:t>
            </a:r>
            <a:r>
              <a:rPr lang="en-US" altLang="zh-CN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月在</a:t>
            </a:r>
            <a:r>
              <a:rPr lang="en-US" altLang="zh-CN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testyourvocab.com</a:t>
            </a:r>
          </a:p>
          <a:p>
            <a:pPr algn="dist"/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自测词汇量为</a:t>
            </a:r>
            <a:r>
              <a:rPr lang="en-US" altLang="zh-CN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16700</a:t>
            </a:r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个，相当于</a:t>
            </a:r>
            <a:r>
              <a:rPr lang="en-US" altLang="zh-CN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</a:t>
            </a:r>
            <a:r>
              <a:rPr lang="zh-CN" altLang="en-US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的老外小孩。</a:t>
            </a:r>
            <a:endParaRPr lang="zh-CN" altLang="en-US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>
          <a:xfrm>
            <a:off x="10207075" y="5277278"/>
            <a:ext cx="362857" cy="271440"/>
          </a:xfrm>
          <a:prstGeom prst="triangle">
            <a:avLst/>
          </a:prstGeom>
          <a:solidFill>
            <a:srgbClr val="FFF67D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89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2"/>
            <a:ext cx="4068000" cy="6858001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b="1" ker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怎样学英语才是最有效的</a:t>
            </a:r>
            <a:endParaRPr lang="zh-CN" altLang="en-US" b="1" kern="0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1327071"/>
            <a:ext cx="4068000" cy="315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dirty="0" smtClean="0">
                <a:solidFill>
                  <a:srgbClr val="FFEF03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核心操作</a:t>
            </a:r>
            <a:endParaRPr lang="en-US" altLang="zh-CN" sz="7200" dirty="0" smtClean="0">
              <a:solidFill>
                <a:srgbClr val="FFEF03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567069"/>
            <a:ext cx="4068001" cy="615553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ctr"/>
            <a:r>
              <a:rPr lang="zh-CN" altLang="en-US" sz="34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en-US" altLang="zh-CN" sz="34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4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页只查</a:t>
            </a:r>
            <a:r>
              <a:rPr lang="en-US" altLang="zh-CN" sz="34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400" b="1" kern="0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个生词</a:t>
            </a:r>
            <a:endParaRPr lang="zh-CN" altLang="en-US" sz="3400" b="1" kern="0" dirty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5756" y="329784"/>
            <a:ext cx="144000" cy="8994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62350" y="329784"/>
            <a:ext cx="54000" cy="899409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F03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09181" y="341238"/>
            <a:ext cx="7632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生词太多</a:t>
            </a:r>
          </a:p>
          <a:p>
            <a:r>
              <a:rPr lang="zh-CN" altLang="en-US" sz="3000" b="1" dirty="0" smtClean="0">
                <a:solidFill>
                  <a:srgbClr val="E600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你是否经历过下面这个过程？</a:t>
            </a:r>
            <a:endParaRPr lang="zh-CN" altLang="en-US" sz="3000" b="1" dirty="0">
              <a:solidFill>
                <a:srgbClr val="E600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903076" y="5225157"/>
            <a:ext cx="1367973" cy="136797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3156390655"/>
              </p:ext>
            </p:extLst>
          </p:nvPr>
        </p:nvGraphicFramePr>
        <p:xfrm>
          <a:off x="4442606" y="1594524"/>
          <a:ext cx="7073403" cy="2842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圆角矩形标注 12"/>
          <p:cNvSpPr/>
          <p:nvPr/>
        </p:nvSpPr>
        <p:spPr>
          <a:xfrm>
            <a:off x="4659081" y="5081666"/>
            <a:ext cx="4572000" cy="1511464"/>
          </a:xfrm>
          <a:prstGeom prst="wedgeRoundRectCallout">
            <a:avLst>
              <a:gd name="adj1" fmla="val 57086"/>
              <a:gd name="adj2" fmla="val 19000"/>
              <a:gd name="adj3" fmla="val 16667"/>
            </a:avLst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en-US" altLang="zh-CN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页只查</a:t>
            </a:r>
            <a:r>
              <a:rPr lang="en-US" altLang="zh-CN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个生词！</a:t>
            </a:r>
            <a:endParaRPr lang="en-US" altLang="zh-CN" sz="2400" b="1" dirty="0" smtClean="0">
              <a:solidFill>
                <a:srgbClr val="FFEF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你才能坚持下去</a:t>
            </a:r>
            <a:r>
              <a:rPr lang="zh-CN" altLang="en-US" sz="2800" b="1" dirty="0">
                <a:solidFill>
                  <a:srgbClr val="FFEF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58182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69805" y="4530868"/>
            <a:ext cx="7236000" cy="388800"/>
          </a:xfrm>
          <a:prstGeom prst="rect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941091" y="3052947"/>
            <a:ext cx="5759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起来吧！</a:t>
            </a:r>
            <a:endParaRPr lang="zh-CN" altLang="en-US" sz="9600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  <p:sp>
        <p:nvSpPr>
          <p:cNvPr id="11" name="直角三角形 10"/>
          <p:cNvSpPr/>
          <p:nvPr/>
        </p:nvSpPr>
        <p:spPr>
          <a:xfrm rot="5400000">
            <a:off x="-1419530" y="1395000"/>
            <a:ext cx="6858000" cy="4068000"/>
          </a:xfrm>
          <a:prstGeom prst="rtTriangle">
            <a:avLst/>
          </a:prstGeom>
          <a:solidFill>
            <a:srgbClr val="E6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69971" y="1792777"/>
            <a:ext cx="305630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00" dirty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甩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41091" y="2058177"/>
            <a:ext cx="44394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400" dirty="0" smtClean="0">
                <a:solidFill>
                  <a:srgbClr val="E60084"/>
                </a:solidFill>
                <a:latin typeface="方正汉真广标简体" panose="02000000000000000000" pitchFamily="2" charset="-122"/>
                <a:ea typeface="方正汉真广标简体" panose="02000000000000000000" pitchFamily="2" charset="-122"/>
              </a:rPr>
              <a:t>把你的英语</a:t>
            </a:r>
            <a:endParaRPr lang="zh-CN" altLang="en-US" sz="6400" dirty="0">
              <a:solidFill>
                <a:srgbClr val="E60084"/>
              </a:solidFill>
              <a:latin typeface="方正汉真广标简体" panose="02000000000000000000" pitchFamily="2" charset="-122"/>
              <a:ea typeface="方正汉真广标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935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3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124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96314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2182</Words>
  <Application>Microsoft Office PowerPoint</Application>
  <PresentationFormat>宽屏</PresentationFormat>
  <Paragraphs>280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方正汉真广标简体</vt:lpstr>
      <vt:lpstr>Wingdings</vt:lpstr>
      <vt:lpstr>方正正黑简体</vt:lpstr>
      <vt:lpstr>宋体</vt:lpstr>
      <vt:lpstr>方正正中黑简体</vt:lpstr>
      <vt:lpstr>Calibri Light</vt:lpstr>
      <vt:lpstr>Calibri</vt:lpstr>
      <vt:lpstr>Broadway</vt:lpstr>
      <vt:lpstr>微软雅黑</vt:lpstr>
      <vt:lpstr>Arial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STONE</dc:creator>
  <cp:lastModifiedBy>小巴</cp:lastModifiedBy>
  <cp:revision>131</cp:revision>
  <dcterms:created xsi:type="dcterms:W3CDTF">2007-04-28T08:54:36Z</dcterms:created>
  <dcterms:modified xsi:type="dcterms:W3CDTF">2014-06-20T10:50:52Z</dcterms:modified>
</cp:coreProperties>
</file>