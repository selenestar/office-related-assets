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handoutMasterIdLst>
    <p:handoutMasterId r:id="rId38"/>
  </p:handoutMasterIdLst>
  <p:sldIdLst>
    <p:sldId id="308" r:id="rId3"/>
    <p:sldId id="309" r:id="rId4"/>
    <p:sldId id="258" r:id="rId5"/>
    <p:sldId id="259" r:id="rId6"/>
    <p:sldId id="319" r:id="rId7"/>
    <p:sldId id="310" r:id="rId8"/>
    <p:sldId id="303" r:id="rId9"/>
    <p:sldId id="279" r:id="rId10"/>
    <p:sldId id="311" r:id="rId11"/>
    <p:sldId id="285" r:id="rId12"/>
    <p:sldId id="282" r:id="rId13"/>
    <p:sldId id="290" r:id="rId14"/>
    <p:sldId id="312" r:id="rId15"/>
    <p:sldId id="262" r:id="rId16"/>
    <p:sldId id="324" r:id="rId17"/>
    <p:sldId id="305" r:id="rId18"/>
    <p:sldId id="306" r:id="rId19"/>
    <p:sldId id="264" r:id="rId20"/>
    <p:sldId id="313" r:id="rId21"/>
    <p:sldId id="266" r:id="rId22"/>
    <p:sldId id="293" r:id="rId23"/>
    <p:sldId id="268" r:id="rId24"/>
    <p:sldId id="294" r:id="rId25"/>
    <p:sldId id="270" r:id="rId26"/>
    <p:sldId id="323" r:id="rId27"/>
    <p:sldId id="320" r:id="rId28"/>
    <p:sldId id="325" r:id="rId29"/>
    <p:sldId id="314" r:id="rId30"/>
    <p:sldId id="273" r:id="rId31"/>
    <p:sldId id="288" r:id="rId32"/>
    <p:sldId id="289" r:id="rId33"/>
    <p:sldId id="322" r:id="rId34"/>
    <p:sldId id="326" r:id="rId35"/>
    <p:sldId id="327" r:id="rId36"/>
    <p:sldId id="328"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71" userDrawn="1">
          <p15:clr>
            <a:srgbClr val="A4A3A4"/>
          </p15:clr>
        </p15:guide>
        <p15:guide id="2" pos="3840" userDrawn="1">
          <p15:clr>
            <a:srgbClr val="A4A3A4"/>
          </p15:clr>
        </p15:guide>
        <p15:guide id="3" orient="horz" pos="663" userDrawn="1">
          <p15:clr>
            <a:srgbClr val="A4A3A4"/>
          </p15:clr>
        </p15:guide>
        <p15:guide id="4" pos="574" userDrawn="1">
          <p15:clr>
            <a:srgbClr val="A4A3A4"/>
          </p15:clr>
        </p15:guide>
        <p15:guide id="5" orient="horz" pos="3158" userDrawn="1">
          <p15:clr>
            <a:srgbClr val="A4A3A4"/>
          </p15:clr>
        </p15:guide>
        <p15:guide id="6" orient="horz" pos="2886" userDrawn="1">
          <p15:clr>
            <a:srgbClr val="A4A3A4"/>
          </p15:clr>
        </p15:guide>
        <p15:guide id="7" orient="horz" pos="2500" userDrawn="1">
          <p15:clr>
            <a:srgbClr val="A4A3A4"/>
          </p15:clr>
        </p15:guide>
        <p15:guide id="8" orient="horz" pos="1797" userDrawn="1">
          <p15:clr>
            <a:srgbClr val="A4A3A4"/>
          </p15:clr>
        </p15:guide>
        <p15:guide id="9" orient="horz" pos="2160" userDrawn="1">
          <p15:clr>
            <a:srgbClr val="A4A3A4"/>
          </p15:clr>
        </p15:guide>
        <p15:guide id="10" pos="2207" userDrawn="1">
          <p15:clr>
            <a:srgbClr val="A4A3A4"/>
          </p15:clr>
        </p15:guide>
        <p15:guide id="11" pos="5904" userDrawn="1">
          <p15:clr>
            <a:srgbClr val="A4A3A4"/>
          </p15:clr>
        </p15:guide>
        <p15:guide id="12" pos="4407" userDrawn="1">
          <p15:clr>
            <a:srgbClr val="A4A3A4"/>
          </p15:clr>
        </p15:guide>
        <p15:guide id="13" orient="horz" pos="1729" userDrawn="1">
          <p15:clr>
            <a:srgbClr val="A4A3A4"/>
          </p15:clr>
        </p15:guide>
        <p15:guide id="14" pos="5745" userDrawn="1">
          <p15:clr>
            <a:srgbClr val="A4A3A4"/>
          </p15:clr>
        </p15:guide>
        <p15:guide id="15" pos="6607" userDrawn="1">
          <p15:clr>
            <a:srgbClr val="A4A3A4"/>
          </p15:clr>
        </p15:guide>
        <p15:guide id="16" pos="4861" userDrawn="1">
          <p15:clr>
            <a:srgbClr val="A4A3A4"/>
          </p15:clr>
        </p15:guide>
        <p15:guide id="17" pos="1481" userDrawn="1">
          <p15:clr>
            <a:srgbClr val="A4A3A4"/>
          </p15:clr>
        </p15:guide>
        <p15:guide id="18" pos="6856" userDrawn="1">
          <p15:clr>
            <a:srgbClr val="A4A3A4"/>
          </p15:clr>
        </p15:guide>
        <p15:guide id="19" pos="721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94151" autoAdjust="0"/>
  </p:normalViewPr>
  <p:slideViewPr>
    <p:cSldViewPr snapToGrid="0">
      <p:cViewPr varScale="1">
        <p:scale>
          <a:sx n="70" d="100"/>
          <a:sy n="70" d="100"/>
        </p:scale>
        <p:origin x="738" y="60"/>
      </p:cViewPr>
      <p:guideLst>
        <p:guide orient="horz" pos="1071"/>
        <p:guide pos="3840"/>
        <p:guide orient="horz" pos="663"/>
        <p:guide pos="574"/>
        <p:guide orient="horz" pos="3158"/>
        <p:guide orient="horz" pos="2886"/>
        <p:guide orient="horz" pos="2500"/>
        <p:guide orient="horz" pos="1797"/>
        <p:guide orient="horz" pos="2160"/>
        <p:guide pos="2207"/>
        <p:guide pos="5904"/>
        <p:guide pos="4407"/>
        <p:guide orient="horz" pos="1729"/>
        <p:guide pos="5745"/>
        <p:guide pos="6607"/>
        <p:guide pos="4861"/>
        <p:guide pos="1481"/>
        <p:guide pos="6856"/>
        <p:guide pos="7219"/>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varScale="1">
        <p:scale>
          <a:sx n="51" d="100"/>
          <a:sy n="51" d="100"/>
        </p:scale>
        <p:origin x="201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522E7B-2A12-4FAA-9AAE-A964EC90337E}" type="datetimeFigureOut">
              <a:rPr lang="zh-CN" altLang="en-US" smtClean="0"/>
              <a:t>2014/8/13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BE9712-B76E-4CB2-A720-7247C13A08F6}" type="slidenum">
              <a:rPr lang="zh-CN" altLang="en-US" smtClean="0"/>
              <a:t>‹#›</a:t>
            </a:fld>
            <a:endParaRPr lang="zh-CN" altLang="en-US"/>
          </a:p>
        </p:txBody>
      </p:sp>
    </p:spTree>
    <p:extLst>
      <p:ext uri="{BB962C8B-B14F-4D97-AF65-F5344CB8AC3E}">
        <p14:creationId xmlns:p14="http://schemas.microsoft.com/office/powerpoint/2010/main" val="283986317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9314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1762792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49291"/>
            <a:ext cx="10515600" cy="769441"/>
          </a:xfrm>
        </p:spPr>
        <p:txBody>
          <a:bodyPr/>
          <a:lstStyle>
            <a:lvl1pPr>
              <a:defRPr>
                <a:solidFill>
                  <a:schemeClr val="bg1"/>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3427194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4208382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675625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bg1"/>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328989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921169"/>
            <a:ext cx="10515600" cy="1015663"/>
          </a:xfrm>
        </p:spPr>
        <p:txBody>
          <a:bodyPr anchor="b">
            <a:spAutoFit/>
          </a:bodyPr>
          <a:lstStyle>
            <a:lvl1pPr algn="ctr">
              <a:defRPr sz="6000" b="0">
                <a:solidFill>
                  <a:schemeClr val="bg1"/>
                </a:solidFill>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1314958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22633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103963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136378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451185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3065244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263050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3300682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15191067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331961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284C2EC-F852-470A-A9DD-86F0A59AC289}"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45184820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5BA8B93-8351-4898-BB24-564053CE230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4503090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6"/>
          </a:xfrm>
        </p:spPr>
        <p:txBody>
          <a:bodyPr anchor="b"/>
          <a:lstStyle>
            <a:lvl1pPr>
              <a:defRPr sz="54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15B5B81E-7CF0-4F5B-9FF8-B9F51549063A}"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6304528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CED4D57-6B8A-480D-AA65-EF318E8BA923}"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1619543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4"/>
            <a:ext cx="5157787"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Content Placeholder 3"/>
          <p:cNvSpPr>
            <a:spLocks noGrp="1"/>
          </p:cNvSpPr>
          <p:nvPr>
            <p:ph sz="half" idx="2"/>
          </p:nvPr>
        </p:nvSpPr>
        <p:spPr>
          <a:xfrm>
            <a:off x="839789"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2" y="1681164"/>
            <a:ext cx="5183188"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2" y="2505076"/>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zh-CN"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272F1E0D-3DB7-4B98-B5A2-0BD6175C0CFB}"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3768497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zh-CN">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F7E9454-2E4F-4179-AC26-B45346A8E5E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030488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zh-CN">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22AA2A7E-54E6-4B9A-B9F2-26045CE35D3E}"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922727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4CF94B2-F66F-4EE6-B1E1-D241C68DB758}"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1629294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4BB78EF-B977-4F0E-A8A5-6144ED39888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884105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2B8183D7-0B93-4594-ACC5-74436FEF7CD1}"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5935497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D8372D8-672D-457D-A7E8-104FA1A9EB7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265018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pattFill prst="sm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643186"/>
            <a:ext cx="10515600" cy="769441"/>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1754326"/>
          </a:xfrm>
          <a:prstGeom prst="rect">
            <a:avLst/>
          </a:prstGeom>
        </p:spPr>
        <p:txBody>
          <a:bodyPr vert="horz" lIns="91440" tIns="45720" rIns="91440" bIns="45720" rtlCol="0">
            <a:no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F2008B-CF64-4044-B34F-F4DFA784DB46}" type="datetimeFigureOut">
              <a:rPr lang="zh-CN" altLang="en-US" smtClean="0"/>
              <a:t>2014/8/13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FD9DB7-3E78-4E26-8FA7-C3B9A243D36B}" type="slidenum">
              <a:rPr lang="zh-CN" altLang="en-US" smtClean="0"/>
              <a:t>‹#›</a:t>
            </a:fld>
            <a:endParaRPr lang="zh-CN" altLang="en-US"/>
          </a:p>
        </p:txBody>
      </p:sp>
    </p:spTree>
    <p:extLst>
      <p:ext uri="{BB962C8B-B14F-4D97-AF65-F5344CB8AC3E}">
        <p14:creationId xmlns:p14="http://schemas.microsoft.com/office/powerpoint/2010/main" val="2818958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1" r:id="rId4"/>
    <p:sldLayoutId id="2147483662" r:id="rId5"/>
    <p:sldLayoutId id="2147483663"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pPr eaLnBrk="0" fontAlgn="base" hangingPunct="0">
              <a:spcBef>
                <a:spcPct val="0"/>
              </a:spcBef>
              <a:spcAft>
                <a:spcPct val="0"/>
              </a:spcAft>
              <a:defRPr/>
            </a:pPr>
            <a:fld id="{FB7F8D54-5516-4B2E-AB95-6F67C90F4696}" type="slidenum">
              <a:rPr lang="zh-CN" altLang="zh-CN" smtClean="0">
                <a:solidFill>
                  <a:prstClr val="black">
                    <a:tint val="75000"/>
                  </a:prstClr>
                </a:solidFill>
                <a:latin typeface="Arial" panose="020B0604020202020204" pitchFamily="34" charset="0"/>
              </a:rPr>
              <a:pPr eaLnBrk="0" fontAlgn="base" hangingPunct="0">
                <a:spcBef>
                  <a:spcPct val="0"/>
                </a:spcBef>
                <a:spcAft>
                  <a:spcPct val="0"/>
                </a:spcAft>
                <a:defRPr/>
              </a:pPr>
              <a:t>‹#›</a:t>
            </a:fld>
            <a:endParaRPr lang="zh-CN" altLang="zh-CN">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341505618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Layout" Target="../slideLayouts/slideLayout4.xml"/><Relationship Id="rId5" Type="http://schemas.microsoft.com/office/2007/relationships/hdphoto" Target="../media/hdphoto4.wdp"/><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duotone>
              <a:schemeClr val="accent4">
                <a:shade val="45000"/>
                <a:satMod val="135000"/>
              </a:schemeClr>
              <a:prstClr val="white"/>
            </a:duotone>
            <a:extLst>
              <a:ext uri="{BEBA8EAE-BF5A-486C-A8C5-ECC9F3942E4B}">
                <a14:imgProps xmlns:a14="http://schemas.microsoft.com/office/drawing/2010/main">
                  <a14:imgLayer r:embed="rId3">
                    <a14:imgEffect>
                      <a14:artisticPaintBrush/>
                    </a14:imgEffect>
                  </a14:imgLayer>
                </a14:imgProps>
              </a:ext>
            </a:extLst>
          </a:blip>
          <a:srcRect l="29280" t="8653" r="29721" b="29785"/>
          <a:stretch/>
        </p:blipFill>
        <p:spPr>
          <a:xfrm flipH="1">
            <a:off x="7348403" y="853440"/>
            <a:ext cx="4998720" cy="6004560"/>
          </a:xfrm>
          <a:custGeom>
            <a:avLst/>
            <a:gdLst>
              <a:gd name="connsiteX0" fmla="*/ 2987040 w 4998720"/>
              <a:gd name="connsiteY0" fmla="*/ 0 h 6004560"/>
              <a:gd name="connsiteX1" fmla="*/ 3291840 w 4998720"/>
              <a:gd name="connsiteY1" fmla="*/ 60960 h 6004560"/>
              <a:gd name="connsiteX2" fmla="*/ 3413760 w 4998720"/>
              <a:gd name="connsiteY2" fmla="*/ 289560 h 6004560"/>
              <a:gd name="connsiteX3" fmla="*/ 3108960 w 4998720"/>
              <a:gd name="connsiteY3" fmla="*/ 365760 h 6004560"/>
              <a:gd name="connsiteX4" fmla="*/ 3139440 w 4998720"/>
              <a:gd name="connsiteY4" fmla="*/ 670560 h 6004560"/>
              <a:gd name="connsiteX5" fmla="*/ 3093720 w 4998720"/>
              <a:gd name="connsiteY5" fmla="*/ 1325880 h 6004560"/>
              <a:gd name="connsiteX6" fmla="*/ 3002280 w 4998720"/>
              <a:gd name="connsiteY6" fmla="*/ 1554480 h 6004560"/>
              <a:gd name="connsiteX7" fmla="*/ 2910840 w 4998720"/>
              <a:gd name="connsiteY7" fmla="*/ 1996440 h 6004560"/>
              <a:gd name="connsiteX8" fmla="*/ 2956560 w 4998720"/>
              <a:gd name="connsiteY8" fmla="*/ 2514600 h 6004560"/>
              <a:gd name="connsiteX9" fmla="*/ 3093720 w 4998720"/>
              <a:gd name="connsiteY9" fmla="*/ 2773680 h 6004560"/>
              <a:gd name="connsiteX10" fmla="*/ 3337560 w 4998720"/>
              <a:gd name="connsiteY10" fmla="*/ 2865120 h 6004560"/>
              <a:gd name="connsiteX11" fmla="*/ 3307080 w 4998720"/>
              <a:gd name="connsiteY11" fmla="*/ 3108960 h 6004560"/>
              <a:gd name="connsiteX12" fmla="*/ 3672840 w 4998720"/>
              <a:gd name="connsiteY12" fmla="*/ 3139440 h 6004560"/>
              <a:gd name="connsiteX13" fmla="*/ 4922520 w 4998720"/>
              <a:gd name="connsiteY13" fmla="*/ 3200400 h 6004560"/>
              <a:gd name="connsiteX14" fmla="*/ 4998720 w 4998720"/>
              <a:gd name="connsiteY14" fmla="*/ 3688080 h 6004560"/>
              <a:gd name="connsiteX15" fmla="*/ 3108960 w 4998720"/>
              <a:gd name="connsiteY15" fmla="*/ 3581400 h 6004560"/>
              <a:gd name="connsiteX16" fmla="*/ 3078480 w 4998720"/>
              <a:gd name="connsiteY16" fmla="*/ 3855720 h 6004560"/>
              <a:gd name="connsiteX17" fmla="*/ 2849880 w 4998720"/>
              <a:gd name="connsiteY17" fmla="*/ 4312920 h 6004560"/>
              <a:gd name="connsiteX18" fmla="*/ 2778803 w 4998720"/>
              <a:gd name="connsiteY18" fmla="*/ 6004560 h 6004560"/>
              <a:gd name="connsiteX19" fmla="*/ 2196327 w 4998720"/>
              <a:gd name="connsiteY19" fmla="*/ 6004560 h 6004560"/>
              <a:gd name="connsiteX20" fmla="*/ 2225040 w 4998720"/>
              <a:gd name="connsiteY20" fmla="*/ 4023360 h 6004560"/>
              <a:gd name="connsiteX21" fmla="*/ 2118360 w 4998720"/>
              <a:gd name="connsiteY21" fmla="*/ 3611880 h 6004560"/>
              <a:gd name="connsiteX22" fmla="*/ 1005840 w 4998720"/>
              <a:gd name="connsiteY22" fmla="*/ 3688080 h 6004560"/>
              <a:gd name="connsiteX23" fmla="*/ 0 w 4998720"/>
              <a:gd name="connsiteY23" fmla="*/ 3566160 h 6004560"/>
              <a:gd name="connsiteX24" fmla="*/ 167640 w 4998720"/>
              <a:gd name="connsiteY24" fmla="*/ 3215640 h 6004560"/>
              <a:gd name="connsiteX25" fmla="*/ 944880 w 4998720"/>
              <a:gd name="connsiteY25" fmla="*/ 3078480 h 6004560"/>
              <a:gd name="connsiteX26" fmla="*/ 2240280 w 4998720"/>
              <a:gd name="connsiteY26" fmla="*/ 3139440 h 6004560"/>
              <a:gd name="connsiteX27" fmla="*/ 2484120 w 4998720"/>
              <a:gd name="connsiteY27" fmla="*/ 2941320 h 6004560"/>
              <a:gd name="connsiteX28" fmla="*/ 2194560 w 4998720"/>
              <a:gd name="connsiteY28" fmla="*/ 2423160 h 6004560"/>
              <a:gd name="connsiteX29" fmla="*/ 2194560 w 4998720"/>
              <a:gd name="connsiteY29" fmla="*/ 2072640 h 6004560"/>
              <a:gd name="connsiteX30" fmla="*/ 1767840 w 4998720"/>
              <a:gd name="connsiteY30" fmla="*/ 2042160 h 6004560"/>
              <a:gd name="connsiteX31" fmla="*/ 1767840 w 4998720"/>
              <a:gd name="connsiteY31" fmla="*/ 1645920 h 6004560"/>
              <a:gd name="connsiteX32" fmla="*/ 2087880 w 4998720"/>
              <a:gd name="connsiteY32" fmla="*/ 1447800 h 6004560"/>
              <a:gd name="connsiteX33" fmla="*/ 2011680 w 4998720"/>
              <a:gd name="connsiteY33" fmla="*/ 1173480 h 6004560"/>
              <a:gd name="connsiteX34" fmla="*/ 2103120 w 4998720"/>
              <a:gd name="connsiteY34" fmla="*/ 777240 h 6004560"/>
              <a:gd name="connsiteX35" fmla="*/ 2529840 w 4998720"/>
              <a:gd name="connsiteY35" fmla="*/ 365760 h 6004560"/>
              <a:gd name="connsiteX36" fmla="*/ 2651760 w 4998720"/>
              <a:gd name="connsiteY36" fmla="*/ 45720 h 600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98720" h="6004560">
                <a:moveTo>
                  <a:pt x="2987040" y="0"/>
                </a:moveTo>
                <a:lnTo>
                  <a:pt x="3291840" y="60960"/>
                </a:lnTo>
                <a:lnTo>
                  <a:pt x="3413760" y="289560"/>
                </a:lnTo>
                <a:lnTo>
                  <a:pt x="3108960" y="365760"/>
                </a:lnTo>
                <a:lnTo>
                  <a:pt x="3139440" y="670560"/>
                </a:lnTo>
                <a:lnTo>
                  <a:pt x="3093720" y="1325880"/>
                </a:lnTo>
                <a:lnTo>
                  <a:pt x="3002280" y="1554480"/>
                </a:lnTo>
                <a:lnTo>
                  <a:pt x="2910840" y="1996440"/>
                </a:lnTo>
                <a:lnTo>
                  <a:pt x="2956560" y="2514600"/>
                </a:lnTo>
                <a:lnTo>
                  <a:pt x="3093720" y="2773680"/>
                </a:lnTo>
                <a:lnTo>
                  <a:pt x="3337560" y="2865120"/>
                </a:lnTo>
                <a:lnTo>
                  <a:pt x="3307080" y="3108960"/>
                </a:lnTo>
                <a:lnTo>
                  <a:pt x="3672840" y="3139440"/>
                </a:lnTo>
                <a:lnTo>
                  <a:pt x="4922520" y="3200400"/>
                </a:lnTo>
                <a:lnTo>
                  <a:pt x="4998720" y="3688080"/>
                </a:lnTo>
                <a:lnTo>
                  <a:pt x="3108960" y="3581400"/>
                </a:lnTo>
                <a:lnTo>
                  <a:pt x="3078480" y="3855720"/>
                </a:lnTo>
                <a:lnTo>
                  <a:pt x="2849880" y="4312920"/>
                </a:lnTo>
                <a:lnTo>
                  <a:pt x="2778803" y="6004560"/>
                </a:lnTo>
                <a:lnTo>
                  <a:pt x="2196327" y="6004560"/>
                </a:lnTo>
                <a:lnTo>
                  <a:pt x="2225040" y="4023360"/>
                </a:lnTo>
                <a:lnTo>
                  <a:pt x="2118360" y="3611880"/>
                </a:lnTo>
                <a:lnTo>
                  <a:pt x="1005840" y="3688080"/>
                </a:lnTo>
                <a:lnTo>
                  <a:pt x="0" y="3566160"/>
                </a:lnTo>
                <a:lnTo>
                  <a:pt x="167640" y="3215640"/>
                </a:lnTo>
                <a:lnTo>
                  <a:pt x="944880" y="3078480"/>
                </a:lnTo>
                <a:lnTo>
                  <a:pt x="2240280" y="3139440"/>
                </a:lnTo>
                <a:lnTo>
                  <a:pt x="2484120" y="2941320"/>
                </a:lnTo>
                <a:lnTo>
                  <a:pt x="2194560" y="2423160"/>
                </a:lnTo>
                <a:lnTo>
                  <a:pt x="2194560" y="2072640"/>
                </a:lnTo>
                <a:lnTo>
                  <a:pt x="1767840" y="2042160"/>
                </a:lnTo>
                <a:lnTo>
                  <a:pt x="1767840" y="1645920"/>
                </a:lnTo>
                <a:lnTo>
                  <a:pt x="2087880" y="1447800"/>
                </a:lnTo>
                <a:lnTo>
                  <a:pt x="2011680" y="1173480"/>
                </a:lnTo>
                <a:lnTo>
                  <a:pt x="2103120" y="777240"/>
                </a:lnTo>
                <a:lnTo>
                  <a:pt x="2529840" y="365760"/>
                </a:lnTo>
                <a:lnTo>
                  <a:pt x="2651760" y="45720"/>
                </a:lnTo>
                <a:close/>
              </a:path>
            </a:pathLst>
          </a:custGeom>
        </p:spPr>
      </p:pic>
      <p:sp>
        <p:nvSpPr>
          <p:cNvPr id="10" name="矩形 9"/>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2"/>
          <p:cNvSpPr txBox="1">
            <a:spLocks/>
          </p:cNvSpPr>
          <p:nvPr/>
        </p:nvSpPr>
        <p:spPr>
          <a:xfrm>
            <a:off x="838200" y="6490951"/>
            <a:ext cx="7748588" cy="25857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dist">
              <a:buFont typeface="Arial" panose="020B0604020202020204" pitchFamily="34" charset="0"/>
              <a:buNone/>
            </a:pPr>
            <a:r>
              <a:rPr lang="en-US" altLang="zh-CN" sz="1800" dirty="0" smtClean="0">
                <a:solidFill>
                  <a:schemeClr val="bg1"/>
                </a:solidFill>
              </a:rPr>
              <a:t>[</a:t>
            </a:r>
            <a:r>
              <a:rPr lang="zh-CN" altLang="en-US" sz="1800" dirty="0" smtClean="0">
                <a:solidFill>
                  <a:schemeClr val="bg1"/>
                </a:solidFill>
              </a:rPr>
              <a:t>美</a:t>
            </a:r>
            <a:r>
              <a:rPr lang="en-US" altLang="zh-CN" sz="1800" dirty="0" smtClean="0">
                <a:solidFill>
                  <a:schemeClr val="bg1"/>
                </a:solidFill>
              </a:rPr>
              <a:t>]</a:t>
            </a:r>
            <a:r>
              <a:rPr lang="zh-CN" altLang="en-US" sz="1800" dirty="0" smtClean="0">
                <a:solidFill>
                  <a:schemeClr val="bg1"/>
                </a:solidFill>
              </a:rPr>
              <a:t>谢利</a:t>
            </a:r>
            <a:r>
              <a:rPr lang="en-US" altLang="zh-CN" sz="1800" dirty="0" smtClean="0">
                <a:solidFill>
                  <a:schemeClr val="bg1"/>
                </a:solidFill>
                <a:sym typeface="Wingdings" panose="05000000000000000000" pitchFamily="2" charset="2"/>
              </a:rPr>
              <a:t>·</a:t>
            </a:r>
            <a:r>
              <a:rPr lang="zh-CN" altLang="en-US" sz="1800" dirty="0" smtClean="0">
                <a:solidFill>
                  <a:schemeClr val="bg1"/>
                </a:solidFill>
              </a:rPr>
              <a:t>卡根 ◎著        贝小戎等 </a:t>
            </a:r>
            <a:r>
              <a:rPr lang="en-US" altLang="zh-CN" sz="1800" dirty="0" smtClean="0">
                <a:solidFill>
                  <a:schemeClr val="bg1"/>
                </a:solidFill>
              </a:rPr>
              <a:t>◎</a:t>
            </a:r>
            <a:r>
              <a:rPr lang="zh-CN" altLang="en-US" sz="1800" dirty="0" smtClean="0">
                <a:solidFill>
                  <a:schemeClr val="bg1"/>
                </a:solidFill>
              </a:rPr>
              <a:t>译        糖炒诗人</a:t>
            </a:r>
            <a:r>
              <a:rPr lang="en-US" altLang="zh-CN" sz="1800" dirty="0" smtClean="0">
                <a:solidFill>
                  <a:schemeClr val="bg1"/>
                </a:solidFill>
              </a:rPr>
              <a:t>- ◎</a:t>
            </a:r>
            <a:r>
              <a:rPr lang="zh-CN" altLang="en-US" sz="1800" dirty="0" smtClean="0">
                <a:solidFill>
                  <a:schemeClr val="bg1"/>
                </a:solidFill>
              </a:rPr>
              <a:t>读书笔记</a:t>
            </a:r>
            <a:r>
              <a:rPr lang="en-US" altLang="zh-CN" sz="1800" dirty="0" smtClean="0">
                <a:solidFill>
                  <a:schemeClr val="bg1"/>
                </a:solidFill>
              </a:rPr>
              <a:t>PPT</a:t>
            </a:r>
          </a:p>
          <a:p>
            <a:pPr marL="0" indent="0" algn="dist">
              <a:buFont typeface="Arial" panose="020B0604020202020204" pitchFamily="34" charset="0"/>
              <a:buNone/>
            </a:pPr>
            <a:endParaRPr lang="en-US" altLang="zh-CN" sz="1800" dirty="0" smtClean="0">
              <a:solidFill>
                <a:schemeClr val="bg1"/>
              </a:solidFill>
            </a:endParaRPr>
          </a:p>
        </p:txBody>
      </p:sp>
      <p:sp>
        <p:nvSpPr>
          <p:cNvPr id="11" name="矩形 10"/>
          <p:cNvSpPr/>
          <p:nvPr/>
        </p:nvSpPr>
        <p:spPr>
          <a:xfrm>
            <a:off x="795699" y="647408"/>
            <a:ext cx="3865161" cy="4508927"/>
          </a:xfrm>
          <a:prstGeom prst="rect">
            <a:avLst/>
          </a:prstGeom>
        </p:spPr>
        <p:txBody>
          <a:bodyPr wrap="none">
            <a:spAutoFit/>
          </a:bodyPr>
          <a:lstStyle/>
          <a:p>
            <a:r>
              <a:rPr lang="zh-CN" altLang="en-US" sz="28700" dirty="0" smtClean="0">
                <a:solidFill>
                  <a:srgbClr val="5F350E"/>
                </a:solidFill>
                <a:latin typeface="方正粗宋简体"/>
                <a:ea typeface="方正粗宋简体"/>
              </a:rPr>
              <a:t>死</a:t>
            </a:r>
            <a:endParaRPr lang="zh-CN" altLang="en-US" sz="4000" dirty="0"/>
          </a:p>
        </p:txBody>
      </p:sp>
      <p:sp>
        <p:nvSpPr>
          <p:cNvPr id="12" name="矩形 11"/>
          <p:cNvSpPr/>
          <p:nvPr/>
        </p:nvSpPr>
        <p:spPr>
          <a:xfrm>
            <a:off x="923402" y="4479387"/>
            <a:ext cx="3531803" cy="584775"/>
          </a:xfrm>
          <a:prstGeom prst="rect">
            <a:avLst/>
          </a:prstGeom>
        </p:spPr>
        <p:txBody>
          <a:bodyPr wrap="square">
            <a:spAutoFit/>
          </a:bodyPr>
          <a:lstStyle/>
          <a:p>
            <a:pPr algn="ctr"/>
            <a:r>
              <a:rPr lang="zh-CN" altLang="en-US" sz="3200" dirty="0" smtClean="0">
                <a:solidFill>
                  <a:schemeClr val="tx1">
                    <a:lumMod val="95000"/>
                    <a:lumOff val="5000"/>
                  </a:schemeClr>
                </a:solidFill>
                <a:latin typeface="+mj-ea"/>
                <a:ea typeface="+mj-ea"/>
              </a:rPr>
              <a:t>和</a:t>
            </a:r>
            <a:r>
              <a:rPr lang="zh-CN" altLang="en-US" sz="3200" dirty="0">
                <a:solidFill>
                  <a:schemeClr val="tx1">
                    <a:lumMod val="95000"/>
                    <a:lumOff val="5000"/>
                  </a:schemeClr>
                </a:solidFill>
                <a:latin typeface="+mj-ea"/>
                <a:ea typeface="+mj-ea"/>
              </a:rPr>
              <a:t>你想的不太一样</a:t>
            </a:r>
          </a:p>
        </p:txBody>
      </p:sp>
      <p:sp>
        <p:nvSpPr>
          <p:cNvPr id="13" name="矩形 12"/>
          <p:cNvSpPr/>
          <p:nvPr/>
        </p:nvSpPr>
        <p:spPr>
          <a:xfrm>
            <a:off x="4479291" y="2413591"/>
            <a:ext cx="2736647" cy="3154710"/>
          </a:xfrm>
          <a:prstGeom prst="rect">
            <a:avLst/>
          </a:prstGeom>
        </p:spPr>
        <p:txBody>
          <a:bodyPr wrap="none">
            <a:spAutoFit/>
          </a:bodyPr>
          <a:lstStyle/>
          <a:p>
            <a:r>
              <a:rPr lang="zh-CN" altLang="en-US" sz="19900" dirty="0">
                <a:solidFill>
                  <a:srgbClr val="5F350E"/>
                </a:solidFill>
                <a:latin typeface="方正粗宋简体"/>
                <a:ea typeface="方正粗宋简体"/>
              </a:rPr>
              <a:t>亡</a:t>
            </a:r>
            <a:endParaRPr lang="zh-CN" altLang="en-US" sz="3200" dirty="0"/>
          </a:p>
        </p:txBody>
      </p:sp>
      <p:sp>
        <p:nvSpPr>
          <p:cNvPr id="16" name="文本框 15"/>
          <p:cNvSpPr txBox="1"/>
          <p:nvPr/>
        </p:nvSpPr>
        <p:spPr>
          <a:xfrm>
            <a:off x="4484233" y="1528164"/>
            <a:ext cx="2114681" cy="400110"/>
          </a:xfrm>
          <a:prstGeom prst="rect">
            <a:avLst/>
          </a:prstGeom>
          <a:noFill/>
        </p:spPr>
        <p:txBody>
          <a:bodyPr wrap="none" rtlCol="0">
            <a:spAutoFit/>
          </a:bodyPr>
          <a:lstStyle/>
          <a:p>
            <a:r>
              <a:rPr lang="zh-CN" altLang="en-US" sz="2000" dirty="0" smtClean="0">
                <a:solidFill>
                  <a:schemeClr val="tx1">
                    <a:lumMod val="95000"/>
                    <a:lumOff val="5000"/>
                  </a:schemeClr>
                </a:solidFill>
                <a:latin typeface="SentyZHAO 新蒂赵孟頫" panose="03000600000000000000" pitchFamily="66" charset="-122"/>
                <a:ea typeface="SentyZHAO 新蒂赵孟頫" panose="03000600000000000000" pitchFamily="66" charset="-122"/>
              </a:rPr>
              <a:t>耶鲁大学公开课</a:t>
            </a:r>
            <a:endParaRPr lang="zh-CN" altLang="en-US" sz="2000" dirty="0">
              <a:solidFill>
                <a:schemeClr val="tx1">
                  <a:lumMod val="95000"/>
                  <a:lumOff val="5000"/>
                </a:schemeClr>
              </a:solidFill>
              <a:latin typeface="SentyZHAO 新蒂赵孟頫" panose="03000600000000000000" pitchFamily="66" charset="-122"/>
              <a:ea typeface="SentyZHAO 新蒂赵孟頫" panose="03000600000000000000" pitchFamily="66" charset="-122"/>
            </a:endParaRPr>
          </a:p>
        </p:txBody>
      </p:sp>
      <p:sp>
        <p:nvSpPr>
          <p:cNvPr id="17" name="文本框 16"/>
          <p:cNvSpPr txBox="1"/>
          <p:nvPr/>
        </p:nvSpPr>
        <p:spPr>
          <a:xfrm>
            <a:off x="4455205" y="1665109"/>
            <a:ext cx="2568332" cy="1200329"/>
          </a:xfrm>
          <a:prstGeom prst="rect">
            <a:avLst/>
          </a:prstGeom>
          <a:noFill/>
        </p:spPr>
        <p:txBody>
          <a:bodyPr wrap="none" rtlCol="0">
            <a:spAutoFit/>
          </a:bodyPr>
          <a:lstStyle/>
          <a:p>
            <a:r>
              <a:rPr lang="en-US" altLang="zh-CN" sz="7200" b="1" dirty="0" smtClean="0">
                <a:solidFill>
                  <a:schemeClr val="accent1"/>
                </a:solidFill>
                <a:latin typeface="SentyZHAO 新蒂赵孟頫" panose="03000600000000000000" pitchFamily="66" charset="-122"/>
                <a:ea typeface="SentyZHAO 新蒂赵孟頫" panose="03000600000000000000" pitchFamily="66" charset="-122"/>
              </a:rPr>
              <a:t>D</a:t>
            </a:r>
            <a:r>
              <a:rPr lang="en-US" altLang="zh-CN" sz="7200" b="1" dirty="0" smtClean="0">
                <a:solidFill>
                  <a:schemeClr val="accent2"/>
                </a:solidFill>
                <a:latin typeface="SentyZHAO 新蒂赵孟頫" panose="03000600000000000000" pitchFamily="66" charset="-122"/>
                <a:ea typeface="SentyZHAO 新蒂赵孟頫" panose="03000600000000000000" pitchFamily="66" charset="-122"/>
              </a:rPr>
              <a:t>E</a:t>
            </a:r>
            <a:r>
              <a:rPr lang="en-US" altLang="zh-CN" sz="7200" b="1" dirty="0" smtClean="0">
                <a:solidFill>
                  <a:schemeClr val="accent3"/>
                </a:solidFill>
                <a:latin typeface="SentyZHAO 新蒂赵孟頫" panose="03000600000000000000" pitchFamily="66" charset="-122"/>
                <a:ea typeface="SentyZHAO 新蒂赵孟頫" panose="03000600000000000000" pitchFamily="66" charset="-122"/>
              </a:rPr>
              <a:t>A</a:t>
            </a:r>
            <a:r>
              <a:rPr lang="en-US" altLang="zh-CN" sz="7200" b="1" dirty="0" smtClean="0">
                <a:solidFill>
                  <a:schemeClr val="accent4"/>
                </a:solidFill>
                <a:latin typeface="SentyZHAO 新蒂赵孟頫" panose="03000600000000000000" pitchFamily="66" charset="-122"/>
                <a:ea typeface="SentyZHAO 新蒂赵孟頫" panose="03000600000000000000" pitchFamily="66" charset="-122"/>
              </a:rPr>
              <a:t>T</a:t>
            </a:r>
            <a:r>
              <a:rPr lang="en-US" altLang="zh-CN" sz="7200" b="1" dirty="0" smtClean="0">
                <a:solidFill>
                  <a:schemeClr val="accent5"/>
                </a:solidFill>
                <a:latin typeface="SentyZHAO 新蒂赵孟頫" panose="03000600000000000000" pitchFamily="66" charset="-122"/>
                <a:ea typeface="SentyZHAO 新蒂赵孟頫" panose="03000600000000000000" pitchFamily="66" charset="-122"/>
              </a:rPr>
              <a:t>H</a:t>
            </a:r>
            <a:endParaRPr lang="zh-CN" altLang="en-US" sz="7200" b="1" dirty="0">
              <a:solidFill>
                <a:schemeClr val="accent5"/>
              </a:solidFill>
              <a:latin typeface="SentyZHAO 新蒂赵孟頫" panose="03000600000000000000" pitchFamily="66" charset="-122"/>
              <a:ea typeface="SentyZHAO 新蒂赵孟頫" panose="03000600000000000000" pitchFamily="66" charset="-122"/>
            </a:endParaRPr>
          </a:p>
        </p:txBody>
      </p:sp>
    </p:spTree>
    <p:extLst>
      <p:ext uri="{BB962C8B-B14F-4D97-AF65-F5344CB8AC3E}">
        <p14:creationId xmlns:p14="http://schemas.microsoft.com/office/powerpoint/2010/main" val="3225611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332951" y="2636104"/>
            <a:ext cx="3826582" cy="1250249"/>
            <a:chOff x="1620941" y="1930239"/>
            <a:chExt cx="3826582" cy="1250249"/>
          </a:xfrm>
        </p:grpSpPr>
        <p:sp>
          <p:nvSpPr>
            <p:cNvPr id="32" name="矩形标注 17"/>
            <p:cNvSpPr/>
            <p:nvPr/>
          </p:nvSpPr>
          <p:spPr>
            <a:xfrm>
              <a:off x="1620941" y="2000952"/>
              <a:ext cx="3783040" cy="1179536"/>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1045761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597681 w 3783040"/>
                <a:gd name="connsiteY3" fmla="*/ 159657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101599 h 1353707"/>
                <a:gd name="connsiteX1" fmla="*/ 2021577 w 3783040"/>
                <a:gd name="connsiteY1" fmla="*/ 101599 h 1353707"/>
                <a:gd name="connsiteX2" fmla="*/ 2021577 w 3783040"/>
                <a:gd name="connsiteY2" fmla="*/ 101599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0 w 3783040"/>
                <a:gd name="connsiteY0" fmla="*/ 101599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522514 w 3783040"/>
                <a:gd name="connsiteY0" fmla="*/ 333828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522514 w 3783040"/>
                <a:gd name="connsiteY16"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0 w 3783040"/>
                <a:gd name="connsiteY12" fmla="*/ 1145022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0198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58938 w 3783040"/>
                <a:gd name="connsiteY8" fmla="*/ 1019878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65560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07502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92549 w 3783040"/>
                <a:gd name="connsiteY10" fmla="*/ 7876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49006 w 3783040"/>
                <a:gd name="connsiteY10" fmla="*/ 8892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391887 h 1281138"/>
                <a:gd name="connsiteX1" fmla="*/ 1774834 w 3783040"/>
                <a:gd name="connsiteY1" fmla="*/ 319316 h 1281138"/>
                <a:gd name="connsiteX2" fmla="*/ 2350938 w 3783040"/>
                <a:gd name="connsiteY2" fmla="*/ 0 h 1281138"/>
                <a:gd name="connsiteX3" fmla="*/ 3160760 w 3783040"/>
                <a:gd name="connsiteY3" fmla="*/ 304802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059160 w 3783040"/>
                <a:gd name="connsiteY3" fmla="*/ 377374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189788 w 3783040"/>
                <a:gd name="connsiteY3" fmla="*/ 319317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72573 h 961824"/>
                <a:gd name="connsiteX1" fmla="*/ 1774834 w 3783040"/>
                <a:gd name="connsiteY1" fmla="*/ 2 h 961824"/>
                <a:gd name="connsiteX2" fmla="*/ 2467052 w 3783040"/>
                <a:gd name="connsiteY2" fmla="*/ 0 h 961824"/>
                <a:gd name="connsiteX3" fmla="*/ 3189788 w 3783040"/>
                <a:gd name="connsiteY3" fmla="*/ 3 h 961824"/>
                <a:gd name="connsiteX4" fmla="*/ 3407502 w 3783040"/>
                <a:gd name="connsiteY4" fmla="*/ 570740 h 961824"/>
                <a:gd name="connsiteX5" fmla="*/ 3783040 w 3783040"/>
                <a:gd name="connsiteY5" fmla="*/ 886105 h 961824"/>
                <a:gd name="connsiteX6" fmla="*/ 3465560 w 3783040"/>
                <a:gd name="connsiteY6" fmla="*/ 883767 h 961824"/>
                <a:gd name="connsiteX7" fmla="*/ 3218817 w 3783040"/>
                <a:gd name="connsiteY7" fmla="*/ 744110 h 961824"/>
                <a:gd name="connsiteX8" fmla="*/ 2858938 w 3783040"/>
                <a:gd name="connsiteY8" fmla="*/ 758623 h 961824"/>
                <a:gd name="connsiteX9" fmla="*/ 2457005 w 3783040"/>
                <a:gd name="connsiteY9" fmla="*/ 961824 h 961824"/>
                <a:gd name="connsiteX10" fmla="*/ 1949006 w 3783040"/>
                <a:gd name="connsiteY10" fmla="*/ 874738 h 961824"/>
                <a:gd name="connsiteX11" fmla="*/ 827314 w 3783040"/>
                <a:gd name="connsiteY11" fmla="*/ 918281 h 961824"/>
                <a:gd name="connsiteX12" fmla="*/ 348343 w 3783040"/>
                <a:gd name="connsiteY12" fmla="*/ 753139 h 961824"/>
                <a:gd name="connsiteX13" fmla="*/ 0 w 3783040"/>
                <a:gd name="connsiteY13" fmla="*/ 570740 h 961824"/>
                <a:gd name="connsiteX14" fmla="*/ 0 w 3783040"/>
                <a:gd name="connsiteY14" fmla="*/ 570740 h 961824"/>
                <a:gd name="connsiteX15" fmla="*/ 522514 w 3783040"/>
                <a:gd name="connsiteY15" fmla="*/ 72573 h 961824"/>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49006 w 3783040"/>
                <a:gd name="connsiteY10" fmla="*/ 1092450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05464 w 3783040"/>
                <a:gd name="connsiteY10" fmla="*/ 1165021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3040" h="1179536">
                  <a:moveTo>
                    <a:pt x="522514" y="290285"/>
                  </a:moveTo>
                  <a:lnTo>
                    <a:pt x="1658720" y="0"/>
                  </a:lnTo>
                  <a:lnTo>
                    <a:pt x="2467052" y="217712"/>
                  </a:lnTo>
                  <a:lnTo>
                    <a:pt x="3189788" y="217715"/>
                  </a:lnTo>
                  <a:lnTo>
                    <a:pt x="3407502" y="788452"/>
                  </a:lnTo>
                  <a:lnTo>
                    <a:pt x="3783040" y="1103817"/>
                  </a:lnTo>
                  <a:lnTo>
                    <a:pt x="3465560" y="1101479"/>
                  </a:lnTo>
                  <a:lnTo>
                    <a:pt x="3218817" y="961822"/>
                  </a:lnTo>
                  <a:lnTo>
                    <a:pt x="2858938" y="976335"/>
                  </a:lnTo>
                  <a:lnTo>
                    <a:pt x="2457005" y="1179536"/>
                  </a:lnTo>
                  <a:lnTo>
                    <a:pt x="1905464" y="1165021"/>
                  </a:lnTo>
                  <a:lnTo>
                    <a:pt x="827314" y="1135993"/>
                  </a:lnTo>
                  <a:lnTo>
                    <a:pt x="348343" y="970851"/>
                  </a:lnTo>
                  <a:lnTo>
                    <a:pt x="0" y="788452"/>
                  </a:lnTo>
                  <a:lnTo>
                    <a:pt x="0" y="788452"/>
                  </a:lnTo>
                  <a:lnTo>
                    <a:pt x="522514" y="290285"/>
                  </a:lnTo>
                  <a:close/>
                </a:path>
              </a:pathLst>
            </a:custGeom>
            <a:solidFill>
              <a:schemeClr val="accent5">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标注 17"/>
            <p:cNvSpPr/>
            <p:nvPr/>
          </p:nvSpPr>
          <p:spPr>
            <a:xfrm>
              <a:off x="1664483" y="1930239"/>
              <a:ext cx="3783040" cy="1179536"/>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1045761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597681 w 3783040"/>
                <a:gd name="connsiteY3" fmla="*/ 159657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101599 h 1353707"/>
                <a:gd name="connsiteX1" fmla="*/ 2021577 w 3783040"/>
                <a:gd name="connsiteY1" fmla="*/ 101599 h 1353707"/>
                <a:gd name="connsiteX2" fmla="*/ 2021577 w 3783040"/>
                <a:gd name="connsiteY2" fmla="*/ 101599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0 w 3783040"/>
                <a:gd name="connsiteY0" fmla="*/ 101599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522514 w 3783040"/>
                <a:gd name="connsiteY0" fmla="*/ 333828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522514 w 3783040"/>
                <a:gd name="connsiteY16"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0 w 3783040"/>
                <a:gd name="connsiteY12" fmla="*/ 1145022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0198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58938 w 3783040"/>
                <a:gd name="connsiteY8" fmla="*/ 1019878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65560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07502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92549 w 3783040"/>
                <a:gd name="connsiteY10" fmla="*/ 7876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49006 w 3783040"/>
                <a:gd name="connsiteY10" fmla="*/ 8892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391887 h 1281138"/>
                <a:gd name="connsiteX1" fmla="*/ 1774834 w 3783040"/>
                <a:gd name="connsiteY1" fmla="*/ 319316 h 1281138"/>
                <a:gd name="connsiteX2" fmla="*/ 2350938 w 3783040"/>
                <a:gd name="connsiteY2" fmla="*/ 0 h 1281138"/>
                <a:gd name="connsiteX3" fmla="*/ 3160760 w 3783040"/>
                <a:gd name="connsiteY3" fmla="*/ 304802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059160 w 3783040"/>
                <a:gd name="connsiteY3" fmla="*/ 377374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189788 w 3783040"/>
                <a:gd name="connsiteY3" fmla="*/ 319317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72573 h 961824"/>
                <a:gd name="connsiteX1" fmla="*/ 1774834 w 3783040"/>
                <a:gd name="connsiteY1" fmla="*/ 2 h 961824"/>
                <a:gd name="connsiteX2" fmla="*/ 2467052 w 3783040"/>
                <a:gd name="connsiteY2" fmla="*/ 0 h 961824"/>
                <a:gd name="connsiteX3" fmla="*/ 3189788 w 3783040"/>
                <a:gd name="connsiteY3" fmla="*/ 3 h 961824"/>
                <a:gd name="connsiteX4" fmla="*/ 3407502 w 3783040"/>
                <a:gd name="connsiteY4" fmla="*/ 570740 h 961824"/>
                <a:gd name="connsiteX5" fmla="*/ 3783040 w 3783040"/>
                <a:gd name="connsiteY5" fmla="*/ 886105 h 961824"/>
                <a:gd name="connsiteX6" fmla="*/ 3465560 w 3783040"/>
                <a:gd name="connsiteY6" fmla="*/ 883767 h 961824"/>
                <a:gd name="connsiteX7" fmla="*/ 3218817 w 3783040"/>
                <a:gd name="connsiteY7" fmla="*/ 744110 h 961824"/>
                <a:gd name="connsiteX8" fmla="*/ 2858938 w 3783040"/>
                <a:gd name="connsiteY8" fmla="*/ 758623 h 961824"/>
                <a:gd name="connsiteX9" fmla="*/ 2457005 w 3783040"/>
                <a:gd name="connsiteY9" fmla="*/ 961824 h 961824"/>
                <a:gd name="connsiteX10" fmla="*/ 1949006 w 3783040"/>
                <a:gd name="connsiteY10" fmla="*/ 874738 h 961824"/>
                <a:gd name="connsiteX11" fmla="*/ 827314 w 3783040"/>
                <a:gd name="connsiteY11" fmla="*/ 918281 h 961824"/>
                <a:gd name="connsiteX12" fmla="*/ 348343 w 3783040"/>
                <a:gd name="connsiteY12" fmla="*/ 753139 h 961824"/>
                <a:gd name="connsiteX13" fmla="*/ 0 w 3783040"/>
                <a:gd name="connsiteY13" fmla="*/ 570740 h 961824"/>
                <a:gd name="connsiteX14" fmla="*/ 0 w 3783040"/>
                <a:gd name="connsiteY14" fmla="*/ 570740 h 961824"/>
                <a:gd name="connsiteX15" fmla="*/ 522514 w 3783040"/>
                <a:gd name="connsiteY15" fmla="*/ 72573 h 961824"/>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49006 w 3783040"/>
                <a:gd name="connsiteY10" fmla="*/ 1092450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05464 w 3783040"/>
                <a:gd name="connsiteY10" fmla="*/ 1165021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3040" h="1179536">
                  <a:moveTo>
                    <a:pt x="522514" y="290285"/>
                  </a:moveTo>
                  <a:lnTo>
                    <a:pt x="1658720" y="0"/>
                  </a:lnTo>
                  <a:lnTo>
                    <a:pt x="2467052" y="217712"/>
                  </a:lnTo>
                  <a:lnTo>
                    <a:pt x="3189788" y="217715"/>
                  </a:lnTo>
                  <a:lnTo>
                    <a:pt x="3407502" y="788452"/>
                  </a:lnTo>
                  <a:lnTo>
                    <a:pt x="3783040" y="1103817"/>
                  </a:lnTo>
                  <a:lnTo>
                    <a:pt x="3465560" y="1101479"/>
                  </a:lnTo>
                  <a:lnTo>
                    <a:pt x="3218817" y="961822"/>
                  </a:lnTo>
                  <a:lnTo>
                    <a:pt x="2858938" y="976335"/>
                  </a:lnTo>
                  <a:lnTo>
                    <a:pt x="2457005" y="1179536"/>
                  </a:lnTo>
                  <a:lnTo>
                    <a:pt x="1905464" y="1165021"/>
                  </a:lnTo>
                  <a:lnTo>
                    <a:pt x="827314" y="1135993"/>
                  </a:lnTo>
                  <a:lnTo>
                    <a:pt x="348343" y="970851"/>
                  </a:lnTo>
                  <a:lnTo>
                    <a:pt x="0" y="788452"/>
                  </a:lnTo>
                  <a:lnTo>
                    <a:pt x="0" y="788452"/>
                  </a:lnTo>
                  <a:lnTo>
                    <a:pt x="522514" y="290285"/>
                  </a:lnTo>
                  <a:close/>
                </a:path>
              </a:pathLst>
            </a:cu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1231349" y="4582047"/>
            <a:ext cx="4073326" cy="1208366"/>
            <a:chOff x="1231349" y="4155965"/>
            <a:chExt cx="4073326" cy="1208366"/>
          </a:xfrm>
        </p:grpSpPr>
        <p:sp>
          <p:nvSpPr>
            <p:cNvPr id="41" name="矩形标注 28"/>
            <p:cNvSpPr/>
            <p:nvPr/>
          </p:nvSpPr>
          <p:spPr>
            <a:xfrm>
              <a:off x="1231349" y="4199312"/>
              <a:ext cx="4044298" cy="1165019"/>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886104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0 w 3783040"/>
                <a:gd name="connsiteY0" fmla="*/ 0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149746 w 3932786"/>
                <a:gd name="connsiteY0" fmla="*/ 0 h 1252108"/>
                <a:gd name="connsiteX1" fmla="*/ 2171323 w 3932786"/>
                <a:gd name="connsiteY1" fmla="*/ 0 h 1252108"/>
                <a:gd name="connsiteX2" fmla="*/ 1300466 w 3932786"/>
                <a:gd name="connsiteY2" fmla="*/ 217714 h 1252108"/>
                <a:gd name="connsiteX3" fmla="*/ 3037713 w 3932786"/>
                <a:gd name="connsiteY3" fmla="*/ 0 h 1252108"/>
                <a:gd name="connsiteX4" fmla="*/ 3615306 w 3932786"/>
                <a:gd name="connsiteY4" fmla="*/ 0 h 1252108"/>
                <a:gd name="connsiteX5" fmla="*/ 3615306 w 3932786"/>
                <a:gd name="connsiteY5" fmla="*/ 730396 h 1252108"/>
                <a:gd name="connsiteX6" fmla="*/ 3932786 w 3932786"/>
                <a:gd name="connsiteY6" fmla="*/ 886104 h 1252108"/>
                <a:gd name="connsiteX7" fmla="*/ 3615306 w 3932786"/>
                <a:gd name="connsiteY7" fmla="*/ 1043423 h 1252108"/>
                <a:gd name="connsiteX8" fmla="*/ 3615306 w 3932786"/>
                <a:gd name="connsiteY8" fmla="*/ 1252108 h 1252108"/>
                <a:gd name="connsiteX9" fmla="*/ 2761942 w 3932786"/>
                <a:gd name="connsiteY9" fmla="*/ 860222 h 1252108"/>
                <a:gd name="connsiteX10" fmla="*/ 2171323 w 3932786"/>
                <a:gd name="connsiteY10" fmla="*/ 1252108 h 1252108"/>
                <a:gd name="connsiteX11" fmla="*/ 1939094 w 3932786"/>
                <a:gd name="connsiteY11" fmla="*/ 1135994 h 1252108"/>
                <a:gd name="connsiteX12" fmla="*/ 614203 w 3932786"/>
                <a:gd name="connsiteY12" fmla="*/ 860222 h 1252108"/>
                <a:gd name="connsiteX13" fmla="*/ 149746 w 3932786"/>
                <a:gd name="connsiteY13" fmla="*/ 1043423 h 1252108"/>
                <a:gd name="connsiteX14" fmla="*/ 149746 w 3932786"/>
                <a:gd name="connsiteY14" fmla="*/ 730396 h 1252108"/>
                <a:gd name="connsiteX15" fmla="*/ 149746 w 3932786"/>
                <a:gd name="connsiteY15" fmla="*/ 730396 h 1252108"/>
                <a:gd name="connsiteX16" fmla="*/ 149746 w 3932786"/>
                <a:gd name="connsiteY16" fmla="*/ 0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1557688 w 3783040"/>
                <a:gd name="connsiteY3" fmla="*/ 188687 h 1252108"/>
                <a:gd name="connsiteX4" fmla="*/ 2887967 w 3783040"/>
                <a:gd name="connsiteY4" fmla="*/ 0 h 1252108"/>
                <a:gd name="connsiteX5" fmla="*/ 3465560 w 3783040"/>
                <a:gd name="connsiteY5" fmla="*/ 0 h 1252108"/>
                <a:gd name="connsiteX6" fmla="*/ 3465560 w 3783040"/>
                <a:gd name="connsiteY6" fmla="*/ 730396 h 1252108"/>
                <a:gd name="connsiteX7" fmla="*/ 3783040 w 3783040"/>
                <a:gd name="connsiteY7" fmla="*/ 886104 h 1252108"/>
                <a:gd name="connsiteX8" fmla="*/ 3465560 w 3783040"/>
                <a:gd name="connsiteY8" fmla="*/ 1043423 h 1252108"/>
                <a:gd name="connsiteX9" fmla="*/ 3465560 w 3783040"/>
                <a:gd name="connsiteY9" fmla="*/ 1252108 h 1252108"/>
                <a:gd name="connsiteX10" fmla="*/ 2612196 w 3783040"/>
                <a:gd name="connsiteY10" fmla="*/ 860222 h 1252108"/>
                <a:gd name="connsiteX11" fmla="*/ 2021577 w 3783040"/>
                <a:gd name="connsiteY11" fmla="*/ 1252108 h 1252108"/>
                <a:gd name="connsiteX12" fmla="*/ 1789348 w 3783040"/>
                <a:gd name="connsiteY12" fmla="*/ 1135994 h 1252108"/>
                <a:gd name="connsiteX13" fmla="*/ 464457 w 3783040"/>
                <a:gd name="connsiteY13" fmla="*/ 860222 h 1252108"/>
                <a:gd name="connsiteX14" fmla="*/ 0 w 3783040"/>
                <a:gd name="connsiteY14" fmla="*/ 1043423 h 1252108"/>
                <a:gd name="connsiteX15" fmla="*/ 0 w 3783040"/>
                <a:gd name="connsiteY15" fmla="*/ 730396 h 1252108"/>
                <a:gd name="connsiteX16" fmla="*/ 0 w 3783040"/>
                <a:gd name="connsiteY16"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657234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265348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899155"/>
                <a:gd name="connsiteY0" fmla="*/ 469139 h 1252108"/>
                <a:gd name="connsiteX1" fmla="*/ 381463 w 3899155"/>
                <a:gd name="connsiteY1" fmla="*/ 130628 h 1252108"/>
                <a:gd name="connsiteX2" fmla="*/ 3004082 w 3899155"/>
                <a:gd name="connsiteY2" fmla="*/ 0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469139 h 1252108"/>
                <a:gd name="connsiteX1" fmla="*/ 381463 w 3899155"/>
                <a:gd name="connsiteY1" fmla="*/ 130628 h 1252108"/>
                <a:gd name="connsiteX2" fmla="*/ 2887968 w 3899155"/>
                <a:gd name="connsiteY2" fmla="*/ 174172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581675 w 3899155"/>
                <a:gd name="connsiteY6" fmla="*/ 912795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57339 w 3899155"/>
                <a:gd name="connsiteY8" fmla="*/ 918280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905463 w 3899155"/>
                <a:gd name="connsiteY9" fmla="*/ 1005366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542606 w 3899155"/>
                <a:gd name="connsiteY9" fmla="*/ 816680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580572 w 3899155"/>
                <a:gd name="connsiteY10" fmla="*/ 729594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116115 w 3899155"/>
                <a:gd name="connsiteY10" fmla="*/ 912795 h 1005365"/>
                <a:gd name="connsiteX11" fmla="*/ 116115 w 3899155"/>
                <a:gd name="connsiteY11" fmla="*/ 599768 h 1005365"/>
                <a:gd name="connsiteX12" fmla="*/ 0 w 3899155"/>
                <a:gd name="connsiteY12" fmla="*/ 338511 h 1005365"/>
                <a:gd name="connsiteX0" fmla="*/ 0 w 3899155"/>
                <a:gd name="connsiteY0" fmla="*/ 338511 h 1005365"/>
                <a:gd name="connsiteX1" fmla="*/ 381463 w 3899155"/>
                <a:gd name="connsiteY1" fmla="*/ 0 h 1005365"/>
                <a:gd name="connsiteX2" fmla="*/ 1746376 w 3899155"/>
                <a:gd name="connsiteY2" fmla="*/ 29031 h 1005365"/>
                <a:gd name="connsiteX3" fmla="*/ 2887968 w 3899155"/>
                <a:gd name="connsiteY3" fmla="*/ 43544 h 1005365"/>
                <a:gd name="connsiteX4" fmla="*/ 3363961 w 3899155"/>
                <a:gd name="connsiteY4" fmla="*/ 261258 h 1005365"/>
                <a:gd name="connsiteX5" fmla="*/ 3581675 w 3899155"/>
                <a:gd name="connsiteY5" fmla="*/ 599768 h 1005365"/>
                <a:gd name="connsiteX6" fmla="*/ 3899155 w 3899155"/>
                <a:gd name="connsiteY6" fmla="*/ 755476 h 1005365"/>
                <a:gd name="connsiteX7" fmla="*/ 3320418 w 3899155"/>
                <a:gd name="connsiteY7" fmla="*/ 767652 h 1005365"/>
                <a:gd name="connsiteX8" fmla="*/ 2757339 w 3899155"/>
                <a:gd name="connsiteY8" fmla="*/ 918280 h 1005365"/>
                <a:gd name="connsiteX9" fmla="*/ 2137692 w 3899155"/>
                <a:gd name="connsiteY9" fmla="*/ 1005365 h 1005365"/>
                <a:gd name="connsiteX10" fmla="*/ 1542606 w 3899155"/>
                <a:gd name="connsiteY10" fmla="*/ 816680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498165 h 1165019"/>
                <a:gd name="connsiteX1" fmla="*/ 381463 w 3899155"/>
                <a:gd name="connsiteY1" fmla="*/ 159654 h 1165019"/>
                <a:gd name="connsiteX2" fmla="*/ 1746376 w 3899155"/>
                <a:gd name="connsiteY2" fmla="*/ 0 h 1165019"/>
                <a:gd name="connsiteX3" fmla="*/ 2887968 w 3899155"/>
                <a:gd name="connsiteY3" fmla="*/ 203198 h 1165019"/>
                <a:gd name="connsiteX4" fmla="*/ 3363961 w 3899155"/>
                <a:gd name="connsiteY4" fmla="*/ 420912 h 1165019"/>
                <a:gd name="connsiteX5" fmla="*/ 3581675 w 3899155"/>
                <a:gd name="connsiteY5" fmla="*/ 759422 h 1165019"/>
                <a:gd name="connsiteX6" fmla="*/ 3899155 w 3899155"/>
                <a:gd name="connsiteY6" fmla="*/ 915130 h 1165019"/>
                <a:gd name="connsiteX7" fmla="*/ 3320418 w 3899155"/>
                <a:gd name="connsiteY7" fmla="*/ 927306 h 1165019"/>
                <a:gd name="connsiteX8" fmla="*/ 2757339 w 3899155"/>
                <a:gd name="connsiteY8" fmla="*/ 1077934 h 1165019"/>
                <a:gd name="connsiteX9" fmla="*/ 2137692 w 3899155"/>
                <a:gd name="connsiteY9" fmla="*/ 1165019 h 1165019"/>
                <a:gd name="connsiteX10" fmla="*/ 1542606 w 3899155"/>
                <a:gd name="connsiteY10" fmla="*/ 976334 h 1165019"/>
                <a:gd name="connsiteX11" fmla="*/ 116115 w 3899155"/>
                <a:gd name="connsiteY11" fmla="*/ 1072449 h 1165019"/>
                <a:gd name="connsiteX12" fmla="*/ 116115 w 3899155"/>
                <a:gd name="connsiteY12" fmla="*/ 759422 h 1165019"/>
                <a:gd name="connsiteX13" fmla="*/ 0 w 38991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581675 w 4102355"/>
                <a:gd name="connsiteY5" fmla="*/ 759422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697789 w 4102355"/>
                <a:gd name="connsiteY5" fmla="*/ 527194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697789 w 4044298"/>
                <a:gd name="connsiteY5" fmla="*/ 527194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970849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854735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44298" h="1165019">
                  <a:moveTo>
                    <a:pt x="0" y="498165"/>
                  </a:moveTo>
                  <a:lnTo>
                    <a:pt x="381463" y="159654"/>
                  </a:lnTo>
                  <a:lnTo>
                    <a:pt x="1746376" y="0"/>
                  </a:lnTo>
                  <a:lnTo>
                    <a:pt x="2887968" y="203198"/>
                  </a:lnTo>
                  <a:lnTo>
                    <a:pt x="3363961" y="420912"/>
                  </a:lnTo>
                  <a:lnTo>
                    <a:pt x="3596189" y="541709"/>
                  </a:lnTo>
                  <a:lnTo>
                    <a:pt x="4044298" y="349072"/>
                  </a:lnTo>
                  <a:lnTo>
                    <a:pt x="3639732" y="854735"/>
                  </a:lnTo>
                  <a:lnTo>
                    <a:pt x="2757339" y="1077934"/>
                  </a:lnTo>
                  <a:lnTo>
                    <a:pt x="2137692" y="1165019"/>
                  </a:lnTo>
                  <a:lnTo>
                    <a:pt x="1542606" y="976334"/>
                  </a:lnTo>
                  <a:lnTo>
                    <a:pt x="116115" y="1072449"/>
                  </a:lnTo>
                  <a:lnTo>
                    <a:pt x="116115" y="759422"/>
                  </a:lnTo>
                  <a:lnTo>
                    <a:pt x="0" y="498165"/>
                  </a:lnTo>
                  <a:close/>
                </a:path>
              </a:pathLst>
            </a:custGeom>
            <a:solidFill>
              <a:schemeClr val="accent6">
                <a:lumMod val="90000"/>
                <a:lumOff val="1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标注 28"/>
            <p:cNvSpPr/>
            <p:nvPr/>
          </p:nvSpPr>
          <p:spPr>
            <a:xfrm>
              <a:off x="1260377" y="4155965"/>
              <a:ext cx="4044298" cy="1165019"/>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886104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0 w 3783040"/>
                <a:gd name="connsiteY0" fmla="*/ 0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149746 w 3932786"/>
                <a:gd name="connsiteY0" fmla="*/ 0 h 1252108"/>
                <a:gd name="connsiteX1" fmla="*/ 2171323 w 3932786"/>
                <a:gd name="connsiteY1" fmla="*/ 0 h 1252108"/>
                <a:gd name="connsiteX2" fmla="*/ 1300466 w 3932786"/>
                <a:gd name="connsiteY2" fmla="*/ 217714 h 1252108"/>
                <a:gd name="connsiteX3" fmla="*/ 3037713 w 3932786"/>
                <a:gd name="connsiteY3" fmla="*/ 0 h 1252108"/>
                <a:gd name="connsiteX4" fmla="*/ 3615306 w 3932786"/>
                <a:gd name="connsiteY4" fmla="*/ 0 h 1252108"/>
                <a:gd name="connsiteX5" fmla="*/ 3615306 w 3932786"/>
                <a:gd name="connsiteY5" fmla="*/ 730396 h 1252108"/>
                <a:gd name="connsiteX6" fmla="*/ 3932786 w 3932786"/>
                <a:gd name="connsiteY6" fmla="*/ 886104 h 1252108"/>
                <a:gd name="connsiteX7" fmla="*/ 3615306 w 3932786"/>
                <a:gd name="connsiteY7" fmla="*/ 1043423 h 1252108"/>
                <a:gd name="connsiteX8" fmla="*/ 3615306 w 3932786"/>
                <a:gd name="connsiteY8" fmla="*/ 1252108 h 1252108"/>
                <a:gd name="connsiteX9" fmla="*/ 2761942 w 3932786"/>
                <a:gd name="connsiteY9" fmla="*/ 860222 h 1252108"/>
                <a:gd name="connsiteX10" fmla="*/ 2171323 w 3932786"/>
                <a:gd name="connsiteY10" fmla="*/ 1252108 h 1252108"/>
                <a:gd name="connsiteX11" fmla="*/ 1939094 w 3932786"/>
                <a:gd name="connsiteY11" fmla="*/ 1135994 h 1252108"/>
                <a:gd name="connsiteX12" fmla="*/ 614203 w 3932786"/>
                <a:gd name="connsiteY12" fmla="*/ 860222 h 1252108"/>
                <a:gd name="connsiteX13" fmla="*/ 149746 w 3932786"/>
                <a:gd name="connsiteY13" fmla="*/ 1043423 h 1252108"/>
                <a:gd name="connsiteX14" fmla="*/ 149746 w 3932786"/>
                <a:gd name="connsiteY14" fmla="*/ 730396 h 1252108"/>
                <a:gd name="connsiteX15" fmla="*/ 149746 w 3932786"/>
                <a:gd name="connsiteY15" fmla="*/ 730396 h 1252108"/>
                <a:gd name="connsiteX16" fmla="*/ 149746 w 3932786"/>
                <a:gd name="connsiteY16" fmla="*/ 0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1557688 w 3783040"/>
                <a:gd name="connsiteY3" fmla="*/ 188687 h 1252108"/>
                <a:gd name="connsiteX4" fmla="*/ 2887967 w 3783040"/>
                <a:gd name="connsiteY4" fmla="*/ 0 h 1252108"/>
                <a:gd name="connsiteX5" fmla="*/ 3465560 w 3783040"/>
                <a:gd name="connsiteY5" fmla="*/ 0 h 1252108"/>
                <a:gd name="connsiteX6" fmla="*/ 3465560 w 3783040"/>
                <a:gd name="connsiteY6" fmla="*/ 730396 h 1252108"/>
                <a:gd name="connsiteX7" fmla="*/ 3783040 w 3783040"/>
                <a:gd name="connsiteY7" fmla="*/ 886104 h 1252108"/>
                <a:gd name="connsiteX8" fmla="*/ 3465560 w 3783040"/>
                <a:gd name="connsiteY8" fmla="*/ 1043423 h 1252108"/>
                <a:gd name="connsiteX9" fmla="*/ 3465560 w 3783040"/>
                <a:gd name="connsiteY9" fmla="*/ 1252108 h 1252108"/>
                <a:gd name="connsiteX10" fmla="*/ 2612196 w 3783040"/>
                <a:gd name="connsiteY10" fmla="*/ 860222 h 1252108"/>
                <a:gd name="connsiteX11" fmla="*/ 2021577 w 3783040"/>
                <a:gd name="connsiteY11" fmla="*/ 1252108 h 1252108"/>
                <a:gd name="connsiteX12" fmla="*/ 1789348 w 3783040"/>
                <a:gd name="connsiteY12" fmla="*/ 1135994 h 1252108"/>
                <a:gd name="connsiteX13" fmla="*/ 464457 w 3783040"/>
                <a:gd name="connsiteY13" fmla="*/ 860222 h 1252108"/>
                <a:gd name="connsiteX14" fmla="*/ 0 w 3783040"/>
                <a:gd name="connsiteY14" fmla="*/ 1043423 h 1252108"/>
                <a:gd name="connsiteX15" fmla="*/ 0 w 3783040"/>
                <a:gd name="connsiteY15" fmla="*/ 730396 h 1252108"/>
                <a:gd name="connsiteX16" fmla="*/ 0 w 3783040"/>
                <a:gd name="connsiteY16"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657234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265348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899155"/>
                <a:gd name="connsiteY0" fmla="*/ 469139 h 1252108"/>
                <a:gd name="connsiteX1" fmla="*/ 381463 w 3899155"/>
                <a:gd name="connsiteY1" fmla="*/ 130628 h 1252108"/>
                <a:gd name="connsiteX2" fmla="*/ 3004082 w 3899155"/>
                <a:gd name="connsiteY2" fmla="*/ 0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469139 h 1252108"/>
                <a:gd name="connsiteX1" fmla="*/ 381463 w 3899155"/>
                <a:gd name="connsiteY1" fmla="*/ 130628 h 1252108"/>
                <a:gd name="connsiteX2" fmla="*/ 2887968 w 3899155"/>
                <a:gd name="connsiteY2" fmla="*/ 174172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581675 w 3899155"/>
                <a:gd name="connsiteY6" fmla="*/ 912795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57339 w 3899155"/>
                <a:gd name="connsiteY8" fmla="*/ 918280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905463 w 3899155"/>
                <a:gd name="connsiteY9" fmla="*/ 1005366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542606 w 3899155"/>
                <a:gd name="connsiteY9" fmla="*/ 816680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580572 w 3899155"/>
                <a:gd name="connsiteY10" fmla="*/ 729594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116115 w 3899155"/>
                <a:gd name="connsiteY10" fmla="*/ 912795 h 1005365"/>
                <a:gd name="connsiteX11" fmla="*/ 116115 w 3899155"/>
                <a:gd name="connsiteY11" fmla="*/ 599768 h 1005365"/>
                <a:gd name="connsiteX12" fmla="*/ 0 w 3899155"/>
                <a:gd name="connsiteY12" fmla="*/ 338511 h 1005365"/>
                <a:gd name="connsiteX0" fmla="*/ 0 w 3899155"/>
                <a:gd name="connsiteY0" fmla="*/ 338511 h 1005365"/>
                <a:gd name="connsiteX1" fmla="*/ 381463 w 3899155"/>
                <a:gd name="connsiteY1" fmla="*/ 0 h 1005365"/>
                <a:gd name="connsiteX2" fmla="*/ 1746376 w 3899155"/>
                <a:gd name="connsiteY2" fmla="*/ 29031 h 1005365"/>
                <a:gd name="connsiteX3" fmla="*/ 2887968 w 3899155"/>
                <a:gd name="connsiteY3" fmla="*/ 43544 h 1005365"/>
                <a:gd name="connsiteX4" fmla="*/ 3363961 w 3899155"/>
                <a:gd name="connsiteY4" fmla="*/ 261258 h 1005365"/>
                <a:gd name="connsiteX5" fmla="*/ 3581675 w 3899155"/>
                <a:gd name="connsiteY5" fmla="*/ 599768 h 1005365"/>
                <a:gd name="connsiteX6" fmla="*/ 3899155 w 3899155"/>
                <a:gd name="connsiteY6" fmla="*/ 755476 h 1005365"/>
                <a:gd name="connsiteX7" fmla="*/ 3320418 w 3899155"/>
                <a:gd name="connsiteY7" fmla="*/ 767652 h 1005365"/>
                <a:gd name="connsiteX8" fmla="*/ 2757339 w 3899155"/>
                <a:gd name="connsiteY8" fmla="*/ 918280 h 1005365"/>
                <a:gd name="connsiteX9" fmla="*/ 2137692 w 3899155"/>
                <a:gd name="connsiteY9" fmla="*/ 1005365 h 1005365"/>
                <a:gd name="connsiteX10" fmla="*/ 1542606 w 3899155"/>
                <a:gd name="connsiteY10" fmla="*/ 816680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498165 h 1165019"/>
                <a:gd name="connsiteX1" fmla="*/ 381463 w 3899155"/>
                <a:gd name="connsiteY1" fmla="*/ 159654 h 1165019"/>
                <a:gd name="connsiteX2" fmla="*/ 1746376 w 3899155"/>
                <a:gd name="connsiteY2" fmla="*/ 0 h 1165019"/>
                <a:gd name="connsiteX3" fmla="*/ 2887968 w 3899155"/>
                <a:gd name="connsiteY3" fmla="*/ 203198 h 1165019"/>
                <a:gd name="connsiteX4" fmla="*/ 3363961 w 3899155"/>
                <a:gd name="connsiteY4" fmla="*/ 420912 h 1165019"/>
                <a:gd name="connsiteX5" fmla="*/ 3581675 w 3899155"/>
                <a:gd name="connsiteY5" fmla="*/ 759422 h 1165019"/>
                <a:gd name="connsiteX6" fmla="*/ 3899155 w 3899155"/>
                <a:gd name="connsiteY6" fmla="*/ 915130 h 1165019"/>
                <a:gd name="connsiteX7" fmla="*/ 3320418 w 3899155"/>
                <a:gd name="connsiteY7" fmla="*/ 927306 h 1165019"/>
                <a:gd name="connsiteX8" fmla="*/ 2757339 w 3899155"/>
                <a:gd name="connsiteY8" fmla="*/ 1077934 h 1165019"/>
                <a:gd name="connsiteX9" fmla="*/ 2137692 w 3899155"/>
                <a:gd name="connsiteY9" fmla="*/ 1165019 h 1165019"/>
                <a:gd name="connsiteX10" fmla="*/ 1542606 w 3899155"/>
                <a:gd name="connsiteY10" fmla="*/ 976334 h 1165019"/>
                <a:gd name="connsiteX11" fmla="*/ 116115 w 3899155"/>
                <a:gd name="connsiteY11" fmla="*/ 1072449 h 1165019"/>
                <a:gd name="connsiteX12" fmla="*/ 116115 w 3899155"/>
                <a:gd name="connsiteY12" fmla="*/ 759422 h 1165019"/>
                <a:gd name="connsiteX13" fmla="*/ 0 w 38991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581675 w 4102355"/>
                <a:gd name="connsiteY5" fmla="*/ 759422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697789 w 4102355"/>
                <a:gd name="connsiteY5" fmla="*/ 527194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697789 w 4044298"/>
                <a:gd name="connsiteY5" fmla="*/ 527194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970849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854735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44298" h="1165019">
                  <a:moveTo>
                    <a:pt x="0" y="498165"/>
                  </a:moveTo>
                  <a:lnTo>
                    <a:pt x="381463" y="159654"/>
                  </a:lnTo>
                  <a:lnTo>
                    <a:pt x="1746376" y="0"/>
                  </a:lnTo>
                  <a:lnTo>
                    <a:pt x="2887968" y="203198"/>
                  </a:lnTo>
                  <a:lnTo>
                    <a:pt x="3363961" y="420912"/>
                  </a:lnTo>
                  <a:lnTo>
                    <a:pt x="3596189" y="541709"/>
                  </a:lnTo>
                  <a:lnTo>
                    <a:pt x="4044298" y="349072"/>
                  </a:lnTo>
                  <a:lnTo>
                    <a:pt x="3639732" y="854735"/>
                  </a:lnTo>
                  <a:lnTo>
                    <a:pt x="2757339" y="1077934"/>
                  </a:lnTo>
                  <a:lnTo>
                    <a:pt x="2137692" y="1165019"/>
                  </a:lnTo>
                  <a:lnTo>
                    <a:pt x="1542606" y="976334"/>
                  </a:lnTo>
                  <a:lnTo>
                    <a:pt x="116115" y="1072449"/>
                  </a:lnTo>
                  <a:lnTo>
                    <a:pt x="116115" y="759422"/>
                  </a:lnTo>
                  <a:lnTo>
                    <a:pt x="0" y="498165"/>
                  </a:lnTo>
                  <a:close/>
                </a:path>
              </a:pathLst>
            </a:custGeom>
            <a:solidFill>
              <a:schemeClr val="accent6"/>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flipH="1">
            <a:off x="6923619" y="4563741"/>
            <a:ext cx="4087832" cy="1244979"/>
            <a:chOff x="1446769" y="4571636"/>
            <a:chExt cx="4087832" cy="1244979"/>
          </a:xfrm>
        </p:grpSpPr>
        <p:sp>
          <p:nvSpPr>
            <p:cNvPr id="38" name="矩形标注 29"/>
            <p:cNvSpPr/>
            <p:nvPr/>
          </p:nvSpPr>
          <p:spPr>
            <a:xfrm>
              <a:off x="1446769" y="4651593"/>
              <a:ext cx="4029776" cy="1165022"/>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608861 w 3465560"/>
                <a:gd name="connsiteY6" fmla="*/ 653876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608861"/>
                <a:gd name="connsiteY0" fmla="*/ 0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0 w 3608861"/>
                <a:gd name="connsiteY16" fmla="*/ 0 h 1252108"/>
                <a:gd name="connsiteX0" fmla="*/ 493485 w 3608861"/>
                <a:gd name="connsiteY0" fmla="*/ 217715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493485 w 3608861"/>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43543 w 3652404"/>
                <a:gd name="connsiteY14" fmla="*/ 730396 h 1252108"/>
                <a:gd name="connsiteX15" fmla="*/ 0 w 3652404"/>
                <a:gd name="connsiteY15" fmla="*/ 294967 h 1252108"/>
                <a:gd name="connsiteX16" fmla="*/ 537028 w 3652404"/>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0 w 3652404"/>
                <a:gd name="connsiteY14" fmla="*/ 294967 h 1252108"/>
                <a:gd name="connsiteX15" fmla="*/ 537028 w 3652404"/>
                <a:gd name="connsiteY15"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771853 w 3652404"/>
                <a:gd name="connsiteY9" fmla="*/ 1019880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09103 w 3768518"/>
                <a:gd name="connsiteY5" fmla="*/ 730396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712303 w 3768518"/>
                <a:gd name="connsiteY7" fmla="*/ 782166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712303 w 3913661"/>
                <a:gd name="connsiteY7" fmla="*/ 782166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976337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2065120 w 3913661"/>
                <a:gd name="connsiteY11" fmla="*/ 976337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1528091 w 3913661"/>
                <a:gd name="connsiteY11" fmla="*/ 918280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174172 w 4044290"/>
                <a:gd name="connsiteY12" fmla="*/ 1043423 h 1165022"/>
                <a:gd name="connsiteX13" fmla="*/ 0 w 4044290"/>
                <a:gd name="connsiteY13" fmla="*/ 265938 h 1165022"/>
                <a:gd name="connsiteX14" fmla="*/ 667657 w 4044290"/>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67657 w 4044290"/>
                <a:gd name="connsiteY14" fmla="*/ 217715 h 1165022"/>
                <a:gd name="connsiteX0" fmla="*/ 638628 w 4044290"/>
                <a:gd name="connsiteY0" fmla="*/ 377372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77372 h 1165022"/>
                <a:gd name="connsiteX0" fmla="*/ 638628 w 4044290"/>
                <a:gd name="connsiteY0" fmla="*/ 304801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465561 w 4044290"/>
                <a:gd name="connsiteY3" fmla="*/ 174172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523618 w 4044290"/>
                <a:gd name="connsiteY7" fmla="*/ 1106965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580571 w 3986233"/>
                <a:gd name="connsiteY0" fmla="*/ 304801 h 1165022"/>
                <a:gd name="connsiteX1" fmla="*/ 1441007 w 3986233"/>
                <a:gd name="connsiteY1" fmla="*/ 0 h 1165022"/>
                <a:gd name="connsiteX2" fmla="*/ 3062139 w 3986233"/>
                <a:gd name="connsiteY2" fmla="*/ 203200 h 1165022"/>
                <a:gd name="connsiteX3" fmla="*/ 3451047 w 3986233"/>
                <a:gd name="connsiteY3" fmla="*/ 116115 h 1165022"/>
                <a:gd name="connsiteX4" fmla="*/ 3654247 w 3986233"/>
                <a:gd name="connsiteY4" fmla="*/ 396567 h 1165022"/>
                <a:gd name="connsiteX5" fmla="*/ 3986233 w 3986233"/>
                <a:gd name="connsiteY5" fmla="*/ 145876 h 1165022"/>
                <a:gd name="connsiteX6" fmla="*/ 3755846 w 3986233"/>
                <a:gd name="connsiteY6" fmla="*/ 709595 h 1165022"/>
                <a:gd name="connsiteX7" fmla="*/ 3465561 w 3986233"/>
                <a:gd name="connsiteY7" fmla="*/ 1106965 h 1165022"/>
                <a:gd name="connsiteX8" fmla="*/ 2815397 w 3986233"/>
                <a:gd name="connsiteY8" fmla="*/ 961823 h 1165022"/>
                <a:gd name="connsiteX9" fmla="*/ 2311864 w 3986233"/>
                <a:gd name="connsiteY9" fmla="*/ 1165022 h 1165022"/>
                <a:gd name="connsiteX10" fmla="*/ 1600663 w 3986233"/>
                <a:gd name="connsiteY10" fmla="*/ 918280 h 1165022"/>
                <a:gd name="connsiteX11" fmla="*/ 174172 w 3986233"/>
                <a:gd name="connsiteY11" fmla="*/ 999880 h 1165022"/>
                <a:gd name="connsiteX12" fmla="*/ 0 w 3986233"/>
                <a:gd name="connsiteY12" fmla="*/ 280452 h 1165022"/>
                <a:gd name="connsiteX13" fmla="*/ 580571 w 3986233"/>
                <a:gd name="connsiteY13" fmla="*/ 304801 h 1165022"/>
                <a:gd name="connsiteX0" fmla="*/ 624114 w 4029776"/>
                <a:gd name="connsiteY0" fmla="*/ 304801 h 1165022"/>
                <a:gd name="connsiteX1" fmla="*/ 1484550 w 4029776"/>
                <a:gd name="connsiteY1" fmla="*/ 0 h 1165022"/>
                <a:gd name="connsiteX2" fmla="*/ 3105682 w 4029776"/>
                <a:gd name="connsiteY2" fmla="*/ 203200 h 1165022"/>
                <a:gd name="connsiteX3" fmla="*/ 3494590 w 4029776"/>
                <a:gd name="connsiteY3" fmla="*/ 116115 h 1165022"/>
                <a:gd name="connsiteX4" fmla="*/ 3697790 w 4029776"/>
                <a:gd name="connsiteY4" fmla="*/ 396567 h 1165022"/>
                <a:gd name="connsiteX5" fmla="*/ 4029776 w 4029776"/>
                <a:gd name="connsiteY5" fmla="*/ 145876 h 1165022"/>
                <a:gd name="connsiteX6" fmla="*/ 3799389 w 4029776"/>
                <a:gd name="connsiteY6" fmla="*/ 709595 h 1165022"/>
                <a:gd name="connsiteX7" fmla="*/ 3509104 w 4029776"/>
                <a:gd name="connsiteY7" fmla="*/ 1106965 h 1165022"/>
                <a:gd name="connsiteX8" fmla="*/ 2858940 w 4029776"/>
                <a:gd name="connsiteY8" fmla="*/ 961823 h 1165022"/>
                <a:gd name="connsiteX9" fmla="*/ 2355407 w 4029776"/>
                <a:gd name="connsiteY9" fmla="*/ 1165022 h 1165022"/>
                <a:gd name="connsiteX10" fmla="*/ 1644206 w 4029776"/>
                <a:gd name="connsiteY10" fmla="*/ 918280 h 1165022"/>
                <a:gd name="connsiteX11" fmla="*/ 217715 w 4029776"/>
                <a:gd name="connsiteY11" fmla="*/ 999880 h 1165022"/>
                <a:gd name="connsiteX12" fmla="*/ 0 w 4029776"/>
                <a:gd name="connsiteY12" fmla="*/ 367537 h 1165022"/>
                <a:gd name="connsiteX13" fmla="*/ 624114 w 4029776"/>
                <a:gd name="connsiteY13" fmla="*/ 304801 h 116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29776" h="1165022">
                  <a:moveTo>
                    <a:pt x="624114" y="304801"/>
                  </a:moveTo>
                  <a:lnTo>
                    <a:pt x="1484550" y="0"/>
                  </a:lnTo>
                  <a:lnTo>
                    <a:pt x="3105682" y="203200"/>
                  </a:lnTo>
                  <a:lnTo>
                    <a:pt x="3494590" y="116115"/>
                  </a:lnTo>
                  <a:lnTo>
                    <a:pt x="3697790" y="396567"/>
                  </a:lnTo>
                  <a:lnTo>
                    <a:pt x="4029776" y="145876"/>
                  </a:lnTo>
                  <a:lnTo>
                    <a:pt x="3799389" y="709595"/>
                  </a:lnTo>
                  <a:lnTo>
                    <a:pt x="3509104" y="1106965"/>
                  </a:lnTo>
                  <a:lnTo>
                    <a:pt x="2858940" y="961823"/>
                  </a:lnTo>
                  <a:lnTo>
                    <a:pt x="2355407" y="1165022"/>
                  </a:lnTo>
                  <a:lnTo>
                    <a:pt x="1644206" y="918280"/>
                  </a:lnTo>
                  <a:lnTo>
                    <a:pt x="217715" y="999880"/>
                  </a:lnTo>
                  <a:lnTo>
                    <a:pt x="0" y="367537"/>
                  </a:lnTo>
                  <a:lnTo>
                    <a:pt x="624114" y="304801"/>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标注 29"/>
            <p:cNvSpPr/>
            <p:nvPr/>
          </p:nvSpPr>
          <p:spPr>
            <a:xfrm>
              <a:off x="1504825" y="4571636"/>
              <a:ext cx="4029776" cy="1165022"/>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608861 w 3465560"/>
                <a:gd name="connsiteY6" fmla="*/ 653876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608861"/>
                <a:gd name="connsiteY0" fmla="*/ 0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0 w 3608861"/>
                <a:gd name="connsiteY16" fmla="*/ 0 h 1252108"/>
                <a:gd name="connsiteX0" fmla="*/ 493485 w 3608861"/>
                <a:gd name="connsiteY0" fmla="*/ 217715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493485 w 3608861"/>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43543 w 3652404"/>
                <a:gd name="connsiteY14" fmla="*/ 730396 h 1252108"/>
                <a:gd name="connsiteX15" fmla="*/ 0 w 3652404"/>
                <a:gd name="connsiteY15" fmla="*/ 294967 h 1252108"/>
                <a:gd name="connsiteX16" fmla="*/ 537028 w 3652404"/>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0 w 3652404"/>
                <a:gd name="connsiteY14" fmla="*/ 294967 h 1252108"/>
                <a:gd name="connsiteX15" fmla="*/ 537028 w 3652404"/>
                <a:gd name="connsiteY15"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771853 w 3652404"/>
                <a:gd name="connsiteY9" fmla="*/ 1019880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09103 w 3768518"/>
                <a:gd name="connsiteY5" fmla="*/ 730396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712303 w 3768518"/>
                <a:gd name="connsiteY7" fmla="*/ 782166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712303 w 3913661"/>
                <a:gd name="connsiteY7" fmla="*/ 782166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976337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2065120 w 3913661"/>
                <a:gd name="connsiteY11" fmla="*/ 976337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1528091 w 3913661"/>
                <a:gd name="connsiteY11" fmla="*/ 918280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174172 w 4044290"/>
                <a:gd name="connsiteY12" fmla="*/ 1043423 h 1165022"/>
                <a:gd name="connsiteX13" fmla="*/ 0 w 4044290"/>
                <a:gd name="connsiteY13" fmla="*/ 265938 h 1165022"/>
                <a:gd name="connsiteX14" fmla="*/ 667657 w 4044290"/>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67657 w 4044290"/>
                <a:gd name="connsiteY14" fmla="*/ 217715 h 1165022"/>
                <a:gd name="connsiteX0" fmla="*/ 638628 w 4044290"/>
                <a:gd name="connsiteY0" fmla="*/ 377372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77372 h 1165022"/>
                <a:gd name="connsiteX0" fmla="*/ 638628 w 4044290"/>
                <a:gd name="connsiteY0" fmla="*/ 304801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465561 w 4044290"/>
                <a:gd name="connsiteY3" fmla="*/ 174172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523618 w 4044290"/>
                <a:gd name="connsiteY7" fmla="*/ 1106965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580571 w 3986233"/>
                <a:gd name="connsiteY0" fmla="*/ 304801 h 1165022"/>
                <a:gd name="connsiteX1" fmla="*/ 1441007 w 3986233"/>
                <a:gd name="connsiteY1" fmla="*/ 0 h 1165022"/>
                <a:gd name="connsiteX2" fmla="*/ 3062139 w 3986233"/>
                <a:gd name="connsiteY2" fmla="*/ 203200 h 1165022"/>
                <a:gd name="connsiteX3" fmla="*/ 3451047 w 3986233"/>
                <a:gd name="connsiteY3" fmla="*/ 116115 h 1165022"/>
                <a:gd name="connsiteX4" fmla="*/ 3654247 w 3986233"/>
                <a:gd name="connsiteY4" fmla="*/ 396567 h 1165022"/>
                <a:gd name="connsiteX5" fmla="*/ 3986233 w 3986233"/>
                <a:gd name="connsiteY5" fmla="*/ 145876 h 1165022"/>
                <a:gd name="connsiteX6" fmla="*/ 3755846 w 3986233"/>
                <a:gd name="connsiteY6" fmla="*/ 709595 h 1165022"/>
                <a:gd name="connsiteX7" fmla="*/ 3465561 w 3986233"/>
                <a:gd name="connsiteY7" fmla="*/ 1106965 h 1165022"/>
                <a:gd name="connsiteX8" fmla="*/ 2815397 w 3986233"/>
                <a:gd name="connsiteY8" fmla="*/ 961823 h 1165022"/>
                <a:gd name="connsiteX9" fmla="*/ 2311864 w 3986233"/>
                <a:gd name="connsiteY9" fmla="*/ 1165022 h 1165022"/>
                <a:gd name="connsiteX10" fmla="*/ 1600663 w 3986233"/>
                <a:gd name="connsiteY10" fmla="*/ 918280 h 1165022"/>
                <a:gd name="connsiteX11" fmla="*/ 174172 w 3986233"/>
                <a:gd name="connsiteY11" fmla="*/ 999880 h 1165022"/>
                <a:gd name="connsiteX12" fmla="*/ 0 w 3986233"/>
                <a:gd name="connsiteY12" fmla="*/ 280452 h 1165022"/>
                <a:gd name="connsiteX13" fmla="*/ 580571 w 3986233"/>
                <a:gd name="connsiteY13" fmla="*/ 304801 h 1165022"/>
                <a:gd name="connsiteX0" fmla="*/ 624114 w 4029776"/>
                <a:gd name="connsiteY0" fmla="*/ 304801 h 1165022"/>
                <a:gd name="connsiteX1" fmla="*/ 1484550 w 4029776"/>
                <a:gd name="connsiteY1" fmla="*/ 0 h 1165022"/>
                <a:gd name="connsiteX2" fmla="*/ 3105682 w 4029776"/>
                <a:gd name="connsiteY2" fmla="*/ 203200 h 1165022"/>
                <a:gd name="connsiteX3" fmla="*/ 3494590 w 4029776"/>
                <a:gd name="connsiteY3" fmla="*/ 116115 h 1165022"/>
                <a:gd name="connsiteX4" fmla="*/ 3697790 w 4029776"/>
                <a:gd name="connsiteY4" fmla="*/ 396567 h 1165022"/>
                <a:gd name="connsiteX5" fmla="*/ 4029776 w 4029776"/>
                <a:gd name="connsiteY5" fmla="*/ 145876 h 1165022"/>
                <a:gd name="connsiteX6" fmla="*/ 3799389 w 4029776"/>
                <a:gd name="connsiteY6" fmla="*/ 709595 h 1165022"/>
                <a:gd name="connsiteX7" fmla="*/ 3509104 w 4029776"/>
                <a:gd name="connsiteY7" fmla="*/ 1106965 h 1165022"/>
                <a:gd name="connsiteX8" fmla="*/ 2858940 w 4029776"/>
                <a:gd name="connsiteY8" fmla="*/ 961823 h 1165022"/>
                <a:gd name="connsiteX9" fmla="*/ 2355407 w 4029776"/>
                <a:gd name="connsiteY9" fmla="*/ 1165022 h 1165022"/>
                <a:gd name="connsiteX10" fmla="*/ 1644206 w 4029776"/>
                <a:gd name="connsiteY10" fmla="*/ 918280 h 1165022"/>
                <a:gd name="connsiteX11" fmla="*/ 217715 w 4029776"/>
                <a:gd name="connsiteY11" fmla="*/ 999880 h 1165022"/>
                <a:gd name="connsiteX12" fmla="*/ 0 w 4029776"/>
                <a:gd name="connsiteY12" fmla="*/ 367537 h 1165022"/>
                <a:gd name="connsiteX13" fmla="*/ 624114 w 4029776"/>
                <a:gd name="connsiteY13" fmla="*/ 304801 h 116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29776" h="1165022">
                  <a:moveTo>
                    <a:pt x="624114" y="304801"/>
                  </a:moveTo>
                  <a:lnTo>
                    <a:pt x="1484550" y="0"/>
                  </a:lnTo>
                  <a:lnTo>
                    <a:pt x="3105682" y="203200"/>
                  </a:lnTo>
                  <a:lnTo>
                    <a:pt x="3494590" y="116115"/>
                  </a:lnTo>
                  <a:lnTo>
                    <a:pt x="3697790" y="396567"/>
                  </a:lnTo>
                  <a:lnTo>
                    <a:pt x="4029776" y="145876"/>
                  </a:lnTo>
                  <a:lnTo>
                    <a:pt x="3799389" y="709595"/>
                  </a:lnTo>
                  <a:lnTo>
                    <a:pt x="3509104" y="1106965"/>
                  </a:lnTo>
                  <a:lnTo>
                    <a:pt x="2858940" y="961823"/>
                  </a:lnTo>
                  <a:lnTo>
                    <a:pt x="2355407" y="1165022"/>
                  </a:lnTo>
                  <a:lnTo>
                    <a:pt x="1644206" y="918280"/>
                  </a:lnTo>
                  <a:lnTo>
                    <a:pt x="217715" y="999880"/>
                  </a:lnTo>
                  <a:lnTo>
                    <a:pt x="0" y="367537"/>
                  </a:lnTo>
                  <a:lnTo>
                    <a:pt x="624114" y="304801"/>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6954097" y="2558201"/>
            <a:ext cx="3658100" cy="1406055"/>
            <a:chOff x="6954097" y="2247872"/>
            <a:chExt cx="3658100" cy="1406055"/>
          </a:xfrm>
        </p:grpSpPr>
        <p:sp>
          <p:nvSpPr>
            <p:cNvPr id="42" name="矩形标注 2"/>
            <p:cNvSpPr/>
            <p:nvPr/>
          </p:nvSpPr>
          <p:spPr>
            <a:xfrm>
              <a:off x="6954097" y="2303775"/>
              <a:ext cx="3658100" cy="1350152"/>
            </a:xfrm>
            <a:custGeom>
              <a:avLst/>
              <a:gdLst>
                <a:gd name="connsiteX0" fmla="*/ 0 w 4427764"/>
                <a:gd name="connsiteY0" fmla="*/ 0 h 3155324"/>
                <a:gd name="connsiteX1" fmla="*/ 737961 w 4427764"/>
                <a:gd name="connsiteY1" fmla="*/ 0 h 3155324"/>
                <a:gd name="connsiteX2" fmla="*/ 737961 w 4427764"/>
                <a:gd name="connsiteY2" fmla="*/ 0 h 3155324"/>
                <a:gd name="connsiteX3" fmla="*/ 1844902 w 4427764"/>
                <a:gd name="connsiteY3" fmla="*/ 0 h 3155324"/>
                <a:gd name="connsiteX4" fmla="*/ 4427764 w 4427764"/>
                <a:gd name="connsiteY4" fmla="*/ 0 h 3155324"/>
                <a:gd name="connsiteX5" fmla="*/ 4427764 w 4427764"/>
                <a:gd name="connsiteY5" fmla="*/ 525887 h 3155324"/>
                <a:gd name="connsiteX6" fmla="*/ 4427764 w 4427764"/>
                <a:gd name="connsiteY6" fmla="*/ 525887 h 3155324"/>
                <a:gd name="connsiteX7" fmla="*/ 4427764 w 4427764"/>
                <a:gd name="connsiteY7" fmla="*/ 1314718 h 3155324"/>
                <a:gd name="connsiteX8" fmla="*/ 4427764 w 4427764"/>
                <a:gd name="connsiteY8" fmla="*/ 3155324 h 3155324"/>
                <a:gd name="connsiteX9" fmla="*/ 1844902 w 4427764"/>
                <a:gd name="connsiteY9" fmla="*/ 3155324 h 3155324"/>
                <a:gd name="connsiteX10" fmla="*/ 737961 w 4427764"/>
                <a:gd name="connsiteY10" fmla="*/ 3155324 h 3155324"/>
                <a:gd name="connsiteX11" fmla="*/ 737961 w 4427764"/>
                <a:gd name="connsiteY11" fmla="*/ 3155324 h 3155324"/>
                <a:gd name="connsiteX12" fmla="*/ 0 w 4427764"/>
                <a:gd name="connsiteY12" fmla="*/ 3155324 h 3155324"/>
                <a:gd name="connsiteX13" fmla="*/ 0 w 4427764"/>
                <a:gd name="connsiteY13" fmla="*/ 1314718 h 3155324"/>
                <a:gd name="connsiteX14" fmla="*/ -232546 w 4427764"/>
                <a:gd name="connsiteY14" fmla="*/ 1227453 h 3155324"/>
                <a:gd name="connsiteX15" fmla="*/ 0 w 4427764"/>
                <a:gd name="connsiteY15" fmla="*/ 525887 h 3155324"/>
                <a:gd name="connsiteX16" fmla="*/ 0 w 4427764"/>
                <a:gd name="connsiteY16" fmla="*/ 0 h 3155324"/>
                <a:gd name="connsiteX0" fmla="*/ 914717 w 4660310"/>
                <a:gd name="connsiteY0" fmla="*/ 406400 h 3155324"/>
                <a:gd name="connsiteX1" fmla="*/ 970507 w 4660310"/>
                <a:gd name="connsiteY1" fmla="*/ 0 h 3155324"/>
                <a:gd name="connsiteX2" fmla="*/ 970507 w 4660310"/>
                <a:gd name="connsiteY2" fmla="*/ 0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84352"/>
                <a:gd name="connsiteX1" fmla="*/ 970507 w 4660310"/>
                <a:gd name="connsiteY1" fmla="*/ 0 h 3184352"/>
                <a:gd name="connsiteX2" fmla="*/ 1768792 w 4660310"/>
                <a:gd name="connsiteY2" fmla="*/ 420914 h 3184352"/>
                <a:gd name="connsiteX3" fmla="*/ 3064420 w 4660310"/>
                <a:gd name="connsiteY3" fmla="*/ 899886 h 3184352"/>
                <a:gd name="connsiteX4" fmla="*/ 4210367 w 4660310"/>
                <a:gd name="connsiteY4" fmla="*/ 624115 h 3184352"/>
                <a:gd name="connsiteX5" fmla="*/ 4660310 w 4660310"/>
                <a:gd name="connsiteY5" fmla="*/ 525887 h 3184352"/>
                <a:gd name="connsiteX6" fmla="*/ 4297452 w 4660310"/>
                <a:gd name="connsiteY6" fmla="*/ 1062916 h 3184352"/>
                <a:gd name="connsiteX7" fmla="*/ 4660310 w 4660310"/>
                <a:gd name="connsiteY7" fmla="*/ 1314718 h 3184352"/>
                <a:gd name="connsiteX8" fmla="*/ 4660310 w 4660310"/>
                <a:gd name="connsiteY8" fmla="*/ 3155324 h 3184352"/>
                <a:gd name="connsiteX9" fmla="*/ 2353220 w 4660310"/>
                <a:gd name="connsiteY9" fmla="*/ 2719895 h 3184352"/>
                <a:gd name="connsiteX10" fmla="*/ 970507 w 4660310"/>
                <a:gd name="connsiteY10" fmla="*/ 3155324 h 3184352"/>
                <a:gd name="connsiteX11" fmla="*/ 1507536 w 4660310"/>
                <a:gd name="connsiteY11" fmla="*/ 3184352 h 3184352"/>
                <a:gd name="connsiteX12" fmla="*/ 232546 w 4660310"/>
                <a:gd name="connsiteY12" fmla="*/ 3155324 h 3184352"/>
                <a:gd name="connsiteX13" fmla="*/ 232546 w 4660310"/>
                <a:gd name="connsiteY13" fmla="*/ 1314718 h 3184352"/>
                <a:gd name="connsiteX14" fmla="*/ 0 w 4660310"/>
                <a:gd name="connsiteY14" fmla="*/ 1227453 h 3184352"/>
                <a:gd name="connsiteX15" fmla="*/ 232546 w 4660310"/>
                <a:gd name="connsiteY15" fmla="*/ 525887 h 3184352"/>
                <a:gd name="connsiteX16" fmla="*/ 914717 w 4660310"/>
                <a:gd name="connsiteY16" fmla="*/ 406400 h 3184352"/>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566374 w 4660310"/>
                <a:gd name="connsiteY0" fmla="*/ 551542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566374 w 4660310"/>
                <a:gd name="connsiteY16" fmla="*/ 551542 h 3155324"/>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166020 w 4660310"/>
                <a:gd name="connsiteY9" fmla="*/ 30972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1870393 w 4660310"/>
                <a:gd name="connsiteY10" fmla="*/ 3198867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320539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573224 w 4660310"/>
                <a:gd name="connsiteY8" fmla="*/ 2865039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536563 w 4660310"/>
                <a:gd name="connsiteY2" fmla="*/ 783771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87085 h 2734410"/>
                <a:gd name="connsiteX1" fmla="*/ 941478 w 4660310"/>
                <a:gd name="connsiteY1" fmla="*/ 0 h 2734410"/>
                <a:gd name="connsiteX2" fmla="*/ 1536563 w 4660310"/>
                <a:gd name="connsiteY2" fmla="*/ 319314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136991 w 4660310"/>
                <a:gd name="connsiteY3" fmla="*/ 203201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2803163 w 4660310"/>
                <a:gd name="connsiteY3" fmla="*/ 36285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58056 h 2705381"/>
                <a:gd name="connsiteX1" fmla="*/ 723764 w 4660310"/>
                <a:gd name="connsiteY1" fmla="*/ 246742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116114 h 2763439"/>
                <a:gd name="connsiteX1" fmla="*/ 868907 w 4660310"/>
                <a:gd name="connsiteY1" fmla="*/ 0 h 2763439"/>
                <a:gd name="connsiteX2" fmla="*/ 1957477 w 4660310"/>
                <a:gd name="connsiteY2" fmla="*/ 58058 h 2763439"/>
                <a:gd name="connsiteX3" fmla="*/ 2803163 w 4660310"/>
                <a:gd name="connsiteY3" fmla="*/ 391888 h 2763439"/>
                <a:gd name="connsiteX4" fmla="*/ 4210367 w 4660310"/>
                <a:gd name="connsiteY4" fmla="*/ 188687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566374 w 4660310"/>
                <a:gd name="connsiteY16" fmla="*/ 116114 h 2763439"/>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3905567 w 4660310"/>
                <a:gd name="connsiteY4" fmla="*/ 362857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653460 w 4660310"/>
                <a:gd name="connsiteY0" fmla="*/ 0 h 2763439"/>
                <a:gd name="connsiteX1" fmla="*/ 1028564 w 4660310"/>
                <a:gd name="connsiteY1" fmla="*/ 362858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904763 w 4660310"/>
                <a:gd name="connsiteY3" fmla="*/ 159659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905567 w 4660310"/>
                <a:gd name="connsiteY4" fmla="*/ 478970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484653 w 4660310"/>
                <a:gd name="connsiteY4" fmla="*/ 653141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717562 w 4660310"/>
                <a:gd name="connsiteY8" fmla="*/ 2429607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398248 w 4660310"/>
                <a:gd name="connsiteY8" fmla="*/ 2182864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102824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155489 w 4660310"/>
                <a:gd name="connsiteY13" fmla="*/ 1217111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978412 w 4985262"/>
                <a:gd name="connsiteY0" fmla="*/ 58055 h 2777951"/>
                <a:gd name="connsiteX1" fmla="*/ 1629288 w 4985262"/>
                <a:gd name="connsiteY1" fmla="*/ 246741 h 2777951"/>
                <a:gd name="connsiteX2" fmla="*/ 2282429 w 4985262"/>
                <a:gd name="connsiteY2" fmla="*/ 420913 h 2777951"/>
                <a:gd name="connsiteX3" fmla="*/ 3403886 w 4985262"/>
                <a:gd name="connsiteY3" fmla="*/ 0 h 2777951"/>
                <a:gd name="connsiteX4" fmla="*/ 4056348 w 4985262"/>
                <a:gd name="connsiteY4" fmla="*/ 507998 h 2777951"/>
                <a:gd name="connsiteX5" fmla="*/ 4578862 w 4985262"/>
                <a:gd name="connsiteY5" fmla="*/ 366229 h 2777951"/>
                <a:gd name="connsiteX6" fmla="*/ 4985262 w 4985262"/>
                <a:gd name="connsiteY6" fmla="*/ 937345 h 2777951"/>
                <a:gd name="connsiteX7" fmla="*/ 4898176 w 4985262"/>
                <a:gd name="connsiteY7" fmla="*/ 2487666 h 2777951"/>
                <a:gd name="connsiteX8" fmla="*/ 3723200 w 4985262"/>
                <a:gd name="connsiteY8" fmla="*/ 2182864 h 2777951"/>
                <a:gd name="connsiteX9" fmla="*/ 2296945 w 4985262"/>
                <a:gd name="connsiteY9" fmla="*/ 2618294 h 2777951"/>
                <a:gd name="connsiteX10" fmla="*/ 1135802 w 4985262"/>
                <a:gd name="connsiteY10" fmla="*/ 2516694 h 2777951"/>
                <a:gd name="connsiteX11" fmla="*/ 557498 w 4985262"/>
                <a:gd name="connsiteY11" fmla="*/ 2777951 h 2777951"/>
                <a:gd name="connsiteX12" fmla="*/ 558405 w 4985262"/>
                <a:gd name="connsiteY12" fmla="*/ 1627443 h 2777951"/>
                <a:gd name="connsiteX13" fmla="*/ 0 w 4985262"/>
                <a:gd name="connsiteY13" fmla="*/ 1939164 h 2777951"/>
                <a:gd name="connsiteX14" fmla="*/ 324952 w 4985262"/>
                <a:gd name="connsiteY14" fmla="*/ 850080 h 2777951"/>
                <a:gd name="connsiteX15" fmla="*/ 557498 w 4985262"/>
                <a:gd name="connsiteY15" fmla="*/ 148514 h 2777951"/>
                <a:gd name="connsiteX16" fmla="*/ 978412 w 4985262"/>
                <a:gd name="connsiteY16" fmla="*/ 58055 h 2777951"/>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558405 w 4985262"/>
                <a:gd name="connsiteY12" fmla="*/ 1627443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295949 w 4985262"/>
                <a:gd name="connsiteY10" fmla="*/ 2249267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518369 w 5045317"/>
                <a:gd name="connsiteY12" fmla="*/ 1894870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45063 w 5045317"/>
                <a:gd name="connsiteY14" fmla="*/ 930308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585191 w 5045317"/>
                <a:gd name="connsiteY14" fmla="*/ 1117507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357314 w 5045317"/>
                <a:gd name="connsiteY15" fmla="*/ 389197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478333 w 5045317"/>
                <a:gd name="connsiteY11" fmla="*/ 1707671 h 2618294"/>
                <a:gd name="connsiteX12" fmla="*/ 0 w 5045317"/>
                <a:gd name="connsiteY12" fmla="*/ 2099621 h 2618294"/>
                <a:gd name="connsiteX13" fmla="*/ 485099 w 5045317"/>
                <a:gd name="connsiteY13" fmla="*/ 1010535 h 2618294"/>
                <a:gd name="connsiteX14" fmla="*/ 357314 w 5045317"/>
                <a:gd name="connsiteY14" fmla="*/ 389197 h 2618294"/>
                <a:gd name="connsiteX15" fmla="*/ 1038467 w 5045317"/>
                <a:gd name="connsiteY15" fmla="*/ 58055 h 2618294"/>
                <a:gd name="connsiteX0" fmla="*/ 1038467 w 5045317"/>
                <a:gd name="connsiteY0" fmla="*/ 58055 h 2487666"/>
                <a:gd name="connsiteX1" fmla="*/ 1689343 w 5045317"/>
                <a:gd name="connsiteY1" fmla="*/ 246741 h 2487666"/>
                <a:gd name="connsiteX2" fmla="*/ 2342484 w 5045317"/>
                <a:gd name="connsiteY2" fmla="*/ 420913 h 2487666"/>
                <a:gd name="connsiteX3" fmla="*/ 3463941 w 5045317"/>
                <a:gd name="connsiteY3" fmla="*/ 0 h 2487666"/>
                <a:gd name="connsiteX4" fmla="*/ 4116403 w 5045317"/>
                <a:gd name="connsiteY4" fmla="*/ 507998 h 2487666"/>
                <a:gd name="connsiteX5" fmla="*/ 4638917 w 5045317"/>
                <a:gd name="connsiteY5" fmla="*/ 366229 h 2487666"/>
                <a:gd name="connsiteX6" fmla="*/ 5045317 w 5045317"/>
                <a:gd name="connsiteY6" fmla="*/ 937345 h 2487666"/>
                <a:gd name="connsiteX7" fmla="*/ 4958231 w 5045317"/>
                <a:gd name="connsiteY7" fmla="*/ 2487666 h 2487666"/>
                <a:gd name="connsiteX8" fmla="*/ 3783255 w 5045317"/>
                <a:gd name="connsiteY8" fmla="*/ 2182864 h 2487666"/>
                <a:gd name="connsiteX9" fmla="*/ 1356004 w 5045317"/>
                <a:gd name="connsiteY9" fmla="*/ 2249267 h 2487666"/>
                <a:gd name="connsiteX10" fmla="*/ 478333 w 5045317"/>
                <a:gd name="connsiteY10" fmla="*/ 1707671 h 2487666"/>
                <a:gd name="connsiteX11" fmla="*/ 0 w 5045317"/>
                <a:gd name="connsiteY11" fmla="*/ 2099621 h 2487666"/>
                <a:gd name="connsiteX12" fmla="*/ 485099 w 5045317"/>
                <a:gd name="connsiteY12" fmla="*/ 1010535 h 2487666"/>
                <a:gd name="connsiteX13" fmla="*/ 357314 w 5045317"/>
                <a:gd name="connsiteY13" fmla="*/ 389197 h 2487666"/>
                <a:gd name="connsiteX14" fmla="*/ 1038467 w 5045317"/>
                <a:gd name="connsiteY14" fmla="*/ 58055 h 248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17" h="2487666">
                  <a:moveTo>
                    <a:pt x="1038467" y="58055"/>
                  </a:moveTo>
                  <a:lnTo>
                    <a:pt x="1689343" y="246741"/>
                  </a:lnTo>
                  <a:lnTo>
                    <a:pt x="2342484" y="420913"/>
                  </a:lnTo>
                  <a:lnTo>
                    <a:pt x="3463941" y="0"/>
                  </a:lnTo>
                  <a:lnTo>
                    <a:pt x="4116403" y="507998"/>
                  </a:lnTo>
                  <a:lnTo>
                    <a:pt x="4638917" y="366229"/>
                  </a:lnTo>
                  <a:lnTo>
                    <a:pt x="5045317" y="937345"/>
                  </a:lnTo>
                  <a:lnTo>
                    <a:pt x="4958231" y="2487666"/>
                  </a:lnTo>
                  <a:lnTo>
                    <a:pt x="3783255" y="2182864"/>
                  </a:lnTo>
                  <a:lnTo>
                    <a:pt x="1356004" y="2249267"/>
                  </a:lnTo>
                  <a:lnTo>
                    <a:pt x="478333" y="1707671"/>
                  </a:lnTo>
                  <a:lnTo>
                    <a:pt x="0" y="2099621"/>
                  </a:lnTo>
                  <a:lnTo>
                    <a:pt x="485099" y="1010535"/>
                  </a:lnTo>
                  <a:lnTo>
                    <a:pt x="357314" y="389197"/>
                  </a:lnTo>
                  <a:lnTo>
                    <a:pt x="1038467" y="58055"/>
                  </a:lnTo>
                  <a:close/>
                </a:path>
              </a:pathLst>
            </a:custGeom>
            <a:solidFill>
              <a:schemeClr val="accent3">
                <a:lumMod val="90000"/>
                <a:lumOff val="1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标注 2"/>
            <p:cNvSpPr/>
            <p:nvPr/>
          </p:nvSpPr>
          <p:spPr>
            <a:xfrm>
              <a:off x="6954097" y="2247872"/>
              <a:ext cx="3658100" cy="1350152"/>
            </a:xfrm>
            <a:custGeom>
              <a:avLst/>
              <a:gdLst>
                <a:gd name="connsiteX0" fmla="*/ 0 w 4427764"/>
                <a:gd name="connsiteY0" fmla="*/ 0 h 3155324"/>
                <a:gd name="connsiteX1" fmla="*/ 737961 w 4427764"/>
                <a:gd name="connsiteY1" fmla="*/ 0 h 3155324"/>
                <a:gd name="connsiteX2" fmla="*/ 737961 w 4427764"/>
                <a:gd name="connsiteY2" fmla="*/ 0 h 3155324"/>
                <a:gd name="connsiteX3" fmla="*/ 1844902 w 4427764"/>
                <a:gd name="connsiteY3" fmla="*/ 0 h 3155324"/>
                <a:gd name="connsiteX4" fmla="*/ 4427764 w 4427764"/>
                <a:gd name="connsiteY4" fmla="*/ 0 h 3155324"/>
                <a:gd name="connsiteX5" fmla="*/ 4427764 w 4427764"/>
                <a:gd name="connsiteY5" fmla="*/ 525887 h 3155324"/>
                <a:gd name="connsiteX6" fmla="*/ 4427764 w 4427764"/>
                <a:gd name="connsiteY6" fmla="*/ 525887 h 3155324"/>
                <a:gd name="connsiteX7" fmla="*/ 4427764 w 4427764"/>
                <a:gd name="connsiteY7" fmla="*/ 1314718 h 3155324"/>
                <a:gd name="connsiteX8" fmla="*/ 4427764 w 4427764"/>
                <a:gd name="connsiteY8" fmla="*/ 3155324 h 3155324"/>
                <a:gd name="connsiteX9" fmla="*/ 1844902 w 4427764"/>
                <a:gd name="connsiteY9" fmla="*/ 3155324 h 3155324"/>
                <a:gd name="connsiteX10" fmla="*/ 737961 w 4427764"/>
                <a:gd name="connsiteY10" fmla="*/ 3155324 h 3155324"/>
                <a:gd name="connsiteX11" fmla="*/ 737961 w 4427764"/>
                <a:gd name="connsiteY11" fmla="*/ 3155324 h 3155324"/>
                <a:gd name="connsiteX12" fmla="*/ 0 w 4427764"/>
                <a:gd name="connsiteY12" fmla="*/ 3155324 h 3155324"/>
                <a:gd name="connsiteX13" fmla="*/ 0 w 4427764"/>
                <a:gd name="connsiteY13" fmla="*/ 1314718 h 3155324"/>
                <a:gd name="connsiteX14" fmla="*/ -232546 w 4427764"/>
                <a:gd name="connsiteY14" fmla="*/ 1227453 h 3155324"/>
                <a:gd name="connsiteX15" fmla="*/ 0 w 4427764"/>
                <a:gd name="connsiteY15" fmla="*/ 525887 h 3155324"/>
                <a:gd name="connsiteX16" fmla="*/ 0 w 4427764"/>
                <a:gd name="connsiteY16" fmla="*/ 0 h 3155324"/>
                <a:gd name="connsiteX0" fmla="*/ 914717 w 4660310"/>
                <a:gd name="connsiteY0" fmla="*/ 406400 h 3155324"/>
                <a:gd name="connsiteX1" fmla="*/ 970507 w 4660310"/>
                <a:gd name="connsiteY1" fmla="*/ 0 h 3155324"/>
                <a:gd name="connsiteX2" fmla="*/ 970507 w 4660310"/>
                <a:gd name="connsiteY2" fmla="*/ 0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84352"/>
                <a:gd name="connsiteX1" fmla="*/ 970507 w 4660310"/>
                <a:gd name="connsiteY1" fmla="*/ 0 h 3184352"/>
                <a:gd name="connsiteX2" fmla="*/ 1768792 w 4660310"/>
                <a:gd name="connsiteY2" fmla="*/ 420914 h 3184352"/>
                <a:gd name="connsiteX3" fmla="*/ 3064420 w 4660310"/>
                <a:gd name="connsiteY3" fmla="*/ 899886 h 3184352"/>
                <a:gd name="connsiteX4" fmla="*/ 4210367 w 4660310"/>
                <a:gd name="connsiteY4" fmla="*/ 624115 h 3184352"/>
                <a:gd name="connsiteX5" fmla="*/ 4660310 w 4660310"/>
                <a:gd name="connsiteY5" fmla="*/ 525887 h 3184352"/>
                <a:gd name="connsiteX6" fmla="*/ 4297452 w 4660310"/>
                <a:gd name="connsiteY6" fmla="*/ 1062916 h 3184352"/>
                <a:gd name="connsiteX7" fmla="*/ 4660310 w 4660310"/>
                <a:gd name="connsiteY7" fmla="*/ 1314718 h 3184352"/>
                <a:gd name="connsiteX8" fmla="*/ 4660310 w 4660310"/>
                <a:gd name="connsiteY8" fmla="*/ 3155324 h 3184352"/>
                <a:gd name="connsiteX9" fmla="*/ 2353220 w 4660310"/>
                <a:gd name="connsiteY9" fmla="*/ 2719895 h 3184352"/>
                <a:gd name="connsiteX10" fmla="*/ 970507 w 4660310"/>
                <a:gd name="connsiteY10" fmla="*/ 3155324 h 3184352"/>
                <a:gd name="connsiteX11" fmla="*/ 1507536 w 4660310"/>
                <a:gd name="connsiteY11" fmla="*/ 3184352 h 3184352"/>
                <a:gd name="connsiteX12" fmla="*/ 232546 w 4660310"/>
                <a:gd name="connsiteY12" fmla="*/ 3155324 h 3184352"/>
                <a:gd name="connsiteX13" fmla="*/ 232546 w 4660310"/>
                <a:gd name="connsiteY13" fmla="*/ 1314718 h 3184352"/>
                <a:gd name="connsiteX14" fmla="*/ 0 w 4660310"/>
                <a:gd name="connsiteY14" fmla="*/ 1227453 h 3184352"/>
                <a:gd name="connsiteX15" fmla="*/ 232546 w 4660310"/>
                <a:gd name="connsiteY15" fmla="*/ 525887 h 3184352"/>
                <a:gd name="connsiteX16" fmla="*/ 914717 w 4660310"/>
                <a:gd name="connsiteY16" fmla="*/ 406400 h 3184352"/>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566374 w 4660310"/>
                <a:gd name="connsiteY0" fmla="*/ 551542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566374 w 4660310"/>
                <a:gd name="connsiteY16" fmla="*/ 551542 h 3155324"/>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166020 w 4660310"/>
                <a:gd name="connsiteY9" fmla="*/ 30972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1870393 w 4660310"/>
                <a:gd name="connsiteY10" fmla="*/ 3198867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320539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573224 w 4660310"/>
                <a:gd name="connsiteY8" fmla="*/ 2865039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536563 w 4660310"/>
                <a:gd name="connsiteY2" fmla="*/ 783771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87085 h 2734410"/>
                <a:gd name="connsiteX1" fmla="*/ 941478 w 4660310"/>
                <a:gd name="connsiteY1" fmla="*/ 0 h 2734410"/>
                <a:gd name="connsiteX2" fmla="*/ 1536563 w 4660310"/>
                <a:gd name="connsiteY2" fmla="*/ 319314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136991 w 4660310"/>
                <a:gd name="connsiteY3" fmla="*/ 203201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2803163 w 4660310"/>
                <a:gd name="connsiteY3" fmla="*/ 36285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58056 h 2705381"/>
                <a:gd name="connsiteX1" fmla="*/ 723764 w 4660310"/>
                <a:gd name="connsiteY1" fmla="*/ 246742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116114 h 2763439"/>
                <a:gd name="connsiteX1" fmla="*/ 868907 w 4660310"/>
                <a:gd name="connsiteY1" fmla="*/ 0 h 2763439"/>
                <a:gd name="connsiteX2" fmla="*/ 1957477 w 4660310"/>
                <a:gd name="connsiteY2" fmla="*/ 58058 h 2763439"/>
                <a:gd name="connsiteX3" fmla="*/ 2803163 w 4660310"/>
                <a:gd name="connsiteY3" fmla="*/ 391888 h 2763439"/>
                <a:gd name="connsiteX4" fmla="*/ 4210367 w 4660310"/>
                <a:gd name="connsiteY4" fmla="*/ 188687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566374 w 4660310"/>
                <a:gd name="connsiteY16" fmla="*/ 116114 h 2763439"/>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3905567 w 4660310"/>
                <a:gd name="connsiteY4" fmla="*/ 362857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653460 w 4660310"/>
                <a:gd name="connsiteY0" fmla="*/ 0 h 2763439"/>
                <a:gd name="connsiteX1" fmla="*/ 1028564 w 4660310"/>
                <a:gd name="connsiteY1" fmla="*/ 362858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904763 w 4660310"/>
                <a:gd name="connsiteY3" fmla="*/ 159659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905567 w 4660310"/>
                <a:gd name="connsiteY4" fmla="*/ 478970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484653 w 4660310"/>
                <a:gd name="connsiteY4" fmla="*/ 653141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717562 w 4660310"/>
                <a:gd name="connsiteY8" fmla="*/ 2429607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398248 w 4660310"/>
                <a:gd name="connsiteY8" fmla="*/ 2182864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102824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155489 w 4660310"/>
                <a:gd name="connsiteY13" fmla="*/ 1217111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978412 w 4985262"/>
                <a:gd name="connsiteY0" fmla="*/ 58055 h 2777951"/>
                <a:gd name="connsiteX1" fmla="*/ 1629288 w 4985262"/>
                <a:gd name="connsiteY1" fmla="*/ 246741 h 2777951"/>
                <a:gd name="connsiteX2" fmla="*/ 2282429 w 4985262"/>
                <a:gd name="connsiteY2" fmla="*/ 420913 h 2777951"/>
                <a:gd name="connsiteX3" fmla="*/ 3403886 w 4985262"/>
                <a:gd name="connsiteY3" fmla="*/ 0 h 2777951"/>
                <a:gd name="connsiteX4" fmla="*/ 4056348 w 4985262"/>
                <a:gd name="connsiteY4" fmla="*/ 507998 h 2777951"/>
                <a:gd name="connsiteX5" fmla="*/ 4578862 w 4985262"/>
                <a:gd name="connsiteY5" fmla="*/ 366229 h 2777951"/>
                <a:gd name="connsiteX6" fmla="*/ 4985262 w 4985262"/>
                <a:gd name="connsiteY6" fmla="*/ 937345 h 2777951"/>
                <a:gd name="connsiteX7" fmla="*/ 4898176 w 4985262"/>
                <a:gd name="connsiteY7" fmla="*/ 2487666 h 2777951"/>
                <a:gd name="connsiteX8" fmla="*/ 3723200 w 4985262"/>
                <a:gd name="connsiteY8" fmla="*/ 2182864 h 2777951"/>
                <a:gd name="connsiteX9" fmla="*/ 2296945 w 4985262"/>
                <a:gd name="connsiteY9" fmla="*/ 2618294 h 2777951"/>
                <a:gd name="connsiteX10" fmla="*/ 1135802 w 4985262"/>
                <a:gd name="connsiteY10" fmla="*/ 2516694 h 2777951"/>
                <a:gd name="connsiteX11" fmla="*/ 557498 w 4985262"/>
                <a:gd name="connsiteY11" fmla="*/ 2777951 h 2777951"/>
                <a:gd name="connsiteX12" fmla="*/ 558405 w 4985262"/>
                <a:gd name="connsiteY12" fmla="*/ 1627443 h 2777951"/>
                <a:gd name="connsiteX13" fmla="*/ 0 w 4985262"/>
                <a:gd name="connsiteY13" fmla="*/ 1939164 h 2777951"/>
                <a:gd name="connsiteX14" fmla="*/ 324952 w 4985262"/>
                <a:gd name="connsiteY14" fmla="*/ 850080 h 2777951"/>
                <a:gd name="connsiteX15" fmla="*/ 557498 w 4985262"/>
                <a:gd name="connsiteY15" fmla="*/ 148514 h 2777951"/>
                <a:gd name="connsiteX16" fmla="*/ 978412 w 4985262"/>
                <a:gd name="connsiteY16" fmla="*/ 58055 h 2777951"/>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558405 w 4985262"/>
                <a:gd name="connsiteY12" fmla="*/ 1627443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295949 w 4985262"/>
                <a:gd name="connsiteY10" fmla="*/ 2249267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518369 w 5045317"/>
                <a:gd name="connsiteY12" fmla="*/ 1894870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45063 w 5045317"/>
                <a:gd name="connsiteY14" fmla="*/ 930308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585191 w 5045317"/>
                <a:gd name="connsiteY14" fmla="*/ 1117507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357314 w 5045317"/>
                <a:gd name="connsiteY15" fmla="*/ 389197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478333 w 5045317"/>
                <a:gd name="connsiteY11" fmla="*/ 1707671 h 2618294"/>
                <a:gd name="connsiteX12" fmla="*/ 0 w 5045317"/>
                <a:gd name="connsiteY12" fmla="*/ 2099621 h 2618294"/>
                <a:gd name="connsiteX13" fmla="*/ 485099 w 5045317"/>
                <a:gd name="connsiteY13" fmla="*/ 1010535 h 2618294"/>
                <a:gd name="connsiteX14" fmla="*/ 357314 w 5045317"/>
                <a:gd name="connsiteY14" fmla="*/ 389197 h 2618294"/>
                <a:gd name="connsiteX15" fmla="*/ 1038467 w 5045317"/>
                <a:gd name="connsiteY15" fmla="*/ 58055 h 2618294"/>
                <a:gd name="connsiteX0" fmla="*/ 1038467 w 5045317"/>
                <a:gd name="connsiteY0" fmla="*/ 58055 h 2487666"/>
                <a:gd name="connsiteX1" fmla="*/ 1689343 w 5045317"/>
                <a:gd name="connsiteY1" fmla="*/ 246741 h 2487666"/>
                <a:gd name="connsiteX2" fmla="*/ 2342484 w 5045317"/>
                <a:gd name="connsiteY2" fmla="*/ 420913 h 2487666"/>
                <a:gd name="connsiteX3" fmla="*/ 3463941 w 5045317"/>
                <a:gd name="connsiteY3" fmla="*/ 0 h 2487666"/>
                <a:gd name="connsiteX4" fmla="*/ 4116403 w 5045317"/>
                <a:gd name="connsiteY4" fmla="*/ 507998 h 2487666"/>
                <a:gd name="connsiteX5" fmla="*/ 4638917 w 5045317"/>
                <a:gd name="connsiteY5" fmla="*/ 366229 h 2487666"/>
                <a:gd name="connsiteX6" fmla="*/ 5045317 w 5045317"/>
                <a:gd name="connsiteY6" fmla="*/ 937345 h 2487666"/>
                <a:gd name="connsiteX7" fmla="*/ 4958231 w 5045317"/>
                <a:gd name="connsiteY7" fmla="*/ 2487666 h 2487666"/>
                <a:gd name="connsiteX8" fmla="*/ 3783255 w 5045317"/>
                <a:gd name="connsiteY8" fmla="*/ 2182864 h 2487666"/>
                <a:gd name="connsiteX9" fmla="*/ 1356004 w 5045317"/>
                <a:gd name="connsiteY9" fmla="*/ 2249267 h 2487666"/>
                <a:gd name="connsiteX10" fmla="*/ 478333 w 5045317"/>
                <a:gd name="connsiteY10" fmla="*/ 1707671 h 2487666"/>
                <a:gd name="connsiteX11" fmla="*/ 0 w 5045317"/>
                <a:gd name="connsiteY11" fmla="*/ 2099621 h 2487666"/>
                <a:gd name="connsiteX12" fmla="*/ 485099 w 5045317"/>
                <a:gd name="connsiteY12" fmla="*/ 1010535 h 2487666"/>
                <a:gd name="connsiteX13" fmla="*/ 357314 w 5045317"/>
                <a:gd name="connsiteY13" fmla="*/ 389197 h 2487666"/>
                <a:gd name="connsiteX14" fmla="*/ 1038467 w 5045317"/>
                <a:gd name="connsiteY14" fmla="*/ 58055 h 248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17" h="2487666">
                  <a:moveTo>
                    <a:pt x="1038467" y="58055"/>
                  </a:moveTo>
                  <a:lnTo>
                    <a:pt x="1689343" y="246741"/>
                  </a:lnTo>
                  <a:lnTo>
                    <a:pt x="2342484" y="420913"/>
                  </a:lnTo>
                  <a:lnTo>
                    <a:pt x="3463941" y="0"/>
                  </a:lnTo>
                  <a:lnTo>
                    <a:pt x="4116403" y="507998"/>
                  </a:lnTo>
                  <a:lnTo>
                    <a:pt x="4638917" y="366229"/>
                  </a:lnTo>
                  <a:lnTo>
                    <a:pt x="5045317" y="937345"/>
                  </a:lnTo>
                  <a:lnTo>
                    <a:pt x="4958231" y="2487666"/>
                  </a:lnTo>
                  <a:lnTo>
                    <a:pt x="3783255" y="2182864"/>
                  </a:lnTo>
                  <a:lnTo>
                    <a:pt x="1356004" y="2249267"/>
                  </a:lnTo>
                  <a:lnTo>
                    <a:pt x="478333" y="1707671"/>
                  </a:lnTo>
                  <a:lnTo>
                    <a:pt x="0" y="2099621"/>
                  </a:lnTo>
                  <a:lnTo>
                    <a:pt x="485099" y="1010535"/>
                  </a:lnTo>
                  <a:lnTo>
                    <a:pt x="357314" y="389197"/>
                  </a:lnTo>
                  <a:lnTo>
                    <a:pt x="1038467" y="58055"/>
                  </a:lnTo>
                  <a:close/>
                </a:path>
              </a:pathLst>
            </a:custGeom>
            <a:solidFill>
              <a:schemeClr val="accent3"/>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72570" y="232228"/>
            <a:ext cx="4886324" cy="828000"/>
          </a:xfrm>
        </p:spPr>
        <p:txBody>
          <a:bodyPr>
            <a:noAutofit/>
          </a:bodyPr>
          <a:lstStyle/>
          <a:p>
            <a:pPr marR="0" algn="ctr" rtl="0"/>
            <a:r>
              <a:rPr lang="zh-CN" altLang="en-US" dirty="0">
                <a:solidFill>
                  <a:schemeClr val="accent4"/>
                </a:solidFill>
              </a:rPr>
              <a:t>你可能</a:t>
            </a:r>
            <a:r>
              <a:rPr lang="zh-CN" altLang="en-US" dirty="0" smtClean="0">
                <a:solidFill>
                  <a:schemeClr val="accent4"/>
                </a:solidFill>
              </a:rPr>
              <a:t>相信</a:t>
            </a:r>
            <a:endParaRPr lang="zh-CN" altLang="en-US" dirty="0">
              <a:solidFill>
                <a:schemeClr val="accent4"/>
              </a:solidFill>
            </a:endParaRPr>
          </a:p>
        </p:txBody>
      </p:sp>
      <p:sp>
        <p:nvSpPr>
          <p:cNvPr id="33" name="矩形 32"/>
          <p:cNvSpPr/>
          <p:nvPr/>
        </p:nvSpPr>
        <p:spPr>
          <a:xfrm>
            <a:off x="7526742" y="2780238"/>
            <a:ext cx="2792892" cy="830997"/>
          </a:xfrm>
          <a:prstGeom prst="rect">
            <a:avLst/>
          </a:prstGeom>
          <a:ln>
            <a:noFill/>
          </a:ln>
        </p:spPr>
        <p:txBody>
          <a:bodyPr wrap="square">
            <a:spAutoFit/>
          </a:bodyPr>
          <a:lstStyle/>
          <a:p>
            <a:pPr>
              <a:lnSpc>
                <a:spcPct val="120000"/>
              </a:lnSpc>
            </a:pPr>
            <a:r>
              <a:rPr lang="zh-CN" altLang="en-US" sz="2000" dirty="0">
                <a:solidFill>
                  <a:schemeClr val="bg1"/>
                </a:solidFill>
              </a:rPr>
              <a:t>我们</a:t>
            </a:r>
            <a:r>
              <a:rPr lang="zh-CN" altLang="en-US" sz="4000" b="1" dirty="0">
                <a:solidFill>
                  <a:schemeClr val="bg1"/>
                </a:solidFill>
              </a:rPr>
              <a:t>拥有</a:t>
            </a:r>
            <a:r>
              <a:rPr lang="zh-CN" altLang="en-US" sz="4000" b="1" dirty="0" smtClean="0">
                <a:solidFill>
                  <a:schemeClr val="bg1"/>
                </a:solidFill>
              </a:rPr>
              <a:t>灵魂</a:t>
            </a:r>
            <a:endParaRPr lang="zh-CN" altLang="en-US" sz="2000" dirty="0">
              <a:solidFill>
                <a:schemeClr val="bg1"/>
              </a:solidFill>
            </a:endParaRPr>
          </a:p>
        </p:txBody>
      </p:sp>
      <p:sp>
        <p:nvSpPr>
          <p:cNvPr id="34" name="矩形 33"/>
          <p:cNvSpPr/>
          <p:nvPr/>
        </p:nvSpPr>
        <p:spPr>
          <a:xfrm>
            <a:off x="1793662" y="2811849"/>
            <a:ext cx="2492990" cy="767774"/>
          </a:xfrm>
          <a:prstGeom prst="rect">
            <a:avLst/>
          </a:prstGeom>
        </p:spPr>
        <p:txBody>
          <a:bodyPr wrap="none">
            <a:spAutoFit/>
          </a:bodyPr>
          <a:lstStyle/>
          <a:p>
            <a:pPr>
              <a:lnSpc>
                <a:spcPct val="120000"/>
              </a:lnSpc>
            </a:pPr>
            <a:r>
              <a:rPr lang="zh-CN" altLang="en-US" sz="2000" dirty="0">
                <a:solidFill>
                  <a:schemeClr val="bg1"/>
                </a:solidFill>
              </a:rPr>
              <a:t>永生是一种</a:t>
            </a:r>
            <a:r>
              <a:rPr lang="zh-CN" altLang="en-US" sz="4000" b="1" dirty="0">
                <a:solidFill>
                  <a:schemeClr val="bg1"/>
                </a:solidFill>
              </a:rPr>
              <a:t>赐福</a:t>
            </a:r>
          </a:p>
        </p:txBody>
      </p:sp>
      <p:sp>
        <p:nvSpPr>
          <p:cNvPr id="35" name="矩形 34"/>
          <p:cNvSpPr/>
          <p:nvPr/>
        </p:nvSpPr>
        <p:spPr>
          <a:xfrm>
            <a:off x="7381623" y="4686876"/>
            <a:ext cx="3518912" cy="768415"/>
          </a:xfrm>
          <a:prstGeom prst="rect">
            <a:avLst/>
          </a:prstGeom>
        </p:spPr>
        <p:txBody>
          <a:bodyPr wrap="none">
            <a:spAutoFit/>
          </a:bodyPr>
          <a:lstStyle/>
          <a:p>
            <a:pPr>
              <a:lnSpc>
                <a:spcPct val="120000"/>
              </a:lnSpc>
            </a:pPr>
            <a:r>
              <a:rPr lang="zh-CN" altLang="en-US" sz="2000" dirty="0">
                <a:solidFill>
                  <a:schemeClr val="bg1"/>
                </a:solidFill>
              </a:rPr>
              <a:t>对死亡感到</a:t>
            </a:r>
            <a:r>
              <a:rPr lang="zh-CN" altLang="en-US" sz="4000" b="1" dirty="0">
                <a:solidFill>
                  <a:schemeClr val="bg1"/>
                </a:solidFill>
              </a:rPr>
              <a:t>恐惧</a:t>
            </a:r>
            <a:r>
              <a:rPr lang="zh-CN" altLang="en-US" sz="2000" dirty="0">
                <a:solidFill>
                  <a:schemeClr val="bg1"/>
                </a:solidFill>
              </a:rPr>
              <a:t>无可厚非</a:t>
            </a:r>
          </a:p>
        </p:txBody>
      </p:sp>
      <p:sp>
        <p:nvSpPr>
          <p:cNvPr id="36" name="矩形 35"/>
          <p:cNvSpPr/>
          <p:nvPr/>
        </p:nvSpPr>
        <p:spPr>
          <a:xfrm>
            <a:off x="1436525" y="4686876"/>
            <a:ext cx="3262432" cy="768415"/>
          </a:xfrm>
          <a:prstGeom prst="rect">
            <a:avLst/>
          </a:prstGeom>
        </p:spPr>
        <p:txBody>
          <a:bodyPr wrap="none">
            <a:spAutoFit/>
          </a:bodyPr>
          <a:lstStyle/>
          <a:p>
            <a:pPr>
              <a:lnSpc>
                <a:spcPct val="120000"/>
              </a:lnSpc>
            </a:pPr>
            <a:r>
              <a:rPr lang="zh-CN" altLang="en-US" sz="2000" dirty="0">
                <a:solidFill>
                  <a:schemeClr val="bg1"/>
                </a:solidFill>
              </a:rPr>
              <a:t>死亡是一件</a:t>
            </a:r>
            <a:r>
              <a:rPr lang="zh-CN" altLang="en-US" sz="4000" b="1" dirty="0">
                <a:solidFill>
                  <a:schemeClr val="bg1"/>
                </a:solidFill>
              </a:rPr>
              <a:t>神秘</a:t>
            </a:r>
            <a:r>
              <a:rPr lang="zh-CN" altLang="en-US" sz="2000" dirty="0">
                <a:solidFill>
                  <a:schemeClr val="bg1"/>
                </a:solidFill>
              </a:rPr>
              <a:t>的事情</a:t>
            </a:r>
          </a:p>
        </p:txBody>
      </p:sp>
      <p:grpSp>
        <p:nvGrpSpPr>
          <p:cNvPr id="26" name="组合 25"/>
          <p:cNvGrpSpPr/>
          <p:nvPr/>
        </p:nvGrpSpPr>
        <p:grpSpPr>
          <a:xfrm>
            <a:off x="0" y="886425"/>
            <a:ext cx="4972061" cy="151305"/>
            <a:chOff x="1742883" y="911825"/>
            <a:chExt cx="5013404" cy="151305"/>
          </a:xfrm>
          <a:solidFill>
            <a:schemeClr val="tx1">
              <a:lumMod val="95000"/>
              <a:lumOff val="5000"/>
            </a:schemeClr>
          </a:solidFill>
        </p:grpSpPr>
        <p:cxnSp>
          <p:nvCxnSpPr>
            <p:cNvPr id="27" name="直接连接符 26"/>
            <p:cNvCxnSpPr/>
            <p:nvPr/>
          </p:nvCxnSpPr>
          <p:spPr>
            <a:xfrm flipH="1">
              <a:off x="1742883" y="1063130"/>
              <a:ext cx="4113406"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5768550" y="2236763"/>
            <a:ext cx="654900" cy="3343179"/>
            <a:chOff x="1258828" y="3393889"/>
            <a:chExt cx="339002" cy="1730561"/>
          </a:xfrm>
          <a:solidFill>
            <a:schemeClr val="tx1">
              <a:lumMod val="95000"/>
              <a:lumOff val="5000"/>
            </a:schemeClr>
          </a:solidFill>
        </p:grpSpPr>
        <p:sp>
          <p:nvSpPr>
            <p:cNvPr id="44" name="椭圆 43"/>
            <p:cNvSpPr/>
            <p:nvPr/>
          </p:nvSpPr>
          <p:spPr>
            <a:xfrm flipH="1">
              <a:off x="1271767" y="3393889"/>
              <a:ext cx="326063" cy="326063"/>
            </a:xfrm>
            <a:prstGeom prst="ellipse">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45" name="任意多边形 44"/>
            <p:cNvSpPr/>
            <p:nvPr/>
          </p:nvSpPr>
          <p:spPr>
            <a:xfrm flipH="1">
              <a:off x="1258828" y="3802708"/>
              <a:ext cx="294538" cy="1321742"/>
            </a:xfrm>
            <a:custGeom>
              <a:avLst/>
              <a:gdLst>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42700 w 283366"/>
                <a:gd name="connsiteY6" fmla="*/ 1156044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6335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67467 w 283366"/>
                <a:gd name="connsiteY6" fmla="*/ 1088380 h 1318567"/>
                <a:gd name="connsiteX7" fmla="*/ 163350 w 283366"/>
                <a:gd name="connsiteY7" fmla="*/ 1159219 h 1318567"/>
                <a:gd name="connsiteX8" fmla="*/ 163460 w 283366"/>
                <a:gd name="connsiteY8" fmla="*/ 1318567 h 1318567"/>
                <a:gd name="connsiteX9" fmla="*/ 264316 w 283366"/>
                <a:gd name="connsiteY9" fmla="*/ 1159219 h 1318567"/>
                <a:gd name="connsiteX10" fmla="*/ 280191 w 283366"/>
                <a:gd name="connsiteY10" fmla="*/ 1044919 h 1318567"/>
                <a:gd name="connsiteX11" fmla="*/ 283366 w 283366"/>
                <a:gd name="connsiteY11" fmla="*/ 90251 h 1318567"/>
                <a:gd name="connsiteX12" fmla="*/ 193116 w 283366"/>
                <a:gd name="connsiteY12" fmla="*/ 1 h 1318567"/>
                <a:gd name="connsiteX13" fmla="*/ 150421 w 283366"/>
                <a:gd name="connsiteY13" fmla="*/ 1 h 1318567"/>
                <a:gd name="connsiteX14" fmla="*/ 150416 w 283366"/>
                <a:gd name="connsiteY14"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280191 w 289441"/>
                <a:gd name="connsiteY10" fmla="*/ 1044919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20475 w 289441"/>
                <a:gd name="connsiteY6" fmla="*/ 1003644 h 1318567"/>
                <a:gd name="connsiteX7" fmla="*/ 67467 w 289441"/>
                <a:gd name="connsiteY7" fmla="*/ 1088380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9842 w 289441"/>
                <a:gd name="connsiteY6" fmla="*/ 93121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72229 w 289441"/>
                <a:gd name="connsiteY5" fmla="*/ 79786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68113 w 289441"/>
                <a:gd name="connsiteY8" fmla="*/ 115921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68113 w 293007"/>
                <a:gd name="connsiteY8" fmla="*/ 1159219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99863 w 293007"/>
                <a:gd name="connsiteY8" fmla="*/ 114969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87163 w 293007"/>
                <a:gd name="connsiteY8" fmla="*/ 115604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453"/>
                <a:gd name="connsiteY0" fmla="*/ 0 h 1309042"/>
                <a:gd name="connsiteX1" fmla="*/ 90250 w 293453"/>
                <a:gd name="connsiteY1" fmla="*/ 0 h 1309042"/>
                <a:gd name="connsiteX2" fmla="*/ 0 w 293453"/>
                <a:gd name="connsiteY2" fmla="*/ 90250 h 1309042"/>
                <a:gd name="connsiteX3" fmla="*/ 0 w 293453"/>
                <a:gd name="connsiteY3" fmla="*/ 642246 h 1309042"/>
                <a:gd name="connsiteX4" fmla="*/ 29269 w 293453"/>
                <a:gd name="connsiteY4" fmla="*/ 642246 h 1309042"/>
                <a:gd name="connsiteX5" fmla="*/ 57942 w 293453"/>
                <a:gd name="connsiteY5" fmla="*/ 793106 h 1309042"/>
                <a:gd name="connsiteX6" fmla="*/ 129379 w 293453"/>
                <a:gd name="connsiteY6" fmla="*/ 912167 h 1309042"/>
                <a:gd name="connsiteX7" fmla="*/ 20475 w 293453"/>
                <a:gd name="connsiteY7" fmla="*/ 1003644 h 1309042"/>
                <a:gd name="connsiteX8" fmla="*/ 187163 w 293453"/>
                <a:gd name="connsiteY8" fmla="*/ 1156044 h 1309042"/>
                <a:gd name="connsiteX9" fmla="*/ 131710 w 293453"/>
                <a:gd name="connsiteY9" fmla="*/ 1309042 h 1309042"/>
                <a:gd name="connsiteX10" fmla="*/ 292891 w 293453"/>
                <a:gd name="connsiteY10" fmla="*/ 1184619 h 1309042"/>
                <a:gd name="connsiteX11" fmla="*/ 188116 w 293453"/>
                <a:gd name="connsiteY11" fmla="*/ 1041744 h 1309042"/>
                <a:gd name="connsiteX12" fmla="*/ 277017 w 293453"/>
                <a:gd name="connsiteY12" fmla="*/ 921692 h 1309042"/>
                <a:gd name="connsiteX13" fmla="*/ 281779 w 293453"/>
                <a:gd name="connsiteY13" fmla="*/ 802630 h 1309042"/>
                <a:gd name="connsiteX14" fmla="*/ 283366 w 293453"/>
                <a:gd name="connsiteY14" fmla="*/ 90251 h 1309042"/>
                <a:gd name="connsiteX15" fmla="*/ 193116 w 293453"/>
                <a:gd name="connsiteY15" fmla="*/ 1 h 1309042"/>
                <a:gd name="connsiteX16" fmla="*/ 150421 w 293453"/>
                <a:gd name="connsiteY16" fmla="*/ 1 h 1309042"/>
                <a:gd name="connsiteX17" fmla="*/ 150416 w 293453"/>
                <a:gd name="connsiteY17" fmla="*/ 0 h 1309042"/>
                <a:gd name="connsiteX0" fmla="*/ 150416 w 293854"/>
                <a:gd name="connsiteY0" fmla="*/ 0 h 1309042"/>
                <a:gd name="connsiteX1" fmla="*/ 90250 w 293854"/>
                <a:gd name="connsiteY1" fmla="*/ 0 h 1309042"/>
                <a:gd name="connsiteX2" fmla="*/ 0 w 293854"/>
                <a:gd name="connsiteY2" fmla="*/ 90250 h 1309042"/>
                <a:gd name="connsiteX3" fmla="*/ 0 w 293854"/>
                <a:gd name="connsiteY3" fmla="*/ 642246 h 1309042"/>
                <a:gd name="connsiteX4" fmla="*/ 29269 w 293854"/>
                <a:gd name="connsiteY4" fmla="*/ 642246 h 1309042"/>
                <a:gd name="connsiteX5" fmla="*/ 57942 w 293854"/>
                <a:gd name="connsiteY5" fmla="*/ 793106 h 1309042"/>
                <a:gd name="connsiteX6" fmla="*/ 129379 w 293854"/>
                <a:gd name="connsiteY6" fmla="*/ 912167 h 1309042"/>
                <a:gd name="connsiteX7" fmla="*/ 20475 w 293854"/>
                <a:gd name="connsiteY7" fmla="*/ 1003644 h 1309042"/>
                <a:gd name="connsiteX8" fmla="*/ 187163 w 293854"/>
                <a:gd name="connsiteY8" fmla="*/ 1156044 h 1309042"/>
                <a:gd name="connsiteX9" fmla="*/ 112660 w 293854"/>
                <a:gd name="connsiteY9" fmla="*/ 1309042 h 1309042"/>
                <a:gd name="connsiteX10" fmla="*/ 292891 w 293854"/>
                <a:gd name="connsiteY10" fmla="*/ 1184619 h 1309042"/>
                <a:gd name="connsiteX11" fmla="*/ 188116 w 293854"/>
                <a:gd name="connsiteY11" fmla="*/ 1041744 h 1309042"/>
                <a:gd name="connsiteX12" fmla="*/ 277017 w 293854"/>
                <a:gd name="connsiteY12" fmla="*/ 921692 h 1309042"/>
                <a:gd name="connsiteX13" fmla="*/ 281779 w 293854"/>
                <a:gd name="connsiteY13" fmla="*/ 802630 h 1309042"/>
                <a:gd name="connsiteX14" fmla="*/ 283366 w 293854"/>
                <a:gd name="connsiteY14" fmla="*/ 90251 h 1309042"/>
                <a:gd name="connsiteX15" fmla="*/ 193116 w 293854"/>
                <a:gd name="connsiteY15" fmla="*/ 1 h 1309042"/>
                <a:gd name="connsiteX16" fmla="*/ 150421 w 293854"/>
                <a:gd name="connsiteY16" fmla="*/ 1 h 1309042"/>
                <a:gd name="connsiteX17" fmla="*/ 150416 w 293854"/>
                <a:gd name="connsiteY17" fmla="*/ 0 h 13090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655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61763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244313 w 294168"/>
                <a:gd name="connsiteY8" fmla="*/ 11782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129379 w 294549"/>
                <a:gd name="connsiteY6" fmla="*/ 912167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84929 w 294549"/>
                <a:gd name="connsiteY6" fmla="*/ 896292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608"/>
                <a:gd name="connsiteY0" fmla="*/ 0 h 1321742"/>
                <a:gd name="connsiteX1" fmla="*/ 90250 w 294608"/>
                <a:gd name="connsiteY1" fmla="*/ 0 h 1321742"/>
                <a:gd name="connsiteX2" fmla="*/ 0 w 294608"/>
                <a:gd name="connsiteY2" fmla="*/ 90250 h 1321742"/>
                <a:gd name="connsiteX3" fmla="*/ 0 w 294608"/>
                <a:gd name="connsiteY3" fmla="*/ 642246 h 1321742"/>
                <a:gd name="connsiteX4" fmla="*/ 29269 w 294608"/>
                <a:gd name="connsiteY4" fmla="*/ 642246 h 1321742"/>
                <a:gd name="connsiteX5" fmla="*/ 57942 w 294608"/>
                <a:gd name="connsiteY5" fmla="*/ 793106 h 1321742"/>
                <a:gd name="connsiteX6" fmla="*/ 84929 w 294608"/>
                <a:gd name="connsiteY6" fmla="*/ 896292 h 1321742"/>
                <a:gd name="connsiteX7" fmla="*/ 20475 w 294608"/>
                <a:gd name="connsiteY7" fmla="*/ 1003644 h 1321742"/>
                <a:gd name="connsiteX8" fmla="*/ 190338 w 294608"/>
                <a:gd name="connsiteY8" fmla="*/ 1168744 h 1321742"/>
                <a:gd name="connsiteX9" fmla="*/ 99960 w 294608"/>
                <a:gd name="connsiteY9" fmla="*/ 1321742 h 1321742"/>
                <a:gd name="connsiteX10" fmla="*/ 292891 w 294608"/>
                <a:gd name="connsiteY10" fmla="*/ 1184619 h 1321742"/>
                <a:gd name="connsiteX11" fmla="*/ 197641 w 294608"/>
                <a:gd name="connsiteY11" fmla="*/ 1016344 h 1321742"/>
                <a:gd name="connsiteX12" fmla="*/ 251617 w 294608"/>
                <a:gd name="connsiteY12" fmla="*/ 889942 h 1321742"/>
                <a:gd name="connsiteX13" fmla="*/ 281779 w 294608"/>
                <a:gd name="connsiteY13" fmla="*/ 802630 h 1321742"/>
                <a:gd name="connsiteX14" fmla="*/ 283366 w 294608"/>
                <a:gd name="connsiteY14" fmla="*/ 90251 h 1321742"/>
                <a:gd name="connsiteX15" fmla="*/ 193116 w 294608"/>
                <a:gd name="connsiteY15" fmla="*/ 1 h 1321742"/>
                <a:gd name="connsiteX16" fmla="*/ 150421 w 294608"/>
                <a:gd name="connsiteY16" fmla="*/ 1 h 1321742"/>
                <a:gd name="connsiteX17" fmla="*/ 150416 w 294608"/>
                <a:gd name="connsiteY17"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84929 w 294538"/>
                <a:gd name="connsiteY6" fmla="*/ 896292 h 1321742"/>
                <a:gd name="connsiteX7" fmla="*/ 20475 w 294538"/>
                <a:gd name="connsiteY7" fmla="*/ 1003644 h 1321742"/>
                <a:gd name="connsiteX8" fmla="*/ 190338 w 294538"/>
                <a:gd name="connsiteY8" fmla="*/ 1168744 h 1321742"/>
                <a:gd name="connsiteX9" fmla="*/ 99960 w 294538"/>
                <a:gd name="connsiteY9" fmla="*/ 1321742 h 1321742"/>
                <a:gd name="connsiteX10" fmla="*/ 292891 w 294538"/>
                <a:gd name="connsiteY10" fmla="*/ 1184619 h 1321742"/>
                <a:gd name="connsiteX11" fmla="*/ 197641 w 294538"/>
                <a:gd name="connsiteY11" fmla="*/ 1016344 h 1321742"/>
                <a:gd name="connsiteX12" fmla="*/ 281779 w 294538"/>
                <a:gd name="connsiteY12" fmla="*/ 802630 h 1321742"/>
                <a:gd name="connsiteX13" fmla="*/ 283366 w 294538"/>
                <a:gd name="connsiteY13" fmla="*/ 90251 h 1321742"/>
                <a:gd name="connsiteX14" fmla="*/ 193116 w 294538"/>
                <a:gd name="connsiteY14" fmla="*/ 1 h 1321742"/>
                <a:gd name="connsiteX15" fmla="*/ 150421 w 294538"/>
                <a:gd name="connsiteY15" fmla="*/ 1 h 1321742"/>
                <a:gd name="connsiteX16" fmla="*/ 150416 w 294538"/>
                <a:gd name="connsiteY16"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20475 w 294538"/>
                <a:gd name="connsiteY6" fmla="*/ 1003644 h 1321742"/>
                <a:gd name="connsiteX7" fmla="*/ 190338 w 294538"/>
                <a:gd name="connsiteY7" fmla="*/ 1168744 h 1321742"/>
                <a:gd name="connsiteX8" fmla="*/ 99960 w 294538"/>
                <a:gd name="connsiteY8" fmla="*/ 1321742 h 1321742"/>
                <a:gd name="connsiteX9" fmla="*/ 292891 w 294538"/>
                <a:gd name="connsiteY9" fmla="*/ 1184619 h 1321742"/>
                <a:gd name="connsiteX10" fmla="*/ 197641 w 294538"/>
                <a:gd name="connsiteY10" fmla="*/ 1016344 h 1321742"/>
                <a:gd name="connsiteX11" fmla="*/ 281779 w 294538"/>
                <a:gd name="connsiteY11" fmla="*/ 802630 h 1321742"/>
                <a:gd name="connsiteX12" fmla="*/ 283366 w 294538"/>
                <a:gd name="connsiteY12" fmla="*/ 90251 h 1321742"/>
                <a:gd name="connsiteX13" fmla="*/ 193116 w 294538"/>
                <a:gd name="connsiteY13" fmla="*/ 1 h 1321742"/>
                <a:gd name="connsiteX14" fmla="*/ 150421 w 294538"/>
                <a:gd name="connsiteY14" fmla="*/ 1 h 1321742"/>
                <a:gd name="connsiteX15" fmla="*/ 150416 w 294538"/>
                <a:gd name="connsiteY15" fmla="*/ 0 h 132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4538" h="1321742">
                  <a:moveTo>
                    <a:pt x="150416" y="0"/>
                  </a:moveTo>
                  <a:lnTo>
                    <a:pt x="90250" y="0"/>
                  </a:lnTo>
                  <a:cubicBezTo>
                    <a:pt x="40406" y="0"/>
                    <a:pt x="0" y="40406"/>
                    <a:pt x="0" y="90250"/>
                  </a:cubicBezTo>
                  <a:lnTo>
                    <a:pt x="0" y="642246"/>
                  </a:lnTo>
                  <a:lnTo>
                    <a:pt x="29269" y="642246"/>
                  </a:lnTo>
                  <a:cubicBezTo>
                    <a:pt x="39720" y="671358"/>
                    <a:pt x="59408" y="732873"/>
                    <a:pt x="57942" y="793106"/>
                  </a:cubicBezTo>
                  <a:cubicBezTo>
                    <a:pt x="56476" y="853339"/>
                    <a:pt x="-1591" y="941038"/>
                    <a:pt x="20475" y="1003644"/>
                  </a:cubicBezTo>
                  <a:cubicBezTo>
                    <a:pt x="42541" y="1066250"/>
                    <a:pt x="158041" y="1131603"/>
                    <a:pt x="190338" y="1168744"/>
                  </a:cubicBezTo>
                  <a:cubicBezTo>
                    <a:pt x="222635" y="1205885"/>
                    <a:pt x="154957" y="1277093"/>
                    <a:pt x="99960" y="1321742"/>
                  </a:cubicBezTo>
                  <a:cubicBezTo>
                    <a:pt x="190729" y="1272859"/>
                    <a:pt x="276611" y="1235519"/>
                    <a:pt x="292891" y="1184619"/>
                  </a:cubicBezTo>
                  <a:cubicBezTo>
                    <a:pt x="309171" y="1133719"/>
                    <a:pt x="199493" y="1080009"/>
                    <a:pt x="197641" y="1016344"/>
                  </a:cubicBezTo>
                  <a:cubicBezTo>
                    <a:pt x="195789" y="952679"/>
                    <a:pt x="267492" y="956979"/>
                    <a:pt x="281779" y="802630"/>
                  </a:cubicBezTo>
                  <a:cubicBezTo>
                    <a:pt x="281250" y="664057"/>
                    <a:pt x="298143" y="224022"/>
                    <a:pt x="283366" y="90251"/>
                  </a:cubicBezTo>
                  <a:cubicBezTo>
                    <a:pt x="283366" y="40407"/>
                    <a:pt x="242960" y="1"/>
                    <a:pt x="193116" y="1"/>
                  </a:cubicBezTo>
                  <a:lnTo>
                    <a:pt x="150421" y="1"/>
                  </a:lnTo>
                  <a:cubicBezTo>
                    <a:pt x="150419" y="1"/>
                    <a:pt x="150418" y="0"/>
                    <a:pt x="150416" y="0"/>
                  </a:cubicBezTo>
                  <a:close/>
                </a:path>
              </a:pathLst>
            </a:cu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grpSp>
    </p:spTree>
    <p:extLst>
      <p:ext uri="{BB962C8B-B14F-4D97-AF65-F5344CB8AC3E}">
        <p14:creationId xmlns:p14="http://schemas.microsoft.com/office/powerpoint/2010/main" val="28632036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1332951" y="2653888"/>
            <a:ext cx="3826582" cy="1250249"/>
            <a:chOff x="1620941" y="1930239"/>
            <a:chExt cx="3826582" cy="1250249"/>
          </a:xfrm>
        </p:grpSpPr>
        <p:sp>
          <p:nvSpPr>
            <p:cNvPr id="45" name="矩形标注 17"/>
            <p:cNvSpPr/>
            <p:nvPr/>
          </p:nvSpPr>
          <p:spPr>
            <a:xfrm>
              <a:off x="1620941" y="2000952"/>
              <a:ext cx="3783040" cy="1179536"/>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1045761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597681 w 3783040"/>
                <a:gd name="connsiteY3" fmla="*/ 159657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101599 h 1353707"/>
                <a:gd name="connsiteX1" fmla="*/ 2021577 w 3783040"/>
                <a:gd name="connsiteY1" fmla="*/ 101599 h 1353707"/>
                <a:gd name="connsiteX2" fmla="*/ 2021577 w 3783040"/>
                <a:gd name="connsiteY2" fmla="*/ 101599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0 w 3783040"/>
                <a:gd name="connsiteY0" fmla="*/ 101599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522514 w 3783040"/>
                <a:gd name="connsiteY0" fmla="*/ 333828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522514 w 3783040"/>
                <a:gd name="connsiteY16"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0 w 3783040"/>
                <a:gd name="connsiteY12" fmla="*/ 1145022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0198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58938 w 3783040"/>
                <a:gd name="connsiteY8" fmla="*/ 1019878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65560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07502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92549 w 3783040"/>
                <a:gd name="connsiteY10" fmla="*/ 7876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49006 w 3783040"/>
                <a:gd name="connsiteY10" fmla="*/ 8892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391887 h 1281138"/>
                <a:gd name="connsiteX1" fmla="*/ 1774834 w 3783040"/>
                <a:gd name="connsiteY1" fmla="*/ 319316 h 1281138"/>
                <a:gd name="connsiteX2" fmla="*/ 2350938 w 3783040"/>
                <a:gd name="connsiteY2" fmla="*/ 0 h 1281138"/>
                <a:gd name="connsiteX3" fmla="*/ 3160760 w 3783040"/>
                <a:gd name="connsiteY3" fmla="*/ 304802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059160 w 3783040"/>
                <a:gd name="connsiteY3" fmla="*/ 377374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189788 w 3783040"/>
                <a:gd name="connsiteY3" fmla="*/ 319317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72573 h 961824"/>
                <a:gd name="connsiteX1" fmla="*/ 1774834 w 3783040"/>
                <a:gd name="connsiteY1" fmla="*/ 2 h 961824"/>
                <a:gd name="connsiteX2" fmla="*/ 2467052 w 3783040"/>
                <a:gd name="connsiteY2" fmla="*/ 0 h 961824"/>
                <a:gd name="connsiteX3" fmla="*/ 3189788 w 3783040"/>
                <a:gd name="connsiteY3" fmla="*/ 3 h 961824"/>
                <a:gd name="connsiteX4" fmla="*/ 3407502 w 3783040"/>
                <a:gd name="connsiteY4" fmla="*/ 570740 h 961824"/>
                <a:gd name="connsiteX5" fmla="*/ 3783040 w 3783040"/>
                <a:gd name="connsiteY5" fmla="*/ 886105 h 961824"/>
                <a:gd name="connsiteX6" fmla="*/ 3465560 w 3783040"/>
                <a:gd name="connsiteY6" fmla="*/ 883767 h 961824"/>
                <a:gd name="connsiteX7" fmla="*/ 3218817 w 3783040"/>
                <a:gd name="connsiteY7" fmla="*/ 744110 h 961824"/>
                <a:gd name="connsiteX8" fmla="*/ 2858938 w 3783040"/>
                <a:gd name="connsiteY8" fmla="*/ 758623 h 961824"/>
                <a:gd name="connsiteX9" fmla="*/ 2457005 w 3783040"/>
                <a:gd name="connsiteY9" fmla="*/ 961824 h 961824"/>
                <a:gd name="connsiteX10" fmla="*/ 1949006 w 3783040"/>
                <a:gd name="connsiteY10" fmla="*/ 874738 h 961824"/>
                <a:gd name="connsiteX11" fmla="*/ 827314 w 3783040"/>
                <a:gd name="connsiteY11" fmla="*/ 918281 h 961824"/>
                <a:gd name="connsiteX12" fmla="*/ 348343 w 3783040"/>
                <a:gd name="connsiteY12" fmla="*/ 753139 h 961824"/>
                <a:gd name="connsiteX13" fmla="*/ 0 w 3783040"/>
                <a:gd name="connsiteY13" fmla="*/ 570740 h 961824"/>
                <a:gd name="connsiteX14" fmla="*/ 0 w 3783040"/>
                <a:gd name="connsiteY14" fmla="*/ 570740 h 961824"/>
                <a:gd name="connsiteX15" fmla="*/ 522514 w 3783040"/>
                <a:gd name="connsiteY15" fmla="*/ 72573 h 961824"/>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49006 w 3783040"/>
                <a:gd name="connsiteY10" fmla="*/ 1092450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05464 w 3783040"/>
                <a:gd name="connsiteY10" fmla="*/ 1165021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3040" h="1179536">
                  <a:moveTo>
                    <a:pt x="522514" y="290285"/>
                  </a:moveTo>
                  <a:lnTo>
                    <a:pt x="1658720" y="0"/>
                  </a:lnTo>
                  <a:lnTo>
                    <a:pt x="2467052" y="217712"/>
                  </a:lnTo>
                  <a:lnTo>
                    <a:pt x="3189788" y="217715"/>
                  </a:lnTo>
                  <a:lnTo>
                    <a:pt x="3407502" y="788452"/>
                  </a:lnTo>
                  <a:lnTo>
                    <a:pt x="3783040" y="1103817"/>
                  </a:lnTo>
                  <a:lnTo>
                    <a:pt x="3465560" y="1101479"/>
                  </a:lnTo>
                  <a:lnTo>
                    <a:pt x="3218817" y="961822"/>
                  </a:lnTo>
                  <a:lnTo>
                    <a:pt x="2858938" y="976335"/>
                  </a:lnTo>
                  <a:lnTo>
                    <a:pt x="2457005" y="1179536"/>
                  </a:lnTo>
                  <a:lnTo>
                    <a:pt x="1905464" y="1165021"/>
                  </a:lnTo>
                  <a:lnTo>
                    <a:pt x="827314" y="1135993"/>
                  </a:lnTo>
                  <a:lnTo>
                    <a:pt x="348343" y="970851"/>
                  </a:lnTo>
                  <a:lnTo>
                    <a:pt x="0" y="788452"/>
                  </a:lnTo>
                  <a:lnTo>
                    <a:pt x="0" y="788452"/>
                  </a:lnTo>
                  <a:lnTo>
                    <a:pt x="522514" y="290285"/>
                  </a:lnTo>
                  <a:close/>
                </a:path>
              </a:pathLst>
            </a:custGeom>
            <a:solidFill>
              <a:schemeClr val="accent5">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标注 17"/>
            <p:cNvSpPr/>
            <p:nvPr/>
          </p:nvSpPr>
          <p:spPr>
            <a:xfrm>
              <a:off x="1664483" y="1930239"/>
              <a:ext cx="3783040" cy="1179536"/>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1045761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597681 w 3783040"/>
                <a:gd name="connsiteY3" fmla="*/ 159657 h 1252108"/>
                <a:gd name="connsiteX4" fmla="*/ 2943046 w 3783040"/>
                <a:gd name="connsiteY4" fmla="*/ 130629 h 1252108"/>
                <a:gd name="connsiteX5" fmla="*/ 3465560 w 3783040"/>
                <a:gd name="connsiteY5" fmla="*/ 730396 h 1252108"/>
                <a:gd name="connsiteX6" fmla="*/ 3783040 w 3783040"/>
                <a:gd name="connsiteY6" fmla="*/ 1045761 h 1252108"/>
                <a:gd name="connsiteX7" fmla="*/ 3465560 w 3783040"/>
                <a:gd name="connsiteY7" fmla="*/ 1043423 h 1252108"/>
                <a:gd name="connsiteX8" fmla="*/ 3465560 w 3783040"/>
                <a:gd name="connsiteY8" fmla="*/ 1252108 h 1252108"/>
                <a:gd name="connsiteX9" fmla="*/ 2887967 w 3783040"/>
                <a:gd name="connsiteY9" fmla="*/ 1252108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101599 h 1353707"/>
                <a:gd name="connsiteX1" fmla="*/ 2021577 w 3783040"/>
                <a:gd name="connsiteY1" fmla="*/ 101599 h 1353707"/>
                <a:gd name="connsiteX2" fmla="*/ 2021577 w 3783040"/>
                <a:gd name="connsiteY2" fmla="*/ 101599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0 w 3783040"/>
                <a:gd name="connsiteY0" fmla="*/ 101599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0 w 3783040"/>
                <a:gd name="connsiteY16" fmla="*/ 101599 h 1353707"/>
                <a:gd name="connsiteX0" fmla="*/ 522514 w 3783040"/>
                <a:gd name="connsiteY0" fmla="*/ 333828 h 1353707"/>
                <a:gd name="connsiteX1" fmla="*/ 2021577 w 3783040"/>
                <a:gd name="connsiteY1" fmla="*/ 101599 h 1353707"/>
                <a:gd name="connsiteX2" fmla="*/ 1774834 w 3783040"/>
                <a:gd name="connsiteY2" fmla="*/ 261257 h 1353707"/>
                <a:gd name="connsiteX3" fmla="*/ 2597681 w 3783040"/>
                <a:gd name="connsiteY3" fmla="*/ 261256 h 1353707"/>
                <a:gd name="connsiteX4" fmla="*/ 3160760 w 3783040"/>
                <a:gd name="connsiteY4" fmla="*/ 0 h 1353707"/>
                <a:gd name="connsiteX5" fmla="*/ 3465560 w 3783040"/>
                <a:gd name="connsiteY5" fmla="*/ 831995 h 1353707"/>
                <a:gd name="connsiteX6" fmla="*/ 3783040 w 3783040"/>
                <a:gd name="connsiteY6" fmla="*/ 1147360 h 1353707"/>
                <a:gd name="connsiteX7" fmla="*/ 3465560 w 3783040"/>
                <a:gd name="connsiteY7" fmla="*/ 1145022 h 1353707"/>
                <a:gd name="connsiteX8" fmla="*/ 3465560 w 3783040"/>
                <a:gd name="connsiteY8" fmla="*/ 1353707 h 1353707"/>
                <a:gd name="connsiteX9" fmla="*/ 2887967 w 3783040"/>
                <a:gd name="connsiteY9" fmla="*/ 1353707 h 1353707"/>
                <a:gd name="connsiteX10" fmla="*/ 2021577 w 3783040"/>
                <a:gd name="connsiteY10" fmla="*/ 1353707 h 1353707"/>
                <a:gd name="connsiteX11" fmla="*/ 2021577 w 3783040"/>
                <a:gd name="connsiteY11" fmla="*/ 1353707 h 1353707"/>
                <a:gd name="connsiteX12" fmla="*/ 0 w 3783040"/>
                <a:gd name="connsiteY12" fmla="*/ 1353707 h 1353707"/>
                <a:gd name="connsiteX13" fmla="*/ 0 w 3783040"/>
                <a:gd name="connsiteY13" fmla="*/ 1145022 h 1353707"/>
                <a:gd name="connsiteX14" fmla="*/ 0 w 3783040"/>
                <a:gd name="connsiteY14" fmla="*/ 831995 h 1353707"/>
                <a:gd name="connsiteX15" fmla="*/ 0 w 3783040"/>
                <a:gd name="connsiteY15" fmla="*/ 831995 h 1353707"/>
                <a:gd name="connsiteX16" fmla="*/ 522514 w 3783040"/>
                <a:gd name="connsiteY16"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0 w 3783040"/>
                <a:gd name="connsiteY12" fmla="*/ 1145022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0 w 3783040"/>
                <a:gd name="connsiteY11" fmla="*/ 1353707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2021577 w 3783040"/>
                <a:gd name="connsiteY10" fmla="*/ 1353707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021577 w 3783040"/>
                <a:gd name="connsiteY9" fmla="*/ 1353707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0198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87967 w 3783040"/>
                <a:gd name="connsiteY8" fmla="*/ 1353707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353707"/>
                <a:gd name="connsiteX1" fmla="*/ 1774834 w 3783040"/>
                <a:gd name="connsiteY1" fmla="*/ 261257 h 1353707"/>
                <a:gd name="connsiteX2" fmla="*/ 2597681 w 3783040"/>
                <a:gd name="connsiteY2" fmla="*/ 261256 h 1353707"/>
                <a:gd name="connsiteX3" fmla="*/ 3160760 w 3783040"/>
                <a:gd name="connsiteY3" fmla="*/ 0 h 1353707"/>
                <a:gd name="connsiteX4" fmla="*/ 3465560 w 3783040"/>
                <a:gd name="connsiteY4" fmla="*/ 831995 h 1353707"/>
                <a:gd name="connsiteX5" fmla="*/ 3783040 w 3783040"/>
                <a:gd name="connsiteY5" fmla="*/ 1147360 h 1353707"/>
                <a:gd name="connsiteX6" fmla="*/ 3465560 w 3783040"/>
                <a:gd name="connsiteY6" fmla="*/ 1145022 h 1353707"/>
                <a:gd name="connsiteX7" fmla="*/ 3465560 w 3783040"/>
                <a:gd name="connsiteY7" fmla="*/ 1353707 h 1353707"/>
                <a:gd name="connsiteX8" fmla="*/ 2858938 w 3783040"/>
                <a:gd name="connsiteY8" fmla="*/ 1019878 h 1353707"/>
                <a:gd name="connsiteX9" fmla="*/ 2457005 w 3783040"/>
                <a:gd name="connsiteY9" fmla="*/ 1223079 h 1353707"/>
                <a:gd name="connsiteX10" fmla="*/ 1992549 w 3783040"/>
                <a:gd name="connsiteY10" fmla="*/ 1034393 h 1353707"/>
                <a:gd name="connsiteX11" fmla="*/ 827314 w 3783040"/>
                <a:gd name="connsiteY11" fmla="*/ 1179536 h 1353707"/>
                <a:gd name="connsiteX12" fmla="*/ 348343 w 3783040"/>
                <a:gd name="connsiteY12" fmla="*/ 1014394 h 1353707"/>
                <a:gd name="connsiteX13" fmla="*/ 0 w 3783040"/>
                <a:gd name="connsiteY13" fmla="*/ 831995 h 1353707"/>
                <a:gd name="connsiteX14" fmla="*/ 0 w 3783040"/>
                <a:gd name="connsiteY14" fmla="*/ 831995 h 1353707"/>
                <a:gd name="connsiteX15" fmla="*/ 522514 w 3783040"/>
                <a:gd name="connsiteY15" fmla="*/ 333828 h 1353707"/>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65560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333828 h 1223079"/>
                <a:gd name="connsiteX1" fmla="*/ 1774834 w 3783040"/>
                <a:gd name="connsiteY1" fmla="*/ 261257 h 1223079"/>
                <a:gd name="connsiteX2" fmla="*/ 2597681 w 3783040"/>
                <a:gd name="connsiteY2" fmla="*/ 261256 h 1223079"/>
                <a:gd name="connsiteX3" fmla="*/ 3160760 w 3783040"/>
                <a:gd name="connsiteY3" fmla="*/ 0 h 1223079"/>
                <a:gd name="connsiteX4" fmla="*/ 3407502 w 3783040"/>
                <a:gd name="connsiteY4" fmla="*/ 831995 h 1223079"/>
                <a:gd name="connsiteX5" fmla="*/ 3783040 w 3783040"/>
                <a:gd name="connsiteY5" fmla="*/ 1147360 h 1223079"/>
                <a:gd name="connsiteX6" fmla="*/ 3465560 w 3783040"/>
                <a:gd name="connsiteY6" fmla="*/ 1145022 h 1223079"/>
                <a:gd name="connsiteX7" fmla="*/ 3218817 w 3783040"/>
                <a:gd name="connsiteY7" fmla="*/ 1005365 h 1223079"/>
                <a:gd name="connsiteX8" fmla="*/ 2858938 w 3783040"/>
                <a:gd name="connsiteY8" fmla="*/ 1019878 h 1223079"/>
                <a:gd name="connsiteX9" fmla="*/ 2457005 w 3783040"/>
                <a:gd name="connsiteY9" fmla="*/ 1223079 h 1223079"/>
                <a:gd name="connsiteX10" fmla="*/ 1992549 w 3783040"/>
                <a:gd name="connsiteY10" fmla="*/ 1034393 h 1223079"/>
                <a:gd name="connsiteX11" fmla="*/ 827314 w 3783040"/>
                <a:gd name="connsiteY11" fmla="*/ 1179536 h 1223079"/>
                <a:gd name="connsiteX12" fmla="*/ 348343 w 3783040"/>
                <a:gd name="connsiteY12" fmla="*/ 1014394 h 1223079"/>
                <a:gd name="connsiteX13" fmla="*/ 0 w 3783040"/>
                <a:gd name="connsiteY13" fmla="*/ 831995 h 1223079"/>
                <a:gd name="connsiteX14" fmla="*/ 0 w 3783040"/>
                <a:gd name="connsiteY14" fmla="*/ 831995 h 1223079"/>
                <a:gd name="connsiteX15" fmla="*/ 522514 w 3783040"/>
                <a:gd name="connsiteY15" fmla="*/ 333828 h 1223079"/>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92549 w 3783040"/>
                <a:gd name="connsiteY10" fmla="*/ 7876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87085 h 976336"/>
                <a:gd name="connsiteX1" fmla="*/ 1774834 w 3783040"/>
                <a:gd name="connsiteY1" fmla="*/ 14514 h 976336"/>
                <a:gd name="connsiteX2" fmla="*/ 2597681 w 3783040"/>
                <a:gd name="connsiteY2" fmla="*/ 14513 h 976336"/>
                <a:gd name="connsiteX3" fmla="*/ 3160760 w 3783040"/>
                <a:gd name="connsiteY3" fmla="*/ 0 h 976336"/>
                <a:gd name="connsiteX4" fmla="*/ 3407502 w 3783040"/>
                <a:gd name="connsiteY4" fmla="*/ 585252 h 976336"/>
                <a:gd name="connsiteX5" fmla="*/ 3783040 w 3783040"/>
                <a:gd name="connsiteY5" fmla="*/ 900617 h 976336"/>
                <a:gd name="connsiteX6" fmla="*/ 3465560 w 3783040"/>
                <a:gd name="connsiteY6" fmla="*/ 898279 h 976336"/>
                <a:gd name="connsiteX7" fmla="*/ 3218817 w 3783040"/>
                <a:gd name="connsiteY7" fmla="*/ 758622 h 976336"/>
                <a:gd name="connsiteX8" fmla="*/ 2858938 w 3783040"/>
                <a:gd name="connsiteY8" fmla="*/ 773135 h 976336"/>
                <a:gd name="connsiteX9" fmla="*/ 2457005 w 3783040"/>
                <a:gd name="connsiteY9" fmla="*/ 976336 h 976336"/>
                <a:gd name="connsiteX10" fmla="*/ 1949006 w 3783040"/>
                <a:gd name="connsiteY10" fmla="*/ 889250 h 976336"/>
                <a:gd name="connsiteX11" fmla="*/ 827314 w 3783040"/>
                <a:gd name="connsiteY11" fmla="*/ 932793 h 976336"/>
                <a:gd name="connsiteX12" fmla="*/ 348343 w 3783040"/>
                <a:gd name="connsiteY12" fmla="*/ 767651 h 976336"/>
                <a:gd name="connsiteX13" fmla="*/ 0 w 3783040"/>
                <a:gd name="connsiteY13" fmla="*/ 585252 h 976336"/>
                <a:gd name="connsiteX14" fmla="*/ 0 w 3783040"/>
                <a:gd name="connsiteY14" fmla="*/ 585252 h 976336"/>
                <a:gd name="connsiteX15" fmla="*/ 522514 w 3783040"/>
                <a:gd name="connsiteY15" fmla="*/ 87085 h 976336"/>
                <a:gd name="connsiteX0" fmla="*/ 522514 w 3783040"/>
                <a:gd name="connsiteY0" fmla="*/ 391887 h 1281138"/>
                <a:gd name="connsiteX1" fmla="*/ 1774834 w 3783040"/>
                <a:gd name="connsiteY1" fmla="*/ 319316 h 1281138"/>
                <a:gd name="connsiteX2" fmla="*/ 2350938 w 3783040"/>
                <a:gd name="connsiteY2" fmla="*/ 0 h 1281138"/>
                <a:gd name="connsiteX3" fmla="*/ 3160760 w 3783040"/>
                <a:gd name="connsiteY3" fmla="*/ 304802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059160 w 3783040"/>
                <a:gd name="connsiteY3" fmla="*/ 377374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391887 h 1281138"/>
                <a:gd name="connsiteX1" fmla="*/ 1774834 w 3783040"/>
                <a:gd name="connsiteY1" fmla="*/ 319316 h 1281138"/>
                <a:gd name="connsiteX2" fmla="*/ 2350938 w 3783040"/>
                <a:gd name="connsiteY2" fmla="*/ 0 h 1281138"/>
                <a:gd name="connsiteX3" fmla="*/ 3189788 w 3783040"/>
                <a:gd name="connsiteY3" fmla="*/ 319317 h 1281138"/>
                <a:gd name="connsiteX4" fmla="*/ 3407502 w 3783040"/>
                <a:gd name="connsiteY4" fmla="*/ 890054 h 1281138"/>
                <a:gd name="connsiteX5" fmla="*/ 3783040 w 3783040"/>
                <a:gd name="connsiteY5" fmla="*/ 1205419 h 1281138"/>
                <a:gd name="connsiteX6" fmla="*/ 3465560 w 3783040"/>
                <a:gd name="connsiteY6" fmla="*/ 1203081 h 1281138"/>
                <a:gd name="connsiteX7" fmla="*/ 3218817 w 3783040"/>
                <a:gd name="connsiteY7" fmla="*/ 1063424 h 1281138"/>
                <a:gd name="connsiteX8" fmla="*/ 2858938 w 3783040"/>
                <a:gd name="connsiteY8" fmla="*/ 1077937 h 1281138"/>
                <a:gd name="connsiteX9" fmla="*/ 2457005 w 3783040"/>
                <a:gd name="connsiteY9" fmla="*/ 1281138 h 1281138"/>
                <a:gd name="connsiteX10" fmla="*/ 1949006 w 3783040"/>
                <a:gd name="connsiteY10" fmla="*/ 1194052 h 1281138"/>
                <a:gd name="connsiteX11" fmla="*/ 827314 w 3783040"/>
                <a:gd name="connsiteY11" fmla="*/ 1237595 h 1281138"/>
                <a:gd name="connsiteX12" fmla="*/ 348343 w 3783040"/>
                <a:gd name="connsiteY12" fmla="*/ 1072453 h 1281138"/>
                <a:gd name="connsiteX13" fmla="*/ 0 w 3783040"/>
                <a:gd name="connsiteY13" fmla="*/ 890054 h 1281138"/>
                <a:gd name="connsiteX14" fmla="*/ 0 w 3783040"/>
                <a:gd name="connsiteY14" fmla="*/ 890054 h 1281138"/>
                <a:gd name="connsiteX15" fmla="*/ 522514 w 3783040"/>
                <a:gd name="connsiteY15" fmla="*/ 391887 h 1281138"/>
                <a:gd name="connsiteX0" fmla="*/ 522514 w 3783040"/>
                <a:gd name="connsiteY0" fmla="*/ 72573 h 961824"/>
                <a:gd name="connsiteX1" fmla="*/ 1774834 w 3783040"/>
                <a:gd name="connsiteY1" fmla="*/ 2 h 961824"/>
                <a:gd name="connsiteX2" fmla="*/ 2467052 w 3783040"/>
                <a:gd name="connsiteY2" fmla="*/ 0 h 961824"/>
                <a:gd name="connsiteX3" fmla="*/ 3189788 w 3783040"/>
                <a:gd name="connsiteY3" fmla="*/ 3 h 961824"/>
                <a:gd name="connsiteX4" fmla="*/ 3407502 w 3783040"/>
                <a:gd name="connsiteY4" fmla="*/ 570740 h 961824"/>
                <a:gd name="connsiteX5" fmla="*/ 3783040 w 3783040"/>
                <a:gd name="connsiteY5" fmla="*/ 886105 h 961824"/>
                <a:gd name="connsiteX6" fmla="*/ 3465560 w 3783040"/>
                <a:gd name="connsiteY6" fmla="*/ 883767 h 961824"/>
                <a:gd name="connsiteX7" fmla="*/ 3218817 w 3783040"/>
                <a:gd name="connsiteY7" fmla="*/ 744110 h 961824"/>
                <a:gd name="connsiteX8" fmla="*/ 2858938 w 3783040"/>
                <a:gd name="connsiteY8" fmla="*/ 758623 h 961824"/>
                <a:gd name="connsiteX9" fmla="*/ 2457005 w 3783040"/>
                <a:gd name="connsiteY9" fmla="*/ 961824 h 961824"/>
                <a:gd name="connsiteX10" fmla="*/ 1949006 w 3783040"/>
                <a:gd name="connsiteY10" fmla="*/ 874738 h 961824"/>
                <a:gd name="connsiteX11" fmla="*/ 827314 w 3783040"/>
                <a:gd name="connsiteY11" fmla="*/ 918281 h 961824"/>
                <a:gd name="connsiteX12" fmla="*/ 348343 w 3783040"/>
                <a:gd name="connsiteY12" fmla="*/ 753139 h 961824"/>
                <a:gd name="connsiteX13" fmla="*/ 0 w 3783040"/>
                <a:gd name="connsiteY13" fmla="*/ 570740 h 961824"/>
                <a:gd name="connsiteX14" fmla="*/ 0 w 3783040"/>
                <a:gd name="connsiteY14" fmla="*/ 570740 h 961824"/>
                <a:gd name="connsiteX15" fmla="*/ 522514 w 3783040"/>
                <a:gd name="connsiteY15" fmla="*/ 72573 h 961824"/>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49006 w 3783040"/>
                <a:gd name="connsiteY10" fmla="*/ 1092450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 name="connsiteX0" fmla="*/ 522514 w 3783040"/>
                <a:gd name="connsiteY0" fmla="*/ 290285 h 1179536"/>
                <a:gd name="connsiteX1" fmla="*/ 1658720 w 3783040"/>
                <a:gd name="connsiteY1" fmla="*/ 0 h 1179536"/>
                <a:gd name="connsiteX2" fmla="*/ 2467052 w 3783040"/>
                <a:gd name="connsiteY2" fmla="*/ 217712 h 1179536"/>
                <a:gd name="connsiteX3" fmla="*/ 3189788 w 3783040"/>
                <a:gd name="connsiteY3" fmla="*/ 217715 h 1179536"/>
                <a:gd name="connsiteX4" fmla="*/ 3407502 w 3783040"/>
                <a:gd name="connsiteY4" fmla="*/ 788452 h 1179536"/>
                <a:gd name="connsiteX5" fmla="*/ 3783040 w 3783040"/>
                <a:gd name="connsiteY5" fmla="*/ 1103817 h 1179536"/>
                <a:gd name="connsiteX6" fmla="*/ 3465560 w 3783040"/>
                <a:gd name="connsiteY6" fmla="*/ 1101479 h 1179536"/>
                <a:gd name="connsiteX7" fmla="*/ 3218817 w 3783040"/>
                <a:gd name="connsiteY7" fmla="*/ 961822 h 1179536"/>
                <a:gd name="connsiteX8" fmla="*/ 2858938 w 3783040"/>
                <a:gd name="connsiteY8" fmla="*/ 976335 h 1179536"/>
                <a:gd name="connsiteX9" fmla="*/ 2457005 w 3783040"/>
                <a:gd name="connsiteY9" fmla="*/ 1179536 h 1179536"/>
                <a:gd name="connsiteX10" fmla="*/ 1905464 w 3783040"/>
                <a:gd name="connsiteY10" fmla="*/ 1165021 h 1179536"/>
                <a:gd name="connsiteX11" fmla="*/ 827314 w 3783040"/>
                <a:gd name="connsiteY11" fmla="*/ 1135993 h 1179536"/>
                <a:gd name="connsiteX12" fmla="*/ 348343 w 3783040"/>
                <a:gd name="connsiteY12" fmla="*/ 970851 h 1179536"/>
                <a:gd name="connsiteX13" fmla="*/ 0 w 3783040"/>
                <a:gd name="connsiteY13" fmla="*/ 788452 h 1179536"/>
                <a:gd name="connsiteX14" fmla="*/ 0 w 3783040"/>
                <a:gd name="connsiteY14" fmla="*/ 788452 h 1179536"/>
                <a:gd name="connsiteX15" fmla="*/ 522514 w 3783040"/>
                <a:gd name="connsiteY15" fmla="*/ 290285 h 117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83040" h="1179536">
                  <a:moveTo>
                    <a:pt x="522514" y="290285"/>
                  </a:moveTo>
                  <a:lnTo>
                    <a:pt x="1658720" y="0"/>
                  </a:lnTo>
                  <a:lnTo>
                    <a:pt x="2467052" y="217712"/>
                  </a:lnTo>
                  <a:lnTo>
                    <a:pt x="3189788" y="217715"/>
                  </a:lnTo>
                  <a:lnTo>
                    <a:pt x="3407502" y="788452"/>
                  </a:lnTo>
                  <a:lnTo>
                    <a:pt x="3783040" y="1103817"/>
                  </a:lnTo>
                  <a:lnTo>
                    <a:pt x="3465560" y="1101479"/>
                  </a:lnTo>
                  <a:lnTo>
                    <a:pt x="3218817" y="961822"/>
                  </a:lnTo>
                  <a:lnTo>
                    <a:pt x="2858938" y="976335"/>
                  </a:lnTo>
                  <a:lnTo>
                    <a:pt x="2457005" y="1179536"/>
                  </a:lnTo>
                  <a:lnTo>
                    <a:pt x="1905464" y="1165021"/>
                  </a:lnTo>
                  <a:lnTo>
                    <a:pt x="827314" y="1135993"/>
                  </a:lnTo>
                  <a:lnTo>
                    <a:pt x="348343" y="970851"/>
                  </a:lnTo>
                  <a:lnTo>
                    <a:pt x="0" y="788452"/>
                  </a:lnTo>
                  <a:lnTo>
                    <a:pt x="0" y="788452"/>
                  </a:lnTo>
                  <a:lnTo>
                    <a:pt x="522514" y="290285"/>
                  </a:lnTo>
                  <a:close/>
                </a:path>
              </a:pathLst>
            </a:cu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p:cNvGrpSpPr/>
          <p:nvPr/>
        </p:nvGrpSpPr>
        <p:grpSpPr>
          <a:xfrm>
            <a:off x="1231349" y="4599831"/>
            <a:ext cx="4073326" cy="1208366"/>
            <a:chOff x="1231349" y="4155965"/>
            <a:chExt cx="4073326" cy="1208366"/>
          </a:xfrm>
        </p:grpSpPr>
        <p:sp>
          <p:nvSpPr>
            <p:cNvPr id="48" name="矩形标注 28"/>
            <p:cNvSpPr/>
            <p:nvPr/>
          </p:nvSpPr>
          <p:spPr>
            <a:xfrm>
              <a:off x="1231349" y="4199312"/>
              <a:ext cx="4044298" cy="1165019"/>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886104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0 w 3783040"/>
                <a:gd name="connsiteY0" fmla="*/ 0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149746 w 3932786"/>
                <a:gd name="connsiteY0" fmla="*/ 0 h 1252108"/>
                <a:gd name="connsiteX1" fmla="*/ 2171323 w 3932786"/>
                <a:gd name="connsiteY1" fmla="*/ 0 h 1252108"/>
                <a:gd name="connsiteX2" fmla="*/ 1300466 w 3932786"/>
                <a:gd name="connsiteY2" fmla="*/ 217714 h 1252108"/>
                <a:gd name="connsiteX3" fmla="*/ 3037713 w 3932786"/>
                <a:gd name="connsiteY3" fmla="*/ 0 h 1252108"/>
                <a:gd name="connsiteX4" fmla="*/ 3615306 w 3932786"/>
                <a:gd name="connsiteY4" fmla="*/ 0 h 1252108"/>
                <a:gd name="connsiteX5" fmla="*/ 3615306 w 3932786"/>
                <a:gd name="connsiteY5" fmla="*/ 730396 h 1252108"/>
                <a:gd name="connsiteX6" fmla="*/ 3932786 w 3932786"/>
                <a:gd name="connsiteY6" fmla="*/ 886104 h 1252108"/>
                <a:gd name="connsiteX7" fmla="*/ 3615306 w 3932786"/>
                <a:gd name="connsiteY7" fmla="*/ 1043423 h 1252108"/>
                <a:gd name="connsiteX8" fmla="*/ 3615306 w 3932786"/>
                <a:gd name="connsiteY8" fmla="*/ 1252108 h 1252108"/>
                <a:gd name="connsiteX9" fmla="*/ 2761942 w 3932786"/>
                <a:gd name="connsiteY9" fmla="*/ 860222 h 1252108"/>
                <a:gd name="connsiteX10" fmla="*/ 2171323 w 3932786"/>
                <a:gd name="connsiteY10" fmla="*/ 1252108 h 1252108"/>
                <a:gd name="connsiteX11" fmla="*/ 1939094 w 3932786"/>
                <a:gd name="connsiteY11" fmla="*/ 1135994 h 1252108"/>
                <a:gd name="connsiteX12" fmla="*/ 614203 w 3932786"/>
                <a:gd name="connsiteY12" fmla="*/ 860222 h 1252108"/>
                <a:gd name="connsiteX13" fmla="*/ 149746 w 3932786"/>
                <a:gd name="connsiteY13" fmla="*/ 1043423 h 1252108"/>
                <a:gd name="connsiteX14" fmla="*/ 149746 w 3932786"/>
                <a:gd name="connsiteY14" fmla="*/ 730396 h 1252108"/>
                <a:gd name="connsiteX15" fmla="*/ 149746 w 3932786"/>
                <a:gd name="connsiteY15" fmla="*/ 730396 h 1252108"/>
                <a:gd name="connsiteX16" fmla="*/ 149746 w 3932786"/>
                <a:gd name="connsiteY16" fmla="*/ 0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1557688 w 3783040"/>
                <a:gd name="connsiteY3" fmla="*/ 188687 h 1252108"/>
                <a:gd name="connsiteX4" fmla="*/ 2887967 w 3783040"/>
                <a:gd name="connsiteY4" fmla="*/ 0 h 1252108"/>
                <a:gd name="connsiteX5" fmla="*/ 3465560 w 3783040"/>
                <a:gd name="connsiteY5" fmla="*/ 0 h 1252108"/>
                <a:gd name="connsiteX6" fmla="*/ 3465560 w 3783040"/>
                <a:gd name="connsiteY6" fmla="*/ 730396 h 1252108"/>
                <a:gd name="connsiteX7" fmla="*/ 3783040 w 3783040"/>
                <a:gd name="connsiteY7" fmla="*/ 886104 h 1252108"/>
                <a:gd name="connsiteX8" fmla="*/ 3465560 w 3783040"/>
                <a:gd name="connsiteY8" fmla="*/ 1043423 h 1252108"/>
                <a:gd name="connsiteX9" fmla="*/ 3465560 w 3783040"/>
                <a:gd name="connsiteY9" fmla="*/ 1252108 h 1252108"/>
                <a:gd name="connsiteX10" fmla="*/ 2612196 w 3783040"/>
                <a:gd name="connsiteY10" fmla="*/ 860222 h 1252108"/>
                <a:gd name="connsiteX11" fmla="*/ 2021577 w 3783040"/>
                <a:gd name="connsiteY11" fmla="*/ 1252108 h 1252108"/>
                <a:gd name="connsiteX12" fmla="*/ 1789348 w 3783040"/>
                <a:gd name="connsiteY12" fmla="*/ 1135994 h 1252108"/>
                <a:gd name="connsiteX13" fmla="*/ 464457 w 3783040"/>
                <a:gd name="connsiteY13" fmla="*/ 860222 h 1252108"/>
                <a:gd name="connsiteX14" fmla="*/ 0 w 3783040"/>
                <a:gd name="connsiteY14" fmla="*/ 1043423 h 1252108"/>
                <a:gd name="connsiteX15" fmla="*/ 0 w 3783040"/>
                <a:gd name="connsiteY15" fmla="*/ 730396 h 1252108"/>
                <a:gd name="connsiteX16" fmla="*/ 0 w 3783040"/>
                <a:gd name="connsiteY16"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657234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265348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899155"/>
                <a:gd name="connsiteY0" fmla="*/ 469139 h 1252108"/>
                <a:gd name="connsiteX1" fmla="*/ 381463 w 3899155"/>
                <a:gd name="connsiteY1" fmla="*/ 130628 h 1252108"/>
                <a:gd name="connsiteX2" fmla="*/ 3004082 w 3899155"/>
                <a:gd name="connsiteY2" fmla="*/ 0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469139 h 1252108"/>
                <a:gd name="connsiteX1" fmla="*/ 381463 w 3899155"/>
                <a:gd name="connsiteY1" fmla="*/ 130628 h 1252108"/>
                <a:gd name="connsiteX2" fmla="*/ 2887968 w 3899155"/>
                <a:gd name="connsiteY2" fmla="*/ 174172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581675 w 3899155"/>
                <a:gd name="connsiteY6" fmla="*/ 912795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57339 w 3899155"/>
                <a:gd name="connsiteY8" fmla="*/ 918280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905463 w 3899155"/>
                <a:gd name="connsiteY9" fmla="*/ 1005366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542606 w 3899155"/>
                <a:gd name="connsiteY9" fmla="*/ 816680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580572 w 3899155"/>
                <a:gd name="connsiteY10" fmla="*/ 729594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116115 w 3899155"/>
                <a:gd name="connsiteY10" fmla="*/ 912795 h 1005365"/>
                <a:gd name="connsiteX11" fmla="*/ 116115 w 3899155"/>
                <a:gd name="connsiteY11" fmla="*/ 599768 h 1005365"/>
                <a:gd name="connsiteX12" fmla="*/ 0 w 3899155"/>
                <a:gd name="connsiteY12" fmla="*/ 338511 h 1005365"/>
                <a:gd name="connsiteX0" fmla="*/ 0 w 3899155"/>
                <a:gd name="connsiteY0" fmla="*/ 338511 h 1005365"/>
                <a:gd name="connsiteX1" fmla="*/ 381463 w 3899155"/>
                <a:gd name="connsiteY1" fmla="*/ 0 h 1005365"/>
                <a:gd name="connsiteX2" fmla="*/ 1746376 w 3899155"/>
                <a:gd name="connsiteY2" fmla="*/ 29031 h 1005365"/>
                <a:gd name="connsiteX3" fmla="*/ 2887968 w 3899155"/>
                <a:gd name="connsiteY3" fmla="*/ 43544 h 1005365"/>
                <a:gd name="connsiteX4" fmla="*/ 3363961 w 3899155"/>
                <a:gd name="connsiteY4" fmla="*/ 261258 h 1005365"/>
                <a:gd name="connsiteX5" fmla="*/ 3581675 w 3899155"/>
                <a:gd name="connsiteY5" fmla="*/ 599768 h 1005365"/>
                <a:gd name="connsiteX6" fmla="*/ 3899155 w 3899155"/>
                <a:gd name="connsiteY6" fmla="*/ 755476 h 1005365"/>
                <a:gd name="connsiteX7" fmla="*/ 3320418 w 3899155"/>
                <a:gd name="connsiteY7" fmla="*/ 767652 h 1005365"/>
                <a:gd name="connsiteX8" fmla="*/ 2757339 w 3899155"/>
                <a:gd name="connsiteY8" fmla="*/ 918280 h 1005365"/>
                <a:gd name="connsiteX9" fmla="*/ 2137692 w 3899155"/>
                <a:gd name="connsiteY9" fmla="*/ 1005365 h 1005365"/>
                <a:gd name="connsiteX10" fmla="*/ 1542606 w 3899155"/>
                <a:gd name="connsiteY10" fmla="*/ 816680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498165 h 1165019"/>
                <a:gd name="connsiteX1" fmla="*/ 381463 w 3899155"/>
                <a:gd name="connsiteY1" fmla="*/ 159654 h 1165019"/>
                <a:gd name="connsiteX2" fmla="*/ 1746376 w 3899155"/>
                <a:gd name="connsiteY2" fmla="*/ 0 h 1165019"/>
                <a:gd name="connsiteX3" fmla="*/ 2887968 w 3899155"/>
                <a:gd name="connsiteY3" fmla="*/ 203198 h 1165019"/>
                <a:gd name="connsiteX4" fmla="*/ 3363961 w 3899155"/>
                <a:gd name="connsiteY4" fmla="*/ 420912 h 1165019"/>
                <a:gd name="connsiteX5" fmla="*/ 3581675 w 3899155"/>
                <a:gd name="connsiteY5" fmla="*/ 759422 h 1165019"/>
                <a:gd name="connsiteX6" fmla="*/ 3899155 w 3899155"/>
                <a:gd name="connsiteY6" fmla="*/ 915130 h 1165019"/>
                <a:gd name="connsiteX7" fmla="*/ 3320418 w 3899155"/>
                <a:gd name="connsiteY7" fmla="*/ 927306 h 1165019"/>
                <a:gd name="connsiteX8" fmla="*/ 2757339 w 3899155"/>
                <a:gd name="connsiteY8" fmla="*/ 1077934 h 1165019"/>
                <a:gd name="connsiteX9" fmla="*/ 2137692 w 3899155"/>
                <a:gd name="connsiteY9" fmla="*/ 1165019 h 1165019"/>
                <a:gd name="connsiteX10" fmla="*/ 1542606 w 3899155"/>
                <a:gd name="connsiteY10" fmla="*/ 976334 h 1165019"/>
                <a:gd name="connsiteX11" fmla="*/ 116115 w 3899155"/>
                <a:gd name="connsiteY11" fmla="*/ 1072449 h 1165019"/>
                <a:gd name="connsiteX12" fmla="*/ 116115 w 3899155"/>
                <a:gd name="connsiteY12" fmla="*/ 759422 h 1165019"/>
                <a:gd name="connsiteX13" fmla="*/ 0 w 38991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581675 w 4102355"/>
                <a:gd name="connsiteY5" fmla="*/ 759422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697789 w 4102355"/>
                <a:gd name="connsiteY5" fmla="*/ 527194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697789 w 4044298"/>
                <a:gd name="connsiteY5" fmla="*/ 527194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970849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854735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44298" h="1165019">
                  <a:moveTo>
                    <a:pt x="0" y="498165"/>
                  </a:moveTo>
                  <a:lnTo>
                    <a:pt x="381463" y="159654"/>
                  </a:lnTo>
                  <a:lnTo>
                    <a:pt x="1746376" y="0"/>
                  </a:lnTo>
                  <a:lnTo>
                    <a:pt x="2887968" y="203198"/>
                  </a:lnTo>
                  <a:lnTo>
                    <a:pt x="3363961" y="420912"/>
                  </a:lnTo>
                  <a:lnTo>
                    <a:pt x="3596189" y="541709"/>
                  </a:lnTo>
                  <a:lnTo>
                    <a:pt x="4044298" y="349072"/>
                  </a:lnTo>
                  <a:lnTo>
                    <a:pt x="3639732" y="854735"/>
                  </a:lnTo>
                  <a:lnTo>
                    <a:pt x="2757339" y="1077934"/>
                  </a:lnTo>
                  <a:lnTo>
                    <a:pt x="2137692" y="1165019"/>
                  </a:lnTo>
                  <a:lnTo>
                    <a:pt x="1542606" y="976334"/>
                  </a:lnTo>
                  <a:lnTo>
                    <a:pt x="116115" y="1072449"/>
                  </a:lnTo>
                  <a:lnTo>
                    <a:pt x="116115" y="759422"/>
                  </a:lnTo>
                  <a:lnTo>
                    <a:pt x="0" y="498165"/>
                  </a:lnTo>
                  <a:close/>
                </a:path>
              </a:pathLst>
            </a:custGeom>
            <a:solidFill>
              <a:schemeClr val="accent6">
                <a:lumMod val="90000"/>
                <a:lumOff val="1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标注 28"/>
            <p:cNvSpPr/>
            <p:nvPr/>
          </p:nvSpPr>
          <p:spPr>
            <a:xfrm>
              <a:off x="1260377" y="4155965"/>
              <a:ext cx="4044298" cy="1165019"/>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783040 w 3465560"/>
                <a:gd name="connsiteY6" fmla="*/ 886104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2021577 w 3783040"/>
                <a:gd name="connsiteY11" fmla="*/ 1252108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0 w 3783040"/>
                <a:gd name="connsiteY12" fmla="*/ 1252108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0 w 3783040"/>
                <a:gd name="connsiteY16" fmla="*/ 0 h 1252108"/>
                <a:gd name="connsiteX0" fmla="*/ 0 w 3783040"/>
                <a:gd name="connsiteY0" fmla="*/ 0 h 1252108"/>
                <a:gd name="connsiteX1" fmla="*/ 2021577 w 3783040"/>
                <a:gd name="connsiteY1" fmla="*/ 0 h 1252108"/>
                <a:gd name="connsiteX2" fmla="*/ 2021577 w 3783040"/>
                <a:gd name="connsiteY2" fmla="*/ 0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0 w 3783040"/>
                <a:gd name="connsiteY0" fmla="*/ 0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16" fmla="*/ 367517 w 3783040"/>
                <a:gd name="connsiteY16" fmla="*/ 275773 h 1252108"/>
                <a:gd name="connsiteX17" fmla="*/ 0 w 3783040"/>
                <a:gd name="connsiteY17" fmla="*/ 0 h 1252108"/>
                <a:gd name="connsiteX0" fmla="*/ 149746 w 3932786"/>
                <a:gd name="connsiteY0" fmla="*/ 0 h 1252108"/>
                <a:gd name="connsiteX1" fmla="*/ 2171323 w 3932786"/>
                <a:gd name="connsiteY1" fmla="*/ 0 h 1252108"/>
                <a:gd name="connsiteX2" fmla="*/ 1300466 w 3932786"/>
                <a:gd name="connsiteY2" fmla="*/ 217714 h 1252108"/>
                <a:gd name="connsiteX3" fmla="*/ 3037713 w 3932786"/>
                <a:gd name="connsiteY3" fmla="*/ 0 h 1252108"/>
                <a:gd name="connsiteX4" fmla="*/ 3615306 w 3932786"/>
                <a:gd name="connsiteY4" fmla="*/ 0 h 1252108"/>
                <a:gd name="connsiteX5" fmla="*/ 3615306 w 3932786"/>
                <a:gd name="connsiteY5" fmla="*/ 730396 h 1252108"/>
                <a:gd name="connsiteX6" fmla="*/ 3932786 w 3932786"/>
                <a:gd name="connsiteY6" fmla="*/ 886104 h 1252108"/>
                <a:gd name="connsiteX7" fmla="*/ 3615306 w 3932786"/>
                <a:gd name="connsiteY7" fmla="*/ 1043423 h 1252108"/>
                <a:gd name="connsiteX8" fmla="*/ 3615306 w 3932786"/>
                <a:gd name="connsiteY8" fmla="*/ 1252108 h 1252108"/>
                <a:gd name="connsiteX9" fmla="*/ 2761942 w 3932786"/>
                <a:gd name="connsiteY9" fmla="*/ 860222 h 1252108"/>
                <a:gd name="connsiteX10" fmla="*/ 2171323 w 3932786"/>
                <a:gd name="connsiteY10" fmla="*/ 1252108 h 1252108"/>
                <a:gd name="connsiteX11" fmla="*/ 1939094 w 3932786"/>
                <a:gd name="connsiteY11" fmla="*/ 1135994 h 1252108"/>
                <a:gd name="connsiteX12" fmla="*/ 614203 w 3932786"/>
                <a:gd name="connsiteY12" fmla="*/ 860222 h 1252108"/>
                <a:gd name="connsiteX13" fmla="*/ 149746 w 3932786"/>
                <a:gd name="connsiteY13" fmla="*/ 1043423 h 1252108"/>
                <a:gd name="connsiteX14" fmla="*/ 149746 w 3932786"/>
                <a:gd name="connsiteY14" fmla="*/ 730396 h 1252108"/>
                <a:gd name="connsiteX15" fmla="*/ 149746 w 3932786"/>
                <a:gd name="connsiteY15" fmla="*/ 730396 h 1252108"/>
                <a:gd name="connsiteX16" fmla="*/ 149746 w 3932786"/>
                <a:gd name="connsiteY16" fmla="*/ 0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1557688 w 3783040"/>
                <a:gd name="connsiteY3" fmla="*/ 188687 h 1252108"/>
                <a:gd name="connsiteX4" fmla="*/ 2887967 w 3783040"/>
                <a:gd name="connsiteY4" fmla="*/ 0 h 1252108"/>
                <a:gd name="connsiteX5" fmla="*/ 3465560 w 3783040"/>
                <a:gd name="connsiteY5" fmla="*/ 0 h 1252108"/>
                <a:gd name="connsiteX6" fmla="*/ 3465560 w 3783040"/>
                <a:gd name="connsiteY6" fmla="*/ 730396 h 1252108"/>
                <a:gd name="connsiteX7" fmla="*/ 3783040 w 3783040"/>
                <a:gd name="connsiteY7" fmla="*/ 886104 h 1252108"/>
                <a:gd name="connsiteX8" fmla="*/ 3465560 w 3783040"/>
                <a:gd name="connsiteY8" fmla="*/ 1043423 h 1252108"/>
                <a:gd name="connsiteX9" fmla="*/ 3465560 w 3783040"/>
                <a:gd name="connsiteY9" fmla="*/ 1252108 h 1252108"/>
                <a:gd name="connsiteX10" fmla="*/ 2612196 w 3783040"/>
                <a:gd name="connsiteY10" fmla="*/ 860222 h 1252108"/>
                <a:gd name="connsiteX11" fmla="*/ 2021577 w 3783040"/>
                <a:gd name="connsiteY11" fmla="*/ 1252108 h 1252108"/>
                <a:gd name="connsiteX12" fmla="*/ 1789348 w 3783040"/>
                <a:gd name="connsiteY12" fmla="*/ 1135994 h 1252108"/>
                <a:gd name="connsiteX13" fmla="*/ 464457 w 3783040"/>
                <a:gd name="connsiteY13" fmla="*/ 860222 h 1252108"/>
                <a:gd name="connsiteX14" fmla="*/ 0 w 3783040"/>
                <a:gd name="connsiteY14" fmla="*/ 1043423 h 1252108"/>
                <a:gd name="connsiteX15" fmla="*/ 0 w 3783040"/>
                <a:gd name="connsiteY15" fmla="*/ 730396 h 1252108"/>
                <a:gd name="connsiteX16" fmla="*/ 0 w 3783040"/>
                <a:gd name="connsiteY16" fmla="*/ 730396 h 1252108"/>
                <a:gd name="connsiteX0" fmla="*/ 0 w 3783040"/>
                <a:gd name="connsiteY0" fmla="*/ 730396 h 1252108"/>
                <a:gd name="connsiteX1" fmla="*/ 2021577 w 3783040"/>
                <a:gd name="connsiteY1" fmla="*/ 0 h 1252108"/>
                <a:gd name="connsiteX2" fmla="*/ 1150720 w 3783040"/>
                <a:gd name="connsiteY2" fmla="*/ 217714 h 1252108"/>
                <a:gd name="connsiteX3" fmla="*/ 2887967 w 3783040"/>
                <a:gd name="connsiteY3" fmla="*/ 0 h 1252108"/>
                <a:gd name="connsiteX4" fmla="*/ 3465560 w 3783040"/>
                <a:gd name="connsiteY4" fmla="*/ 0 h 1252108"/>
                <a:gd name="connsiteX5" fmla="*/ 3465560 w 3783040"/>
                <a:gd name="connsiteY5" fmla="*/ 730396 h 1252108"/>
                <a:gd name="connsiteX6" fmla="*/ 3783040 w 3783040"/>
                <a:gd name="connsiteY6" fmla="*/ 886104 h 1252108"/>
                <a:gd name="connsiteX7" fmla="*/ 3465560 w 3783040"/>
                <a:gd name="connsiteY7" fmla="*/ 1043423 h 1252108"/>
                <a:gd name="connsiteX8" fmla="*/ 3465560 w 3783040"/>
                <a:gd name="connsiteY8" fmla="*/ 1252108 h 1252108"/>
                <a:gd name="connsiteX9" fmla="*/ 2612196 w 3783040"/>
                <a:gd name="connsiteY9" fmla="*/ 860222 h 1252108"/>
                <a:gd name="connsiteX10" fmla="*/ 2021577 w 3783040"/>
                <a:gd name="connsiteY10" fmla="*/ 1252108 h 1252108"/>
                <a:gd name="connsiteX11" fmla="*/ 1789348 w 3783040"/>
                <a:gd name="connsiteY11" fmla="*/ 1135994 h 1252108"/>
                <a:gd name="connsiteX12" fmla="*/ 464457 w 3783040"/>
                <a:gd name="connsiteY12" fmla="*/ 860222 h 1252108"/>
                <a:gd name="connsiteX13" fmla="*/ 0 w 3783040"/>
                <a:gd name="connsiteY13" fmla="*/ 1043423 h 1252108"/>
                <a:gd name="connsiteX14" fmla="*/ 0 w 3783040"/>
                <a:gd name="connsiteY14" fmla="*/ 730396 h 1252108"/>
                <a:gd name="connsiteX15" fmla="*/ 0 w 3783040"/>
                <a:gd name="connsiteY15" fmla="*/ 730396 h 1252108"/>
                <a:gd name="connsiteX0" fmla="*/ 0 w 3783040"/>
                <a:gd name="connsiteY0" fmla="*/ 730396 h 1252108"/>
                <a:gd name="connsiteX1" fmla="*/ 2021577 w 3783040"/>
                <a:gd name="connsiteY1" fmla="*/ 0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657234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783040"/>
                <a:gd name="connsiteY0" fmla="*/ 730396 h 1252108"/>
                <a:gd name="connsiteX1" fmla="*/ 265348 w 3783040"/>
                <a:gd name="connsiteY1" fmla="*/ 130628 h 1252108"/>
                <a:gd name="connsiteX2" fmla="*/ 2887967 w 3783040"/>
                <a:gd name="connsiteY2" fmla="*/ 0 h 1252108"/>
                <a:gd name="connsiteX3" fmla="*/ 3465560 w 3783040"/>
                <a:gd name="connsiteY3" fmla="*/ 0 h 1252108"/>
                <a:gd name="connsiteX4" fmla="*/ 3465560 w 3783040"/>
                <a:gd name="connsiteY4" fmla="*/ 730396 h 1252108"/>
                <a:gd name="connsiteX5" fmla="*/ 3783040 w 3783040"/>
                <a:gd name="connsiteY5" fmla="*/ 886104 h 1252108"/>
                <a:gd name="connsiteX6" fmla="*/ 3465560 w 3783040"/>
                <a:gd name="connsiteY6" fmla="*/ 1043423 h 1252108"/>
                <a:gd name="connsiteX7" fmla="*/ 3465560 w 3783040"/>
                <a:gd name="connsiteY7" fmla="*/ 1252108 h 1252108"/>
                <a:gd name="connsiteX8" fmla="*/ 2612196 w 3783040"/>
                <a:gd name="connsiteY8" fmla="*/ 860222 h 1252108"/>
                <a:gd name="connsiteX9" fmla="*/ 2021577 w 3783040"/>
                <a:gd name="connsiteY9" fmla="*/ 1252108 h 1252108"/>
                <a:gd name="connsiteX10" fmla="*/ 1789348 w 3783040"/>
                <a:gd name="connsiteY10" fmla="*/ 1135994 h 1252108"/>
                <a:gd name="connsiteX11" fmla="*/ 464457 w 3783040"/>
                <a:gd name="connsiteY11" fmla="*/ 860222 h 1252108"/>
                <a:gd name="connsiteX12" fmla="*/ 0 w 3783040"/>
                <a:gd name="connsiteY12" fmla="*/ 1043423 h 1252108"/>
                <a:gd name="connsiteX13" fmla="*/ 0 w 3783040"/>
                <a:gd name="connsiteY13" fmla="*/ 730396 h 1252108"/>
                <a:gd name="connsiteX14" fmla="*/ 0 w 3783040"/>
                <a:gd name="connsiteY14" fmla="*/ 730396 h 1252108"/>
                <a:gd name="connsiteX0" fmla="*/ 0 w 3899155"/>
                <a:gd name="connsiteY0" fmla="*/ 469139 h 1252108"/>
                <a:gd name="connsiteX1" fmla="*/ 381463 w 3899155"/>
                <a:gd name="connsiteY1" fmla="*/ 130628 h 1252108"/>
                <a:gd name="connsiteX2" fmla="*/ 3004082 w 3899155"/>
                <a:gd name="connsiteY2" fmla="*/ 0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469139 h 1252108"/>
                <a:gd name="connsiteX1" fmla="*/ 381463 w 3899155"/>
                <a:gd name="connsiteY1" fmla="*/ 130628 h 1252108"/>
                <a:gd name="connsiteX2" fmla="*/ 2887968 w 3899155"/>
                <a:gd name="connsiteY2" fmla="*/ 174172 h 1252108"/>
                <a:gd name="connsiteX3" fmla="*/ 3581675 w 3899155"/>
                <a:gd name="connsiteY3" fmla="*/ 0 h 1252108"/>
                <a:gd name="connsiteX4" fmla="*/ 3581675 w 3899155"/>
                <a:gd name="connsiteY4" fmla="*/ 730396 h 1252108"/>
                <a:gd name="connsiteX5" fmla="*/ 3899155 w 3899155"/>
                <a:gd name="connsiteY5" fmla="*/ 886104 h 1252108"/>
                <a:gd name="connsiteX6" fmla="*/ 3581675 w 3899155"/>
                <a:gd name="connsiteY6" fmla="*/ 1043423 h 1252108"/>
                <a:gd name="connsiteX7" fmla="*/ 3581675 w 3899155"/>
                <a:gd name="connsiteY7" fmla="*/ 1252108 h 1252108"/>
                <a:gd name="connsiteX8" fmla="*/ 2728311 w 3899155"/>
                <a:gd name="connsiteY8" fmla="*/ 860222 h 1252108"/>
                <a:gd name="connsiteX9" fmla="*/ 2137692 w 3899155"/>
                <a:gd name="connsiteY9" fmla="*/ 1252108 h 1252108"/>
                <a:gd name="connsiteX10" fmla="*/ 1905463 w 3899155"/>
                <a:gd name="connsiteY10" fmla="*/ 1135994 h 1252108"/>
                <a:gd name="connsiteX11" fmla="*/ 580572 w 3899155"/>
                <a:gd name="connsiteY11" fmla="*/ 860222 h 1252108"/>
                <a:gd name="connsiteX12" fmla="*/ 116115 w 3899155"/>
                <a:gd name="connsiteY12" fmla="*/ 1043423 h 1252108"/>
                <a:gd name="connsiteX13" fmla="*/ 116115 w 3899155"/>
                <a:gd name="connsiteY13" fmla="*/ 730396 h 1252108"/>
                <a:gd name="connsiteX14" fmla="*/ 0 w 3899155"/>
                <a:gd name="connsiteY14" fmla="*/ 469139 h 1252108"/>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581675 w 3899155"/>
                <a:gd name="connsiteY6" fmla="*/ 912795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28311 w 3899155"/>
                <a:gd name="connsiteY8" fmla="*/ 729594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3581675 w 3899155"/>
                <a:gd name="connsiteY7" fmla="*/ 1121480 h 1121480"/>
                <a:gd name="connsiteX8" fmla="*/ 2757339 w 3899155"/>
                <a:gd name="connsiteY8" fmla="*/ 918280 h 1121480"/>
                <a:gd name="connsiteX9" fmla="*/ 2137692 w 3899155"/>
                <a:gd name="connsiteY9" fmla="*/ 1121480 h 1121480"/>
                <a:gd name="connsiteX10" fmla="*/ 1905463 w 3899155"/>
                <a:gd name="connsiteY10" fmla="*/ 1005366 h 1121480"/>
                <a:gd name="connsiteX11" fmla="*/ 580572 w 3899155"/>
                <a:gd name="connsiteY11" fmla="*/ 729594 h 1121480"/>
                <a:gd name="connsiteX12" fmla="*/ 116115 w 3899155"/>
                <a:gd name="connsiteY12" fmla="*/ 912795 h 1121480"/>
                <a:gd name="connsiteX13" fmla="*/ 116115 w 3899155"/>
                <a:gd name="connsiteY13" fmla="*/ 599768 h 1121480"/>
                <a:gd name="connsiteX14" fmla="*/ 0 w 3899155"/>
                <a:gd name="connsiteY14"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905463 w 3899155"/>
                <a:gd name="connsiteY9" fmla="*/ 1005366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121480"/>
                <a:gd name="connsiteX1" fmla="*/ 381463 w 3899155"/>
                <a:gd name="connsiteY1" fmla="*/ 0 h 1121480"/>
                <a:gd name="connsiteX2" fmla="*/ 2887968 w 3899155"/>
                <a:gd name="connsiteY2" fmla="*/ 43544 h 1121480"/>
                <a:gd name="connsiteX3" fmla="*/ 3363961 w 3899155"/>
                <a:gd name="connsiteY3" fmla="*/ 261258 h 1121480"/>
                <a:gd name="connsiteX4" fmla="*/ 3581675 w 3899155"/>
                <a:gd name="connsiteY4" fmla="*/ 599768 h 1121480"/>
                <a:gd name="connsiteX5" fmla="*/ 3899155 w 3899155"/>
                <a:gd name="connsiteY5" fmla="*/ 755476 h 1121480"/>
                <a:gd name="connsiteX6" fmla="*/ 3320418 w 3899155"/>
                <a:gd name="connsiteY6" fmla="*/ 767652 h 1121480"/>
                <a:gd name="connsiteX7" fmla="*/ 2757339 w 3899155"/>
                <a:gd name="connsiteY7" fmla="*/ 918280 h 1121480"/>
                <a:gd name="connsiteX8" fmla="*/ 2137692 w 3899155"/>
                <a:gd name="connsiteY8" fmla="*/ 1121480 h 1121480"/>
                <a:gd name="connsiteX9" fmla="*/ 1542606 w 3899155"/>
                <a:gd name="connsiteY9" fmla="*/ 816680 h 1121480"/>
                <a:gd name="connsiteX10" fmla="*/ 580572 w 3899155"/>
                <a:gd name="connsiteY10" fmla="*/ 729594 h 1121480"/>
                <a:gd name="connsiteX11" fmla="*/ 116115 w 3899155"/>
                <a:gd name="connsiteY11" fmla="*/ 912795 h 1121480"/>
                <a:gd name="connsiteX12" fmla="*/ 116115 w 3899155"/>
                <a:gd name="connsiteY12" fmla="*/ 599768 h 1121480"/>
                <a:gd name="connsiteX13" fmla="*/ 0 w 3899155"/>
                <a:gd name="connsiteY13" fmla="*/ 338511 h 1121480"/>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580572 w 3899155"/>
                <a:gd name="connsiteY10" fmla="*/ 729594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338511 h 1005365"/>
                <a:gd name="connsiteX1" fmla="*/ 381463 w 3899155"/>
                <a:gd name="connsiteY1" fmla="*/ 0 h 1005365"/>
                <a:gd name="connsiteX2" fmla="*/ 2887968 w 3899155"/>
                <a:gd name="connsiteY2" fmla="*/ 43544 h 1005365"/>
                <a:gd name="connsiteX3" fmla="*/ 3363961 w 3899155"/>
                <a:gd name="connsiteY3" fmla="*/ 261258 h 1005365"/>
                <a:gd name="connsiteX4" fmla="*/ 3581675 w 3899155"/>
                <a:gd name="connsiteY4" fmla="*/ 599768 h 1005365"/>
                <a:gd name="connsiteX5" fmla="*/ 3899155 w 3899155"/>
                <a:gd name="connsiteY5" fmla="*/ 755476 h 1005365"/>
                <a:gd name="connsiteX6" fmla="*/ 3320418 w 3899155"/>
                <a:gd name="connsiteY6" fmla="*/ 767652 h 1005365"/>
                <a:gd name="connsiteX7" fmla="*/ 2757339 w 3899155"/>
                <a:gd name="connsiteY7" fmla="*/ 918280 h 1005365"/>
                <a:gd name="connsiteX8" fmla="*/ 2137692 w 3899155"/>
                <a:gd name="connsiteY8" fmla="*/ 1005365 h 1005365"/>
                <a:gd name="connsiteX9" fmla="*/ 1542606 w 3899155"/>
                <a:gd name="connsiteY9" fmla="*/ 816680 h 1005365"/>
                <a:gd name="connsiteX10" fmla="*/ 116115 w 3899155"/>
                <a:gd name="connsiteY10" fmla="*/ 912795 h 1005365"/>
                <a:gd name="connsiteX11" fmla="*/ 116115 w 3899155"/>
                <a:gd name="connsiteY11" fmla="*/ 599768 h 1005365"/>
                <a:gd name="connsiteX12" fmla="*/ 0 w 3899155"/>
                <a:gd name="connsiteY12" fmla="*/ 338511 h 1005365"/>
                <a:gd name="connsiteX0" fmla="*/ 0 w 3899155"/>
                <a:gd name="connsiteY0" fmla="*/ 338511 h 1005365"/>
                <a:gd name="connsiteX1" fmla="*/ 381463 w 3899155"/>
                <a:gd name="connsiteY1" fmla="*/ 0 h 1005365"/>
                <a:gd name="connsiteX2" fmla="*/ 1746376 w 3899155"/>
                <a:gd name="connsiteY2" fmla="*/ 29031 h 1005365"/>
                <a:gd name="connsiteX3" fmla="*/ 2887968 w 3899155"/>
                <a:gd name="connsiteY3" fmla="*/ 43544 h 1005365"/>
                <a:gd name="connsiteX4" fmla="*/ 3363961 w 3899155"/>
                <a:gd name="connsiteY4" fmla="*/ 261258 h 1005365"/>
                <a:gd name="connsiteX5" fmla="*/ 3581675 w 3899155"/>
                <a:gd name="connsiteY5" fmla="*/ 599768 h 1005365"/>
                <a:gd name="connsiteX6" fmla="*/ 3899155 w 3899155"/>
                <a:gd name="connsiteY6" fmla="*/ 755476 h 1005365"/>
                <a:gd name="connsiteX7" fmla="*/ 3320418 w 3899155"/>
                <a:gd name="connsiteY7" fmla="*/ 767652 h 1005365"/>
                <a:gd name="connsiteX8" fmla="*/ 2757339 w 3899155"/>
                <a:gd name="connsiteY8" fmla="*/ 918280 h 1005365"/>
                <a:gd name="connsiteX9" fmla="*/ 2137692 w 3899155"/>
                <a:gd name="connsiteY9" fmla="*/ 1005365 h 1005365"/>
                <a:gd name="connsiteX10" fmla="*/ 1542606 w 3899155"/>
                <a:gd name="connsiteY10" fmla="*/ 816680 h 1005365"/>
                <a:gd name="connsiteX11" fmla="*/ 116115 w 3899155"/>
                <a:gd name="connsiteY11" fmla="*/ 912795 h 1005365"/>
                <a:gd name="connsiteX12" fmla="*/ 116115 w 3899155"/>
                <a:gd name="connsiteY12" fmla="*/ 599768 h 1005365"/>
                <a:gd name="connsiteX13" fmla="*/ 0 w 3899155"/>
                <a:gd name="connsiteY13" fmla="*/ 338511 h 1005365"/>
                <a:gd name="connsiteX0" fmla="*/ 0 w 3899155"/>
                <a:gd name="connsiteY0" fmla="*/ 498165 h 1165019"/>
                <a:gd name="connsiteX1" fmla="*/ 381463 w 3899155"/>
                <a:gd name="connsiteY1" fmla="*/ 159654 h 1165019"/>
                <a:gd name="connsiteX2" fmla="*/ 1746376 w 3899155"/>
                <a:gd name="connsiteY2" fmla="*/ 0 h 1165019"/>
                <a:gd name="connsiteX3" fmla="*/ 2887968 w 3899155"/>
                <a:gd name="connsiteY3" fmla="*/ 203198 h 1165019"/>
                <a:gd name="connsiteX4" fmla="*/ 3363961 w 3899155"/>
                <a:gd name="connsiteY4" fmla="*/ 420912 h 1165019"/>
                <a:gd name="connsiteX5" fmla="*/ 3581675 w 3899155"/>
                <a:gd name="connsiteY5" fmla="*/ 759422 h 1165019"/>
                <a:gd name="connsiteX6" fmla="*/ 3899155 w 3899155"/>
                <a:gd name="connsiteY6" fmla="*/ 915130 h 1165019"/>
                <a:gd name="connsiteX7" fmla="*/ 3320418 w 3899155"/>
                <a:gd name="connsiteY7" fmla="*/ 927306 h 1165019"/>
                <a:gd name="connsiteX8" fmla="*/ 2757339 w 3899155"/>
                <a:gd name="connsiteY8" fmla="*/ 1077934 h 1165019"/>
                <a:gd name="connsiteX9" fmla="*/ 2137692 w 3899155"/>
                <a:gd name="connsiteY9" fmla="*/ 1165019 h 1165019"/>
                <a:gd name="connsiteX10" fmla="*/ 1542606 w 3899155"/>
                <a:gd name="connsiteY10" fmla="*/ 976334 h 1165019"/>
                <a:gd name="connsiteX11" fmla="*/ 116115 w 3899155"/>
                <a:gd name="connsiteY11" fmla="*/ 1072449 h 1165019"/>
                <a:gd name="connsiteX12" fmla="*/ 116115 w 3899155"/>
                <a:gd name="connsiteY12" fmla="*/ 759422 h 1165019"/>
                <a:gd name="connsiteX13" fmla="*/ 0 w 38991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581675 w 4102355"/>
                <a:gd name="connsiteY5" fmla="*/ 759422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102355"/>
                <a:gd name="connsiteY0" fmla="*/ 498165 h 1165019"/>
                <a:gd name="connsiteX1" fmla="*/ 381463 w 4102355"/>
                <a:gd name="connsiteY1" fmla="*/ 159654 h 1165019"/>
                <a:gd name="connsiteX2" fmla="*/ 1746376 w 4102355"/>
                <a:gd name="connsiteY2" fmla="*/ 0 h 1165019"/>
                <a:gd name="connsiteX3" fmla="*/ 2887968 w 4102355"/>
                <a:gd name="connsiteY3" fmla="*/ 203198 h 1165019"/>
                <a:gd name="connsiteX4" fmla="*/ 3363961 w 4102355"/>
                <a:gd name="connsiteY4" fmla="*/ 420912 h 1165019"/>
                <a:gd name="connsiteX5" fmla="*/ 3697789 w 4102355"/>
                <a:gd name="connsiteY5" fmla="*/ 527194 h 1165019"/>
                <a:gd name="connsiteX6" fmla="*/ 4102355 w 4102355"/>
                <a:gd name="connsiteY6" fmla="*/ 581301 h 1165019"/>
                <a:gd name="connsiteX7" fmla="*/ 3320418 w 4102355"/>
                <a:gd name="connsiteY7" fmla="*/ 927306 h 1165019"/>
                <a:gd name="connsiteX8" fmla="*/ 2757339 w 4102355"/>
                <a:gd name="connsiteY8" fmla="*/ 1077934 h 1165019"/>
                <a:gd name="connsiteX9" fmla="*/ 2137692 w 4102355"/>
                <a:gd name="connsiteY9" fmla="*/ 1165019 h 1165019"/>
                <a:gd name="connsiteX10" fmla="*/ 1542606 w 4102355"/>
                <a:gd name="connsiteY10" fmla="*/ 976334 h 1165019"/>
                <a:gd name="connsiteX11" fmla="*/ 116115 w 4102355"/>
                <a:gd name="connsiteY11" fmla="*/ 1072449 h 1165019"/>
                <a:gd name="connsiteX12" fmla="*/ 116115 w 4102355"/>
                <a:gd name="connsiteY12" fmla="*/ 759422 h 1165019"/>
                <a:gd name="connsiteX13" fmla="*/ 0 w 4102355"/>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697789 w 4044298"/>
                <a:gd name="connsiteY5" fmla="*/ 527194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320418 w 4044298"/>
                <a:gd name="connsiteY7" fmla="*/ 927306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970849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 name="connsiteX0" fmla="*/ 0 w 4044298"/>
                <a:gd name="connsiteY0" fmla="*/ 498165 h 1165019"/>
                <a:gd name="connsiteX1" fmla="*/ 381463 w 4044298"/>
                <a:gd name="connsiteY1" fmla="*/ 159654 h 1165019"/>
                <a:gd name="connsiteX2" fmla="*/ 1746376 w 4044298"/>
                <a:gd name="connsiteY2" fmla="*/ 0 h 1165019"/>
                <a:gd name="connsiteX3" fmla="*/ 2887968 w 4044298"/>
                <a:gd name="connsiteY3" fmla="*/ 203198 h 1165019"/>
                <a:gd name="connsiteX4" fmla="*/ 3363961 w 4044298"/>
                <a:gd name="connsiteY4" fmla="*/ 420912 h 1165019"/>
                <a:gd name="connsiteX5" fmla="*/ 3596189 w 4044298"/>
                <a:gd name="connsiteY5" fmla="*/ 541709 h 1165019"/>
                <a:gd name="connsiteX6" fmla="*/ 4044298 w 4044298"/>
                <a:gd name="connsiteY6" fmla="*/ 349072 h 1165019"/>
                <a:gd name="connsiteX7" fmla="*/ 3639732 w 4044298"/>
                <a:gd name="connsiteY7" fmla="*/ 854735 h 1165019"/>
                <a:gd name="connsiteX8" fmla="*/ 2757339 w 4044298"/>
                <a:gd name="connsiteY8" fmla="*/ 1077934 h 1165019"/>
                <a:gd name="connsiteX9" fmla="*/ 2137692 w 4044298"/>
                <a:gd name="connsiteY9" fmla="*/ 1165019 h 1165019"/>
                <a:gd name="connsiteX10" fmla="*/ 1542606 w 4044298"/>
                <a:gd name="connsiteY10" fmla="*/ 976334 h 1165019"/>
                <a:gd name="connsiteX11" fmla="*/ 116115 w 4044298"/>
                <a:gd name="connsiteY11" fmla="*/ 1072449 h 1165019"/>
                <a:gd name="connsiteX12" fmla="*/ 116115 w 4044298"/>
                <a:gd name="connsiteY12" fmla="*/ 759422 h 1165019"/>
                <a:gd name="connsiteX13" fmla="*/ 0 w 4044298"/>
                <a:gd name="connsiteY13" fmla="*/ 498165 h 116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44298" h="1165019">
                  <a:moveTo>
                    <a:pt x="0" y="498165"/>
                  </a:moveTo>
                  <a:lnTo>
                    <a:pt x="381463" y="159654"/>
                  </a:lnTo>
                  <a:lnTo>
                    <a:pt x="1746376" y="0"/>
                  </a:lnTo>
                  <a:lnTo>
                    <a:pt x="2887968" y="203198"/>
                  </a:lnTo>
                  <a:lnTo>
                    <a:pt x="3363961" y="420912"/>
                  </a:lnTo>
                  <a:lnTo>
                    <a:pt x="3596189" y="541709"/>
                  </a:lnTo>
                  <a:lnTo>
                    <a:pt x="4044298" y="349072"/>
                  </a:lnTo>
                  <a:lnTo>
                    <a:pt x="3639732" y="854735"/>
                  </a:lnTo>
                  <a:lnTo>
                    <a:pt x="2757339" y="1077934"/>
                  </a:lnTo>
                  <a:lnTo>
                    <a:pt x="2137692" y="1165019"/>
                  </a:lnTo>
                  <a:lnTo>
                    <a:pt x="1542606" y="976334"/>
                  </a:lnTo>
                  <a:lnTo>
                    <a:pt x="116115" y="1072449"/>
                  </a:lnTo>
                  <a:lnTo>
                    <a:pt x="116115" y="759422"/>
                  </a:lnTo>
                  <a:lnTo>
                    <a:pt x="0" y="498165"/>
                  </a:lnTo>
                  <a:close/>
                </a:path>
              </a:pathLst>
            </a:custGeom>
            <a:solidFill>
              <a:schemeClr val="accent6"/>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6954097" y="2575985"/>
            <a:ext cx="3658100" cy="1406055"/>
            <a:chOff x="6954097" y="2247872"/>
            <a:chExt cx="3658100" cy="1406055"/>
          </a:xfrm>
        </p:grpSpPr>
        <p:sp>
          <p:nvSpPr>
            <p:cNvPr id="42" name="矩形标注 2"/>
            <p:cNvSpPr/>
            <p:nvPr/>
          </p:nvSpPr>
          <p:spPr>
            <a:xfrm>
              <a:off x="6954097" y="2303775"/>
              <a:ext cx="3658100" cy="1350152"/>
            </a:xfrm>
            <a:custGeom>
              <a:avLst/>
              <a:gdLst>
                <a:gd name="connsiteX0" fmla="*/ 0 w 4427764"/>
                <a:gd name="connsiteY0" fmla="*/ 0 h 3155324"/>
                <a:gd name="connsiteX1" fmla="*/ 737961 w 4427764"/>
                <a:gd name="connsiteY1" fmla="*/ 0 h 3155324"/>
                <a:gd name="connsiteX2" fmla="*/ 737961 w 4427764"/>
                <a:gd name="connsiteY2" fmla="*/ 0 h 3155324"/>
                <a:gd name="connsiteX3" fmla="*/ 1844902 w 4427764"/>
                <a:gd name="connsiteY3" fmla="*/ 0 h 3155324"/>
                <a:gd name="connsiteX4" fmla="*/ 4427764 w 4427764"/>
                <a:gd name="connsiteY4" fmla="*/ 0 h 3155324"/>
                <a:gd name="connsiteX5" fmla="*/ 4427764 w 4427764"/>
                <a:gd name="connsiteY5" fmla="*/ 525887 h 3155324"/>
                <a:gd name="connsiteX6" fmla="*/ 4427764 w 4427764"/>
                <a:gd name="connsiteY6" fmla="*/ 525887 h 3155324"/>
                <a:gd name="connsiteX7" fmla="*/ 4427764 w 4427764"/>
                <a:gd name="connsiteY7" fmla="*/ 1314718 h 3155324"/>
                <a:gd name="connsiteX8" fmla="*/ 4427764 w 4427764"/>
                <a:gd name="connsiteY8" fmla="*/ 3155324 h 3155324"/>
                <a:gd name="connsiteX9" fmla="*/ 1844902 w 4427764"/>
                <a:gd name="connsiteY9" fmla="*/ 3155324 h 3155324"/>
                <a:gd name="connsiteX10" fmla="*/ 737961 w 4427764"/>
                <a:gd name="connsiteY10" fmla="*/ 3155324 h 3155324"/>
                <a:gd name="connsiteX11" fmla="*/ 737961 w 4427764"/>
                <a:gd name="connsiteY11" fmla="*/ 3155324 h 3155324"/>
                <a:gd name="connsiteX12" fmla="*/ 0 w 4427764"/>
                <a:gd name="connsiteY12" fmla="*/ 3155324 h 3155324"/>
                <a:gd name="connsiteX13" fmla="*/ 0 w 4427764"/>
                <a:gd name="connsiteY13" fmla="*/ 1314718 h 3155324"/>
                <a:gd name="connsiteX14" fmla="*/ -232546 w 4427764"/>
                <a:gd name="connsiteY14" fmla="*/ 1227453 h 3155324"/>
                <a:gd name="connsiteX15" fmla="*/ 0 w 4427764"/>
                <a:gd name="connsiteY15" fmla="*/ 525887 h 3155324"/>
                <a:gd name="connsiteX16" fmla="*/ 0 w 4427764"/>
                <a:gd name="connsiteY16" fmla="*/ 0 h 3155324"/>
                <a:gd name="connsiteX0" fmla="*/ 914717 w 4660310"/>
                <a:gd name="connsiteY0" fmla="*/ 406400 h 3155324"/>
                <a:gd name="connsiteX1" fmla="*/ 970507 w 4660310"/>
                <a:gd name="connsiteY1" fmla="*/ 0 h 3155324"/>
                <a:gd name="connsiteX2" fmla="*/ 970507 w 4660310"/>
                <a:gd name="connsiteY2" fmla="*/ 0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84352"/>
                <a:gd name="connsiteX1" fmla="*/ 970507 w 4660310"/>
                <a:gd name="connsiteY1" fmla="*/ 0 h 3184352"/>
                <a:gd name="connsiteX2" fmla="*/ 1768792 w 4660310"/>
                <a:gd name="connsiteY2" fmla="*/ 420914 h 3184352"/>
                <a:gd name="connsiteX3" fmla="*/ 3064420 w 4660310"/>
                <a:gd name="connsiteY3" fmla="*/ 899886 h 3184352"/>
                <a:gd name="connsiteX4" fmla="*/ 4210367 w 4660310"/>
                <a:gd name="connsiteY4" fmla="*/ 624115 h 3184352"/>
                <a:gd name="connsiteX5" fmla="*/ 4660310 w 4660310"/>
                <a:gd name="connsiteY5" fmla="*/ 525887 h 3184352"/>
                <a:gd name="connsiteX6" fmla="*/ 4297452 w 4660310"/>
                <a:gd name="connsiteY6" fmla="*/ 1062916 h 3184352"/>
                <a:gd name="connsiteX7" fmla="*/ 4660310 w 4660310"/>
                <a:gd name="connsiteY7" fmla="*/ 1314718 h 3184352"/>
                <a:gd name="connsiteX8" fmla="*/ 4660310 w 4660310"/>
                <a:gd name="connsiteY8" fmla="*/ 3155324 h 3184352"/>
                <a:gd name="connsiteX9" fmla="*/ 2353220 w 4660310"/>
                <a:gd name="connsiteY9" fmla="*/ 2719895 h 3184352"/>
                <a:gd name="connsiteX10" fmla="*/ 970507 w 4660310"/>
                <a:gd name="connsiteY10" fmla="*/ 3155324 h 3184352"/>
                <a:gd name="connsiteX11" fmla="*/ 1507536 w 4660310"/>
                <a:gd name="connsiteY11" fmla="*/ 3184352 h 3184352"/>
                <a:gd name="connsiteX12" fmla="*/ 232546 w 4660310"/>
                <a:gd name="connsiteY12" fmla="*/ 3155324 h 3184352"/>
                <a:gd name="connsiteX13" fmla="*/ 232546 w 4660310"/>
                <a:gd name="connsiteY13" fmla="*/ 1314718 h 3184352"/>
                <a:gd name="connsiteX14" fmla="*/ 0 w 4660310"/>
                <a:gd name="connsiteY14" fmla="*/ 1227453 h 3184352"/>
                <a:gd name="connsiteX15" fmla="*/ 232546 w 4660310"/>
                <a:gd name="connsiteY15" fmla="*/ 525887 h 3184352"/>
                <a:gd name="connsiteX16" fmla="*/ 914717 w 4660310"/>
                <a:gd name="connsiteY16" fmla="*/ 406400 h 3184352"/>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566374 w 4660310"/>
                <a:gd name="connsiteY0" fmla="*/ 551542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566374 w 4660310"/>
                <a:gd name="connsiteY16" fmla="*/ 551542 h 3155324"/>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166020 w 4660310"/>
                <a:gd name="connsiteY9" fmla="*/ 30972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1870393 w 4660310"/>
                <a:gd name="connsiteY10" fmla="*/ 3198867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320539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573224 w 4660310"/>
                <a:gd name="connsiteY8" fmla="*/ 2865039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536563 w 4660310"/>
                <a:gd name="connsiteY2" fmla="*/ 783771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87085 h 2734410"/>
                <a:gd name="connsiteX1" fmla="*/ 941478 w 4660310"/>
                <a:gd name="connsiteY1" fmla="*/ 0 h 2734410"/>
                <a:gd name="connsiteX2" fmla="*/ 1536563 w 4660310"/>
                <a:gd name="connsiteY2" fmla="*/ 319314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136991 w 4660310"/>
                <a:gd name="connsiteY3" fmla="*/ 203201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2803163 w 4660310"/>
                <a:gd name="connsiteY3" fmla="*/ 36285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58056 h 2705381"/>
                <a:gd name="connsiteX1" fmla="*/ 723764 w 4660310"/>
                <a:gd name="connsiteY1" fmla="*/ 246742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116114 h 2763439"/>
                <a:gd name="connsiteX1" fmla="*/ 868907 w 4660310"/>
                <a:gd name="connsiteY1" fmla="*/ 0 h 2763439"/>
                <a:gd name="connsiteX2" fmla="*/ 1957477 w 4660310"/>
                <a:gd name="connsiteY2" fmla="*/ 58058 h 2763439"/>
                <a:gd name="connsiteX3" fmla="*/ 2803163 w 4660310"/>
                <a:gd name="connsiteY3" fmla="*/ 391888 h 2763439"/>
                <a:gd name="connsiteX4" fmla="*/ 4210367 w 4660310"/>
                <a:gd name="connsiteY4" fmla="*/ 188687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566374 w 4660310"/>
                <a:gd name="connsiteY16" fmla="*/ 116114 h 2763439"/>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3905567 w 4660310"/>
                <a:gd name="connsiteY4" fmla="*/ 362857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653460 w 4660310"/>
                <a:gd name="connsiteY0" fmla="*/ 0 h 2763439"/>
                <a:gd name="connsiteX1" fmla="*/ 1028564 w 4660310"/>
                <a:gd name="connsiteY1" fmla="*/ 362858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904763 w 4660310"/>
                <a:gd name="connsiteY3" fmla="*/ 159659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905567 w 4660310"/>
                <a:gd name="connsiteY4" fmla="*/ 478970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484653 w 4660310"/>
                <a:gd name="connsiteY4" fmla="*/ 653141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717562 w 4660310"/>
                <a:gd name="connsiteY8" fmla="*/ 2429607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398248 w 4660310"/>
                <a:gd name="connsiteY8" fmla="*/ 2182864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102824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155489 w 4660310"/>
                <a:gd name="connsiteY13" fmla="*/ 1217111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978412 w 4985262"/>
                <a:gd name="connsiteY0" fmla="*/ 58055 h 2777951"/>
                <a:gd name="connsiteX1" fmla="*/ 1629288 w 4985262"/>
                <a:gd name="connsiteY1" fmla="*/ 246741 h 2777951"/>
                <a:gd name="connsiteX2" fmla="*/ 2282429 w 4985262"/>
                <a:gd name="connsiteY2" fmla="*/ 420913 h 2777951"/>
                <a:gd name="connsiteX3" fmla="*/ 3403886 w 4985262"/>
                <a:gd name="connsiteY3" fmla="*/ 0 h 2777951"/>
                <a:gd name="connsiteX4" fmla="*/ 4056348 w 4985262"/>
                <a:gd name="connsiteY4" fmla="*/ 507998 h 2777951"/>
                <a:gd name="connsiteX5" fmla="*/ 4578862 w 4985262"/>
                <a:gd name="connsiteY5" fmla="*/ 366229 h 2777951"/>
                <a:gd name="connsiteX6" fmla="*/ 4985262 w 4985262"/>
                <a:gd name="connsiteY6" fmla="*/ 937345 h 2777951"/>
                <a:gd name="connsiteX7" fmla="*/ 4898176 w 4985262"/>
                <a:gd name="connsiteY7" fmla="*/ 2487666 h 2777951"/>
                <a:gd name="connsiteX8" fmla="*/ 3723200 w 4985262"/>
                <a:gd name="connsiteY8" fmla="*/ 2182864 h 2777951"/>
                <a:gd name="connsiteX9" fmla="*/ 2296945 w 4985262"/>
                <a:gd name="connsiteY9" fmla="*/ 2618294 h 2777951"/>
                <a:gd name="connsiteX10" fmla="*/ 1135802 w 4985262"/>
                <a:gd name="connsiteY10" fmla="*/ 2516694 h 2777951"/>
                <a:gd name="connsiteX11" fmla="*/ 557498 w 4985262"/>
                <a:gd name="connsiteY11" fmla="*/ 2777951 h 2777951"/>
                <a:gd name="connsiteX12" fmla="*/ 558405 w 4985262"/>
                <a:gd name="connsiteY12" fmla="*/ 1627443 h 2777951"/>
                <a:gd name="connsiteX13" fmla="*/ 0 w 4985262"/>
                <a:gd name="connsiteY13" fmla="*/ 1939164 h 2777951"/>
                <a:gd name="connsiteX14" fmla="*/ 324952 w 4985262"/>
                <a:gd name="connsiteY14" fmla="*/ 850080 h 2777951"/>
                <a:gd name="connsiteX15" fmla="*/ 557498 w 4985262"/>
                <a:gd name="connsiteY15" fmla="*/ 148514 h 2777951"/>
                <a:gd name="connsiteX16" fmla="*/ 978412 w 4985262"/>
                <a:gd name="connsiteY16" fmla="*/ 58055 h 2777951"/>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558405 w 4985262"/>
                <a:gd name="connsiteY12" fmla="*/ 1627443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295949 w 4985262"/>
                <a:gd name="connsiteY10" fmla="*/ 2249267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518369 w 5045317"/>
                <a:gd name="connsiteY12" fmla="*/ 1894870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45063 w 5045317"/>
                <a:gd name="connsiteY14" fmla="*/ 930308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585191 w 5045317"/>
                <a:gd name="connsiteY14" fmla="*/ 1117507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357314 w 5045317"/>
                <a:gd name="connsiteY15" fmla="*/ 389197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478333 w 5045317"/>
                <a:gd name="connsiteY11" fmla="*/ 1707671 h 2618294"/>
                <a:gd name="connsiteX12" fmla="*/ 0 w 5045317"/>
                <a:gd name="connsiteY12" fmla="*/ 2099621 h 2618294"/>
                <a:gd name="connsiteX13" fmla="*/ 485099 w 5045317"/>
                <a:gd name="connsiteY13" fmla="*/ 1010535 h 2618294"/>
                <a:gd name="connsiteX14" fmla="*/ 357314 w 5045317"/>
                <a:gd name="connsiteY14" fmla="*/ 389197 h 2618294"/>
                <a:gd name="connsiteX15" fmla="*/ 1038467 w 5045317"/>
                <a:gd name="connsiteY15" fmla="*/ 58055 h 2618294"/>
                <a:gd name="connsiteX0" fmla="*/ 1038467 w 5045317"/>
                <a:gd name="connsiteY0" fmla="*/ 58055 h 2487666"/>
                <a:gd name="connsiteX1" fmla="*/ 1689343 w 5045317"/>
                <a:gd name="connsiteY1" fmla="*/ 246741 h 2487666"/>
                <a:gd name="connsiteX2" fmla="*/ 2342484 w 5045317"/>
                <a:gd name="connsiteY2" fmla="*/ 420913 h 2487666"/>
                <a:gd name="connsiteX3" fmla="*/ 3463941 w 5045317"/>
                <a:gd name="connsiteY3" fmla="*/ 0 h 2487666"/>
                <a:gd name="connsiteX4" fmla="*/ 4116403 w 5045317"/>
                <a:gd name="connsiteY4" fmla="*/ 507998 h 2487666"/>
                <a:gd name="connsiteX5" fmla="*/ 4638917 w 5045317"/>
                <a:gd name="connsiteY5" fmla="*/ 366229 h 2487666"/>
                <a:gd name="connsiteX6" fmla="*/ 5045317 w 5045317"/>
                <a:gd name="connsiteY6" fmla="*/ 937345 h 2487666"/>
                <a:gd name="connsiteX7" fmla="*/ 4958231 w 5045317"/>
                <a:gd name="connsiteY7" fmla="*/ 2487666 h 2487666"/>
                <a:gd name="connsiteX8" fmla="*/ 3783255 w 5045317"/>
                <a:gd name="connsiteY8" fmla="*/ 2182864 h 2487666"/>
                <a:gd name="connsiteX9" fmla="*/ 1356004 w 5045317"/>
                <a:gd name="connsiteY9" fmla="*/ 2249267 h 2487666"/>
                <a:gd name="connsiteX10" fmla="*/ 478333 w 5045317"/>
                <a:gd name="connsiteY10" fmla="*/ 1707671 h 2487666"/>
                <a:gd name="connsiteX11" fmla="*/ 0 w 5045317"/>
                <a:gd name="connsiteY11" fmla="*/ 2099621 h 2487666"/>
                <a:gd name="connsiteX12" fmla="*/ 485099 w 5045317"/>
                <a:gd name="connsiteY12" fmla="*/ 1010535 h 2487666"/>
                <a:gd name="connsiteX13" fmla="*/ 357314 w 5045317"/>
                <a:gd name="connsiteY13" fmla="*/ 389197 h 2487666"/>
                <a:gd name="connsiteX14" fmla="*/ 1038467 w 5045317"/>
                <a:gd name="connsiteY14" fmla="*/ 58055 h 248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17" h="2487666">
                  <a:moveTo>
                    <a:pt x="1038467" y="58055"/>
                  </a:moveTo>
                  <a:lnTo>
                    <a:pt x="1689343" y="246741"/>
                  </a:lnTo>
                  <a:lnTo>
                    <a:pt x="2342484" y="420913"/>
                  </a:lnTo>
                  <a:lnTo>
                    <a:pt x="3463941" y="0"/>
                  </a:lnTo>
                  <a:lnTo>
                    <a:pt x="4116403" y="507998"/>
                  </a:lnTo>
                  <a:lnTo>
                    <a:pt x="4638917" y="366229"/>
                  </a:lnTo>
                  <a:lnTo>
                    <a:pt x="5045317" y="937345"/>
                  </a:lnTo>
                  <a:lnTo>
                    <a:pt x="4958231" y="2487666"/>
                  </a:lnTo>
                  <a:lnTo>
                    <a:pt x="3783255" y="2182864"/>
                  </a:lnTo>
                  <a:lnTo>
                    <a:pt x="1356004" y="2249267"/>
                  </a:lnTo>
                  <a:lnTo>
                    <a:pt x="478333" y="1707671"/>
                  </a:lnTo>
                  <a:lnTo>
                    <a:pt x="0" y="2099621"/>
                  </a:lnTo>
                  <a:lnTo>
                    <a:pt x="485099" y="1010535"/>
                  </a:lnTo>
                  <a:lnTo>
                    <a:pt x="357314" y="389197"/>
                  </a:lnTo>
                  <a:lnTo>
                    <a:pt x="1038467" y="58055"/>
                  </a:lnTo>
                  <a:close/>
                </a:path>
              </a:pathLst>
            </a:custGeom>
            <a:solidFill>
              <a:schemeClr val="accent3">
                <a:lumMod val="90000"/>
                <a:lumOff val="1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标注 2"/>
            <p:cNvSpPr/>
            <p:nvPr/>
          </p:nvSpPr>
          <p:spPr>
            <a:xfrm>
              <a:off x="6954097" y="2247872"/>
              <a:ext cx="3658100" cy="1350152"/>
            </a:xfrm>
            <a:custGeom>
              <a:avLst/>
              <a:gdLst>
                <a:gd name="connsiteX0" fmla="*/ 0 w 4427764"/>
                <a:gd name="connsiteY0" fmla="*/ 0 h 3155324"/>
                <a:gd name="connsiteX1" fmla="*/ 737961 w 4427764"/>
                <a:gd name="connsiteY1" fmla="*/ 0 h 3155324"/>
                <a:gd name="connsiteX2" fmla="*/ 737961 w 4427764"/>
                <a:gd name="connsiteY2" fmla="*/ 0 h 3155324"/>
                <a:gd name="connsiteX3" fmla="*/ 1844902 w 4427764"/>
                <a:gd name="connsiteY3" fmla="*/ 0 h 3155324"/>
                <a:gd name="connsiteX4" fmla="*/ 4427764 w 4427764"/>
                <a:gd name="connsiteY4" fmla="*/ 0 h 3155324"/>
                <a:gd name="connsiteX5" fmla="*/ 4427764 w 4427764"/>
                <a:gd name="connsiteY5" fmla="*/ 525887 h 3155324"/>
                <a:gd name="connsiteX6" fmla="*/ 4427764 w 4427764"/>
                <a:gd name="connsiteY6" fmla="*/ 525887 h 3155324"/>
                <a:gd name="connsiteX7" fmla="*/ 4427764 w 4427764"/>
                <a:gd name="connsiteY7" fmla="*/ 1314718 h 3155324"/>
                <a:gd name="connsiteX8" fmla="*/ 4427764 w 4427764"/>
                <a:gd name="connsiteY8" fmla="*/ 3155324 h 3155324"/>
                <a:gd name="connsiteX9" fmla="*/ 1844902 w 4427764"/>
                <a:gd name="connsiteY9" fmla="*/ 3155324 h 3155324"/>
                <a:gd name="connsiteX10" fmla="*/ 737961 w 4427764"/>
                <a:gd name="connsiteY10" fmla="*/ 3155324 h 3155324"/>
                <a:gd name="connsiteX11" fmla="*/ 737961 w 4427764"/>
                <a:gd name="connsiteY11" fmla="*/ 3155324 h 3155324"/>
                <a:gd name="connsiteX12" fmla="*/ 0 w 4427764"/>
                <a:gd name="connsiteY12" fmla="*/ 3155324 h 3155324"/>
                <a:gd name="connsiteX13" fmla="*/ 0 w 4427764"/>
                <a:gd name="connsiteY13" fmla="*/ 1314718 h 3155324"/>
                <a:gd name="connsiteX14" fmla="*/ -232546 w 4427764"/>
                <a:gd name="connsiteY14" fmla="*/ 1227453 h 3155324"/>
                <a:gd name="connsiteX15" fmla="*/ 0 w 4427764"/>
                <a:gd name="connsiteY15" fmla="*/ 525887 h 3155324"/>
                <a:gd name="connsiteX16" fmla="*/ 0 w 4427764"/>
                <a:gd name="connsiteY16" fmla="*/ 0 h 3155324"/>
                <a:gd name="connsiteX0" fmla="*/ 914717 w 4660310"/>
                <a:gd name="connsiteY0" fmla="*/ 406400 h 3155324"/>
                <a:gd name="connsiteX1" fmla="*/ 970507 w 4660310"/>
                <a:gd name="connsiteY1" fmla="*/ 0 h 3155324"/>
                <a:gd name="connsiteX2" fmla="*/ 970507 w 4660310"/>
                <a:gd name="connsiteY2" fmla="*/ 0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2077448 w 4660310"/>
                <a:gd name="connsiteY3" fmla="*/ 0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660310 w 4660310"/>
                <a:gd name="connsiteY6" fmla="*/ 525887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660310 w 4660310"/>
                <a:gd name="connsiteY4" fmla="*/ 0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077448 w 4660310"/>
                <a:gd name="connsiteY9" fmla="*/ 3155324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970507 w 4660310"/>
                <a:gd name="connsiteY11" fmla="*/ 31553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84352"/>
                <a:gd name="connsiteX1" fmla="*/ 970507 w 4660310"/>
                <a:gd name="connsiteY1" fmla="*/ 0 h 3184352"/>
                <a:gd name="connsiteX2" fmla="*/ 1768792 w 4660310"/>
                <a:gd name="connsiteY2" fmla="*/ 420914 h 3184352"/>
                <a:gd name="connsiteX3" fmla="*/ 3064420 w 4660310"/>
                <a:gd name="connsiteY3" fmla="*/ 899886 h 3184352"/>
                <a:gd name="connsiteX4" fmla="*/ 4210367 w 4660310"/>
                <a:gd name="connsiteY4" fmla="*/ 624115 h 3184352"/>
                <a:gd name="connsiteX5" fmla="*/ 4660310 w 4660310"/>
                <a:gd name="connsiteY5" fmla="*/ 525887 h 3184352"/>
                <a:gd name="connsiteX6" fmla="*/ 4297452 w 4660310"/>
                <a:gd name="connsiteY6" fmla="*/ 1062916 h 3184352"/>
                <a:gd name="connsiteX7" fmla="*/ 4660310 w 4660310"/>
                <a:gd name="connsiteY7" fmla="*/ 1314718 h 3184352"/>
                <a:gd name="connsiteX8" fmla="*/ 4660310 w 4660310"/>
                <a:gd name="connsiteY8" fmla="*/ 3155324 h 3184352"/>
                <a:gd name="connsiteX9" fmla="*/ 2353220 w 4660310"/>
                <a:gd name="connsiteY9" fmla="*/ 2719895 h 3184352"/>
                <a:gd name="connsiteX10" fmla="*/ 970507 w 4660310"/>
                <a:gd name="connsiteY10" fmla="*/ 3155324 h 3184352"/>
                <a:gd name="connsiteX11" fmla="*/ 1507536 w 4660310"/>
                <a:gd name="connsiteY11" fmla="*/ 3184352 h 3184352"/>
                <a:gd name="connsiteX12" fmla="*/ 232546 w 4660310"/>
                <a:gd name="connsiteY12" fmla="*/ 3155324 h 3184352"/>
                <a:gd name="connsiteX13" fmla="*/ 232546 w 4660310"/>
                <a:gd name="connsiteY13" fmla="*/ 1314718 h 3184352"/>
                <a:gd name="connsiteX14" fmla="*/ 0 w 4660310"/>
                <a:gd name="connsiteY14" fmla="*/ 1227453 h 3184352"/>
                <a:gd name="connsiteX15" fmla="*/ 232546 w 4660310"/>
                <a:gd name="connsiteY15" fmla="*/ 525887 h 3184352"/>
                <a:gd name="connsiteX16" fmla="*/ 914717 w 4660310"/>
                <a:gd name="connsiteY16" fmla="*/ 406400 h 3184352"/>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660310 w 4660310"/>
                <a:gd name="connsiteY8" fmla="*/ 3155324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1870393 w 4660310"/>
                <a:gd name="connsiteY11" fmla="*/ 2574752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2353220 w 4660310"/>
                <a:gd name="connsiteY9" fmla="*/ 2719895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232546 w 4660310"/>
                <a:gd name="connsiteY13" fmla="*/ 1314718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914717 w 4660310"/>
                <a:gd name="connsiteY0" fmla="*/ 406400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914717 w 4660310"/>
                <a:gd name="connsiteY16" fmla="*/ 406400 h 3155324"/>
                <a:gd name="connsiteX0" fmla="*/ 566374 w 4660310"/>
                <a:gd name="connsiteY0" fmla="*/ 551542 h 3155324"/>
                <a:gd name="connsiteX1" fmla="*/ 970507 w 4660310"/>
                <a:gd name="connsiteY1" fmla="*/ 0 h 3155324"/>
                <a:gd name="connsiteX2" fmla="*/ 1768792 w 4660310"/>
                <a:gd name="connsiteY2" fmla="*/ 420914 h 3155324"/>
                <a:gd name="connsiteX3" fmla="*/ 3064420 w 4660310"/>
                <a:gd name="connsiteY3" fmla="*/ 899886 h 3155324"/>
                <a:gd name="connsiteX4" fmla="*/ 4210367 w 4660310"/>
                <a:gd name="connsiteY4" fmla="*/ 624115 h 3155324"/>
                <a:gd name="connsiteX5" fmla="*/ 4660310 w 4660310"/>
                <a:gd name="connsiteY5" fmla="*/ 525887 h 3155324"/>
                <a:gd name="connsiteX6" fmla="*/ 4297452 w 4660310"/>
                <a:gd name="connsiteY6" fmla="*/ 1062916 h 3155324"/>
                <a:gd name="connsiteX7" fmla="*/ 4660310 w 4660310"/>
                <a:gd name="connsiteY7" fmla="*/ 1314718 h 3155324"/>
                <a:gd name="connsiteX8" fmla="*/ 4166824 w 4660310"/>
                <a:gd name="connsiteY8" fmla="*/ 2734410 h 3155324"/>
                <a:gd name="connsiteX9" fmla="*/ 3166020 w 4660310"/>
                <a:gd name="connsiteY9" fmla="*/ 3097266 h 3155324"/>
                <a:gd name="connsiteX10" fmla="*/ 970507 w 4660310"/>
                <a:gd name="connsiteY10" fmla="*/ 3155324 h 3155324"/>
                <a:gd name="connsiteX11" fmla="*/ 868907 w 4660310"/>
                <a:gd name="connsiteY11" fmla="*/ 2850524 h 3155324"/>
                <a:gd name="connsiteX12" fmla="*/ 232546 w 4660310"/>
                <a:gd name="connsiteY12" fmla="*/ 3155324 h 3155324"/>
                <a:gd name="connsiteX13" fmla="*/ 435746 w 4660310"/>
                <a:gd name="connsiteY13" fmla="*/ 792203 h 3155324"/>
                <a:gd name="connsiteX14" fmla="*/ 0 w 4660310"/>
                <a:gd name="connsiteY14" fmla="*/ 1227453 h 3155324"/>
                <a:gd name="connsiteX15" fmla="*/ 232546 w 4660310"/>
                <a:gd name="connsiteY15" fmla="*/ 525887 h 3155324"/>
                <a:gd name="connsiteX16" fmla="*/ 566374 w 4660310"/>
                <a:gd name="connsiteY16" fmla="*/ 551542 h 3155324"/>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166020 w 4660310"/>
                <a:gd name="connsiteY9" fmla="*/ 30972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970507 w 4660310"/>
                <a:gd name="connsiteY10" fmla="*/ 3155324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300467"/>
                <a:gd name="connsiteX1" fmla="*/ 970507 w 4660310"/>
                <a:gd name="connsiteY1" fmla="*/ 0 h 3300467"/>
                <a:gd name="connsiteX2" fmla="*/ 1768792 w 4660310"/>
                <a:gd name="connsiteY2" fmla="*/ 420914 h 3300467"/>
                <a:gd name="connsiteX3" fmla="*/ 3064420 w 4660310"/>
                <a:gd name="connsiteY3" fmla="*/ 899886 h 3300467"/>
                <a:gd name="connsiteX4" fmla="*/ 4210367 w 4660310"/>
                <a:gd name="connsiteY4" fmla="*/ 624115 h 3300467"/>
                <a:gd name="connsiteX5" fmla="*/ 4660310 w 4660310"/>
                <a:gd name="connsiteY5" fmla="*/ 525887 h 3300467"/>
                <a:gd name="connsiteX6" fmla="*/ 4297452 w 4660310"/>
                <a:gd name="connsiteY6" fmla="*/ 1062916 h 3300467"/>
                <a:gd name="connsiteX7" fmla="*/ 4660310 w 4660310"/>
                <a:gd name="connsiteY7" fmla="*/ 1314718 h 3300467"/>
                <a:gd name="connsiteX8" fmla="*/ 4166824 w 4660310"/>
                <a:gd name="connsiteY8" fmla="*/ 2734410 h 3300467"/>
                <a:gd name="connsiteX9" fmla="*/ 3282134 w 4660310"/>
                <a:gd name="connsiteY9" fmla="*/ 2690866 h 3300467"/>
                <a:gd name="connsiteX10" fmla="*/ 1870393 w 4660310"/>
                <a:gd name="connsiteY10" fmla="*/ 3198867 h 3300467"/>
                <a:gd name="connsiteX11" fmla="*/ 709250 w 4660310"/>
                <a:gd name="connsiteY11" fmla="*/ 3300467 h 3300467"/>
                <a:gd name="connsiteX12" fmla="*/ 232546 w 4660310"/>
                <a:gd name="connsiteY12" fmla="*/ 3155324 h 3300467"/>
                <a:gd name="connsiteX13" fmla="*/ 435746 w 4660310"/>
                <a:gd name="connsiteY13" fmla="*/ 792203 h 3300467"/>
                <a:gd name="connsiteX14" fmla="*/ 0 w 4660310"/>
                <a:gd name="connsiteY14" fmla="*/ 1227453 h 3300467"/>
                <a:gd name="connsiteX15" fmla="*/ 232546 w 4660310"/>
                <a:gd name="connsiteY15" fmla="*/ 525887 h 3300467"/>
                <a:gd name="connsiteX16" fmla="*/ 566374 w 4660310"/>
                <a:gd name="connsiteY16" fmla="*/ 551542 h 33004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320539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166824 w 4660310"/>
                <a:gd name="connsiteY8" fmla="*/ 2734410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660310 w 4660310"/>
                <a:gd name="connsiteY5" fmla="*/ 525887 h 3198867"/>
                <a:gd name="connsiteX6" fmla="*/ 4297452 w 4660310"/>
                <a:gd name="connsiteY6" fmla="*/ 1062916 h 3198867"/>
                <a:gd name="connsiteX7" fmla="*/ 4660310 w 4660310"/>
                <a:gd name="connsiteY7" fmla="*/ 1314718 h 3198867"/>
                <a:gd name="connsiteX8" fmla="*/ 4573224 w 4660310"/>
                <a:gd name="connsiteY8" fmla="*/ 2865039 h 3198867"/>
                <a:gd name="connsiteX9" fmla="*/ 3282134 w 4660310"/>
                <a:gd name="connsiteY9" fmla="*/ 2690866 h 3198867"/>
                <a:gd name="connsiteX10" fmla="*/ 1870393 w 4660310"/>
                <a:gd name="connsiteY10" fmla="*/ 3198867 h 3198867"/>
                <a:gd name="connsiteX11" fmla="*/ 810850 w 4660310"/>
                <a:gd name="connsiteY11" fmla="*/ 2894067 h 3198867"/>
                <a:gd name="connsiteX12" fmla="*/ 232546 w 4660310"/>
                <a:gd name="connsiteY12" fmla="*/ 3155324 h 3198867"/>
                <a:gd name="connsiteX13" fmla="*/ 102824 w 4660310"/>
                <a:gd name="connsiteY13" fmla="*/ 2004816 h 3198867"/>
                <a:gd name="connsiteX14" fmla="*/ 435746 w 4660310"/>
                <a:gd name="connsiteY14" fmla="*/ 792203 h 3198867"/>
                <a:gd name="connsiteX15" fmla="*/ 0 w 4660310"/>
                <a:gd name="connsiteY15" fmla="*/ 1227453 h 3198867"/>
                <a:gd name="connsiteX16" fmla="*/ 232546 w 4660310"/>
                <a:gd name="connsiteY16" fmla="*/ 525887 h 3198867"/>
                <a:gd name="connsiteX17" fmla="*/ 566374 w 4660310"/>
                <a:gd name="connsiteY17" fmla="*/ 551542 h 3198867"/>
                <a:gd name="connsiteX0" fmla="*/ 566374 w 4660310"/>
                <a:gd name="connsiteY0" fmla="*/ 551542 h 3198867"/>
                <a:gd name="connsiteX1" fmla="*/ 970507 w 4660310"/>
                <a:gd name="connsiteY1" fmla="*/ 0 h 3198867"/>
                <a:gd name="connsiteX2" fmla="*/ 1768792 w 4660310"/>
                <a:gd name="connsiteY2" fmla="*/ 420914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551542 h 3198867"/>
                <a:gd name="connsiteX1" fmla="*/ 970507 w 4660310"/>
                <a:gd name="connsiteY1" fmla="*/ 0 h 3198867"/>
                <a:gd name="connsiteX2" fmla="*/ 1536563 w 4660310"/>
                <a:gd name="connsiteY2" fmla="*/ 783771 h 3198867"/>
                <a:gd name="connsiteX3" fmla="*/ 3064420 w 4660310"/>
                <a:gd name="connsiteY3" fmla="*/ 899886 h 3198867"/>
                <a:gd name="connsiteX4" fmla="*/ 4210367 w 4660310"/>
                <a:gd name="connsiteY4" fmla="*/ 624115 h 3198867"/>
                <a:gd name="connsiteX5" fmla="*/ 4297452 w 4660310"/>
                <a:gd name="connsiteY5" fmla="*/ 1062916 h 3198867"/>
                <a:gd name="connsiteX6" fmla="*/ 4660310 w 4660310"/>
                <a:gd name="connsiteY6" fmla="*/ 1314718 h 3198867"/>
                <a:gd name="connsiteX7" fmla="*/ 4573224 w 4660310"/>
                <a:gd name="connsiteY7" fmla="*/ 2865039 h 3198867"/>
                <a:gd name="connsiteX8" fmla="*/ 3282134 w 4660310"/>
                <a:gd name="connsiteY8" fmla="*/ 2690866 h 3198867"/>
                <a:gd name="connsiteX9" fmla="*/ 1870393 w 4660310"/>
                <a:gd name="connsiteY9" fmla="*/ 3198867 h 3198867"/>
                <a:gd name="connsiteX10" fmla="*/ 810850 w 4660310"/>
                <a:gd name="connsiteY10" fmla="*/ 2894067 h 3198867"/>
                <a:gd name="connsiteX11" fmla="*/ 232546 w 4660310"/>
                <a:gd name="connsiteY11" fmla="*/ 3155324 h 3198867"/>
                <a:gd name="connsiteX12" fmla="*/ 102824 w 4660310"/>
                <a:gd name="connsiteY12" fmla="*/ 2004816 h 3198867"/>
                <a:gd name="connsiteX13" fmla="*/ 435746 w 4660310"/>
                <a:gd name="connsiteY13" fmla="*/ 792203 h 3198867"/>
                <a:gd name="connsiteX14" fmla="*/ 0 w 4660310"/>
                <a:gd name="connsiteY14" fmla="*/ 1227453 h 3198867"/>
                <a:gd name="connsiteX15" fmla="*/ 232546 w 4660310"/>
                <a:gd name="connsiteY15" fmla="*/ 525887 h 3198867"/>
                <a:gd name="connsiteX16" fmla="*/ 566374 w 4660310"/>
                <a:gd name="connsiteY16" fmla="*/ 551542 h 3198867"/>
                <a:gd name="connsiteX0" fmla="*/ 566374 w 4660310"/>
                <a:gd name="connsiteY0" fmla="*/ 87085 h 2734410"/>
                <a:gd name="connsiteX1" fmla="*/ 941478 w 4660310"/>
                <a:gd name="connsiteY1" fmla="*/ 0 h 2734410"/>
                <a:gd name="connsiteX2" fmla="*/ 1536563 w 4660310"/>
                <a:gd name="connsiteY2" fmla="*/ 319314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064420 w 4660310"/>
                <a:gd name="connsiteY3" fmla="*/ 43542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3136991 w 4660310"/>
                <a:gd name="connsiteY3" fmla="*/ 203201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87085 h 2734410"/>
                <a:gd name="connsiteX1" fmla="*/ 941478 w 4660310"/>
                <a:gd name="connsiteY1" fmla="*/ 0 h 2734410"/>
                <a:gd name="connsiteX2" fmla="*/ 1957477 w 4660310"/>
                <a:gd name="connsiteY2" fmla="*/ 29029 h 2734410"/>
                <a:gd name="connsiteX3" fmla="*/ 2803163 w 4660310"/>
                <a:gd name="connsiteY3" fmla="*/ 362859 h 2734410"/>
                <a:gd name="connsiteX4" fmla="*/ 4210367 w 4660310"/>
                <a:gd name="connsiteY4" fmla="*/ 159658 h 2734410"/>
                <a:gd name="connsiteX5" fmla="*/ 4297452 w 4660310"/>
                <a:gd name="connsiteY5" fmla="*/ 598459 h 2734410"/>
                <a:gd name="connsiteX6" fmla="*/ 4660310 w 4660310"/>
                <a:gd name="connsiteY6" fmla="*/ 850261 h 2734410"/>
                <a:gd name="connsiteX7" fmla="*/ 4573224 w 4660310"/>
                <a:gd name="connsiteY7" fmla="*/ 2400582 h 2734410"/>
                <a:gd name="connsiteX8" fmla="*/ 3282134 w 4660310"/>
                <a:gd name="connsiteY8" fmla="*/ 2226409 h 2734410"/>
                <a:gd name="connsiteX9" fmla="*/ 1870393 w 4660310"/>
                <a:gd name="connsiteY9" fmla="*/ 2734410 h 2734410"/>
                <a:gd name="connsiteX10" fmla="*/ 810850 w 4660310"/>
                <a:gd name="connsiteY10" fmla="*/ 2429610 h 2734410"/>
                <a:gd name="connsiteX11" fmla="*/ 232546 w 4660310"/>
                <a:gd name="connsiteY11" fmla="*/ 2690867 h 2734410"/>
                <a:gd name="connsiteX12" fmla="*/ 102824 w 4660310"/>
                <a:gd name="connsiteY12" fmla="*/ 1540359 h 2734410"/>
                <a:gd name="connsiteX13" fmla="*/ 435746 w 4660310"/>
                <a:gd name="connsiteY13" fmla="*/ 327746 h 2734410"/>
                <a:gd name="connsiteX14" fmla="*/ 0 w 4660310"/>
                <a:gd name="connsiteY14" fmla="*/ 762996 h 2734410"/>
                <a:gd name="connsiteX15" fmla="*/ 232546 w 4660310"/>
                <a:gd name="connsiteY15" fmla="*/ 61430 h 2734410"/>
                <a:gd name="connsiteX16" fmla="*/ 566374 w 4660310"/>
                <a:gd name="connsiteY16" fmla="*/ 87085 h 2734410"/>
                <a:gd name="connsiteX0" fmla="*/ 566374 w 4660310"/>
                <a:gd name="connsiteY0" fmla="*/ 58056 h 2705381"/>
                <a:gd name="connsiteX1" fmla="*/ 723764 w 4660310"/>
                <a:gd name="connsiteY1" fmla="*/ 246742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116114 h 2763439"/>
                <a:gd name="connsiteX1" fmla="*/ 868907 w 4660310"/>
                <a:gd name="connsiteY1" fmla="*/ 0 h 2763439"/>
                <a:gd name="connsiteX2" fmla="*/ 1957477 w 4660310"/>
                <a:gd name="connsiteY2" fmla="*/ 58058 h 2763439"/>
                <a:gd name="connsiteX3" fmla="*/ 2803163 w 4660310"/>
                <a:gd name="connsiteY3" fmla="*/ 391888 h 2763439"/>
                <a:gd name="connsiteX4" fmla="*/ 4210367 w 4660310"/>
                <a:gd name="connsiteY4" fmla="*/ 188687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566374 w 4660310"/>
                <a:gd name="connsiteY16" fmla="*/ 116114 h 2763439"/>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4210367 w 4660310"/>
                <a:gd name="connsiteY4" fmla="*/ 130629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566374 w 4660310"/>
                <a:gd name="connsiteY0" fmla="*/ 58056 h 2705381"/>
                <a:gd name="connsiteX1" fmla="*/ 1028564 w 4660310"/>
                <a:gd name="connsiteY1" fmla="*/ 304800 h 2705381"/>
                <a:gd name="connsiteX2" fmla="*/ 1957477 w 4660310"/>
                <a:gd name="connsiteY2" fmla="*/ 0 h 2705381"/>
                <a:gd name="connsiteX3" fmla="*/ 2803163 w 4660310"/>
                <a:gd name="connsiteY3" fmla="*/ 333830 h 2705381"/>
                <a:gd name="connsiteX4" fmla="*/ 3905567 w 4660310"/>
                <a:gd name="connsiteY4" fmla="*/ 362857 h 2705381"/>
                <a:gd name="connsiteX5" fmla="*/ 4297452 w 4660310"/>
                <a:gd name="connsiteY5" fmla="*/ 569430 h 2705381"/>
                <a:gd name="connsiteX6" fmla="*/ 4660310 w 4660310"/>
                <a:gd name="connsiteY6" fmla="*/ 821232 h 2705381"/>
                <a:gd name="connsiteX7" fmla="*/ 4573224 w 4660310"/>
                <a:gd name="connsiteY7" fmla="*/ 2371553 h 2705381"/>
                <a:gd name="connsiteX8" fmla="*/ 3282134 w 4660310"/>
                <a:gd name="connsiteY8" fmla="*/ 2197380 h 2705381"/>
                <a:gd name="connsiteX9" fmla="*/ 1870393 w 4660310"/>
                <a:gd name="connsiteY9" fmla="*/ 2705381 h 2705381"/>
                <a:gd name="connsiteX10" fmla="*/ 810850 w 4660310"/>
                <a:gd name="connsiteY10" fmla="*/ 2400581 h 2705381"/>
                <a:gd name="connsiteX11" fmla="*/ 232546 w 4660310"/>
                <a:gd name="connsiteY11" fmla="*/ 2661838 h 2705381"/>
                <a:gd name="connsiteX12" fmla="*/ 102824 w 4660310"/>
                <a:gd name="connsiteY12" fmla="*/ 1511330 h 2705381"/>
                <a:gd name="connsiteX13" fmla="*/ 435746 w 4660310"/>
                <a:gd name="connsiteY13" fmla="*/ 298717 h 2705381"/>
                <a:gd name="connsiteX14" fmla="*/ 0 w 4660310"/>
                <a:gd name="connsiteY14" fmla="*/ 733967 h 2705381"/>
                <a:gd name="connsiteX15" fmla="*/ 232546 w 4660310"/>
                <a:gd name="connsiteY15" fmla="*/ 32401 h 2705381"/>
                <a:gd name="connsiteX16" fmla="*/ 566374 w 4660310"/>
                <a:gd name="connsiteY16" fmla="*/ 58056 h 2705381"/>
                <a:gd name="connsiteX0" fmla="*/ 653460 w 4660310"/>
                <a:gd name="connsiteY0" fmla="*/ 0 h 2763439"/>
                <a:gd name="connsiteX1" fmla="*/ 1028564 w 4660310"/>
                <a:gd name="connsiteY1" fmla="*/ 362858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580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803163 w 4660310"/>
                <a:gd name="connsiteY3" fmla="*/ 391888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0 h 2763439"/>
                <a:gd name="connsiteX1" fmla="*/ 1304336 w 4660310"/>
                <a:gd name="connsiteY1" fmla="*/ 188686 h 2763439"/>
                <a:gd name="connsiteX2" fmla="*/ 1957477 w 4660310"/>
                <a:gd name="connsiteY2" fmla="*/ 362858 h 2763439"/>
                <a:gd name="connsiteX3" fmla="*/ 2904763 w 4660310"/>
                <a:gd name="connsiteY3" fmla="*/ 159659 h 2763439"/>
                <a:gd name="connsiteX4" fmla="*/ 3905567 w 4660310"/>
                <a:gd name="connsiteY4" fmla="*/ 420915 h 2763439"/>
                <a:gd name="connsiteX5" fmla="*/ 4297452 w 4660310"/>
                <a:gd name="connsiteY5" fmla="*/ 627488 h 2763439"/>
                <a:gd name="connsiteX6" fmla="*/ 4660310 w 4660310"/>
                <a:gd name="connsiteY6" fmla="*/ 879290 h 2763439"/>
                <a:gd name="connsiteX7" fmla="*/ 4573224 w 4660310"/>
                <a:gd name="connsiteY7" fmla="*/ 2429611 h 2763439"/>
                <a:gd name="connsiteX8" fmla="*/ 3282134 w 4660310"/>
                <a:gd name="connsiteY8" fmla="*/ 2255438 h 2763439"/>
                <a:gd name="connsiteX9" fmla="*/ 1870393 w 4660310"/>
                <a:gd name="connsiteY9" fmla="*/ 2763439 h 2763439"/>
                <a:gd name="connsiteX10" fmla="*/ 810850 w 4660310"/>
                <a:gd name="connsiteY10" fmla="*/ 2458639 h 2763439"/>
                <a:gd name="connsiteX11" fmla="*/ 232546 w 4660310"/>
                <a:gd name="connsiteY11" fmla="*/ 2719896 h 2763439"/>
                <a:gd name="connsiteX12" fmla="*/ 102824 w 4660310"/>
                <a:gd name="connsiteY12" fmla="*/ 1569388 h 2763439"/>
                <a:gd name="connsiteX13" fmla="*/ 435746 w 4660310"/>
                <a:gd name="connsiteY13" fmla="*/ 356775 h 2763439"/>
                <a:gd name="connsiteX14" fmla="*/ 0 w 4660310"/>
                <a:gd name="connsiteY14" fmla="*/ 792025 h 2763439"/>
                <a:gd name="connsiteX15" fmla="*/ 232546 w 4660310"/>
                <a:gd name="connsiteY15" fmla="*/ 90459 h 2763439"/>
                <a:gd name="connsiteX16" fmla="*/ 653460 w 4660310"/>
                <a:gd name="connsiteY16" fmla="*/ 0 h 2763439"/>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905567 w 4660310"/>
                <a:gd name="connsiteY4" fmla="*/ 478970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484653 w 4660310"/>
                <a:gd name="connsiteY4" fmla="*/ 653141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97452 w 4660310"/>
                <a:gd name="connsiteY5" fmla="*/ 685543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282134 w 4660310"/>
                <a:gd name="connsiteY8" fmla="*/ 2313493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717562 w 4660310"/>
                <a:gd name="connsiteY8" fmla="*/ 2429607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821494"/>
                <a:gd name="connsiteX1" fmla="*/ 1304336 w 4660310"/>
                <a:gd name="connsiteY1" fmla="*/ 246741 h 2821494"/>
                <a:gd name="connsiteX2" fmla="*/ 1957477 w 4660310"/>
                <a:gd name="connsiteY2" fmla="*/ 420913 h 2821494"/>
                <a:gd name="connsiteX3" fmla="*/ 3078934 w 4660310"/>
                <a:gd name="connsiteY3" fmla="*/ 0 h 2821494"/>
                <a:gd name="connsiteX4" fmla="*/ 3731396 w 4660310"/>
                <a:gd name="connsiteY4" fmla="*/ 507998 h 2821494"/>
                <a:gd name="connsiteX5" fmla="*/ 4253910 w 4660310"/>
                <a:gd name="connsiteY5" fmla="*/ 366229 h 2821494"/>
                <a:gd name="connsiteX6" fmla="*/ 4660310 w 4660310"/>
                <a:gd name="connsiteY6" fmla="*/ 937345 h 2821494"/>
                <a:gd name="connsiteX7" fmla="*/ 4573224 w 4660310"/>
                <a:gd name="connsiteY7" fmla="*/ 2487666 h 2821494"/>
                <a:gd name="connsiteX8" fmla="*/ 3398248 w 4660310"/>
                <a:gd name="connsiteY8" fmla="*/ 2182864 h 2821494"/>
                <a:gd name="connsiteX9" fmla="*/ 1870393 w 4660310"/>
                <a:gd name="connsiteY9" fmla="*/ 2821494 h 2821494"/>
                <a:gd name="connsiteX10" fmla="*/ 810850 w 4660310"/>
                <a:gd name="connsiteY10" fmla="*/ 2516694 h 2821494"/>
                <a:gd name="connsiteX11" fmla="*/ 232546 w 4660310"/>
                <a:gd name="connsiteY11" fmla="*/ 2777951 h 2821494"/>
                <a:gd name="connsiteX12" fmla="*/ 102824 w 4660310"/>
                <a:gd name="connsiteY12" fmla="*/ 1627443 h 2821494"/>
                <a:gd name="connsiteX13" fmla="*/ 435746 w 4660310"/>
                <a:gd name="connsiteY13" fmla="*/ 414830 h 2821494"/>
                <a:gd name="connsiteX14" fmla="*/ 0 w 4660310"/>
                <a:gd name="connsiteY14" fmla="*/ 850080 h 2821494"/>
                <a:gd name="connsiteX15" fmla="*/ 232546 w 4660310"/>
                <a:gd name="connsiteY15" fmla="*/ 148514 h 2821494"/>
                <a:gd name="connsiteX16" fmla="*/ 653460 w 4660310"/>
                <a:gd name="connsiteY16" fmla="*/ 58055 h 2821494"/>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102824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435746 w 4660310"/>
                <a:gd name="connsiteY13" fmla="*/ 414830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653460 w 4660310"/>
                <a:gd name="connsiteY0" fmla="*/ 58055 h 2777951"/>
                <a:gd name="connsiteX1" fmla="*/ 1304336 w 4660310"/>
                <a:gd name="connsiteY1" fmla="*/ 246741 h 2777951"/>
                <a:gd name="connsiteX2" fmla="*/ 1957477 w 4660310"/>
                <a:gd name="connsiteY2" fmla="*/ 420913 h 2777951"/>
                <a:gd name="connsiteX3" fmla="*/ 3078934 w 4660310"/>
                <a:gd name="connsiteY3" fmla="*/ 0 h 2777951"/>
                <a:gd name="connsiteX4" fmla="*/ 3731396 w 4660310"/>
                <a:gd name="connsiteY4" fmla="*/ 507998 h 2777951"/>
                <a:gd name="connsiteX5" fmla="*/ 4253910 w 4660310"/>
                <a:gd name="connsiteY5" fmla="*/ 366229 h 2777951"/>
                <a:gd name="connsiteX6" fmla="*/ 4660310 w 4660310"/>
                <a:gd name="connsiteY6" fmla="*/ 937345 h 2777951"/>
                <a:gd name="connsiteX7" fmla="*/ 4573224 w 4660310"/>
                <a:gd name="connsiteY7" fmla="*/ 2487666 h 2777951"/>
                <a:gd name="connsiteX8" fmla="*/ 3398248 w 4660310"/>
                <a:gd name="connsiteY8" fmla="*/ 2182864 h 2777951"/>
                <a:gd name="connsiteX9" fmla="*/ 1971993 w 4660310"/>
                <a:gd name="connsiteY9" fmla="*/ 2618294 h 2777951"/>
                <a:gd name="connsiteX10" fmla="*/ 810850 w 4660310"/>
                <a:gd name="connsiteY10" fmla="*/ 2516694 h 2777951"/>
                <a:gd name="connsiteX11" fmla="*/ 232546 w 4660310"/>
                <a:gd name="connsiteY11" fmla="*/ 2777951 h 2777951"/>
                <a:gd name="connsiteX12" fmla="*/ 233453 w 4660310"/>
                <a:gd name="connsiteY12" fmla="*/ 1627443 h 2777951"/>
                <a:gd name="connsiteX13" fmla="*/ 155489 w 4660310"/>
                <a:gd name="connsiteY13" fmla="*/ 1217111 h 2777951"/>
                <a:gd name="connsiteX14" fmla="*/ 0 w 4660310"/>
                <a:gd name="connsiteY14" fmla="*/ 850080 h 2777951"/>
                <a:gd name="connsiteX15" fmla="*/ 232546 w 4660310"/>
                <a:gd name="connsiteY15" fmla="*/ 148514 h 2777951"/>
                <a:gd name="connsiteX16" fmla="*/ 653460 w 4660310"/>
                <a:gd name="connsiteY16" fmla="*/ 58055 h 2777951"/>
                <a:gd name="connsiteX0" fmla="*/ 978412 w 4985262"/>
                <a:gd name="connsiteY0" fmla="*/ 58055 h 2777951"/>
                <a:gd name="connsiteX1" fmla="*/ 1629288 w 4985262"/>
                <a:gd name="connsiteY1" fmla="*/ 246741 h 2777951"/>
                <a:gd name="connsiteX2" fmla="*/ 2282429 w 4985262"/>
                <a:gd name="connsiteY2" fmla="*/ 420913 h 2777951"/>
                <a:gd name="connsiteX3" fmla="*/ 3403886 w 4985262"/>
                <a:gd name="connsiteY3" fmla="*/ 0 h 2777951"/>
                <a:gd name="connsiteX4" fmla="*/ 4056348 w 4985262"/>
                <a:gd name="connsiteY4" fmla="*/ 507998 h 2777951"/>
                <a:gd name="connsiteX5" fmla="*/ 4578862 w 4985262"/>
                <a:gd name="connsiteY5" fmla="*/ 366229 h 2777951"/>
                <a:gd name="connsiteX6" fmla="*/ 4985262 w 4985262"/>
                <a:gd name="connsiteY6" fmla="*/ 937345 h 2777951"/>
                <a:gd name="connsiteX7" fmla="*/ 4898176 w 4985262"/>
                <a:gd name="connsiteY7" fmla="*/ 2487666 h 2777951"/>
                <a:gd name="connsiteX8" fmla="*/ 3723200 w 4985262"/>
                <a:gd name="connsiteY8" fmla="*/ 2182864 h 2777951"/>
                <a:gd name="connsiteX9" fmla="*/ 2296945 w 4985262"/>
                <a:gd name="connsiteY9" fmla="*/ 2618294 h 2777951"/>
                <a:gd name="connsiteX10" fmla="*/ 1135802 w 4985262"/>
                <a:gd name="connsiteY10" fmla="*/ 2516694 h 2777951"/>
                <a:gd name="connsiteX11" fmla="*/ 557498 w 4985262"/>
                <a:gd name="connsiteY11" fmla="*/ 2777951 h 2777951"/>
                <a:gd name="connsiteX12" fmla="*/ 558405 w 4985262"/>
                <a:gd name="connsiteY12" fmla="*/ 1627443 h 2777951"/>
                <a:gd name="connsiteX13" fmla="*/ 0 w 4985262"/>
                <a:gd name="connsiteY13" fmla="*/ 1939164 h 2777951"/>
                <a:gd name="connsiteX14" fmla="*/ 324952 w 4985262"/>
                <a:gd name="connsiteY14" fmla="*/ 850080 h 2777951"/>
                <a:gd name="connsiteX15" fmla="*/ 557498 w 4985262"/>
                <a:gd name="connsiteY15" fmla="*/ 148514 h 2777951"/>
                <a:gd name="connsiteX16" fmla="*/ 978412 w 4985262"/>
                <a:gd name="connsiteY16" fmla="*/ 58055 h 2777951"/>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558405 w 4985262"/>
                <a:gd name="connsiteY12" fmla="*/ 1627443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135802 w 4985262"/>
                <a:gd name="connsiteY10" fmla="*/ 2516694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978412 w 4985262"/>
                <a:gd name="connsiteY0" fmla="*/ 58055 h 2618294"/>
                <a:gd name="connsiteX1" fmla="*/ 1629288 w 4985262"/>
                <a:gd name="connsiteY1" fmla="*/ 246741 h 2618294"/>
                <a:gd name="connsiteX2" fmla="*/ 2282429 w 4985262"/>
                <a:gd name="connsiteY2" fmla="*/ 420913 h 2618294"/>
                <a:gd name="connsiteX3" fmla="*/ 3403886 w 4985262"/>
                <a:gd name="connsiteY3" fmla="*/ 0 h 2618294"/>
                <a:gd name="connsiteX4" fmla="*/ 4056348 w 4985262"/>
                <a:gd name="connsiteY4" fmla="*/ 507998 h 2618294"/>
                <a:gd name="connsiteX5" fmla="*/ 4578862 w 4985262"/>
                <a:gd name="connsiteY5" fmla="*/ 366229 h 2618294"/>
                <a:gd name="connsiteX6" fmla="*/ 4985262 w 4985262"/>
                <a:gd name="connsiteY6" fmla="*/ 937345 h 2618294"/>
                <a:gd name="connsiteX7" fmla="*/ 4898176 w 4985262"/>
                <a:gd name="connsiteY7" fmla="*/ 2487666 h 2618294"/>
                <a:gd name="connsiteX8" fmla="*/ 3723200 w 4985262"/>
                <a:gd name="connsiteY8" fmla="*/ 2182864 h 2618294"/>
                <a:gd name="connsiteX9" fmla="*/ 2296945 w 4985262"/>
                <a:gd name="connsiteY9" fmla="*/ 2618294 h 2618294"/>
                <a:gd name="connsiteX10" fmla="*/ 1295949 w 4985262"/>
                <a:gd name="connsiteY10" fmla="*/ 2249267 h 2618294"/>
                <a:gd name="connsiteX11" fmla="*/ 637571 w 4985262"/>
                <a:gd name="connsiteY11" fmla="*/ 2350067 h 2618294"/>
                <a:gd name="connsiteX12" fmla="*/ 458314 w 4985262"/>
                <a:gd name="connsiteY12" fmla="*/ 1894870 h 2618294"/>
                <a:gd name="connsiteX13" fmla="*/ 0 w 4985262"/>
                <a:gd name="connsiteY13" fmla="*/ 1939164 h 2618294"/>
                <a:gd name="connsiteX14" fmla="*/ 324952 w 4985262"/>
                <a:gd name="connsiteY14" fmla="*/ 850080 h 2618294"/>
                <a:gd name="connsiteX15" fmla="*/ 557498 w 4985262"/>
                <a:gd name="connsiteY15" fmla="*/ 148514 h 2618294"/>
                <a:gd name="connsiteX16" fmla="*/ 978412 w 4985262"/>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518369 w 5045317"/>
                <a:gd name="connsiteY12" fmla="*/ 1894870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385007 w 5045317"/>
                <a:gd name="connsiteY14" fmla="*/ 850080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45063 w 5045317"/>
                <a:gd name="connsiteY14" fmla="*/ 930308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585191 w 5045317"/>
                <a:gd name="connsiteY14" fmla="*/ 1117507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617553 w 5045317"/>
                <a:gd name="connsiteY15" fmla="*/ 148514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697626 w 5045317"/>
                <a:gd name="connsiteY11" fmla="*/ 2350067 h 2618294"/>
                <a:gd name="connsiteX12" fmla="*/ 478333 w 5045317"/>
                <a:gd name="connsiteY12" fmla="*/ 1707671 h 2618294"/>
                <a:gd name="connsiteX13" fmla="*/ 0 w 5045317"/>
                <a:gd name="connsiteY13" fmla="*/ 2099621 h 2618294"/>
                <a:gd name="connsiteX14" fmla="*/ 485099 w 5045317"/>
                <a:gd name="connsiteY14" fmla="*/ 1010535 h 2618294"/>
                <a:gd name="connsiteX15" fmla="*/ 357314 w 5045317"/>
                <a:gd name="connsiteY15" fmla="*/ 389197 h 2618294"/>
                <a:gd name="connsiteX16" fmla="*/ 1038467 w 5045317"/>
                <a:gd name="connsiteY16" fmla="*/ 58055 h 2618294"/>
                <a:gd name="connsiteX0" fmla="*/ 1038467 w 5045317"/>
                <a:gd name="connsiteY0" fmla="*/ 58055 h 2618294"/>
                <a:gd name="connsiteX1" fmla="*/ 1689343 w 5045317"/>
                <a:gd name="connsiteY1" fmla="*/ 246741 h 2618294"/>
                <a:gd name="connsiteX2" fmla="*/ 2342484 w 5045317"/>
                <a:gd name="connsiteY2" fmla="*/ 420913 h 2618294"/>
                <a:gd name="connsiteX3" fmla="*/ 3463941 w 5045317"/>
                <a:gd name="connsiteY3" fmla="*/ 0 h 2618294"/>
                <a:gd name="connsiteX4" fmla="*/ 4116403 w 5045317"/>
                <a:gd name="connsiteY4" fmla="*/ 507998 h 2618294"/>
                <a:gd name="connsiteX5" fmla="*/ 4638917 w 5045317"/>
                <a:gd name="connsiteY5" fmla="*/ 366229 h 2618294"/>
                <a:gd name="connsiteX6" fmla="*/ 5045317 w 5045317"/>
                <a:gd name="connsiteY6" fmla="*/ 937345 h 2618294"/>
                <a:gd name="connsiteX7" fmla="*/ 4958231 w 5045317"/>
                <a:gd name="connsiteY7" fmla="*/ 2487666 h 2618294"/>
                <a:gd name="connsiteX8" fmla="*/ 3783255 w 5045317"/>
                <a:gd name="connsiteY8" fmla="*/ 2182864 h 2618294"/>
                <a:gd name="connsiteX9" fmla="*/ 2357000 w 5045317"/>
                <a:gd name="connsiteY9" fmla="*/ 2618294 h 2618294"/>
                <a:gd name="connsiteX10" fmla="*/ 1356004 w 5045317"/>
                <a:gd name="connsiteY10" fmla="*/ 2249267 h 2618294"/>
                <a:gd name="connsiteX11" fmla="*/ 478333 w 5045317"/>
                <a:gd name="connsiteY11" fmla="*/ 1707671 h 2618294"/>
                <a:gd name="connsiteX12" fmla="*/ 0 w 5045317"/>
                <a:gd name="connsiteY12" fmla="*/ 2099621 h 2618294"/>
                <a:gd name="connsiteX13" fmla="*/ 485099 w 5045317"/>
                <a:gd name="connsiteY13" fmla="*/ 1010535 h 2618294"/>
                <a:gd name="connsiteX14" fmla="*/ 357314 w 5045317"/>
                <a:gd name="connsiteY14" fmla="*/ 389197 h 2618294"/>
                <a:gd name="connsiteX15" fmla="*/ 1038467 w 5045317"/>
                <a:gd name="connsiteY15" fmla="*/ 58055 h 2618294"/>
                <a:gd name="connsiteX0" fmla="*/ 1038467 w 5045317"/>
                <a:gd name="connsiteY0" fmla="*/ 58055 h 2487666"/>
                <a:gd name="connsiteX1" fmla="*/ 1689343 w 5045317"/>
                <a:gd name="connsiteY1" fmla="*/ 246741 h 2487666"/>
                <a:gd name="connsiteX2" fmla="*/ 2342484 w 5045317"/>
                <a:gd name="connsiteY2" fmla="*/ 420913 h 2487666"/>
                <a:gd name="connsiteX3" fmla="*/ 3463941 w 5045317"/>
                <a:gd name="connsiteY3" fmla="*/ 0 h 2487666"/>
                <a:gd name="connsiteX4" fmla="*/ 4116403 w 5045317"/>
                <a:gd name="connsiteY4" fmla="*/ 507998 h 2487666"/>
                <a:gd name="connsiteX5" fmla="*/ 4638917 w 5045317"/>
                <a:gd name="connsiteY5" fmla="*/ 366229 h 2487666"/>
                <a:gd name="connsiteX6" fmla="*/ 5045317 w 5045317"/>
                <a:gd name="connsiteY6" fmla="*/ 937345 h 2487666"/>
                <a:gd name="connsiteX7" fmla="*/ 4958231 w 5045317"/>
                <a:gd name="connsiteY7" fmla="*/ 2487666 h 2487666"/>
                <a:gd name="connsiteX8" fmla="*/ 3783255 w 5045317"/>
                <a:gd name="connsiteY8" fmla="*/ 2182864 h 2487666"/>
                <a:gd name="connsiteX9" fmla="*/ 1356004 w 5045317"/>
                <a:gd name="connsiteY9" fmla="*/ 2249267 h 2487666"/>
                <a:gd name="connsiteX10" fmla="*/ 478333 w 5045317"/>
                <a:gd name="connsiteY10" fmla="*/ 1707671 h 2487666"/>
                <a:gd name="connsiteX11" fmla="*/ 0 w 5045317"/>
                <a:gd name="connsiteY11" fmla="*/ 2099621 h 2487666"/>
                <a:gd name="connsiteX12" fmla="*/ 485099 w 5045317"/>
                <a:gd name="connsiteY12" fmla="*/ 1010535 h 2487666"/>
                <a:gd name="connsiteX13" fmla="*/ 357314 w 5045317"/>
                <a:gd name="connsiteY13" fmla="*/ 389197 h 2487666"/>
                <a:gd name="connsiteX14" fmla="*/ 1038467 w 5045317"/>
                <a:gd name="connsiteY14" fmla="*/ 58055 h 248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45317" h="2487666">
                  <a:moveTo>
                    <a:pt x="1038467" y="58055"/>
                  </a:moveTo>
                  <a:lnTo>
                    <a:pt x="1689343" y="246741"/>
                  </a:lnTo>
                  <a:lnTo>
                    <a:pt x="2342484" y="420913"/>
                  </a:lnTo>
                  <a:lnTo>
                    <a:pt x="3463941" y="0"/>
                  </a:lnTo>
                  <a:lnTo>
                    <a:pt x="4116403" y="507998"/>
                  </a:lnTo>
                  <a:lnTo>
                    <a:pt x="4638917" y="366229"/>
                  </a:lnTo>
                  <a:lnTo>
                    <a:pt x="5045317" y="937345"/>
                  </a:lnTo>
                  <a:lnTo>
                    <a:pt x="4958231" y="2487666"/>
                  </a:lnTo>
                  <a:lnTo>
                    <a:pt x="3783255" y="2182864"/>
                  </a:lnTo>
                  <a:lnTo>
                    <a:pt x="1356004" y="2249267"/>
                  </a:lnTo>
                  <a:lnTo>
                    <a:pt x="478333" y="1707671"/>
                  </a:lnTo>
                  <a:lnTo>
                    <a:pt x="0" y="2099621"/>
                  </a:lnTo>
                  <a:lnTo>
                    <a:pt x="485099" y="1010535"/>
                  </a:lnTo>
                  <a:lnTo>
                    <a:pt x="357314" y="389197"/>
                  </a:lnTo>
                  <a:lnTo>
                    <a:pt x="1038467" y="58055"/>
                  </a:lnTo>
                  <a:close/>
                </a:path>
              </a:pathLst>
            </a:custGeom>
            <a:solidFill>
              <a:schemeClr val="accent3"/>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301426" y="225294"/>
            <a:ext cx="5246687" cy="828000"/>
          </a:xfrm>
        </p:spPr>
        <p:txBody>
          <a:bodyPr vert="horz" lIns="91440" tIns="45720" rIns="91440" bIns="45720" rtlCol="0" anchor="ctr">
            <a:noAutofit/>
          </a:bodyPr>
          <a:lstStyle/>
          <a:p>
            <a:pPr algn="ctr"/>
            <a:r>
              <a:rPr lang="zh-CN" altLang="en-US" dirty="0">
                <a:solidFill>
                  <a:schemeClr val="accent4"/>
                </a:solidFill>
              </a:rPr>
              <a:t>你可能不曾想</a:t>
            </a:r>
            <a:r>
              <a:rPr lang="zh-CN" altLang="en-US" dirty="0" smtClean="0">
                <a:solidFill>
                  <a:schemeClr val="accent4"/>
                </a:solidFill>
              </a:rPr>
              <a:t>过</a:t>
            </a:r>
            <a:endParaRPr lang="zh-CN" altLang="en-US" dirty="0">
              <a:solidFill>
                <a:schemeClr val="accent4"/>
              </a:solidFill>
            </a:endParaRPr>
          </a:p>
        </p:txBody>
      </p:sp>
      <p:sp>
        <p:nvSpPr>
          <p:cNvPr id="12" name="矩形 11"/>
          <p:cNvSpPr/>
          <p:nvPr/>
        </p:nvSpPr>
        <p:spPr>
          <a:xfrm>
            <a:off x="7427376" y="2786453"/>
            <a:ext cx="4099647" cy="830997"/>
          </a:xfrm>
          <a:prstGeom prst="rect">
            <a:avLst/>
          </a:prstGeom>
        </p:spPr>
        <p:txBody>
          <a:bodyPr wrap="square">
            <a:spAutoFit/>
          </a:bodyPr>
          <a:lstStyle/>
          <a:p>
            <a:pPr>
              <a:lnSpc>
                <a:spcPct val="120000"/>
              </a:lnSpc>
            </a:pPr>
            <a:r>
              <a:rPr lang="zh-CN" altLang="en-US" sz="2000" dirty="0">
                <a:solidFill>
                  <a:schemeClr val="bg1"/>
                </a:solidFill>
              </a:rPr>
              <a:t>我们</a:t>
            </a:r>
            <a:r>
              <a:rPr lang="zh-CN" altLang="en-US" sz="4000" b="1" dirty="0">
                <a:solidFill>
                  <a:schemeClr val="bg1"/>
                </a:solidFill>
              </a:rPr>
              <a:t>没有</a:t>
            </a:r>
            <a:r>
              <a:rPr lang="zh-CN" altLang="en-US" sz="4000" b="1" dirty="0" smtClean="0">
                <a:solidFill>
                  <a:schemeClr val="bg1"/>
                </a:solidFill>
              </a:rPr>
              <a:t>灵魂</a:t>
            </a:r>
            <a:endParaRPr lang="zh-CN" altLang="en-US" sz="2000" dirty="0">
              <a:solidFill>
                <a:schemeClr val="bg1"/>
              </a:solidFill>
            </a:endParaRPr>
          </a:p>
        </p:txBody>
      </p:sp>
      <p:sp>
        <p:nvSpPr>
          <p:cNvPr id="11" name="矩形 10"/>
          <p:cNvSpPr/>
          <p:nvPr/>
        </p:nvSpPr>
        <p:spPr>
          <a:xfrm>
            <a:off x="1855498" y="2849676"/>
            <a:ext cx="2476297" cy="767774"/>
          </a:xfrm>
          <a:prstGeom prst="rect">
            <a:avLst/>
          </a:prstGeom>
        </p:spPr>
        <p:txBody>
          <a:bodyPr wrap="square">
            <a:spAutoFit/>
          </a:bodyPr>
          <a:lstStyle/>
          <a:p>
            <a:pPr algn="r">
              <a:lnSpc>
                <a:spcPct val="120000"/>
              </a:lnSpc>
            </a:pPr>
            <a:r>
              <a:rPr lang="zh-CN" altLang="en-US" sz="2000" dirty="0">
                <a:solidFill>
                  <a:schemeClr val="bg1"/>
                </a:solidFill>
              </a:rPr>
              <a:t>永生</a:t>
            </a:r>
            <a:r>
              <a:rPr lang="zh-CN" altLang="en-US" sz="2000" dirty="0" smtClean="0">
                <a:solidFill>
                  <a:schemeClr val="bg1"/>
                </a:solidFill>
              </a:rPr>
              <a:t>是</a:t>
            </a:r>
            <a:r>
              <a:rPr lang="zh-CN" altLang="en-US" sz="2000" dirty="0">
                <a:solidFill>
                  <a:schemeClr val="bg1"/>
                </a:solidFill>
              </a:rPr>
              <a:t>一种</a:t>
            </a:r>
            <a:r>
              <a:rPr lang="zh-CN" altLang="en-US" sz="4000" b="1" dirty="0" smtClean="0">
                <a:solidFill>
                  <a:schemeClr val="bg1"/>
                </a:solidFill>
              </a:rPr>
              <a:t>诅咒</a:t>
            </a:r>
            <a:endParaRPr lang="zh-CN" altLang="en-US" sz="4000" b="1" dirty="0">
              <a:solidFill>
                <a:schemeClr val="bg1"/>
              </a:solidFill>
            </a:endParaRPr>
          </a:p>
        </p:txBody>
      </p:sp>
      <p:sp>
        <p:nvSpPr>
          <p:cNvPr id="13" name="矩形 12"/>
          <p:cNvSpPr/>
          <p:nvPr/>
        </p:nvSpPr>
        <p:spPr>
          <a:xfrm>
            <a:off x="1426574" y="4744861"/>
            <a:ext cx="3010423" cy="767774"/>
          </a:xfrm>
          <a:prstGeom prst="rect">
            <a:avLst/>
          </a:prstGeom>
        </p:spPr>
        <p:txBody>
          <a:bodyPr wrap="square">
            <a:spAutoFit/>
          </a:bodyPr>
          <a:lstStyle/>
          <a:p>
            <a:pPr algn="ctr">
              <a:lnSpc>
                <a:spcPct val="120000"/>
              </a:lnSpc>
            </a:pPr>
            <a:r>
              <a:rPr lang="zh-CN" altLang="en-US" sz="2000" dirty="0" smtClean="0">
                <a:solidFill>
                  <a:schemeClr val="bg1"/>
                </a:solidFill>
              </a:rPr>
              <a:t>死亡并</a:t>
            </a:r>
            <a:r>
              <a:rPr lang="zh-CN" altLang="en-US" sz="4000" b="1" dirty="0" smtClean="0">
                <a:solidFill>
                  <a:schemeClr val="bg1"/>
                </a:solidFill>
              </a:rPr>
              <a:t>不神秘</a:t>
            </a:r>
            <a:endParaRPr lang="en-US" altLang="zh-CN" sz="4000" dirty="0" smtClean="0">
              <a:solidFill>
                <a:schemeClr val="bg1"/>
              </a:solidFill>
            </a:endParaRPr>
          </a:p>
        </p:txBody>
      </p:sp>
      <p:grpSp>
        <p:nvGrpSpPr>
          <p:cNvPr id="24" name="组合 23"/>
          <p:cNvGrpSpPr/>
          <p:nvPr/>
        </p:nvGrpSpPr>
        <p:grpSpPr>
          <a:xfrm>
            <a:off x="1" y="886425"/>
            <a:ext cx="6095999" cy="151305"/>
            <a:chOff x="609600" y="911825"/>
            <a:chExt cx="6146687" cy="151305"/>
          </a:xfrm>
          <a:solidFill>
            <a:schemeClr val="tx1">
              <a:lumMod val="95000"/>
              <a:lumOff val="5000"/>
            </a:schemeClr>
          </a:solidFill>
        </p:grpSpPr>
        <p:cxnSp>
          <p:nvCxnSpPr>
            <p:cNvPr id="25" name="直接连接符 24"/>
            <p:cNvCxnSpPr/>
            <p:nvPr/>
          </p:nvCxnSpPr>
          <p:spPr>
            <a:xfrm flipH="1">
              <a:off x="609600" y="1063130"/>
              <a:ext cx="5246687"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5268382" y="2265654"/>
            <a:ext cx="1655237" cy="3605333"/>
            <a:chOff x="-1131139" y="811213"/>
            <a:chExt cx="2013142" cy="4384900"/>
          </a:xfrm>
          <a:solidFill>
            <a:schemeClr val="tx1">
              <a:lumMod val="95000"/>
              <a:lumOff val="5000"/>
            </a:schemeClr>
          </a:solidFill>
        </p:grpSpPr>
        <p:sp>
          <p:nvSpPr>
            <p:cNvPr id="34" name="Freeform 5"/>
            <p:cNvSpPr>
              <a:spLocks noEditPoints="1"/>
            </p:cNvSpPr>
            <p:nvPr/>
          </p:nvSpPr>
          <p:spPr bwMode="auto">
            <a:xfrm>
              <a:off x="-1131139" y="1667002"/>
              <a:ext cx="2013142" cy="3529111"/>
            </a:xfrm>
            <a:custGeom>
              <a:avLst/>
              <a:gdLst>
                <a:gd name="T0" fmla="*/ 7 w 102"/>
                <a:gd name="T1" fmla="*/ 85 h 181"/>
                <a:gd name="T2" fmla="*/ 17 w 102"/>
                <a:gd name="T3" fmla="*/ 81 h 181"/>
                <a:gd name="T4" fmla="*/ 33 w 102"/>
                <a:gd name="T5" fmla="*/ 39 h 181"/>
                <a:gd name="T6" fmla="*/ 30 w 102"/>
                <a:gd name="T7" fmla="*/ 84 h 181"/>
                <a:gd name="T8" fmla="*/ 15 w 102"/>
                <a:gd name="T9" fmla="*/ 169 h 181"/>
                <a:gd name="T10" fmla="*/ 22 w 102"/>
                <a:gd name="T11" fmla="*/ 180 h 181"/>
                <a:gd name="T12" fmla="*/ 36 w 102"/>
                <a:gd name="T13" fmla="*/ 172 h 181"/>
                <a:gd name="T14" fmla="*/ 51 w 102"/>
                <a:gd name="T15" fmla="*/ 98 h 181"/>
                <a:gd name="T16" fmla="*/ 66 w 102"/>
                <a:gd name="T17" fmla="*/ 172 h 181"/>
                <a:gd name="T18" fmla="*/ 80 w 102"/>
                <a:gd name="T19" fmla="*/ 180 h 181"/>
                <a:gd name="T20" fmla="*/ 87 w 102"/>
                <a:gd name="T21" fmla="*/ 169 h 181"/>
                <a:gd name="T22" fmla="*/ 72 w 102"/>
                <a:gd name="T23" fmla="*/ 84 h 181"/>
                <a:gd name="T24" fmla="*/ 69 w 102"/>
                <a:gd name="T25" fmla="*/ 39 h 181"/>
                <a:gd name="T26" fmla="*/ 85 w 102"/>
                <a:gd name="T27" fmla="*/ 81 h 181"/>
                <a:gd name="T28" fmla="*/ 95 w 102"/>
                <a:gd name="T29" fmla="*/ 85 h 181"/>
                <a:gd name="T30" fmla="*/ 100 w 102"/>
                <a:gd name="T31" fmla="*/ 75 h 181"/>
                <a:gd name="T32" fmla="*/ 74 w 102"/>
                <a:gd name="T33" fmla="*/ 5 h 181"/>
                <a:gd name="T34" fmla="*/ 73 w 102"/>
                <a:gd name="T35" fmla="*/ 3 h 181"/>
                <a:gd name="T36" fmla="*/ 73 w 102"/>
                <a:gd name="T37" fmla="*/ 3 h 181"/>
                <a:gd name="T38" fmla="*/ 73 w 102"/>
                <a:gd name="T39" fmla="*/ 2 h 181"/>
                <a:gd name="T40" fmla="*/ 70 w 102"/>
                <a:gd name="T41" fmla="*/ 0 h 181"/>
                <a:gd name="T42" fmla="*/ 68 w 102"/>
                <a:gd name="T43" fmla="*/ 0 h 181"/>
                <a:gd name="T44" fmla="*/ 66 w 102"/>
                <a:gd name="T45" fmla="*/ 0 h 181"/>
                <a:gd name="T46" fmla="*/ 66 w 102"/>
                <a:gd name="T47" fmla="*/ 0 h 181"/>
                <a:gd name="T48" fmla="*/ 60 w 102"/>
                <a:gd name="T49" fmla="*/ 10 h 181"/>
                <a:gd name="T50" fmla="*/ 59 w 102"/>
                <a:gd name="T51" fmla="*/ 11 h 181"/>
                <a:gd name="T52" fmla="*/ 58 w 102"/>
                <a:gd name="T53" fmla="*/ 10 h 181"/>
                <a:gd name="T54" fmla="*/ 55 w 102"/>
                <a:gd name="T55" fmla="*/ 6 h 181"/>
                <a:gd name="T56" fmla="*/ 56 w 102"/>
                <a:gd name="T57" fmla="*/ 9 h 181"/>
                <a:gd name="T58" fmla="*/ 52 w 102"/>
                <a:gd name="T59" fmla="*/ 15 h 181"/>
                <a:gd name="T60" fmla="*/ 53 w 102"/>
                <a:gd name="T61" fmla="*/ 18 h 181"/>
                <a:gd name="T62" fmla="*/ 49 w 102"/>
                <a:gd name="T63" fmla="*/ 22 h 181"/>
                <a:gd name="T64" fmla="*/ 50 w 102"/>
                <a:gd name="T65" fmla="*/ 15 h 181"/>
                <a:gd name="T66" fmla="*/ 46 w 102"/>
                <a:gd name="T67" fmla="*/ 9 h 181"/>
                <a:gd name="T68" fmla="*/ 47 w 102"/>
                <a:gd name="T69" fmla="*/ 5 h 181"/>
                <a:gd name="T70" fmla="*/ 44 w 102"/>
                <a:gd name="T71" fmla="*/ 10 h 181"/>
                <a:gd name="T72" fmla="*/ 43 w 102"/>
                <a:gd name="T73" fmla="*/ 11 h 181"/>
                <a:gd name="T74" fmla="*/ 42 w 102"/>
                <a:gd name="T75" fmla="*/ 10 h 181"/>
                <a:gd name="T76" fmla="*/ 36 w 102"/>
                <a:gd name="T77" fmla="*/ 0 h 181"/>
                <a:gd name="T78" fmla="*/ 36 w 102"/>
                <a:gd name="T79" fmla="*/ 0 h 181"/>
                <a:gd name="T80" fmla="*/ 34 w 102"/>
                <a:gd name="T81" fmla="*/ 0 h 181"/>
                <a:gd name="T82" fmla="*/ 32 w 102"/>
                <a:gd name="T83" fmla="*/ 0 h 181"/>
                <a:gd name="T84" fmla="*/ 29 w 102"/>
                <a:gd name="T85" fmla="*/ 2 h 181"/>
                <a:gd name="T86" fmla="*/ 29 w 102"/>
                <a:gd name="T87" fmla="*/ 3 h 181"/>
                <a:gd name="T88" fmla="*/ 29 w 102"/>
                <a:gd name="T89" fmla="*/ 3 h 181"/>
                <a:gd name="T90" fmla="*/ 28 w 102"/>
                <a:gd name="T91" fmla="*/ 5 h 181"/>
                <a:gd name="T92" fmla="*/ 2 w 102"/>
                <a:gd name="T93" fmla="*/ 75 h 181"/>
                <a:gd name="T94" fmla="*/ 7 w 102"/>
                <a:gd name="T95" fmla="*/ 85 h 181"/>
                <a:gd name="T96" fmla="*/ 56 w 102"/>
                <a:gd name="T97" fmla="*/ 35 h 181"/>
                <a:gd name="T98" fmla="*/ 51 w 102"/>
                <a:gd name="T99" fmla="*/ 41 h 181"/>
                <a:gd name="T100" fmla="*/ 49 w 102"/>
                <a:gd name="T101" fmla="*/ 38 h 181"/>
                <a:gd name="T102" fmla="*/ 55 w 102"/>
                <a:gd name="T103" fmla="*/ 32 h 181"/>
                <a:gd name="T104" fmla="*/ 56 w 102"/>
                <a:gd name="T105" fmla="*/ 35 h 181"/>
                <a:gd name="T106" fmla="*/ 47 w 102"/>
                <a:gd name="T107" fmla="*/ 29 h 181"/>
                <a:gd name="T108" fmla="*/ 53 w 102"/>
                <a:gd name="T109" fmla="*/ 23 h 181"/>
                <a:gd name="T110" fmla="*/ 54 w 102"/>
                <a:gd name="T111" fmla="*/ 27 h 181"/>
                <a:gd name="T112" fmla="*/ 46 w 102"/>
                <a:gd name="T113" fmla="*/ 35 h 181"/>
                <a:gd name="T114" fmla="*/ 46 w 102"/>
                <a:gd name="T115" fmla="*/ 35 h 181"/>
                <a:gd name="T116" fmla="*/ 47 w 102"/>
                <a:gd name="T117" fmla="*/ 29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2" h="181">
                  <a:moveTo>
                    <a:pt x="7" y="85"/>
                  </a:moveTo>
                  <a:cubicBezTo>
                    <a:pt x="11" y="87"/>
                    <a:pt x="15" y="85"/>
                    <a:pt x="17" y="81"/>
                  </a:cubicBezTo>
                  <a:cubicBezTo>
                    <a:pt x="33" y="39"/>
                    <a:pt x="33" y="39"/>
                    <a:pt x="33" y="39"/>
                  </a:cubicBezTo>
                  <a:cubicBezTo>
                    <a:pt x="30" y="84"/>
                    <a:pt x="30" y="84"/>
                    <a:pt x="30" y="84"/>
                  </a:cubicBezTo>
                  <a:cubicBezTo>
                    <a:pt x="15" y="169"/>
                    <a:pt x="15" y="169"/>
                    <a:pt x="15" y="169"/>
                  </a:cubicBezTo>
                  <a:cubicBezTo>
                    <a:pt x="14" y="174"/>
                    <a:pt x="15" y="179"/>
                    <a:pt x="22" y="180"/>
                  </a:cubicBezTo>
                  <a:cubicBezTo>
                    <a:pt x="29" y="181"/>
                    <a:pt x="35" y="177"/>
                    <a:pt x="36" y="172"/>
                  </a:cubicBezTo>
                  <a:cubicBezTo>
                    <a:pt x="51" y="98"/>
                    <a:pt x="51" y="98"/>
                    <a:pt x="51" y="98"/>
                  </a:cubicBezTo>
                  <a:cubicBezTo>
                    <a:pt x="66" y="172"/>
                    <a:pt x="66" y="172"/>
                    <a:pt x="66" y="172"/>
                  </a:cubicBezTo>
                  <a:cubicBezTo>
                    <a:pt x="67" y="177"/>
                    <a:pt x="73" y="181"/>
                    <a:pt x="80" y="180"/>
                  </a:cubicBezTo>
                  <a:cubicBezTo>
                    <a:pt x="87" y="179"/>
                    <a:pt x="88" y="174"/>
                    <a:pt x="87" y="169"/>
                  </a:cubicBezTo>
                  <a:cubicBezTo>
                    <a:pt x="72" y="84"/>
                    <a:pt x="72" y="84"/>
                    <a:pt x="72" y="84"/>
                  </a:cubicBezTo>
                  <a:cubicBezTo>
                    <a:pt x="69" y="39"/>
                    <a:pt x="69" y="39"/>
                    <a:pt x="69" y="39"/>
                  </a:cubicBezTo>
                  <a:cubicBezTo>
                    <a:pt x="85" y="81"/>
                    <a:pt x="85" y="81"/>
                    <a:pt x="85" y="81"/>
                  </a:cubicBezTo>
                  <a:cubicBezTo>
                    <a:pt x="87" y="85"/>
                    <a:pt x="91" y="87"/>
                    <a:pt x="95" y="85"/>
                  </a:cubicBezTo>
                  <a:cubicBezTo>
                    <a:pt x="99" y="84"/>
                    <a:pt x="102" y="79"/>
                    <a:pt x="100" y="75"/>
                  </a:cubicBezTo>
                  <a:cubicBezTo>
                    <a:pt x="74" y="5"/>
                    <a:pt x="74" y="5"/>
                    <a:pt x="74" y="5"/>
                  </a:cubicBezTo>
                  <a:cubicBezTo>
                    <a:pt x="74" y="4"/>
                    <a:pt x="74" y="3"/>
                    <a:pt x="73" y="3"/>
                  </a:cubicBezTo>
                  <a:cubicBezTo>
                    <a:pt x="73" y="3"/>
                    <a:pt x="73" y="3"/>
                    <a:pt x="73" y="3"/>
                  </a:cubicBezTo>
                  <a:cubicBezTo>
                    <a:pt x="73" y="3"/>
                    <a:pt x="73" y="2"/>
                    <a:pt x="73" y="2"/>
                  </a:cubicBezTo>
                  <a:cubicBezTo>
                    <a:pt x="72" y="1"/>
                    <a:pt x="71" y="1"/>
                    <a:pt x="70" y="0"/>
                  </a:cubicBezTo>
                  <a:cubicBezTo>
                    <a:pt x="68" y="0"/>
                    <a:pt x="68" y="0"/>
                    <a:pt x="68" y="0"/>
                  </a:cubicBezTo>
                  <a:cubicBezTo>
                    <a:pt x="66" y="0"/>
                    <a:pt x="66" y="0"/>
                    <a:pt x="66" y="0"/>
                  </a:cubicBezTo>
                  <a:cubicBezTo>
                    <a:pt x="66" y="0"/>
                    <a:pt x="66" y="0"/>
                    <a:pt x="66" y="0"/>
                  </a:cubicBezTo>
                  <a:cubicBezTo>
                    <a:pt x="60" y="10"/>
                    <a:pt x="60" y="10"/>
                    <a:pt x="60" y="10"/>
                  </a:cubicBezTo>
                  <a:cubicBezTo>
                    <a:pt x="60" y="11"/>
                    <a:pt x="59" y="11"/>
                    <a:pt x="59" y="11"/>
                  </a:cubicBezTo>
                  <a:cubicBezTo>
                    <a:pt x="59" y="11"/>
                    <a:pt x="58" y="11"/>
                    <a:pt x="58" y="10"/>
                  </a:cubicBezTo>
                  <a:cubicBezTo>
                    <a:pt x="55" y="6"/>
                    <a:pt x="55" y="6"/>
                    <a:pt x="55" y="6"/>
                  </a:cubicBezTo>
                  <a:cubicBezTo>
                    <a:pt x="56" y="9"/>
                    <a:pt x="56" y="9"/>
                    <a:pt x="56" y="9"/>
                  </a:cubicBezTo>
                  <a:cubicBezTo>
                    <a:pt x="52" y="15"/>
                    <a:pt x="52" y="15"/>
                    <a:pt x="52" y="15"/>
                  </a:cubicBezTo>
                  <a:cubicBezTo>
                    <a:pt x="53" y="18"/>
                    <a:pt x="53" y="18"/>
                    <a:pt x="53" y="18"/>
                  </a:cubicBezTo>
                  <a:cubicBezTo>
                    <a:pt x="49" y="22"/>
                    <a:pt x="49" y="22"/>
                    <a:pt x="49" y="22"/>
                  </a:cubicBezTo>
                  <a:cubicBezTo>
                    <a:pt x="50" y="15"/>
                    <a:pt x="50" y="15"/>
                    <a:pt x="50" y="15"/>
                  </a:cubicBezTo>
                  <a:cubicBezTo>
                    <a:pt x="46" y="9"/>
                    <a:pt x="46" y="9"/>
                    <a:pt x="46" y="9"/>
                  </a:cubicBezTo>
                  <a:cubicBezTo>
                    <a:pt x="47" y="5"/>
                    <a:pt x="47" y="5"/>
                    <a:pt x="47" y="5"/>
                  </a:cubicBezTo>
                  <a:cubicBezTo>
                    <a:pt x="44" y="10"/>
                    <a:pt x="44" y="10"/>
                    <a:pt x="44" y="10"/>
                  </a:cubicBezTo>
                  <a:cubicBezTo>
                    <a:pt x="44" y="11"/>
                    <a:pt x="43" y="11"/>
                    <a:pt x="43" y="11"/>
                  </a:cubicBezTo>
                  <a:cubicBezTo>
                    <a:pt x="43" y="11"/>
                    <a:pt x="42" y="11"/>
                    <a:pt x="42" y="10"/>
                  </a:cubicBezTo>
                  <a:cubicBezTo>
                    <a:pt x="36" y="0"/>
                    <a:pt x="36" y="0"/>
                    <a:pt x="36" y="0"/>
                  </a:cubicBezTo>
                  <a:cubicBezTo>
                    <a:pt x="36" y="0"/>
                    <a:pt x="36" y="0"/>
                    <a:pt x="36" y="0"/>
                  </a:cubicBezTo>
                  <a:cubicBezTo>
                    <a:pt x="34" y="0"/>
                    <a:pt x="34" y="0"/>
                    <a:pt x="34" y="0"/>
                  </a:cubicBezTo>
                  <a:cubicBezTo>
                    <a:pt x="32" y="0"/>
                    <a:pt x="32" y="0"/>
                    <a:pt x="32" y="0"/>
                  </a:cubicBezTo>
                  <a:cubicBezTo>
                    <a:pt x="31" y="1"/>
                    <a:pt x="30" y="1"/>
                    <a:pt x="29" y="2"/>
                  </a:cubicBezTo>
                  <a:cubicBezTo>
                    <a:pt x="29" y="2"/>
                    <a:pt x="29" y="3"/>
                    <a:pt x="29" y="3"/>
                  </a:cubicBezTo>
                  <a:cubicBezTo>
                    <a:pt x="29" y="3"/>
                    <a:pt x="29" y="3"/>
                    <a:pt x="29" y="3"/>
                  </a:cubicBezTo>
                  <a:cubicBezTo>
                    <a:pt x="28" y="3"/>
                    <a:pt x="28" y="4"/>
                    <a:pt x="28" y="5"/>
                  </a:cubicBezTo>
                  <a:cubicBezTo>
                    <a:pt x="2" y="75"/>
                    <a:pt x="2" y="75"/>
                    <a:pt x="2" y="75"/>
                  </a:cubicBezTo>
                  <a:cubicBezTo>
                    <a:pt x="0" y="79"/>
                    <a:pt x="3" y="84"/>
                    <a:pt x="7" y="85"/>
                  </a:cubicBezTo>
                  <a:close/>
                  <a:moveTo>
                    <a:pt x="56" y="35"/>
                  </a:moveTo>
                  <a:cubicBezTo>
                    <a:pt x="51" y="41"/>
                    <a:pt x="51" y="41"/>
                    <a:pt x="51" y="41"/>
                  </a:cubicBezTo>
                  <a:cubicBezTo>
                    <a:pt x="49" y="38"/>
                    <a:pt x="49" y="38"/>
                    <a:pt x="49" y="38"/>
                  </a:cubicBezTo>
                  <a:cubicBezTo>
                    <a:pt x="55" y="32"/>
                    <a:pt x="55" y="32"/>
                    <a:pt x="55" y="32"/>
                  </a:cubicBezTo>
                  <a:lnTo>
                    <a:pt x="56" y="35"/>
                  </a:lnTo>
                  <a:close/>
                  <a:moveTo>
                    <a:pt x="47" y="29"/>
                  </a:moveTo>
                  <a:cubicBezTo>
                    <a:pt x="53" y="23"/>
                    <a:pt x="53" y="23"/>
                    <a:pt x="53" y="23"/>
                  </a:cubicBezTo>
                  <a:cubicBezTo>
                    <a:pt x="54" y="27"/>
                    <a:pt x="54" y="27"/>
                    <a:pt x="54" y="27"/>
                  </a:cubicBezTo>
                  <a:cubicBezTo>
                    <a:pt x="46" y="35"/>
                    <a:pt x="46" y="35"/>
                    <a:pt x="46" y="35"/>
                  </a:cubicBezTo>
                  <a:cubicBezTo>
                    <a:pt x="46" y="35"/>
                    <a:pt x="46" y="35"/>
                    <a:pt x="46" y="35"/>
                  </a:cubicBezTo>
                  <a:lnTo>
                    <a:pt x="47"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6"/>
            <p:cNvSpPr>
              <a:spLocks/>
            </p:cNvSpPr>
            <p:nvPr/>
          </p:nvSpPr>
          <p:spPr bwMode="auto">
            <a:xfrm>
              <a:off x="-519861" y="811213"/>
              <a:ext cx="774285" cy="782436"/>
            </a:xfrm>
            <a:custGeom>
              <a:avLst/>
              <a:gdLst>
                <a:gd name="T0" fmla="*/ 19 w 39"/>
                <a:gd name="T1" fmla="*/ 40 h 40"/>
                <a:gd name="T2" fmla="*/ 19 w 39"/>
                <a:gd name="T3" fmla="*/ 40 h 40"/>
                <a:gd name="T4" fmla="*/ 20 w 39"/>
                <a:gd name="T5" fmla="*/ 40 h 40"/>
                <a:gd name="T6" fmla="*/ 20 w 39"/>
                <a:gd name="T7" fmla="*/ 40 h 40"/>
                <a:gd name="T8" fmla="*/ 20 w 39"/>
                <a:gd name="T9" fmla="*/ 40 h 40"/>
                <a:gd name="T10" fmla="*/ 39 w 39"/>
                <a:gd name="T11" fmla="*/ 20 h 40"/>
                <a:gd name="T12" fmla="*/ 20 w 39"/>
                <a:gd name="T13" fmla="*/ 0 h 40"/>
                <a:gd name="T14" fmla="*/ 20 w 39"/>
                <a:gd name="T15" fmla="*/ 0 h 40"/>
                <a:gd name="T16" fmla="*/ 20 w 39"/>
                <a:gd name="T17" fmla="*/ 0 h 40"/>
                <a:gd name="T18" fmla="*/ 19 w 39"/>
                <a:gd name="T19" fmla="*/ 0 h 40"/>
                <a:gd name="T20" fmla="*/ 19 w 39"/>
                <a:gd name="T21" fmla="*/ 0 h 40"/>
                <a:gd name="T22" fmla="*/ 0 w 39"/>
                <a:gd name="T23" fmla="*/ 20 h 40"/>
                <a:gd name="T24" fmla="*/ 19 w 39"/>
                <a:gd name="T25"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0">
                  <a:moveTo>
                    <a:pt x="19" y="40"/>
                  </a:moveTo>
                  <a:cubicBezTo>
                    <a:pt x="19" y="40"/>
                    <a:pt x="19" y="40"/>
                    <a:pt x="19" y="40"/>
                  </a:cubicBezTo>
                  <a:cubicBezTo>
                    <a:pt x="20" y="40"/>
                    <a:pt x="20" y="40"/>
                    <a:pt x="20" y="40"/>
                  </a:cubicBezTo>
                  <a:cubicBezTo>
                    <a:pt x="20" y="40"/>
                    <a:pt x="20" y="40"/>
                    <a:pt x="20" y="40"/>
                  </a:cubicBezTo>
                  <a:cubicBezTo>
                    <a:pt x="20" y="40"/>
                    <a:pt x="20" y="40"/>
                    <a:pt x="20" y="40"/>
                  </a:cubicBezTo>
                  <a:cubicBezTo>
                    <a:pt x="31" y="39"/>
                    <a:pt x="39" y="30"/>
                    <a:pt x="39" y="20"/>
                  </a:cubicBezTo>
                  <a:cubicBezTo>
                    <a:pt x="39" y="9"/>
                    <a:pt x="31" y="0"/>
                    <a:pt x="20" y="0"/>
                  </a:cubicBezTo>
                  <a:cubicBezTo>
                    <a:pt x="20" y="0"/>
                    <a:pt x="20" y="0"/>
                    <a:pt x="20" y="0"/>
                  </a:cubicBezTo>
                  <a:cubicBezTo>
                    <a:pt x="20" y="0"/>
                    <a:pt x="20" y="0"/>
                    <a:pt x="20" y="0"/>
                  </a:cubicBezTo>
                  <a:cubicBezTo>
                    <a:pt x="20" y="0"/>
                    <a:pt x="20" y="0"/>
                    <a:pt x="19" y="0"/>
                  </a:cubicBezTo>
                  <a:cubicBezTo>
                    <a:pt x="19" y="0"/>
                    <a:pt x="19" y="0"/>
                    <a:pt x="19" y="0"/>
                  </a:cubicBezTo>
                  <a:cubicBezTo>
                    <a:pt x="9" y="0"/>
                    <a:pt x="0" y="9"/>
                    <a:pt x="0" y="20"/>
                  </a:cubicBezTo>
                  <a:cubicBezTo>
                    <a:pt x="0" y="30"/>
                    <a:pt x="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7"/>
            <p:cNvSpPr>
              <a:spLocks/>
            </p:cNvSpPr>
            <p:nvPr/>
          </p:nvSpPr>
          <p:spPr bwMode="auto">
            <a:xfrm>
              <a:off x="-397605" y="1569198"/>
              <a:ext cx="236361" cy="293413"/>
            </a:xfrm>
            <a:custGeom>
              <a:avLst/>
              <a:gdLst>
                <a:gd name="T0" fmla="*/ 14 w 29"/>
                <a:gd name="T1" fmla="*/ 36 h 36"/>
                <a:gd name="T2" fmla="*/ 29 w 29"/>
                <a:gd name="T3" fmla="*/ 12 h 36"/>
                <a:gd name="T4" fmla="*/ 7 w 29"/>
                <a:gd name="T5" fmla="*/ 0 h 36"/>
                <a:gd name="T6" fmla="*/ 0 w 29"/>
                <a:gd name="T7" fmla="*/ 12 h 36"/>
                <a:gd name="T8" fmla="*/ 14 w 29"/>
                <a:gd name="T9" fmla="*/ 36 h 36"/>
              </a:gdLst>
              <a:ahLst/>
              <a:cxnLst>
                <a:cxn ang="0">
                  <a:pos x="T0" y="T1"/>
                </a:cxn>
                <a:cxn ang="0">
                  <a:pos x="T2" y="T3"/>
                </a:cxn>
                <a:cxn ang="0">
                  <a:pos x="T4" y="T5"/>
                </a:cxn>
                <a:cxn ang="0">
                  <a:pos x="T6" y="T7"/>
                </a:cxn>
                <a:cxn ang="0">
                  <a:pos x="T8" y="T9"/>
                </a:cxn>
              </a:cxnLst>
              <a:rect l="0" t="0" r="r" b="b"/>
              <a:pathLst>
                <a:path w="29" h="36">
                  <a:moveTo>
                    <a:pt x="14" y="36"/>
                  </a:moveTo>
                  <a:lnTo>
                    <a:pt x="29" y="12"/>
                  </a:lnTo>
                  <a:lnTo>
                    <a:pt x="7" y="0"/>
                  </a:lnTo>
                  <a:lnTo>
                    <a:pt x="0" y="12"/>
                  </a:lnTo>
                  <a:lnTo>
                    <a:pt x="14"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8"/>
            <p:cNvSpPr>
              <a:spLocks/>
            </p:cNvSpPr>
            <p:nvPr/>
          </p:nvSpPr>
          <p:spPr bwMode="auto">
            <a:xfrm>
              <a:off x="-79741" y="1569198"/>
              <a:ext cx="236361" cy="293413"/>
            </a:xfrm>
            <a:custGeom>
              <a:avLst/>
              <a:gdLst>
                <a:gd name="T0" fmla="*/ 0 w 29"/>
                <a:gd name="T1" fmla="*/ 12 h 36"/>
                <a:gd name="T2" fmla="*/ 14 w 29"/>
                <a:gd name="T3" fmla="*/ 36 h 36"/>
                <a:gd name="T4" fmla="*/ 29 w 29"/>
                <a:gd name="T5" fmla="*/ 12 h 36"/>
                <a:gd name="T6" fmla="*/ 21 w 29"/>
                <a:gd name="T7" fmla="*/ 0 h 36"/>
                <a:gd name="T8" fmla="*/ 0 w 29"/>
                <a:gd name="T9" fmla="*/ 12 h 36"/>
              </a:gdLst>
              <a:ahLst/>
              <a:cxnLst>
                <a:cxn ang="0">
                  <a:pos x="T0" y="T1"/>
                </a:cxn>
                <a:cxn ang="0">
                  <a:pos x="T2" y="T3"/>
                </a:cxn>
                <a:cxn ang="0">
                  <a:pos x="T4" y="T5"/>
                </a:cxn>
                <a:cxn ang="0">
                  <a:pos x="T6" y="T7"/>
                </a:cxn>
                <a:cxn ang="0">
                  <a:pos x="T8" y="T9"/>
                </a:cxn>
              </a:cxnLst>
              <a:rect l="0" t="0" r="r" b="b"/>
              <a:pathLst>
                <a:path w="29" h="36">
                  <a:moveTo>
                    <a:pt x="0" y="12"/>
                  </a:moveTo>
                  <a:lnTo>
                    <a:pt x="14" y="36"/>
                  </a:lnTo>
                  <a:lnTo>
                    <a:pt x="29" y="12"/>
                  </a:lnTo>
                  <a:lnTo>
                    <a:pt x="21"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p:cNvGrpSpPr/>
          <p:nvPr/>
        </p:nvGrpSpPr>
        <p:grpSpPr>
          <a:xfrm flipH="1">
            <a:off x="6923619" y="4581525"/>
            <a:ext cx="4087832" cy="1244979"/>
            <a:chOff x="1446769" y="4571636"/>
            <a:chExt cx="4087832" cy="1244979"/>
          </a:xfrm>
        </p:grpSpPr>
        <p:sp>
          <p:nvSpPr>
            <p:cNvPr id="51" name="矩形标注 29"/>
            <p:cNvSpPr/>
            <p:nvPr/>
          </p:nvSpPr>
          <p:spPr>
            <a:xfrm>
              <a:off x="1446769" y="4651593"/>
              <a:ext cx="4029776" cy="1165022"/>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608861 w 3465560"/>
                <a:gd name="connsiteY6" fmla="*/ 653876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608861"/>
                <a:gd name="connsiteY0" fmla="*/ 0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0 w 3608861"/>
                <a:gd name="connsiteY16" fmla="*/ 0 h 1252108"/>
                <a:gd name="connsiteX0" fmla="*/ 493485 w 3608861"/>
                <a:gd name="connsiteY0" fmla="*/ 217715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493485 w 3608861"/>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43543 w 3652404"/>
                <a:gd name="connsiteY14" fmla="*/ 730396 h 1252108"/>
                <a:gd name="connsiteX15" fmla="*/ 0 w 3652404"/>
                <a:gd name="connsiteY15" fmla="*/ 294967 h 1252108"/>
                <a:gd name="connsiteX16" fmla="*/ 537028 w 3652404"/>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0 w 3652404"/>
                <a:gd name="connsiteY14" fmla="*/ 294967 h 1252108"/>
                <a:gd name="connsiteX15" fmla="*/ 537028 w 3652404"/>
                <a:gd name="connsiteY15"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771853 w 3652404"/>
                <a:gd name="connsiteY9" fmla="*/ 1019880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09103 w 3768518"/>
                <a:gd name="connsiteY5" fmla="*/ 730396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712303 w 3768518"/>
                <a:gd name="connsiteY7" fmla="*/ 782166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712303 w 3913661"/>
                <a:gd name="connsiteY7" fmla="*/ 782166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976337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2065120 w 3913661"/>
                <a:gd name="connsiteY11" fmla="*/ 976337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1528091 w 3913661"/>
                <a:gd name="connsiteY11" fmla="*/ 918280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174172 w 4044290"/>
                <a:gd name="connsiteY12" fmla="*/ 1043423 h 1165022"/>
                <a:gd name="connsiteX13" fmla="*/ 0 w 4044290"/>
                <a:gd name="connsiteY13" fmla="*/ 265938 h 1165022"/>
                <a:gd name="connsiteX14" fmla="*/ 667657 w 4044290"/>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67657 w 4044290"/>
                <a:gd name="connsiteY14" fmla="*/ 217715 h 1165022"/>
                <a:gd name="connsiteX0" fmla="*/ 638628 w 4044290"/>
                <a:gd name="connsiteY0" fmla="*/ 377372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77372 h 1165022"/>
                <a:gd name="connsiteX0" fmla="*/ 638628 w 4044290"/>
                <a:gd name="connsiteY0" fmla="*/ 304801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465561 w 4044290"/>
                <a:gd name="connsiteY3" fmla="*/ 174172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523618 w 4044290"/>
                <a:gd name="connsiteY7" fmla="*/ 1106965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580571 w 3986233"/>
                <a:gd name="connsiteY0" fmla="*/ 304801 h 1165022"/>
                <a:gd name="connsiteX1" fmla="*/ 1441007 w 3986233"/>
                <a:gd name="connsiteY1" fmla="*/ 0 h 1165022"/>
                <a:gd name="connsiteX2" fmla="*/ 3062139 w 3986233"/>
                <a:gd name="connsiteY2" fmla="*/ 203200 h 1165022"/>
                <a:gd name="connsiteX3" fmla="*/ 3451047 w 3986233"/>
                <a:gd name="connsiteY3" fmla="*/ 116115 h 1165022"/>
                <a:gd name="connsiteX4" fmla="*/ 3654247 w 3986233"/>
                <a:gd name="connsiteY4" fmla="*/ 396567 h 1165022"/>
                <a:gd name="connsiteX5" fmla="*/ 3986233 w 3986233"/>
                <a:gd name="connsiteY5" fmla="*/ 145876 h 1165022"/>
                <a:gd name="connsiteX6" fmla="*/ 3755846 w 3986233"/>
                <a:gd name="connsiteY6" fmla="*/ 709595 h 1165022"/>
                <a:gd name="connsiteX7" fmla="*/ 3465561 w 3986233"/>
                <a:gd name="connsiteY7" fmla="*/ 1106965 h 1165022"/>
                <a:gd name="connsiteX8" fmla="*/ 2815397 w 3986233"/>
                <a:gd name="connsiteY8" fmla="*/ 961823 h 1165022"/>
                <a:gd name="connsiteX9" fmla="*/ 2311864 w 3986233"/>
                <a:gd name="connsiteY9" fmla="*/ 1165022 h 1165022"/>
                <a:gd name="connsiteX10" fmla="*/ 1600663 w 3986233"/>
                <a:gd name="connsiteY10" fmla="*/ 918280 h 1165022"/>
                <a:gd name="connsiteX11" fmla="*/ 174172 w 3986233"/>
                <a:gd name="connsiteY11" fmla="*/ 999880 h 1165022"/>
                <a:gd name="connsiteX12" fmla="*/ 0 w 3986233"/>
                <a:gd name="connsiteY12" fmla="*/ 280452 h 1165022"/>
                <a:gd name="connsiteX13" fmla="*/ 580571 w 3986233"/>
                <a:gd name="connsiteY13" fmla="*/ 304801 h 1165022"/>
                <a:gd name="connsiteX0" fmla="*/ 624114 w 4029776"/>
                <a:gd name="connsiteY0" fmla="*/ 304801 h 1165022"/>
                <a:gd name="connsiteX1" fmla="*/ 1484550 w 4029776"/>
                <a:gd name="connsiteY1" fmla="*/ 0 h 1165022"/>
                <a:gd name="connsiteX2" fmla="*/ 3105682 w 4029776"/>
                <a:gd name="connsiteY2" fmla="*/ 203200 h 1165022"/>
                <a:gd name="connsiteX3" fmla="*/ 3494590 w 4029776"/>
                <a:gd name="connsiteY3" fmla="*/ 116115 h 1165022"/>
                <a:gd name="connsiteX4" fmla="*/ 3697790 w 4029776"/>
                <a:gd name="connsiteY4" fmla="*/ 396567 h 1165022"/>
                <a:gd name="connsiteX5" fmla="*/ 4029776 w 4029776"/>
                <a:gd name="connsiteY5" fmla="*/ 145876 h 1165022"/>
                <a:gd name="connsiteX6" fmla="*/ 3799389 w 4029776"/>
                <a:gd name="connsiteY6" fmla="*/ 709595 h 1165022"/>
                <a:gd name="connsiteX7" fmla="*/ 3509104 w 4029776"/>
                <a:gd name="connsiteY7" fmla="*/ 1106965 h 1165022"/>
                <a:gd name="connsiteX8" fmla="*/ 2858940 w 4029776"/>
                <a:gd name="connsiteY8" fmla="*/ 961823 h 1165022"/>
                <a:gd name="connsiteX9" fmla="*/ 2355407 w 4029776"/>
                <a:gd name="connsiteY9" fmla="*/ 1165022 h 1165022"/>
                <a:gd name="connsiteX10" fmla="*/ 1644206 w 4029776"/>
                <a:gd name="connsiteY10" fmla="*/ 918280 h 1165022"/>
                <a:gd name="connsiteX11" fmla="*/ 217715 w 4029776"/>
                <a:gd name="connsiteY11" fmla="*/ 999880 h 1165022"/>
                <a:gd name="connsiteX12" fmla="*/ 0 w 4029776"/>
                <a:gd name="connsiteY12" fmla="*/ 367537 h 1165022"/>
                <a:gd name="connsiteX13" fmla="*/ 624114 w 4029776"/>
                <a:gd name="connsiteY13" fmla="*/ 304801 h 116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29776" h="1165022">
                  <a:moveTo>
                    <a:pt x="624114" y="304801"/>
                  </a:moveTo>
                  <a:lnTo>
                    <a:pt x="1484550" y="0"/>
                  </a:lnTo>
                  <a:lnTo>
                    <a:pt x="3105682" y="203200"/>
                  </a:lnTo>
                  <a:lnTo>
                    <a:pt x="3494590" y="116115"/>
                  </a:lnTo>
                  <a:lnTo>
                    <a:pt x="3697790" y="396567"/>
                  </a:lnTo>
                  <a:lnTo>
                    <a:pt x="4029776" y="145876"/>
                  </a:lnTo>
                  <a:lnTo>
                    <a:pt x="3799389" y="709595"/>
                  </a:lnTo>
                  <a:lnTo>
                    <a:pt x="3509104" y="1106965"/>
                  </a:lnTo>
                  <a:lnTo>
                    <a:pt x="2858940" y="961823"/>
                  </a:lnTo>
                  <a:lnTo>
                    <a:pt x="2355407" y="1165022"/>
                  </a:lnTo>
                  <a:lnTo>
                    <a:pt x="1644206" y="918280"/>
                  </a:lnTo>
                  <a:lnTo>
                    <a:pt x="217715" y="999880"/>
                  </a:lnTo>
                  <a:lnTo>
                    <a:pt x="0" y="367537"/>
                  </a:lnTo>
                  <a:lnTo>
                    <a:pt x="624114" y="304801"/>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标注 29"/>
            <p:cNvSpPr/>
            <p:nvPr/>
          </p:nvSpPr>
          <p:spPr>
            <a:xfrm>
              <a:off x="1504825" y="4571636"/>
              <a:ext cx="4029776" cy="1165022"/>
            </a:xfrm>
            <a:custGeom>
              <a:avLst/>
              <a:gdLst>
                <a:gd name="connsiteX0" fmla="*/ 0 w 3465560"/>
                <a:gd name="connsiteY0" fmla="*/ 0 h 1252108"/>
                <a:gd name="connsiteX1" fmla="*/ 2021577 w 3465560"/>
                <a:gd name="connsiteY1" fmla="*/ 0 h 1252108"/>
                <a:gd name="connsiteX2" fmla="*/ 2021577 w 3465560"/>
                <a:gd name="connsiteY2" fmla="*/ 0 h 1252108"/>
                <a:gd name="connsiteX3" fmla="*/ 2887967 w 3465560"/>
                <a:gd name="connsiteY3" fmla="*/ 0 h 1252108"/>
                <a:gd name="connsiteX4" fmla="*/ 3465560 w 3465560"/>
                <a:gd name="connsiteY4" fmla="*/ 0 h 1252108"/>
                <a:gd name="connsiteX5" fmla="*/ 3465560 w 3465560"/>
                <a:gd name="connsiteY5" fmla="*/ 730396 h 1252108"/>
                <a:gd name="connsiteX6" fmla="*/ 3608861 w 3465560"/>
                <a:gd name="connsiteY6" fmla="*/ 653876 h 1252108"/>
                <a:gd name="connsiteX7" fmla="*/ 3465560 w 3465560"/>
                <a:gd name="connsiteY7" fmla="*/ 1043423 h 1252108"/>
                <a:gd name="connsiteX8" fmla="*/ 3465560 w 3465560"/>
                <a:gd name="connsiteY8" fmla="*/ 1252108 h 1252108"/>
                <a:gd name="connsiteX9" fmla="*/ 2887967 w 3465560"/>
                <a:gd name="connsiteY9" fmla="*/ 1252108 h 1252108"/>
                <a:gd name="connsiteX10" fmla="*/ 2021577 w 3465560"/>
                <a:gd name="connsiteY10" fmla="*/ 1252108 h 1252108"/>
                <a:gd name="connsiteX11" fmla="*/ 2021577 w 3465560"/>
                <a:gd name="connsiteY11" fmla="*/ 1252108 h 1252108"/>
                <a:gd name="connsiteX12" fmla="*/ 0 w 3465560"/>
                <a:gd name="connsiteY12" fmla="*/ 1252108 h 1252108"/>
                <a:gd name="connsiteX13" fmla="*/ 0 w 3465560"/>
                <a:gd name="connsiteY13" fmla="*/ 1043423 h 1252108"/>
                <a:gd name="connsiteX14" fmla="*/ 0 w 3465560"/>
                <a:gd name="connsiteY14" fmla="*/ 730396 h 1252108"/>
                <a:gd name="connsiteX15" fmla="*/ 0 w 3465560"/>
                <a:gd name="connsiteY15" fmla="*/ 730396 h 1252108"/>
                <a:gd name="connsiteX16" fmla="*/ 0 w 3465560"/>
                <a:gd name="connsiteY16" fmla="*/ 0 h 1252108"/>
                <a:gd name="connsiteX0" fmla="*/ 0 w 3608861"/>
                <a:gd name="connsiteY0" fmla="*/ 0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0 w 3608861"/>
                <a:gd name="connsiteY16" fmla="*/ 0 h 1252108"/>
                <a:gd name="connsiteX0" fmla="*/ 493485 w 3608861"/>
                <a:gd name="connsiteY0" fmla="*/ 217715 h 1252108"/>
                <a:gd name="connsiteX1" fmla="*/ 2021577 w 3608861"/>
                <a:gd name="connsiteY1" fmla="*/ 0 h 1252108"/>
                <a:gd name="connsiteX2" fmla="*/ 2021577 w 3608861"/>
                <a:gd name="connsiteY2" fmla="*/ 145143 h 1252108"/>
                <a:gd name="connsiteX3" fmla="*/ 2887967 w 3608861"/>
                <a:gd name="connsiteY3" fmla="*/ 0 h 1252108"/>
                <a:gd name="connsiteX4" fmla="*/ 3465560 w 3608861"/>
                <a:gd name="connsiteY4" fmla="*/ 0 h 1252108"/>
                <a:gd name="connsiteX5" fmla="*/ 3465560 w 3608861"/>
                <a:gd name="connsiteY5" fmla="*/ 730396 h 1252108"/>
                <a:gd name="connsiteX6" fmla="*/ 3608861 w 3608861"/>
                <a:gd name="connsiteY6" fmla="*/ 653876 h 1252108"/>
                <a:gd name="connsiteX7" fmla="*/ 3465560 w 3608861"/>
                <a:gd name="connsiteY7" fmla="*/ 1043423 h 1252108"/>
                <a:gd name="connsiteX8" fmla="*/ 3465560 w 3608861"/>
                <a:gd name="connsiteY8" fmla="*/ 1252108 h 1252108"/>
                <a:gd name="connsiteX9" fmla="*/ 2887967 w 3608861"/>
                <a:gd name="connsiteY9" fmla="*/ 1252108 h 1252108"/>
                <a:gd name="connsiteX10" fmla="*/ 2021577 w 3608861"/>
                <a:gd name="connsiteY10" fmla="*/ 1252108 h 1252108"/>
                <a:gd name="connsiteX11" fmla="*/ 2021577 w 3608861"/>
                <a:gd name="connsiteY11" fmla="*/ 1252108 h 1252108"/>
                <a:gd name="connsiteX12" fmla="*/ 0 w 3608861"/>
                <a:gd name="connsiteY12" fmla="*/ 1252108 h 1252108"/>
                <a:gd name="connsiteX13" fmla="*/ 0 w 3608861"/>
                <a:gd name="connsiteY13" fmla="*/ 1043423 h 1252108"/>
                <a:gd name="connsiteX14" fmla="*/ 0 w 3608861"/>
                <a:gd name="connsiteY14" fmla="*/ 730396 h 1252108"/>
                <a:gd name="connsiteX15" fmla="*/ 0 w 3608861"/>
                <a:gd name="connsiteY15" fmla="*/ 730396 h 1252108"/>
                <a:gd name="connsiteX16" fmla="*/ 493485 w 3608861"/>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43543 w 3652404"/>
                <a:gd name="connsiteY14" fmla="*/ 730396 h 1252108"/>
                <a:gd name="connsiteX15" fmla="*/ 0 w 3652404"/>
                <a:gd name="connsiteY15" fmla="*/ 294967 h 1252108"/>
                <a:gd name="connsiteX16" fmla="*/ 537028 w 3652404"/>
                <a:gd name="connsiteY16"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252108 h 1252108"/>
                <a:gd name="connsiteX13" fmla="*/ 43543 w 3652404"/>
                <a:gd name="connsiteY13" fmla="*/ 1043423 h 1252108"/>
                <a:gd name="connsiteX14" fmla="*/ 0 w 3652404"/>
                <a:gd name="connsiteY14" fmla="*/ 294967 h 1252108"/>
                <a:gd name="connsiteX15" fmla="*/ 537028 w 3652404"/>
                <a:gd name="connsiteY15"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931510 w 3652404"/>
                <a:gd name="connsiteY9" fmla="*/ 1252108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652404"/>
                <a:gd name="connsiteY0" fmla="*/ 217715 h 1252108"/>
                <a:gd name="connsiteX1" fmla="*/ 2065120 w 3652404"/>
                <a:gd name="connsiteY1" fmla="*/ 0 h 1252108"/>
                <a:gd name="connsiteX2" fmla="*/ 2065120 w 3652404"/>
                <a:gd name="connsiteY2" fmla="*/ 145143 h 1252108"/>
                <a:gd name="connsiteX3" fmla="*/ 2931510 w 3652404"/>
                <a:gd name="connsiteY3" fmla="*/ 0 h 1252108"/>
                <a:gd name="connsiteX4" fmla="*/ 3509103 w 3652404"/>
                <a:gd name="connsiteY4" fmla="*/ 0 h 1252108"/>
                <a:gd name="connsiteX5" fmla="*/ 3509103 w 3652404"/>
                <a:gd name="connsiteY5" fmla="*/ 730396 h 1252108"/>
                <a:gd name="connsiteX6" fmla="*/ 3652404 w 3652404"/>
                <a:gd name="connsiteY6" fmla="*/ 653876 h 1252108"/>
                <a:gd name="connsiteX7" fmla="*/ 3509103 w 3652404"/>
                <a:gd name="connsiteY7" fmla="*/ 1043423 h 1252108"/>
                <a:gd name="connsiteX8" fmla="*/ 3509103 w 3652404"/>
                <a:gd name="connsiteY8" fmla="*/ 1252108 h 1252108"/>
                <a:gd name="connsiteX9" fmla="*/ 2771853 w 3652404"/>
                <a:gd name="connsiteY9" fmla="*/ 1019880 h 1252108"/>
                <a:gd name="connsiteX10" fmla="*/ 2065120 w 3652404"/>
                <a:gd name="connsiteY10" fmla="*/ 1252108 h 1252108"/>
                <a:gd name="connsiteX11" fmla="*/ 2065120 w 3652404"/>
                <a:gd name="connsiteY11" fmla="*/ 1252108 h 1252108"/>
                <a:gd name="connsiteX12" fmla="*/ 43543 w 3652404"/>
                <a:gd name="connsiteY12" fmla="*/ 1043423 h 1252108"/>
                <a:gd name="connsiteX13" fmla="*/ 0 w 3652404"/>
                <a:gd name="connsiteY13" fmla="*/ 294967 h 1252108"/>
                <a:gd name="connsiteX14" fmla="*/ 537028 w 3652404"/>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09103 w 3768518"/>
                <a:gd name="connsiteY5" fmla="*/ 730396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509103 w 3768518"/>
                <a:gd name="connsiteY7" fmla="*/ 1043423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768518"/>
                <a:gd name="connsiteY0" fmla="*/ 217715 h 1252108"/>
                <a:gd name="connsiteX1" fmla="*/ 2065120 w 3768518"/>
                <a:gd name="connsiteY1" fmla="*/ 0 h 1252108"/>
                <a:gd name="connsiteX2" fmla="*/ 2065120 w 3768518"/>
                <a:gd name="connsiteY2" fmla="*/ 145143 h 1252108"/>
                <a:gd name="connsiteX3" fmla="*/ 2931510 w 3768518"/>
                <a:gd name="connsiteY3" fmla="*/ 0 h 1252108"/>
                <a:gd name="connsiteX4" fmla="*/ 3509103 w 3768518"/>
                <a:gd name="connsiteY4" fmla="*/ 0 h 1252108"/>
                <a:gd name="connsiteX5" fmla="*/ 3581675 w 3768518"/>
                <a:gd name="connsiteY5" fmla="*/ 396567 h 1252108"/>
                <a:gd name="connsiteX6" fmla="*/ 3768518 w 3768518"/>
                <a:gd name="connsiteY6" fmla="*/ 276504 h 1252108"/>
                <a:gd name="connsiteX7" fmla="*/ 3712303 w 3768518"/>
                <a:gd name="connsiteY7" fmla="*/ 782166 h 1252108"/>
                <a:gd name="connsiteX8" fmla="*/ 3509103 w 3768518"/>
                <a:gd name="connsiteY8" fmla="*/ 1252108 h 1252108"/>
                <a:gd name="connsiteX9" fmla="*/ 2771853 w 3768518"/>
                <a:gd name="connsiteY9" fmla="*/ 1019880 h 1252108"/>
                <a:gd name="connsiteX10" fmla="*/ 2065120 w 3768518"/>
                <a:gd name="connsiteY10" fmla="*/ 1252108 h 1252108"/>
                <a:gd name="connsiteX11" fmla="*/ 2065120 w 3768518"/>
                <a:gd name="connsiteY11" fmla="*/ 1252108 h 1252108"/>
                <a:gd name="connsiteX12" fmla="*/ 43543 w 3768518"/>
                <a:gd name="connsiteY12" fmla="*/ 1043423 h 1252108"/>
                <a:gd name="connsiteX13" fmla="*/ 0 w 3768518"/>
                <a:gd name="connsiteY13" fmla="*/ 294967 h 1252108"/>
                <a:gd name="connsiteX14" fmla="*/ 537028 w 3768518"/>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712303 w 3913661"/>
                <a:gd name="connsiteY7" fmla="*/ 782166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509103 w 3913661"/>
                <a:gd name="connsiteY8" fmla="*/ 1252108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509103 w 3913661"/>
                <a:gd name="connsiteY4" fmla="*/ 0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31510 w 3913661"/>
                <a:gd name="connsiteY3" fmla="*/ 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2065120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1252108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252108"/>
                <a:gd name="connsiteX1" fmla="*/ 1368435 w 3913661"/>
                <a:gd name="connsiteY1" fmla="*/ 0 h 1252108"/>
                <a:gd name="connsiteX2" fmla="*/ 2065120 w 3913661"/>
                <a:gd name="connsiteY2" fmla="*/ 145143 h 1252108"/>
                <a:gd name="connsiteX3" fmla="*/ 2989567 w 3913661"/>
                <a:gd name="connsiteY3" fmla="*/ 203200 h 1252108"/>
                <a:gd name="connsiteX4" fmla="*/ 3334932 w 3913661"/>
                <a:gd name="connsiteY4" fmla="*/ 174172 h 1252108"/>
                <a:gd name="connsiteX5" fmla="*/ 3581675 w 3913661"/>
                <a:gd name="connsiteY5" fmla="*/ 396567 h 1252108"/>
                <a:gd name="connsiteX6" fmla="*/ 3913661 w 3913661"/>
                <a:gd name="connsiteY6" fmla="*/ 145876 h 1252108"/>
                <a:gd name="connsiteX7" fmla="*/ 3683274 w 3913661"/>
                <a:gd name="connsiteY7" fmla="*/ 709595 h 1252108"/>
                <a:gd name="connsiteX8" fmla="*/ 3349446 w 3913661"/>
                <a:gd name="connsiteY8" fmla="*/ 990851 h 1252108"/>
                <a:gd name="connsiteX9" fmla="*/ 2771853 w 3913661"/>
                <a:gd name="connsiteY9" fmla="*/ 1019880 h 1252108"/>
                <a:gd name="connsiteX10" fmla="*/ 2065120 w 3913661"/>
                <a:gd name="connsiteY10" fmla="*/ 1252108 h 1252108"/>
                <a:gd name="connsiteX11" fmla="*/ 2065120 w 3913661"/>
                <a:gd name="connsiteY11" fmla="*/ 976337 h 1252108"/>
                <a:gd name="connsiteX12" fmla="*/ 43543 w 3913661"/>
                <a:gd name="connsiteY12" fmla="*/ 1043423 h 1252108"/>
                <a:gd name="connsiteX13" fmla="*/ 0 w 3913661"/>
                <a:gd name="connsiteY13" fmla="*/ 294967 h 1252108"/>
                <a:gd name="connsiteX14" fmla="*/ 537028 w 3913661"/>
                <a:gd name="connsiteY14" fmla="*/ 217715 h 1252108"/>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2065120 w 3913661"/>
                <a:gd name="connsiteY11" fmla="*/ 976337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537028 w 3913661"/>
                <a:gd name="connsiteY0" fmla="*/ 217715 h 1165022"/>
                <a:gd name="connsiteX1" fmla="*/ 1368435 w 3913661"/>
                <a:gd name="connsiteY1" fmla="*/ 0 h 1165022"/>
                <a:gd name="connsiteX2" fmla="*/ 2065120 w 3913661"/>
                <a:gd name="connsiteY2" fmla="*/ 145143 h 1165022"/>
                <a:gd name="connsiteX3" fmla="*/ 2989567 w 3913661"/>
                <a:gd name="connsiteY3" fmla="*/ 203200 h 1165022"/>
                <a:gd name="connsiteX4" fmla="*/ 3334932 w 3913661"/>
                <a:gd name="connsiteY4" fmla="*/ 174172 h 1165022"/>
                <a:gd name="connsiteX5" fmla="*/ 3581675 w 3913661"/>
                <a:gd name="connsiteY5" fmla="*/ 396567 h 1165022"/>
                <a:gd name="connsiteX6" fmla="*/ 3913661 w 3913661"/>
                <a:gd name="connsiteY6" fmla="*/ 145876 h 1165022"/>
                <a:gd name="connsiteX7" fmla="*/ 3683274 w 3913661"/>
                <a:gd name="connsiteY7" fmla="*/ 709595 h 1165022"/>
                <a:gd name="connsiteX8" fmla="*/ 3349446 w 3913661"/>
                <a:gd name="connsiteY8" fmla="*/ 990851 h 1165022"/>
                <a:gd name="connsiteX9" fmla="*/ 2771853 w 3913661"/>
                <a:gd name="connsiteY9" fmla="*/ 1019880 h 1165022"/>
                <a:gd name="connsiteX10" fmla="*/ 2239292 w 3913661"/>
                <a:gd name="connsiteY10" fmla="*/ 1165022 h 1165022"/>
                <a:gd name="connsiteX11" fmla="*/ 1528091 w 3913661"/>
                <a:gd name="connsiteY11" fmla="*/ 918280 h 1165022"/>
                <a:gd name="connsiteX12" fmla="*/ 43543 w 3913661"/>
                <a:gd name="connsiteY12" fmla="*/ 1043423 h 1165022"/>
                <a:gd name="connsiteX13" fmla="*/ 0 w 3913661"/>
                <a:gd name="connsiteY13" fmla="*/ 294967 h 1165022"/>
                <a:gd name="connsiteX14" fmla="*/ 537028 w 3913661"/>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174172 w 4044290"/>
                <a:gd name="connsiteY12" fmla="*/ 1043423 h 1165022"/>
                <a:gd name="connsiteX13" fmla="*/ 0 w 4044290"/>
                <a:gd name="connsiteY13" fmla="*/ 265938 h 1165022"/>
                <a:gd name="connsiteX14" fmla="*/ 667657 w 4044290"/>
                <a:gd name="connsiteY14" fmla="*/ 217715 h 1165022"/>
                <a:gd name="connsiteX0" fmla="*/ 667657 w 4044290"/>
                <a:gd name="connsiteY0" fmla="*/ 217715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67657 w 4044290"/>
                <a:gd name="connsiteY14" fmla="*/ 217715 h 1165022"/>
                <a:gd name="connsiteX0" fmla="*/ 638628 w 4044290"/>
                <a:gd name="connsiteY0" fmla="*/ 377372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77372 h 1165022"/>
                <a:gd name="connsiteX0" fmla="*/ 638628 w 4044290"/>
                <a:gd name="connsiteY0" fmla="*/ 304801 h 1165022"/>
                <a:gd name="connsiteX1" fmla="*/ 1499064 w 4044290"/>
                <a:gd name="connsiteY1" fmla="*/ 0 h 1165022"/>
                <a:gd name="connsiteX2" fmla="*/ 2195749 w 4044290"/>
                <a:gd name="connsiteY2" fmla="*/ 145143 h 1165022"/>
                <a:gd name="connsiteX3" fmla="*/ 3120196 w 4044290"/>
                <a:gd name="connsiteY3" fmla="*/ 203200 h 1165022"/>
                <a:gd name="connsiteX4" fmla="*/ 3465561 w 4044290"/>
                <a:gd name="connsiteY4" fmla="*/ 174172 h 1165022"/>
                <a:gd name="connsiteX5" fmla="*/ 3712304 w 4044290"/>
                <a:gd name="connsiteY5" fmla="*/ 396567 h 1165022"/>
                <a:gd name="connsiteX6" fmla="*/ 4044290 w 4044290"/>
                <a:gd name="connsiteY6" fmla="*/ 145876 h 1165022"/>
                <a:gd name="connsiteX7" fmla="*/ 3813903 w 4044290"/>
                <a:gd name="connsiteY7" fmla="*/ 709595 h 1165022"/>
                <a:gd name="connsiteX8" fmla="*/ 3480075 w 4044290"/>
                <a:gd name="connsiteY8" fmla="*/ 990851 h 1165022"/>
                <a:gd name="connsiteX9" fmla="*/ 2902482 w 4044290"/>
                <a:gd name="connsiteY9" fmla="*/ 1019880 h 1165022"/>
                <a:gd name="connsiteX10" fmla="*/ 2369921 w 4044290"/>
                <a:gd name="connsiteY10" fmla="*/ 1165022 h 1165022"/>
                <a:gd name="connsiteX11" fmla="*/ 1658720 w 4044290"/>
                <a:gd name="connsiteY11" fmla="*/ 918280 h 1165022"/>
                <a:gd name="connsiteX12" fmla="*/ 232229 w 4044290"/>
                <a:gd name="connsiteY12" fmla="*/ 999880 h 1165022"/>
                <a:gd name="connsiteX13" fmla="*/ 0 w 4044290"/>
                <a:gd name="connsiteY13" fmla="*/ 265938 h 1165022"/>
                <a:gd name="connsiteX14" fmla="*/ 638628 w 4044290"/>
                <a:gd name="connsiteY14"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465561 w 4044290"/>
                <a:gd name="connsiteY3" fmla="*/ 174172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902482 w 4044290"/>
                <a:gd name="connsiteY8" fmla="*/ 1019880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480075 w 4044290"/>
                <a:gd name="connsiteY7" fmla="*/ 990851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638628 w 4044290"/>
                <a:gd name="connsiteY0" fmla="*/ 304801 h 1165022"/>
                <a:gd name="connsiteX1" fmla="*/ 1499064 w 4044290"/>
                <a:gd name="connsiteY1" fmla="*/ 0 h 1165022"/>
                <a:gd name="connsiteX2" fmla="*/ 3120196 w 4044290"/>
                <a:gd name="connsiteY2" fmla="*/ 203200 h 1165022"/>
                <a:gd name="connsiteX3" fmla="*/ 3509104 w 4044290"/>
                <a:gd name="connsiteY3" fmla="*/ 116115 h 1165022"/>
                <a:gd name="connsiteX4" fmla="*/ 3712304 w 4044290"/>
                <a:gd name="connsiteY4" fmla="*/ 396567 h 1165022"/>
                <a:gd name="connsiteX5" fmla="*/ 4044290 w 4044290"/>
                <a:gd name="connsiteY5" fmla="*/ 145876 h 1165022"/>
                <a:gd name="connsiteX6" fmla="*/ 3813903 w 4044290"/>
                <a:gd name="connsiteY6" fmla="*/ 709595 h 1165022"/>
                <a:gd name="connsiteX7" fmla="*/ 3523618 w 4044290"/>
                <a:gd name="connsiteY7" fmla="*/ 1106965 h 1165022"/>
                <a:gd name="connsiteX8" fmla="*/ 2873454 w 4044290"/>
                <a:gd name="connsiteY8" fmla="*/ 961823 h 1165022"/>
                <a:gd name="connsiteX9" fmla="*/ 2369921 w 4044290"/>
                <a:gd name="connsiteY9" fmla="*/ 1165022 h 1165022"/>
                <a:gd name="connsiteX10" fmla="*/ 1658720 w 4044290"/>
                <a:gd name="connsiteY10" fmla="*/ 918280 h 1165022"/>
                <a:gd name="connsiteX11" fmla="*/ 232229 w 4044290"/>
                <a:gd name="connsiteY11" fmla="*/ 999880 h 1165022"/>
                <a:gd name="connsiteX12" fmla="*/ 0 w 4044290"/>
                <a:gd name="connsiteY12" fmla="*/ 265938 h 1165022"/>
                <a:gd name="connsiteX13" fmla="*/ 638628 w 4044290"/>
                <a:gd name="connsiteY13" fmla="*/ 304801 h 1165022"/>
                <a:gd name="connsiteX0" fmla="*/ 580571 w 3986233"/>
                <a:gd name="connsiteY0" fmla="*/ 304801 h 1165022"/>
                <a:gd name="connsiteX1" fmla="*/ 1441007 w 3986233"/>
                <a:gd name="connsiteY1" fmla="*/ 0 h 1165022"/>
                <a:gd name="connsiteX2" fmla="*/ 3062139 w 3986233"/>
                <a:gd name="connsiteY2" fmla="*/ 203200 h 1165022"/>
                <a:gd name="connsiteX3" fmla="*/ 3451047 w 3986233"/>
                <a:gd name="connsiteY3" fmla="*/ 116115 h 1165022"/>
                <a:gd name="connsiteX4" fmla="*/ 3654247 w 3986233"/>
                <a:gd name="connsiteY4" fmla="*/ 396567 h 1165022"/>
                <a:gd name="connsiteX5" fmla="*/ 3986233 w 3986233"/>
                <a:gd name="connsiteY5" fmla="*/ 145876 h 1165022"/>
                <a:gd name="connsiteX6" fmla="*/ 3755846 w 3986233"/>
                <a:gd name="connsiteY6" fmla="*/ 709595 h 1165022"/>
                <a:gd name="connsiteX7" fmla="*/ 3465561 w 3986233"/>
                <a:gd name="connsiteY7" fmla="*/ 1106965 h 1165022"/>
                <a:gd name="connsiteX8" fmla="*/ 2815397 w 3986233"/>
                <a:gd name="connsiteY8" fmla="*/ 961823 h 1165022"/>
                <a:gd name="connsiteX9" fmla="*/ 2311864 w 3986233"/>
                <a:gd name="connsiteY9" fmla="*/ 1165022 h 1165022"/>
                <a:gd name="connsiteX10" fmla="*/ 1600663 w 3986233"/>
                <a:gd name="connsiteY10" fmla="*/ 918280 h 1165022"/>
                <a:gd name="connsiteX11" fmla="*/ 174172 w 3986233"/>
                <a:gd name="connsiteY11" fmla="*/ 999880 h 1165022"/>
                <a:gd name="connsiteX12" fmla="*/ 0 w 3986233"/>
                <a:gd name="connsiteY12" fmla="*/ 280452 h 1165022"/>
                <a:gd name="connsiteX13" fmla="*/ 580571 w 3986233"/>
                <a:gd name="connsiteY13" fmla="*/ 304801 h 1165022"/>
                <a:gd name="connsiteX0" fmla="*/ 624114 w 4029776"/>
                <a:gd name="connsiteY0" fmla="*/ 304801 h 1165022"/>
                <a:gd name="connsiteX1" fmla="*/ 1484550 w 4029776"/>
                <a:gd name="connsiteY1" fmla="*/ 0 h 1165022"/>
                <a:gd name="connsiteX2" fmla="*/ 3105682 w 4029776"/>
                <a:gd name="connsiteY2" fmla="*/ 203200 h 1165022"/>
                <a:gd name="connsiteX3" fmla="*/ 3494590 w 4029776"/>
                <a:gd name="connsiteY3" fmla="*/ 116115 h 1165022"/>
                <a:gd name="connsiteX4" fmla="*/ 3697790 w 4029776"/>
                <a:gd name="connsiteY4" fmla="*/ 396567 h 1165022"/>
                <a:gd name="connsiteX5" fmla="*/ 4029776 w 4029776"/>
                <a:gd name="connsiteY5" fmla="*/ 145876 h 1165022"/>
                <a:gd name="connsiteX6" fmla="*/ 3799389 w 4029776"/>
                <a:gd name="connsiteY6" fmla="*/ 709595 h 1165022"/>
                <a:gd name="connsiteX7" fmla="*/ 3509104 w 4029776"/>
                <a:gd name="connsiteY7" fmla="*/ 1106965 h 1165022"/>
                <a:gd name="connsiteX8" fmla="*/ 2858940 w 4029776"/>
                <a:gd name="connsiteY8" fmla="*/ 961823 h 1165022"/>
                <a:gd name="connsiteX9" fmla="*/ 2355407 w 4029776"/>
                <a:gd name="connsiteY9" fmla="*/ 1165022 h 1165022"/>
                <a:gd name="connsiteX10" fmla="*/ 1644206 w 4029776"/>
                <a:gd name="connsiteY10" fmla="*/ 918280 h 1165022"/>
                <a:gd name="connsiteX11" fmla="*/ 217715 w 4029776"/>
                <a:gd name="connsiteY11" fmla="*/ 999880 h 1165022"/>
                <a:gd name="connsiteX12" fmla="*/ 0 w 4029776"/>
                <a:gd name="connsiteY12" fmla="*/ 367537 h 1165022"/>
                <a:gd name="connsiteX13" fmla="*/ 624114 w 4029776"/>
                <a:gd name="connsiteY13" fmla="*/ 304801 h 116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29776" h="1165022">
                  <a:moveTo>
                    <a:pt x="624114" y="304801"/>
                  </a:moveTo>
                  <a:lnTo>
                    <a:pt x="1484550" y="0"/>
                  </a:lnTo>
                  <a:lnTo>
                    <a:pt x="3105682" y="203200"/>
                  </a:lnTo>
                  <a:lnTo>
                    <a:pt x="3494590" y="116115"/>
                  </a:lnTo>
                  <a:lnTo>
                    <a:pt x="3697790" y="396567"/>
                  </a:lnTo>
                  <a:lnTo>
                    <a:pt x="4029776" y="145876"/>
                  </a:lnTo>
                  <a:lnTo>
                    <a:pt x="3799389" y="709595"/>
                  </a:lnTo>
                  <a:lnTo>
                    <a:pt x="3509104" y="1106965"/>
                  </a:lnTo>
                  <a:lnTo>
                    <a:pt x="2858940" y="961823"/>
                  </a:lnTo>
                  <a:lnTo>
                    <a:pt x="2355407" y="1165022"/>
                  </a:lnTo>
                  <a:lnTo>
                    <a:pt x="1644206" y="918280"/>
                  </a:lnTo>
                  <a:lnTo>
                    <a:pt x="217715" y="999880"/>
                  </a:lnTo>
                  <a:lnTo>
                    <a:pt x="0" y="367537"/>
                  </a:lnTo>
                  <a:lnTo>
                    <a:pt x="624114" y="304801"/>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矩形 52"/>
          <p:cNvSpPr/>
          <p:nvPr/>
        </p:nvSpPr>
        <p:spPr>
          <a:xfrm>
            <a:off x="7381623" y="4704660"/>
            <a:ext cx="3262432" cy="830997"/>
          </a:xfrm>
          <a:prstGeom prst="rect">
            <a:avLst/>
          </a:prstGeom>
        </p:spPr>
        <p:txBody>
          <a:bodyPr wrap="none">
            <a:spAutoFit/>
          </a:bodyPr>
          <a:lstStyle/>
          <a:p>
            <a:pPr>
              <a:lnSpc>
                <a:spcPct val="120000"/>
              </a:lnSpc>
            </a:pPr>
            <a:r>
              <a:rPr lang="zh-CN" altLang="en-US" sz="2000" dirty="0" smtClean="0">
                <a:solidFill>
                  <a:schemeClr val="bg1"/>
                </a:solidFill>
              </a:rPr>
              <a:t>恐惧</a:t>
            </a:r>
            <a:r>
              <a:rPr lang="zh-CN" altLang="en-US" sz="2000" dirty="0">
                <a:solidFill>
                  <a:schemeClr val="bg1"/>
                </a:solidFill>
              </a:rPr>
              <a:t>死亡</a:t>
            </a:r>
            <a:r>
              <a:rPr lang="zh-CN" altLang="en-US" sz="4000" b="1" dirty="0">
                <a:solidFill>
                  <a:schemeClr val="bg1"/>
                </a:solidFill>
              </a:rPr>
              <a:t>并不恰当</a:t>
            </a:r>
          </a:p>
        </p:txBody>
      </p:sp>
    </p:spTree>
    <p:extLst>
      <p:ext uri="{BB962C8B-B14F-4D97-AF65-F5344CB8AC3E}">
        <p14:creationId xmlns:p14="http://schemas.microsoft.com/office/powerpoint/2010/main" val="7293968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0007" y="2766219"/>
            <a:ext cx="11711993" cy="1325563"/>
          </a:xfrm>
        </p:spPr>
        <p:txBody>
          <a:bodyPr>
            <a:noAutofit/>
          </a:bodyPr>
          <a:lstStyle/>
          <a:p>
            <a:pPr algn="ctr">
              <a:lnSpc>
                <a:spcPct val="120000"/>
              </a:lnSpc>
              <a:spcBef>
                <a:spcPts val="0"/>
              </a:spcBef>
            </a:pPr>
            <a:r>
              <a:rPr lang="zh-CN" altLang="en-US" sz="3600" dirty="0" smtClean="0">
                <a:solidFill>
                  <a:schemeClr val="accent4"/>
                </a:solidFill>
              </a:rPr>
              <a:t>花</a:t>
            </a:r>
            <a:r>
              <a:rPr lang="en-US" altLang="zh-CN" sz="3600" dirty="0">
                <a:solidFill>
                  <a:schemeClr val="accent4"/>
                </a:solidFill>
              </a:rPr>
              <a:t>5</a:t>
            </a:r>
            <a:r>
              <a:rPr lang="zh-CN" altLang="en-US" sz="3600" dirty="0" smtClean="0">
                <a:solidFill>
                  <a:schemeClr val="accent4"/>
                </a:solidFill>
              </a:rPr>
              <a:t>分钟</a:t>
            </a:r>
            <a:r>
              <a:rPr lang="zh-CN" altLang="en-US" sz="3600" dirty="0">
                <a:solidFill>
                  <a:schemeClr val="accent4"/>
                </a:solidFill>
              </a:rPr>
              <a:t>同我一起</a:t>
            </a:r>
            <a:r>
              <a:rPr lang="zh-CN" altLang="en-US" sz="3600" dirty="0" smtClean="0">
                <a:solidFill>
                  <a:schemeClr val="accent4"/>
                </a:solidFill>
              </a:rPr>
              <a:t>思考死亡吧！</a:t>
            </a:r>
            <a:r>
              <a:rPr lang="en-US" altLang="zh-CN" sz="1600" dirty="0">
                <a:solidFill>
                  <a:schemeClr val="accent4"/>
                </a:solidFill>
              </a:rPr>
              <a:t/>
            </a:r>
            <a:br>
              <a:rPr lang="en-US" altLang="zh-CN" sz="1600" dirty="0">
                <a:solidFill>
                  <a:schemeClr val="accent4"/>
                </a:solidFill>
              </a:rPr>
            </a:br>
            <a:r>
              <a:rPr lang="en-US" altLang="zh-CN" sz="1600" dirty="0" smtClean="0">
                <a:solidFill>
                  <a:schemeClr val="accent4"/>
                </a:solidFill>
              </a:rPr>
              <a:t> </a:t>
            </a:r>
            <a:r>
              <a:rPr lang="zh-CN" altLang="en-US" sz="6600" dirty="0" smtClean="0">
                <a:solidFill>
                  <a:schemeClr val="accent4"/>
                </a:solidFill>
              </a:rPr>
              <a:t>死亡其实和</a:t>
            </a:r>
            <a:r>
              <a:rPr lang="zh-CN" altLang="en-US" sz="6600" dirty="0">
                <a:solidFill>
                  <a:schemeClr val="accent4"/>
                </a:solidFill>
              </a:rPr>
              <a:t>你想</a:t>
            </a:r>
            <a:r>
              <a:rPr lang="zh-CN" altLang="en-US" sz="6600" dirty="0" smtClean="0">
                <a:solidFill>
                  <a:schemeClr val="accent4"/>
                </a:solidFill>
              </a:rPr>
              <a:t>的</a:t>
            </a:r>
            <a:r>
              <a:rPr lang="zh-CN" altLang="en-US" sz="6600" dirty="0" smtClean="0">
                <a:solidFill>
                  <a:schemeClr val="accent5">
                    <a:lumMod val="75000"/>
                  </a:schemeClr>
                </a:solidFill>
              </a:rPr>
              <a:t>不</a:t>
            </a:r>
            <a:r>
              <a:rPr lang="zh-CN" altLang="en-US" sz="6600" dirty="0">
                <a:solidFill>
                  <a:schemeClr val="accent2"/>
                </a:solidFill>
              </a:rPr>
              <a:t>太</a:t>
            </a:r>
            <a:r>
              <a:rPr lang="zh-CN" altLang="en-US" sz="6600" dirty="0" smtClean="0">
                <a:solidFill>
                  <a:schemeClr val="accent3"/>
                </a:solidFill>
              </a:rPr>
              <a:t>一</a:t>
            </a:r>
            <a:r>
              <a:rPr lang="zh-CN" altLang="en-US" sz="6600" dirty="0" smtClean="0">
                <a:solidFill>
                  <a:schemeClr val="accent6"/>
                </a:solidFill>
              </a:rPr>
              <a:t>样</a:t>
            </a:r>
            <a:r>
              <a:rPr lang="zh-CN" altLang="en-US" sz="6600" dirty="0" smtClean="0">
                <a:solidFill>
                  <a:schemeClr val="accent5"/>
                </a:solidFill>
              </a:rPr>
              <a:t>！</a:t>
            </a:r>
            <a:endParaRPr lang="zh-CN" altLang="en-US" sz="4000" dirty="0">
              <a:solidFill>
                <a:schemeClr val="accent5"/>
              </a:solidFill>
            </a:endParaRPr>
          </a:p>
        </p:txBody>
      </p:sp>
      <p:cxnSp>
        <p:nvCxnSpPr>
          <p:cNvPr id="4" name="直接连接符 3"/>
          <p:cNvCxnSpPr/>
          <p:nvPr/>
        </p:nvCxnSpPr>
        <p:spPr>
          <a:xfrm>
            <a:off x="7691080" y="4297680"/>
            <a:ext cx="3556000" cy="0"/>
          </a:xfrm>
          <a:prstGeom prst="line">
            <a:avLst/>
          </a:prstGeom>
          <a:ln w="57150" cap="rnd" cmpd="thinThick">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192830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2">
            <a:duotone>
              <a:schemeClr val="accent4">
                <a:shade val="45000"/>
                <a:satMod val="135000"/>
              </a:schemeClr>
              <a:prstClr val="white"/>
            </a:duotone>
            <a:extLst>
              <a:ext uri="{BEBA8EAE-BF5A-486C-A8C5-ECC9F3942E4B}">
                <a14:imgProps xmlns:a14="http://schemas.microsoft.com/office/drawing/2010/main">
                  <a14:imgLayer r:embed="rId3">
                    <a14:imgEffect>
                      <a14:artisticPaintBrush/>
                    </a14:imgEffect>
                  </a14:imgLayer>
                </a14:imgProps>
              </a:ext>
            </a:extLst>
          </a:blip>
          <a:srcRect l="29280" t="8653" r="29721" b="29785"/>
          <a:stretch/>
        </p:blipFill>
        <p:spPr>
          <a:xfrm flipH="1">
            <a:off x="6934200" y="853440"/>
            <a:ext cx="4998720" cy="6004560"/>
          </a:xfrm>
          <a:custGeom>
            <a:avLst/>
            <a:gdLst>
              <a:gd name="connsiteX0" fmla="*/ 2987040 w 4998720"/>
              <a:gd name="connsiteY0" fmla="*/ 0 h 6004560"/>
              <a:gd name="connsiteX1" fmla="*/ 3291840 w 4998720"/>
              <a:gd name="connsiteY1" fmla="*/ 60960 h 6004560"/>
              <a:gd name="connsiteX2" fmla="*/ 3413760 w 4998720"/>
              <a:gd name="connsiteY2" fmla="*/ 289560 h 6004560"/>
              <a:gd name="connsiteX3" fmla="*/ 3108960 w 4998720"/>
              <a:gd name="connsiteY3" fmla="*/ 365760 h 6004560"/>
              <a:gd name="connsiteX4" fmla="*/ 3139440 w 4998720"/>
              <a:gd name="connsiteY4" fmla="*/ 670560 h 6004560"/>
              <a:gd name="connsiteX5" fmla="*/ 3093720 w 4998720"/>
              <a:gd name="connsiteY5" fmla="*/ 1325880 h 6004560"/>
              <a:gd name="connsiteX6" fmla="*/ 3002280 w 4998720"/>
              <a:gd name="connsiteY6" fmla="*/ 1554480 h 6004560"/>
              <a:gd name="connsiteX7" fmla="*/ 2910840 w 4998720"/>
              <a:gd name="connsiteY7" fmla="*/ 1996440 h 6004560"/>
              <a:gd name="connsiteX8" fmla="*/ 2956560 w 4998720"/>
              <a:gd name="connsiteY8" fmla="*/ 2514600 h 6004560"/>
              <a:gd name="connsiteX9" fmla="*/ 3093720 w 4998720"/>
              <a:gd name="connsiteY9" fmla="*/ 2773680 h 6004560"/>
              <a:gd name="connsiteX10" fmla="*/ 3337560 w 4998720"/>
              <a:gd name="connsiteY10" fmla="*/ 2865120 h 6004560"/>
              <a:gd name="connsiteX11" fmla="*/ 3307080 w 4998720"/>
              <a:gd name="connsiteY11" fmla="*/ 3108960 h 6004560"/>
              <a:gd name="connsiteX12" fmla="*/ 3672840 w 4998720"/>
              <a:gd name="connsiteY12" fmla="*/ 3139440 h 6004560"/>
              <a:gd name="connsiteX13" fmla="*/ 4922520 w 4998720"/>
              <a:gd name="connsiteY13" fmla="*/ 3200400 h 6004560"/>
              <a:gd name="connsiteX14" fmla="*/ 4998720 w 4998720"/>
              <a:gd name="connsiteY14" fmla="*/ 3688080 h 6004560"/>
              <a:gd name="connsiteX15" fmla="*/ 3108960 w 4998720"/>
              <a:gd name="connsiteY15" fmla="*/ 3581400 h 6004560"/>
              <a:gd name="connsiteX16" fmla="*/ 3078480 w 4998720"/>
              <a:gd name="connsiteY16" fmla="*/ 3855720 h 6004560"/>
              <a:gd name="connsiteX17" fmla="*/ 2849880 w 4998720"/>
              <a:gd name="connsiteY17" fmla="*/ 4312920 h 6004560"/>
              <a:gd name="connsiteX18" fmla="*/ 2778803 w 4998720"/>
              <a:gd name="connsiteY18" fmla="*/ 6004560 h 6004560"/>
              <a:gd name="connsiteX19" fmla="*/ 2196327 w 4998720"/>
              <a:gd name="connsiteY19" fmla="*/ 6004560 h 6004560"/>
              <a:gd name="connsiteX20" fmla="*/ 2225040 w 4998720"/>
              <a:gd name="connsiteY20" fmla="*/ 4023360 h 6004560"/>
              <a:gd name="connsiteX21" fmla="*/ 2118360 w 4998720"/>
              <a:gd name="connsiteY21" fmla="*/ 3611880 h 6004560"/>
              <a:gd name="connsiteX22" fmla="*/ 1005840 w 4998720"/>
              <a:gd name="connsiteY22" fmla="*/ 3688080 h 6004560"/>
              <a:gd name="connsiteX23" fmla="*/ 0 w 4998720"/>
              <a:gd name="connsiteY23" fmla="*/ 3566160 h 6004560"/>
              <a:gd name="connsiteX24" fmla="*/ 167640 w 4998720"/>
              <a:gd name="connsiteY24" fmla="*/ 3215640 h 6004560"/>
              <a:gd name="connsiteX25" fmla="*/ 944880 w 4998720"/>
              <a:gd name="connsiteY25" fmla="*/ 3078480 h 6004560"/>
              <a:gd name="connsiteX26" fmla="*/ 2240280 w 4998720"/>
              <a:gd name="connsiteY26" fmla="*/ 3139440 h 6004560"/>
              <a:gd name="connsiteX27" fmla="*/ 2484120 w 4998720"/>
              <a:gd name="connsiteY27" fmla="*/ 2941320 h 6004560"/>
              <a:gd name="connsiteX28" fmla="*/ 2194560 w 4998720"/>
              <a:gd name="connsiteY28" fmla="*/ 2423160 h 6004560"/>
              <a:gd name="connsiteX29" fmla="*/ 2194560 w 4998720"/>
              <a:gd name="connsiteY29" fmla="*/ 2072640 h 6004560"/>
              <a:gd name="connsiteX30" fmla="*/ 1767840 w 4998720"/>
              <a:gd name="connsiteY30" fmla="*/ 2042160 h 6004560"/>
              <a:gd name="connsiteX31" fmla="*/ 1767840 w 4998720"/>
              <a:gd name="connsiteY31" fmla="*/ 1645920 h 6004560"/>
              <a:gd name="connsiteX32" fmla="*/ 2087880 w 4998720"/>
              <a:gd name="connsiteY32" fmla="*/ 1447800 h 6004560"/>
              <a:gd name="connsiteX33" fmla="*/ 2011680 w 4998720"/>
              <a:gd name="connsiteY33" fmla="*/ 1173480 h 6004560"/>
              <a:gd name="connsiteX34" fmla="*/ 2103120 w 4998720"/>
              <a:gd name="connsiteY34" fmla="*/ 777240 h 6004560"/>
              <a:gd name="connsiteX35" fmla="*/ 2529840 w 4998720"/>
              <a:gd name="connsiteY35" fmla="*/ 365760 h 6004560"/>
              <a:gd name="connsiteX36" fmla="*/ 2651760 w 4998720"/>
              <a:gd name="connsiteY36" fmla="*/ 45720 h 600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98720" h="6004560">
                <a:moveTo>
                  <a:pt x="2987040" y="0"/>
                </a:moveTo>
                <a:lnTo>
                  <a:pt x="3291840" y="60960"/>
                </a:lnTo>
                <a:lnTo>
                  <a:pt x="3413760" y="289560"/>
                </a:lnTo>
                <a:lnTo>
                  <a:pt x="3108960" y="365760"/>
                </a:lnTo>
                <a:lnTo>
                  <a:pt x="3139440" y="670560"/>
                </a:lnTo>
                <a:lnTo>
                  <a:pt x="3093720" y="1325880"/>
                </a:lnTo>
                <a:lnTo>
                  <a:pt x="3002280" y="1554480"/>
                </a:lnTo>
                <a:lnTo>
                  <a:pt x="2910840" y="1996440"/>
                </a:lnTo>
                <a:lnTo>
                  <a:pt x="2956560" y="2514600"/>
                </a:lnTo>
                <a:lnTo>
                  <a:pt x="3093720" y="2773680"/>
                </a:lnTo>
                <a:lnTo>
                  <a:pt x="3337560" y="2865120"/>
                </a:lnTo>
                <a:lnTo>
                  <a:pt x="3307080" y="3108960"/>
                </a:lnTo>
                <a:lnTo>
                  <a:pt x="3672840" y="3139440"/>
                </a:lnTo>
                <a:lnTo>
                  <a:pt x="4922520" y="3200400"/>
                </a:lnTo>
                <a:lnTo>
                  <a:pt x="4998720" y="3688080"/>
                </a:lnTo>
                <a:lnTo>
                  <a:pt x="3108960" y="3581400"/>
                </a:lnTo>
                <a:lnTo>
                  <a:pt x="3078480" y="3855720"/>
                </a:lnTo>
                <a:lnTo>
                  <a:pt x="2849880" y="4312920"/>
                </a:lnTo>
                <a:lnTo>
                  <a:pt x="2778803" y="6004560"/>
                </a:lnTo>
                <a:lnTo>
                  <a:pt x="2196327" y="6004560"/>
                </a:lnTo>
                <a:lnTo>
                  <a:pt x="2225040" y="4023360"/>
                </a:lnTo>
                <a:lnTo>
                  <a:pt x="2118360" y="3611880"/>
                </a:lnTo>
                <a:lnTo>
                  <a:pt x="1005840" y="3688080"/>
                </a:lnTo>
                <a:lnTo>
                  <a:pt x="0" y="3566160"/>
                </a:lnTo>
                <a:lnTo>
                  <a:pt x="167640" y="3215640"/>
                </a:lnTo>
                <a:lnTo>
                  <a:pt x="944880" y="3078480"/>
                </a:lnTo>
                <a:lnTo>
                  <a:pt x="2240280" y="3139440"/>
                </a:lnTo>
                <a:lnTo>
                  <a:pt x="2484120" y="2941320"/>
                </a:lnTo>
                <a:lnTo>
                  <a:pt x="2194560" y="2423160"/>
                </a:lnTo>
                <a:lnTo>
                  <a:pt x="2194560" y="2072640"/>
                </a:lnTo>
                <a:lnTo>
                  <a:pt x="1767840" y="2042160"/>
                </a:lnTo>
                <a:lnTo>
                  <a:pt x="1767840" y="1645920"/>
                </a:lnTo>
                <a:lnTo>
                  <a:pt x="2087880" y="1447800"/>
                </a:lnTo>
                <a:lnTo>
                  <a:pt x="2011680" y="1173480"/>
                </a:lnTo>
                <a:lnTo>
                  <a:pt x="2103120" y="777240"/>
                </a:lnTo>
                <a:lnTo>
                  <a:pt x="2529840" y="365760"/>
                </a:lnTo>
                <a:lnTo>
                  <a:pt x="2651760" y="45720"/>
                </a:lnTo>
                <a:close/>
              </a:path>
            </a:pathLst>
          </a:custGeom>
        </p:spPr>
      </p:pic>
      <p:sp>
        <p:nvSpPr>
          <p:cNvPr id="2" name="标题 1"/>
          <p:cNvSpPr>
            <a:spLocks noGrp="1"/>
          </p:cNvSpPr>
          <p:nvPr>
            <p:ph type="title"/>
          </p:nvPr>
        </p:nvSpPr>
        <p:spPr>
          <a:xfrm>
            <a:off x="838200" y="471736"/>
            <a:ext cx="1352550" cy="769441"/>
          </a:xfrm>
        </p:spPr>
        <p:txBody>
          <a:bodyPr/>
          <a:lstStyle/>
          <a:p>
            <a:r>
              <a:rPr lang="zh-CN" altLang="en-US" dirty="0" smtClean="0">
                <a:solidFill>
                  <a:schemeClr val="accent4"/>
                </a:solidFill>
              </a:rPr>
              <a:t>目录</a:t>
            </a:r>
            <a:endParaRPr lang="zh-CN" altLang="en-US" dirty="0">
              <a:solidFill>
                <a:schemeClr val="accent4"/>
              </a:solidFill>
            </a:endParaRPr>
          </a:p>
        </p:txBody>
      </p:sp>
      <p:sp>
        <p:nvSpPr>
          <p:cNvPr id="3" name="内容占位符 2"/>
          <p:cNvSpPr>
            <a:spLocks noGrp="1"/>
          </p:cNvSpPr>
          <p:nvPr>
            <p:ph idx="1"/>
          </p:nvPr>
        </p:nvSpPr>
        <p:spPr>
          <a:xfrm>
            <a:off x="1981200" y="950909"/>
            <a:ext cx="10515600" cy="4308475"/>
          </a:xfrm>
        </p:spPr>
        <p:txBody>
          <a:bodyPr/>
          <a:lstStyle/>
          <a:p>
            <a:pPr lvl="0">
              <a:lnSpc>
                <a:spcPct val="200000"/>
              </a:lnSpc>
              <a:buFont typeface="Wingdings" panose="05000000000000000000" pitchFamily="2" charset="2"/>
              <a:buChar char="l"/>
            </a:pPr>
            <a:r>
              <a:rPr lang="zh-CN" altLang="en-US" b="1" dirty="0" smtClean="0">
                <a:solidFill>
                  <a:schemeClr val="accent4"/>
                </a:solidFill>
              </a:rPr>
              <a:t> </a:t>
            </a:r>
            <a:r>
              <a:rPr lang="zh-CN" altLang="en-US" dirty="0" smtClean="0">
                <a:solidFill>
                  <a:schemeClr val="accent4"/>
                </a:solidFill>
              </a:rPr>
              <a:t>死亡</a:t>
            </a:r>
            <a:r>
              <a:rPr lang="zh-CN" altLang="en-US" dirty="0">
                <a:solidFill>
                  <a:schemeClr val="accent4"/>
                </a:solidFill>
              </a:rPr>
              <a:t>是</a:t>
            </a:r>
            <a:r>
              <a:rPr lang="zh-CN" altLang="en-US" b="1" dirty="0">
                <a:solidFill>
                  <a:schemeClr val="accent4"/>
                </a:solidFill>
              </a:rPr>
              <a:t>坏</a:t>
            </a:r>
            <a:r>
              <a:rPr lang="zh-CN" altLang="en-US" dirty="0">
                <a:solidFill>
                  <a:schemeClr val="accent4"/>
                </a:solidFill>
              </a:rPr>
              <a:t>事吗？</a:t>
            </a:r>
          </a:p>
          <a:p>
            <a:pPr lvl="0">
              <a:lnSpc>
                <a:spcPct val="200000"/>
              </a:lnSpc>
              <a:buFont typeface="Wingdings" panose="05000000000000000000" pitchFamily="2" charset="2"/>
              <a:buChar char="l"/>
            </a:pPr>
            <a:r>
              <a:rPr lang="zh-CN" altLang="en-US" b="1" dirty="0" smtClean="0">
                <a:solidFill>
                  <a:schemeClr val="accent4"/>
                </a:solidFill>
              </a:rPr>
              <a:t> </a:t>
            </a:r>
            <a:r>
              <a:rPr lang="zh-CN" altLang="en-US" dirty="0" smtClean="0">
                <a:solidFill>
                  <a:schemeClr val="accent4"/>
                </a:solidFill>
              </a:rPr>
              <a:t>永生</a:t>
            </a:r>
            <a:r>
              <a:rPr lang="zh-CN" altLang="en-US" dirty="0">
                <a:solidFill>
                  <a:schemeClr val="accent4"/>
                </a:solidFill>
              </a:rPr>
              <a:t>是</a:t>
            </a:r>
            <a:r>
              <a:rPr lang="zh-CN" altLang="en-US" b="1" dirty="0">
                <a:solidFill>
                  <a:schemeClr val="accent4"/>
                </a:solidFill>
              </a:rPr>
              <a:t>好</a:t>
            </a:r>
            <a:r>
              <a:rPr lang="zh-CN" altLang="en-US" dirty="0">
                <a:solidFill>
                  <a:schemeClr val="accent4"/>
                </a:solidFill>
              </a:rPr>
              <a:t>事吗？</a:t>
            </a:r>
          </a:p>
          <a:p>
            <a:pPr lvl="0">
              <a:lnSpc>
                <a:spcPct val="200000"/>
              </a:lnSpc>
              <a:buFont typeface="Wingdings" panose="05000000000000000000" pitchFamily="2" charset="2"/>
              <a:buChar char="l"/>
            </a:pPr>
            <a:r>
              <a:rPr lang="zh-CN" altLang="en-US" b="1" dirty="0" smtClean="0">
                <a:solidFill>
                  <a:schemeClr val="accent4"/>
                </a:solidFill>
              </a:rPr>
              <a:t> 灵魂</a:t>
            </a:r>
            <a:r>
              <a:rPr lang="zh-CN" altLang="en-US" dirty="0">
                <a:solidFill>
                  <a:schemeClr val="accent4"/>
                </a:solidFill>
              </a:rPr>
              <a:t>存在吗？</a:t>
            </a:r>
          </a:p>
          <a:p>
            <a:pPr lvl="0">
              <a:lnSpc>
                <a:spcPct val="200000"/>
              </a:lnSpc>
              <a:buFont typeface="Wingdings" panose="05000000000000000000" pitchFamily="2" charset="2"/>
              <a:buChar char="l"/>
            </a:pPr>
            <a:r>
              <a:rPr lang="zh-CN" altLang="en-US" dirty="0" smtClean="0">
                <a:solidFill>
                  <a:schemeClr val="accent4"/>
                </a:solidFill>
              </a:rPr>
              <a:t> 我们</a:t>
            </a:r>
            <a:r>
              <a:rPr lang="zh-CN" altLang="en-US" dirty="0">
                <a:solidFill>
                  <a:schemeClr val="accent4"/>
                </a:solidFill>
              </a:rPr>
              <a:t>能在</a:t>
            </a:r>
            <a:r>
              <a:rPr lang="zh-CN" altLang="en-US" b="1" dirty="0">
                <a:solidFill>
                  <a:schemeClr val="accent4"/>
                </a:solidFill>
              </a:rPr>
              <a:t>死后存活</a:t>
            </a:r>
            <a:r>
              <a:rPr lang="zh-CN" altLang="en-US" dirty="0">
                <a:solidFill>
                  <a:schemeClr val="accent4"/>
                </a:solidFill>
              </a:rPr>
              <a:t>吗？</a:t>
            </a:r>
          </a:p>
          <a:p>
            <a:pPr lvl="0">
              <a:lnSpc>
                <a:spcPct val="200000"/>
              </a:lnSpc>
              <a:buFont typeface="Wingdings" panose="05000000000000000000" pitchFamily="2" charset="2"/>
              <a:buChar char="l"/>
            </a:pPr>
            <a:r>
              <a:rPr lang="zh-CN" altLang="en-US" b="1" dirty="0" smtClean="0">
                <a:solidFill>
                  <a:schemeClr val="accent4"/>
                </a:solidFill>
              </a:rPr>
              <a:t> </a:t>
            </a:r>
            <a:r>
              <a:rPr lang="zh-CN" altLang="en-US" dirty="0" smtClean="0">
                <a:solidFill>
                  <a:schemeClr val="accent4"/>
                </a:solidFill>
              </a:rPr>
              <a:t>死亡</a:t>
            </a:r>
            <a:r>
              <a:rPr lang="zh-CN" altLang="en-US" dirty="0">
                <a:solidFill>
                  <a:schemeClr val="accent4"/>
                </a:solidFill>
              </a:rPr>
              <a:t>的</a:t>
            </a:r>
            <a:r>
              <a:rPr lang="zh-CN" altLang="en-US" b="1" dirty="0">
                <a:solidFill>
                  <a:schemeClr val="accent4"/>
                </a:solidFill>
              </a:rPr>
              <a:t>本质</a:t>
            </a:r>
            <a:r>
              <a:rPr lang="zh-CN" altLang="en-US" dirty="0">
                <a:solidFill>
                  <a:schemeClr val="accent4"/>
                </a:solidFill>
              </a:rPr>
              <a:t>是什么？</a:t>
            </a:r>
          </a:p>
          <a:p>
            <a:pPr lvl="0">
              <a:lnSpc>
                <a:spcPct val="200000"/>
              </a:lnSpc>
              <a:buFont typeface="Wingdings" panose="05000000000000000000" pitchFamily="2" charset="2"/>
              <a:buChar char="l"/>
            </a:pPr>
            <a:r>
              <a:rPr lang="zh-CN" altLang="en-US" dirty="0" smtClean="0">
                <a:solidFill>
                  <a:schemeClr val="accent4"/>
                </a:solidFill>
              </a:rPr>
              <a:t> 我们</a:t>
            </a:r>
            <a:r>
              <a:rPr lang="zh-CN" altLang="en-US" dirty="0">
                <a:solidFill>
                  <a:schemeClr val="accent4"/>
                </a:solidFill>
              </a:rPr>
              <a:t>该如何</a:t>
            </a:r>
            <a:r>
              <a:rPr lang="zh-CN" altLang="en-US" b="1" dirty="0">
                <a:solidFill>
                  <a:schemeClr val="accent4"/>
                </a:solidFill>
              </a:rPr>
              <a:t>面对死亡而活？</a:t>
            </a:r>
          </a:p>
          <a:p>
            <a:pPr>
              <a:lnSpc>
                <a:spcPct val="200000"/>
              </a:lnSpc>
              <a:buFont typeface="Wingdings" panose="05000000000000000000" pitchFamily="2" charset="2"/>
              <a:buChar char="l"/>
            </a:pPr>
            <a:endParaRPr lang="zh-CN" altLang="en-US" dirty="0">
              <a:solidFill>
                <a:schemeClr val="accent4"/>
              </a:solidFill>
            </a:endParaRPr>
          </a:p>
        </p:txBody>
      </p:sp>
      <p:cxnSp>
        <p:nvCxnSpPr>
          <p:cNvPr id="18" name="直接连接符 17"/>
          <p:cNvCxnSpPr/>
          <p:nvPr/>
        </p:nvCxnSpPr>
        <p:spPr>
          <a:xfrm>
            <a:off x="2209800" y="-4"/>
            <a:ext cx="0" cy="6858004"/>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2250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210256"/>
            <a:ext cx="10515600" cy="1015663"/>
          </a:xfrm>
        </p:spPr>
        <p:txBody>
          <a:bodyPr>
            <a:noAutofit/>
          </a:bodyPr>
          <a:lstStyle/>
          <a:p>
            <a:pPr marR="0" rtl="0"/>
            <a:r>
              <a:rPr lang="zh-CN" altLang="en-US" sz="5400" dirty="0" smtClean="0">
                <a:solidFill>
                  <a:schemeClr val="accent4"/>
                </a:solidFill>
              </a:rPr>
              <a:t>   死亡</a:t>
            </a:r>
            <a:r>
              <a:rPr lang="zh-CN" altLang="en-US" sz="5400" dirty="0">
                <a:solidFill>
                  <a:schemeClr val="accent4"/>
                </a:solidFill>
              </a:rPr>
              <a:t>是</a:t>
            </a:r>
            <a:r>
              <a:rPr lang="zh-CN" altLang="en-US" sz="5400" dirty="0">
                <a:solidFill>
                  <a:schemeClr val="accent5">
                    <a:lumMod val="75000"/>
                  </a:schemeClr>
                </a:solidFill>
              </a:rPr>
              <a:t>坏</a:t>
            </a:r>
            <a:r>
              <a:rPr lang="zh-CN" altLang="en-US" sz="5400" dirty="0">
                <a:solidFill>
                  <a:schemeClr val="accent4"/>
                </a:solidFill>
              </a:rPr>
              <a:t>事吗</a:t>
            </a:r>
            <a:r>
              <a:rPr lang="zh-CN" altLang="en-US" sz="5400" dirty="0" smtClean="0">
                <a:solidFill>
                  <a:schemeClr val="accent4"/>
                </a:solidFill>
              </a:rPr>
              <a:t>？</a:t>
            </a:r>
            <a:r>
              <a:rPr lang="en-US" altLang="zh-CN" sz="5400" dirty="0" smtClean="0">
                <a:solidFill>
                  <a:schemeClr val="accent4"/>
                </a:solidFill>
              </a:rPr>
              <a:t/>
            </a:r>
            <a:br>
              <a:rPr lang="en-US" altLang="zh-CN" sz="5400" dirty="0" smtClean="0">
                <a:solidFill>
                  <a:schemeClr val="accent4"/>
                </a:solidFill>
              </a:rPr>
            </a:br>
            <a:r>
              <a:rPr lang="en-US" altLang="zh-CN" sz="2400" dirty="0" smtClean="0">
                <a:solidFill>
                  <a:schemeClr val="accent4"/>
                </a:solidFill>
                <a:latin typeface="+mj-ea"/>
              </a:rPr>
              <a:t>IS IT </a:t>
            </a:r>
            <a:r>
              <a:rPr lang="en-US" altLang="zh-CN" sz="2400" dirty="0" smtClean="0">
                <a:solidFill>
                  <a:schemeClr val="accent5">
                    <a:lumMod val="75000"/>
                  </a:schemeClr>
                </a:solidFill>
                <a:latin typeface="+mj-ea"/>
              </a:rPr>
              <a:t>BAD</a:t>
            </a:r>
            <a:r>
              <a:rPr lang="en-US" altLang="zh-CN" sz="2400" dirty="0" smtClean="0">
                <a:solidFill>
                  <a:schemeClr val="accent4"/>
                </a:solidFill>
                <a:latin typeface="+mj-ea"/>
              </a:rPr>
              <a:t> TO BE DEAD?</a:t>
            </a:r>
            <a:endParaRPr lang="zh-CN" altLang="en-US" sz="4800" dirty="0">
              <a:solidFill>
                <a:schemeClr val="accent4"/>
              </a:solidFill>
              <a:latin typeface="+mj-ea"/>
            </a:endParaRPr>
          </a:p>
        </p:txBody>
      </p:sp>
      <p:grpSp>
        <p:nvGrpSpPr>
          <p:cNvPr id="15" name="组合 14"/>
          <p:cNvGrpSpPr/>
          <p:nvPr/>
        </p:nvGrpSpPr>
        <p:grpSpPr>
          <a:xfrm>
            <a:off x="1233715" y="4666222"/>
            <a:ext cx="1262742" cy="1863166"/>
            <a:chOff x="1233715" y="5067554"/>
            <a:chExt cx="1262742" cy="1863166"/>
          </a:xfrm>
          <a:solidFill>
            <a:schemeClr val="tx1">
              <a:lumMod val="85000"/>
              <a:lumOff val="15000"/>
            </a:schemeClr>
          </a:solidFill>
        </p:grpSpPr>
        <p:sp>
          <p:nvSpPr>
            <p:cNvPr id="13" name="同侧圆角矩形 12"/>
            <p:cNvSpPr/>
            <p:nvPr/>
          </p:nvSpPr>
          <p:spPr>
            <a:xfrm>
              <a:off x="1233715" y="5601880"/>
              <a:ext cx="1262742" cy="1328840"/>
            </a:xfrm>
            <a:prstGeom prst="round2SameRect">
              <a:avLst>
                <a:gd name="adj1" fmla="val 50000"/>
                <a:gd name="adj2" fmla="val 0"/>
              </a:avLst>
            </a:prstGeom>
            <a:solidFill>
              <a:schemeClr val="tx1">
                <a:lumMod val="95000"/>
                <a:lumOff val="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 name="十字形 13"/>
            <p:cNvSpPr/>
            <p:nvPr/>
          </p:nvSpPr>
          <p:spPr>
            <a:xfrm>
              <a:off x="1595665" y="5067554"/>
              <a:ext cx="538843" cy="534326"/>
            </a:xfrm>
            <a:prstGeom prst="plus">
              <a:avLst>
                <a:gd name="adj" fmla="val 39301"/>
              </a:avLst>
            </a:prstGeom>
            <a:solidFill>
              <a:schemeClr val="accent5">
                <a:lumMod val="75000"/>
              </a:schemeClr>
            </a:solid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1"/>
                </a:solidFill>
              </a:endParaRPr>
            </a:p>
          </p:txBody>
        </p:sp>
      </p:grpSp>
      <p:grpSp>
        <p:nvGrpSpPr>
          <p:cNvPr id="27" name="组合 26"/>
          <p:cNvGrpSpPr/>
          <p:nvPr/>
        </p:nvGrpSpPr>
        <p:grpSpPr>
          <a:xfrm>
            <a:off x="3046640" y="4556119"/>
            <a:ext cx="573768" cy="1973269"/>
            <a:chOff x="3729717" y="4884731"/>
            <a:chExt cx="573768" cy="1973269"/>
          </a:xfrm>
          <a:solidFill>
            <a:schemeClr val="tx1">
              <a:lumMod val="95000"/>
              <a:lumOff val="5000"/>
            </a:schemeClr>
          </a:solidFill>
        </p:grpSpPr>
        <p:sp>
          <p:nvSpPr>
            <p:cNvPr id="16" name="椭圆 15"/>
            <p:cNvSpPr/>
            <p:nvPr/>
          </p:nvSpPr>
          <p:spPr>
            <a:xfrm>
              <a:off x="3729717" y="4884731"/>
              <a:ext cx="419100" cy="419100"/>
            </a:xfrm>
            <a:prstGeom prst="ellipse">
              <a:avLst/>
            </a:prstGeom>
            <a:grp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6" name="组合 25"/>
            <p:cNvGrpSpPr/>
            <p:nvPr/>
          </p:nvGrpSpPr>
          <p:grpSpPr>
            <a:xfrm>
              <a:off x="3939267" y="5372100"/>
              <a:ext cx="364218" cy="1485900"/>
              <a:chOff x="3939267" y="5372100"/>
              <a:chExt cx="364218" cy="1485900"/>
            </a:xfrm>
            <a:grpFill/>
          </p:grpSpPr>
          <p:sp>
            <p:nvSpPr>
              <p:cNvPr id="22" name="同侧圆角矩形 21"/>
              <p:cNvSpPr/>
              <p:nvPr/>
            </p:nvSpPr>
            <p:spPr>
              <a:xfrm>
                <a:off x="3994150" y="5372100"/>
                <a:ext cx="309335" cy="1485900"/>
              </a:xfrm>
              <a:prstGeom prst="round2SameRect">
                <a:avLst>
                  <a:gd name="adj1" fmla="val 37500"/>
                  <a:gd name="adj2" fmla="val 0"/>
                </a:avLst>
              </a:prstGeom>
              <a:grp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5" name="同侧圆角矩形 24"/>
              <p:cNvSpPr/>
              <p:nvPr/>
            </p:nvSpPr>
            <p:spPr>
              <a:xfrm>
                <a:off x="3939267" y="5372100"/>
                <a:ext cx="309335" cy="825500"/>
              </a:xfrm>
              <a:prstGeom prst="round2SameRect">
                <a:avLst>
                  <a:gd name="adj1" fmla="val 37500"/>
                  <a:gd name="adj2" fmla="val 0"/>
                </a:avLst>
              </a:prstGeom>
              <a:grp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sp>
        <p:nvSpPr>
          <p:cNvPr id="11" name="矩形 10"/>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88713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任意多边形 35"/>
          <p:cNvSpPr/>
          <p:nvPr/>
        </p:nvSpPr>
        <p:spPr>
          <a:xfrm>
            <a:off x="2187315" y="1475138"/>
            <a:ext cx="2552177" cy="2001128"/>
          </a:xfrm>
          <a:custGeom>
            <a:avLst/>
            <a:gdLst>
              <a:gd name="connsiteX0" fmla="*/ 1276088 w 2552177"/>
              <a:gd name="connsiteY0" fmla="*/ 0 h 2001128"/>
              <a:gd name="connsiteX1" fmla="*/ 1276088 w 2552177"/>
              <a:gd name="connsiteY1" fmla="*/ 0 h 2001128"/>
              <a:gd name="connsiteX2" fmla="*/ 1914132 w 2552177"/>
              <a:gd name="connsiteY2" fmla="*/ 1000564 h 2001128"/>
              <a:gd name="connsiteX3" fmla="*/ 1914134 w 2552177"/>
              <a:gd name="connsiteY3" fmla="*/ 1000564 h 2001128"/>
              <a:gd name="connsiteX4" fmla="*/ 2552177 w 2552177"/>
              <a:gd name="connsiteY4" fmla="*/ 2001128 h 2001128"/>
              <a:gd name="connsiteX5" fmla="*/ 0 w 2552177"/>
              <a:gd name="connsiteY5" fmla="*/ 2001128 h 2001128"/>
              <a:gd name="connsiteX6" fmla="*/ 638044 w 2552177"/>
              <a:gd name="connsiteY6" fmla="*/ 1000564 h 2001128"/>
              <a:gd name="connsiteX7" fmla="*/ 638043 w 2552177"/>
              <a:gd name="connsiteY7" fmla="*/ 1000564 h 200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2177" h="2001128">
                <a:moveTo>
                  <a:pt x="1276088" y="0"/>
                </a:moveTo>
                <a:lnTo>
                  <a:pt x="1276088" y="0"/>
                </a:lnTo>
                <a:lnTo>
                  <a:pt x="1914132" y="1000564"/>
                </a:lnTo>
                <a:lnTo>
                  <a:pt x="1914134" y="1000564"/>
                </a:lnTo>
                <a:lnTo>
                  <a:pt x="2552177" y="2001128"/>
                </a:lnTo>
                <a:lnTo>
                  <a:pt x="0" y="2001128"/>
                </a:lnTo>
                <a:lnTo>
                  <a:pt x="638044" y="1000564"/>
                </a:lnTo>
                <a:lnTo>
                  <a:pt x="638043" y="1000564"/>
                </a:lnTo>
                <a:close/>
              </a:path>
            </a:pathLst>
          </a:custGeom>
          <a:solidFill>
            <a:schemeClr val="accent5">
              <a:lumMod val="50000"/>
            </a:schemeClr>
          </a:solidFill>
          <a:ln w="38100">
            <a:solidFill>
              <a:schemeClr val="accent5">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930" tIns="74930" rIns="74930" bIns="74930" numCol="1" spcCol="1270" anchor="ctr" anchorCtr="0">
            <a:noAutofit/>
          </a:bodyPr>
          <a:lstStyle/>
          <a:p>
            <a:pPr lvl="0" algn="ctr" defTabSz="2622550">
              <a:lnSpc>
                <a:spcPct val="90000"/>
              </a:lnSpc>
              <a:spcBef>
                <a:spcPct val="0"/>
              </a:spcBef>
              <a:spcAft>
                <a:spcPct val="35000"/>
              </a:spcAft>
            </a:pPr>
            <a:endParaRPr lang="zh-CN" altLang="en-US" sz="6600" kern="1200"/>
          </a:p>
        </p:txBody>
      </p:sp>
      <p:sp>
        <p:nvSpPr>
          <p:cNvPr id="37" name="任意多边形 36"/>
          <p:cNvSpPr/>
          <p:nvPr/>
        </p:nvSpPr>
        <p:spPr>
          <a:xfrm>
            <a:off x="1549270" y="3809090"/>
            <a:ext cx="3828266" cy="1000564"/>
          </a:xfrm>
          <a:custGeom>
            <a:avLst/>
            <a:gdLst>
              <a:gd name="connsiteX0" fmla="*/ 0 w 6096000"/>
              <a:gd name="connsiteY0" fmla="*/ 1354666 h 1354666"/>
              <a:gd name="connsiteX1" fmla="*/ 1016000 w 6096000"/>
              <a:gd name="connsiteY1" fmla="*/ 0 h 1354666"/>
              <a:gd name="connsiteX2" fmla="*/ 5080001 w 6096000"/>
              <a:gd name="connsiteY2" fmla="*/ 0 h 1354666"/>
              <a:gd name="connsiteX3" fmla="*/ 6096000 w 6096000"/>
              <a:gd name="connsiteY3" fmla="*/ 1354666 h 1354666"/>
              <a:gd name="connsiteX4" fmla="*/ 0 w 6096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54666">
                <a:moveTo>
                  <a:pt x="0" y="1354666"/>
                </a:moveTo>
                <a:lnTo>
                  <a:pt x="1016000" y="0"/>
                </a:lnTo>
                <a:lnTo>
                  <a:pt x="5080001" y="0"/>
                </a:lnTo>
                <a:lnTo>
                  <a:pt x="6096000" y="1354666"/>
                </a:lnTo>
                <a:lnTo>
                  <a:pt x="0" y="1354666"/>
                </a:lnTo>
                <a:close/>
              </a:path>
            </a:pathLst>
          </a:custGeom>
          <a:solidFill>
            <a:schemeClr val="accent5">
              <a:lumMod val="50000"/>
            </a:schemeClr>
          </a:solidFill>
          <a:ln w="38100">
            <a:solidFill>
              <a:schemeClr val="accent5">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1730" tIns="74930" rIns="1141730" bIns="74930" numCol="1" spcCol="1270" anchor="ctr" anchorCtr="0">
            <a:noAutofit/>
          </a:bodyPr>
          <a:lstStyle/>
          <a:p>
            <a:pPr lvl="0" algn="ctr" defTabSz="2622550">
              <a:lnSpc>
                <a:spcPct val="90000"/>
              </a:lnSpc>
              <a:spcBef>
                <a:spcPct val="0"/>
              </a:spcBef>
              <a:spcAft>
                <a:spcPct val="35000"/>
              </a:spcAft>
            </a:pPr>
            <a:endParaRPr lang="zh-CN" altLang="en-US" sz="6600" kern="1200" dirty="0"/>
          </a:p>
        </p:txBody>
      </p:sp>
      <p:sp>
        <p:nvSpPr>
          <p:cNvPr id="38" name="任意多边形 37"/>
          <p:cNvSpPr/>
          <p:nvPr/>
        </p:nvSpPr>
        <p:spPr>
          <a:xfrm>
            <a:off x="911226" y="5119657"/>
            <a:ext cx="5104354" cy="1000564"/>
          </a:xfrm>
          <a:custGeom>
            <a:avLst/>
            <a:gdLst>
              <a:gd name="connsiteX0" fmla="*/ 0 w 8128000"/>
              <a:gd name="connsiteY0" fmla="*/ 1354666 h 1354666"/>
              <a:gd name="connsiteX1" fmla="*/ 1016000 w 8128000"/>
              <a:gd name="connsiteY1" fmla="*/ 0 h 1354666"/>
              <a:gd name="connsiteX2" fmla="*/ 7112001 w 8128000"/>
              <a:gd name="connsiteY2" fmla="*/ 0 h 1354666"/>
              <a:gd name="connsiteX3" fmla="*/ 8128000 w 8128000"/>
              <a:gd name="connsiteY3" fmla="*/ 1354666 h 1354666"/>
              <a:gd name="connsiteX4" fmla="*/ 0 w 8128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0" h="1354666">
                <a:moveTo>
                  <a:pt x="0" y="1354666"/>
                </a:moveTo>
                <a:lnTo>
                  <a:pt x="1016000" y="0"/>
                </a:lnTo>
                <a:lnTo>
                  <a:pt x="7112001" y="0"/>
                </a:lnTo>
                <a:lnTo>
                  <a:pt x="8128000" y="1354666"/>
                </a:lnTo>
                <a:lnTo>
                  <a:pt x="0" y="1354666"/>
                </a:lnTo>
                <a:close/>
              </a:path>
            </a:pathLst>
          </a:custGeom>
          <a:solidFill>
            <a:schemeClr val="accent5">
              <a:lumMod val="50000"/>
            </a:schemeClr>
          </a:solidFill>
          <a:ln w="38100">
            <a:solidFill>
              <a:schemeClr val="accent5">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4949" tIns="82550" rIns="1504951" bIns="82550" numCol="1" spcCol="1270" anchor="ctr" anchorCtr="0">
            <a:noAutofit/>
          </a:bodyPr>
          <a:lstStyle/>
          <a:p>
            <a:pPr lvl="0" algn="ctr" defTabSz="2889250">
              <a:lnSpc>
                <a:spcPct val="90000"/>
              </a:lnSpc>
              <a:spcBef>
                <a:spcPct val="0"/>
              </a:spcBef>
              <a:spcAft>
                <a:spcPct val="35000"/>
              </a:spcAft>
            </a:pPr>
            <a:endParaRPr lang="zh-CN" altLang="en-US" sz="7200" kern="1200" dirty="0"/>
          </a:p>
        </p:txBody>
      </p:sp>
      <p:sp>
        <p:nvSpPr>
          <p:cNvPr id="2" name="标题 1"/>
          <p:cNvSpPr>
            <a:spLocks noGrp="1"/>
          </p:cNvSpPr>
          <p:nvPr>
            <p:ph type="title"/>
          </p:nvPr>
        </p:nvSpPr>
        <p:spPr>
          <a:xfrm>
            <a:off x="838200" y="293689"/>
            <a:ext cx="10515600" cy="769441"/>
          </a:xfrm>
        </p:spPr>
        <p:txBody>
          <a:bodyPr/>
          <a:lstStyle/>
          <a:p>
            <a:r>
              <a:rPr lang="zh-CN" altLang="en-US" dirty="0" smtClean="0">
                <a:solidFill>
                  <a:schemeClr val="accent4"/>
                </a:solidFill>
              </a:rPr>
              <a:t>什么事对我有</a:t>
            </a:r>
            <a:r>
              <a:rPr lang="zh-CN" altLang="en-US" dirty="0" smtClean="0">
                <a:solidFill>
                  <a:schemeClr val="accent5">
                    <a:lumMod val="75000"/>
                  </a:schemeClr>
                </a:solidFill>
              </a:rPr>
              <a:t>坏</a:t>
            </a:r>
            <a:r>
              <a:rPr lang="zh-CN" altLang="en-US" dirty="0" smtClean="0">
                <a:solidFill>
                  <a:schemeClr val="accent4"/>
                </a:solidFill>
              </a:rPr>
              <a:t>处？</a:t>
            </a:r>
            <a:endParaRPr lang="zh-CN" altLang="en-US" dirty="0">
              <a:solidFill>
                <a:schemeClr val="accent4"/>
              </a:solidFill>
            </a:endParaRPr>
          </a:p>
        </p:txBody>
      </p:sp>
      <p:sp>
        <p:nvSpPr>
          <p:cNvPr id="42" name="文本框 41"/>
          <p:cNvSpPr txBox="1"/>
          <p:nvPr/>
        </p:nvSpPr>
        <p:spPr>
          <a:xfrm>
            <a:off x="6203949" y="2354716"/>
            <a:ext cx="4800600" cy="784830"/>
          </a:xfrm>
          <a:prstGeom prst="rect">
            <a:avLst/>
          </a:prstGeom>
          <a:noFill/>
        </p:spPr>
        <p:txBody>
          <a:bodyPr wrap="square" rtlCol="0">
            <a:spAutoFit/>
          </a:bodyPr>
          <a:lstStyle/>
          <a:p>
            <a:pPr>
              <a:spcBef>
                <a:spcPts val="600"/>
              </a:spcBef>
            </a:pPr>
            <a:r>
              <a:rPr lang="zh-CN" altLang="en-US" sz="2400" b="1" dirty="0" smtClean="0">
                <a:solidFill>
                  <a:schemeClr val="accent5">
                    <a:lumMod val="75000"/>
                  </a:schemeClr>
                </a:solidFill>
              </a:rPr>
              <a:t>相较于其他事来说是坏事。</a:t>
            </a:r>
            <a:endParaRPr lang="en-US" altLang="zh-CN" sz="2400" b="1" dirty="0" smtClean="0">
              <a:solidFill>
                <a:schemeClr val="accent5">
                  <a:lumMod val="75000"/>
                </a:schemeClr>
              </a:solidFill>
            </a:endParaRPr>
          </a:p>
          <a:p>
            <a:pPr marL="285750" indent="-285750">
              <a:spcBef>
                <a:spcPts val="600"/>
              </a:spcBef>
              <a:buFont typeface="华文细黑" panose="02010600040101010101" pitchFamily="2" charset="-122"/>
              <a:buChar char="−"/>
            </a:pPr>
            <a:r>
              <a:rPr lang="zh-CN" altLang="en-US" sz="1600" dirty="0"/>
              <a:t>捡</a:t>
            </a:r>
            <a:r>
              <a:rPr lang="zh-CN" altLang="en-US" sz="1600" dirty="0" smtClean="0"/>
              <a:t>到钱是好事，但是捡到</a:t>
            </a:r>
            <a:r>
              <a:rPr lang="en-US" altLang="zh-CN" sz="1600" dirty="0" smtClean="0"/>
              <a:t>5</a:t>
            </a:r>
            <a:r>
              <a:rPr lang="zh-CN" altLang="en-US" sz="1600" dirty="0" smtClean="0"/>
              <a:t>毛就不如捡到</a:t>
            </a:r>
            <a:r>
              <a:rPr lang="en-US" altLang="zh-CN" sz="1600" dirty="0" smtClean="0"/>
              <a:t>100</a:t>
            </a:r>
            <a:r>
              <a:rPr lang="zh-CN" altLang="en-US" sz="1600" dirty="0" smtClean="0"/>
              <a:t>好。</a:t>
            </a:r>
            <a:endParaRPr lang="en-US" altLang="zh-CN" sz="1600" dirty="0" smtClean="0"/>
          </a:p>
        </p:txBody>
      </p:sp>
      <p:sp>
        <p:nvSpPr>
          <p:cNvPr id="47" name="文本框 46"/>
          <p:cNvSpPr txBox="1"/>
          <p:nvPr/>
        </p:nvSpPr>
        <p:spPr>
          <a:xfrm>
            <a:off x="6203949" y="3727019"/>
            <a:ext cx="4800600" cy="1031051"/>
          </a:xfrm>
          <a:prstGeom prst="rect">
            <a:avLst/>
          </a:prstGeom>
          <a:noFill/>
        </p:spPr>
        <p:txBody>
          <a:bodyPr wrap="square" rtlCol="0">
            <a:spAutoFit/>
          </a:bodyPr>
          <a:lstStyle/>
          <a:p>
            <a:pPr>
              <a:spcBef>
                <a:spcPts val="600"/>
              </a:spcBef>
            </a:pPr>
            <a:r>
              <a:rPr lang="zh-CN" altLang="en-US" sz="2400" b="1" dirty="0" smtClean="0">
                <a:solidFill>
                  <a:schemeClr val="accent5">
                    <a:lumMod val="75000"/>
                  </a:schemeClr>
                </a:solidFill>
              </a:rPr>
              <a:t>事情本身不坏，但会导致坏的结果。</a:t>
            </a:r>
            <a:endParaRPr lang="en-US" altLang="zh-CN" sz="2400" b="1" dirty="0" smtClean="0">
              <a:solidFill>
                <a:schemeClr val="accent5">
                  <a:lumMod val="75000"/>
                </a:schemeClr>
              </a:solidFill>
            </a:endParaRPr>
          </a:p>
          <a:p>
            <a:pPr marL="285750" indent="-285750">
              <a:spcBef>
                <a:spcPts val="600"/>
              </a:spcBef>
              <a:buFont typeface="华文细黑" panose="02010600040101010101" pitchFamily="2" charset="-122"/>
              <a:buChar char="−"/>
            </a:pPr>
            <a:r>
              <a:rPr lang="zh-CN" altLang="en-US" sz="1600" dirty="0" smtClean="0"/>
              <a:t>如熬夜看世界杯本身不是坏事，但它导致的精神不济、被扣工资、家庭矛盾</a:t>
            </a:r>
            <a:r>
              <a:rPr lang="zh-CN" altLang="en-US" sz="1600" dirty="0"/>
              <a:t>甚至</a:t>
            </a:r>
            <a:r>
              <a:rPr lang="zh-CN" altLang="en-US" sz="1600" dirty="0" smtClean="0"/>
              <a:t>猝死等是坏事。</a:t>
            </a:r>
            <a:endParaRPr lang="zh-CN" altLang="en-US" sz="1600" dirty="0"/>
          </a:p>
        </p:txBody>
      </p:sp>
      <p:sp>
        <p:nvSpPr>
          <p:cNvPr id="48" name="文本框 47"/>
          <p:cNvSpPr txBox="1"/>
          <p:nvPr/>
        </p:nvSpPr>
        <p:spPr>
          <a:xfrm>
            <a:off x="6203949" y="5145307"/>
            <a:ext cx="4800600" cy="815608"/>
          </a:xfrm>
          <a:prstGeom prst="rect">
            <a:avLst/>
          </a:prstGeom>
          <a:noFill/>
        </p:spPr>
        <p:txBody>
          <a:bodyPr wrap="square" rtlCol="0">
            <a:spAutoFit/>
          </a:bodyPr>
          <a:lstStyle/>
          <a:p>
            <a:pPr>
              <a:spcBef>
                <a:spcPts val="600"/>
              </a:spcBef>
            </a:pPr>
            <a:r>
              <a:rPr lang="zh-CN" altLang="en-US" sz="2400" b="1" dirty="0" smtClean="0">
                <a:solidFill>
                  <a:schemeClr val="accent5">
                    <a:lumMod val="75000"/>
                  </a:schemeClr>
                </a:solidFill>
              </a:rPr>
              <a:t>事情本身就是坏事。</a:t>
            </a:r>
            <a:endParaRPr lang="en-US" altLang="zh-CN" sz="2400" b="1" dirty="0" smtClean="0">
              <a:solidFill>
                <a:schemeClr val="accent5">
                  <a:lumMod val="75000"/>
                </a:schemeClr>
              </a:solidFill>
            </a:endParaRPr>
          </a:p>
          <a:p>
            <a:pPr marL="285750" indent="-285750">
              <a:spcBef>
                <a:spcPts val="600"/>
              </a:spcBef>
              <a:buFont typeface="华文细黑" panose="02010600040101010101" pitchFamily="2" charset="-122"/>
              <a:buChar char="−"/>
            </a:pPr>
            <a:r>
              <a:rPr lang="zh-CN" altLang="en-US" sz="1600" dirty="0" smtClean="0"/>
              <a:t>如疼痛、疾病，只要发生就是坏事。</a:t>
            </a:r>
            <a:endParaRPr lang="zh-CN" altLang="en-US" sz="1600" dirty="0"/>
          </a:p>
        </p:txBody>
      </p:sp>
      <p:grpSp>
        <p:nvGrpSpPr>
          <p:cNvPr id="20" name="组合 19"/>
          <p:cNvGrpSpPr/>
          <p:nvPr/>
        </p:nvGrpSpPr>
        <p:grpSpPr>
          <a:xfrm>
            <a:off x="0" y="886425"/>
            <a:ext cx="6908157" cy="151305"/>
            <a:chOff x="-209311" y="911825"/>
            <a:chExt cx="6965598" cy="151305"/>
          </a:xfrm>
          <a:solidFill>
            <a:schemeClr val="tx1">
              <a:lumMod val="95000"/>
              <a:lumOff val="5000"/>
            </a:schemeClr>
          </a:solidFill>
        </p:grpSpPr>
        <p:cxnSp>
          <p:nvCxnSpPr>
            <p:cNvPr id="21" name="直接连接符 20"/>
            <p:cNvCxnSpPr/>
            <p:nvPr/>
          </p:nvCxnSpPr>
          <p:spPr>
            <a:xfrm flipH="1">
              <a:off x="-209311" y="1063130"/>
              <a:ext cx="6065600"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任意多边形 29"/>
          <p:cNvSpPr/>
          <p:nvPr/>
        </p:nvSpPr>
        <p:spPr>
          <a:xfrm>
            <a:off x="2187315" y="1408310"/>
            <a:ext cx="2552177" cy="2001128"/>
          </a:xfrm>
          <a:custGeom>
            <a:avLst/>
            <a:gdLst>
              <a:gd name="connsiteX0" fmla="*/ 1276088 w 2552177"/>
              <a:gd name="connsiteY0" fmla="*/ 0 h 2001128"/>
              <a:gd name="connsiteX1" fmla="*/ 1276088 w 2552177"/>
              <a:gd name="connsiteY1" fmla="*/ 0 h 2001128"/>
              <a:gd name="connsiteX2" fmla="*/ 1914132 w 2552177"/>
              <a:gd name="connsiteY2" fmla="*/ 1000564 h 2001128"/>
              <a:gd name="connsiteX3" fmla="*/ 1914134 w 2552177"/>
              <a:gd name="connsiteY3" fmla="*/ 1000564 h 2001128"/>
              <a:gd name="connsiteX4" fmla="*/ 2552177 w 2552177"/>
              <a:gd name="connsiteY4" fmla="*/ 2001128 h 2001128"/>
              <a:gd name="connsiteX5" fmla="*/ 0 w 2552177"/>
              <a:gd name="connsiteY5" fmla="*/ 2001128 h 2001128"/>
              <a:gd name="connsiteX6" fmla="*/ 638044 w 2552177"/>
              <a:gd name="connsiteY6" fmla="*/ 1000564 h 2001128"/>
              <a:gd name="connsiteX7" fmla="*/ 638043 w 2552177"/>
              <a:gd name="connsiteY7" fmla="*/ 1000564 h 200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2177" h="2001128">
                <a:moveTo>
                  <a:pt x="1276088" y="0"/>
                </a:moveTo>
                <a:lnTo>
                  <a:pt x="1276088" y="0"/>
                </a:lnTo>
                <a:lnTo>
                  <a:pt x="1914132" y="1000564"/>
                </a:lnTo>
                <a:lnTo>
                  <a:pt x="1914134" y="1000564"/>
                </a:lnTo>
                <a:lnTo>
                  <a:pt x="2552177" y="2001128"/>
                </a:lnTo>
                <a:lnTo>
                  <a:pt x="0" y="2001128"/>
                </a:lnTo>
                <a:lnTo>
                  <a:pt x="638044" y="1000564"/>
                </a:lnTo>
                <a:lnTo>
                  <a:pt x="638043" y="1000564"/>
                </a:lnTo>
                <a:close/>
              </a:path>
            </a:pathLst>
          </a:custGeom>
          <a:solidFill>
            <a:schemeClr val="accent5">
              <a:lumMod val="75000"/>
            </a:schemeClr>
          </a:solidFill>
          <a:ln w="38100">
            <a:solidFill>
              <a:schemeClr val="accent5">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930" tIns="74930" rIns="74930" bIns="74930" numCol="1" spcCol="1270" anchor="ctr" anchorCtr="0">
            <a:noAutofit/>
          </a:bodyPr>
          <a:lstStyle/>
          <a:p>
            <a:pPr lvl="0" algn="ctr" defTabSz="2622550">
              <a:lnSpc>
                <a:spcPct val="90000"/>
              </a:lnSpc>
              <a:spcBef>
                <a:spcPct val="0"/>
              </a:spcBef>
              <a:spcAft>
                <a:spcPct val="35000"/>
              </a:spcAft>
            </a:pPr>
            <a:endParaRPr lang="zh-CN" altLang="en-US" sz="6600" kern="1200"/>
          </a:p>
        </p:txBody>
      </p:sp>
      <p:sp>
        <p:nvSpPr>
          <p:cNvPr id="26" name="文本框 25"/>
          <p:cNvSpPr txBox="1"/>
          <p:nvPr/>
        </p:nvSpPr>
        <p:spPr>
          <a:xfrm>
            <a:off x="2707754" y="2531782"/>
            <a:ext cx="1511299" cy="400110"/>
          </a:xfrm>
          <a:prstGeom prst="rect">
            <a:avLst/>
          </a:prstGeom>
          <a:noFill/>
        </p:spPr>
        <p:txBody>
          <a:bodyPr wrap="square" rtlCol="0">
            <a:spAutoFit/>
          </a:bodyPr>
          <a:lstStyle/>
          <a:p>
            <a:pPr algn="ctr"/>
            <a:r>
              <a:rPr lang="zh-CN" altLang="en-US" sz="2000" b="1" dirty="0">
                <a:solidFill>
                  <a:schemeClr val="bg1"/>
                </a:solidFill>
              </a:rPr>
              <a:t>相对</a:t>
            </a:r>
            <a:r>
              <a:rPr lang="zh-CN" altLang="en-US" sz="2000" b="1" dirty="0" smtClean="0">
                <a:solidFill>
                  <a:schemeClr val="bg1"/>
                </a:solidFill>
              </a:rPr>
              <a:t>坏</a:t>
            </a:r>
            <a:endParaRPr lang="zh-CN" altLang="en-US" sz="2000" b="1" dirty="0">
              <a:solidFill>
                <a:schemeClr val="bg1"/>
              </a:solidFill>
            </a:endParaRPr>
          </a:p>
        </p:txBody>
      </p:sp>
      <p:sp>
        <p:nvSpPr>
          <p:cNvPr id="16" name="任意多边形 15"/>
          <p:cNvSpPr/>
          <p:nvPr/>
        </p:nvSpPr>
        <p:spPr>
          <a:xfrm>
            <a:off x="1549270" y="3742262"/>
            <a:ext cx="3828266" cy="1000564"/>
          </a:xfrm>
          <a:custGeom>
            <a:avLst/>
            <a:gdLst>
              <a:gd name="connsiteX0" fmla="*/ 0 w 6096000"/>
              <a:gd name="connsiteY0" fmla="*/ 1354666 h 1354666"/>
              <a:gd name="connsiteX1" fmla="*/ 1016000 w 6096000"/>
              <a:gd name="connsiteY1" fmla="*/ 0 h 1354666"/>
              <a:gd name="connsiteX2" fmla="*/ 5080001 w 6096000"/>
              <a:gd name="connsiteY2" fmla="*/ 0 h 1354666"/>
              <a:gd name="connsiteX3" fmla="*/ 6096000 w 6096000"/>
              <a:gd name="connsiteY3" fmla="*/ 1354666 h 1354666"/>
              <a:gd name="connsiteX4" fmla="*/ 0 w 6096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54666">
                <a:moveTo>
                  <a:pt x="0" y="1354666"/>
                </a:moveTo>
                <a:lnTo>
                  <a:pt x="1016000" y="0"/>
                </a:lnTo>
                <a:lnTo>
                  <a:pt x="5080001" y="0"/>
                </a:lnTo>
                <a:lnTo>
                  <a:pt x="6096000" y="1354666"/>
                </a:lnTo>
                <a:lnTo>
                  <a:pt x="0" y="1354666"/>
                </a:lnTo>
                <a:close/>
              </a:path>
            </a:pathLst>
          </a:custGeom>
          <a:solidFill>
            <a:schemeClr val="accent5">
              <a:lumMod val="75000"/>
            </a:schemeClr>
          </a:solidFill>
          <a:ln w="38100">
            <a:solidFill>
              <a:schemeClr val="accent5">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1730" tIns="74930" rIns="1141730" bIns="74930" numCol="1" spcCol="1270" anchor="ctr" anchorCtr="0">
            <a:noAutofit/>
          </a:bodyPr>
          <a:lstStyle/>
          <a:p>
            <a:pPr lvl="0" algn="ctr" defTabSz="2622550">
              <a:lnSpc>
                <a:spcPct val="90000"/>
              </a:lnSpc>
              <a:spcBef>
                <a:spcPct val="0"/>
              </a:spcBef>
              <a:spcAft>
                <a:spcPct val="35000"/>
              </a:spcAft>
            </a:pPr>
            <a:endParaRPr lang="zh-CN" altLang="en-US" sz="6600" kern="1200" dirty="0"/>
          </a:p>
        </p:txBody>
      </p:sp>
      <p:sp>
        <p:nvSpPr>
          <p:cNvPr id="25" name="文本框 24"/>
          <p:cNvSpPr txBox="1"/>
          <p:nvPr/>
        </p:nvSpPr>
        <p:spPr>
          <a:xfrm>
            <a:off x="2707754" y="4042489"/>
            <a:ext cx="1511299" cy="400110"/>
          </a:xfrm>
          <a:prstGeom prst="rect">
            <a:avLst/>
          </a:prstGeom>
          <a:noFill/>
        </p:spPr>
        <p:txBody>
          <a:bodyPr wrap="square" rtlCol="0">
            <a:spAutoFit/>
          </a:bodyPr>
          <a:lstStyle/>
          <a:p>
            <a:pPr algn="ctr"/>
            <a:r>
              <a:rPr lang="zh-CN" altLang="en-US" sz="2000" b="1" dirty="0">
                <a:solidFill>
                  <a:schemeClr val="bg1"/>
                </a:solidFill>
              </a:rPr>
              <a:t>结果</a:t>
            </a:r>
            <a:r>
              <a:rPr lang="zh-CN" altLang="en-US" sz="2000" b="1" dirty="0" smtClean="0">
                <a:solidFill>
                  <a:schemeClr val="bg1"/>
                </a:solidFill>
              </a:rPr>
              <a:t>坏</a:t>
            </a:r>
            <a:endParaRPr lang="zh-CN" altLang="en-US" sz="2000" b="1" dirty="0">
              <a:solidFill>
                <a:schemeClr val="bg1"/>
              </a:solidFill>
            </a:endParaRPr>
          </a:p>
        </p:txBody>
      </p:sp>
      <p:sp>
        <p:nvSpPr>
          <p:cNvPr id="17" name="任意多边形 16"/>
          <p:cNvSpPr/>
          <p:nvPr/>
        </p:nvSpPr>
        <p:spPr>
          <a:xfrm>
            <a:off x="911226" y="5052829"/>
            <a:ext cx="5104354" cy="1000564"/>
          </a:xfrm>
          <a:custGeom>
            <a:avLst/>
            <a:gdLst>
              <a:gd name="connsiteX0" fmla="*/ 0 w 8128000"/>
              <a:gd name="connsiteY0" fmla="*/ 1354666 h 1354666"/>
              <a:gd name="connsiteX1" fmla="*/ 1016000 w 8128000"/>
              <a:gd name="connsiteY1" fmla="*/ 0 h 1354666"/>
              <a:gd name="connsiteX2" fmla="*/ 7112001 w 8128000"/>
              <a:gd name="connsiteY2" fmla="*/ 0 h 1354666"/>
              <a:gd name="connsiteX3" fmla="*/ 8128000 w 8128000"/>
              <a:gd name="connsiteY3" fmla="*/ 1354666 h 1354666"/>
              <a:gd name="connsiteX4" fmla="*/ 0 w 8128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0" h="1354666">
                <a:moveTo>
                  <a:pt x="0" y="1354666"/>
                </a:moveTo>
                <a:lnTo>
                  <a:pt x="1016000" y="0"/>
                </a:lnTo>
                <a:lnTo>
                  <a:pt x="7112001" y="0"/>
                </a:lnTo>
                <a:lnTo>
                  <a:pt x="8128000" y="1354666"/>
                </a:lnTo>
                <a:lnTo>
                  <a:pt x="0" y="1354666"/>
                </a:lnTo>
                <a:close/>
              </a:path>
            </a:pathLst>
          </a:custGeom>
          <a:solidFill>
            <a:schemeClr val="accent5">
              <a:lumMod val="75000"/>
            </a:schemeClr>
          </a:solidFill>
          <a:ln w="38100">
            <a:solidFill>
              <a:schemeClr val="accent5">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4949" tIns="82550" rIns="1504951" bIns="82550" numCol="1" spcCol="1270" anchor="ctr" anchorCtr="0">
            <a:noAutofit/>
          </a:bodyPr>
          <a:lstStyle/>
          <a:p>
            <a:pPr lvl="0" algn="ctr" defTabSz="2889250">
              <a:lnSpc>
                <a:spcPct val="90000"/>
              </a:lnSpc>
              <a:spcBef>
                <a:spcPct val="0"/>
              </a:spcBef>
              <a:spcAft>
                <a:spcPct val="35000"/>
              </a:spcAft>
            </a:pPr>
            <a:endParaRPr lang="zh-CN" altLang="en-US" sz="7200" kern="1200" dirty="0"/>
          </a:p>
        </p:txBody>
      </p:sp>
      <p:sp>
        <p:nvSpPr>
          <p:cNvPr id="9" name="文本框 8"/>
          <p:cNvSpPr txBox="1"/>
          <p:nvPr/>
        </p:nvSpPr>
        <p:spPr>
          <a:xfrm>
            <a:off x="2707754" y="5353056"/>
            <a:ext cx="1511299" cy="400110"/>
          </a:xfrm>
          <a:prstGeom prst="rect">
            <a:avLst/>
          </a:prstGeom>
          <a:noFill/>
        </p:spPr>
        <p:txBody>
          <a:bodyPr wrap="square" rtlCol="0">
            <a:spAutoFit/>
          </a:bodyPr>
          <a:lstStyle/>
          <a:p>
            <a:pPr algn="ctr"/>
            <a:r>
              <a:rPr lang="zh-CN" altLang="en-US" sz="2000" b="1" dirty="0">
                <a:solidFill>
                  <a:schemeClr val="bg1"/>
                </a:solidFill>
              </a:rPr>
              <a:t>本质坏</a:t>
            </a:r>
          </a:p>
        </p:txBody>
      </p:sp>
      <p:sp>
        <p:nvSpPr>
          <p:cNvPr id="39" name="任意多边形 38"/>
          <p:cNvSpPr/>
          <p:nvPr/>
        </p:nvSpPr>
        <p:spPr>
          <a:xfrm>
            <a:off x="4102100" y="2730052"/>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矩形 3"/>
          <p:cNvSpPr/>
          <p:nvPr/>
        </p:nvSpPr>
        <p:spPr>
          <a:xfrm>
            <a:off x="6096000" y="2384218"/>
            <a:ext cx="72000" cy="720000"/>
          </a:xfrm>
          <a:prstGeom prst="rect">
            <a:avLst/>
          </a:pr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096000" y="3780260"/>
            <a:ext cx="72000" cy="924568"/>
          </a:xfrm>
          <a:prstGeom prst="rect">
            <a:avLst/>
          </a:pr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6096000" y="5190136"/>
            <a:ext cx="72000" cy="725950"/>
          </a:xfrm>
          <a:prstGeom prst="rect">
            <a:avLst/>
          </a:pr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22"/>
          <p:cNvSpPr/>
          <p:nvPr/>
        </p:nvSpPr>
        <p:spPr>
          <a:xfrm>
            <a:off x="4102100" y="4205602"/>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任意多边形 30"/>
          <p:cNvSpPr/>
          <p:nvPr/>
        </p:nvSpPr>
        <p:spPr>
          <a:xfrm>
            <a:off x="4102100" y="5516169"/>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6087984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31"/>
          <p:cNvSpPr/>
          <p:nvPr/>
        </p:nvSpPr>
        <p:spPr>
          <a:xfrm>
            <a:off x="4102100" y="2730052"/>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任意多边形 52"/>
          <p:cNvSpPr/>
          <p:nvPr/>
        </p:nvSpPr>
        <p:spPr>
          <a:xfrm>
            <a:off x="2187315" y="1475138"/>
            <a:ext cx="2552177" cy="2001128"/>
          </a:xfrm>
          <a:custGeom>
            <a:avLst/>
            <a:gdLst>
              <a:gd name="connsiteX0" fmla="*/ 1276088 w 2552177"/>
              <a:gd name="connsiteY0" fmla="*/ 0 h 2001128"/>
              <a:gd name="connsiteX1" fmla="*/ 1276088 w 2552177"/>
              <a:gd name="connsiteY1" fmla="*/ 0 h 2001128"/>
              <a:gd name="connsiteX2" fmla="*/ 1914132 w 2552177"/>
              <a:gd name="connsiteY2" fmla="*/ 1000564 h 2001128"/>
              <a:gd name="connsiteX3" fmla="*/ 1914134 w 2552177"/>
              <a:gd name="connsiteY3" fmla="*/ 1000564 h 2001128"/>
              <a:gd name="connsiteX4" fmla="*/ 2552177 w 2552177"/>
              <a:gd name="connsiteY4" fmla="*/ 2001128 h 2001128"/>
              <a:gd name="connsiteX5" fmla="*/ 0 w 2552177"/>
              <a:gd name="connsiteY5" fmla="*/ 2001128 h 2001128"/>
              <a:gd name="connsiteX6" fmla="*/ 638044 w 2552177"/>
              <a:gd name="connsiteY6" fmla="*/ 1000564 h 2001128"/>
              <a:gd name="connsiteX7" fmla="*/ 638043 w 2552177"/>
              <a:gd name="connsiteY7" fmla="*/ 1000564 h 200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2177" h="2001128">
                <a:moveTo>
                  <a:pt x="1276088" y="0"/>
                </a:moveTo>
                <a:lnTo>
                  <a:pt x="1276088" y="0"/>
                </a:lnTo>
                <a:lnTo>
                  <a:pt x="1914132" y="1000564"/>
                </a:lnTo>
                <a:lnTo>
                  <a:pt x="1914134" y="1000564"/>
                </a:lnTo>
                <a:lnTo>
                  <a:pt x="2552177" y="2001128"/>
                </a:lnTo>
                <a:lnTo>
                  <a:pt x="0" y="2001128"/>
                </a:lnTo>
                <a:lnTo>
                  <a:pt x="638044" y="1000564"/>
                </a:lnTo>
                <a:lnTo>
                  <a:pt x="638043" y="1000564"/>
                </a:lnTo>
                <a:close/>
              </a:path>
            </a:pathLst>
          </a:custGeom>
          <a:solidFill>
            <a:schemeClr val="accent5">
              <a:lumMod val="50000"/>
            </a:schemeClr>
          </a:solidFill>
          <a:ln w="38100">
            <a:solidFill>
              <a:schemeClr val="accent5">
                <a:lumMod val="5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930" tIns="74930" rIns="74930" bIns="74930" numCol="1" spcCol="1270" anchor="ctr" anchorCtr="0">
            <a:noAutofit/>
          </a:bodyPr>
          <a:lstStyle/>
          <a:p>
            <a:pPr lvl="0" algn="ctr" defTabSz="2622550">
              <a:lnSpc>
                <a:spcPct val="90000"/>
              </a:lnSpc>
              <a:spcBef>
                <a:spcPct val="0"/>
              </a:spcBef>
              <a:spcAft>
                <a:spcPct val="35000"/>
              </a:spcAft>
            </a:pPr>
            <a:endParaRPr lang="zh-CN" altLang="en-US" sz="6600" kern="1200"/>
          </a:p>
        </p:txBody>
      </p:sp>
      <p:sp>
        <p:nvSpPr>
          <p:cNvPr id="54" name="任意多边形 53"/>
          <p:cNvSpPr/>
          <p:nvPr/>
        </p:nvSpPr>
        <p:spPr>
          <a:xfrm>
            <a:off x="1549270" y="3809090"/>
            <a:ext cx="3828266" cy="1000564"/>
          </a:xfrm>
          <a:custGeom>
            <a:avLst/>
            <a:gdLst>
              <a:gd name="connsiteX0" fmla="*/ 0 w 6096000"/>
              <a:gd name="connsiteY0" fmla="*/ 1354666 h 1354666"/>
              <a:gd name="connsiteX1" fmla="*/ 1016000 w 6096000"/>
              <a:gd name="connsiteY1" fmla="*/ 0 h 1354666"/>
              <a:gd name="connsiteX2" fmla="*/ 5080001 w 6096000"/>
              <a:gd name="connsiteY2" fmla="*/ 0 h 1354666"/>
              <a:gd name="connsiteX3" fmla="*/ 6096000 w 6096000"/>
              <a:gd name="connsiteY3" fmla="*/ 1354666 h 1354666"/>
              <a:gd name="connsiteX4" fmla="*/ 0 w 6096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54666">
                <a:moveTo>
                  <a:pt x="0" y="1354666"/>
                </a:moveTo>
                <a:lnTo>
                  <a:pt x="1016000" y="0"/>
                </a:lnTo>
                <a:lnTo>
                  <a:pt x="5080001" y="0"/>
                </a:lnTo>
                <a:lnTo>
                  <a:pt x="6096000" y="1354666"/>
                </a:lnTo>
                <a:lnTo>
                  <a:pt x="0" y="1354666"/>
                </a:lnTo>
                <a:close/>
              </a:path>
            </a:pathLst>
          </a:custGeom>
          <a:solidFill>
            <a:schemeClr val="tx1"/>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1730" tIns="74930" rIns="1141730" bIns="74930" numCol="1" spcCol="1270" anchor="ctr" anchorCtr="0">
            <a:noAutofit/>
          </a:bodyPr>
          <a:lstStyle/>
          <a:p>
            <a:pPr lvl="0" algn="ctr" defTabSz="2622550">
              <a:lnSpc>
                <a:spcPct val="90000"/>
              </a:lnSpc>
              <a:spcBef>
                <a:spcPct val="0"/>
              </a:spcBef>
              <a:spcAft>
                <a:spcPct val="35000"/>
              </a:spcAft>
            </a:pPr>
            <a:endParaRPr lang="zh-CN" altLang="en-US" sz="6600" kern="1200" dirty="0"/>
          </a:p>
        </p:txBody>
      </p:sp>
      <p:sp>
        <p:nvSpPr>
          <p:cNvPr id="55" name="任意多边形 54"/>
          <p:cNvSpPr/>
          <p:nvPr/>
        </p:nvSpPr>
        <p:spPr>
          <a:xfrm>
            <a:off x="911226" y="5119657"/>
            <a:ext cx="5104354" cy="1000564"/>
          </a:xfrm>
          <a:custGeom>
            <a:avLst/>
            <a:gdLst>
              <a:gd name="connsiteX0" fmla="*/ 0 w 8128000"/>
              <a:gd name="connsiteY0" fmla="*/ 1354666 h 1354666"/>
              <a:gd name="connsiteX1" fmla="*/ 1016000 w 8128000"/>
              <a:gd name="connsiteY1" fmla="*/ 0 h 1354666"/>
              <a:gd name="connsiteX2" fmla="*/ 7112001 w 8128000"/>
              <a:gd name="connsiteY2" fmla="*/ 0 h 1354666"/>
              <a:gd name="connsiteX3" fmla="*/ 8128000 w 8128000"/>
              <a:gd name="connsiteY3" fmla="*/ 1354666 h 1354666"/>
              <a:gd name="connsiteX4" fmla="*/ 0 w 8128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0" h="1354666">
                <a:moveTo>
                  <a:pt x="0" y="1354666"/>
                </a:moveTo>
                <a:lnTo>
                  <a:pt x="1016000" y="0"/>
                </a:lnTo>
                <a:lnTo>
                  <a:pt x="7112001" y="0"/>
                </a:lnTo>
                <a:lnTo>
                  <a:pt x="8128000" y="1354666"/>
                </a:lnTo>
                <a:lnTo>
                  <a:pt x="0" y="1354666"/>
                </a:lnTo>
                <a:close/>
              </a:path>
            </a:pathLst>
          </a:custGeom>
          <a:solidFill>
            <a:schemeClr val="tx1"/>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4949" tIns="82550" rIns="1504951" bIns="82550" numCol="1" spcCol="1270" anchor="ctr" anchorCtr="0">
            <a:noAutofit/>
          </a:bodyPr>
          <a:lstStyle/>
          <a:p>
            <a:pPr lvl="0" algn="ctr" defTabSz="2889250">
              <a:lnSpc>
                <a:spcPct val="90000"/>
              </a:lnSpc>
              <a:spcBef>
                <a:spcPct val="0"/>
              </a:spcBef>
              <a:spcAft>
                <a:spcPct val="35000"/>
              </a:spcAft>
            </a:pPr>
            <a:endParaRPr lang="zh-CN" altLang="en-US" sz="7200" kern="1200" dirty="0"/>
          </a:p>
        </p:txBody>
      </p:sp>
      <p:sp>
        <p:nvSpPr>
          <p:cNvPr id="7" name="标题 1"/>
          <p:cNvSpPr>
            <a:spLocks noGrp="1"/>
          </p:cNvSpPr>
          <p:nvPr>
            <p:ph type="title"/>
          </p:nvPr>
        </p:nvSpPr>
        <p:spPr>
          <a:xfrm>
            <a:off x="838200" y="270965"/>
            <a:ext cx="10515600" cy="769441"/>
          </a:xfrm>
        </p:spPr>
        <p:txBody>
          <a:bodyPr vert="horz" lIns="91440" tIns="45720" rIns="91440" bIns="45720" rtlCol="0" anchor="ctr">
            <a:noAutofit/>
          </a:bodyPr>
          <a:lstStyle/>
          <a:p>
            <a:r>
              <a:rPr lang="zh-CN" altLang="en-US" dirty="0">
                <a:solidFill>
                  <a:schemeClr val="accent4"/>
                </a:solidFill>
              </a:rPr>
              <a:t>死亡的</a:t>
            </a:r>
            <a:r>
              <a:rPr lang="zh-CN" altLang="en-US" dirty="0">
                <a:solidFill>
                  <a:schemeClr val="accent5">
                    <a:lumMod val="75000"/>
                  </a:schemeClr>
                </a:solidFill>
              </a:rPr>
              <a:t>坏</a:t>
            </a:r>
            <a:r>
              <a:rPr lang="zh-CN" altLang="en-US" dirty="0">
                <a:solidFill>
                  <a:schemeClr val="accent4"/>
                </a:solidFill>
              </a:rPr>
              <a:t>处是？</a:t>
            </a:r>
          </a:p>
        </p:txBody>
      </p:sp>
      <p:sp>
        <p:nvSpPr>
          <p:cNvPr id="15" name="文本框 14"/>
          <p:cNvSpPr txBox="1"/>
          <p:nvPr/>
        </p:nvSpPr>
        <p:spPr>
          <a:xfrm>
            <a:off x="6203949" y="2347845"/>
            <a:ext cx="4800600" cy="784830"/>
          </a:xfrm>
          <a:prstGeom prst="rect">
            <a:avLst/>
          </a:prstGeom>
          <a:noFill/>
        </p:spPr>
        <p:txBody>
          <a:bodyPr wrap="square" rtlCol="0">
            <a:spAutoFit/>
          </a:bodyPr>
          <a:lstStyle/>
          <a:p>
            <a:pPr lvl="0">
              <a:spcBef>
                <a:spcPts val="600"/>
              </a:spcBef>
            </a:pPr>
            <a:r>
              <a:rPr lang="zh-CN" altLang="en-US" sz="2400" b="1" dirty="0" smtClean="0">
                <a:solidFill>
                  <a:schemeClr val="accent5">
                    <a:lumMod val="75000"/>
                  </a:schemeClr>
                </a:solidFill>
              </a:rPr>
              <a:t>死亡</a:t>
            </a:r>
            <a:r>
              <a:rPr lang="zh-CN" altLang="en-US" sz="2400" b="1" dirty="0">
                <a:solidFill>
                  <a:schemeClr val="accent5">
                    <a:lumMod val="75000"/>
                  </a:schemeClr>
                </a:solidFill>
              </a:rPr>
              <a:t>会</a:t>
            </a:r>
            <a:r>
              <a:rPr lang="zh-CN" altLang="en-US" sz="2400" b="1" dirty="0" smtClean="0">
                <a:solidFill>
                  <a:schemeClr val="accent5">
                    <a:lumMod val="75000"/>
                  </a:schemeClr>
                </a:solidFill>
              </a:rPr>
              <a:t>剥夺可能</a:t>
            </a:r>
            <a:r>
              <a:rPr lang="zh-CN" altLang="en-US" sz="2400" b="1" dirty="0">
                <a:solidFill>
                  <a:schemeClr val="accent5">
                    <a:lumMod val="75000"/>
                  </a:schemeClr>
                </a:solidFill>
              </a:rPr>
              <a:t>拥有的美好和</a:t>
            </a:r>
            <a:r>
              <a:rPr lang="zh-CN" altLang="en-US" sz="2400" b="1" dirty="0" smtClean="0">
                <a:solidFill>
                  <a:schemeClr val="accent5">
                    <a:lumMod val="75000"/>
                  </a:schemeClr>
                </a:solidFill>
              </a:rPr>
              <a:t>幸福</a:t>
            </a:r>
            <a:endParaRPr lang="en-US" altLang="zh-CN" sz="2400" b="1" dirty="0" smtClean="0">
              <a:solidFill>
                <a:schemeClr val="accent5">
                  <a:lumMod val="75000"/>
                </a:schemeClr>
              </a:solidFill>
            </a:endParaRPr>
          </a:p>
          <a:p>
            <a:pPr marL="342900" lvl="0" indent="-342900">
              <a:spcBef>
                <a:spcPts val="600"/>
              </a:spcBef>
              <a:buFont typeface="华文细黑" panose="02010600040101010101" pitchFamily="2" charset="-122"/>
              <a:buChar char="−"/>
            </a:pPr>
            <a:r>
              <a:rPr lang="zh-CN" altLang="en-US" sz="1600" dirty="0" smtClean="0">
                <a:solidFill>
                  <a:sysClr val="windowText" lastClr="000000"/>
                </a:solidFill>
              </a:rPr>
              <a:t>关于死亡坏处的剥夺解释理论</a:t>
            </a:r>
            <a:endParaRPr lang="zh-CN" altLang="en-US" sz="1600" dirty="0">
              <a:solidFill>
                <a:sysClr val="windowText" lastClr="000000"/>
              </a:solidFill>
            </a:endParaRPr>
          </a:p>
        </p:txBody>
      </p:sp>
      <p:sp>
        <p:nvSpPr>
          <p:cNvPr id="16" name="文本框 15"/>
          <p:cNvSpPr txBox="1"/>
          <p:nvPr/>
        </p:nvSpPr>
        <p:spPr>
          <a:xfrm>
            <a:off x="6203949" y="3850130"/>
            <a:ext cx="4800600" cy="784830"/>
          </a:xfrm>
          <a:prstGeom prst="rect">
            <a:avLst/>
          </a:prstGeom>
          <a:noFill/>
        </p:spPr>
        <p:txBody>
          <a:bodyPr wrap="square" rtlCol="0">
            <a:spAutoFit/>
          </a:bodyPr>
          <a:lstStyle/>
          <a:p>
            <a:pPr lvl="0">
              <a:spcBef>
                <a:spcPts val="600"/>
              </a:spcBef>
            </a:pPr>
            <a:r>
              <a:rPr lang="zh-CN" altLang="en-US" sz="2400" b="1" dirty="0" smtClean="0">
                <a:solidFill>
                  <a:schemeClr val="tx1">
                    <a:lumMod val="95000"/>
                    <a:lumOff val="5000"/>
                  </a:schemeClr>
                </a:solidFill>
              </a:rPr>
              <a:t>死亡对于</a:t>
            </a:r>
            <a:r>
              <a:rPr lang="zh-CN" altLang="en-US" sz="2400" b="1" dirty="0">
                <a:solidFill>
                  <a:schemeClr val="tx1">
                    <a:lumMod val="95000"/>
                    <a:lumOff val="5000"/>
                  </a:schemeClr>
                </a:solidFill>
              </a:rPr>
              <a:t>死者而言没有任何</a:t>
            </a:r>
            <a:r>
              <a:rPr lang="zh-CN" altLang="en-US" sz="2400" b="1" dirty="0" smtClean="0">
                <a:solidFill>
                  <a:schemeClr val="tx1">
                    <a:lumMod val="95000"/>
                    <a:lumOff val="5000"/>
                  </a:schemeClr>
                </a:solidFill>
              </a:rPr>
              <a:t>结果</a:t>
            </a:r>
            <a:endParaRPr lang="en-US" altLang="zh-CN" sz="2400" b="1" dirty="0" smtClean="0">
              <a:solidFill>
                <a:schemeClr val="tx1">
                  <a:lumMod val="95000"/>
                  <a:lumOff val="5000"/>
                </a:schemeClr>
              </a:solidFill>
            </a:endParaRPr>
          </a:p>
          <a:p>
            <a:pPr marL="285750" lvl="0" indent="-285750">
              <a:spcBef>
                <a:spcPts val="600"/>
              </a:spcBef>
              <a:buFont typeface="华文细黑" panose="02010600040101010101" pitchFamily="2" charset="-122"/>
              <a:buChar char="−"/>
            </a:pPr>
            <a:r>
              <a:rPr lang="zh-CN" altLang="en-US" sz="1600" dirty="0" smtClean="0"/>
              <a:t>任何事情对不存在的事物都不会有影响</a:t>
            </a:r>
            <a:endParaRPr lang="en-US" altLang="zh-CN" sz="1600" dirty="0"/>
          </a:p>
        </p:txBody>
      </p:sp>
      <p:sp>
        <p:nvSpPr>
          <p:cNvPr id="17" name="文本框 16"/>
          <p:cNvSpPr txBox="1"/>
          <p:nvPr/>
        </p:nvSpPr>
        <p:spPr>
          <a:xfrm>
            <a:off x="6203949" y="5038315"/>
            <a:ext cx="4800600" cy="1031051"/>
          </a:xfrm>
          <a:prstGeom prst="rect">
            <a:avLst/>
          </a:prstGeom>
          <a:noFill/>
        </p:spPr>
        <p:txBody>
          <a:bodyPr wrap="square" rtlCol="0">
            <a:spAutoFit/>
          </a:bodyPr>
          <a:lstStyle/>
          <a:p>
            <a:pPr>
              <a:spcBef>
                <a:spcPts val="600"/>
              </a:spcBef>
            </a:pPr>
            <a:r>
              <a:rPr lang="zh-CN" altLang="en-US" sz="2400" b="1" dirty="0">
                <a:solidFill>
                  <a:schemeClr val="tx1">
                    <a:lumMod val="95000"/>
                    <a:lumOff val="5000"/>
                  </a:schemeClr>
                </a:solidFill>
              </a:rPr>
              <a:t>死亡本身不好也不坏</a:t>
            </a:r>
          </a:p>
          <a:p>
            <a:pPr marL="285750" indent="-285750">
              <a:spcBef>
                <a:spcPts val="600"/>
              </a:spcBef>
              <a:buFont typeface="华文细黑" panose="02010600040101010101" pitchFamily="2" charset="-122"/>
              <a:buChar char="−"/>
            </a:pPr>
            <a:r>
              <a:rPr lang="zh-CN" altLang="en-US" sz="1600" dirty="0" smtClean="0"/>
              <a:t>对于</a:t>
            </a:r>
            <a:r>
              <a:rPr lang="zh-CN" altLang="en-US" sz="1600" dirty="0"/>
              <a:t>不存在的事物而言，不存在对它来说没有好处也没有坏处</a:t>
            </a:r>
          </a:p>
        </p:txBody>
      </p:sp>
      <p:grpSp>
        <p:nvGrpSpPr>
          <p:cNvPr id="33" name="组合 32"/>
          <p:cNvGrpSpPr/>
          <p:nvPr/>
        </p:nvGrpSpPr>
        <p:grpSpPr>
          <a:xfrm>
            <a:off x="0" y="886425"/>
            <a:ext cx="5825542" cy="151305"/>
            <a:chOff x="882306" y="911825"/>
            <a:chExt cx="5873981" cy="151305"/>
          </a:xfrm>
          <a:solidFill>
            <a:schemeClr val="tx1">
              <a:lumMod val="95000"/>
              <a:lumOff val="5000"/>
            </a:schemeClr>
          </a:solidFill>
        </p:grpSpPr>
        <p:cxnSp>
          <p:nvCxnSpPr>
            <p:cNvPr id="34" name="直接连接符 33"/>
            <p:cNvCxnSpPr/>
            <p:nvPr/>
          </p:nvCxnSpPr>
          <p:spPr>
            <a:xfrm flipH="1">
              <a:off x="882306" y="1063130"/>
              <a:ext cx="4973983"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任意多边形 25"/>
          <p:cNvSpPr/>
          <p:nvPr/>
        </p:nvSpPr>
        <p:spPr>
          <a:xfrm>
            <a:off x="2187315" y="1408310"/>
            <a:ext cx="2552177" cy="2001128"/>
          </a:xfrm>
          <a:custGeom>
            <a:avLst/>
            <a:gdLst>
              <a:gd name="connsiteX0" fmla="*/ 1276088 w 2552177"/>
              <a:gd name="connsiteY0" fmla="*/ 0 h 2001128"/>
              <a:gd name="connsiteX1" fmla="*/ 1276088 w 2552177"/>
              <a:gd name="connsiteY1" fmla="*/ 0 h 2001128"/>
              <a:gd name="connsiteX2" fmla="*/ 1914132 w 2552177"/>
              <a:gd name="connsiteY2" fmla="*/ 1000564 h 2001128"/>
              <a:gd name="connsiteX3" fmla="*/ 1914134 w 2552177"/>
              <a:gd name="connsiteY3" fmla="*/ 1000564 h 2001128"/>
              <a:gd name="connsiteX4" fmla="*/ 2552177 w 2552177"/>
              <a:gd name="connsiteY4" fmla="*/ 2001128 h 2001128"/>
              <a:gd name="connsiteX5" fmla="*/ 0 w 2552177"/>
              <a:gd name="connsiteY5" fmla="*/ 2001128 h 2001128"/>
              <a:gd name="connsiteX6" fmla="*/ 638044 w 2552177"/>
              <a:gd name="connsiteY6" fmla="*/ 1000564 h 2001128"/>
              <a:gd name="connsiteX7" fmla="*/ 638043 w 2552177"/>
              <a:gd name="connsiteY7" fmla="*/ 1000564 h 200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2177" h="2001128">
                <a:moveTo>
                  <a:pt x="1276088" y="0"/>
                </a:moveTo>
                <a:lnTo>
                  <a:pt x="1276088" y="0"/>
                </a:lnTo>
                <a:lnTo>
                  <a:pt x="1914132" y="1000564"/>
                </a:lnTo>
                <a:lnTo>
                  <a:pt x="1914134" y="1000564"/>
                </a:lnTo>
                <a:lnTo>
                  <a:pt x="2552177" y="2001128"/>
                </a:lnTo>
                <a:lnTo>
                  <a:pt x="0" y="2001128"/>
                </a:lnTo>
                <a:lnTo>
                  <a:pt x="638044" y="1000564"/>
                </a:lnTo>
                <a:lnTo>
                  <a:pt x="638043" y="1000564"/>
                </a:lnTo>
                <a:close/>
              </a:path>
            </a:pathLst>
          </a:custGeom>
          <a:solidFill>
            <a:schemeClr val="accent5">
              <a:lumMod val="75000"/>
            </a:schemeClr>
          </a:solidFill>
          <a:ln w="38100">
            <a:solidFill>
              <a:schemeClr val="accent5">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4930" tIns="74930" rIns="74930" bIns="74930" numCol="1" spcCol="1270" anchor="ctr" anchorCtr="0">
            <a:noAutofit/>
          </a:bodyPr>
          <a:lstStyle/>
          <a:p>
            <a:pPr lvl="0" algn="ctr" defTabSz="2622550">
              <a:lnSpc>
                <a:spcPct val="90000"/>
              </a:lnSpc>
              <a:spcBef>
                <a:spcPct val="0"/>
              </a:spcBef>
              <a:spcAft>
                <a:spcPct val="35000"/>
              </a:spcAft>
            </a:pPr>
            <a:endParaRPr lang="zh-CN" altLang="en-US" sz="6600" kern="1200"/>
          </a:p>
        </p:txBody>
      </p:sp>
      <p:sp>
        <p:nvSpPr>
          <p:cNvPr id="27" name="文本框 26"/>
          <p:cNvSpPr txBox="1"/>
          <p:nvPr/>
        </p:nvSpPr>
        <p:spPr>
          <a:xfrm>
            <a:off x="2707754" y="2352951"/>
            <a:ext cx="1511299" cy="707886"/>
          </a:xfrm>
          <a:prstGeom prst="rect">
            <a:avLst/>
          </a:prstGeom>
          <a:noFill/>
        </p:spPr>
        <p:txBody>
          <a:bodyPr wrap="square" rtlCol="0">
            <a:spAutoFit/>
          </a:bodyPr>
          <a:lstStyle/>
          <a:p>
            <a:pPr algn="ctr"/>
            <a:r>
              <a:rPr lang="zh-CN" altLang="en-US" sz="2000" b="1" dirty="0" smtClean="0">
                <a:solidFill>
                  <a:schemeClr val="bg1"/>
                </a:solidFill>
              </a:rPr>
              <a:t>相对</a:t>
            </a:r>
            <a:endParaRPr lang="en-US" altLang="zh-CN" sz="2000" b="1" dirty="0" smtClean="0">
              <a:solidFill>
                <a:schemeClr val="bg1"/>
              </a:solidFill>
            </a:endParaRPr>
          </a:p>
          <a:p>
            <a:pPr algn="ctr"/>
            <a:r>
              <a:rPr lang="zh-CN" altLang="en-US" sz="2000" b="1" dirty="0" smtClean="0">
                <a:solidFill>
                  <a:schemeClr val="bg1"/>
                </a:solidFill>
              </a:rPr>
              <a:t>有点坏</a:t>
            </a:r>
            <a:endParaRPr lang="zh-CN" altLang="en-US" sz="2000" b="1" dirty="0">
              <a:solidFill>
                <a:schemeClr val="bg1"/>
              </a:solidFill>
            </a:endParaRPr>
          </a:p>
        </p:txBody>
      </p:sp>
      <p:sp>
        <p:nvSpPr>
          <p:cNvPr id="28" name="任意多边形 27"/>
          <p:cNvSpPr/>
          <p:nvPr/>
        </p:nvSpPr>
        <p:spPr>
          <a:xfrm>
            <a:off x="1549270" y="3742263"/>
            <a:ext cx="3828266" cy="1000564"/>
          </a:xfrm>
          <a:custGeom>
            <a:avLst/>
            <a:gdLst>
              <a:gd name="connsiteX0" fmla="*/ 0 w 6096000"/>
              <a:gd name="connsiteY0" fmla="*/ 1354666 h 1354666"/>
              <a:gd name="connsiteX1" fmla="*/ 1016000 w 6096000"/>
              <a:gd name="connsiteY1" fmla="*/ 0 h 1354666"/>
              <a:gd name="connsiteX2" fmla="*/ 5080001 w 6096000"/>
              <a:gd name="connsiteY2" fmla="*/ 0 h 1354666"/>
              <a:gd name="connsiteX3" fmla="*/ 6096000 w 6096000"/>
              <a:gd name="connsiteY3" fmla="*/ 1354666 h 1354666"/>
              <a:gd name="connsiteX4" fmla="*/ 0 w 6096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54666">
                <a:moveTo>
                  <a:pt x="0" y="1354666"/>
                </a:moveTo>
                <a:lnTo>
                  <a:pt x="1016000" y="0"/>
                </a:lnTo>
                <a:lnTo>
                  <a:pt x="5080001" y="0"/>
                </a:lnTo>
                <a:lnTo>
                  <a:pt x="6096000" y="1354666"/>
                </a:lnTo>
                <a:lnTo>
                  <a:pt x="0" y="1354666"/>
                </a:lnTo>
                <a:close/>
              </a:path>
            </a:pathLst>
          </a:custGeom>
          <a:solidFill>
            <a:schemeClr val="tx1">
              <a:lumMod val="95000"/>
              <a:lumOff val="5000"/>
            </a:schemeClr>
          </a:solidFill>
          <a:ln w="38100">
            <a:solidFill>
              <a:schemeClr val="tx1">
                <a:lumMod val="95000"/>
                <a:lumOff val="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41730" tIns="74930" rIns="1141730" bIns="74930" numCol="1" spcCol="1270" anchor="ctr" anchorCtr="0">
            <a:noAutofit/>
          </a:bodyPr>
          <a:lstStyle/>
          <a:p>
            <a:pPr lvl="0" algn="ctr" defTabSz="2622550">
              <a:lnSpc>
                <a:spcPct val="90000"/>
              </a:lnSpc>
              <a:spcBef>
                <a:spcPct val="0"/>
              </a:spcBef>
              <a:spcAft>
                <a:spcPct val="35000"/>
              </a:spcAft>
            </a:pPr>
            <a:endParaRPr lang="zh-CN" altLang="en-US" sz="6600" kern="1200" dirty="0"/>
          </a:p>
        </p:txBody>
      </p:sp>
      <p:sp>
        <p:nvSpPr>
          <p:cNvPr id="29" name="文本框 28"/>
          <p:cNvSpPr txBox="1"/>
          <p:nvPr/>
        </p:nvSpPr>
        <p:spPr>
          <a:xfrm>
            <a:off x="2707754" y="4042490"/>
            <a:ext cx="1511299" cy="400110"/>
          </a:xfrm>
          <a:prstGeom prst="rect">
            <a:avLst/>
          </a:prstGeom>
          <a:noFill/>
        </p:spPr>
        <p:txBody>
          <a:bodyPr wrap="square" rtlCol="0">
            <a:spAutoFit/>
          </a:bodyPr>
          <a:lstStyle/>
          <a:p>
            <a:pPr algn="ctr"/>
            <a:r>
              <a:rPr lang="zh-CN" altLang="en-US" sz="2000" b="1" dirty="0" smtClean="0">
                <a:solidFill>
                  <a:schemeClr val="bg1"/>
                </a:solidFill>
              </a:rPr>
              <a:t>结果不坏</a:t>
            </a:r>
            <a:endParaRPr lang="zh-CN" altLang="en-US" sz="2000" b="1" dirty="0">
              <a:solidFill>
                <a:schemeClr val="bg1"/>
              </a:solidFill>
            </a:endParaRPr>
          </a:p>
        </p:txBody>
      </p:sp>
      <p:sp>
        <p:nvSpPr>
          <p:cNvPr id="30" name="任意多边形 29"/>
          <p:cNvSpPr/>
          <p:nvPr/>
        </p:nvSpPr>
        <p:spPr>
          <a:xfrm>
            <a:off x="911226" y="5053558"/>
            <a:ext cx="5104354" cy="1000564"/>
          </a:xfrm>
          <a:custGeom>
            <a:avLst/>
            <a:gdLst>
              <a:gd name="connsiteX0" fmla="*/ 0 w 8128000"/>
              <a:gd name="connsiteY0" fmla="*/ 1354666 h 1354666"/>
              <a:gd name="connsiteX1" fmla="*/ 1016000 w 8128000"/>
              <a:gd name="connsiteY1" fmla="*/ 0 h 1354666"/>
              <a:gd name="connsiteX2" fmla="*/ 7112001 w 8128000"/>
              <a:gd name="connsiteY2" fmla="*/ 0 h 1354666"/>
              <a:gd name="connsiteX3" fmla="*/ 8128000 w 8128000"/>
              <a:gd name="connsiteY3" fmla="*/ 1354666 h 1354666"/>
              <a:gd name="connsiteX4" fmla="*/ 0 w 8128000"/>
              <a:gd name="connsiteY4" fmla="*/ 1354666 h 1354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0" h="1354666">
                <a:moveTo>
                  <a:pt x="0" y="1354666"/>
                </a:moveTo>
                <a:lnTo>
                  <a:pt x="1016000" y="0"/>
                </a:lnTo>
                <a:lnTo>
                  <a:pt x="7112001" y="0"/>
                </a:lnTo>
                <a:lnTo>
                  <a:pt x="8128000" y="1354666"/>
                </a:lnTo>
                <a:lnTo>
                  <a:pt x="0" y="1354666"/>
                </a:lnTo>
                <a:close/>
              </a:path>
            </a:pathLst>
          </a:custGeom>
          <a:solidFill>
            <a:schemeClr val="tx1">
              <a:lumMod val="95000"/>
              <a:lumOff val="5000"/>
            </a:schemeClr>
          </a:solidFill>
          <a:ln w="38100">
            <a:solidFill>
              <a:schemeClr val="tx1">
                <a:lumMod val="95000"/>
                <a:lumOff val="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04949" tIns="82550" rIns="1504951" bIns="82550" numCol="1" spcCol="1270" anchor="ctr" anchorCtr="0">
            <a:noAutofit/>
          </a:bodyPr>
          <a:lstStyle/>
          <a:p>
            <a:pPr lvl="0" algn="ctr" defTabSz="2889250">
              <a:lnSpc>
                <a:spcPct val="90000"/>
              </a:lnSpc>
              <a:spcBef>
                <a:spcPct val="0"/>
              </a:spcBef>
              <a:spcAft>
                <a:spcPct val="35000"/>
              </a:spcAft>
            </a:pPr>
            <a:endParaRPr lang="zh-CN" altLang="en-US" sz="7200" kern="1200" dirty="0"/>
          </a:p>
        </p:txBody>
      </p:sp>
      <p:sp>
        <p:nvSpPr>
          <p:cNvPr id="31" name="文本框 30"/>
          <p:cNvSpPr txBox="1"/>
          <p:nvPr/>
        </p:nvSpPr>
        <p:spPr>
          <a:xfrm>
            <a:off x="2707754" y="5353785"/>
            <a:ext cx="1511299" cy="400110"/>
          </a:xfrm>
          <a:prstGeom prst="rect">
            <a:avLst/>
          </a:prstGeom>
          <a:noFill/>
        </p:spPr>
        <p:txBody>
          <a:bodyPr wrap="square" rtlCol="0">
            <a:spAutoFit/>
          </a:bodyPr>
          <a:lstStyle/>
          <a:p>
            <a:pPr algn="ctr"/>
            <a:r>
              <a:rPr lang="zh-CN" altLang="en-US" sz="2000" b="1" dirty="0" smtClean="0">
                <a:solidFill>
                  <a:schemeClr val="bg1"/>
                </a:solidFill>
              </a:rPr>
              <a:t>本质</a:t>
            </a:r>
            <a:r>
              <a:rPr lang="zh-CN" altLang="en-US" sz="2000" b="1" dirty="0">
                <a:solidFill>
                  <a:schemeClr val="bg1"/>
                </a:solidFill>
              </a:rPr>
              <a:t>不</a:t>
            </a:r>
            <a:r>
              <a:rPr lang="zh-CN" altLang="en-US" sz="2000" b="1" dirty="0" smtClean="0">
                <a:solidFill>
                  <a:schemeClr val="bg1"/>
                </a:solidFill>
              </a:rPr>
              <a:t>坏</a:t>
            </a:r>
            <a:endParaRPr lang="zh-CN" altLang="en-US" sz="2000" b="1" dirty="0">
              <a:solidFill>
                <a:schemeClr val="bg1"/>
              </a:solidFill>
            </a:endParaRPr>
          </a:p>
        </p:txBody>
      </p:sp>
      <p:sp>
        <p:nvSpPr>
          <p:cNvPr id="49" name="矩形 48"/>
          <p:cNvSpPr/>
          <p:nvPr/>
        </p:nvSpPr>
        <p:spPr>
          <a:xfrm>
            <a:off x="6096000" y="3860493"/>
            <a:ext cx="72000" cy="764105"/>
          </a:xfrm>
          <a:prstGeom prst="rect">
            <a:avLst/>
          </a:prstGeom>
          <a:solidFill>
            <a:schemeClr val="tx1">
              <a:lumMod val="95000"/>
              <a:lumOff val="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6096000" y="5114640"/>
            <a:ext cx="72000" cy="878400"/>
          </a:xfrm>
          <a:prstGeom prst="rect">
            <a:avLst/>
          </a:prstGeom>
          <a:solidFill>
            <a:schemeClr val="tx1">
              <a:lumMod val="95000"/>
              <a:lumOff val="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任意多边形 50"/>
          <p:cNvSpPr/>
          <p:nvPr/>
        </p:nvSpPr>
        <p:spPr>
          <a:xfrm>
            <a:off x="4102100" y="4205603"/>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任意多边形 51"/>
          <p:cNvSpPr/>
          <p:nvPr/>
        </p:nvSpPr>
        <p:spPr>
          <a:xfrm>
            <a:off x="4102100" y="5516898"/>
            <a:ext cx="2039144" cy="73885"/>
          </a:xfrm>
          <a:custGeom>
            <a:avLst/>
            <a:gdLst>
              <a:gd name="connsiteX0" fmla="*/ 0 w 2838450"/>
              <a:gd name="connsiteY0" fmla="*/ 0 h 0"/>
              <a:gd name="connsiteX1" fmla="*/ 2838450 w 2838450"/>
              <a:gd name="connsiteY1" fmla="*/ 0 h 0"/>
            </a:gdLst>
            <a:ahLst/>
            <a:cxnLst>
              <a:cxn ang="0">
                <a:pos x="connsiteX0" y="connsiteY0"/>
              </a:cxn>
              <a:cxn ang="0">
                <a:pos x="connsiteX1" y="connsiteY1"/>
              </a:cxn>
            </a:cxnLst>
            <a:rect l="l" t="t" r="r" b="b"/>
            <a:pathLst>
              <a:path w="2838450">
                <a:moveTo>
                  <a:pt x="0" y="0"/>
                </a:moveTo>
                <a:lnTo>
                  <a:pt x="2838450" y="0"/>
                </a:lnTo>
              </a:path>
            </a:pathLst>
          </a:custGeom>
          <a:no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矩形 35"/>
          <p:cNvSpPr/>
          <p:nvPr/>
        </p:nvSpPr>
        <p:spPr>
          <a:xfrm>
            <a:off x="6096000" y="2384218"/>
            <a:ext cx="72000" cy="720000"/>
          </a:xfrm>
          <a:prstGeom prst="rect">
            <a:avLst/>
          </a:pr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36682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916232"/>
            <a:ext cx="10515600" cy="1384995"/>
          </a:xfrm>
        </p:spPr>
        <p:txBody>
          <a:bodyPr/>
          <a:lstStyle/>
          <a:p>
            <a:r>
              <a:rPr lang="zh-CN" altLang="en-US" dirty="0">
                <a:solidFill>
                  <a:schemeClr val="accent4"/>
                </a:solidFill>
              </a:rPr>
              <a:t>那么，永生是</a:t>
            </a:r>
            <a:r>
              <a:rPr lang="zh-CN" altLang="en-US" dirty="0">
                <a:solidFill>
                  <a:schemeClr val="accent5">
                    <a:lumMod val="75000"/>
                  </a:schemeClr>
                </a:solidFill>
              </a:rPr>
              <a:t>好</a:t>
            </a:r>
            <a:r>
              <a:rPr lang="zh-CN" altLang="en-US" dirty="0">
                <a:solidFill>
                  <a:schemeClr val="accent4"/>
                </a:solidFill>
              </a:rPr>
              <a:t>事吗</a:t>
            </a:r>
            <a:r>
              <a:rPr lang="zh-CN" altLang="en-US" dirty="0" smtClean="0">
                <a:solidFill>
                  <a:schemeClr val="accent4"/>
                </a:solidFill>
              </a:rPr>
              <a:t>？</a:t>
            </a:r>
            <a:r>
              <a:rPr lang="en-US" altLang="zh-CN" dirty="0">
                <a:solidFill>
                  <a:schemeClr val="accent4"/>
                </a:solidFill>
              </a:rPr>
              <a:t/>
            </a:r>
            <a:br>
              <a:rPr lang="en-US" altLang="zh-CN" dirty="0">
                <a:solidFill>
                  <a:schemeClr val="accent4"/>
                </a:solidFill>
              </a:rPr>
            </a:br>
            <a:r>
              <a:rPr lang="en-US" altLang="zh-CN" sz="2400" dirty="0" smtClean="0">
                <a:solidFill>
                  <a:schemeClr val="accent4"/>
                </a:solidFill>
                <a:latin typeface="+mj-ea"/>
              </a:rPr>
              <a:t>IS IT </a:t>
            </a:r>
            <a:r>
              <a:rPr lang="en-US" altLang="zh-CN" sz="2400" dirty="0" smtClean="0">
                <a:solidFill>
                  <a:schemeClr val="accent5">
                    <a:lumMod val="75000"/>
                  </a:schemeClr>
                </a:solidFill>
                <a:latin typeface="+mj-ea"/>
              </a:rPr>
              <a:t>GOOD</a:t>
            </a:r>
            <a:r>
              <a:rPr lang="en-US" altLang="zh-CN" sz="2400" dirty="0" smtClean="0">
                <a:solidFill>
                  <a:schemeClr val="accent4"/>
                </a:solidFill>
                <a:latin typeface="+mj-ea"/>
              </a:rPr>
              <a:t> TO BE IMMORTAL</a:t>
            </a:r>
            <a:r>
              <a:rPr lang="zh-CN" altLang="en-US" sz="2400" dirty="0" smtClean="0">
                <a:solidFill>
                  <a:schemeClr val="accent4"/>
                </a:solidFill>
                <a:latin typeface="+mj-ea"/>
              </a:rPr>
              <a:t>？</a:t>
            </a:r>
            <a:endParaRPr lang="zh-CN" altLang="en-US" sz="2400" dirty="0">
              <a:solidFill>
                <a:schemeClr val="accent4"/>
              </a:solidFill>
              <a:latin typeface="+mj-ea"/>
            </a:endParaRPr>
          </a:p>
        </p:txBody>
      </p:sp>
      <p:grpSp>
        <p:nvGrpSpPr>
          <p:cNvPr id="24" name="组合 23"/>
          <p:cNvGrpSpPr/>
          <p:nvPr/>
        </p:nvGrpSpPr>
        <p:grpSpPr>
          <a:xfrm>
            <a:off x="9897194" y="4692813"/>
            <a:ext cx="1219478" cy="1836575"/>
            <a:chOff x="1381844" y="5021424"/>
            <a:chExt cx="1219478" cy="1836575"/>
          </a:xfrm>
          <a:solidFill>
            <a:schemeClr val="tx1">
              <a:lumMod val="95000"/>
              <a:lumOff val="5000"/>
            </a:schemeClr>
          </a:solidFill>
        </p:grpSpPr>
        <p:grpSp>
          <p:nvGrpSpPr>
            <p:cNvPr id="3" name="Group 4"/>
            <p:cNvGrpSpPr>
              <a:grpSpLocks noChangeAspect="1"/>
            </p:cNvGrpSpPr>
            <p:nvPr/>
          </p:nvGrpSpPr>
          <p:grpSpPr bwMode="auto">
            <a:xfrm>
              <a:off x="1381844" y="5756868"/>
              <a:ext cx="1219478" cy="1101131"/>
              <a:chOff x="346" y="316"/>
              <a:chExt cx="711" cy="642"/>
            </a:xfrm>
            <a:grpFill/>
          </p:grpSpPr>
          <p:sp>
            <p:nvSpPr>
              <p:cNvPr id="4" name="Freeform 6"/>
              <p:cNvSpPr>
                <a:spLocks noEditPoints="1"/>
              </p:cNvSpPr>
              <p:nvPr/>
            </p:nvSpPr>
            <p:spPr bwMode="auto">
              <a:xfrm>
                <a:off x="346" y="316"/>
                <a:ext cx="711" cy="518"/>
              </a:xfrm>
              <a:custGeom>
                <a:avLst/>
                <a:gdLst>
                  <a:gd name="T0" fmla="*/ 282 w 298"/>
                  <a:gd name="T1" fmla="*/ 127 h 217"/>
                  <a:gd name="T2" fmla="*/ 217 w 298"/>
                  <a:gd name="T3" fmla="*/ 41 h 217"/>
                  <a:gd name="T4" fmla="*/ 149 w 298"/>
                  <a:gd name="T5" fmla="*/ 3 h 217"/>
                  <a:gd name="T6" fmla="*/ 80 w 298"/>
                  <a:gd name="T7" fmla="*/ 41 h 217"/>
                  <a:gd name="T8" fmla="*/ 15 w 298"/>
                  <a:gd name="T9" fmla="*/ 127 h 217"/>
                  <a:gd name="T10" fmla="*/ 21 w 298"/>
                  <a:gd name="T11" fmla="*/ 153 h 217"/>
                  <a:gd name="T12" fmla="*/ 87 w 298"/>
                  <a:gd name="T13" fmla="*/ 201 h 217"/>
                  <a:gd name="T14" fmla="*/ 210 w 298"/>
                  <a:gd name="T15" fmla="*/ 201 h 217"/>
                  <a:gd name="T16" fmla="*/ 276 w 298"/>
                  <a:gd name="T17" fmla="*/ 153 h 217"/>
                  <a:gd name="T18" fmla="*/ 282 w 298"/>
                  <a:gd name="T19" fmla="*/ 127 h 217"/>
                  <a:gd name="T20" fmla="*/ 49 w 298"/>
                  <a:gd name="T21" fmla="*/ 126 h 217"/>
                  <a:gd name="T22" fmla="*/ 104 w 298"/>
                  <a:gd name="T23" fmla="*/ 67 h 217"/>
                  <a:gd name="T24" fmla="*/ 97 w 298"/>
                  <a:gd name="T25" fmla="*/ 135 h 217"/>
                  <a:gd name="T26" fmla="*/ 49 w 298"/>
                  <a:gd name="T27" fmla="*/ 126 h 217"/>
                  <a:gd name="T28" fmla="*/ 200 w 298"/>
                  <a:gd name="T29" fmla="*/ 135 h 217"/>
                  <a:gd name="T30" fmla="*/ 194 w 298"/>
                  <a:gd name="T31" fmla="*/ 67 h 217"/>
                  <a:gd name="T32" fmla="*/ 249 w 298"/>
                  <a:gd name="T33" fmla="*/ 126 h 217"/>
                  <a:gd name="T34" fmla="*/ 200 w 298"/>
                  <a:gd name="T35" fmla="*/ 135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98" h="217">
                    <a:moveTo>
                      <a:pt x="282" y="127"/>
                    </a:moveTo>
                    <a:cubicBezTo>
                      <a:pt x="266" y="104"/>
                      <a:pt x="217" y="41"/>
                      <a:pt x="217" y="41"/>
                    </a:cubicBezTo>
                    <a:cubicBezTo>
                      <a:pt x="187" y="0"/>
                      <a:pt x="149" y="3"/>
                      <a:pt x="149" y="3"/>
                    </a:cubicBezTo>
                    <a:cubicBezTo>
                      <a:pt x="149" y="3"/>
                      <a:pt x="110" y="0"/>
                      <a:pt x="80" y="41"/>
                    </a:cubicBezTo>
                    <a:cubicBezTo>
                      <a:pt x="80" y="41"/>
                      <a:pt x="31" y="104"/>
                      <a:pt x="15" y="127"/>
                    </a:cubicBezTo>
                    <a:cubicBezTo>
                      <a:pt x="0" y="150"/>
                      <a:pt x="8" y="162"/>
                      <a:pt x="21" y="153"/>
                    </a:cubicBezTo>
                    <a:cubicBezTo>
                      <a:pt x="26" y="172"/>
                      <a:pt x="56" y="193"/>
                      <a:pt x="87" y="201"/>
                    </a:cubicBezTo>
                    <a:cubicBezTo>
                      <a:pt x="92" y="203"/>
                      <a:pt x="150" y="217"/>
                      <a:pt x="210" y="201"/>
                    </a:cubicBezTo>
                    <a:cubicBezTo>
                      <a:pt x="241" y="193"/>
                      <a:pt x="271" y="172"/>
                      <a:pt x="276" y="153"/>
                    </a:cubicBezTo>
                    <a:cubicBezTo>
                      <a:pt x="290" y="162"/>
                      <a:pt x="298" y="150"/>
                      <a:pt x="282" y="127"/>
                    </a:cubicBezTo>
                    <a:close/>
                    <a:moveTo>
                      <a:pt x="49" y="126"/>
                    </a:moveTo>
                    <a:cubicBezTo>
                      <a:pt x="72" y="101"/>
                      <a:pt x="104" y="67"/>
                      <a:pt x="104" y="67"/>
                    </a:cubicBezTo>
                    <a:cubicBezTo>
                      <a:pt x="97" y="135"/>
                      <a:pt x="97" y="135"/>
                      <a:pt x="97" y="135"/>
                    </a:cubicBezTo>
                    <a:cubicBezTo>
                      <a:pt x="97" y="135"/>
                      <a:pt x="71" y="124"/>
                      <a:pt x="49" y="126"/>
                    </a:cubicBezTo>
                    <a:close/>
                    <a:moveTo>
                      <a:pt x="200" y="135"/>
                    </a:moveTo>
                    <a:cubicBezTo>
                      <a:pt x="194" y="67"/>
                      <a:pt x="194" y="67"/>
                      <a:pt x="194" y="67"/>
                    </a:cubicBezTo>
                    <a:cubicBezTo>
                      <a:pt x="194" y="67"/>
                      <a:pt x="226" y="101"/>
                      <a:pt x="249" y="126"/>
                    </a:cubicBezTo>
                    <a:cubicBezTo>
                      <a:pt x="226" y="124"/>
                      <a:pt x="200" y="135"/>
                      <a:pt x="200" y="135"/>
                    </a:cubicBezTo>
                    <a:close/>
                  </a:path>
                </a:pathLst>
              </a:custGeom>
              <a:grpFill/>
              <a:ln w="9525">
                <a:solidFill>
                  <a:schemeClr val="tx1">
                    <a:lumMod val="95000"/>
                    <a:lumOff val="5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7"/>
              <p:cNvSpPr>
                <a:spLocks/>
              </p:cNvSpPr>
              <p:nvPr/>
            </p:nvSpPr>
            <p:spPr bwMode="auto">
              <a:xfrm>
                <a:off x="358" y="767"/>
                <a:ext cx="685" cy="191"/>
              </a:xfrm>
              <a:custGeom>
                <a:avLst/>
                <a:gdLst>
                  <a:gd name="T0" fmla="*/ 253 w 287"/>
                  <a:gd name="T1" fmla="*/ 6 h 80"/>
                  <a:gd name="T2" fmla="*/ 273 w 287"/>
                  <a:gd name="T3" fmla="*/ 40 h 80"/>
                  <a:gd name="T4" fmla="*/ 276 w 287"/>
                  <a:gd name="T5" fmla="*/ 51 h 80"/>
                  <a:gd name="T6" fmla="*/ 275 w 287"/>
                  <a:gd name="T7" fmla="*/ 54 h 80"/>
                  <a:gd name="T8" fmla="*/ 265 w 287"/>
                  <a:gd name="T9" fmla="*/ 59 h 80"/>
                  <a:gd name="T10" fmla="*/ 259 w 287"/>
                  <a:gd name="T11" fmla="*/ 60 h 80"/>
                  <a:gd name="T12" fmla="*/ 144 w 287"/>
                  <a:gd name="T13" fmla="*/ 69 h 80"/>
                  <a:gd name="T14" fmla="*/ 28 w 287"/>
                  <a:gd name="T15" fmla="*/ 60 h 80"/>
                  <a:gd name="T16" fmla="*/ 22 w 287"/>
                  <a:gd name="T17" fmla="*/ 59 h 80"/>
                  <a:gd name="T18" fmla="*/ 12 w 287"/>
                  <a:gd name="T19" fmla="*/ 54 h 80"/>
                  <a:gd name="T20" fmla="*/ 11 w 287"/>
                  <a:gd name="T21" fmla="*/ 51 h 80"/>
                  <a:gd name="T22" fmla="*/ 14 w 287"/>
                  <a:gd name="T23" fmla="*/ 40 h 80"/>
                  <a:gd name="T24" fmla="*/ 34 w 287"/>
                  <a:gd name="T25" fmla="*/ 6 h 80"/>
                  <a:gd name="T26" fmla="*/ 26 w 287"/>
                  <a:gd name="T27" fmla="*/ 0 h 80"/>
                  <a:gd name="T28" fmla="*/ 4 w 287"/>
                  <a:gd name="T29" fmla="*/ 36 h 80"/>
                  <a:gd name="T30" fmla="*/ 3 w 287"/>
                  <a:gd name="T31" fmla="*/ 59 h 80"/>
                  <a:gd name="T32" fmla="*/ 21 w 287"/>
                  <a:gd name="T33" fmla="*/ 70 h 80"/>
                  <a:gd name="T34" fmla="*/ 26 w 287"/>
                  <a:gd name="T35" fmla="*/ 71 h 80"/>
                  <a:gd name="T36" fmla="*/ 144 w 287"/>
                  <a:gd name="T37" fmla="*/ 80 h 80"/>
                  <a:gd name="T38" fmla="*/ 144 w 287"/>
                  <a:gd name="T39" fmla="*/ 80 h 80"/>
                  <a:gd name="T40" fmla="*/ 261 w 287"/>
                  <a:gd name="T41" fmla="*/ 71 h 80"/>
                  <a:gd name="T42" fmla="*/ 267 w 287"/>
                  <a:gd name="T43" fmla="*/ 70 h 80"/>
                  <a:gd name="T44" fmla="*/ 284 w 287"/>
                  <a:gd name="T45" fmla="*/ 59 h 80"/>
                  <a:gd name="T46" fmla="*/ 283 w 287"/>
                  <a:gd name="T47" fmla="*/ 36 h 80"/>
                  <a:gd name="T48" fmla="*/ 261 w 287"/>
                  <a:gd name="T49" fmla="*/ 0 h 80"/>
                  <a:gd name="T50" fmla="*/ 253 w 287"/>
                  <a:gd name="T51" fmla="*/ 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7" h="80">
                    <a:moveTo>
                      <a:pt x="253" y="6"/>
                    </a:moveTo>
                    <a:cubicBezTo>
                      <a:pt x="253" y="6"/>
                      <a:pt x="265" y="22"/>
                      <a:pt x="273" y="40"/>
                    </a:cubicBezTo>
                    <a:cubicBezTo>
                      <a:pt x="275" y="45"/>
                      <a:pt x="276" y="48"/>
                      <a:pt x="276" y="51"/>
                    </a:cubicBezTo>
                    <a:cubicBezTo>
                      <a:pt x="276" y="52"/>
                      <a:pt x="276" y="53"/>
                      <a:pt x="275" y="54"/>
                    </a:cubicBezTo>
                    <a:cubicBezTo>
                      <a:pt x="274" y="57"/>
                      <a:pt x="270" y="58"/>
                      <a:pt x="265" y="59"/>
                    </a:cubicBezTo>
                    <a:cubicBezTo>
                      <a:pt x="259" y="60"/>
                      <a:pt x="259" y="60"/>
                      <a:pt x="259" y="60"/>
                    </a:cubicBezTo>
                    <a:cubicBezTo>
                      <a:pt x="243" y="63"/>
                      <a:pt x="215" y="68"/>
                      <a:pt x="144" y="69"/>
                    </a:cubicBezTo>
                    <a:cubicBezTo>
                      <a:pt x="72" y="68"/>
                      <a:pt x="44" y="63"/>
                      <a:pt x="28" y="60"/>
                    </a:cubicBezTo>
                    <a:cubicBezTo>
                      <a:pt x="22" y="59"/>
                      <a:pt x="22" y="59"/>
                      <a:pt x="22" y="59"/>
                    </a:cubicBezTo>
                    <a:cubicBezTo>
                      <a:pt x="17" y="58"/>
                      <a:pt x="13" y="57"/>
                      <a:pt x="12" y="54"/>
                    </a:cubicBezTo>
                    <a:cubicBezTo>
                      <a:pt x="12" y="53"/>
                      <a:pt x="11" y="52"/>
                      <a:pt x="11" y="51"/>
                    </a:cubicBezTo>
                    <a:cubicBezTo>
                      <a:pt x="11" y="48"/>
                      <a:pt x="12" y="45"/>
                      <a:pt x="14" y="40"/>
                    </a:cubicBezTo>
                    <a:cubicBezTo>
                      <a:pt x="22" y="22"/>
                      <a:pt x="34" y="6"/>
                      <a:pt x="34" y="6"/>
                    </a:cubicBezTo>
                    <a:cubicBezTo>
                      <a:pt x="26" y="0"/>
                      <a:pt x="26" y="0"/>
                      <a:pt x="26" y="0"/>
                    </a:cubicBezTo>
                    <a:cubicBezTo>
                      <a:pt x="25" y="0"/>
                      <a:pt x="13" y="17"/>
                      <a:pt x="4" y="36"/>
                    </a:cubicBezTo>
                    <a:cubicBezTo>
                      <a:pt x="0" y="46"/>
                      <a:pt x="0" y="54"/>
                      <a:pt x="3" y="59"/>
                    </a:cubicBezTo>
                    <a:cubicBezTo>
                      <a:pt x="6" y="65"/>
                      <a:pt x="12" y="68"/>
                      <a:pt x="21" y="70"/>
                    </a:cubicBezTo>
                    <a:cubicBezTo>
                      <a:pt x="26" y="71"/>
                      <a:pt x="26" y="71"/>
                      <a:pt x="26" y="71"/>
                    </a:cubicBezTo>
                    <a:cubicBezTo>
                      <a:pt x="43" y="74"/>
                      <a:pt x="71" y="79"/>
                      <a:pt x="144" y="80"/>
                    </a:cubicBezTo>
                    <a:cubicBezTo>
                      <a:pt x="144" y="80"/>
                      <a:pt x="144" y="80"/>
                      <a:pt x="144" y="80"/>
                    </a:cubicBezTo>
                    <a:cubicBezTo>
                      <a:pt x="216" y="79"/>
                      <a:pt x="244" y="74"/>
                      <a:pt x="261" y="71"/>
                    </a:cubicBezTo>
                    <a:cubicBezTo>
                      <a:pt x="267" y="70"/>
                      <a:pt x="267" y="70"/>
                      <a:pt x="267" y="70"/>
                    </a:cubicBezTo>
                    <a:cubicBezTo>
                      <a:pt x="276" y="68"/>
                      <a:pt x="281" y="65"/>
                      <a:pt x="284" y="59"/>
                    </a:cubicBezTo>
                    <a:cubicBezTo>
                      <a:pt x="287" y="54"/>
                      <a:pt x="287" y="46"/>
                      <a:pt x="283" y="36"/>
                    </a:cubicBezTo>
                    <a:cubicBezTo>
                      <a:pt x="274" y="17"/>
                      <a:pt x="262" y="0"/>
                      <a:pt x="261" y="0"/>
                    </a:cubicBezTo>
                    <a:lnTo>
                      <a:pt x="253" y="6"/>
                    </a:lnTo>
                    <a:close/>
                  </a:path>
                </a:pathLst>
              </a:custGeom>
              <a:grpFill/>
              <a:ln w="9525">
                <a:solidFill>
                  <a:schemeClr val="tx1">
                    <a:lumMod val="95000"/>
                    <a:lumOff val="5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sp>
          <p:nvSpPr>
            <p:cNvPr id="12" name="同心圆 11"/>
            <p:cNvSpPr/>
            <p:nvPr/>
          </p:nvSpPr>
          <p:spPr>
            <a:xfrm>
              <a:off x="1644844" y="5021424"/>
              <a:ext cx="693479" cy="136605"/>
            </a:xfrm>
            <a:prstGeom prst="donut">
              <a:avLst>
                <a:gd name="adj" fmla="val 11247"/>
              </a:avLst>
            </a:prstGeom>
            <a:grp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1782033" y="5283861"/>
              <a:ext cx="419100" cy="419100"/>
            </a:xfrm>
            <a:prstGeom prst="ellipse">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9" name="矩形 8"/>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08448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pPr lvl="0"/>
            <a:r>
              <a:rPr lang="zh-CN" altLang="en-US" dirty="0" smtClean="0">
                <a:solidFill>
                  <a:schemeClr val="accent4"/>
                </a:solidFill>
              </a:rPr>
              <a:t>永生不见得是</a:t>
            </a:r>
            <a:r>
              <a:rPr lang="zh-CN" altLang="en-US" dirty="0" smtClean="0">
                <a:solidFill>
                  <a:schemeClr val="accent5">
                    <a:lumMod val="75000"/>
                  </a:schemeClr>
                </a:solidFill>
              </a:rPr>
              <a:t>好</a:t>
            </a:r>
            <a:r>
              <a:rPr lang="zh-CN" altLang="en-US" dirty="0" smtClean="0">
                <a:solidFill>
                  <a:schemeClr val="accent4"/>
                </a:solidFill>
              </a:rPr>
              <a:t>事</a:t>
            </a:r>
            <a:endParaRPr lang="zh-CN" altLang="en-US" dirty="0">
              <a:solidFill>
                <a:schemeClr val="accent4"/>
              </a:solidFill>
            </a:endParaRPr>
          </a:p>
        </p:txBody>
      </p:sp>
      <p:grpSp>
        <p:nvGrpSpPr>
          <p:cNvPr id="24" name="组合 23"/>
          <p:cNvGrpSpPr/>
          <p:nvPr/>
        </p:nvGrpSpPr>
        <p:grpSpPr>
          <a:xfrm>
            <a:off x="-103031" y="886425"/>
            <a:ext cx="7025225" cy="151305"/>
            <a:chOff x="-327352" y="911825"/>
            <a:chExt cx="7083639" cy="151305"/>
          </a:xfrm>
          <a:solidFill>
            <a:schemeClr val="tx1">
              <a:lumMod val="85000"/>
              <a:lumOff val="15000"/>
            </a:schemeClr>
          </a:solidFill>
        </p:grpSpPr>
        <p:cxnSp>
          <p:nvCxnSpPr>
            <p:cNvPr id="25" name="直接连接符 24"/>
            <p:cNvCxnSpPr/>
            <p:nvPr/>
          </p:nvCxnSpPr>
          <p:spPr>
            <a:xfrm flipH="1">
              <a:off x="-327352" y="1063130"/>
              <a:ext cx="6183642"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椭圆 38"/>
          <p:cNvSpPr/>
          <p:nvPr/>
        </p:nvSpPr>
        <p:spPr>
          <a:xfrm>
            <a:off x="911225" y="4429097"/>
            <a:ext cx="1633355" cy="1633355"/>
          </a:xfrm>
          <a:prstGeom prst="ellipse">
            <a:avLst/>
          </a:prstGeom>
          <a:solidFill>
            <a:schemeClr val="accent5">
              <a:lumMod val="50000"/>
            </a:schemeClr>
          </a:solidFill>
          <a:ln w="31750" cmpd="sng">
            <a:solidFill>
              <a:schemeClr val="accent5">
                <a:lumMod val="50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911225" y="2042401"/>
            <a:ext cx="1633355" cy="1633355"/>
          </a:xfrm>
          <a:prstGeom prst="ellipse">
            <a:avLst/>
          </a:prstGeom>
          <a:solidFill>
            <a:schemeClr val="accent5">
              <a:lumMod val="50000"/>
            </a:schemeClr>
          </a:solidFill>
          <a:ln w="31750" cmpd="sng">
            <a:solidFill>
              <a:schemeClr val="accent5">
                <a:lumMod val="50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911225" y="4381861"/>
            <a:ext cx="1633355" cy="1633355"/>
          </a:xfrm>
          <a:prstGeom prst="ellipse">
            <a:avLst/>
          </a:prstGeom>
          <a:solidFill>
            <a:schemeClr val="accent5">
              <a:lumMod val="7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13"/>
          <p:cNvSpPr>
            <a:spLocks noEditPoints="1"/>
          </p:cNvSpPr>
          <p:nvPr/>
        </p:nvSpPr>
        <p:spPr bwMode="auto">
          <a:xfrm>
            <a:off x="1288533" y="4759169"/>
            <a:ext cx="878739" cy="878739"/>
          </a:xfrm>
          <a:custGeom>
            <a:avLst/>
            <a:gdLst>
              <a:gd name="T0" fmla="*/ 494 w 500"/>
              <a:gd name="T1" fmla="*/ 138 h 500"/>
              <a:gd name="T2" fmla="*/ 478 w 500"/>
              <a:gd name="T3" fmla="*/ 113 h 500"/>
              <a:gd name="T4" fmla="*/ 387 w 500"/>
              <a:gd name="T5" fmla="*/ 22 h 500"/>
              <a:gd name="T6" fmla="*/ 362 w 500"/>
              <a:gd name="T7" fmla="*/ 6 h 500"/>
              <a:gd name="T8" fmla="*/ 333 w 500"/>
              <a:gd name="T9" fmla="*/ 0 h 500"/>
              <a:gd name="T10" fmla="*/ 31 w 500"/>
              <a:gd name="T11" fmla="*/ 0 h 500"/>
              <a:gd name="T12" fmla="*/ 9 w 500"/>
              <a:gd name="T13" fmla="*/ 9 h 500"/>
              <a:gd name="T14" fmla="*/ 0 w 500"/>
              <a:gd name="T15" fmla="*/ 31 h 500"/>
              <a:gd name="T16" fmla="*/ 0 w 500"/>
              <a:gd name="T17" fmla="*/ 469 h 500"/>
              <a:gd name="T18" fmla="*/ 9 w 500"/>
              <a:gd name="T19" fmla="*/ 491 h 500"/>
              <a:gd name="T20" fmla="*/ 31 w 500"/>
              <a:gd name="T21" fmla="*/ 500 h 500"/>
              <a:gd name="T22" fmla="*/ 469 w 500"/>
              <a:gd name="T23" fmla="*/ 500 h 500"/>
              <a:gd name="T24" fmla="*/ 491 w 500"/>
              <a:gd name="T25" fmla="*/ 491 h 500"/>
              <a:gd name="T26" fmla="*/ 500 w 500"/>
              <a:gd name="T27" fmla="*/ 469 h 500"/>
              <a:gd name="T28" fmla="*/ 500 w 500"/>
              <a:gd name="T29" fmla="*/ 167 h 500"/>
              <a:gd name="T30" fmla="*/ 494 w 500"/>
              <a:gd name="T31" fmla="*/ 138 h 500"/>
              <a:gd name="T32" fmla="*/ 208 w 500"/>
              <a:gd name="T33" fmla="*/ 52 h 500"/>
              <a:gd name="T34" fmla="*/ 211 w 500"/>
              <a:gd name="T35" fmla="*/ 45 h 500"/>
              <a:gd name="T36" fmla="*/ 219 w 500"/>
              <a:gd name="T37" fmla="*/ 41 h 500"/>
              <a:gd name="T38" fmla="*/ 281 w 500"/>
              <a:gd name="T39" fmla="*/ 41 h 500"/>
              <a:gd name="T40" fmla="*/ 289 w 500"/>
              <a:gd name="T41" fmla="*/ 45 h 500"/>
              <a:gd name="T42" fmla="*/ 292 w 500"/>
              <a:gd name="T43" fmla="*/ 52 h 500"/>
              <a:gd name="T44" fmla="*/ 292 w 500"/>
              <a:gd name="T45" fmla="*/ 156 h 500"/>
              <a:gd name="T46" fmla="*/ 289 w 500"/>
              <a:gd name="T47" fmla="*/ 163 h 500"/>
              <a:gd name="T48" fmla="*/ 281 w 500"/>
              <a:gd name="T49" fmla="*/ 167 h 500"/>
              <a:gd name="T50" fmla="*/ 219 w 500"/>
              <a:gd name="T51" fmla="*/ 167 h 500"/>
              <a:gd name="T52" fmla="*/ 211 w 500"/>
              <a:gd name="T53" fmla="*/ 163 h 500"/>
              <a:gd name="T54" fmla="*/ 208 w 500"/>
              <a:gd name="T55" fmla="*/ 156 h 500"/>
              <a:gd name="T56" fmla="*/ 208 w 500"/>
              <a:gd name="T57" fmla="*/ 52 h 500"/>
              <a:gd name="T58" fmla="*/ 375 w 500"/>
              <a:gd name="T59" fmla="*/ 459 h 500"/>
              <a:gd name="T60" fmla="*/ 125 w 500"/>
              <a:gd name="T61" fmla="*/ 459 h 500"/>
              <a:gd name="T62" fmla="*/ 125 w 500"/>
              <a:gd name="T63" fmla="*/ 333 h 500"/>
              <a:gd name="T64" fmla="*/ 375 w 500"/>
              <a:gd name="T65" fmla="*/ 333 h 500"/>
              <a:gd name="T66" fmla="*/ 375 w 500"/>
              <a:gd name="T67" fmla="*/ 459 h 500"/>
              <a:gd name="T68" fmla="*/ 459 w 500"/>
              <a:gd name="T69" fmla="*/ 459 h 500"/>
              <a:gd name="T70" fmla="*/ 417 w 500"/>
              <a:gd name="T71" fmla="*/ 459 h 500"/>
              <a:gd name="T72" fmla="*/ 417 w 500"/>
              <a:gd name="T73" fmla="*/ 459 h 500"/>
              <a:gd name="T74" fmla="*/ 417 w 500"/>
              <a:gd name="T75" fmla="*/ 323 h 500"/>
              <a:gd name="T76" fmla="*/ 408 w 500"/>
              <a:gd name="T77" fmla="*/ 301 h 500"/>
              <a:gd name="T78" fmla="*/ 386 w 500"/>
              <a:gd name="T79" fmla="*/ 292 h 500"/>
              <a:gd name="T80" fmla="*/ 114 w 500"/>
              <a:gd name="T81" fmla="*/ 292 h 500"/>
              <a:gd name="T82" fmla="*/ 92 w 500"/>
              <a:gd name="T83" fmla="*/ 301 h 500"/>
              <a:gd name="T84" fmla="*/ 83 w 500"/>
              <a:gd name="T85" fmla="*/ 323 h 500"/>
              <a:gd name="T86" fmla="*/ 83 w 500"/>
              <a:gd name="T87" fmla="*/ 459 h 500"/>
              <a:gd name="T88" fmla="*/ 41 w 500"/>
              <a:gd name="T89" fmla="*/ 459 h 500"/>
              <a:gd name="T90" fmla="*/ 41 w 500"/>
              <a:gd name="T91" fmla="*/ 41 h 500"/>
              <a:gd name="T92" fmla="*/ 83 w 500"/>
              <a:gd name="T93" fmla="*/ 41 h 500"/>
              <a:gd name="T94" fmla="*/ 83 w 500"/>
              <a:gd name="T95" fmla="*/ 177 h 500"/>
              <a:gd name="T96" fmla="*/ 92 w 500"/>
              <a:gd name="T97" fmla="*/ 199 h 500"/>
              <a:gd name="T98" fmla="*/ 114 w 500"/>
              <a:gd name="T99" fmla="*/ 208 h 500"/>
              <a:gd name="T100" fmla="*/ 302 w 500"/>
              <a:gd name="T101" fmla="*/ 208 h 500"/>
              <a:gd name="T102" fmla="*/ 324 w 500"/>
              <a:gd name="T103" fmla="*/ 199 h 500"/>
              <a:gd name="T104" fmla="*/ 333 w 500"/>
              <a:gd name="T105" fmla="*/ 177 h 500"/>
              <a:gd name="T106" fmla="*/ 333 w 500"/>
              <a:gd name="T107" fmla="*/ 41 h 500"/>
              <a:gd name="T108" fmla="*/ 346 w 500"/>
              <a:gd name="T109" fmla="*/ 45 h 500"/>
              <a:gd name="T110" fmla="*/ 357 w 500"/>
              <a:gd name="T111" fmla="*/ 51 h 500"/>
              <a:gd name="T112" fmla="*/ 449 w 500"/>
              <a:gd name="T113" fmla="*/ 143 h 500"/>
              <a:gd name="T114" fmla="*/ 455 w 500"/>
              <a:gd name="T115" fmla="*/ 154 h 500"/>
              <a:gd name="T116" fmla="*/ 459 w 500"/>
              <a:gd name="T117" fmla="*/ 167 h 500"/>
              <a:gd name="T118" fmla="*/ 459 w 500"/>
              <a:gd name="T119" fmla="*/ 459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0" h="500">
                <a:moveTo>
                  <a:pt x="494" y="138"/>
                </a:moveTo>
                <a:cubicBezTo>
                  <a:pt x="489" y="127"/>
                  <a:pt x="484" y="119"/>
                  <a:pt x="478" y="113"/>
                </a:cubicBezTo>
                <a:cubicBezTo>
                  <a:pt x="387" y="22"/>
                  <a:pt x="387" y="22"/>
                  <a:pt x="387" y="22"/>
                </a:cubicBezTo>
                <a:cubicBezTo>
                  <a:pt x="381" y="16"/>
                  <a:pt x="373" y="11"/>
                  <a:pt x="362" y="6"/>
                </a:cubicBezTo>
                <a:cubicBezTo>
                  <a:pt x="352" y="2"/>
                  <a:pt x="342" y="0"/>
                  <a:pt x="333" y="0"/>
                </a:cubicBezTo>
                <a:cubicBezTo>
                  <a:pt x="31" y="0"/>
                  <a:pt x="31" y="0"/>
                  <a:pt x="31" y="0"/>
                </a:cubicBezTo>
                <a:cubicBezTo>
                  <a:pt x="22" y="0"/>
                  <a:pt x="15" y="3"/>
                  <a:pt x="9" y="9"/>
                </a:cubicBezTo>
                <a:cubicBezTo>
                  <a:pt x="3" y="15"/>
                  <a:pt x="0" y="22"/>
                  <a:pt x="0" y="31"/>
                </a:cubicBezTo>
                <a:cubicBezTo>
                  <a:pt x="0" y="469"/>
                  <a:pt x="0" y="469"/>
                  <a:pt x="0" y="469"/>
                </a:cubicBezTo>
                <a:cubicBezTo>
                  <a:pt x="0" y="478"/>
                  <a:pt x="3" y="485"/>
                  <a:pt x="9" y="491"/>
                </a:cubicBezTo>
                <a:cubicBezTo>
                  <a:pt x="15" y="497"/>
                  <a:pt x="22" y="500"/>
                  <a:pt x="31" y="500"/>
                </a:cubicBezTo>
                <a:cubicBezTo>
                  <a:pt x="469" y="500"/>
                  <a:pt x="469" y="500"/>
                  <a:pt x="469" y="500"/>
                </a:cubicBezTo>
                <a:cubicBezTo>
                  <a:pt x="478" y="500"/>
                  <a:pt x="485" y="497"/>
                  <a:pt x="491" y="491"/>
                </a:cubicBezTo>
                <a:cubicBezTo>
                  <a:pt x="497" y="485"/>
                  <a:pt x="500" y="478"/>
                  <a:pt x="500" y="469"/>
                </a:cubicBezTo>
                <a:cubicBezTo>
                  <a:pt x="500" y="167"/>
                  <a:pt x="500" y="167"/>
                  <a:pt x="500" y="167"/>
                </a:cubicBezTo>
                <a:cubicBezTo>
                  <a:pt x="500" y="158"/>
                  <a:pt x="498" y="148"/>
                  <a:pt x="494" y="138"/>
                </a:cubicBezTo>
                <a:close/>
                <a:moveTo>
                  <a:pt x="208" y="52"/>
                </a:moveTo>
                <a:cubicBezTo>
                  <a:pt x="208" y="49"/>
                  <a:pt x="209" y="47"/>
                  <a:pt x="211" y="45"/>
                </a:cubicBezTo>
                <a:cubicBezTo>
                  <a:pt x="213" y="42"/>
                  <a:pt x="216" y="41"/>
                  <a:pt x="219" y="41"/>
                </a:cubicBezTo>
                <a:cubicBezTo>
                  <a:pt x="281" y="41"/>
                  <a:pt x="281" y="41"/>
                  <a:pt x="281" y="41"/>
                </a:cubicBezTo>
                <a:cubicBezTo>
                  <a:pt x="284" y="41"/>
                  <a:pt x="287" y="42"/>
                  <a:pt x="289" y="45"/>
                </a:cubicBezTo>
                <a:cubicBezTo>
                  <a:pt x="291" y="47"/>
                  <a:pt x="292" y="49"/>
                  <a:pt x="292" y="52"/>
                </a:cubicBezTo>
                <a:cubicBezTo>
                  <a:pt x="292" y="156"/>
                  <a:pt x="292" y="156"/>
                  <a:pt x="292" y="156"/>
                </a:cubicBezTo>
                <a:cubicBezTo>
                  <a:pt x="292" y="159"/>
                  <a:pt x="291" y="161"/>
                  <a:pt x="289" y="163"/>
                </a:cubicBezTo>
                <a:cubicBezTo>
                  <a:pt x="287" y="166"/>
                  <a:pt x="284" y="167"/>
                  <a:pt x="281" y="167"/>
                </a:cubicBezTo>
                <a:cubicBezTo>
                  <a:pt x="219" y="167"/>
                  <a:pt x="219" y="167"/>
                  <a:pt x="219" y="167"/>
                </a:cubicBezTo>
                <a:cubicBezTo>
                  <a:pt x="216" y="167"/>
                  <a:pt x="213" y="166"/>
                  <a:pt x="211" y="163"/>
                </a:cubicBezTo>
                <a:cubicBezTo>
                  <a:pt x="209" y="161"/>
                  <a:pt x="208" y="159"/>
                  <a:pt x="208" y="156"/>
                </a:cubicBezTo>
                <a:lnTo>
                  <a:pt x="208" y="52"/>
                </a:lnTo>
                <a:close/>
                <a:moveTo>
                  <a:pt x="375" y="459"/>
                </a:moveTo>
                <a:cubicBezTo>
                  <a:pt x="125" y="459"/>
                  <a:pt x="125" y="459"/>
                  <a:pt x="125" y="459"/>
                </a:cubicBezTo>
                <a:cubicBezTo>
                  <a:pt x="125" y="333"/>
                  <a:pt x="125" y="333"/>
                  <a:pt x="125" y="333"/>
                </a:cubicBezTo>
                <a:cubicBezTo>
                  <a:pt x="375" y="333"/>
                  <a:pt x="375" y="333"/>
                  <a:pt x="375" y="333"/>
                </a:cubicBezTo>
                <a:lnTo>
                  <a:pt x="375" y="459"/>
                </a:lnTo>
                <a:close/>
                <a:moveTo>
                  <a:pt x="459" y="459"/>
                </a:moveTo>
                <a:cubicBezTo>
                  <a:pt x="417" y="459"/>
                  <a:pt x="417" y="459"/>
                  <a:pt x="417" y="459"/>
                </a:cubicBezTo>
                <a:cubicBezTo>
                  <a:pt x="417" y="459"/>
                  <a:pt x="417" y="459"/>
                  <a:pt x="417" y="459"/>
                </a:cubicBezTo>
                <a:cubicBezTo>
                  <a:pt x="417" y="323"/>
                  <a:pt x="417" y="323"/>
                  <a:pt x="417" y="323"/>
                </a:cubicBezTo>
                <a:cubicBezTo>
                  <a:pt x="417" y="314"/>
                  <a:pt x="414" y="307"/>
                  <a:pt x="408" y="301"/>
                </a:cubicBezTo>
                <a:cubicBezTo>
                  <a:pt x="402" y="295"/>
                  <a:pt x="394" y="292"/>
                  <a:pt x="386" y="292"/>
                </a:cubicBezTo>
                <a:cubicBezTo>
                  <a:pt x="114" y="292"/>
                  <a:pt x="114" y="292"/>
                  <a:pt x="114" y="292"/>
                </a:cubicBezTo>
                <a:cubicBezTo>
                  <a:pt x="106" y="292"/>
                  <a:pt x="98" y="295"/>
                  <a:pt x="92" y="301"/>
                </a:cubicBezTo>
                <a:cubicBezTo>
                  <a:pt x="86" y="307"/>
                  <a:pt x="83" y="314"/>
                  <a:pt x="83" y="323"/>
                </a:cubicBezTo>
                <a:cubicBezTo>
                  <a:pt x="83" y="459"/>
                  <a:pt x="83" y="459"/>
                  <a:pt x="83" y="459"/>
                </a:cubicBezTo>
                <a:cubicBezTo>
                  <a:pt x="41" y="459"/>
                  <a:pt x="41" y="459"/>
                  <a:pt x="41" y="459"/>
                </a:cubicBezTo>
                <a:cubicBezTo>
                  <a:pt x="41" y="41"/>
                  <a:pt x="41" y="41"/>
                  <a:pt x="41" y="41"/>
                </a:cubicBezTo>
                <a:cubicBezTo>
                  <a:pt x="83" y="41"/>
                  <a:pt x="83" y="41"/>
                  <a:pt x="83" y="41"/>
                </a:cubicBezTo>
                <a:cubicBezTo>
                  <a:pt x="83" y="177"/>
                  <a:pt x="83" y="177"/>
                  <a:pt x="83" y="177"/>
                </a:cubicBezTo>
                <a:cubicBezTo>
                  <a:pt x="83" y="186"/>
                  <a:pt x="86" y="193"/>
                  <a:pt x="92" y="199"/>
                </a:cubicBezTo>
                <a:cubicBezTo>
                  <a:pt x="98" y="205"/>
                  <a:pt x="106" y="208"/>
                  <a:pt x="114" y="208"/>
                </a:cubicBezTo>
                <a:cubicBezTo>
                  <a:pt x="302" y="208"/>
                  <a:pt x="302" y="208"/>
                  <a:pt x="302" y="208"/>
                </a:cubicBezTo>
                <a:cubicBezTo>
                  <a:pt x="311" y="208"/>
                  <a:pt x="318" y="205"/>
                  <a:pt x="324" y="199"/>
                </a:cubicBezTo>
                <a:cubicBezTo>
                  <a:pt x="330" y="193"/>
                  <a:pt x="333" y="186"/>
                  <a:pt x="333" y="177"/>
                </a:cubicBezTo>
                <a:cubicBezTo>
                  <a:pt x="333" y="41"/>
                  <a:pt x="333" y="41"/>
                  <a:pt x="333" y="41"/>
                </a:cubicBezTo>
                <a:cubicBezTo>
                  <a:pt x="337" y="41"/>
                  <a:pt x="341" y="43"/>
                  <a:pt x="346" y="45"/>
                </a:cubicBezTo>
                <a:cubicBezTo>
                  <a:pt x="351" y="47"/>
                  <a:pt x="355" y="49"/>
                  <a:pt x="357" y="51"/>
                </a:cubicBezTo>
                <a:cubicBezTo>
                  <a:pt x="449" y="143"/>
                  <a:pt x="449" y="143"/>
                  <a:pt x="449" y="143"/>
                </a:cubicBezTo>
                <a:cubicBezTo>
                  <a:pt x="451" y="145"/>
                  <a:pt x="453" y="149"/>
                  <a:pt x="455" y="154"/>
                </a:cubicBezTo>
                <a:cubicBezTo>
                  <a:pt x="457" y="159"/>
                  <a:pt x="459" y="164"/>
                  <a:pt x="459" y="167"/>
                </a:cubicBezTo>
                <a:lnTo>
                  <a:pt x="459" y="45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3" name="组合 42"/>
          <p:cNvGrpSpPr/>
          <p:nvPr/>
        </p:nvGrpSpPr>
        <p:grpSpPr>
          <a:xfrm>
            <a:off x="2921887" y="4429097"/>
            <a:ext cx="7716062" cy="1612749"/>
            <a:chOff x="3011011" y="4410904"/>
            <a:chExt cx="7163568" cy="1612749"/>
          </a:xfrm>
        </p:grpSpPr>
        <p:sp>
          <p:nvSpPr>
            <p:cNvPr id="44" name="矩形 43"/>
            <p:cNvSpPr/>
            <p:nvPr/>
          </p:nvSpPr>
          <p:spPr>
            <a:xfrm>
              <a:off x="3011011" y="4410904"/>
              <a:ext cx="2339102" cy="523220"/>
            </a:xfrm>
            <a:prstGeom prst="rect">
              <a:avLst/>
            </a:prstGeom>
          </p:spPr>
          <p:txBody>
            <a:bodyPr wrap="none">
              <a:spAutoFit/>
            </a:bodyPr>
            <a:lstStyle/>
            <a:p>
              <a:r>
                <a:rPr lang="zh-CN" altLang="en-US" sz="2800" b="1" dirty="0">
                  <a:solidFill>
                    <a:schemeClr val="accent5">
                      <a:lumMod val="75000"/>
                    </a:schemeClr>
                  </a:solidFill>
                </a:rPr>
                <a:t>记忆能够</a:t>
              </a:r>
              <a:r>
                <a:rPr lang="zh-CN" altLang="en-US" sz="2800" b="1" dirty="0" smtClean="0">
                  <a:solidFill>
                    <a:schemeClr val="accent5">
                      <a:lumMod val="75000"/>
                    </a:schemeClr>
                  </a:solidFill>
                </a:rPr>
                <a:t>保存</a:t>
              </a:r>
              <a:endParaRPr lang="zh-CN" altLang="en-US" sz="2800" b="1" dirty="0">
                <a:solidFill>
                  <a:schemeClr val="accent5">
                    <a:lumMod val="75000"/>
                  </a:schemeClr>
                </a:solidFill>
              </a:endParaRPr>
            </a:p>
          </p:txBody>
        </p:sp>
        <p:sp>
          <p:nvSpPr>
            <p:cNvPr id="45" name="矩形 44"/>
            <p:cNvSpPr/>
            <p:nvPr/>
          </p:nvSpPr>
          <p:spPr>
            <a:xfrm>
              <a:off x="3011011" y="4934124"/>
              <a:ext cx="7163568" cy="1089529"/>
            </a:xfrm>
            <a:prstGeom prst="rect">
              <a:avLst/>
            </a:prstGeom>
          </p:spPr>
          <p:txBody>
            <a:bodyPr vert="horz" wrap="square" lIns="91440" tIns="45720" rIns="91440" bIns="45720" rtlCol="0">
              <a:spAutoFit/>
            </a:bodyPr>
            <a:lstStyle/>
            <a:p>
              <a:pPr>
                <a:lnSpc>
                  <a:spcPct val="120000"/>
                </a:lnSpc>
              </a:pPr>
              <a:r>
                <a:rPr lang="zh-CN" altLang="en-US" dirty="0" smtClean="0"/>
                <a:t>假如记忆能够一直保存，再有意思的活动我们也用无尽的时间去体验所有的关卡变化。生活将最终变为无尽模式的神庙大逃亡，</a:t>
              </a:r>
              <a:r>
                <a:rPr lang="zh-CN" altLang="en-US" b="1" dirty="0">
                  <a:solidFill>
                    <a:schemeClr val="accent5">
                      <a:lumMod val="75000"/>
                    </a:schemeClr>
                  </a:solidFill>
                </a:rPr>
                <a:t>无法</a:t>
              </a:r>
              <a:r>
                <a:rPr lang="zh-CN" altLang="en-US" b="1" dirty="0" smtClean="0">
                  <a:solidFill>
                    <a:schemeClr val="accent5">
                      <a:lumMod val="75000"/>
                    </a:schemeClr>
                  </a:solidFill>
                </a:rPr>
                <a:t>结束的生命不是</a:t>
              </a:r>
              <a:r>
                <a:rPr lang="zh-CN" altLang="en-US" b="1" dirty="0">
                  <a:solidFill>
                    <a:schemeClr val="accent5">
                      <a:lumMod val="75000"/>
                    </a:schemeClr>
                  </a:solidFill>
                </a:rPr>
                <a:t>赐福</a:t>
              </a:r>
              <a:r>
                <a:rPr lang="zh-CN" altLang="en-US" b="1" dirty="0" smtClean="0">
                  <a:solidFill>
                    <a:schemeClr val="accent5">
                      <a:lumMod val="75000"/>
                    </a:schemeClr>
                  </a:solidFill>
                </a:rPr>
                <a:t>反而是诅咒</a:t>
              </a:r>
              <a:r>
                <a:rPr lang="zh-CN" altLang="en-US" b="1" dirty="0">
                  <a:solidFill>
                    <a:schemeClr val="accent5">
                      <a:lumMod val="75000"/>
                    </a:schemeClr>
                  </a:solidFill>
                </a:rPr>
                <a:t>。</a:t>
              </a:r>
            </a:p>
          </p:txBody>
        </p:sp>
      </p:grpSp>
      <p:sp>
        <p:nvSpPr>
          <p:cNvPr id="46" name="椭圆 45"/>
          <p:cNvSpPr/>
          <p:nvPr/>
        </p:nvSpPr>
        <p:spPr>
          <a:xfrm>
            <a:off x="911225" y="1995165"/>
            <a:ext cx="1633355" cy="1633355"/>
          </a:xfrm>
          <a:prstGeom prst="ellipse">
            <a:avLst/>
          </a:prstGeom>
          <a:solidFill>
            <a:schemeClr val="accent5">
              <a:lumMod val="7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Group 4"/>
          <p:cNvGrpSpPr>
            <a:grpSpLocks noChangeAspect="1"/>
          </p:cNvGrpSpPr>
          <p:nvPr/>
        </p:nvGrpSpPr>
        <p:grpSpPr bwMode="auto">
          <a:xfrm>
            <a:off x="1236055" y="2087382"/>
            <a:ext cx="983696" cy="1308778"/>
            <a:chOff x="914" y="1600"/>
            <a:chExt cx="233" cy="310"/>
          </a:xfrm>
          <a:solidFill>
            <a:schemeClr val="bg1"/>
          </a:solidFill>
        </p:grpSpPr>
        <p:sp>
          <p:nvSpPr>
            <p:cNvPr id="48" name="Freeform 5"/>
            <p:cNvSpPr>
              <a:spLocks noEditPoints="1"/>
            </p:cNvSpPr>
            <p:nvPr/>
          </p:nvSpPr>
          <p:spPr bwMode="auto">
            <a:xfrm>
              <a:off x="914" y="1721"/>
              <a:ext cx="226" cy="121"/>
            </a:xfrm>
            <a:custGeom>
              <a:avLst/>
              <a:gdLst>
                <a:gd name="T0" fmla="*/ 29 w 93"/>
                <a:gd name="T1" fmla="*/ 50 h 50"/>
                <a:gd name="T2" fmla="*/ 46 w 93"/>
                <a:gd name="T3" fmla="*/ 50 h 50"/>
                <a:gd name="T4" fmla="*/ 47 w 93"/>
                <a:gd name="T5" fmla="*/ 50 h 50"/>
                <a:gd name="T6" fmla="*/ 64 w 93"/>
                <a:gd name="T7" fmla="*/ 50 h 50"/>
                <a:gd name="T8" fmla="*/ 92 w 93"/>
                <a:gd name="T9" fmla="*/ 12 h 50"/>
                <a:gd name="T10" fmla="*/ 92 w 93"/>
                <a:gd name="T11" fmla="*/ 11 h 50"/>
                <a:gd name="T12" fmla="*/ 77 w 93"/>
                <a:gd name="T13" fmla="*/ 2 h 50"/>
                <a:gd name="T14" fmla="*/ 47 w 93"/>
                <a:gd name="T15" fmla="*/ 0 h 50"/>
                <a:gd name="T16" fmla="*/ 47 w 93"/>
                <a:gd name="T17" fmla="*/ 0 h 50"/>
                <a:gd name="T18" fmla="*/ 46 w 93"/>
                <a:gd name="T19" fmla="*/ 0 h 50"/>
                <a:gd name="T20" fmla="*/ 46 w 93"/>
                <a:gd name="T21" fmla="*/ 0 h 50"/>
                <a:gd name="T22" fmla="*/ 46 w 93"/>
                <a:gd name="T23" fmla="*/ 0 h 50"/>
                <a:gd name="T24" fmla="*/ 16 w 93"/>
                <a:gd name="T25" fmla="*/ 2 h 50"/>
                <a:gd name="T26" fmla="*/ 1 w 93"/>
                <a:gd name="T27" fmla="*/ 11 h 50"/>
                <a:gd name="T28" fmla="*/ 1 w 93"/>
                <a:gd name="T29" fmla="*/ 12 h 50"/>
                <a:gd name="T30" fmla="*/ 29 w 93"/>
                <a:gd name="T31" fmla="*/ 50 h 50"/>
                <a:gd name="T32" fmla="*/ 46 w 93"/>
                <a:gd name="T33" fmla="*/ 6 h 50"/>
                <a:gd name="T34" fmla="*/ 86 w 93"/>
                <a:gd name="T35" fmla="*/ 11 h 50"/>
                <a:gd name="T36" fmla="*/ 46 w 93"/>
                <a:gd name="T37" fmla="*/ 16 h 50"/>
                <a:gd name="T38" fmla="*/ 7 w 93"/>
                <a:gd name="T39" fmla="*/ 11 h 50"/>
                <a:gd name="T40" fmla="*/ 46 w 93"/>
                <a:gd name="T41" fmla="*/ 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50">
                  <a:moveTo>
                    <a:pt x="29" y="50"/>
                  </a:moveTo>
                  <a:cubicBezTo>
                    <a:pt x="36" y="50"/>
                    <a:pt x="41" y="50"/>
                    <a:pt x="46" y="50"/>
                  </a:cubicBezTo>
                  <a:cubicBezTo>
                    <a:pt x="46" y="50"/>
                    <a:pt x="47" y="50"/>
                    <a:pt x="47" y="50"/>
                  </a:cubicBezTo>
                  <a:cubicBezTo>
                    <a:pt x="52" y="50"/>
                    <a:pt x="57" y="50"/>
                    <a:pt x="64" y="50"/>
                  </a:cubicBezTo>
                  <a:cubicBezTo>
                    <a:pt x="82" y="50"/>
                    <a:pt x="93" y="25"/>
                    <a:pt x="92" y="12"/>
                  </a:cubicBezTo>
                  <a:cubicBezTo>
                    <a:pt x="92" y="12"/>
                    <a:pt x="92" y="11"/>
                    <a:pt x="92" y="11"/>
                  </a:cubicBezTo>
                  <a:cubicBezTo>
                    <a:pt x="92" y="7"/>
                    <a:pt x="88" y="4"/>
                    <a:pt x="77" y="2"/>
                  </a:cubicBezTo>
                  <a:cubicBezTo>
                    <a:pt x="69" y="1"/>
                    <a:pt x="59" y="0"/>
                    <a:pt x="47" y="0"/>
                  </a:cubicBezTo>
                  <a:cubicBezTo>
                    <a:pt x="47" y="0"/>
                    <a:pt x="47" y="0"/>
                    <a:pt x="47" y="0"/>
                  </a:cubicBezTo>
                  <a:cubicBezTo>
                    <a:pt x="47" y="0"/>
                    <a:pt x="47" y="0"/>
                    <a:pt x="46" y="0"/>
                  </a:cubicBezTo>
                  <a:cubicBezTo>
                    <a:pt x="46" y="0"/>
                    <a:pt x="46" y="0"/>
                    <a:pt x="46" y="0"/>
                  </a:cubicBezTo>
                  <a:cubicBezTo>
                    <a:pt x="46" y="0"/>
                    <a:pt x="46" y="0"/>
                    <a:pt x="46" y="0"/>
                  </a:cubicBezTo>
                  <a:cubicBezTo>
                    <a:pt x="34" y="0"/>
                    <a:pt x="24" y="1"/>
                    <a:pt x="16" y="2"/>
                  </a:cubicBezTo>
                  <a:cubicBezTo>
                    <a:pt x="5" y="4"/>
                    <a:pt x="1" y="7"/>
                    <a:pt x="1" y="11"/>
                  </a:cubicBezTo>
                  <a:cubicBezTo>
                    <a:pt x="1" y="11"/>
                    <a:pt x="1" y="12"/>
                    <a:pt x="1" y="12"/>
                  </a:cubicBezTo>
                  <a:cubicBezTo>
                    <a:pt x="0" y="25"/>
                    <a:pt x="11" y="50"/>
                    <a:pt x="29" y="50"/>
                  </a:cubicBezTo>
                  <a:close/>
                  <a:moveTo>
                    <a:pt x="46" y="6"/>
                  </a:moveTo>
                  <a:cubicBezTo>
                    <a:pt x="69" y="6"/>
                    <a:pt x="83" y="9"/>
                    <a:pt x="86" y="11"/>
                  </a:cubicBezTo>
                  <a:cubicBezTo>
                    <a:pt x="83" y="13"/>
                    <a:pt x="69" y="16"/>
                    <a:pt x="46" y="16"/>
                  </a:cubicBezTo>
                  <a:cubicBezTo>
                    <a:pt x="24" y="16"/>
                    <a:pt x="10" y="13"/>
                    <a:pt x="7" y="11"/>
                  </a:cubicBezTo>
                  <a:cubicBezTo>
                    <a:pt x="10" y="9"/>
                    <a:pt x="24" y="6"/>
                    <a:pt x="4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6"/>
            <p:cNvSpPr>
              <a:spLocks/>
            </p:cNvSpPr>
            <p:nvPr/>
          </p:nvSpPr>
          <p:spPr bwMode="auto">
            <a:xfrm>
              <a:off x="989" y="1629"/>
              <a:ext cx="22" cy="87"/>
            </a:xfrm>
            <a:custGeom>
              <a:avLst/>
              <a:gdLst>
                <a:gd name="T0" fmla="*/ 2 w 9"/>
                <a:gd name="T1" fmla="*/ 18 h 36"/>
                <a:gd name="T2" fmla="*/ 3 w 9"/>
                <a:gd name="T3" fmla="*/ 20 h 36"/>
                <a:gd name="T4" fmla="*/ 4 w 9"/>
                <a:gd name="T5" fmla="*/ 21 h 36"/>
                <a:gd name="T6" fmla="*/ 4 w 9"/>
                <a:gd name="T7" fmla="*/ 22 h 36"/>
                <a:gd name="T8" fmla="*/ 5 w 9"/>
                <a:gd name="T9" fmla="*/ 25 h 36"/>
                <a:gd name="T10" fmla="*/ 5 w 9"/>
                <a:gd name="T11" fmla="*/ 30 h 36"/>
                <a:gd name="T12" fmla="*/ 5 w 9"/>
                <a:gd name="T13" fmla="*/ 36 h 36"/>
                <a:gd name="T14" fmla="*/ 8 w 9"/>
                <a:gd name="T15" fmla="*/ 31 h 36"/>
                <a:gd name="T16" fmla="*/ 9 w 9"/>
                <a:gd name="T17" fmla="*/ 28 h 36"/>
                <a:gd name="T18" fmla="*/ 9 w 9"/>
                <a:gd name="T19" fmla="*/ 25 h 36"/>
                <a:gd name="T20" fmla="*/ 9 w 9"/>
                <a:gd name="T21" fmla="*/ 21 h 36"/>
                <a:gd name="T22" fmla="*/ 8 w 9"/>
                <a:gd name="T23" fmla="*/ 18 h 36"/>
                <a:gd name="T24" fmla="*/ 7 w 9"/>
                <a:gd name="T25" fmla="*/ 18 h 36"/>
                <a:gd name="T26" fmla="*/ 7 w 9"/>
                <a:gd name="T27" fmla="*/ 17 h 36"/>
                <a:gd name="T28" fmla="*/ 6 w 9"/>
                <a:gd name="T29" fmla="*/ 17 h 36"/>
                <a:gd name="T30" fmla="*/ 6 w 9"/>
                <a:gd name="T31" fmla="*/ 17 h 36"/>
                <a:gd name="T32" fmla="*/ 7 w 9"/>
                <a:gd name="T33" fmla="*/ 17 h 36"/>
                <a:gd name="T34" fmla="*/ 7 w 9"/>
                <a:gd name="T35" fmla="*/ 17 h 36"/>
                <a:gd name="T36" fmla="*/ 6 w 9"/>
                <a:gd name="T37" fmla="*/ 17 h 36"/>
                <a:gd name="T38" fmla="*/ 6 w 9"/>
                <a:gd name="T39" fmla="*/ 16 h 36"/>
                <a:gd name="T40" fmla="*/ 5 w 9"/>
                <a:gd name="T41" fmla="*/ 15 h 36"/>
                <a:gd name="T42" fmla="*/ 4 w 9"/>
                <a:gd name="T43" fmla="*/ 12 h 36"/>
                <a:gd name="T44" fmla="*/ 4 w 9"/>
                <a:gd name="T45" fmla="*/ 6 h 36"/>
                <a:gd name="T46" fmla="*/ 5 w 9"/>
                <a:gd name="T47" fmla="*/ 0 h 36"/>
                <a:gd name="T48" fmla="*/ 1 w 9"/>
                <a:gd name="T49" fmla="*/ 6 h 36"/>
                <a:gd name="T50" fmla="*/ 0 w 9"/>
                <a:gd name="T51" fmla="*/ 12 h 36"/>
                <a:gd name="T52" fmla="*/ 1 w 9"/>
                <a:gd name="T53" fmla="*/ 16 h 36"/>
                <a:gd name="T54" fmla="*/ 2 w 9"/>
                <a:gd name="T55"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 h="36">
                  <a:moveTo>
                    <a:pt x="2" y="18"/>
                  </a:moveTo>
                  <a:cubicBezTo>
                    <a:pt x="2" y="19"/>
                    <a:pt x="2" y="19"/>
                    <a:pt x="3" y="20"/>
                  </a:cubicBezTo>
                  <a:cubicBezTo>
                    <a:pt x="4" y="21"/>
                    <a:pt x="4" y="21"/>
                    <a:pt x="4" y="21"/>
                  </a:cubicBezTo>
                  <a:cubicBezTo>
                    <a:pt x="4" y="21"/>
                    <a:pt x="4" y="22"/>
                    <a:pt x="4" y="22"/>
                  </a:cubicBezTo>
                  <a:cubicBezTo>
                    <a:pt x="5" y="23"/>
                    <a:pt x="5" y="24"/>
                    <a:pt x="5" y="25"/>
                  </a:cubicBezTo>
                  <a:cubicBezTo>
                    <a:pt x="5" y="27"/>
                    <a:pt x="5" y="29"/>
                    <a:pt x="5" y="30"/>
                  </a:cubicBezTo>
                  <a:cubicBezTo>
                    <a:pt x="5" y="34"/>
                    <a:pt x="5" y="36"/>
                    <a:pt x="5" y="36"/>
                  </a:cubicBezTo>
                  <a:cubicBezTo>
                    <a:pt x="5" y="36"/>
                    <a:pt x="6" y="35"/>
                    <a:pt x="8" y="31"/>
                  </a:cubicBezTo>
                  <a:cubicBezTo>
                    <a:pt x="8" y="30"/>
                    <a:pt x="9" y="29"/>
                    <a:pt x="9" y="28"/>
                  </a:cubicBezTo>
                  <a:cubicBezTo>
                    <a:pt x="9" y="27"/>
                    <a:pt x="9" y="26"/>
                    <a:pt x="9" y="25"/>
                  </a:cubicBezTo>
                  <a:cubicBezTo>
                    <a:pt x="9" y="23"/>
                    <a:pt x="9" y="22"/>
                    <a:pt x="9" y="21"/>
                  </a:cubicBezTo>
                  <a:cubicBezTo>
                    <a:pt x="8" y="20"/>
                    <a:pt x="8" y="19"/>
                    <a:pt x="8" y="18"/>
                  </a:cubicBezTo>
                  <a:cubicBezTo>
                    <a:pt x="8" y="18"/>
                    <a:pt x="7" y="18"/>
                    <a:pt x="7" y="18"/>
                  </a:cubicBezTo>
                  <a:cubicBezTo>
                    <a:pt x="7" y="17"/>
                    <a:pt x="7" y="17"/>
                    <a:pt x="7" y="17"/>
                  </a:cubicBezTo>
                  <a:cubicBezTo>
                    <a:pt x="6" y="17"/>
                    <a:pt x="6" y="17"/>
                    <a:pt x="6" y="17"/>
                  </a:cubicBezTo>
                  <a:cubicBezTo>
                    <a:pt x="6" y="17"/>
                    <a:pt x="6" y="17"/>
                    <a:pt x="6" y="17"/>
                  </a:cubicBezTo>
                  <a:cubicBezTo>
                    <a:pt x="6" y="17"/>
                    <a:pt x="7" y="17"/>
                    <a:pt x="7" y="17"/>
                  </a:cubicBezTo>
                  <a:cubicBezTo>
                    <a:pt x="7" y="17"/>
                    <a:pt x="7" y="17"/>
                    <a:pt x="7" y="17"/>
                  </a:cubicBezTo>
                  <a:cubicBezTo>
                    <a:pt x="6" y="17"/>
                    <a:pt x="6" y="17"/>
                    <a:pt x="6" y="17"/>
                  </a:cubicBezTo>
                  <a:cubicBezTo>
                    <a:pt x="6" y="16"/>
                    <a:pt x="6" y="16"/>
                    <a:pt x="6" y="16"/>
                  </a:cubicBezTo>
                  <a:cubicBezTo>
                    <a:pt x="5" y="15"/>
                    <a:pt x="5" y="15"/>
                    <a:pt x="5" y="15"/>
                  </a:cubicBezTo>
                  <a:cubicBezTo>
                    <a:pt x="5" y="14"/>
                    <a:pt x="4" y="13"/>
                    <a:pt x="4" y="12"/>
                  </a:cubicBezTo>
                  <a:cubicBezTo>
                    <a:pt x="4" y="10"/>
                    <a:pt x="4" y="8"/>
                    <a:pt x="4" y="6"/>
                  </a:cubicBezTo>
                  <a:cubicBezTo>
                    <a:pt x="4" y="3"/>
                    <a:pt x="5" y="0"/>
                    <a:pt x="5" y="0"/>
                  </a:cubicBezTo>
                  <a:cubicBezTo>
                    <a:pt x="5" y="0"/>
                    <a:pt x="3" y="2"/>
                    <a:pt x="1" y="6"/>
                  </a:cubicBezTo>
                  <a:cubicBezTo>
                    <a:pt x="1" y="7"/>
                    <a:pt x="0" y="9"/>
                    <a:pt x="0" y="12"/>
                  </a:cubicBezTo>
                  <a:cubicBezTo>
                    <a:pt x="0" y="13"/>
                    <a:pt x="0" y="15"/>
                    <a:pt x="1" y="16"/>
                  </a:cubicBezTo>
                  <a:cubicBezTo>
                    <a:pt x="1" y="17"/>
                    <a:pt x="1" y="18"/>
                    <a:pt x="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7"/>
            <p:cNvSpPr>
              <a:spLocks/>
            </p:cNvSpPr>
            <p:nvPr/>
          </p:nvSpPr>
          <p:spPr bwMode="auto">
            <a:xfrm>
              <a:off x="1016" y="1600"/>
              <a:ext cx="22" cy="87"/>
            </a:xfrm>
            <a:custGeom>
              <a:avLst/>
              <a:gdLst>
                <a:gd name="T0" fmla="*/ 1 w 9"/>
                <a:gd name="T1" fmla="*/ 18 h 36"/>
                <a:gd name="T2" fmla="*/ 2 w 9"/>
                <a:gd name="T3" fmla="*/ 20 h 36"/>
                <a:gd name="T4" fmla="*/ 3 w 9"/>
                <a:gd name="T5" fmla="*/ 21 h 36"/>
                <a:gd name="T6" fmla="*/ 4 w 9"/>
                <a:gd name="T7" fmla="*/ 22 h 36"/>
                <a:gd name="T8" fmla="*/ 5 w 9"/>
                <a:gd name="T9" fmla="*/ 25 h 36"/>
                <a:gd name="T10" fmla="*/ 5 w 9"/>
                <a:gd name="T11" fmla="*/ 30 h 36"/>
                <a:gd name="T12" fmla="*/ 4 w 9"/>
                <a:gd name="T13" fmla="*/ 36 h 36"/>
                <a:gd name="T14" fmla="*/ 8 w 9"/>
                <a:gd name="T15" fmla="*/ 31 h 36"/>
                <a:gd name="T16" fmla="*/ 9 w 9"/>
                <a:gd name="T17" fmla="*/ 28 h 36"/>
                <a:gd name="T18" fmla="*/ 9 w 9"/>
                <a:gd name="T19" fmla="*/ 24 h 36"/>
                <a:gd name="T20" fmla="*/ 8 w 9"/>
                <a:gd name="T21" fmla="*/ 20 h 36"/>
                <a:gd name="T22" fmla="*/ 8 w 9"/>
                <a:gd name="T23" fmla="*/ 18 h 36"/>
                <a:gd name="T24" fmla="*/ 7 w 9"/>
                <a:gd name="T25" fmla="*/ 17 h 36"/>
                <a:gd name="T26" fmla="*/ 7 w 9"/>
                <a:gd name="T27" fmla="*/ 17 h 36"/>
                <a:gd name="T28" fmla="*/ 6 w 9"/>
                <a:gd name="T29" fmla="*/ 17 h 36"/>
                <a:gd name="T30" fmla="*/ 6 w 9"/>
                <a:gd name="T31" fmla="*/ 17 h 36"/>
                <a:gd name="T32" fmla="*/ 6 w 9"/>
                <a:gd name="T33" fmla="*/ 17 h 36"/>
                <a:gd name="T34" fmla="*/ 6 w 9"/>
                <a:gd name="T35" fmla="*/ 17 h 36"/>
                <a:gd name="T36" fmla="*/ 6 w 9"/>
                <a:gd name="T37" fmla="*/ 17 h 36"/>
                <a:gd name="T38" fmla="*/ 5 w 9"/>
                <a:gd name="T39" fmla="*/ 15 h 36"/>
                <a:gd name="T40" fmla="*/ 5 w 9"/>
                <a:gd name="T41" fmla="*/ 14 h 36"/>
                <a:gd name="T42" fmla="*/ 4 w 9"/>
                <a:gd name="T43" fmla="*/ 12 h 36"/>
                <a:gd name="T44" fmla="*/ 4 w 9"/>
                <a:gd name="T45" fmla="*/ 6 h 36"/>
                <a:gd name="T46" fmla="*/ 4 w 9"/>
                <a:gd name="T47" fmla="*/ 0 h 36"/>
                <a:gd name="T48" fmla="*/ 1 w 9"/>
                <a:gd name="T49" fmla="*/ 5 h 36"/>
                <a:gd name="T50" fmla="*/ 0 w 9"/>
                <a:gd name="T51" fmla="*/ 12 h 36"/>
                <a:gd name="T52" fmla="*/ 0 w 9"/>
                <a:gd name="T53" fmla="*/ 16 h 36"/>
                <a:gd name="T54" fmla="*/ 1 w 9"/>
                <a:gd name="T55"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 h="36">
                  <a:moveTo>
                    <a:pt x="1" y="18"/>
                  </a:moveTo>
                  <a:cubicBezTo>
                    <a:pt x="2" y="19"/>
                    <a:pt x="2" y="19"/>
                    <a:pt x="2" y="20"/>
                  </a:cubicBezTo>
                  <a:cubicBezTo>
                    <a:pt x="3" y="21"/>
                    <a:pt x="3" y="21"/>
                    <a:pt x="3" y="21"/>
                  </a:cubicBezTo>
                  <a:cubicBezTo>
                    <a:pt x="4" y="21"/>
                    <a:pt x="4" y="22"/>
                    <a:pt x="4" y="22"/>
                  </a:cubicBezTo>
                  <a:cubicBezTo>
                    <a:pt x="4" y="23"/>
                    <a:pt x="5" y="24"/>
                    <a:pt x="5" y="25"/>
                  </a:cubicBezTo>
                  <a:cubicBezTo>
                    <a:pt x="5" y="27"/>
                    <a:pt x="5" y="29"/>
                    <a:pt x="5" y="30"/>
                  </a:cubicBezTo>
                  <a:cubicBezTo>
                    <a:pt x="5" y="34"/>
                    <a:pt x="4" y="36"/>
                    <a:pt x="4" y="36"/>
                  </a:cubicBezTo>
                  <a:cubicBezTo>
                    <a:pt x="4" y="36"/>
                    <a:pt x="6" y="34"/>
                    <a:pt x="8" y="31"/>
                  </a:cubicBezTo>
                  <a:cubicBezTo>
                    <a:pt x="8" y="30"/>
                    <a:pt x="9" y="29"/>
                    <a:pt x="9" y="28"/>
                  </a:cubicBezTo>
                  <a:cubicBezTo>
                    <a:pt x="9" y="27"/>
                    <a:pt x="9" y="26"/>
                    <a:pt x="9" y="24"/>
                  </a:cubicBezTo>
                  <a:cubicBezTo>
                    <a:pt x="9" y="23"/>
                    <a:pt x="9" y="22"/>
                    <a:pt x="8" y="20"/>
                  </a:cubicBezTo>
                  <a:cubicBezTo>
                    <a:pt x="8" y="20"/>
                    <a:pt x="8" y="19"/>
                    <a:pt x="8" y="18"/>
                  </a:cubicBezTo>
                  <a:cubicBezTo>
                    <a:pt x="7" y="18"/>
                    <a:pt x="7" y="18"/>
                    <a:pt x="7" y="17"/>
                  </a:cubicBezTo>
                  <a:cubicBezTo>
                    <a:pt x="7" y="17"/>
                    <a:pt x="7" y="17"/>
                    <a:pt x="7" y="17"/>
                  </a:cubicBezTo>
                  <a:cubicBezTo>
                    <a:pt x="6" y="17"/>
                    <a:pt x="6" y="17"/>
                    <a:pt x="6" y="17"/>
                  </a:cubicBezTo>
                  <a:cubicBezTo>
                    <a:pt x="6" y="17"/>
                    <a:pt x="6" y="17"/>
                    <a:pt x="6" y="17"/>
                  </a:cubicBezTo>
                  <a:cubicBezTo>
                    <a:pt x="6" y="17"/>
                    <a:pt x="6" y="17"/>
                    <a:pt x="6" y="17"/>
                  </a:cubicBezTo>
                  <a:cubicBezTo>
                    <a:pt x="6" y="17"/>
                    <a:pt x="6" y="17"/>
                    <a:pt x="6" y="17"/>
                  </a:cubicBezTo>
                  <a:cubicBezTo>
                    <a:pt x="6" y="17"/>
                    <a:pt x="6" y="17"/>
                    <a:pt x="6" y="17"/>
                  </a:cubicBezTo>
                  <a:cubicBezTo>
                    <a:pt x="6" y="16"/>
                    <a:pt x="5" y="16"/>
                    <a:pt x="5" y="15"/>
                  </a:cubicBezTo>
                  <a:cubicBezTo>
                    <a:pt x="5" y="15"/>
                    <a:pt x="5" y="15"/>
                    <a:pt x="5" y="14"/>
                  </a:cubicBezTo>
                  <a:cubicBezTo>
                    <a:pt x="5" y="13"/>
                    <a:pt x="4" y="13"/>
                    <a:pt x="4" y="12"/>
                  </a:cubicBezTo>
                  <a:cubicBezTo>
                    <a:pt x="4" y="10"/>
                    <a:pt x="4" y="8"/>
                    <a:pt x="4" y="6"/>
                  </a:cubicBezTo>
                  <a:cubicBezTo>
                    <a:pt x="4" y="3"/>
                    <a:pt x="4" y="0"/>
                    <a:pt x="4" y="0"/>
                  </a:cubicBezTo>
                  <a:cubicBezTo>
                    <a:pt x="4" y="0"/>
                    <a:pt x="3" y="2"/>
                    <a:pt x="1" y="5"/>
                  </a:cubicBezTo>
                  <a:cubicBezTo>
                    <a:pt x="0" y="7"/>
                    <a:pt x="0" y="9"/>
                    <a:pt x="0" y="12"/>
                  </a:cubicBezTo>
                  <a:cubicBezTo>
                    <a:pt x="0" y="13"/>
                    <a:pt x="0" y="15"/>
                    <a:pt x="0" y="16"/>
                  </a:cubicBezTo>
                  <a:cubicBezTo>
                    <a:pt x="1" y="17"/>
                    <a:pt x="1" y="17"/>
                    <a:pt x="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8"/>
            <p:cNvSpPr>
              <a:spLocks/>
            </p:cNvSpPr>
            <p:nvPr/>
          </p:nvSpPr>
          <p:spPr bwMode="auto">
            <a:xfrm>
              <a:off x="1048" y="1627"/>
              <a:ext cx="24" cy="87"/>
            </a:xfrm>
            <a:custGeom>
              <a:avLst/>
              <a:gdLst>
                <a:gd name="T0" fmla="*/ 2 w 10"/>
                <a:gd name="T1" fmla="*/ 18 h 36"/>
                <a:gd name="T2" fmla="*/ 3 w 10"/>
                <a:gd name="T3" fmla="*/ 20 h 36"/>
                <a:gd name="T4" fmla="*/ 4 w 10"/>
                <a:gd name="T5" fmla="*/ 21 h 36"/>
                <a:gd name="T6" fmla="*/ 4 w 10"/>
                <a:gd name="T7" fmla="*/ 22 h 36"/>
                <a:gd name="T8" fmla="*/ 5 w 10"/>
                <a:gd name="T9" fmla="*/ 25 h 36"/>
                <a:gd name="T10" fmla="*/ 5 w 10"/>
                <a:gd name="T11" fmla="*/ 30 h 36"/>
                <a:gd name="T12" fmla="*/ 5 w 10"/>
                <a:gd name="T13" fmla="*/ 36 h 36"/>
                <a:gd name="T14" fmla="*/ 8 w 10"/>
                <a:gd name="T15" fmla="*/ 31 h 36"/>
                <a:gd name="T16" fmla="*/ 9 w 10"/>
                <a:gd name="T17" fmla="*/ 28 h 36"/>
                <a:gd name="T18" fmla="*/ 10 w 10"/>
                <a:gd name="T19" fmla="*/ 24 h 36"/>
                <a:gd name="T20" fmla="*/ 9 w 10"/>
                <a:gd name="T21" fmla="*/ 20 h 36"/>
                <a:gd name="T22" fmla="*/ 8 w 10"/>
                <a:gd name="T23" fmla="*/ 18 h 36"/>
                <a:gd name="T24" fmla="*/ 7 w 10"/>
                <a:gd name="T25" fmla="*/ 17 h 36"/>
                <a:gd name="T26" fmla="*/ 7 w 10"/>
                <a:gd name="T27" fmla="*/ 17 h 36"/>
                <a:gd name="T28" fmla="*/ 7 w 10"/>
                <a:gd name="T29" fmla="*/ 17 h 36"/>
                <a:gd name="T30" fmla="*/ 7 w 10"/>
                <a:gd name="T31" fmla="*/ 17 h 36"/>
                <a:gd name="T32" fmla="*/ 7 w 10"/>
                <a:gd name="T33" fmla="*/ 17 h 36"/>
                <a:gd name="T34" fmla="*/ 7 w 10"/>
                <a:gd name="T35" fmla="*/ 17 h 36"/>
                <a:gd name="T36" fmla="*/ 7 w 10"/>
                <a:gd name="T37" fmla="*/ 17 h 36"/>
                <a:gd name="T38" fmla="*/ 6 w 10"/>
                <a:gd name="T39" fmla="*/ 15 h 36"/>
                <a:gd name="T40" fmla="*/ 5 w 10"/>
                <a:gd name="T41" fmla="*/ 14 h 36"/>
                <a:gd name="T42" fmla="*/ 5 w 10"/>
                <a:gd name="T43" fmla="*/ 12 h 36"/>
                <a:gd name="T44" fmla="*/ 4 w 10"/>
                <a:gd name="T45" fmla="*/ 6 h 36"/>
                <a:gd name="T46" fmla="*/ 5 w 10"/>
                <a:gd name="T47" fmla="*/ 0 h 36"/>
                <a:gd name="T48" fmla="*/ 2 w 10"/>
                <a:gd name="T49" fmla="*/ 5 h 36"/>
                <a:gd name="T50" fmla="*/ 0 w 10"/>
                <a:gd name="T51" fmla="*/ 12 h 36"/>
                <a:gd name="T52" fmla="*/ 1 w 10"/>
                <a:gd name="T53" fmla="*/ 16 h 36"/>
                <a:gd name="T54" fmla="*/ 2 w 10"/>
                <a:gd name="T55"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 h="36">
                  <a:moveTo>
                    <a:pt x="2" y="18"/>
                  </a:moveTo>
                  <a:cubicBezTo>
                    <a:pt x="2" y="19"/>
                    <a:pt x="2" y="19"/>
                    <a:pt x="3" y="20"/>
                  </a:cubicBezTo>
                  <a:cubicBezTo>
                    <a:pt x="4" y="21"/>
                    <a:pt x="4" y="21"/>
                    <a:pt x="4" y="21"/>
                  </a:cubicBezTo>
                  <a:cubicBezTo>
                    <a:pt x="4" y="21"/>
                    <a:pt x="4" y="22"/>
                    <a:pt x="4" y="22"/>
                  </a:cubicBezTo>
                  <a:cubicBezTo>
                    <a:pt x="5" y="23"/>
                    <a:pt x="5" y="24"/>
                    <a:pt x="5" y="25"/>
                  </a:cubicBezTo>
                  <a:cubicBezTo>
                    <a:pt x="6" y="27"/>
                    <a:pt x="6" y="29"/>
                    <a:pt x="5" y="30"/>
                  </a:cubicBezTo>
                  <a:cubicBezTo>
                    <a:pt x="5" y="34"/>
                    <a:pt x="5" y="36"/>
                    <a:pt x="5" y="36"/>
                  </a:cubicBezTo>
                  <a:cubicBezTo>
                    <a:pt x="5" y="36"/>
                    <a:pt x="7" y="35"/>
                    <a:pt x="8" y="31"/>
                  </a:cubicBezTo>
                  <a:cubicBezTo>
                    <a:pt x="9" y="30"/>
                    <a:pt x="9" y="29"/>
                    <a:pt x="9" y="28"/>
                  </a:cubicBezTo>
                  <a:cubicBezTo>
                    <a:pt x="9" y="27"/>
                    <a:pt x="10" y="26"/>
                    <a:pt x="10" y="24"/>
                  </a:cubicBezTo>
                  <a:cubicBezTo>
                    <a:pt x="10" y="23"/>
                    <a:pt x="9" y="22"/>
                    <a:pt x="9" y="20"/>
                  </a:cubicBezTo>
                  <a:cubicBezTo>
                    <a:pt x="9" y="20"/>
                    <a:pt x="8" y="19"/>
                    <a:pt x="8" y="18"/>
                  </a:cubicBezTo>
                  <a:cubicBezTo>
                    <a:pt x="8" y="18"/>
                    <a:pt x="8" y="18"/>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6" y="16"/>
                    <a:pt x="6" y="16"/>
                    <a:pt x="6" y="15"/>
                  </a:cubicBezTo>
                  <a:cubicBezTo>
                    <a:pt x="6" y="15"/>
                    <a:pt x="5" y="15"/>
                    <a:pt x="5" y="14"/>
                  </a:cubicBezTo>
                  <a:cubicBezTo>
                    <a:pt x="5" y="14"/>
                    <a:pt x="5" y="13"/>
                    <a:pt x="5" y="12"/>
                  </a:cubicBezTo>
                  <a:cubicBezTo>
                    <a:pt x="4" y="10"/>
                    <a:pt x="4" y="8"/>
                    <a:pt x="4" y="6"/>
                  </a:cubicBezTo>
                  <a:cubicBezTo>
                    <a:pt x="5" y="3"/>
                    <a:pt x="5" y="0"/>
                    <a:pt x="5" y="0"/>
                  </a:cubicBezTo>
                  <a:cubicBezTo>
                    <a:pt x="5" y="0"/>
                    <a:pt x="3" y="2"/>
                    <a:pt x="2" y="5"/>
                  </a:cubicBezTo>
                  <a:cubicBezTo>
                    <a:pt x="1" y="7"/>
                    <a:pt x="0" y="9"/>
                    <a:pt x="0" y="12"/>
                  </a:cubicBezTo>
                  <a:cubicBezTo>
                    <a:pt x="0" y="13"/>
                    <a:pt x="0" y="15"/>
                    <a:pt x="1" y="16"/>
                  </a:cubicBezTo>
                  <a:cubicBezTo>
                    <a:pt x="1" y="17"/>
                    <a:pt x="1" y="17"/>
                    <a:pt x="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9"/>
            <p:cNvSpPr>
              <a:spLocks noEditPoints="1"/>
            </p:cNvSpPr>
            <p:nvPr/>
          </p:nvSpPr>
          <p:spPr bwMode="auto">
            <a:xfrm>
              <a:off x="931" y="1847"/>
              <a:ext cx="216" cy="63"/>
            </a:xfrm>
            <a:custGeom>
              <a:avLst/>
              <a:gdLst>
                <a:gd name="T0" fmla="*/ 88 w 89"/>
                <a:gd name="T1" fmla="*/ 13 h 26"/>
                <a:gd name="T2" fmla="*/ 72 w 89"/>
                <a:gd name="T3" fmla="*/ 0 h 26"/>
                <a:gd name="T4" fmla="*/ 56 w 89"/>
                <a:gd name="T5" fmla="*/ 10 h 26"/>
                <a:gd name="T6" fmla="*/ 40 w 89"/>
                <a:gd name="T7" fmla="*/ 9 h 26"/>
                <a:gd name="T8" fmla="*/ 4 w 89"/>
                <a:gd name="T9" fmla="*/ 9 h 26"/>
                <a:gd name="T10" fmla="*/ 4 w 89"/>
                <a:gd name="T11" fmla="*/ 9 h 26"/>
                <a:gd name="T12" fmla="*/ 4 w 89"/>
                <a:gd name="T13" fmla="*/ 9 h 26"/>
                <a:gd name="T14" fmla="*/ 0 w 89"/>
                <a:gd name="T15" fmla="*/ 13 h 26"/>
                <a:gd name="T16" fmla="*/ 0 w 89"/>
                <a:gd name="T17" fmla="*/ 14 h 26"/>
                <a:gd name="T18" fmla="*/ 4 w 89"/>
                <a:gd name="T19" fmla="*/ 17 h 26"/>
                <a:gd name="T20" fmla="*/ 4 w 89"/>
                <a:gd name="T21" fmla="*/ 17 h 26"/>
                <a:gd name="T22" fmla="*/ 4 w 89"/>
                <a:gd name="T23" fmla="*/ 17 h 26"/>
                <a:gd name="T24" fmla="*/ 40 w 89"/>
                <a:gd name="T25" fmla="*/ 17 h 26"/>
                <a:gd name="T26" fmla="*/ 56 w 89"/>
                <a:gd name="T27" fmla="*/ 16 h 26"/>
                <a:gd name="T28" fmla="*/ 72 w 89"/>
                <a:gd name="T29" fmla="*/ 26 h 26"/>
                <a:gd name="T30" fmla="*/ 88 w 89"/>
                <a:gd name="T31" fmla="*/ 13 h 26"/>
                <a:gd name="T32" fmla="*/ 88 w 89"/>
                <a:gd name="T33" fmla="*/ 13 h 26"/>
                <a:gd name="T34" fmla="*/ 89 w 89"/>
                <a:gd name="T35" fmla="*/ 13 h 26"/>
                <a:gd name="T36" fmla="*/ 88 w 89"/>
                <a:gd name="T37" fmla="*/ 13 h 26"/>
                <a:gd name="T38" fmla="*/ 79 w 89"/>
                <a:gd name="T39" fmla="*/ 6 h 26"/>
                <a:gd name="T40" fmla="*/ 76 w 89"/>
                <a:gd name="T41" fmla="*/ 6 h 26"/>
                <a:gd name="T42" fmla="*/ 69 w 89"/>
                <a:gd name="T43" fmla="*/ 6 h 26"/>
                <a:gd name="T44" fmla="*/ 67 w 89"/>
                <a:gd name="T45" fmla="*/ 6 h 26"/>
                <a:gd name="T46" fmla="*/ 65 w 89"/>
                <a:gd name="T47" fmla="*/ 7 h 26"/>
                <a:gd name="T48" fmla="*/ 62 w 89"/>
                <a:gd name="T49" fmla="*/ 8 h 26"/>
                <a:gd name="T50" fmla="*/ 60 w 89"/>
                <a:gd name="T51" fmla="*/ 9 h 26"/>
                <a:gd name="T52" fmla="*/ 59 w 89"/>
                <a:gd name="T53" fmla="*/ 10 h 26"/>
                <a:gd name="T54" fmla="*/ 60 w 89"/>
                <a:gd name="T55" fmla="*/ 9 h 26"/>
                <a:gd name="T56" fmla="*/ 61 w 89"/>
                <a:gd name="T57" fmla="*/ 7 h 26"/>
                <a:gd name="T58" fmla="*/ 64 w 89"/>
                <a:gd name="T59" fmla="*/ 5 h 26"/>
                <a:gd name="T60" fmla="*/ 66 w 89"/>
                <a:gd name="T61" fmla="*/ 4 h 26"/>
                <a:gd name="T62" fmla="*/ 68 w 89"/>
                <a:gd name="T63" fmla="*/ 4 h 26"/>
                <a:gd name="T64" fmla="*/ 73 w 89"/>
                <a:gd name="T65" fmla="*/ 4 h 26"/>
                <a:gd name="T66" fmla="*/ 76 w 89"/>
                <a:gd name="T67" fmla="*/ 4 h 26"/>
                <a:gd name="T68" fmla="*/ 79 w 89"/>
                <a:gd name="T69" fmla="*/ 5 h 26"/>
                <a:gd name="T70" fmla="*/ 80 w 89"/>
                <a:gd name="T71" fmla="*/ 6 h 26"/>
                <a:gd name="T72" fmla="*/ 79 w 89"/>
                <a:gd name="T73"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9" h="26">
                  <a:moveTo>
                    <a:pt x="88" y="13"/>
                  </a:moveTo>
                  <a:cubicBezTo>
                    <a:pt x="88" y="5"/>
                    <a:pt x="81" y="0"/>
                    <a:pt x="72" y="0"/>
                  </a:cubicBezTo>
                  <a:cubicBezTo>
                    <a:pt x="64" y="0"/>
                    <a:pt x="58" y="6"/>
                    <a:pt x="56" y="10"/>
                  </a:cubicBezTo>
                  <a:cubicBezTo>
                    <a:pt x="53" y="12"/>
                    <a:pt x="45" y="11"/>
                    <a:pt x="40" y="9"/>
                  </a:cubicBezTo>
                  <a:cubicBezTo>
                    <a:pt x="38" y="9"/>
                    <a:pt x="4" y="9"/>
                    <a:pt x="4" y="9"/>
                  </a:cubicBezTo>
                  <a:cubicBezTo>
                    <a:pt x="4" y="9"/>
                    <a:pt x="4" y="9"/>
                    <a:pt x="4" y="9"/>
                  </a:cubicBezTo>
                  <a:cubicBezTo>
                    <a:pt x="4" y="9"/>
                    <a:pt x="4" y="9"/>
                    <a:pt x="4" y="9"/>
                  </a:cubicBezTo>
                  <a:cubicBezTo>
                    <a:pt x="2" y="9"/>
                    <a:pt x="0" y="11"/>
                    <a:pt x="0" y="13"/>
                  </a:cubicBezTo>
                  <a:cubicBezTo>
                    <a:pt x="0" y="13"/>
                    <a:pt x="0" y="13"/>
                    <a:pt x="0" y="14"/>
                  </a:cubicBezTo>
                  <a:cubicBezTo>
                    <a:pt x="0" y="16"/>
                    <a:pt x="2" y="17"/>
                    <a:pt x="4" y="17"/>
                  </a:cubicBezTo>
                  <a:cubicBezTo>
                    <a:pt x="4" y="17"/>
                    <a:pt x="4" y="17"/>
                    <a:pt x="4" y="17"/>
                  </a:cubicBezTo>
                  <a:cubicBezTo>
                    <a:pt x="4" y="17"/>
                    <a:pt x="4" y="17"/>
                    <a:pt x="4" y="17"/>
                  </a:cubicBezTo>
                  <a:cubicBezTo>
                    <a:pt x="4" y="17"/>
                    <a:pt x="38" y="17"/>
                    <a:pt x="40" y="17"/>
                  </a:cubicBezTo>
                  <a:cubicBezTo>
                    <a:pt x="45" y="16"/>
                    <a:pt x="53" y="14"/>
                    <a:pt x="56" y="16"/>
                  </a:cubicBezTo>
                  <a:cubicBezTo>
                    <a:pt x="58" y="21"/>
                    <a:pt x="64" y="26"/>
                    <a:pt x="72" y="26"/>
                  </a:cubicBezTo>
                  <a:cubicBezTo>
                    <a:pt x="81" y="26"/>
                    <a:pt x="88" y="21"/>
                    <a:pt x="88" y="13"/>
                  </a:cubicBezTo>
                  <a:cubicBezTo>
                    <a:pt x="88" y="13"/>
                    <a:pt x="88" y="13"/>
                    <a:pt x="88" y="13"/>
                  </a:cubicBezTo>
                  <a:cubicBezTo>
                    <a:pt x="88" y="13"/>
                    <a:pt x="88" y="13"/>
                    <a:pt x="89" y="13"/>
                  </a:cubicBezTo>
                  <a:cubicBezTo>
                    <a:pt x="89" y="13"/>
                    <a:pt x="88" y="13"/>
                    <a:pt x="88" y="13"/>
                  </a:cubicBezTo>
                  <a:close/>
                  <a:moveTo>
                    <a:pt x="79" y="6"/>
                  </a:moveTo>
                  <a:cubicBezTo>
                    <a:pt x="78" y="6"/>
                    <a:pt x="77" y="6"/>
                    <a:pt x="76" y="6"/>
                  </a:cubicBezTo>
                  <a:cubicBezTo>
                    <a:pt x="74" y="6"/>
                    <a:pt x="71" y="5"/>
                    <a:pt x="69" y="6"/>
                  </a:cubicBezTo>
                  <a:cubicBezTo>
                    <a:pt x="68" y="6"/>
                    <a:pt x="68" y="6"/>
                    <a:pt x="67" y="6"/>
                  </a:cubicBezTo>
                  <a:cubicBezTo>
                    <a:pt x="66" y="6"/>
                    <a:pt x="66" y="7"/>
                    <a:pt x="65" y="7"/>
                  </a:cubicBezTo>
                  <a:cubicBezTo>
                    <a:pt x="64" y="7"/>
                    <a:pt x="63" y="8"/>
                    <a:pt x="62" y="8"/>
                  </a:cubicBezTo>
                  <a:cubicBezTo>
                    <a:pt x="61" y="9"/>
                    <a:pt x="60" y="9"/>
                    <a:pt x="60" y="9"/>
                  </a:cubicBezTo>
                  <a:cubicBezTo>
                    <a:pt x="59" y="10"/>
                    <a:pt x="59" y="10"/>
                    <a:pt x="59" y="10"/>
                  </a:cubicBezTo>
                  <a:cubicBezTo>
                    <a:pt x="59" y="10"/>
                    <a:pt x="59" y="10"/>
                    <a:pt x="60" y="9"/>
                  </a:cubicBezTo>
                  <a:cubicBezTo>
                    <a:pt x="60" y="9"/>
                    <a:pt x="61" y="8"/>
                    <a:pt x="61" y="7"/>
                  </a:cubicBezTo>
                  <a:cubicBezTo>
                    <a:pt x="62" y="7"/>
                    <a:pt x="63" y="6"/>
                    <a:pt x="64" y="5"/>
                  </a:cubicBezTo>
                  <a:cubicBezTo>
                    <a:pt x="65" y="5"/>
                    <a:pt x="66" y="5"/>
                    <a:pt x="66" y="4"/>
                  </a:cubicBezTo>
                  <a:cubicBezTo>
                    <a:pt x="67" y="4"/>
                    <a:pt x="68" y="4"/>
                    <a:pt x="68" y="4"/>
                  </a:cubicBezTo>
                  <a:cubicBezTo>
                    <a:pt x="70" y="3"/>
                    <a:pt x="71" y="3"/>
                    <a:pt x="73" y="4"/>
                  </a:cubicBezTo>
                  <a:cubicBezTo>
                    <a:pt x="74" y="4"/>
                    <a:pt x="75" y="4"/>
                    <a:pt x="76" y="4"/>
                  </a:cubicBezTo>
                  <a:cubicBezTo>
                    <a:pt x="77" y="5"/>
                    <a:pt x="78" y="5"/>
                    <a:pt x="79" y="5"/>
                  </a:cubicBezTo>
                  <a:cubicBezTo>
                    <a:pt x="79" y="6"/>
                    <a:pt x="80" y="6"/>
                    <a:pt x="80" y="6"/>
                  </a:cubicBezTo>
                  <a:cubicBezTo>
                    <a:pt x="80" y="6"/>
                    <a:pt x="79" y="6"/>
                    <a:pt x="7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3" name="组合 52"/>
          <p:cNvGrpSpPr/>
          <p:nvPr/>
        </p:nvGrpSpPr>
        <p:grpSpPr>
          <a:xfrm>
            <a:off x="2921887" y="2032901"/>
            <a:ext cx="7716062" cy="1631748"/>
            <a:chOff x="3011011" y="1654152"/>
            <a:chExt cx="7163568" cy="1631748"/>
          </a:xfrm>
        </p:grpSpPr>
        <p:sp>
          <p:nvSpPr>
            <p:cNvPr id="54" name="矩形 53"/>
            <p:cNvSpPr/>
            <p:nvPr/>
          </p:nvSpPr>
          <p:spPr>
            <a:xfrm>
              <a:off x="3011011" y="1654152"/>
              <a:ext cx="2339102" cy="523220"/>
            </a:xfrm>
            <a:prstGeom prst="rect">
              <a:avLst/>
            </a:prstGeom>
          </p:spPr>
          <p:txBody>
            <a:bodyPr wrap="none">
              <a:spAutoFit/>
            </a:bodyPr>
            <a:lstStyle/>
            <a:p>
              <a:r>
                <a:rPr lang="zh-CN" altLang="en-US" sz="2800" b="1" dirty="0">
                  <a:solidFill>
                    <a:schemeClr val="accent5">
                      <a:lumMod val="75000"/>
                    </a:schemeClr>
                  </a:solidFill>
                </a:rPr>
                <a:t>记忆不能</a:t>
              </a:r>
              <a:r>
                <a:rPr lang="zh-CN" altLang="en-US" sz="2800" b="1" dirty="0" smtClean="0">
                  <a:solidFill>
                    <a:schemeClr val="accent5">
                      <a:lumMod val="75000"/>
                    </a:schemeClr>
                  </a:solidFill>
                </a:rPr>
                <a:t>保存</a:t>
              </a:r>
              <a:endParaRPr lang="zh-CN" altLang="en-US" sz="2800" b="1" dirty="0">
                <a:solidFill>
                  <a:schemeClr val="accent5">
                    <a:lumMod val="75000"/>
                  </a:schemeClr>
                </a:solidFill>
              </a:endParaRPr>
            </a:p>
          </p:txBody>
        </p:sp>
        <p:sp>
          <p:nvSpPr>
            <p:cNvPr id="55" name="矩形 54"/>
            <p:cNvSpPr/>
            <p:nvPr/>
          </p:nvSpPr>
          <p:spPr>
            <a:xfrm>
              <a:off x="3011011" y="2196371"/>
              <a:ext cx="7163568" cy="1089529"/>
            </a:xfrm>
            <a:prstGeom prst="rect">
              <a:avLst/>
            </a:prstGeom>
          </p:spPr>
          <p:txBody>
            <a:bodyPr vert="horz" wrap="square" lIns="91440" tIns="45720" rIns="91440" bIns="45720" rtlCol="0">
              <a:spAutoFit/>
            </a:bodyPr>
            <a:lstStyle/>
            <a:p>
              <a:pPr>
                <a:lnSpc>
                  <a:spcPct val="120000"/>
                </a:lnSpc>
              </a:pPr>
              <a:r>
                <a:rPr lang="zh-CN" altLang="en-US" dirty="0" smtClean="0"/>
                <a:t>假如灵魂通过转世得以永生，但每次转世都要喝孟</a:t>
              </a:r>
              <a:r>
                <a:rPr lang="zh-CN" altLang="en-US" dirty="0"/>
                <a:t>婆</a:t>
              </a:r>
              <a:r>
                <a:rPr lang="zh-CN" altLang="en-US" dirty="0" smtClean="0"/>
                <a:t>汤清零记忆。那么对于现在</a:t>
              </a:r>
              <a:r>
                <a:rPr lang="zh-CN" altLang="en-US" dirty="0"/>
                <a:t>的我</a:t>
              </a:r>
              <a:r>
                <a:rPr lang="zh-CN" altLang="en-US" dirty="0" smtClean="0"/>
                <a:t>来说，不管我曾有多大的成就都毫无意义。未来对现在的我来说是零。</a:t>
              </a:r>
              <a:r>
                <a:rPr lang="zh-CN" altLang="en-US" b="1" dirty="0" smtClean="0">
                  <a:solidFill>
                    <a:schemeClr val="accent5">
                      <a:lumMod val="75000"/>
                    </a:schemeClr>
                  </a:solidFill>
                </a:rPr>
                <a:t>永生对现在的我</a:t>
              </a:r>
              <a:r>
                <a:rPr lang="zh-CN" altLang="en-US" b="1" dirty="0">
                  <a:solidFill>
                    <a:schemeClr val="accent5">
                      <a:lumMod val="75000"/>
                    </a:schemeClr>
                  </a:solidFill>
                </a:rPr>
                <a:t>来说毫无意义。</a:t>
              </a:r>
            </a:p>
          </p:txBody>
        </p:sp>
      </p:grpSp>
    </p:spTree>
    <p:extLst>
      <p:ext uri="{BB962C8B-B14F-4D97-AF65-F5344CB8AC3E}">
        <p14:creationId xmlns:p14="http://schemas.microsoft.com/office/powerpoint/2010/main" val="12516814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2031696" y="2405703"/>
            <a:ext cx="2886537" cy="1090787"/>
            <a:chOff x="2160123" y="1538514"/>
            <a:chExt cx="2886537" cy="1521397"/>
          </a:xfrm>
        </p:grpSpPr>
        <p:sp>
          <p:nvSpPr>
            <p:cNvPr id="32" name="任意多边形 31"/>
            <p:cNvSpPr/>
            <p:nvPr/>
          </p:nvSpPr>
          <p:spPr>
            <a:xfrm>
              <a:off x="2230888" y="1608482"/>
              <a:ext cx="2815772" cy="1451429"/>
            </a:xfrm>
            <a:custGeom>
              <a:avLst/>
              <a:gdLst>
                <a:gd name="connsiteX0" fmla="*/ 391886 w 2815772"/>
                <a:gd name="connsiteY0" fmla="*/ 362857 h 1451429"/>
                <a:gd name="connsiteX1" fmla="*/ 0 w 2815772"/>
                <a:gd name="connsiteY1" fmla="*/ 1103086 h 1451429"/>
                <a:gd name="connsiteX2" fmla="*/ 1465943 w 2815772"/>
                <a:gd name="connsiteY2" fmla="*/ 1451429 h 1451429"/>
                <a:gd name="connsiteX3" fmla="*/ 2815772 w 2815772"/>
                <a:gd name="connsiteY3" fmla="*/ 812800 h 1451429"/>
                <a:gd name="connsiteX4" fmla="*/ 1698172 w 2815772"/>
                <a:gd name="connsiteY4" fmla="*/ 0 h 1451429"/>
                <a:gd name="connsiteX5" fmla="*/ 391886 w 2815772"/>
                <a:gd name="connsiteY5" fmla="*/ 362857 h 145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5772" h="1451429">
                  <a:moveTo>
                    <a:pt x="391886" y="362857"/>
                  </a:moveTo>
                  <a:lnTo>
                    <a:pt x="0" y="1103086"/>
                  </a:lnTo>
                  <a:lnTo>
                    <a:pt x="1465943" y="1451429"/>
                  </a:lnTo>
                  <a:lnTo>
                    <a:pt x="2815772" y="812800"/>
                  </a:lnTo>
                  <a:lnTo>
                    <a:pt x="1698172" y="0"/>
                  </a:lnTo>
                  <a:lnTo>
                    <a:pt x="391886" y="362857"/>
                  </a:lnTo>
                  <a:close/>
                </a:path>
              </a:pathLst>
            </a:custGeom>
            <a:solidFill>
              <a:schemeClr val="accent5">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a:off x="2160123" y="1538514"/>
              <a:ext cx="2815772" cy="1451429"/>
            </a:xfrm>
            <a:custGeom>
              <a:avLst/>
              <a:gdLst>
                <a:gd name="connsiteX0" fmla="*/ 391886 w 2815772"/>
                <a:gd name="connsiteY0" fmla="*/ 362857 h 1451429"/>
                <a:gd name="connsiteX1" fmla="*/ 0 w 2815772"/>
                <a:gd name="connsiteY1" fmla="*/ 1103086 h 1451429"/>
                <a:gd name="connsiteX2" fmla="*/ 1465943 w 2815772"/>
                <a:gd name="connsiteY2" fmla="*/ 1451429 h 1451429"/>
                <a:gd name="connsiteX3" fmla="*/ 2815772 w 2815772"/>
                <a:gd name="connsiteY3" fmla="*/ 812800 h 1451429"/>
                <a:gd name="connsiteX4" fmla="*/ 1698172 w 2815772"/>
                <a:gd name="connsiteY4" fmla="*/ 0 h 1451429"/>
                <a:gd name="connsiteX5" fmla="*/ 391886 w 2815772"/>
                <a:gd name="connsiteY5" fmla="*/ 362857 h 145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5772" h="1451429">
                  <a:moveTo>
                    <a:pt x="391886" y="362857"/>
                  </a:moveTo>
                  <a:lnTo>
                    <a:pt x="0" y="1103086"/>
                  </a:lnTo>
                  <a:lnTo>
                    <a:pt x="1465943" y="1451429"/>
                  </a:lnTo>
                  <a:lnTo>
                    <a:pt x="2815772" y="812800"/>
                  </a:lnTo>
                  <a:lnTo>
                    <a:pt x="1698172" y="0"/>
                  </a:lnTo>
                  <a:lnTo>
                    <a:pt x="391886" y="362857"/>
                  </a:lnTo>
                  <a:close/>
                </a:path>
              </a:pathLst>
            </a:cu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标题 3"/>
          <p:cNvSpPr>
            <a:spLocks noGrp="1"/>
          </p:cNvSpPr>
          <p:nvPr>
            <p:ph type="title"/>
          </p:nvPr>
        </p:nvSpPr>
        <p:spPr/>
        <p:txBody>
          <a:bodyPr/>
          <a:lstStyle/>
          <a:p>
            <a:r>
              <a:rPr lang="zh-CN" altLang="en-US" dirty="0" smtClean="0">
                <a:solidFill>
                  <a:schemeClr val="accent4"/>
                </a:solidFill>
              </a:rPr>
              <a:t>尽管如此，我们希望活的</a:t>
            </a:r>
            <a:r>
              <a:rPr lang="zh-CN" altLang="en-US" dirty="0" smtClean="0">
                <a:solidFill>
                  <a:schemeClr val="accent5">
                    <a:lumMod val="75000"/>
                  </a:schemeClr>
                </a:solidFill>
              </a:rPr>
              <a:t>久</a:t>
            </a:r>
            <a:r>
              <a:rPr lang="zh-CN" altLang="en-US" dirty="0" smtClean="0">
                <a:solidFill>
                  <a:schemeClr val="accent4"/>
                </a:solidFill>
              </a:rPr>
              <a:t>一点</a:t>
            </a:r>
            <a:endParaRPr lang="zh-CN" altLang="en-US" dirty="0">
              <a:solidFill>
                <a:schemeClr val="accent4"/>
              </a:solidFill>
            </a:endParaRPr>
          </a:p>
        </p:txBody>
      </p:sp>
      <p:sp>
        <p:nvSpPr>
          <p:cNvPr id="3" name="内容占位符 2"/>
          <p:cNvSpPr>
            <a:spLocks noGrp="1"/>
          </p:cNvSpPr>
          <p:nvPr>
            <p:ph idx="1"/>
          </p:nvPr>
        </p:nvSpPr>
        <p:spPr>
          <a:xfrm>
            <a:off x="838200" y="3741141"/>
            <a:ext cx="5273530" cy="2015936"/>
          </a:xfrm>
        </p:spPr>
        <p:txBody>
          <a:bodyPr wrap="square">
            <a:spAutoFit/>
          </a:bodyPr>
          <a:lstStyle/>
          <a:p>
            <a:pPr marL="0" indent="0">
              <a:lnSpc>
                <a:spcPct val="120000"/>
              </a:lnSpc>
              <a:spcBef>
                <a:spcPts val="1200"/>
              </a:spcBef>
              <a:buNone/>
            </a:pPr>
            <a:r>
              <a:rPr lang="zh-CN" altLang="en-US" sz="2000" dirty="0">
                <a:solidFill>
                  <a:schemeClr val="tx1"/>
                </a:solidFill>
              </a:rPr>
              <a:t>我们不一定要永生，但要能够活到我们满足为止</a:t>
            </a:r>
            <a:r>
              <a:rPr lang="zh-CN" altLang="en-US" sz="2000" dirty="0" smtClean="0">
                <a:solidFill>
                  <a:schemeClr val="tx1"/>
                </a:solidFill>
              </a:rPr>
              <a:t>。为此</a:t>
            </a:r>
            <a:r>
              <a:rPr lang="zh-CN" altLang="en-US" sz="2000" dirty="0">
                <a:solidFill>
                  <a:schemeClr val="tx1"/>
                </a:solidFill>
              </a:rPr>
              <a:t>，我们希望有灵魂，</a:t>
            </a:r>
            <a:r>
              <a:rPr lang="zh-CN" altLang="en-US" sz="2000" b="1" dirty="0">
                <a:solidFill>
                  <a:schemeClr val="accent5">
                    <a:lumMod val="75000"/>
                  </a:schemeClr>
                </a:solidFill>
              </a:rPr>
              <a:t>我们希望我们是灵魂和肉体的混合，而灵魂是我们的主要</a:t>
            </a:r>
            <a:r>
              <a:rPr lang="zh-CN" altLang="en-US" sz="2000" b="1" dirty="0" smtClean="0">
                <a:solidFill>
                  <a:schemeClr val="accent5">
                    <a:lumMod val="75000"/>
                  </a:schemeClr>
                </a:solidFill>
              </a:rPr>
              <a:t>部分。</a:t>
            </a:r>
            <a:r>
              <a:rPr lang="zh-CN" altLang="en-US" sz="2000" dirty="0" smtClean="0">
                <a:solidFill>
                  <a:schemeClr val="tx1"/>
                </a:solidFill>
              </a:rPr>
              <a:t>这样，我们才可能活得比肉体更久一些。</a:t>
            </a:r>
            <a:endParaRPr lang="en-US" altLang="zh-CN" sz="2000" dirty="0" smtClean="0">
              <a:solidFill>
                <a:schemeClr val="tx1"/>
              </a:solidFill>
            </a:endParaRPr>
          </a:p>
          <a:p>
            <a:pPr marL="0" indent="0">
              <a:lnSpc>
                <a:spcPct val="120000"/>
              </a:lnSpc>
              <a:spcBef>
                <a:spcPts val="600"/>
              </a:spcBef>
              <a:buNone/>
            </a:pPr>
            <a:r>
              <a:rPr lang="zh-CN" altLang="en-US" sz="2000" b="1" dirty="0" smtClean="0">
                <a:solidFill>
                  <a:schemeClr val="accent5">
                    <a:lumMod val="75000"/>
                  </a:schemeClr>
                </a:solidFill>
              </a:rPr>
              <a:t>此时</a:t>
            </a:r>
            <a:r>
              <a:rPr lang="zh-CN" altLang="en-US" sz="2000" b="1" dirty="0">
                <a:solidFill>
                  <a:schemeClr val="accent5">
                    <a:lumMod val="75000"/>
                  </a:schemeClr>
                </a:solidFill>
              </a:rPr>
              <a:t>我们是二元论</a:t>
            </a:r>
            <a:r>
              <a:rPr lang="zh-CN" altLang="en-US" sz="2000" b="1" dirty="0" smtClean="0">
                <a:solidFill>
                  <a:schemeClr val="accent5">
                    <a:lumMod val="75000"/>
                  </a:schemeClr>
                </a:solidFill>
              </a:rPr>
              <a:t>者。</a:t>
            </a:r>
            <a:endParaRPr lang="en-US" altLang="zh-CN" sz="2000" b="1" dirty="0" smtClean="0">
              <a:solidFill>
                <a:schemeClr val="accent5">
                  <a:lumMod val="75000"/>
                </a:schemeClr>
              </a:solidFill>
            </a:endParaRPr>
          </a:p>
        </p:txBody>
      </p:sp>
      <p:sp>
        <p:nvSpPr>
          <p:cNvPr id="11" name="十字形 10"/>
          <p:cNvSpPr/>
          <p:nvPr/>
        </p:nvSpPr>
        <p:spPr>
          <a:xfrm>
            <a:off x="8879850" y="3829524"/>
            <a:ext cx="505253" cy="470649"/>
          </a:xfrm>
          <a:prstGeom prst="plus">
            <a:avLst>
              <a:gd name="adj" fmla="val 39910"/>
            </a:avLst>
          </a:prstGeom>
          <a:solidFill>
            <a:schemeClr val="accent5">
              <a:lumMod val="75000"/>
            </a:schemeClr>
          </a:solidFill>
          <a:ln w="317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grpSp>
        <p:nvGrpSpPr>
          <p:cNvPr id="15" name="组合 14"/>
          <p:cNvGrpSpPr/>
          <p:nvPr/>
        </p:nvGrpSpPr>
        <p:grpSpPr>
          <a:xfrm>
            <a:off x="10197145" y="2327727"/>
            <a:ext cx="695732" cy="2790005"/>
            <a:chOff x="3663263" y="2095499"/>
            <a:chExt cx="695732" cy="2790005"/>
          </a:xfrm>
          <a:solidFill>
            <a:schemeClr val="accent5">
              <a:lumMod val="75000"/>
            </a:schemeClr>
          </a:solidFill>
        </p:grpSpPr>
        <p:grpSp>
          <p:nvGrpSpPr>
            <p:cNvPr id="8" name="组合 7"/>
            <p:cNvGrpSpPr/>
            <p:nvPr/>
          </p:nvGrpSpPr>
          <p:grpSpPr>
            <a:xfrm>
              <a:off x="3663263" y="2380758"/>
              <a:ext cx="695732" cy="2504746"/>
              <a:chOff x="12946854" y="1511457"/>
              <a:chExt cx="981076" cy="3532030"/>
            </a:xfrm>
            <a:grpFill/>
          </p:grpSpPr>
          <p:sp>
            <p:nvSpPr>
              <p:cNvPr id="9" name="椭圆 8"/>
              <p:cNvSpPr/>
              <p:nvPr/>
            </p:nvSpPr>
            <p:spPr>
              <a:xfrm>
                <a:off x="13094492" y="1511457"/>
                <a:ext cx="685799" cy="685799"/>
              </a:xfrm>
              <a:prstGeom prst="ellipse">
                <a:avLst/>
              </a:prstGeom>
              <a:grp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0" name="任意多边形 9"/>
              <p:cNvSpPr/>
              <p:nvPr/>
            </p:nvSpPr>
            <p:spPr>
              <a:xfrm>
                <a:off x="12946854" y="2315966"/>
                <a:ext cx="981076" cy="2727521"/>
              </a:xfrm>
              <a:custGeom>
                <a:avLst/>
                <a:gdLst>
                  <a:gd name="connsiteX0" fmla="*/ 490538 w 981076"/>
                  <a:gd name="connsiteY0" fmla="*/ 0 h 2727521"/>
                  <a:gd name="connsiteX1" fmla="*/ 971110 w 981076"/>
                  <a:gd name="connsiteY1" fmla="*/ 376467 h 2727521"/>
                  <a:gd name="connsiteX2" fmla="*/ 979094 w 981076"/>
                  <a:gd name="connsiteY2" fmla="*/ 452585 h 2727521"/>
                  <a:gd name="connsiteX3" fmla="*/ 981075 w 981076"/>
                  <a:gd name="connsiteY3" fmla="*/ 463393 h 2727521"/>
                  <a:gd name="connsiteX4" fmla="*/ 980766 w 981076"/>
                  <a:gd name="connsiteY4" fmla="*/ 468527 h 2727521"/>
                  <a:gd name="connsiteX5" fmla="*/ 981076 w 981076"/>
                  <a:gd name="connsiteY5" fmla="*/ 471488 h 2727521"/>
                  <a:gd name="connsiteX6" fmla="*/ 979925 w 981076"/>
                  <a:gd name="connsiteY6" fmla="*/ 482461 h 2727521"/>
                  <a:gd name="connsiteX7" fmla="*/ 923925 w 981076"/>
                  <a:gd name="connsiteY7" fmla="*/ 1411125 h 2727521"/>
                  <a:gd name="connsiteX8" fmla="*/ 880682 w 981076"/>
                  <a:gd name="connsiteY8" fmla="*/ 1515522 h 2727521"/>
                  <a:gd name="connsiteX9" fmla="*/ 860584 w 981076"/>
                  <a:gd name="connsiteY9" fmla="*/ 1529073 h 2727521"/>
                  <a:gd name="connsiteX10" fmla="*/ 860583 w 981076"/>
                  <a:gd name="connsiteY10" fmla="*/ 2598933 h 2727521"/>
                  <a:gd name="connsiteX11" fmla="*/ 731995 w 981076"/>
                  <a:gd name="connsiteY11" fmla="*/ 2727521 h 2727521"/>
                  <a:gd name="connsiteX12" fmla="*/ 646271 w 981076"/>
                  <a:gd name="connsiteY12" fmla="*/ 2727520 h 2727521"/>
                  <a:gd name="connsiteX13" fmla="*/ 517683 w 981076"/>
                  <a:gd name="connsiteY13" fmla="*/ 2598932 h 2727521"/>
                  <a:gd name="connsiteX14" fmla="*/ 517683 w 981076"/>
                  <a:gd name="connsiteY14" fmla="*/ 1558765 h 2727521"/>
                  <a:gd name="connsiteX15" fmla="*/ 484822 w 981076"/>
                  <a:gd name="connsiteY15" fmla="*/ 1558765 h 2727521"/>
                  <a:gd name="connsiteX16" fmla="*/ 484821 w 981076"/>
                  <a:gd name="connsiteY16" fmla="*/ 2598933 h 2727521"/>
                  <a:gd name="connsiteX17" fmla="*/ 356233 w 981076"/>
                  <a:gd name="connsiteY17" fmla="*/ 2727521 h 2727521"/>
                  <a:gd name="connsiteX18" fmla="*/ 270509 w 981076"/>
                  <a:gd name="connsiteY18" fmla="*/ 2727520 h 2727521"/>
                  <a:gd name="connsiteX19" fmla="*/ 141921 w 981076"/>
                  <a:gd name="connsiteY19" fmla="*/ 2598932 h 2727521"/>
                  <a:gd name="connsiteX20" fmla="*/ 141921 w 981076"/>
                  <a:gd name="connsiteY20" fmla="*/ 1549918 h 2727521"/>
                  <a:gd name="connsiteX21" fmla="*/ 128272 w 981076"/>
                  <a:gd name="connsiteY21" fmla="*/ 1547163 h 2727521"/>
                  <a:gd name="connsiteX22" fmla="*/ 38100 w 981076"/>
                  <a:gd name="connsiteY22" fmla="*/ 1411125 h 2727521"/>
                  <a:gd name="connsiteX23" fmla="*/ 5953 w 981076"/>
                  <a:gd name="connsiteY23" fmla="*/ 700326 h 2727521"/>
                  <a:gd name="connsiteX24" fmla="*/ 268 w 981076"/>
                  <a:gd name="connsiteY24" fmla="*/ 474038 h 2727521"/>
                  <a:gd name="connsiteX25" fmla="*/ 0 w 981076"/>
                  <a:gd name="connsiteY25" fmla="*/ 471488 h 2727521"/>
                  <a:gd name="connsiteX26" fmla="*/ 164 w 981076"/>
                  <a:gd name="connsiteY26" fmla="*/ 469924 h 2727521"/>
                  <a:gd name="connsiteX27" fmla="*/ 0 w 981076"/>
                  <a:gd name="connsiteY27" fmla="*/ 463393 h 2727521"/>
                  <a:gd name="connsiteX28" fmla="*/ 2597 w 981076"/>
                  <a:gd name="connsiteY28" fmla="*/ 446729 h 2727521"/>
                  <a:gd name="connsiteX29" fmla="*/ 9966 w 981076"/>
                  <a:gd name="connsiteY29" fmla="*/ 376467 h 2727521"/>
                  <a:gd name="connsiteX30" fmla="*/ 490538 w 981076"/>
                  <a:gd name="connsiteY30" fmla="*/ 0 h 272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81076" h="2727521">
                    <a:moveTo>
                      <a:pt x="490538" y="0"/>
                    </a:moveTo>
                    <a:cubicBezTo>
                      <a:pt x="727590" y="0"/>
                      <a:pt x="925369" y="161617"/>
                      <a:pt x="971110" y="376467"/>
                    </a:cubicBezTo>
                    <a:lnTo>
                      <a:pt x="979094" y="452585"/>
                    </a:lnTo>
                    <a:lnTo>
                      <a:pt x="981075" y="463393"/>
                    </a:lnTo>
                    <a:lnTo>
                      <a:pt x="980766" y="468527"/>
                    </a:lnTo>
                    <a:lnTo>
                      <a:pt x="981076" y="471488"/>
                    </a:lnTo>
                    <a:lnTo>
                      <a:pt x="979925" y="482461"/>
                    </a:lnTo>
                    <a:lnTo>
                      <a:pt x="923925" y="1411125"/>
                    </a:lnTo>
                    <a:cubicBezTo>
                      <a:pt x="923925" y="1451895"/>
                      <a:pt x="907400" y="1488805"/>
                      <a:pt x="880682" y="1515522"/>
                    </a:cubicBezTo>
                    <a:lnTo>
                      <a:pt x="860584" y="1529073"/>
                    </a:lnTo>
                    <a:lnTo>
                      <a:pt x="860583" y="2598933"/>
                    </a:lnTo>
                    <a:cubicBezTo>
                      <a:pt x="860583" y="2669950"/>
                      <a:pt x="803012" y="2727521"/>
                      <a:pt x="731995" y="2727521"/>
                    </a:cubicBezTo>
                    <a:lnTo>
                      <a:pt x="646271" y="2727520"/>
                    </a:lnTo>
                    <a:cubicBezTo>
                      <a:pt x="575254" y="2727520"/>
                      <a:pt x="517683" y="2669949"/>
                      <a:pt x="517683" y="2598932"/>
                    </a:cubicBezTo>
                    <a:lnTo>
                      <a:pt x="517683" y="1558765"/>
                    </a:lnTo>
                    <a:lnTo>
                      <a:pt x="484822" y="1558765"/>
                    </a:lnTo>
                    <a:lnTo>
                      <a:pt x="484821" y="2598933"/>
                    </a:lnTo>
                    <a:cubicBezTo>
                      <a:pt x="484821" y="2669950"/>
                      <a:pt x="427250" y="2727521"/>
                      <a:pt x="356233" y="2727521"/>
                    </a:cubicBezTo>
                    <a:lnTo>
                      <a:pt x="270509" y="2727520"/>
                    </a:lnTo>
                    <a:cubicBezTo>
                      <a:pt x="199492" y="2727520"/>
                      <a:pt x="141921" y="2669949"/>
                      <a:pt x="141921" y="2598932"/>
                    </a:cubicBezTo>
                    <a:lnTo>
                      <a:pt x="141921" y="1549918"/>
                    </a:lnTo>
                    <a:lnTo>
                      <a:pt x="128272" y="1547163"/>
                    </a:lnTo>
                    <a:cubicBezTo>
                      <a:pt x="75282" y="1524750"/>
                      <a:pt x="38100" y="1472279"/>
                      <a:pt x="38100" y="1411125"/>
                    </a:cubicBezTo>
                    <a:cubicBezTo>
                      <a:pt x="38100" y="1174192"/>
                      <a:pt x="16669" y="937259"/>
                      <a:pt x="5953" y="700326"/>
                    </a:cubicBezTo>
                    <a:lnTo>
                      <a:pt x="268" y="474038"/>
                    </a:lnTo>
                    <a:lnTo>
                      <a:pt x="0" y="471488"/>
                    </a:lnTo>
                    <a:lnTo>
                      <a:pt x="164" y="469924"/>
                    </a:lnTo>
                    <a:lnTo>
                      <a:pt x="0" y="463393"/>
                    </a:lnTo>
                    <a:lnTo>
                      <a:pt x="2597" y="446729"/>
                    </a:lnTo>
                    <a:lnTo>
                      <a:pt x="9966" y="376467"/>
                    </a:lnTo>
                    <a:cubicBezTo>
                      <a:pt x="55707" y="161617"/>
                      <a:pt x="253486" y="0"/>
                      <a:pt x="490538" y="0"/>
                    </a:cubicBezTo>
                    <a:close/>
                  </a:path>
                </a:pathLst>
              </a:custGeom>
              <a:grp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grpSp>
        <p:sp>
          <p:nvSpPr>
            <p:cNvPr id="2" name="椭圆 1"/>
            <p:cNvSpPr/>
            <p:nvPr/>
          </p:nvSpPr>
          <p:spPr>
            <a:xfrm>
              <a:off x="3663263" y="2095499"/>
              <a:ext cx="695732" cy="162112"/>
            </a:xfrm>
            <a:prstGeom prst="ellipse">
              <a:avLst/>
            </a:prstGeom>
            <a:noFill/>
            <a:ln w="57150" cmpd="sng">
              <a:solidFill>
                <a:schemeClr val="accent5">
                  <a:lumMod val="7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grpSp>
      <p:sp>
        <p:nvSpPr>
          <p:cNvPr id="12" name="文本框 11"/>
          <p:cNvSpPr txBox="1"/>
          <p:nvPr/>
        </p:nvSpPr>
        <p:spPr>
          <a:xfrm>
            <a:off x="9644765" y="5376164"/>
            <a:ext cx="1800493" cy="839461"/>
          </a:xfrm>
          <a:prstGeom prst="rect">
            <a:avLst/>
          </a:prstGeom>
          <a:noFill/>
        </p:spPr>
        <p:txBody>
          <a:bodyPr wrap="none" rtlCol="0">
            <a:spAutoFit/>
          </a:bodyPr>
          <a:lstStyle/>
          <a:p>
            <a:pPr algn="ctr">
              <a:lnSpc>
                <a:spcPct val="120000"/>
              </a:lnSpc>
            </a:pPr>
            <a:r>
              <a:rPr lang="zh-CN" altLang="en-US" sz="2400" b="1" dirty="0" smtClean="0">
                <a:solidFill>
                  <a:schemeClr val="accent5">
                    <a:lumMod val="75000"/>
                  </a:schemeClr>
                </a:solidFill>
              </a:rPr>
              <a:t>灵魂</a:t>
            </a:r>
            <a:endParaRPr lang="en-US" altLang="zh-CN" sz="2400" b="1" dirty="0" smtClean="0">
              <a:solidFill>
                <a:schemeClr val="accent5">
                  <a:lumMod val="75000"/>
                </a:schemeClr>
              </a:solidFill>
            </a:endParaRPr>
          </a:p>
          <a:p>
            <a:pPr algn="ctr">
              <a:lnSpc>
                <a:spcPct val="120000"/>
              </a:lnSpc>
            </a:pPr>
            <a:r>
              <a:rPr lang="zh-CN" altLang="en-US" dirty="0" smtClean="0"/>
              <a:t>我们的主要部分</a:t>
            </a:r>
            <a:endParaRPr lang="zh-CN" altLang="en-US" dirty="0"/>
          </a:p>
        </p:txBody>
      </p:sp>
      <p:grpSp>
        <p:nvGrpSpPr>
          <p:cNvPr id="5" name="组合 4"/>
          <p:cNvGrpSpPr/>
          <p:nvPr/>
        </p:nvGrpSpPr>
        <p:grpSpPr>
          <a:xfrm>
            <a:off x="7519629" y="3183504"/>
            <a:ext cx="537262" cy="1934227"/>
            <a:chOff x="12946854" y="1511457"/>
            <a:chExt cx="981076" cy="3532030"/>
          </a:xfrm>
          <a:solidFill>
            <a:schemeClr val="tx1">
              <a:lumMod val="85000"/>
              <a:lumOff val="15000"/>
            </a:schemeClr>
          </a:solidFill>
        </p:grpSpPr>
        <p:sp>
          <p:nvSpPr>
            <p:cNvPr id="6" name="椭圆 5"/>
            <p:cNvSpPr/>
            <p:nvPr/>
          </p:nvSpPr>
          <p:spPr>
            <a:xfrm>
              <a:off x="13094493" y="1511457"/>
              <a:ext cx="685800" cy="6858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p:nvSpPr>
          <p:spPr>
            <a:xfrm>
              <a:off x="12946854" y="2315966"/>
              <a:ext cx="981076" cy="2727521"/>
            </a:xfrm>
            <a:custGeom>
              <a:avLst/>
              <a:gdLst>
                <a:gd name="connsiteX0" fmla="*/ 490538 w 981076"/>
                <a:gd name="connsiteY0" fmla="*/ 0 h 2727521"/>
                <a:gd name="connsiteX1" fmla="*/ 971110 w 981076"/>
                <a:gd name="connsiteY1" fmla="*/ 376467 h 2727521"/>
                <a:gd name="connsiteX2" fmla="*/ 979094 w 981076"/>
                <a:gd name="connsiteY2" fmla="*/ 452585 h 2727521"/>
                <a:gd name="connsiteX3" fmla="*/ 981075 w 981076"/>
                <a:gd name="connsiteY3" fmla="*/ 463393 h 2727521"/>
                <a:gd name="connsiteX4" fmla="*/ 980766 w 981076"/>
                <a:gd name="connsiteY4" fmla="*/ 468527 h 2727521"/>
                <a:gd name="connsiteX5" fmla="*/ 981076 w 981076"/>
                <a:gd name="connsiteY5" fmla="*/ 471488 h 2727521"/>
                <a:gd name="connsiteX6" fmla="*/ 979925 w 981076"/>
                <a:gd name="connsiteY6" fmla="*/ 482461 h 2727521"/>
                <a:gd name="connsiteX7" fmla="*/ 923925 w 981076"/>
                <a:gd name="connsiteY7" fmla="*/ 1411125 h 2727521"/>
                <a:gd name="connsiteX8" fmla="*/ 880682 w 981076"/>
                <a:gd name="connsiteY8" fmla="*/ 1515522 h 2727521"/>
                <a:gd name="connsiteX9" fmla="*/ 860584 w 981076"/>
                <a:gd name="connsiteY9" fmla="*/ 1529073 h 2727521"/>
                <a:gd name="connsiteX10" fmla="*/ 860583 w 981076"/>
                <a:gd name="connsiteY10" fmla="*/ 2598933 h 2727521"/>
                <a:gd name="connsiteX11" fmla="*/ 731995 w 981076"/>
                <a:gd name="connsiteY11" fmla="*/ 2727521 h 2727521"/>
                <a:gd name="connsiteX12" fmla="*/ 646271 w 981076"/>
                <a:gd name="connsiteY12" fmla="*/ 2727520 h 2727521"/>
                <a:gd name="connsiteX13" fmla="*/ 517683 w 981076"/>
                <a:gd name="connsiteY13" fmla="*/ 2598932 h 2727521"/>
                <a:gd name="connsiteX14" fmla="*/ 517683 w 981076"/>
                <a:gd name="connsiteY14" fmla="*/ 1558765 h 2727521"/>
                <a:gd name="connsiteX15" fmla="*/ 484822 w 981076"/>
                <a:gd name="connsiteY15" fmla="*/ 1558765 h 2727521"/>
                <a:gd name="connsiteX16" fmla="*/ 484821 w 981076"/>
                <a:gd name="connsiteY16" fmla="*/ 2598933 h 2727521"/>
                <a:gd name="connsiteX17" fmla="*/ 356233 w 981076"/>
                <a:gd name="connsiteY17" fmla="*/ 2727521 h 2727521"/>
                <a:gd name="connsiteX18" fmla="*/ 270509 w 981076"/>
                <a:gd name="connsiteY18" fmla="*/ 2727520 h 2727521"/>
                <a:gd name="connsiteX19" fmla="*/ 141921 w 981076"/>
                <a:gd name="connsiteY19" fmla="*/ 2598932 h 2727521"/>
                <a:gd name="connsiteX20" fmla="*/ 141921 w 981076"/>
                <a:gd name="connsiteY20" fmla="*/ 1549918 h 2727521"/>
                <a:gd name="connsiteX21" fmla="*/ 128272 w 981076"/>
                <a:gd name="connsiteY21" fmla="*/ 1547163 h 2727521"/>
                <a:gd name="connsiteX22" fmla="*/ 38100 w 981076"/>
                <a:gd name="connsiteY22" fmla="*/ 1411125 h 2727521"/>
                <a:gd name="connsiteX23" fmla="*/ 5953 w 981076"/>
                <a:gd name="connsiteY23" fmla="*/ 700326 h 2727521"/>
                <a:gd name="connsiteX24" fmla="*/ 268 w 981076"/>
                <a:gd name="connsiteY24" fmla="*/ 474038 h 2727521"/>
                <a:gd name="connsiteX25" fmla="*/ 0 w 981076"/>
                <a:gd name="connsiteY25" fmla="*/ 471488 h 2727521"/>
                <a:gd name="connsiteX26" fmla="*/ 164 w 981076"/>
                <a:gd name="connsiteY26" fmla="*/ 469924 h 2727521"/>
                <a:gd name="connsiteX27" fmla="*/ 0 w 981076"/>
                <a:gd name="connsiteY27" fmla="*/ 463393 h 2727521"/>
                <a:gd name="connsiteX28" fmla="*/ 2597 w 981076"/>
                <a:gd name="connsiteY28" fmla="*/ 446729 h 2727521"/>
                <a:gd name="connsiteX29" fmla="*/ 9966 w 981076"/>
                <a:gd name="connsiteY29" fmla="*/ 376467 h 2727521"/>
                <a:gd name="connsiteX30" fmla="*/ 490538 w 981076"/>
                <a:gd name="connsiteY30" fmla="*/ 0 h 272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81076" h="2727521">
                  <a:moveTo>
                    <a:pt x="490538" y="0"/>
                  </a:moveTo>
                  <a:cubicBezTo>
                    <a:pt x="727590" y="0"/>
                    <a:pt x="925369" y="161617"/>
                    <a:pt x="971110" y="376467"/>
                  </a:cubicBezTo>
                  <a:lnTo>
                    <a:pt x="979094" y="452585"/>
                  </a:lnTo>
                  <a:lnTo>
                    <a:pt x="981075" y="463393"/>
                  </a:lnTo>
                  <a:lnTo>
                    <a:pt x="980766" y="468527"/>
                  </a:lnTo>
                  <a:lnTo>
                    <a:pt x="981076" y="471488"/>
                  </a:lnTo>
                  <a:lnTo>
                    <a:pt x="979925" y="482461"/>
                  </a:lnTo>
                  <a:lnTo>
                    <a:pt x="923925" y="1411125"/>
                  </a:lnTo>
                  <a:cubicBezTo>
                    <a:pt x="923925" y="1451895"/>
                    <a:pt x="907400" y="1488805"/>
                    <a:pt x="880682" y="1515522"/>
                  </a:cubicBezTo>
                  <a:lnTo>
                    <a:pt x="860584" y="1529073"/>
                  </a:lnTo>
                  <a:lnTo>
                    <a:pt x="860583" y="2598933"/>
                  </a:lnTo>
                  <a:cubicBezTo>
                    <a:pt x="860583" y="2669950"/>
                    <a:pt x="803012" y="2727521"/>
                    <a:pt x="731995" y="2727521"/>
                  </a:cubicBezTo>
                  <a:lnTo>
                    <a:pt x="646271" y="2727520"/>
                  </a:lnTo>
                  <a:cubicBezTo>
                    <a:pt x="575254" y="2727520"/>
                    <a:pt x="517683" y="2669949"/>
                    <a:pt x="517683" y="2598932"/>
                  </a:cubicBezTo>
                  <a:lnTo>
                    <a:pt x="517683" y="1558765"/>
                  </a:lnTo>
                  <a:lnTo>
                    <a:pt x="484822" y="1558765"/>
                  </a:lnTo>
                  <a:lnTo>
                    <a:pt x="484821" y="2598933"/>
                  </a:lnTo>
                  <a:cubicBezTo>
                    <a:pt x="484821" y="2669950"/>
                    <a:pt x="427250" y="2727521"/>
                    <a:pt x="356233" y="2727521"/>
                  </a:cubicBezTo>
                  <a:lnTo>
                    <a:pt x="270509" y="2727520"/>
                  </a:lnTo>
                  <a:cubicBezTo>
                    <a:pt x="199492" y="2727520"/>
                    <a:pt x="141921" y="2669949"/>
                    <a:pt x="141921" y="2598932"/>
                  </a:cubicBezTo>
                  <a:lnTo>
                    <a:pt x="141921" y="1549918"/>
                  </a:lnTo>
                  <a:lnTo>
                    <a:pt x="128272" y="1547163"/>
                  </a:lnTo>
                  <a:cubicBezTo>
                    <a:pt x="75282" y="1524750"/>
                    <a:pt x="38100" y="1472279"/>
                    <a:pt x="38100" y="1411125"/>
                  </a:cubicBezTo>
                  <a:cubicBezTo>
                    <a:pt x="38100" y="1174192"/>
                    <a:pt x="16669" y="937259"/>
                    <a:pt x="5953" y="700326"/>
                  </a:cubicBezTo>
                  <a:lnTo>
                    <a:pt x="268" y="474038"/>
                  </a:lnTo>
                  <a:lnTo>
                    <a:pt x="0" y="471488"/>
                  </a:lnTo>
                  <a:lnTo>
                    <a:pt x="164" y="469924"/>
                  </a:lnTo>
                  <a:lnTo>
                    <a:pt x="0" y="463393"/>
                  </a:lnTo>
                  <a:lnTo>
                    <a:pt x="2597" y="446729"/>
                  </a:lnTo>
                  <a:lnTo>
                    <a:pt x="9966" y="376467"/>
                  </a:lnTo>
                  <a:cubicBezTo>
                    <a:pt x="55707" y="161617"/>
                    <a:pt x="253486" y="0"/>
                    <a:pt x="490538" y="0"/>
                  </a:cubicBezTo>
                  <a:close/>
                </a:path>
              </a:pathLst>
            </a:cu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p:cNvSpPr txBox="1"/>
          <p:nvPr/>
        </p:nvSpPr>
        <p:spPr>
          <a:xfrm>
            <a:off x="7067550" y="5453109"/>
            <a:ext cx="1441420" cy="661078"/>
          </a:xfrm>
          <a:prstGeom prst="rect">
            <a:avLst/>
          </a:prstGeom>
          <a:noFill/>
        </p:spPr>
        <p:txBody>
          <a:bodyPr wrap="none" rtlCol="0">
            <a:spAutoFit/>
          </a:bodyPr>
          <a:lstStyle/>
          <a:p>
            <a:pPr algn="ctr">
              <a:lnSpc>
                <a:spcPct val="120000"/>
              </a:lnSpc>
            </a:pPr>
            <a:r>
              <a:rPr lang="zh-CN" altLang="en-US" b="1" dirty="0"/>
              <a:t>肉体</a:t>
            </a:r>
            <a:endParaRPr lang="en-US" altLang="zh-CN" b="1" dirty="0" smtClean="0"/>
          </a:p>
          <a:p>
            <a:pPr algn="ctr">
              <a:lnSpc>
                <a:spcPct val="120000"/>
              </a:lnSpc>
            </a:pPr>
            <a:r>
              <a:rPr lang="zh-CN" altLang="en-US" sz="1400" dirty="0" smtClean="0"/>
              <a:t>我们的次要部分</a:t>
            </a:r>
            <a:endParaRPr lang="zh-CN" altLang="en-US" sz="1400" dirty="0"/>
          </a:p>
        </p:txBody>
      </p:sp>
      <p:grpSp>
        <p:nvGrpSpPr>
          <p:cNvPr id="20" name="组合 19"/>
          <p:cNvGrpSpPr/>
          <p:nvPr/>
        </p:nvGrpSpPr>
        <p:grpSpPr>
          <a:xfrm>
            <a:off x="0" y="886425"/>
            <a:ext cx="9991444" cy="151305"/>
            <a:chOff x="-3318235" y="911825"/>
            <a:chExt cx="10074522" cy="151305"/>
          </a:xfrm>
          <a:solidFill>
            <a:schemeClr val="tx1">
              <a:lumMod val="95000"/>
              <a:lumOff val="5000"/>
            </a:schemeClr>
          </a:solidFill>
        </p:grpSpPr>
        <p:cxnSp>
          <p:nvCxnSpPr>
            <p:cNvPr id="21" name="直接连接符 20"/>
            <p:cNvCxnSpPr/>
            <p:nvPr/>
          </p:nvCxnSpPr>
          <p:spPr>
            <a:xfrm flipH="1">
              <a:off x="-3318235" y="1063130"/>
              <a:ext cx="9174525"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2767079" y="2658709"/>
            <a:ext cx="1415772" cy="584775"/>
          </a:xfrm>
          <a:prstGeom prst="rect">
            <a:avLst/>
          </a:prstGeom>
          <a:noFill/>
        </p:spPr>
        <p:txBody>
          <a:bodyPr wrap="none" rtlCol="0">
            <a:spAutoFit/>
          </a:bodyPr>
          <a:lstStyle/>
          <a:p>
            <a:r>
              <a:rPr lang="zh-CN" altLang="en-US" sz="3200" b="1" dirty="0" smtClean="0">
                <a:solidFill>
                  <a:schemeClr val="bg1"/>
                </a:solidFill>
              </a:rPr>
              <a:t>二元论</a:t>
            </a:r>
            <a:endParaRPr lang="zh-CN" altLang="en-US" sz="3200" b="1" dirty="0">
              <a:solidFill>
                <a:schemeClr val="bg1"/>
              </a:solidFill>
            </a:endParaRPr>
          </a:p>
        </p:txBody>
      </p:sp>
      <p:sp>
        <p:nvSpPr>
          <p:cNvPr id="29" name="椭圆 28"/>
          <p:cNvSpPr/>
          <p:nvPr/>
        </p:nvSpPr>
        <p:spPr>
          <a:xfrm>
            <a:off x="10276380" y="5225142"/>
            <a:ext cx="537262" cy="89626"/>
          </a:xfrm>
          <a:prstGeom prst="ellipse">
            <a:avLst/>
          </a:prstGeom>
          <a:solidFill>
            <a:schemeClr val="tx1">
              <a:lumMod val="50000"/>
              <a:lumOff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17983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939636" y="2421162"/>
            <a:ext cx="3048000" cy="1032970"/>
            <a:chOff x="1939636" y="1745673"/>
            <a:chExt cx="3048000" cy="1032970"/>
          </a:xfrm>
        </p:grpSpPr>
        <p:sp>
          <p:nvSpPr>
            <p:cNvPr id="18" name="任意多边形 17"/>
            <p:cNvSpPr/>
            <p:nvPr/>
          </p:nvSpPr>
          <p:spPr>
            <a:xfrm>
              <a:off x="1939636" y="1822680"/>
              <a:ext cx="3048000" cy="955963"/>
            </a:xfrm>
            <a:custGeom>
              <a:avLst/>
              <a:gdLst>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98073 w 3048000"/>
                <a:gd name="connsiteY5" fmla="*/ 207818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56509 w 3048000"/>
                <a:gd name="connsiteY5" fmla="*/ 13854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0 w 3048000"/>
                <a:gd name="connsiteY6" fmla="*/ 595745 h 95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955963">
                  <a:moveTo>
                    <a:pt x="0" y="595745"/>
                  </a:moveTo>
                  <a:lnTo>
                    <a:pt x="484909" y="942109"/>
                  </a:lnTo>
                  <a:lnTo>
                    <a:pt x="2105891" y="955963"/>
                  </a:lnTo>
                  <a:lnTo>
                    <a:pt x="3048000" y="748145"/>
                  </a:lnTo>
                  <a:lnTo>
                    <a:pt x="2632364" y="193963"/>
                  </a:lnTo>
                  <a:lnTo>
                    <a:pt x="1052946" y="0"/>
                  </a:lnTo>
                  <a:lnTo>
                    <a:pt x="0" y="595745"/>
                  </a:lnTo>
                  <a:close/>
                </a:path>
              </a:pathLst>
            </a:custGeom>
            <a:solidFill>
              <a:schemeClr val="accent5">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3"/>
            <p:cNvSpPr/>
            <p:nvPr/>
          </p:nvSpPr>
          <p:spPr>
            <a:xfrm>
              <a:off x="1939636" y="1745673"/>
              <a:ext cx="3048000" cy="955963"/>
            </a:xfrm>
            <a:custGeom>
              <a:avLst/>
              <a:gdLst>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98073 w 3048000"/>
                <a:gd name="connsiteY5" fmla="*/ 207818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56509 w 3048000"/>
                <a:gd name="connsiteY5" fmla="*/ 13854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0 w 3048000"/>
                <a:gd name="connsiteY6" fmla="*/ 595745 h 95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955963">
                  <a:moveTo>
                    <a:pt x="0" y="595745"/>
                  </a:moveTo>
                  <a:lnTo>
                    <a:pt x="484909" y="942109"/>
                  </a:lnTo>
                  <a:lnTo>
                    <a:pt x="2105891" y="955963"/>
                  </a:lnTo>
                  <a:lnTo>
                    <a:pt x="3048000" y="748145"/>
                  </a:lnTo>
                  <a:lnTo>
                    <a:pt x="2632364" y="193963"/>
                  </a:lnTo>
                  <a:lnTo>
                    <a:pt x="1052946" y="0"/>
                  </a:lnTo>
                  <a:lnTo>
                    <a:pt x="0" y="595745"/>
                  </a:lnTo>
                  <a:close/>
                </a:path>
              </a:pathLst>
            </a:custGeom>
            <a:solidFill>
              <a:schemeClr val="accent5">
                <a:lumMod val="7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p:txBody>
          <a:bodyPr/>
          <a:lstStyle/>
          <a:p>
            <a:r>
              <a:rPr lang="zh-CN" altLang="en-US" dirty="0" smtClean="0">
                <a:solidFill>
                  <a:schemeClr val="accent4"/>
                </a:solidFill>
              </a:rPr>
              <a:t>也有人</a:t>
            </a:r>
            <a:r>
              <a:rPr lang="zh-CN" altLang="en-US" dirty="0" smtClean="0">
                <a:solidFill>
                  <a:schemeClr val="accent5">
                    <a:lumMod val="75000"/>
                  </a:schemeClr>
                </a:solidFill>
              </a:rPr>
              <a:t>不相信</a:t>
            </a:r>
            <a:r>
              <a:rPr lang="zh-CN" altLang="en-US" dirty="0" smtClean="0">
                <a:solidFill>
                  <a:schemeClr val="accent4"/>
                </a:solidFill>
              </a:rPr>
              <a:t>有灵魂</a:t>
            </a:r>
            <a:endParaRPr lang="zh-CN" altLang="en-US" dirty="0">
              <a:solidFill>
                <a:schemeClr val="accent4"/>
              </a:solidFill>
            </a:endParaRPr>
          </a:p>
        </p:txBody>
      </p:sp>
      <p:sp>
        <p:nvSpPr>
          <p:cNvPr id="3" name="内容占位符 2"/>
          <p:cNvSpPr>
            <a:spLocks noGrp="1"/>
          </p:cNvSpPr>
          <p:nvPr>
            <p:ph idx="1"/>
          </p:nvPr>
        </p:nvSpPr>
        <p:spPr>
          <a:xfrm>
            <a:off x="838199" y="3725277"/>
            <a:ext cx="5422407" cy="1754326"/>
          </a:xfrm>
        </p:spPr>
        <p:txBody>
          <a:bodyPr/>
          <a:lstStyle/>
          <a:p>
            <a:pPr marL="0" lvl="0" indent="0">
              <a:lnSpc>
                <a:spcPct val="120000"/>
              </a:lnSpc>
              <a:spcBef>
                <a:spcPts val="600"/>
              </a:spcBef>
              <a:buNone/>
            </a:pPr>
            <a:r>
              <a:rPr lang="zh-CN" altLang="en-US" sz="2000" dirty="0">
                <a:solidFill>
                  <a:schemeClr val="tx1"/>
                </a:solidFill>
              </a:rPr>
              <a:t>不</a:t>
            </a:r>
            <a:r>
              <a:rPr lang="zh-CN" altLang="en-US" sz="2000" dirty="0" smtClean="0">
                <a:solidFill>
                  <a:schemeClr val="tx1"/>
                </a:solidFill>
              </a:rPr>
              <a:t>相信灵魂的物理主义者认为：</a:t>
            </a:r>
            <a:endParaRPr lang="en-US" altLang="zh-CN" sz="2000" dirty="0" smtClean="0">
              <a:solidFill>
                <a:schemeClr val="tx1"/>
              </a:solidFill>
            </a:endParaRPr>
          </a:p>
          <a:p>
            <a:pPr marL="0" lvl="0" indent="0">
              <a:lnSpc>
                <a:spcPct val="120000"/>
              </a:lnSpc>
              <a:spcBef>
                <a:spcPts val="600"/>
              </a:spcBef>
              <a:buNone/>
            </a:pPr>
            <a:r>
              <a:rPr lang="zh-CN" altLang="en-US" sz="2000" b="1" dirty="0" smtClean="0">
                <a:solidFill>
                  <a:schemeClr val="accent5">
                    <a:lumMod val="75000"/>
                  </a:schemeClr>
                </a:solidFill>
              </a:rPr>
              <a:t>人</a:t>
            </a:r>
            <a:r>
              <a:rPr lang="zh-CN" altLang="en-US" sz="2000" b="1" dirty="0">
                <a:solidFill>
                  <a:schemeClr val="accent5">
                    <a:lumMod val="75000"/>
                  </a:schemeClr>
                </a:solidFill>
              </a:rPr>
              <a:t>只是</a:t>
            </a:r>
            <a:r>
              <a:rPr lang="zh-CN" altLang="en-US" sz="2000" b="1" dirty="0" smtClean="0">
                <a:solidFill>
                  <a:schemeClr val="accent5">
                    <a:lumMod val="75000"/>
                  </a:schemeClr>
                </a:solidFill>
              </a:rPr>
              <a:t>具有特定功能</a:t>
            </a:r>
            <a:r>
              <a:rPr lang="zh-CN" altLang="en-US" sz="2000" b="1" dirty="0">
                <a:solidFill>
                  <a:schemeClr val="accent5">
                    <a:lumMod val="75000"/>
                  </a:schemeClr>
                </a:solidFill>
              </a:rPr>
              <a:t>的肉体</a:t>
            </a:r>
            <a:r>
              <a:rPr lang="zh-CN" altLang="en-US" sz="2000" dirty="0" smtClean="0">
                <a:solidFill>
                  <a:schemeClr val="tx1"/>
                </a:solidFill>
              </a:rPr>
              <a:t>，这具肉体能够</a:t>
            </a:r>
            <a:r>
              <a:rPr lang="zh-CN" altLang="en-US" sz="2000" dirty="0">
                <a:solidFill>
                  <a:schemeClr val="tx1"/>
                </a:solidFill>
              </a:rPr>
              <a:t>思考，沟通，推理，制定计划，感受事物，创造，爱和</a:t>
            </a:r>
            <a:r>
              <a:rPr lang="zh-CN" altLang="en-US" sz="2000" dirty="0" smtClean="0">
                <a:solidFill>
                  <a:schemeClr val="tx1"/>
                </a:solidFill>
              </a:rPr>
              <a:t>梦想</a:t>
            </a:r>
            <a:r>
              <a:rPr lang="en-US" altLang="zh-CN" sz="2000" dirty="0" smtClean="0">
                <a:solidFill>
                  <a:schemeClr val="tx1"/>
                </a:solidFill>
              </a:rPr>
              <a:t>……</a:t>
            </a:r>
            <a:endParaRPr lang="zh-CN" altLang="en-US" sz="2000" dirty="0">
              <a:solidFill>
                <a:schemeClr val="tx1"/>
              </a:solidFill>
            </a:endParaRPr>
          </a:p>
        </p:txBody>
      </p:sp>
      <p:grpSp>
        <p:nvGrpSpPr>
          <p:cNvPr id="12" name="组合 11"/>
          <p:cNvGrpSpPr/>
          <p:nvPr/>
        </p:nvGrpSpPr>
        <p:grpSpPr>
          <a:xfrm>
            <a:off x="8335357" y="2484314"/>
            <a:ext cx="1569660" cy="3756197"/>
            <a:chOff x="931246" y="2380758"/>
            <a:chExt cx="1569660" cy="3756197"/>
          </a:xfrm>
        </p:grpSpPr>
        <p:grpSp>
          <p:nvGrpSpPr>
            <p:cNvPr id="13" name="组合 12"/>
            <p:cNvGrpSpPr/>
            <p:nvPr/>
          </p:nvGrpSpPr>
          <p:grpSpPr>
            <a:xfrm>
              <a:off x="1368210" y="2380758"/>
              <a:ext cx="695732" cy="2504746"/>
              <a:chOff x="12946854" y="1511457"/>
              <a:chExt cx="981076" cy="3532030"/>
            </a:xfrm>
          </p:grpSpPr>
          <p:sp>
            <p:nvSpPr>
              <p:cNvPr id="15" name="椭圆 14"/>
              <p:cNvSpPr/>
              <p:nvPr/>
            </p:nvSpPr>
            <p:spPr>
              <a:xfrm>
                <a:off x="13094493" y="1511457"/>
                <a:ext cx="685800" cy="685800"/>
              </a:xfrm>
              <a:prstGeom prst="ellipse">
                <a:avLst/>
              </a:prstGeom>
              <a:solidFill>
                <a:schemeClr val="accent5">
                  <a:lumMod val="75000"/>
                </a:scheme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12946854" y="2315966"/>
                <a:ext cx="981076" cy="2727521"/>
              </a:xfrm>
              <a:custGeom>
                <a:avLst/>
                <a:gdLst>
                  <a:gd name="connsiteX0" fmla="*/ 490538 w 981076"/>
                  <a:gd name="connsiteY0" fmla="*/ 0 h 2727521"/>
                  <a:gd name="connsiteX1" fmla="*/ 971110 w 981076"/>
                  <a:gd name="connsiteY1" fmla="*/ 376467 h 2727521"/>
                  <a:gd name="connsiteX2" fmla="*/ 979094 w 981076"/>
                  <a:gd name="connsiteY2" fmla="*/ 452585 h 2727521"/>
                  <a:gd name="connsiteX3" fmla="*/ 981075 w 981076"/>
                  <a:gd name="connsiteY3" fmla="*/ 463393 h 2727521"/>
                  <a:gd name="connsiteX4" fmla="*/ 980766 w 981076"/>
                  <a:gd name="connsiteY4" fmla="*/ 468527 h 2727521"/>
                  <a:gd name="connsiteX5" fmla="*/ 981076 w 981076"/>
                  <a:gd name="connsiteY5" fmla="*/ 471488 h 2727521"/>
                  <a:gd name="connsiteX6" fmla="*/ 979925 w 981076"/>
                  <a:gd name="connsiteY6" fmla="*/ 482461 h 2727521"/>
                  <a:gd name="connsiteX7" fmla="*/ 923925 w 981076"/>
                  <a:gd name="connsiteY7" fmla="*/ 1411125 h 2727521"/>
                  <a:gd name="connsiteX8" fmla="*/ 880682 w 981076"/>
                  <a:gd name="connsiteY8" fmla="*/ 1515522 h 2727521"/>
                  <a:gd name="connsiteX9" fmla="*/ 860584 w 981076"/>
                  <a:gd name="connsiteY9" fmla="*/ 1529073 h 2727521"/>
                  <a:gd name="connsiteX10" fmla="*/ 860583 w 981076"/>
                  <a:gd name="connsiteY10" fmla="*/ 2598933 h 2727521"/>
                  <a:gd name="connsiteX11" fmla="*/ 731995 w 981076"/>
                  <a:gd name="connsiteY11" fmla="*/ 2727521 h 2727521"/>
                  <a:gd name="connsiteX12" fmla="*/ 646271 w 981076"/>
                  <a:gd name="connsiteY12" fmla="*/ 2727520 h 2727521"/>
                  <a:gd name="connsiteX13" fmla="*/ 517683 w 981076"/>
                  <a:gd name="connsiteY13" fmla="*/ 2598932 h 2727521"/>
                  <a:gd name="connsiteX14" fmla="*/ 517683 w 981076"/>
                  <a:gd name="connsiteY14" fmla="*/ 1558765 h 2727521"/>
                  <a:gd name="connsiteX15" fmla="*/ 484822 w 981076"/>
                  <a:gd name="connsiteY15" fmla="*/ 1558765 h 2727521"/>
                  <a:gd name="connsiteX16" fmla="*/ 484821 w 981076"/>
                  <a:gd name="connsiteY16" fmla="*/ 2598933 h 2727521"/>
                  <a:gd name="connsiteX17" fmla="*/ 356233 w 981076"/>
                  <a:gd name="connsiteY17" fmla="*/ 2727521 h 2727521"/>
                  <a:gd name="connsiteX18" fmla="*/ 270509 w 981076"/>
                  <a:gd name="connsiteY18" fmla="*/ 2727520 h 2727521"/>
                  <a:gd name="connsiteX19" fmla="*/ 141921 w 981076"/>
                  <a:gd name="connsiteY19" fmla="*/ 2598932 h 2727521"/>
                  <a:gd name="connsiteX20" fmla="*/ 141921 w 981076"/>
                  <a:gd name="connsiteY20" fmla="*/ 1549918 h 2727521"/>
                  <a:gd name="connsiteX21" fmla="*/ 128272 w 981076"/>
                  <a:gd name="connsiteY21" fmla="*/ 1547163 h 2727521"/>
                  <a:gd name="connsiteX22" fmla="*/ 38100 w 981076"/>
                  <a:gd name="connsiteY22" fmla="*/ 1411125 h 2727521"/>
                  <a:gd name="connsiteX23" fmla="*/ 5953 w 981076"/>
                  <a:gd name="connsiteY23" fmla="*/ 700326 h 2727521"/>
                  <a:gd name="connsiteX24" fmla="*/ 268 w 981076"/>
                  <a:gd name="connsiteY24" fmla="*/ 474038 h 2727521"/>
                  <a:gd name="connsiteX25" fmla="*/ 0 w 981076"/>
                  <a:gd name="connsiteY25" fmla="*/ 471488 h 2727521"/>
                  <a:gd name="connsiteX26" fmla="*/ 164 w 981076"/>
                  <a:gd name="connsiteY26" fmla="*/ 469924 h 2727521"/>
                  <a:gd name="connsiteX27" fmla="*/ 0 w 981076"/>
                  <a:gd name="connsiteY27" fmla="*/ 463393 h 2727521"/>
                  <a:gd name="connsiteX28" fmla="*/ 2597 w 981076"/>
                  <a:gd name="connsiteY28" fmla="*/ 446729 h 2727521"/>
                  <a:gd name="connsiteX29" fmla="*/ 9966 w 981076"/>
                  <a:gd name="connsiteY29" fmla="*/ 376467 h 2727521"/>
                  <a:gd name="connsiteX30" fmla="*/ 490538 w 981076"/>
                  <a:gd name="connsiteY30" fmla="*/ 0 h 272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81076" h="2727521">
                    <a:moveTo>
                      <a:pt x="490538" y="0"/>
                    </a:moveTo>
                    <a:cubicBezTo>
                      <a:pt x="727590" y="0"/>
                      <a:pt x="925369" y="161617"/>
                      <a:pt x="971110" y="376467"/>
                    </a:cubicBezTo>
                    <a:lnTo>
                      <a:pt x="979094" y="452585"/>
                    </a:lnTo>
                    <a:lnTo>
                      <a:pt x="981075" y="463393"/>
                    </a:lnTo>
                    <a:lnTo>
                      <a:pt x="980766" y="468527"/>
                    </a:lnTo>
                    <a:lnTo>
                      <a:pt x="981076" y="471488"/>
                    </a:lnTo>
                    <a:lnTo>
                      <a:pt x="979925" y="482461"/>
                    </a:lnTo>
                    <a:lnTo>
                      <a:pt x="923925" y="1411125"/>
                    </a:lnTo>
                    <a:cubicBezTo>
                      <a:pt x="923925" y="1451895"/>
                      <a:pt x="907400" y="1488805"/>
                      <a:pt x="880682" y="1515522"/>
                    </a:cubicBezTo>
                    <a:lnTo>
                      <a:pt x="860584" y="1529073"/>
                    </a:lnTo>
                    <a:lnTo>
                      <a:pt x="860583" y="2598933"/>
                    </a:lnTo>
                    <a:cubicBezTo>
                      <a:pt x="860583" y="2669950"/>
                      <a:pt x="803012" y="2727521"/>
                      <a:pt x="731995" y="2727521"/>
                    </a:cubicBezTo>
                    <a:lnTo>
                      <a:pt x="646271" y="2727520"/>
                    </a:lnTo>
                    <a:cubicBezTo>
                      <a:pt x="575254" y="2727520"/>
                      <a:pt x="517683" y="2669949"/>
                      <a:pt x="517683" y="2598932"/>
                    </a:cubicBezTo>
                    <a:lnTo>
                      <a:pt x="517683" y="1558765"/>
                    </a:lnTo>
                    <a:lnTo>
                      <a:pt x="484822" y="1558765"/>
                    </a:lnTo>
                    <a:lnTo>
                      <a:pt x="484821" y="2598933"/>
                    </a:lnTo>
                    <a:cubicBezTo>
                      <a:pt x="484821" y="2669950"/>
                      <a:pt x="427250" y="2727521"/>
                      <a:pt x="356233" y="2727521"/>
                    </a:cubicBezTo>
                    <a:lnTo>
                      <a:pt x="270509" y="2727520"/>
                    </a:lnTo>
                    <a:cubicBezTo>
                      <a:pt x="199492" y="2727520"/>
                      <a:pt x="141921" y="2669949"/>
                      <a:pt x="141921" y="2598932"/>
                    </a:cubicBezTo>
                    <a:lnTo>
                      <a:pt x="141921" y="1549918"/>
                    </a:lnTo>
                    <a:lnTo>
                      <a:pt x="128272" y="1547163"/>
                    </a:lnTo>
                    <a:cubicBezTo>
                      <a:pt x="75282" y="1524750"/>
                      <a:pt x="38100" y="1472279"/>
                      <a:pt x="38100" y="1411125"/>
                    </a:cubicBezTo>
                    <a:cubicBezTo>
                      <a:pt x="38100" y="1174192"/>
                      <a:pt x="16669" y="937259"/>
                      <a:pt x="5953" y="700326"/>
                    </a:cubicBezTo>
                    <a:lnTo>
                      <a:pt x="268" y="474038"/>
                    </a:lnTo>
                    <a:lnTo>
                      <a:pt x="0" y="471488"/>
                    </a:lnTo>
                    <a:lnTo>
                      <a:pt x="164" y="469924"/>
                    </a:lnTo>
                    <a:lnTo>
                      <a:pt x="0" y="463393"/>
                    </a:lnTo>
                    <a:lnTo>
                      <a:pt x="2597" y="446729"/>
                    </a:lnTo>
                    <a:lnTo>
                      <a:pt x="9966" y="376467"/>
                    </a:lnTo>
                    <a:cubicBezTo>
                      <a:pt x="55707" y="161617"/>
                      <a:pt x="253486" y="0"/>
                      <a:pt x="490538" y="0"/>
                    </a:cubicBezTo>
                    <a:close/>
                  </a:path>
                </a:pathLst>
              </a:custGeom>
              <a:solidFill>
                <a:schemeClr val="accent5">
                  <a:lumMod val="75000"/>
                </a:scheme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931246" y="5297494"/>
              <a:ext cx="1569660" cy="839461"/>
            </a:xfrm>
            <a:prstGeom prst="rect">
              <a:avLst/>
            </a:prstGeom>
            <a:noFill/>
          </p:spPr>
          <p:txBody>
            <a:bodyPr wrap="none" rtlCol="0">
              <a:spAutoFit/>
            </a:bodyPr>
            <a:lstStyle/>
            <a:p>
              <a:pPr algn="ctr">
                <a:lnSpc>
                  <a:spcPct val="120000"/>
                </a:lnSpc>
              </a:pPr>
              <a:r>
                <a:rPr lang="zh-CN" altLang="en-US" sz="2400" b="1" dirty="0">
                  <a:solidFill>
                    <a:schemeClr val="accent5">
                      <a:lumMod val="75000"/>
                    </a:schemeClr>
                  </a:solidFill>
                </a:rPr>
                <a:t>肉体</a:t>
              </a:r>
              <a:endParaRPr lang="en-US" altLang="zh-CN" sz="2400" b="1" dirty="0" smtClean="0">
                <a:solidFill>
                  <a:schemeClr val="accent5">
                    <a:lumMod val="75000"/>
                  </a:schemeClr>
                </a:solidFill>
              </a:endParaRPr>
            </a:p>
            <a:p>
              <a:pPr algn="ctr">
                <a:lnSpc>
                  <a:spcPct val="120000"/>
                </a:lnSpc>
              </a:pPr>
              <a:r>
                <a:rPr lang="zh-CN" altLang="en-US" dirty="0" smtClean="0"/>
                <a:t>我们只是肉体</a:t>
              </a:r>
              <a:endParaRPr lang="zh-CN" altLang="en-US" dirty="0"/>
            </a:p>
          </p:txBody>
        </p:sp>
      </p:grpSp>
      <p:grpSp>
        <p:nvGrpSpPr>
          <p:cNvPr id="10" name="组合 9"/>
          <p:cNvGrpSpPr/>
          <p:nvPr/>
        </p:nvGrpSpPr>
        <p:grpSpPr>
          <a:xfrm>
            <a:off x="-270457" y="886425"/>
            <a:ext cx="7423642" cy="151305"/>
            <a:chOff x="-729082" y="911825"/>
            <a:chExt cx="7485369" cy="151305"/>
          </a:xfrm>
          <a:solidFill>
            <a:schemeClr val="tx1">
              <a:lumMod val="85000"/>
              <a:lumOff val="15000"/>
            </a:schemeClr>
          </a:solidFill>
        </p:grpSpPr>
        <p:cxnSp>
          <p:nvCxnSpPr>
            <p:cNvPr id="11" name="直接连接符 10"/>
            <p:cNvCxnSpPr/>
            <p:nvPr/>
          </p:nvCxnSpPr>
          <p:spPr>
            <a:xfrm flipH="1">
              <a:off x="-729082" y="1063130"/>
              <a:ext cx="6585373"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2561895" y="2645260"/>
            <a:ext cx="1826141" cy="584775"/>
          </a:xfrm>
          <a:prstGeom prst="rect">
            <a:avLst/>
          </a:prstGeom>
          <a:noFill/>
        </p:spPr>
        <p:txBody>
          <a:bodyPr wrap="none" rtlCol="0">
            <a:spAutoFit/>
          </a:bodyPr>
          <a:lstStyle/>
          <a:p>
            <a:r>
              <a:rPr lang="zh-CN" altLang="en-US" sz="3200" b="1" dirty="0">
                <a:solidFill>
                  <a:schemeClr val="bg1"/>
                </a:solidFill>
              </a:rPr>
              <a:t>物理主义</a:t>
            </a:r>
          </a:p>
        </p:txBody>
      </p:sp>
    </p:spTree>
    <p:extLst>
      <p:ext uri="{BB962C8B-B14F-4D97-AF65-F5344CB8AC3E}">
        <p14:creationId xmlns:p14="http://schemas.microsoft.com/office/powerpoint/2010/main" val="18448355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2945685"/>
            <a:ext cx="10515600" cy="1384995"/>
          </a:xfrm>
        </p:spPr>
        <p:txBody>
          <a:bodyPr/>
          <a:lstStyle/>
          <a:p>
            <a:r>
              <a:rPr lang="zh-CN" altLang="en-US" dirty="0" smtClean="0">
                <a:solidFill>
                  <a:schemeClr val="accent4"/>
                </a:solidFill>
              </a:rPr>
              <a:t>那么</a:t>
            </a:r>
            <a:r>
              <a:rPr lang="zh-CN" altLang="en-US" dirty="0">
                <a:solidFill>
                  <a:schemeClr val="accent4"/>
                </a:solidFill>
              </a:rPr>
              <a:t>，</a:t>
            </a:r>
            <a:r>
              <a:rPr lang="zh-CN" altLang="en-US" dirty="0">
                <a:solidFill>
                  <a:schemeClr val="accent2"/>
                </a:solidFill>
              </a:rPr>
              <a:t>灵魂</a:t>
            </a:r>
            <a:r>
              <a:rPr lang="zh-CN" altLang="en-US" dirty="0">
                <a:solidFill>
                  <a:schemeClr val="accent4"/>
                </a:solidFill>
              </a:rPr>
              <a:t>存在吗</a:t>
            </a:r>
            <a:r>
              <a:rPr lang="zh-CN" altLang="en-US" dirty="0" smtClean="0">
                <a:solidFill>
                  <a:schemeClr val="accent4"/>
                </a:solidFill>
              </a:rPr>
              <a:t>？</a:t>
            </a:r>
            <a:r>
              <a:rPr lang="en-US" altLang="zh-CN" dirty="0" smtClean="0">
                <a:solidFill>
                  <a:schemeClr val="accent4"/>
                </a:solidFill>
              </a:rPr>
              <a:t/>
            </a:r>
            <a:br>
              <a:rPr lang="en-US" altLang="zh-CN" dirty="0" smtClean="0">
                <a:solidFill>
                  <a:schemeClr val="accent4"/>
                </a:solidFill>
              </a:rPr>
            </a:br>
            <a:r>
              <a:rPr lang="en-US" altLang="zh-CN" sz="2400" dirty="0" smtClean="0">
                <a:solidFill>
                  <a:schemeClr val="accent4"/>
                </a:solidFill>
              </a:rPr>
              <a:t>SO, ARE THERE ANY </a:t>
            </a:r>
            <a:r>
              <a:rPr lang="en-US" altLang="zh-CN" sz="2400" dirty="0" smtClean="0">
                <a:solidFill>
                  <a:schemeClr val="accent2"/>
                </a:solidFill>
              </a:rPr>
              <a:t>SOULS</a:t>
            </a:r>
            <a:r>
              <a:rPr lang="en-US" altLang="zh-CN" sz="2400" dirty="0" smtClean="0">
                <a:solidFill>
                  <a:schemeClr val="accent4"/>
                </a:solidFill>
              </a:rPr>
              <a:t>?</a:t>
            </a:r>
            <a:endParaRPr lang="zh-CN" altLang="en-US" sz="2400" dirty="0">
              <a:solidFill>
                <a:schemeClr val="accent4"/>
              </a:solidFill>
            </a:endParaRPr>
          </a:p>
        </p:txBody>
      </p:sp>
      <p:sp>
        <p:nvSpPr>
          <p:cNvPr id="6" name="Freeform 5"/>
          <p:cNvSpPr>
            <a:spLocks noEditPoints="1"/>
          </p:cNvSpPr>
          <p:nvPr/>
        </p:nvSpPr>
        <p:spPr bwMode="auto">
          <a:xfrm>
            <a:off x="4088863" y="2229494"/>
            <a:ext cx="863600" cy="1014866"/>
          </a:xfrm>
          <a:custGeom>
            <a:avLst/>
            <a:gdLst>
              <a:gd name="T0" fmla="*/ 3030 w 3030"/>
              <a:gd name="T1" fmla="*/ 1417 h 3562"/>
              <a:gd name="T2" fmla="*/ 1613 w 3030"/>
              <a:gd name="T3" fmla="*/ 0 h 3562"/>
              <a:gd name="T4" fmla="*/ 1417 w 3030"/>
              <a:gd name="T5" fmla="*/ 0 h 3562"/>
              <a:gd name="T6" fmla="*/ 0 w 3030"/>
              <a:gd name="T7" fmla="*/ 1417 h 3562"/>
              <a:gd name="T8" fmla="*/ 3 w 3030"/>
              <a:gd name="T9" fmla="*/ 1465 h 3562"/>
              <a:gd name="T10" fmla="*/ 0 w 3030"/>
              <a:gd name="T11" fmla="*/ 1489 h 3562"/>
              <a:gd name="T12" fmla="*/ 0 w 3030"/>
              <a:gd name="T13" fmla="*/ 3178 h 3562"/>
              <a:gd name="T14" fmla="*/ 384 w 3030"/>
              <a:gd name="T15" fmla="*/ 3562 h 3562"/>
              <a:gd name="T16" fmla="*/ 764 w 3030"/>
              <a:gd name="T17" fmla="*/ 3230 h 3562"/>
              <a:gd name="T18" fmla="*/ 1142 w 3030"/>
              <a:gd name="T19" fmla="*/ 3562 h 3562"/>
              <a:gd name="T20" fmla="*/ 1519 w 3030"/>
              <a:gd name="T21" fmla="*/ 3249 h 3562"/>
              <a:gd name="T22" fmla="*/ 1896 w 3030"/>
              <a:gd name="T23" fmla="*/ 3562 h 3562"/>
              <a:gd name="T24" fmla="*/ 2270 w 3030"/>
              <a:gd name="T25" fmla="*/ 3260 h 3562"/>
              <a:gd name="T26" fmla="*/ 2646 w 3030"/>
              <a:gd name="T27" fmla="*/ 3562 h 3562"/>
              <a:gd name="T28" fmla="*/ 3030 w 3030"/>
              <a:gd name="T29" fmla="*/ 3178 h 3562"/>
              <a:gd name="T30" fmla="*/ 3030 w 3030"/>
              <a:gd name="T31" fmla="*/ 1489 h 3562"/>
              <a:gd name="T32" fmla="*/ 3027 w 3030"/>
              <a:gd name="T33" fmla="*/ 1465 h 3562"/>
              <a:gd name="T34" fmla="*/ 3030 w 3030"/>
              <a:gd name="T35" fmla="*/ 1417 h 3562"/>
              <a:gd name="T36" fmla="*/ 867 w 3030"/>
              <a:gd name="T37" fmla="*/ 2473 h 3562"/>
              <a:gd name="T38" fmla="*/ 285 w 3030"/>
              <a:gd name="T39" fmla="*/ 1891 h 3562"/>
              <a:gd name="T40" fmla="*/ 867 w 3030"/>
              <a:gd name="T41" fmla="*/ 1309 h 3562"/>
              <a:gd name="T42" fmla="*/ 1449 w 3030"/>
              <a:gd name="T43" fmla="*/ 1891 h 3562"/>
              <a:gd name="T44" fmla="*/ 867 w 3030"/>
              <a:gd name="T45" fmla="*/ 2473 h 3562"/>
              <a:gd name="T46" fmla="*/ 2163 w 3030"/>
              <a:gd name="T47" fmla="*/ 2473 h 3562"/>
              <a:gd name="T48" fmla="*/ 1581 w 3030"/>
              <a:gd name="T49" fmla="*/ 1891 h 3562"/>
              <a:gd name="T50" fmla="*/ 2163 w 3030"/>
              <a:gd name="T51" fmla="*/ 1309 h 3562"/>
              <a:gd name="T52" fmla="*/ 2745 w 3030"/>
              <a:gd name="T53" fmla="*/ 1891 h 3562"/>
              <a:gd name="T54" fmla="*/ 2163 w 3030"/>
              <a:gd name="T55" fmla="*/ 2473 h 3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030" h="3562">
                <a:moveTo>
                  <a:pt x="3030" y="1417"/>
                </a:moveTo>
                <a:cubicBezTo>
                  <a:pt x="3030" y="634"/>
                  <a:pt x="2395" y="0"/>
                  <a:pt x="1613" y="0"/>
                </a:cubicBezTo>
                <a:cubicBezTo>
                  <a:pt x="1417" y="0"/>
                  <a:pt x="1417" y="0"/>
                  <a:pt x="1417" y="0"/>
                </a:cubicBezTo>
                <a:cubicBezTo>
                  <a:pt x="635" y="0"/>
                  <a:pt x="0" y="634"/>
                  <a:pt x="0" y="1417"/>
                </a:cubicBezTo>
                <a:cubicBezTo>
                  <a:pt x="0" y="1433"/>
                  <a:pt x="2" y="1449"/>
                  <a:pt x="3" y="1465"/>
                </a:cubicBezTo>
                <a:cubicBezTo>
                  <a:pt x="2" y="1473"/>
                  <a:pt x="0" y="1481"/>
                  <a:pt x="0" y="1489"/>
                </a:cubicBezTo>
                <a:cubicBezTo>
                  <a:pt x="0" y="3178"/>
                  <a:pt x="0" y="3178"/>
                  <a:pt x="0" y="3178"/>
                </a:cubicBezTo>
                <a:cubicBezTo>
                  <a:pt x="0" y="3390"/>
                  <a:pt x="172" y="3562"/>
                  <a:pt x="384" y="3562"/>
                </a:cubicBezTo>
                <a:cubicBezTo>
                  <a:pt x="579" y="3562"/>
                  <a:pt x="738" y="3417"/>
                  <a:pt x="764" y="3230"/>
                </a:cubicBezTo>
                <a:cubicBezTo>
                  <a:pt x="789" y="3417"/>
                  <a:pt x="948" y="3562"/>
                  <a:pt x="1142" y="3562"/>
                </a:cubicBezTo>
                <a:cubicBezTo>
                  <a:pt x="1330" y="3562"/>
                  <a:pt x="1485" y="3427"/>
                  <a:pt x="1519" y="3249"/>
                </a:cubicBezTo>
                <a:cubicBezTo>
                  <a:pt x="1553" y="3427"/>
                  <a:pt x="1708" y="3562"/>
                  <a:pt x="1896" y="3562"/>
                </a:cubicBezTo>
                <a:cubicBezTo>
                  <a:pt x="2080" y="3562"/>
                  <a:pt x="2233" y="3432"/>
                  <a:pt x="2270" y="3260"/>
                </a:cubicBezTo>
                <a:cubicBezTo>
                  <a:pt x="2309" y="3432"/>
                  <a:pt x="2462" y="3562"/>
                  <a:pt x="2646" y="3562"/>
                </a:cubicBezTo>
                <a:cubicBezTo>
                  <a:pt x="2858" y="3562"/>
                  <a:pt x="3030" y="3390"/>
                  <a:pt x="3030" y="3178"/>
                </a:cubicBezTo>
                <a:cubicBezTo>
                  <a:pt x="3030" y="1489"/>
                  <a:pt x="3030" y="1489"/>
                  <a:pt x="3030" y="1489"/>
                </a:cubicBezTo>
                <a:cubicBezTo>
                  <a:pt x="3030" y="1481"/>
                  <a:pt x="3028" y="1473"/>
                  <a:pt x="3027" y="1465"/>
                </a:cubicBezTo>
                <a:cubicBezTo>
                  <a:pt x="3028" y="1449"/>
                  <a:pt x="3030" y="1433"/>
                  <a:pt x="3030" y="1417"/>
                </a:cubicBezTo>
                <a:moveTo>
                  <a:pt x="867" y="2473"/>
                </a:moveTo>
                <a:cubicBezTo>
                  <a:pt x="546" y="2473"/>
                  <a:pt x="285" y="2213"/>
                  <a:pt x="285" y="1891"/>
                </a:cubicBezTo>
                <a:cubicBezTo>
                  <a:pt x="285" y="1570"/>
                  <a:pt x="546" y="1309"/>
                  <a:pt x="867" y="1309"/>
                </a:cubicBezTo>
                <a:cubicBezTo>
                  <a:pt x="1189" y="1309"/>
                  <a:pt x="1449" y="1570"/>
                  <a:pt x="1449" y="1891"/>
                </a:cubicBezTo>
                <a:cubicBezTo>
                  <a:pt x="1449" y="2213"/>
                  <a:pt x="1189" y="2473"/>
                  <a:pt x="867" y="2473"/>
                </a:cubicBezTo>
                <a:moveTo>
                  <a:pt x="2163" y="2473"/>
                </a:moveTo>
                <a:cubicBezTo>
                  <a:pt x="1842" y="2473"/>
                  <a:pt x="1581" y="2213"/>
                  <a:pt x="1581" y="1891"/>
                </a:cubicBezTo>
                <a:cubicBezTo>
                  <a:pt x="1581" y="1570"/>
                  <a:pt x="1842" y="1309"/>
                  <a:pt x="2163" y="1309"/>
                </a:cubicBezTo>
                <a:cubicBezTo>
                  <a:pt x="2484" y="1309"/>
                  <a:pt x="2745" y="1570"/>
                  <a:pt x="2745" y="1891"/>
                </a:cubicBezTo>
                <a:cubicBezTo>
                  <a:pt x="2745" y="2213"/>
                  <a:pt x="2484" y="2473"/>
                  <a:pt x="2163" y="2473"/>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矩形 4"/>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601526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260900"/>
            <a:ext cx="10515600" cy="769441"/>
          </a:xfrm>
        </p:spPr>
        <p:txBody>
          <a:bodyPr>
            <a:noAutofit/>
          </a:bodyPr>
          <a:lstStyle/>
          <a:p>
            <a:r>
              <a:rPr lang="zh-CN" altLang="en-US" dirty="0" smtClean="0">
                <a:solidFill>
                  <a:schemeClr val="accent4"/>
                </a:solidFill>
              </a:rPr>
              <a:t>如何</a:t>
            </a:r>
            <a:r>
              <a:rPr lang="zh-CN" altLang="en-US" dirty="0" smtClean="0">
                <a:solidFill>
                  <a:schemeClr val="accent2"/>
                </a:solidFill>
              </a:rPr>
              <a:t>证明</a:t>
            </a:r>
            <a:r>
              <a:rPr lang="zh-CN" altLang="en-US" dirty="0" smtClean="0">
                <a:solidFill>
                  <a:schemeClr val="accent4"/>
                </a:solidFill>
              </a:rPr>
              <a:t>灵魂存在？</a:t>
            </a:r>
            <a:endParaRPr lang="zh-CN" altLang="en-US" dirty="0">
              <a:solidFill>
                <a:schemeClr val="accent4"/>
              </a:solidFill>
            </a:endParaRPr>
          </a:p>
        </p:txBody>
      </p:sp>
      <p:sp>
        <p:nvSpPr>
          <p:cNvPr id="3" name="文本占位符 2"/>
          <p:cNvSpPr>
            <a:spLocks noGrp="1"/>
          </p:cNvSpPr>
          <p:nvPr>
            <p:ph idx="1"/>
          </p:nvPr>
        </p:nvSpPr>
        <p:spPr>
          <a:xfrm>
            <a:off x="838201" y="3765710"/>
            <a:ext cx="6083993" cy="1754326"/>
          </a:xfrm>
        </p:spPr>
        <p:txBody>
          <a:bodyPr>
            <a:noAutofit/>
          </a:bodyPr>
          <a:lstStyle/>
          <a:p>
            <a:pPr marL="0" marR="0" lvl="0" indent="0" rtl="0">
              <a:lnSpc>
                <a:spcPct val="120000"/>
              </a:lnSpc>
              <a:spcBef>
                <a:spcPts val="1200"/>
              </a:spcBef>
              <a:buNone/>
            </a:pPr>
            <a:r>
              <a:rPr lang="zh-CN" altLang="en-US" sz="2000" dirty="0" smtClean="0">
                <a:solidFill>
                  <a:schemeClr val="tx1"/>
                </a:solidFill>
              </a:rPr>
              <a:t>灵魂看不到</a:t>
            </a:r>
            <a:r>
              <a:rPr lang="zh-CN" altLang="en-US" sz="2000" dirty="0">
                <a:solidFill>
                  <a:schemeClr val="tx1"/>
                </a:solidFill>
              </a:rPr>
              <a:t>摸不</a:t>
            </a:r>
            <a:r>
              <a:rPr lang="zh-CN" altLang="en-US" sz="2000" dirty="0" smtClean="0">
                <a:solidFill>
                  <a:schemeClr val="tx1"/>
                </a:solidFill>
              </a:rPr>
              <a:t>着，</a:t>
            </a:r>
            <a:r>
              <a:rPr lang="zh-CN" altLang="en-US" sz="2000" dirty="0">
                <a:solidFill>
                  <a:schemeClr val="tx1"/>
                </a:solidFill>
              </a:rPr>
              <a:t>我们不能用证明五感能够感受到的物质存在的方式证明他们</a:t>
            </a:r>
            <a:r>
              <a:rPr lang="zh-CN" altLang="en-US" sz="2000" dirty="0" smtClean="0">
                <a:solidFill>
                  <a:schemeClr val="tx1"/>
                </a:solidFill>
              </a:rPr>
              <a:t>。</a:t>
            </a:r>
            <a:endParaRPr lang="en-US" altLang="zh-CN" sz="2000" dirty="0" smtClean="0">
              <a:solidFill>
                <a:schemeClr val="tx1"/>
              </a:solidFill>
            </a:endParaRPr>
          </a:p>
          <a:p>
            <a:pPr marL="0" lvl="0" indent="0">
              <a:lnSpc>
                <a:spcPct val="120000"/>
              </a:lnSpc>
              <a:spcBef>
                <a:spcPts val="1200"/>
              </a:spcBef>
              <a:buNone/>
            </a:pPr>
            <a:r>
              <a:rPr lang="zh-CN" altLang="en-US" sz="2000" dirty="0" smtClean="0">
                <a:solidFill>
                  <a:schemeClr val="tx1"/>
                </a:solidFill>
              </a:rPr>
              <a:t>然而，我们可以用</a:t>
            </a:r>
            <a:r>
              <a:rPr lang="zh-CN" altLang="en-US" sz="2000" b="1" dirty="0" smtClean="0">
                <a:solidFill>
                  <a:schemeClr val="accent2"/>
                </a:solidFill>
              </a:rPr>
              <a:t>最佳解释推论</a:t>
            </a:r>
            <a:r>
              <a:rPr lang="zh-CN" altLang="en-US" sz="2000" dirty="0" smtClean="0">
                <a:solidFill>
                  <a:schemeClr val="tx1"/>
                </a:solidFill>
              </a:rPr>
              <a:t>来证明它们存在。</a:t>
            </a:r>
            <a:endParaRPr lang="en-US" altLang="zh-CN" sz="2000" dirty="0" smtClean="0">
              <a:solidFill>
                <a:schemeClr val="tx1"/>
              </a:solidFill>
            </a:endParaRPr>
          </a:p>
        </p:txBody>
      </p:sp>
      <p:grpSp>
        <p:nvGrpSpPr>
          <p:cNvPr id="6" name="组合 5"/>
          <p:cNvGrpSpPr/>
          <p:nvPr/>
        </p:nvGrpSpPr>
        <p:grpSpPr>
          <a:xfrm>
            <a:off x="7716838" y="2177143"/>
            <a:ext cx="2476500" cy="4310152"/>
            <a:chOff x="8117852" y="1412627"/>
            <a:chExt cx="2476500" cy="4786064"/>
          </a:xfrm>
        </p:grpSpPr>
        <p:sp>
          <p:nvSpPr>
            <p:cNvPr id="7" name="矩形 6"/>
            <p:cNvSpPr/>
            <p:nvPr/>
          </p:nvSpPr>
          <p:spPr>
            <a:xfrm flipH="1">
              <a:off x="8117852" y="1412627"/>
              <a:ext cx="2476500" cy="4786064"/>
            </a:xfrm>
            <a:prstGeom prst="rect">
              <a:avLst/>
            </a:prstGeom>
            <a:solidFill>
              <a:schemeClr val="tx1">
                <a:lumMod val="95000"/>
                <a:lumOff val="5000"/>
              </a:schemeClr>
            </a:solidFill>
            <a:ln w="31750" cmpd="sng">
              <a:solidFill>
                <a:schemeClr val="tx1">
                  <a:lumMod val="85000"/>
                  <a:lumOff val="15000"/>
                </a:schemeClr>
              </a:solidFill>
              <a:headEnd type="oval" w="lg" len="lg"/>
              <a:tailEnd type="none"/>
            </a:ln>
            <a:scene3d>
              <a:camera prst="orthographicFront">
                <a:rot lat="0" lon="19199988" rev="0"/>
              </a:camera>
              <a:lightRig rig="threePt" dir="t"/>
            </a:scene3d>
            <a:sp3d extrusionH="146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5" name="组合 4"/>
            <p:cNvGrpSpPr/>
            <p:nvPr/>
          </p:nvGrpSpPr>
          <p:grpSpPr>
            <a:xfrm>
              <a:off x="8398839" y="1690741"/>
              <a:ext cx="1914525" cy="4229837"/>
              <a:chOff x="8398839" y="1690741"/>
              <a:chExt cx="1914525" cy="4229837"/>
            </a:xfrm>
          </p:grpSpPr>
          <p:grpSp>
            <p:nvGrpSpPr>
              <p:cNvPr id="25" name="组合 24"/>
              <p:cNvGrpSpPr/>
              <p:nvPr/>
            </p:nvGrpSpPr>
            <p:grpSpPr>
              <a:xfrm flipH="1">
                <a:off x="9132266" y="4275146"/>
                <a:ext cx="419829" cy="1626028"/>
                <a:chOff x="9658070" y="4219213"/>
                <a:chExt cx="419829" cy="1626028"/>
              </a:xfrm>
              <a:scene3d>
                <a:camera prst="orthographicFront">
                  <a:rot lat="0" lon="21599969" rev="0"/>
                </a:camera>
                <a:lightRig rig="threePt" dir="t"/>
              </a:scene3d>
            </p:grpSpPr>
            <p:sp>
              <p:nvSpPr>
                <p:cNvPr id="19" name="Freeform 5"/>
                <p:cNvSpPr>
                  <a:spLocks noEditPoints="1"/>
                </p:cNvSpPr>
                <p:nvPr/>
              </p:nvSpPr>
              <p:spPr bwMode="auto">
                <a:xfrm>
                  <a:off x="9658070" y="4219213"/>
                  <a:ext cx="419829" cy="493365"/>
                </a:xfrm>
                <a:custGeom>
                  <a:avLst/>
                  <a:gdLst>
                    <a:gd name="T0" fmla="*/ 3030 w 3030"/>
                    <a:gd name="T1" fmla="*/ 1417 h 3562"/>
                    <a:gd name="T2" fmla="*/ 1613 w 3030"/>
                    <a:gd name="T3" fmla="*/ 0 h 3562"/>
                    <a:gd name="T4" fmla="*/ 1417 w 3030"/>
                    <a:gd name="T5" fmla="*/ 0 h 3562"/>
                    <a:gd name="T6" fmla="*/ 0 w 3030"/>
                    <a:gd name="T7" fmla="*/ 1417 h 3562"/>
                    <a:gd name="T8" fmla="*/ 3 w 3030"/>
                    <a:gd name="T9" fmla="*/ 1465 h 3562"/>
                    <a:gd name="T10" fmla="*/ 0 w 3030"/>
                    <a:gd name="T11" fmla="*/ 1489 h 3562"/>
                    <a:gd name="T12" fmla="*/ 0 w 3030"/>
                    <a:gd name="T13" fmla="*/ 3178 h 3562"/>
                    <a:gd name="T14" fmla="*/ 384 w 3030"/>
                    <a:gd name="T15" fmla="*/ 3562 h 3562"/>
                    <a:gd name="T16" fmla="*/ 764 w 3030"/>
                    <a:gd name="T17" fmla="*/ 3230 h 3562"/>
                    <a:gd name="T18" fmla="*/ 1142 w 3030"/>
                    <a:gd name="T19" fmla="*/ 3562 h 3562"/>
                    <a:gd name="T20" fmla="*/ 1519 w 3030"/>
                    <a:gd name="T21" fmla="*/ 3249 h 3562"/>
                    <a:gd name="T22" fmla="*/ 1896 w 3030"/>
                    <a:gd name="T23" fmla="*/ 3562 h 3562"/>
                    <a:gd name="T24" fmla="*/ 2270 w 3030"/>
                    <a:gd name="T25" fmla="*/ 3260 h 3562"/>
                    <a:gd name="T26" fmla="*/ 2646 w 3030"/>
                    <a:gd name="T27" fmla="*/ 3562 h 3562"/>
                    <a:gd name="T28" fmla="*/ 3030 w 3030"/>
                    <a:gd name="T29" fmla="*/ 3178 h 3562"/>
                    <a:gd name="T30" fmla="*/ 3030 w 3030"/>
                    <a:gd name="T31" fmla="*/ 1489 h 3562"/>
                    <a:gd name="T32" fmla="*/ 3027 w 3030"/>
                    <a:gd name="T33" fmla="*/ 1465 h 3562"/>
                    <a:gd name="T34" fmla="*/ 3030 w 3030"/>
                    <a:gd name="T35" fmla="*/ 1417 h 3562"/>
                    <a:gd name="T36" fmla="*/ 867 w 3030"/>
                    <a:gd name="T37" fmla="*/ 2473 h 3562"/>
                    <a:gd name="T38" fmla="*/ 285 w 3030"/>
                    <a:gd name="T39" fmla="*/ 1891 h 3562"/>
                    <a:gd name="T40" fmla="*/ 867 w 3030"/>
                    <a:gd name="T41" fmla="*/ 1309 h 3562"/>
                    <a:gd name="T42" fmla="*/ 1449 w 3030"/>
                    <a:gd name="T43" fmla="*/ 1891 h 3562"/>
                    <a:gd name="T44" fmla="*/ 867 w 3030"/>
                    <a:gd name="T45" fmla="*/ 2473 h 3562"/>
                    <a:gd name="T46" fmla="*/ 2163 w 3030"/>
                    <a:gd name="T47" fmla="*/ 2473 h 3562"/>
                    <a:gd name="T48" fmla="*/ 1581 w 3030"/>
                    <a:gd name="T49" fmla="*/ 1891 h 3562"/>
                    <a:gd name="T50" fmla="*/ 2163 w 3030"/>
                    <a:gd name="T51" fmla="*/ 1309 h 3562"/>
                    <a:gd name="T52" fmla="*/ 2745 w 3030"/>
                    <a:gd name="T53" fmla="*/ 1891 h 3562"/>
                    <a:gd name="T54" fmla="*/ 2163 w 3030"/>
                    <a:gd name="T55" fmla="*/ 2473 h 3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030" h="3562">
                      <a:moveTo>
                        <a:pt x="3030" y="1417"/>
                      </a:moveTo>
                      <a:cubicBezTo>
                        <a:pt x="3030" y="634"/>
                        <a:pt x="2395" y="0"/>
                        <a:pt x="1613" y="0"/>
                      </a:cubicBezTo>
                      <a:cubicBezTo>
                        <a:pt x="1417" y="0"/>
                        <a:pt x="1417" y="0"/>
                        <a:pt x="1417" y="0"/>
                      </a:cubicBezTo>
                      <a:cubicBezTo>
                        <a:pt x="635" y="0"/>
                        <a:pt x="0" y="634"/>
                        <a:pt x="0" y="1417"/>
                      </a:cubicBezTo>
                      <a:cubicBezTo>
                        <a:pt x="0" y="1433"/>
                        <a:pt x="2" y="1449"/>
                        <a:pt x="3" y="1465"/>
                      </a:cubicBezTo>
                      <a:cubicBezTo>
                        <a:pt x="2" y="1473"/>
                        <a:pt x="0" y="1481"/>
                        <a:pt x="0" y="1489"/>
                      </a:cubicBezTo>
                      <a:cubicBezTo>
                        <a:pt x="0" y="3178"/>
                        <a:pt x="0" y="3178"/>
                        <a:pt x="0" y="3178"/>
                      </a:cubicBezTo>
                      <a:cubicBezTo>
                        <a:pt x="0" y="3390"/>
                        <a:pt x="172" y="3562"/>
                        <a:pt x="384" y="3562"/>
                      </a:cubicBezTo>
                      <a:cubicBezTo>
                        <a:pt x="579" y="3562"/>
                        <a:pt x="738" y="3417"/>
                        <a:pt x="764" y="3230"/>
                      </a:cubicBezTo>
                      <a:cubicBezTo>
                        <a:pt x="789" y="3417"/>
                        <a:pt x="948" y="3562"/>
                        <a:pt x="1142" y="3562"/>
                      </a:cubicBezTo>
                      <a:cubicBezTo>
                        <a:pt x="1330" y="3562"/>
                        <a:pt x="1485" y="3427"/>
                        <a:pt x="1519" y="3249"/>
                      </a:cubicBezTo>
                      <a:cubicBezTo>
                        <a:pt x="1553" y="3427"/>
                        <a:pt x="1708" y="3562"/>
                        <a:pt x="1896" y="3562"/>
                      </a:cubicBezTo>
                      <a:cubicBezTo>
                        <a:pt x="2080" y="3562"/>
                        <a:pt x="2233" y="3432"/>
                        <a:pt x="2270" y="3260"/>
                      </a:cubicBezTo>
                      <a:cubicBezTo>
                        <a:pt x="2309" y="3432"/>
                        <a:pt x="2462" y="3562"/>
                        <a:pt x="2646" y="3562"/>
                      </a:cubicBezTo>
                      <a:cubicBezTo>
                        <a:pt x="2858" y="3562"/>
                        <a:pt x="3030" y="3390"/>
                        <a:pt x="3030" y="3178"/>
                      </a:cubicBezTo>
                      <a:cubicBezTo>
                        <a:pt x="3030" y="1489"/>
                        <a:pt x="3030" y="1489"/>
                        <a:pt x="3030" y="1489"/>
                      </a:cubicBezTo>
                      <a:cubicBezTo>
                        <a:pt x="3030" y="1481"/>
                        <a:pt x="3028" y="1473"/>
                        <a:pt x="3027" y="1465"/>
                      </a:cubicBezTo>
                      <a:cubicBezTo>
                        <a:pt x="3028" y="1449"/>
                        <a:pt x="3030" y="1433"/>
                        <a:pt x="3030" y="1417"/>
                      </a:cubicBezTo>
                      <a:moveTo>
                        <a:pt x="867" y="2473"/>
                      </a:moveTo>
                      <a:cubicBezTo>
                        <a:pt x="546" y="2473"/>
                        <a:pt x="285" y="2213"/>
                        <a:pt x="285" y="1891"/>
                      </a:cubicBezTo>
                      <a:cubicBezTo>
                        <a:pt x="285" y="1570"/>
                        <a:pt x="546" y="1309"/>
                        <a:pt x="867" y="1309"/>
                      </a:cubicBezTo>
                      <a:cubicBezTo>
                        <a:pt x="1189" y="1309"/>
                        <a:pt x="1449" y="1570"/>
                        <a:pt x="1449" y="1891"/>
                      </a:cubicBezTo>
                      <a:cubicBezTo>
                        <a:pt x="1449" y="2213"/>
                        <a:pt x="1189" y="2473"/>
                        <a:pt x="867" y="2473"/>
                      </a:cubicBezTo>
                      <a:moveTo>
                        <a:pt x="2163" y="2473"/>
                      </a:moveTo>
                      <a:cubicBezTo>
                        <a:pt x="1842" y="2473"/>
                        <a:pt x="1581" y="2213"/>
                        <a:pt x="1581" y="1891"/>
                      </a:cubicBezTo>
                      <a:cubicBezTo>
                        <a:pt x="1581" y="1570"/>
                        <a:pt x="1842" y="1309"/>
                        <a:pt x="2163" y="1309"/>
                      </a:cubicBezTo>
                      <a:cubicBezTo>
                        <a:pt x="2484" y="1309"/>
                        <a:pt x="2745" y="1570"/>
                        <a:pt x="2745" y="1891"/>
                      </a:cubicBezTo>
                      <a:cubicBezTo>
                        <a:pt x="2745" y="2213"/>
                        <a:pt x="2484" y="2473"/>
                        <a:pt x="2163" y="247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2" name="组合 21"/>
                <p:cNvGrpSpPr/>
                <p:nvPr/>
              </p:nvGrpSpPr>
              <p:grpSpPr>
                <a:xfrm>
                  <a:off x="9743099" y="4826249"/>
                  <a:ext cx="249771" cy="1018992"/>
                  <a:chOff x="3939267" y="5372100"/>
                  <a:chExt cx="364218" cy="1485900"/>
                </a:xfrm>
              </p:grpSpPr>
              <p:sp>
                <p:nvSpPr>
                  <p:cNvPr id="23" name="同侧圆角矩形 22"/>
                  <p:cNvSpPr/>
                  <p:nvPr/>
                </p:nvSpPr>
                <p:spPr>
                  <a:xfrm>
                    <a:off x="3994150" y="5372100"/>
                    <a:ext cx="309335" cy="1485900"/>
                  </a:xfrm>
                  <a:prstGeom prst="round2SameRect">
                    <a:avLst>
                      <a:gd name="adj1" fmla="val 37500"/>
                      <a:gd name="adj2" fmla="val 0"/>
                    </a:avLst>
                  </a:prstGeom>
                  <a:solidFill>
                    <a:schemeClr val="bg1"/>
                  </a:solidFill>
                  <a:ln w="31750" cmpd="sng">
                    <a:solidFill>
                      <a:schemeClr val="bg1"/>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同侧圆角矩形 23"/>
                  <p:cNvSpPr/>
                  <p:nvPr/>
                </p:nvSpPr>
                <p:spPr>
                  <a:xfrm>
                    <a:off x="3939267" y="5372100"/>
                    <a:ext cx="309335" cy="825500"/>
                  </a:xfrm>
                  <a:prstGeom prst="round2SameRect">
                    <a:avLst>
                      <a:gd name="adj1" fmla="val 37500"/>
                      <a:gd name="adj2" fmla="val 0"/>
                    </a:avLst>
                  </a:prstGeom>
                  <a:solidFill>
                    <a:schemeClr val="bg1"/>
                  </a:solidFill>
                  <a:ln w="31750" cmpd="sng">
                    <a:solidFill>
                      <a:schemeClr val="bg1"/>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sp>
            <p:nvSpPr>
              <p:cNvPr id="8" name="矩形 7"/>
              <p:cNvSpPr/>
              <p:nvPr/>
            </p:nvSpPr>
            <p:spPr>
              <a:xfrm flipH="1">
                <a:off x="8398839" y="1690741"/>
                <a:ext cx="1914525" cy="4229837"/>
              </a:xfrm>
              <a:prstGeom prst="rect">
                <a:avLst/>
              </a:prstGeom>
              <a:solidFill>
                <a:schemeClr val="accent2">
                  <a:alpha val="75000"/>
                </a:schemeClr>
              </a:solidFill>
              <a:ln w="31750" cmpd="sng">
                <a:noFill/>
                <a:headEnd type="oval" w="lg" len="lg"/>
                <a:tailEnd type="none"/>
              </a:ln>
              <a:scene3d>
                <a:camera prst="orthographicFront">
                  <a:rot lat="0" lon="19199988"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4" name="组合 13"/>
          <p:cNvGrpSpPr/>
          <p:nvPr/>
        </p:nvGrpSpPr>
        <p:grpSpPr>
          <a:xfrm>
            <a:off x="10270161" y="4481136"/>
            <a:ext cx="421368" cy="2011369"/>
            <a:chOff x="3882117" y="4846631"/>
            <a:chExt cx="421368" cy="2011369"/>
          </a:xfrm>
          <a:solidFill>
            <a:schemeClr val="tx1">
              <a:lumMod val="85000"/>
              <a:lumOff val="15000"/>
            </a:schemeClr>
          </a:solidFill>
        </p:grpSpPr>
        <p:sp>
          <p:nvSpPr>
            <p:cNvPr id="15" name="椭圆 14"/>
            <p:cNvSpPr/>
            <p:nvPr/>
          </p:nvSpPr>
          <p:spPr>
            <a:xfrm>
              <a:off x="3882117" y="4846631"/>
              <a:ext cx="419100" cy="419100"/>
            </a:xfrm>
            <a:prstGeom prst="ellipse">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grpSp>
          <p:nvGrpSpPr>
            <p:cNvPr id="16" name="组合 15"/>
            <p:cNvGrpSpPr/>
            <p:nvPr/>
          </p:nvGrpSpPr>
          <p:grpSpPr>
            <a:xfrm>
              <a:off x="3939267" y="5372100"/>
              <a:ext cx="364218" cy="1485900"/>
              <a:chOff x="3939267" y="5372100"/>
              <a:chExt cx="364218" cy="1485900"/>
            </a:xfrm>
            <a:grpFill/>
          </p:grpSpPr>
          <p:sp>
            <p:nvSpPr>
              <p:cNvPr id="17" name="同侧圆角矩形 16"/>
              <p:cNvSpPr/>
              <p:nvPr/>
            </p:nvSpPr>
            <p:spPr>
              <a:xfrm>
                <a:off x="3994150" y="5372100"/>
                <a:ext cx="309335" cy="1485900"/>
              </a:xfrm>
              <a:prstGeom prst="round2SameRect">
                <a:avLst>
                  <a:gd name="adj1" fmla="val 37500"/>
                  <a:gd name="adj2" fmla="val 0"/>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18" name="同侧圆角矩形 17"/>
              <p:cNvSpPr/>
              <p:nvPr/>
            </p:nvSpPr>
            <p:spPr>
              <a:xfrm>
                <a:off x="3939267" y="5372100"/>
                <a:ext cx="309335" cy="825500"/>
              </a:xfrm>
              <a:prstGeom prst="round2SameRect">
                <a:avLst>
                  <a:gd name="adj1" fmla="val 37500"/>
                  <a:gd name="adj2" fmla="val 0"/>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grpSp>
      </p:grpSp>
      <p:grpSp>
        <p:nvGrpSpPr>
          <p:cNvPr id="21" name="组合 20"/>
          <p:cNvGrpSpPr/>
          <p:nvPr/>
        </p:nvGrpSpPr>
        <p:grpSpPr>
          <a:xfrm>
            <a:off x="-103031" y="886425"/>
            <a:ext cx="7025225" cy="151305"/>
            <a:chOff x="-327352" y="911825"/>
            <a:chExt cx="7083639" cy="151305"/>
          </a:xfrm>
          <a:solidFill>
            <a:schemeClr val="tx1">
              <a:lumMod val="85000"/>
              <a:lumOff val="15000"/>
            </a:schemeClr>
          </a:solidFill>
        </p:grpSpPr>
        <p:cxnSp>
          <p:nvCxnSpPr>
            <p:cNvPr id="26" name="直接连接符 25"/>
            <p:cNvCxnSpPr/>
            <p:nvPr/>
          </p:nvCxnSpPr>
          <p:spPr>
            <a:xfrm flipH="1">
              <a:off x="-327352" y="1063130"/>
              <a:ext cx="6183642"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文本框 1"/>
          <p:cNvSpPr txBox="1"/>
          <p:nvPr/>
        </p:nvSpPr>
        <p:spPr>
          <a:xfrm rot="900000">
            <a:off x="10681529" y="3811142"/>
            <a:ext cx="452368" cy="769441"/>
          </a:xfrm>
          <a:prstGeom prst="rect">
            <a:avLst/>
          </a:prstGeom>
          <a:noFill/>
        </p:spPr>
        <p:txBody>
          <a:bodyPr wrap="none" rtlCol="0">
            <a:spAutoFit/>
          </a:bodyPr>
          <a:lstStyle/>
          <a:p>
            <a:r>
              <a:rPr lang="en-US" altLang="zh-CN" sz="4400" b="1" dirty="0" smtClean="0">
                <a:solidFill>
                  <a:schemeClr val="accent2"/>
                </a:solidFill>
                <a:latin typeface="+mn-ea"/>
              </a:rPr>
              <a:t>?</a:t>
            </a:r>
            <a:endParaRPr lang="zh-CN" altLang="en-US" sz="4400" b="1" dirty="0">
              <a:solidFill>
                <a:schemeClr val="accent2"/>
              </a:solidFill>
              <a:latin typeface="+mn-ea"/>
            </a:endParaRPr>
          </a:p>
        </p:txBody>
      </p:sp>
      <p:grpSp>
        <p:nvGrpSpPr>
          <p:cNvPr id="13" name="组合 12"/>
          <p:cNvGrpSpPr/>
          <p:nvPr/>
        </p:nvGrpSpPr>
        <p:grpSpPr>
          <a:xfrm>
            <a:off x="1939636" y="2454391"/>
            <a:ext cx="3474194" cy="1004416"/>
            <a:chOff x="1939635" y="2177143"/>
            <a:chExt cx="3866079" cy="1004416"/>
          </a:xfrm>
        </p:grpSpPr>
        <p:sp>
          <p:nvSpPr>
            <p:cNvPr id="32" name="任意多边形 31"/>
            <p:cNvSpPr/>
            <p:nvPr/>
          </p:nvSpPr>
          <p:spPr>
            <a:xfrm>
              <a:off x="1939635" y="2242834"/>
              <a:ext cx="3866079" cy="938725"/>
            </a:xfrm>
            <a:custGeom>
              <a:avLst/>
              <a:gdLst>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98073 w 3048000"/>
                <a:gd name="connsiteY5" fmla="*/ 207818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56509 w 3048000"/>
                <a:gd name="connsiteY5" fmla="*/ 13854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0 w 3048000"/>
                <a:gd name="connsiteY6"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530540 w 3048000"/>
                <a:gd name="connsiteY6" fmla="*/ 278495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370338 w 3048000"/>
                <a:gd name="connsiteY6" fmla="*/ 162381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00713 w 3048000"/>
                <a:gd name="connsiteY5" fmla="*/ 75295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796221 h 1156439"/>
                <a:gd name="connsiteX1" fmla="*/ 484909 w 3048000"/>
                <a:gd name="connsiteY1" fmla="*/ 1142585 h 1156439"/>
                <a:gd name="connsiteX2" fmla="*/ 2105891 w 3048000"/>
                <a:gd name="connsiteY2" fmla="*/ 1156439 h 1156439"/>
                <a:gd name="connsiteX3" fmla="*/ 3048000 w 3048000"/>
                <a:gd name="connsiteY3" fmla="*/ 948621 h 1156439"/>
                <a:gd name="connsiteX4" fmla="*/ 2632364 w 3048000"/>
                <a:gd name="connsiteY4" fmla="*/ 394439 h 1156439"/>
                <a:gd name="connsiteX5" fmla="*/ 1800713 w 3048000"/>
                <a:gd name="connsiteY5" fmla="*/ 0 h 1156439"/>
                <a:gd name="connsiteX6" fmla="*/ 1052946 w 3048000"/>
                <a:gd name="connsiteY6" fmla="*/ 200476 h 1156439"/>
                <a:gd name="connsiteX7" fmla="*/ 370338 w 3048000"/>
                <a:gd name="connsiteY7" fmla="*/ 362857 h 1156439"/>
                <a:gd name="connsiteX8" fmla="*/ 0 w 3048000"/>
                <a:gd name="connsiteY8" fmla="*/ 796221 h 1156439"/>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12156 w 3048000"/>
                <a:gd name="connsiteY5" fmla="*/ 17238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2235547 w 3048000"/>
                <a:gd name="connsiteY5" fmla="*/ 89809 h 955963"/>
                <a:gd name="connsiteX6" fmla="*/ 1812156 w 3048000"/>
                <a:gd name="connsiteY6" fmla="*/ 17238 h 955963"/>
                <a:gd name="connsiteX7" fmla="*/ 1052946 w 3048000"/>
                <a:gd name="connsiteY7" fmla="*/ 0 h 955963"/>
                <a:gd name="connsiteX8" fmla="*/ 370338 w 3048000"/>
                <a:gd name="connsiteY8" fmla="*/ 162381 h 955963"/>
                <a:gd name="connsiteX9" fmla="*/ 0 w 3048000"/>
                <a:gd name="connsiteY9" fmla="*/ 595745 h 955963"/>
                <a:gd name="connsiteX0" fmla="*/ 0 w 3048000"/>
                <a:gd name="connsiteY0" fmla="*/ 810736 h 1170954"/>
                <a:gd name="connsiteX1" fmla="*/ 484909 w 3048000"/>
                <a:gd name="connsiteY1" fmla="*/ 1157100 h 1170954"/>
                <a:gd name="connsiteX2" fmla="*/ 2105891 w 3048000"/>
                <a:gd name="connsiteY2" fmla="*/ 1170954 h 1170954"/>
                <a:gd name="connsiteX3" fmla="*/ 3048000 w 3048000"/>
                <a:gd name="connsiteY3" fmla="*/ 963136 h 1170954"/>
                <a:gd name="connsiteX4" fmla="*/ 2632364 w 3048000"/>
                <a:gd name="connsiteY4" fmla="*/ 408954 h 1170954"/>
                <a:gd name="connsiteX5" fmla="*/ 2258434 w 3048000"/>
                <a:gd name="connsiteY5" fmla="*/ 0 h 1170954"/>
                <a:gd name="connsiteX6" fmla="*/ 1812156 w 3048000"/>
                <a:gd name="connsiteY6" fmla="*/ 232229 h 1170954"/>
                <a:gd name="connsiteX7" fmla="*/ 1052946 w 3048000"/>
                <a:gd name="connsiteY7" fmla="*/ 214991 h 1170954"/>
                <a:gd name="connsiteX8" fmla="*/ 370338 w 3048000"/>
                <a:gd name="connsiteY8" fmla="*/ 377372 h 1170954"/>
                <a:gd name="connsiteX9" fmla="*/ 0 w 3048000"/>
                <a:gd name="connsiteY9" fmla="*/ 810736 h 1170954"/>
                <a:gd name="connsiteX0" fmla="*/ 0 w 3048000"/>
                <a:gd name="connsiteY0" fmla="*/ 810736 h 1170954"/>
                <a:gd name="connsiteX1" fmla="*/ 484909 w 3048000"/>
                <a:gd name="connsiteY1" fmla="*/ 1157100 h 1170954"/>
                <a:gd name="connsiteX2" fmla="*/ 2105891 w 3048000"/>
                <a:gd name="connsiteY2" fmla="*/ 1170954 h 1170954"/>
                <a:gd name="connsiteX3" fmla="*/ 3048000 w 3048000"/>
                <a:gd name="connsiteY3" fmla="*/ 963136 h 1170954"/>
                <a:gd name="connsiteX4" fmla="*/ 2792566 w 3048000"/>
                <a:gd name="connsiteY4" fmla="*/ 379925 h 1170954"/>
                <a:gd name="connsiteX5" fmla="*/ 2258434 w 3048000"/>
                <a:gd name="connsiteY5" fmla="*/ 0 h 1170954"/>
                <a:gd name="connsiteX6" fmla="*/ 1812156 w 3048000"/>
                <a:gd name="connsiteY6" fmla="*/ 232229 h 1170954"/>
                <a:gd name="connsiteX7" fmla="*/ 1052946 w 3048000"/>
                <a:gd name="connsiteY7" fmla="*/ 214991 h 1170954"/>
                <a:gd name="connsiteX8" fmla="*/ 370338 w 3048000"/>
                <a:gd name="connsiteY8" fmla="*/ 377372 h 1170954"/>
                <a:gd name="connsiteX9" fmla="*/ 0 w 3048000"/>
                <a:gd name="connsiteY9" fmla="*/ 810736 h 1170954"/>
                <a:gd name="connsiteX0" fmla="*/ 0 w 3048000"/>
                <a:gd name="connsiteY0" fmla="*/ 607536 h 967754"/>
                <a:gd name="connsiteX1" fmla="*/ 484909 w 3048000"/>
                <a:gd name="connsiteY1" fmla="*/ 953900 h 967754"/>
                <a:gd name="connsiteX2" fmla="*/ 2105891 w 3048000"/>
                <a:gd name="connsiteY2" fmla="*/ 967754 h 967754"/>
                <a:gd name="connsiteX3" fmla="*/ 3048000 w 3048000"/>
                <a:gd name="connsiteY3" fmla="*/ 759936 h 967754"/>
                <a:gd name="connsiteX4" fmla="*/ 2792566 w 3048000"/>
                <a:gd name="connsiteY4" fmla="*/ 176725 h 967754"/>
                <a:gd name="connsiteX5" fmla="*/ 2338535 w 3048000"/>
                <a:gd name="connsiteY5" fmla="*/ 0 h 967754"/>
                <a:gd name="connsiteX6" fmla="*/ 1812156 w 3048000"/>
                <a:gd name="connsiteY6" fmla="*/ 29029 h 967754"/>
                <a:gd name="connsiteX7" fmla="*/ 1052946 w 3048000"/>
                <a:gd name="connsiteY7" fmla="*/ 11791 h 967754"/>
                <a:gd name="connsiteX8" fmla="*/ 370338 w 3048000"/>
                <a:gd name="connsiteY8" fmla="*/ 174172 h 967754"/>
                <a:gd name="connsiteX9" fmla="*/ 0 w 3048000"/>
                <a:gd name="connsiteY9" fmla="*/ 607536 h 967754"/>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792566 w 3048000"/>
                <a:gd name="connsiteY4" fmla="*/ 164934 h 955963"/>
                <a:gd name="connsiteX5" fmla="*/ 1812156 w 3048000"/>
                <a:gd name="connsiteY5" fmla="*/ 17238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578507 h 938725"/>
                <a:gd name="connsiteX1" fmla="*/ 484909 w 3048000"/>
                <a:gd name="connsiteY1" fmla="*/ 924871 h 938725"/>
                <a:gd name="connsiteX2" fmla="*/ 2105891 w 3048000"/>
                <a:gd name="connsiteY2" fmla="*/ 938725 h 938725"/>
                <a:gd name="connsiteX3" fmla="*/ 3048000 w 3048000"/>
                <a:gd name="connsiteY3" fmla="*/ 730907 h 938725"/>
                <a:gd name="connsiteX4" fmla="*/ 2792566 w 3048000"/>
                <a:gd name="connsiteY4" fmla="*/ 147696 h 938725"/>
                <a:gd name="connsiteX5" fmla="*/ 1812156 w 3048000"/>
                <a:gd name="connsiteY5" fmla="*/ 0 h 938725"/>
                <a:gd name="connsiteX6" fmla="*/ 370338 w 3048000"/>
                <a:gd name="connsiteY6" fmla="*/ 145143 h 938725"/>
                <a:gd name="connsiteX7" fmla="*/ 0 w 3048000"/>
                <a:gd name="connsiteY7" fmla="*/ 578507 h 93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8000" h="938725">
                  <a:moveTo>
                    <a:pt x="0" y="578507"/>
                  </a:moveTo>
                  <a:lnTo>
                    <a:pt x="484909" y="924871"/>
                  </a:lnTo>
                  <a:lnTo>
                    <a:pt x="2105891" y="938725"/>
                  </a:lnTo>
                  <a:lnTo>
                    <a:pt x="3048000" y="730907"/>
                  </a:lnTo>
                  <a:lnTo>
                    <a:pt x="2792566" y="147696"/>
                  </a:lnTo>
                  <a:lnTo>
                    <a:pt x="1812156" y="0"/>
                  </a:lnTo>
                  <a:lnTo>
                    <a:pt x="370338" y="145143"/>
                  </a:lnTo>
                  <a:lnTo>
                    <a:pt x="0" y="578507"/>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1939635" y="2177143"/>
              <a:ext cx="3866079" cy="938725"/>
            </a:xfrm>
            <a:custGeom>
              <a:avLst/>
              <a:gdLst>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98073 w 3048000"/>
                <a:gd name="connsiteY5" fmla="*/ 207818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56509 w 3048000"/>
                <a:gd name="connsiteY5" fmla="*/ 13854 h 955963"/>
                <a:gd name="connsiteX6" fmla="*/ 1052946 w 3048000"/>
                <a:gd name="connsiteY6" fmla="*/ 0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0 w 3048000"/>
                <a:gd name="connsiteY6"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530540 w 3048000"/>
                <a:gd name="connsiteY6" fmla="*/ 278495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052946 w 3048000"/>
                <a:gd name="connsiteY5" fmla="*/ 0 h 955963"/>
                <a:gd name="connsiteX6" fmla="*/ 370338 w 3048000"/>
                <a:gd name="connsiteY6" fmla="*/ 162381 h 955963"/>
                <a:gd name="connsiteX7" fmla="*/ 0 w 3048000"/>
                <a:gd name="connsiteY7"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00713 w 3048000"/>
                <a:gd name="connsiteY5" fmla="*/ 75295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796221 h 1156439"/>
                <a:gd name="connsiteX1" fmla="*/ 484909 w 3048000"/>
                <a:gd name="connsiteY1" fmla="*/ 1142585 h 1156439"/>
                <a:gd name="connsiteX2" fmla="*/ 2105891 w 3048000"/>
                <a:gd name="connsiteY2" fmla="*/ 1156439 h 1156439"/>
                <a:gd name="connsiteX3" fmla="*/ 3048000 w 3048000"/>
                <a:gd name="connsiteY3" fmla="*/ 948621 h 1156439"/>
                <a:gd name="connsiteX4" fmla="*/ 2632364 w 3048000"/>
                <a:gd name="connsiteY4" fmla="*/ 394439 h 1156439"/>
                <a:gd name="connsiteX5" fmla="*/ 1800713 w 3048000"/>
                <a:gd name="connsiteY5" fmla="*/ 0 h 1156439"/>
                <a:gd name="connsiteX6" fmla="*/ 1052946 w 3048000"/>
                <a:gd name="connsiteY6" fmla="*/ 200476 h 1156439"/>
                <a:gd name="connsiteX7" fmla="*/ 370338 w 3048000"/>
                <a:gd name="connsiteY7" fmla="*/ 362857 h 1156439"/>
                <a:gd name="connsiteX8" fmla="*/ 0 w 3048000"/>
                <a:gd name="connsiteY8" fmla="*/ 796221 h 1156439"/>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1812156 w 3048000"/>
                <a:gd name="connsiteY5" fmla="*/ 17238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632364 w 3048000"/>
                <a:gd name="connsiteY4" fmla="*/ 193963 h 955963"/>
                <a:gd name="connsiteX5" fmla="*/ 2235547 w 3048000"/>
                <a:gd name="connsiteY5" fmla="*/ 89809 h 955963"/>
                <a:gd name="connsiteX6" fmla="*/ 1812156 w 3048000"/>
                <a:gd name="connsiteY6" fmla="*/ 17238 h 955963"/>
                <a:gd name="connsiteX7" fmla="*/ 1052946 w 3048000"/>
                <a:gd name="connsiteY7" fmla="*/ 0 h 955963"/>
                <a:gd name="connsiteX8" fmla="*/ 370338 w 3048000"/>
                <a:gd name="connsiteY8" fmla="*/ 162381 h 955963"/>
                <a:gd name="connsiteX9" fmla="*/ 0 w 3048000"/>
                <a:gd name="connsiteY9" fmla="*/ 595745 h 955963"/>
                <a:gd name="connsiteX0" fmla="*/ 0 w 3048000"/>
                <a:gd name="connsiteY0" fmla="*/ 810736 h 1170954"/>
                <a:gd name="connsiteX1" fmla="*/ 484909 w 3048000"/>
                <a:gd name="connsiteY1" fmla="*/ 1157100 h 1170954"/>
                <a:gd name="connsiteX2" fmla="*/ 2105891 w 3048000"/>
                <a:gd name="connsiteY2" fmla="*/ 1170954 h 1170954"/>
                <a:gd name="connsiteX3" fmla="*/ 3048000 w 3048000"/>
                <a:gd name="connsiteY3" fmla="*/ 963136 h 1170954"/>
                <a:gd name="connsiteX4" fmla="*/ 2632364 w 3048000"/>
                <a:gd name="connsiteY4" fmla="*/ 408954 h 1170954"/>
                <a:gd name="connsiteX5" fmla="*/ 2258434 w 3048000"/>
                <a:gd name="connsiteY5" fmla="*/ 0 h 1170954"/>
                <a:gd name="connsiteX6" fmla="*/ 1812156 w 3048000"/>
                <a:gd name="connsiteY6" fmla="*/ 232229 h 1170954"/>
                <a:gd name="connsiteX7" fmla="*/ 1052946 w 3048000"/>
                <a:gd name="connsiteY7" fmla="*/ 214991 h 1170954"/>
                <a:gd name="connsiteX8" fmla="*/ 370338 w 3048000"/>
                <a:gd name="connsiteY8" fmla="*/ 377372 h 1170954"/>
                <a:gd name="connsiteX9" fmla="*/ 0 w 3048000"/>
                <a:gd name="connsiteY9" fmla="*/ 810736 h 1170954"/>
                <a:gd name="connsiteX0" fmla="*/ 0 w 3048000"/>
                <a:gd name="connsiteY0" fmla="*/ 810736 h 1170954"/>
                <a:gd name="connsiteX1" fmla="*/ 484909 w 3048000"/>
                <a:gd name="connsiteY1" fmla="*/ 1157100 h 1170954"/>
                <a:gd name="connsiteX2" fmla="*/ 2105891 w 3048000"/>
                <a:gd name="connsiteY2" fmla="*/ 1170954 h 1170954"/>
                <a:gd name="connsiteX3" fmla="*/ 3048000 w 3048000"/>
                <a:gd name="connsiteY3" fmla="*/ 963136 h 1170954"/>
                <a:gd name="connsiteX4" fmla="*/ 2792566 w 3048000"/>
                <a:gd name="connsiteY4" fmla="*/ 379925 h 1170954"/>
                <a:gd name="connsiteX5" fmla="*/ 2258434 w 3048000"/>
                <a:gd name="connsiteY5" fmla="*/ 0 h 1170954"/>
                <a:gd name="connsiteX6" fmla="*/ 1812156 w 3048000"/>
                <a:gd name="connsiteY6" fmla="*/ 232229 h 1170954"/>
                <a:gd name="connsiteX7" fmla="*/ 1052946 w 3048000"/>
                <a:gd name="connsiteY7" fmla="*/ 214991 h 1170954"/>
                <a:gd name="connsiteX8" fmla="*/ 370338 w 3048000"/>
                <a:gd name="connsiteY8" fmla="*/ 377372 h 1170954"/>
                <a:gd name="connsiteX9" fmla="*/ 0 w 3048000"/>
                <a:gd name="connsiteY9" fmla="*/ 810736 h 1170954"/>
                <a:gd name="connsiteX0" fmla="*/ 0 w 3048000"/>
                <a:gd name="connsiteY0" fmla="*/ 607536 h 967754"/>
                <a:gd name="connsiteX1" fmla="*/ 484909 w 3048000"/>
                <a:gd name="connsiteY1" fmla="*/ 953900 h 967754"/>
                <a:gd name="connsiteX2" fmla="*/ 2105891 w 3048000"/>
                <a:gd name="connsiteY2" fmla="*/ 967754 h 967754"/>
                <a:gd name="connsiteX3" fmla="*/ 3048000 w 3048000"/>
                <a:gd name="connsiteY3" fmla="*/ 759936 h 967754"/>
                <a:gd name="connsiteX4" fmla="*/ 2792566 w 3048000"/>
                <a:gd name="connsiteY4" fmla="*/ 176725 h 967754"/>
                <a:gd name="connsiteX5" fmla="*/ 2338535 w 3048000"/>
                <a:gd name="connsiteY5" fmla="*/ 0 h 967754"/>
                <a:gd name="connsiteX6" fmla="*/ 1812156 w 3048000"/>
                <a:gd name="connsiteY6" fmla="*/ 29029 h 967754"/>
                <a:gd name="connsiteX7" fmla="*/ 1052946 w 3048000"/>
                <a:gd name="connsiteY7" fmla="*/ 11791 h 967754"/>
                <a:gd name="connsiteX8" fmla="*/ 370338 w 3048000"/>
                <a:gd name="connsiteY8" fmla="*/ 174172 h 967754"/>
                <a:gd name="connsiteX9" fmla="*/ 0 w 3048000"/>
                <a:gd name="connsiteY9" fmla="*/ 607536 h 967754"/>
                <a:gd name="connsiteX0" fmla="*/ 0 w 3048000"/>
                <a:gd name="connsiteY0" fmla="*/ 595745 h 955963"/>
                <a:gd name="connsiteX1" fmla="*/ 484909 w 3048000"/>
                <a:gd name="connsiteY1" fmla="*/ 942109 h 955963"/>
                <a:gd name="connsiteX2" fmla="*/ 2105891 w 3048000"/>
                <a:gd name="connsiteY2" fmla="*/ 955963 h 955963"/>
                <a:gd name="connsiteX3" fmla="*/ 3048000 w 3048000"/>
                <a:gd name="connsiteY3" fmla="*/ 748145 h 955963"/>
                <a:gd name="connsiteX4" fmla="*/ 2792566 w 3048000"/>
                <a:gd name="connsiteY4" fmla="*/ 164934 h 955963"/>
                <a:gd name="connsiteX5" fmla="*/ 1812156 w 3048000"/>
                <a:gd name="connsiteY5" fmla="*/ 17238 h 955963"/>
                <a:gd name="connsiteX6" fmla="*/ 1052946 w 3048000"/>
                <a:gd name="connsiteY6" fmla="*/ 0 h 955963"/>
                <a:gd name="connsiteX7" fmla="*/ 370338 w 3048000"/>
                <a:gd name="connsiteY7" fmla="*/ 162381 h 955963"/>
                <a:gd name="connsiteX8" fmla="*/ 0 w 3048000"/>
                <a:gd name="connsiteY8" fmla="*/ 595745 h 955963"/>
                <a:gd name="connsiteX0" fmla="*/ 0 w 3048000"/>
                <a:gd name="connsiteY0" fmla="*/ 578507 h 938725"/>
                <a:gd name="connsiteX1" fmla="*/ 484909 w 3048000"/>
                <a:gd name="connsiteY1" fmla="*/ 924871 h 938725"/>
                <a:gd name="connsiteX2" fmla="*/ 2105891 w 3048000"/>
                <a:gd name="connsiteY2" fmla="*/ 938725 h 938725"/>
                <a:gd name="connsiteX3" fmla="*/ 3048000 w 3048000"/>
                <a:gd name="connsiteY3" fmla="*/ 730907 h 938725"/>
                <a:gd name="connsiteX4" fmla="*/ 2792566 w 3048000"/>
                <a:gd name="connsiteY4" fmla="*/ 147696 h 938725"/>
                <a:gd name="connsiteX5" fmla="*/ 1812156 w 3048000"/>
                <a:gd name="connsiteY5" fmla="*/ 0 h 938725"/>
                <a:gd name="connsiteX6" fmla="*/ 370338 w 3048000"/>
                <a:gd name="connsiteY6" fmla="*/ 145143 h 938725"/>
                <a:gd name="connsiteX7" fmla="*/ 0 w 3048000"/>
                <a:gd name="connsiteY7" fmla="*/ 578507 h 93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8000" h="938725">
                  <a:moveTo>
                    <a:pt x="0" y="578507"/>
                  </a:moveTo>
                  <a:lnTo>
                    <a:pt x="484909" y="924871"/>
                  </a:lnTo>
                  <a:lnTo>
                    <a:pt x="2105891" y="938725"/>
                  </a:lnTo>
                  <a:lnTo>
                    <a:pt x="3048000" y="730907"/>
                  </a:lnTo>
                  <a:lnTo>
                    <a:pt x="2792566" y="147696"/>
                  </a:lnTo>
                  <a:lnTo>
                    <a:pt x="1812156" y="0"/>
                  </a:lnTo>
                  <a:lnTo>
                    <a:pt x="370338" y="145143"/>
                  </a:lnTo>
                  <a:lnTo>
                    <a:pt x="0" y="578507"/>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2396173" y="2650024"/>
            <a:ext cx="2646878" cy="584775"/>
          </a:xfrm>
          <a:prstGeom prst="rect">
            <a:avLst/>
          </a:prstGeom>
        </p:spPr>
        <p:txBody>
          <a:bodyPr wrap="none">
            <a:spAutoFit/>
          </a:bodyPr>
          <a:lstStyle/>
          <a:p>
            <a:r>
              <a:rPr lang="zh-CN" altLang="en-US" sz="3200" b="1" dirty="0">
                <a:solidFill>
                  <a:schemeClr val="bg1"/>
                </a:solidFill>
              </a:rPr>
              <a:t>最佳解释推论</a:t>
            </a:r>
            <a:endParaRPr lang="zh-CN" altLang="en-US" sz="1600" dirty="0">
              <a:solidFill>
                <a:schemeClr val="bg1"/>
              </a:solidFill>
            </a:endParaRPr>
          </a:p>
        </p:txBody>
      </p:sp>
    </p:spTree>
    <p:extLst>
      <p:ext uri="{BB962C8B-B14F-4D97-AF65-F5344CB8AC3E}">
        <p14:creationId xmlns:p14="http://schemas.microsoft.com/office/powerpoint/2010/main" val="39803756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952335" y="3294499"/>
            <a:ext cx="2060900" cy="3352800"/>
          </a:xfrm>
          <a:prstGeom prst="roundRect">
            <a:avLst/>
          </a:prstGeom>
          <a:solidFill>
            <a:schemeClr val="tx1"/>
          </a:solidFill>
          <a:ln w="31750" cmpd="sng">
            <a:solidFill>
              <a:srgbClr val="26262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a:off x="8838781" y="3294499"/>
            <a:ext cx="2060900" cy="3352800"/>
          </a:xfrm>
          <a:prstGeom prst="roundRect">
            <a:avLst/>
          </a:prstGeom>
          <a:solidFill>
            <a:schemeClr val="accent2">
              <a:lumMod val="50000"/>
            </a:schemeClr>
          </a:solidFill>
          <a:ln w="31750" cmpd="sng">
            <a:solidFill>
              <a:schemeClr val="accent2"/>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932015" y="3270075"/>
            <a:ext cx="2060900" cy="3352800"/>
          </a:xfrm>
          <a:prstGeom prst="roundRect">
            <a:avLst/>
          </a:prstGeom>
          <a:solidFill>
            <a:schemeClr val="bg1"/>
          </a:solidFill>
          <a:ln w="28575" cmpd="sng">
            <a:solidFill>
              <a:srgbClr val="26262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8824811" y="3270075"/>
            <a:ext cx="2060900" cy="3352800"/>
          </a:xfrm>
          <a:prstGeom prst="roundRect">
            <a:avLst/>
          </a:prstGeom>
          <a:solidFill>
            <a:schemeClr val="bg1"/>
          </a:solidFill>
          <a:ln w="28575" cmpd="sng">
            <a:solidFill>
              <a:schemeClr val="accent2"/>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12489"/>
            <a:ext cx="10515600" cy="769441"/>
          </a:xfrm>
        </p:spPr>
        <p:txBody>
          <a:bodyPr/>
          <a:lstStyle/>
          <a:p>
            <a:r>
              <a:rPr lang="zh-CN" altLang="en-US" dirty="0" smtClean="0">
                <a:solidFill>
                  <a:schemeClr val="accent2"/>
                </a:solidFill>
              </a:rPr>
              <a:t>最佳</a:t>
            </a:r>
            <a:r>
              <a:rPr lang="zh-CN" altLang="en-US" dirty="0">
                <a:solidFill>
                  <a:schemeClr val="accent4"/>
                </a:solidFill>
              </a:rPr>
              <a:t>解释</a:t>
            </a:r>
            <a:r>
              <a:rPr lang="zh-CN" altLang="en-US" dirty="0" smtClean="0">
                <a:solidFill>
                  <a:schemeClr val="accent4"/>
                </a:solidFill>
              </a:rPr>
              <a:t>推论</a:t>
            </a:r>
            <a:endParaRPr lang="zh-CN" altLang="en-US" sz="2400" dirty="0">
              <a:solidFill>
                <a:schemeClr val="accent4"/>
              </a:solidFill>
            </a:endParaRPr>
          </a:p>
        </p:txBody>
      </p:sp>
      <p:grpSp>
        <p:nvGrpSpPr>
          <p:cNvPr id="4" name="组合 3"/>
          <p:cNvGrpSpPr/>
          <p:nvPr/>
        </p:nvGrpSpPr>
        <p:grpSpPr>
          <a:xfrm>
            <a:off x="911225" y="1475960"/>
            <a:ext cx="10004244" cy="1378493"/>
            <a:chOff x="911225" y="1612657"/>
            <a:chExt cx="10004244" cy="1150453"/>
          </a:xfrm>
        </p:grpSpPr>
        <p:sp>
          <p:nvSpPr>
            <p:cNvPr id="35" name="圆角矩形 34"/>
            <p:cNvSpPr/>
            <p:nvPr/>
          </p:nvSpPr>
          <p:spPr>
            <a:xfrm>
              <a:off x="926465" y="1626440"/>
              <a:ext cx="9989004" cy="1136670"/>
            </a:xfrm>
            <a:prstGeom prst="roundRect">
              <a:avLst/>
            </a:prstGeom>
            <a:solidFill>
              <a:schemeClr val="tx1"/>
            </a:solidFill>
            <a:ln w="31750" cmpd="sng">
              <a:solidFill>
                <a:schemeClr val="tx1"/>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圆角矩形 12"/>
            <p:cNvSpPr/>
            <p:nvPr/>
          </p:nvSpPr>
          <p:spPr>
            <a:xfrm>
              <a:off x="911225" y="1612657"/>
              <a:ext cx="9989004" cy="1136670"/>
            </a:xfrm>
            <a:prstGeom prst="roundRect">
              <a:avLst/>
            </a:prstGeom>
            <a:solidFill>
              <a:schemeClr val="bg1"/>
            </a:solidFill>
            <a:ln w="31750" cmpd="sng">
              <a:solidFill>
                <a:schemeClr val="tx1"/>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3" name="内容占位符 2"/>
          <p:cNvSpPr>
            <a:spLocks noGrp="1"/>
          </p:cNvSpPr>
          <p:nvPr>
            <p:ph idx="1"/>
          </p:nvPr>
        </p:nvSpPr>
        <p:spPr>
          <a:xfrm>
            <a:off x="1063761" y="1519748"/>
            <a:ext cx="9699172" cy="1348061"/>
          </a:xfrm>
        </p:spPr>
        <p:txBody>
          <a:bodyPr>
            <a:spAutoFit/>
          </a:bodyPr>
          <a:lstStyle/>
          <a:p>
            <a:pPr marL="0" lvl="0" indent="0">
              <a:lnSpc>
                <a:spcPct val="120000"/>
              </a:lnSpc>
              <a:buNone/>
            </a:pPr>
            <a:r>
              <a:rPr lang="zh-CN" altLang="en-US" sz="2000" dirty="0" smtClean="0">
                <a:solidFill>
                  <a:schemeClr val="tx1"/>
                </a:solidFill>
              </a:rPr>
              <a:t>如果假设</a:t>
            </a:r>
            <a:r>
              <a:rPr lang="en-US" altLang="zh-CN" sz="2000" dirty="0" smtClean="0">
                <a:solidFill>
                  <a:schemeClr val="tx1"/>
                </a:solidFill>
              </a:rPr>
              <a:t>A</a:t>
            </a:r>
            <a:r>
              <a:rPr lang="zh-CN" altLang="en-US" sz="2000" dirty="0" smtClean="0">
                <a:solidFill>
                  <a:schemeClr val="tx1"/>
                </a:solidFill>
              </a:rPr>
              <a:t>（无法直接证明的）存在能够</a:t>
            </a:r>
            <a:r>
              <a:rPr lang="zh-CN" altLang="en-US" sz="2000" dirty="0">
                <a:solidFill>
                  <a:schemeClr val="tx1"/>
                </a:solidFill>
              </a:rPr>
              <a:t>解释</a:t>
            </a:r>
            <a:r>
              <a:rPr lang="en-US" altLang="zh-CN" sz="2000" dirty="0" smtClean="0">
                <a:solidFill>
                  <a:schemeClr val="tx1"/>
                </a:solidFill>
              </a:rPr>
              <a:t>B</a:t>
            </a:r>
            <a:r>
              <a:rPr lang="zh-CN" altLang="en-US" sz="2000" dirty="0" smtClean="0">
                <a:solidFill>
                  <a:schemeClr val="tx1"/>
                </a:solidFill>
              </a:rPr>
              <a:t>（公认存在的事物或现象），那么</a:t>
            </a:r>
            <a:r>
              <a:rPr lang="en-US" altLang="zh-CN" sz="2000" dirty="0" smtClean="0">
                <a:solidFill>
                  <a:schemeClr val="tx1"/>
                </a:solidFill>
              </a:rPr>
              <a:t>B</a:t>
            </a:r>
            <a:r>
              <a:rPr lang="zh-CN" altLang="en-US" sz="2000" dirty="0" smtClean="0">
                <a:solidFill>
                  <a:schemeClr val="tx1"/>
                </a:solidFill>
              </a:rPr>
              <a:t>的存在能够推出</a:t>
            </a:r>
            <a:r>
              <a:rPr lang="en-US" altLang="zh-CN" sz="2000" dirty="0" smtClean="0">
                <a:solidFill>
                  <a:schemeClr val="tx1"/>
                </a:solidFill>
              </a:rPr>
              <a:t>A</a:t>
            </a:r>
            <a:r>
              <a:rPr lang="zh-CN" altLang="en-US" sz="2000" dirty="0" smtClean="0">
                <a:solidFill>
                  <a:schemeClr val="tx1"/>
                </a:solidFill>
              </a:rPr>
              <a:t>可能存在，并且</a:t>
            </a:r>
            <a:r>
              <a:rPr lang="zh-CN" altLang="en-US" sz="2400" b="1" dirty="0">
                <a:solidFill>
                  <a:schemeClr val="accent2"/>
                </a:solidFill>
              </a:rPr>
              <a:t>我们</a:t>
            </a:r>
            <a:r>
              <a:rPr lang="zh-CN" altLang="en-US" sz="2400" b="1" dirty="0" smtClean="0">
                <a:solidFill>
                  <a:schemeClr val="accent2"/>
                </a:solidFill>
              </a:rPr>
              <a:t>推论</a:t>
            </a:r>
            <a:r>
              <a:rPr lang="en-US" altLang="zh-CN" sz="2400" b="1" dirty="0" smtClean="0">
                <a:solidFill>
                  <a:schemeClr val="accent2"/>
                </a:solidFill>
              </a:rPr>
              <a:t>B</a:t>
            </a:r>
            <a:r>
              <a:rPr lang="zh-CN" altLang="en-US" sz="2400" b="1" dirty="0" smtClean="0">
                <a:solidFill>
                  <a:schemeClr val="accent2"/>
                </a:solidFill>
              </a:rPr>
              <a:t>的最佳解释是最有可能实际存在的</a:t>
            </a:r>
            <a:r>
              <a:rPr lang="zh-CN" altLang="en-US" sz="2000" dirty="0" smtClean="0">
                <a:solidFill>
                  <a:schemeClr val="tx1"/>
                </a:solidFill>
              </a:rPr>
              <a:t>。这种推论便是</a:t>
            </a:r>
            <a:r>
              <a:rPr lang="zh-CN" altLang="en-US" sz="2400" b="1" dirty="0" smtClean="0">
                <a:solidFill>
                  <a:schemeClr val="accent2"/>
                </a:solidFill>
              </a:rPr>
              <a:t>最佳解释推论</a:t>
            </a:r>
            <a:r>
              <a:rPr lang="zh-CN" altLang="en-US" sz="2000" dirty="0" smtClean="0">
                <a:solidFill>
                  <a:schemeClr val="tx1"/>
                </a:solidFill>
              </a:rPr>
              <a:t>。</a:t>
            </a:r>
            <a:endParaRPr lang="zh-CN" altLang="en-US" sz="2000" dirty="0">
              <a:solidFill>
                <a:schemeClr val="tx1"/>
              </a:solidFill>
            </a:endParaRPr>
          </a:p>
        </p:txBody>
      </p:sp>
      <p:grpSp>
        <p:nvGrpSpPr>
          <p:cNvPr id="8" name="组合 7"/>
          <p:cNvGrpSpPr/>
          <p:nvPr/>
        </p:nvGrpSpPr>
        <p:grpSpPr>
          <a:xfrm>
            <a:off x="0" y="886425"/>
            <a:ext cx="5529330" cy="151305"/>
            <a:chOff x="1180981" y="911825"/>
            <a:chExt cx="5575306" cy="151305"/>
          </a:xfrm>
          <a:solidFill>
            <a:schemeClr val="tx1">
              <a:lumMod val="95000"/>
              <a:lumOff val="5000"/>
            </a:schemeClr>
          </a:solidFill>
        </p:grpSpPr>
        <p:cxnSp>
          <p:nvCxnSpPr>
            <p:cNvPr id="9" name="直接连接符 8"/>
            <p:cNvCxnSpPr/>
            <p:nvPr/>
          </p:nvCxnSpPr>
          <p:spPr>
            <a:xfrm flipH="1">
              <a:off x="1180981" y="1063130"/>
              <a:ext cx="4675310"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矩形 11"/>
          <p:cNvSpPr/>
          <p:nvPr/>
        </p:nvSpPr>
        <p:spPr>
          <a:xfrm>
            <a:off x="3872589" y="3599913"/>
            <a:ext cx="4081516" cy="2416046"/>
          </a:xfrm>
          <a:prstGeom prst="rect">
            <a:avLst/>
          </a:prstGeom>
        </p:spPr>
        <p:txBody>
          <a:bodyPr wrap="square">
            <a:spAutoFit/>
          </a:bodyPr>
          <a:lstStyle/>
          <a:p>
            <a:pPr algn="ctr">
              <a:spcBef>
                <a:spcPts val="600"/>
              </a:spcBef>
              <a:spcAft>
                <a:spcPts val="600"/>
              </a:spcAft>
            </a:pPr>
            <a:r>
              <a:rPr lang="zh-CN" altLang="en-US" sz="2800" b="1" dirty="0" smtClean="0">
                <a:solidFill>
                  <a:schemeClr val="accent2"/>
                </a:solidFill>
              </a:rPr>
              <a:t>疾病的最佳解释推论</a:t>
            </a:r>
            <a:endParaRPr lang="en-US" altLang="zh-CN" sz="2800" b="1" dirty="0" smtClean="0">
              <a:solidFill>
                <a:schemeClr val="accent2"/>
              </a:solidFill>
            </a:endParaRPr>
          </a:p>
          <a:p>
            <a:pPr lvl="0" algn="just">
              <a:lnSpc>
                <a:spcPct val="120000"/>
              </a:lnSpc>
              <a:spcBef>
                <a:spcPts val="1200"/>
              </a:spcBef>
            </a:pPr>
            <a:r>
              <a:rPr lang="zh-CN" altLang="en-US" dirty="0" smtClean="0"/>
              <a:t>细菌</a:t>
            </a:r>
            <a:r>
              <a:rPr lang="zh-CN" altLang="en-US" dirty="0"/>
              <a:t>病毒理论比起恶魔理论来说更能够帮助确实地治愈疾病，因此，在</a:t>
            </a:r>
            <a:r>
              <a:rPr lang="zh-CN" altLang="en-US" dirty="0" smtClean="0"/>
              <a:t>所有解释</a:t>
            </a:r>
            <a:r>
              <a:rPr lang="zh-CN" altLang="en-US" dirty="0"/>
              <a:t>人为什么会生病的理论中，</a:t>
            </a:r>
            <a:r>
              <a:rPr lang="zh-CN" altLang="en-US" b="1" dirty="0">
                <a:solidFill>
                  <a:schemeClr val="accent2"/>
                </a:solidFill>
              </a:rPr>
              <a:t>细菌病毒理论是最佳的解释，所以我们相信细菌病毒的存在而非恶魔。</a:t>
            </a:r>
          </a:p>
        </p:txBody>
      </p:sp>
      <p:grpSp>
        <p:nvGrpSpPr>
          <p:cNvPr id="11" name="组合 10"/>
          <p:cNvGrpSpPr/>
          <p:nvPr/>
        </p:nvGrpSpPr>
        <p:grpSpPr>
          <a:xfrm>
            <a:off x="1155893" y="3482860"/>
            <a:ext cx="1789625" cy="2944294"/>
            <a:chOff x="1506969" y="3191512"/>
            <a:chExt cx="1789625" cy="2944294"/>
          </a:xfrm>
        </p:grpSpPr>
        <p:sp>
          <p:nvSpPr>
            <p:cNvPr id="18" name="文本框 17"/>
            <p:cNvSpPr txBox="1"/>
            <p:nvPr/>
          </p:nvSpPr>
          <p:spPr>
            <a:xfrm>
              <a:off x="1665861" y="5440872"/>
              <a:ext cx="1210588" cy="694934"/>
            </a:xfrm>
            <a:prstGeom prst="rect">
              <a:avLst/>
            </a:prstGeom>
            <a:noFill/>
          </p:spPr>
          <p:txBody>
            <a:bodyPr wrap="none" rtlCol="0">
              <a:spAutoFit/>
            </a:bodyPr>
            <a:lstStyle/>
            <a:p>
              <a:pPr algn="ctr">
                <a:lnSpc>
                  <a:spcPct val="120000"/>
                </a:lnSpc>
              </a:pPr>
              <a:r>
                <a:rPr lang="zh-CN" altLang="en-US" b="1" dirty="0" smtClean="0"/>
                <a:t>恶魔</a:t>
              </a:r>
              <a:endParaRPr lang="en-US" altLang="zh-CN" b="1" dirty="0" smtClean="0"/>
            </a:p>
            <a:p>
              <a:pPr algn="ctr">
                <a:lnSpc>
                  <a:spcPct val="120000"/>
                </a:lnSpc>
              </a:pPr>
              <a:r>
                <a:rPr lang="zh-CN" altLang="en-US" sz="1600" dirty="0" smtClean="0"/>
                <a:t>可能的解释</a:t>
              </a:r>
              <a:endParaRPr lang="zh-CN" altLang="en-US" sz="1600" dirty="0"/>
            </a:p>
          </p:txBody>
        </p:sp>
        <p:pic>
          <p:nvPicPr>
            <p:cNvPr id="20" name="图片 19"/>
            <p:cNvPicPr>
              <a:picLocks noChangeAspect="1"/>
            </p:cNvPicPr>
            <p:nvPr/>
          </p:nvPicPr>
          <p:blipFill>
            <a:blip r:embed="rId2">
              <a:extLst>
                <a:ext uri="{BEBA8EAE-BF5A-486C-A8C5-ECC9F3942E4B}">
                  <a14:imgProps xmlns:a14="http://schemas.microsoft.com/office/drawing/2010/main">
                    <a14:imgLayer r:embed="rId3">
                      <a14:imgEffect>
                        <a14:backgroundRemoval t="2286" b="94571" l="7565" r="92804">
                          <a14:foregroundMark x1="48155" y1="54571" x2="40775" y2="72000"/>
                          <a14:foregroundMark x1="34871" y1="58286" x2="31919" y2="69429"/>
                          <a14:foregroundMark x1="36347" y1="75429" x2="30812" y2="84000"/>
                          <a14:foregroundMark x1="34133" y1="54000" x2="34133" y2="54000"/>
                          <a14:foregroundMark x1="20480" y1="12571" x2="20480" y2="12571"/>
                          <a14:foregroundMark x1="45203" y1="11429" x2="45203" y2="11429"/>
                          <a14:foregroundMark x1="15314" y1="18857" x2="15314" y2="18857"/>
                          <a14:foregroundMark x1="18635" y1="15143" x2="18635" y2="15143"/>
                          <a14:foregroundMark x1="22694" y1="7429" x2="22694" y2="7429"/>
                          <a14:foregroundMark x1="24539" y1="4857" x2="24539" y2="4857"/>
                        </a14:backgroundRemoval>
                      </a14:imgEffect>
                    </a14:imgLayer>
                  </a14:imgProps>
                </a:ext>
              </a:extLst>
            </a:blip>
            <a:stretch>
              <a:fillRect/>
            </a:stretch>
          </p:blipFill>
          <p:spPr>
            <a:xfrm>
              <a:off x="1506969" y="3191512"/>
              <a:ext cx="1789625" cy="2311324"/>
            </a:xfrm>
            <a:prstGeom prst="rect">
              <a:avLst/>
            </a:prstGeom>
          </p:spPr>
        </p:pic>
      </p:grpSp>
      <p:grpSp>
        <p:nvGrpSpPr>
          <p:cNvPr id="26" name="组合 25"/>
          <p:cNvGrpSpPr/>
          <p:nvPr/>
        </p:nvGrpSpPr>
        <p:grpSpPr>
          <a:xfrm>
            <a:off x="2708409" y="6015959"/>
            <a:ext cx="736424" cy="736424"/>
            <a:chOff x="2824227" y="5724611"/>
            <a:chExt cx="736424" cy="736424"/>
          </a:xfrm>
        </p:grpSpPr>
        <p:sp>
          <p:nvSpPr>
            <p:cNvPr id="23" name="椭圆 22"/>
            <p:cNvSpPr/>
            <p:nvPr/>
          </p:nvSpPr>
          <p:spPr>
            <a:xfrm>
              <a:off x="2824227" y="5724611"/>
              <a:ext cx="736424" cy="736424"/>
            </a:xfrm>
            <a:prstGeom prst="ellipse">
              <a:avLst/>
            </a:prstGeom>
            <a:solidFill>
              <a:schemeClr val="tx1">
                <a:lumMod val="95000"/>
                <a:lumOff val="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p>
          </p:txBody>
        </p:sp>
        <p:sp>
          <p:nvSpPr>
            <p:cNvPr id="25" name="文本框 24"/>
            <p:cNvSpPr txBox="1"/>
            <p:nvPr/>
          </p:nvSpPr>
          <p:spPr>
            <a:xfrm>
              <a:off x="2953431" y="5769658"/>
              <a:ext cx="478016" cy="646331"/>
            </a:xfrm>
            <a:prstGeom prst="rect">
              <a:avLst/>
            </a:prstGeom>
            <a:noFill/>
          </p:spPr>
          <p:txBody>
            <a:bodyPr wrap="none" rtlCol="0">
              <a:spAutoFit/>
            </a:bodyPr>
            <a:lstStyle/>
            <a:p>
              <a:r>
                <a:rPr lang="zh-CN" altLang="en-US" sz="3600" b="1" dirty="0" smtClean="0">
                  <a:solidFill>
                    <a:schemeClr val="bg1"/>
                  </a:solidFill>
                  <a:sym typeface="Wingdings" panose="05000000000000000000" pitchFamily="2" charset="2"/>
                </a:rPr>
                <a:t></a:t>
              </a:r>
              <a:endParaRPr lang="zh-CN" altLang="en-US" sz="3600" b="1" dirty="0">
                <a:solidFill>
                  <a:schemeClr val="bg1"/>
                </a:solidFill>
              </a:endParaRPr>
            </a:p>
          </p:txBody>
        </p:sp>
      </p:grpSp>
      <p:sp>
        <p:nvSpPr>
          <p:cNvPr id="29" name="椭圆 28"/>
          <p:cNvSpPr/>
          <p:nvPr/>
        </p:nvSpPr>
        <p:spPr>
          <a:xfrm>
            <a:off x="1650593" y="5563605"/>
            <a:ext cx="537262" cy="89626"/>
          </a:xfrm>
          <a:prstGeom prst="ellipse">
            <a:avLst/>
          </a:pr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p:cNvGrpSpPr/>
          <p:nvPr/>
        </p:nvGrpSpPr>
        <p:grpSpPr>
          <a:xfrm>
            <a:off x="8875546" y="3599496"/>
            <a:ext cx="1959430" cy="2827658"/>
            <a:chOff x="8766627" y="3308148"/>
            <a:chExt cx="1959430" cy="2827658"/>
          </a:xfrm>
        </p:grpSpPr>
        <p:pic>
          <p:nvPicPr>
            <p:cNvPr id="15" name="图片 14"/>
            <p:cNvPicPr>
              <a:picLocks noChangeAspect="1"/>
            </p:cNvPicPr>
            <p:nvPr/>
          </p:nvPicPr>
          <p:blipFill rotWithShape="1">
            <a:blip r:embed="rId4">
              <a:extLst>
                <a:ext uri="{BEBA8EAE-BF5A-486C-A8C5-ECC9F3942E4B}">
                  <a14:imgProps xmlns:a14="http://schemas.microsoft.com/office/drawing/2010/main">
                    <a14:imgLayer r:embed="rId5">
                      <a14:imgEffect>
                        <a14:backgroundRemoval t="0" b="98228" l="5000" r="97206"/>
                      </a14:imgEffect>
                    </a14:imgLayer>
                  </a14:imgProps>
                </a:ext>
              </a:extLst>
            </a:blip>
            <a:srcRect l="5632" t="434" r="48204" b="20093"/>
            <a:stretch/>
          </p:blipFill>
          <p:spPr>
            <a:xfrm>
              <a:off x="8766627" y="3308148"/>
              <a:ext cx="1959430" cy="1959430"/>
            </a:xfrm>
            <a:prstGeom prst="rect">
              <a:avLst/>
            </a:prstGeom>
          </p:spPr>
        </p:pic>
        <p:sp>
          <p:nvSpPr>
            <p:cNvPr id="19" name="文本框 18"/>
            <p:cNvSpPr txBox="1"/>
            <p:nvPr/>
          </p:nvSpPr>
          <p:spPr>
            <a:xfrm>
              <a:off x="9141048" y="5440872"/>
              <a:ext cx="1210588" cy="694934"/>
            </a:xfrm>
            <a:prstGeom prst="rect">
              <a:avLst/>
            </a:prstGeom>
            <a:noFill/>
          </p:spPr>
          <p:txBody>
            <a:bodyPr wrap="none" rtlCol="0">
              <a:spAutoFit/>
            </a:bodyPr>
            <a:lstStyle/>
            <a:p>
              <a:pPr algn="ctr">
                <a:lnSpc>
                  <a:spcPct val="120000"/>
                </a:lnSpc>
              </a:pPr>
              <a:r>
                <a:rPr lang="zh-CN" altLang="en-US" b="1" dirty="0" smtClean="0">
                  <a:solidFill>
                    <a:schemeClr val="accent2"/>
                  </a:solidFill>
                </a:rPr>
                <a:t>细菌病毒</a:t>
              </a:r>
              <a:endParaRPr lang="en-US" altLang="zh-CN" b="1" dirty="0" smtClean="0">
                <a:solidFill>
                  <a:schemeClr val="accent2"/>
                </a:solidFill>
              </a:endParaRPr>
            </a:p>
            <a:p>
              <a:pPr algn="ctr">
                <a:lnSpc>
                  <a:spcPct val="120000"/>
                </a:lnSpc>
              </a:pPr>
              <a:r>
                <a:rPr lang="zh-CN" altLang="en-US" sz="1600" dirty="0" smtClean="0">
                  <a:solidFill>
                    <a:schemeClr val="accent2"/>
                  </a:solidFill>
                </a:rPr>
                <a:t>最佳的解释</a:t>
              </a:r>
              <a:endParaRPr lang="zh-CN" altLang="en-US" sz="1600" dirty="0">
                <a:solidFill>
                  <a:schemeClr val="accent2"/>
                </a:solidFill>
              </a:endParaRPr>
            </a:p>
          </p:txBody>
        </p:sp>
      </p:grpSp>
      <p:grpSp>
        <p:nvGrpSpPr>
          <p:cNvPr id="27" name="组合 26"/>
          <p:cNvGrpSpPr/>
          <p:nvPr/>
        </p:nvGrpSpPr>
        <p:grpSpPr>
          <a:xfrm>
            <a:off x="8411101" y="5985399"/>
            <a:ext cx="736424" cy="736424"/>
            <a:chOff x="8193837" y="5694051"/>
            <a:chExt cx="736424" cy="736424"/>
          </a:xfrm>
        </p:grpSpPr>
        <p:sp>
          <p:nvSpPr>
            <p:cNvPr id="22" name="椭圆 21"/>
            <p:cNvSpPr/>
            <p:nvPr/>
          </p:nvSpPr>
          <p:spPr>
            <a:xfrm>
              <a:off x="8193837" y="5694051"/>
              <a:ext cx="736424" cy="736424"/>
            </a:xfrm>
            <a:prstGeom prst="ellipse">
              <a:avLst/>
            </a:pr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600" b="1" dirty="0"/>
            </a:p>
          </p:txBody>
        </p:sp>
        <p:sp>
          <p:nvSpPr>
            <p:cNvPr id="24" name="文本框 23"/>
            <p:cNvSpPr txBox="1"/>
            <p:nvPr/>
          </p:nvSpPr>
          <p:spPr>
            <a:xfrm>
              <a:off x="8308614" y="5769876"/>
              <a:ext cx="506870" cy="584775"/>
            </a:xfrm>
            <a:prstGeom prst="rect">
              <a:avLst/>
            </a:prstGeom>
            <a:noFill/>
          </p:spPr>
          <p:txBody>
            <a:bodyPr wrap="none" rtlCol="0">
              <a:spAutoFit/>
            </a:bodyPr>
            <a:lstStyle/>
            <a:p>
              <a:r>
                <a:rPr lang="zh-CN" altLang="en-US" sz="3200" b="1" dirty="0" smtClean="0">
                  <a:solidFill>
                    <a:schemeClr val="bg1"/>
                  </a:solidFill>
                  <a:sym typeface="Wingdings" panose="05000000000000000000" pitchFamily="2" charset="2"/>
                </a:rPr>
                <a:t></a:t>
              </a:r>
              <a:endParaRPr lang="zh-CN" altLang="en-US" sz="3200" b="1" dirty="0">
                <a:solidFill>
                  <a:schemeClr val="bg1"/>
                </a:solidFill>
              </a:endParaRPr>
            </a:p>
          </p:txBody>
        </p:sp>
      </p:grpSp>
      <p:sp>
        <p:nvSpPr>
          <p:cNvPr id="30" name="椭圆 29"/>
          <p:cNvSpPr/>
          <p:nvPr/>
        </p:nvSpPr>
        <p:spPr>
          <a:xfrm>
            <a:off x="9586630" y="5563605"/>
            <a:ext cx="537262" cy="89626"/>
          </a:xfrm>
          <a:prstGeom prst="ellipse">
            <a:avLst/>
          </a:pr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19531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0" y="0"/>
            <a:ext cx="12192000" cy="6858000"/>
          </a:xfrm>
          <a:prstGeom prst="rect">
            <a:avLst/>
          </a:prstGeom>
          <a:solidFill>
            <a:schemeClr val="bg1"/>
          </a:solidFill>
          <a:ln w="31750" cmpd="sng">
            <a:solidFill>
              <a:schemeClr val="bg1"/>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标题 1"/>
          <p:cNvSpPr txBox="1">
            <a:spLocks/>
          </p:cNvSpPr>
          <p:nvPr/>
        </p:nvSpPr>
        <p:spPr>
          <a:xfrm>
            <a:off x="838200" y="283072"/>
            <a:ext cx="10515600" cy="76944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smtClean="0">
                <a:solidFill>
                  <a:schemeClr val="accent4"/>
                </a:solidFill>
              </a:rPr>
              <a:t>那么，灵魂是</a:t>
            </a:r>
            <a:r>
              <a:rPr lang="zh-CN" altLang="en-US" smtClean="0">
                <a:solidFill>
                  <a:schemeClr val="accent2"/>
                </a:solidFill>
              </a:rPr>
              <a:t>最佳</a:t>
            </a:r>
            <a:r>
              <a:rPr lang="zh-CN" altLang="en-US" smtClean="0">
                <a:solidFill>
                  <a:schemeClr val="accent4"/>
                </a:solidFill>
              </a:rPr>
              <a:t>解释么？</a:t>
            </a:r>
            <a:endParaRPr lang="zh-CN" altLang="en-US" dirty="0">
              <a:solidFill>
                <a:schemeClr val="accent4"/>
              </a:solidFill>
            </a:endParaRPr>
          </a:p>
        </p:txBody>
      </p:sp>
      <p:grpSp>
        <p:nvGrpSpPr>
          <p:cNvPr id="60" name="组合 59"/>
          <p:cNvGrpSpPr/>
          <p:nvPr/>
        </p:nvGrpSpPr>
        <p:grpSpPr>
          <a:xfrm>
            <a:off x="0" y="886425"/>
            <a:ext cx="8597101" cy="151305"/>
            <a:chOff x="-1912298" y="911825"/>
            <a:chExt cx="8668585" cy="151305"/>
          </a:xfrm>
          <a:solidFill>
            <a:schemeClr val="tx1">
              <a:lumMod val="85000"/>
              <a:lumOff val="15000"/>
            </a:schemeClr>
          </a:solidFill>
        </p:grpSpPr>
        <p:cxnSp>
          <p:nvCxnSpPr>
            <p:cNvPr id="61" name="直接连接符 60"/>
            <p:cNvCxnSpPr/>
            <p:nvPr/>
          </p:nvCxnSpPr>
          <p:spPr>
            <a:xfrm flipH="1">
              <a:off x="-1912298" y="1063130"/>
              <a:ext cx="7768590"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62" name="矩形 61"/>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0" y="6887171"/>
            <a:ext cx="12192000" cy="6858000"/>
          </a:xfrm>
          <a:prstGeom prst="rect">
            <a:avLst/>
          </a:prstGeom>
          <a:solidFill>
            <a:schemeClr val="bg1"/>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338263" y="1376318"/>
            <a:ext cx="9515475" cy="12395532"/>
            <a:chOff x="1338263" y="1376318"/>
            <a:chExt cx="9515475" cy="12395532"/>
          </a:xfrm>
        </p:grpSpPr>
        <p:grpSp>
          <p:nvGrpSpPr>
            <p:cNvPr id="2" name="组合 1"/>
            <p:cNvGrpSpPr/>
            <p:nvPr/>
          </p:nvGrpSpPr>
          <p:grpSpPr>
            <a:xfrm>
              <a:off x="1338263" y="1376318"/>
              <a:ext cx="9515475" cy="11711459"/>
              <a:chOff x="1338263" y="1376318"/>
              <a:chExt cx="9515475" cy="11711459"/>
            </a:xfrm>
          </p:grpSpPr>
          <p:grpSp>
            <p:nvGrpSpPr>
              <p:cNvPr id="92" name="阴影"/>
              <p:cNvGrpSpPr/>
              <p:nvPr/>
            </p:nvGrpSpPr>
            <p:grpSpPr>
              <a:xfrm flipH="1">
                <a:off x="1338263" y="1499146"/>
                <a:ext cx="9515475" cy="11588631"/>
                <a:chOff x="2590799" y="1575929"/>
                <a:chExt cx="7010402" cy="9880158"/>
              </a:xfrm>
            </p:grpSpPr>
            <p:sp>
              <p:nvSpPr>
                <p:cNvPr id="96" name="圆角矩形标注 71"/>
                <p:cNvSpPr/>
                <p:nvPr/>
              </p:nvSpPr>
              <p:spPr>
                <a:xfrm>
                  <a:off x="6096001" y="8523275"/>
                  <a:ext cx="3505200" cy="293281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7" name="圆角矩形标注 71"/>
                <p:cNvSpPr/>
                <p:nvPr/>
              </p:nvSpPr>
              <p:spPr>
                <a:xfrm>
                  <a:off x="6096001" y="8346674"/>
                  <a:ext cx="3505200" cy="293281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3" name="圆角矩形标注 71"/>
                <p:cNvSpPr/>
                <p:nvPr/>
              </p:nvSpPr>
              <p:spPr>
                <a:xfrm>
                  <a:off x="6096001" y="1575929"/>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4" name="圆角矩形标注 71"/>
                <p:cNvSpPr/>
                <p:nvPr/>
              </p:nvSpPr>
              <p:spPr>
                <a:xfrm>
                  <a:off x="6096001" y="3777860"/>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5" name="圆角矩形标注 71"/>
                <p:cNvSpPr/>
                <p:nvPr/>
              </p:nvSpPr>
              <p:spPr>
                <a:xfrm>
                  <a:off x="6096001" y="5979790"/>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7" name="圆角矩形标注 71"/>
                <p:cNvSpPr/>
                <p:nvPr/>
              </p:nvSpPr>
              <p:spPr>
                <a:xfrm flipH="1">
                  <a:off x="2590799" y="2719895"/>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8" name="圆角矩形标注 71"/>
                <p:cNvSpPr/>
                <p:nvPr/>
              </p:nvSpPr>
              <p:spPr>
                <a:xfrm flipH="1">
                  <a:off x="2590799" y="4921825"/>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9" name="圆角矩形标注 71"/>
                <p:cNvSpPr/>
                <p:nvPr/>
              </p:nvSpPr>
              <p:spPr>
                <a:xfrm flipH="1">
                  <a:off x="2590799" y="7123755"/>
                  <a:ext cx="3505200" cy="2888344"/>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72" name="圆角矩形标注 71"/>
              <p:cNvSpPr/>
              <p:nvPr/>
            </p:nvSpPr>
            <p:spPr>
              <a:xfrm flipH="1">
                <a:off x="1376363" y="137631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8" name="圆角矩形标注 71"/>
              <p:cNvSpPr/>
              <p:nvPr/>
            </p:nvSpPr>
            <p:spPr>
              <a:xfrm flipH="1">
                <a:off x="1376363" y="3959006"/>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9" name="圆角矩形标注 71"/>
              <p:cNvSpPr/>
              <p:nvPr/>
            </p:nvSpPr>
            <p:spPr>
              <a:xfrm flipH="1">
                <a:off x="1376363" y="6541693"/>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0" name="圆角矩形标注 71"/>
              <p:cNvSpPr/>
              <p:nvPr/>
            </p:nvSpPr>
            <p:spPr>
              <a:xfrm flipH="1">
                <a:off x="1376363" y="9524997"/>
                <a:ext cx="4757736" cy="3439953"/>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1" name="圆角矩形标注 71"/>
              <p:cNvSpPr/>
              <p:nvPr/>
            </p:nvSpPr>
            <p:spPr>
              <a:xfrm>
                <a:off x="6096002" y="271809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2" name="圆角矩形标注 71"/>
              <p:cNvSpPr/>
              <p:nvPr/>
            </p:nvSpPr>
            <p:spPr>
              <a:xfrm>
                <a:off x="6096002" y="5300785"/>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3" name="圆角矩形标注 71"/>
              <p:cNvSpPr/>
              <p:nvPr/>
            </p:nvSpPr>
            <p:spPr>
              <a:xfrm>
                <a:off x="6096002" y="7883472"/>
                <a:ext cx="4757736" cy="338779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5" name="矩形 84"/>
              <p:cNvSpPr/>
              <p:nvPr/>
            </p:nvSpPr>
            <p:spPr>
              <a:xfrm>
                <a:off x="1734306" y="6860492"/>
                <a:ext cx="4000501" cy="1686616"/>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赋予</a:t>
                </a:r>
                <a:r>
                  <a:rPr lang="zh-CN" altLang="en-US" sz="2400" b="1" dirty="0">
                    <a:solidFill>
                      <a:schemeClr val="bg1"/>
                    </a:solidFill>
                  </a:rPr>
                  <a:t>人创造力的是灵魂？</a:t>
                </a:r>
              </a:p>
              <a:p>
                <a:pPr algn="just">
                  <a:lnSpc>
                    <a:spcPct val="120000"/>
                  </a:lnSpc>
                  <a:spcBef>
                    <a:spcPts val="1200"/>
                  </a:spcBef>
                </a:pPr>
                <a:r>
                  <a:rPr lang="zh-CN" altLang="en-US" dirty="0" smtClean="0">
                    <a:solidFill>
                      <a:schemeClr val="bg1"/>
                    </a:solidFill>
                  </a:rPr>
                  <a:t>如果说创造力是构想创造出新的东西，那么机器</a:t>
                </a:r>
                <a:r>
                  <a:rPr lang="zh-CN" altLang="en-US" dirty="0">
                    <a:solidFill>
                      <a:schemeClr val="bg1"/>
                    </a:solidFill>
                  </a:rPr>
                  <a:t>一样拥有在既定规则下的创造力。</a:t>
                </a:r>
              </a:p>
            </p:txBody>
          </p:sp>
          <p:sp>
            <p:nvSpPr>
              <p:cNvPr id="86" name="矩形 85"/>
              <p:cNvSpPr/>
              <p:nvPr/>
            </p:nvSpPr>
            <p:spPr>
              <a:xfrm>
                <a:off x="1734306" y="1651090"/>
                <a:ext cx="4000501" cy="1686616"/>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赋予</a:t>
                </a:r>
                <a:r>
                  <a:rPr lang="zh-CN" altLang="en-US" sz="2400" b="1" dirty="0">
                    <a:solidFill>
                      <a:schemeClr val="bg1"/>
                    </a:solidFill>
                  </a:rPr>
                  <a:t>肉体以生命的是灵魂</a:t>
                </a:r>
                <a:r>
                  <a:rPr lang="zh-CN" altLang="en-US" sz="2400" b="1" dirty="0" smtClean="0">
                    <a:solidFill>
                      <a:schemeClr val="bg1"/>
                    </a:solidFill>
                  </a:rPr>
                  <a:t>？</a:t>
                </a:r>
                <a:endParaRPr lang="en-US" altLang="zh-CN" sz="2400" b="1" dirty="0" smtClean="0">
                  <a:solidFill>
                    <a:schemeClr val="bg1"/>
                  </a:solidFill>
                </a:endParaRPr>
              </a:p>
              <a:p>
                <a:pPr algn="just">
                  <a:lnSpc>
                    <a:spcPct val="120000"/>
                  </a:lnSpc>
                  <a:spcBef>
                    <a:spcPts val="1200"/>
                  </a:spcBef>
                </a:pPr>
                <a:r>
                  <a:rPr lang="zh-CN" altLang="en-US" dirty="0" smtClean="0">
                    <a:solidFill>
                      <a:schemeClr val="bg1"/>
                    </a:solidFill>
                  </a:rPr>
                  <a:t>灵魂对于生命来说并不必须，一具能够正常执行特定功能</a:t>
                </a:r>
                <a:r>
                  <a:rPr lang="zh-CN" altLang="en-US" dirty="0">
                    <a:solidFill>
                      <a:schemeClr val="bg1"/>
                    </a:solidFill>
                  </a:rPr>
                  <a:t>的</a:t>
                </a:r>
                <a:r>
                  <a:rPr lang="zh-CN" altLang="en-US" dirty="0" smtClean="0">
                    <a:solidFill>
                      <a:schemeClr val="bg1"/>
                    </a:solidFill>
                  </a:rPr>
                  <a:t>肉体就算得上一个生命了。</a:t>
                </a:r>
                <a:endParaRPr lang="zh-CN" altLang="en-US" dirty="0">
                  <a:solidFill>
                    <a:schemeClr val="bg1"/>
                  </a:solidFill>
                </a:endParaRPr>
              </a:p>
            </p:txBody>
          </p:sp>
          <p:sp>
            <p:nvSpPr>
              <p:cNvPr id="88" name="矩形 87"/>
              <p:cNvSpPr/>
              <p:nvPr/>
            </p:nvSpPr>
            <p:spPr>
              <a:xfrm>
                <a:off x="1734306" y="4258298"/>
                <a:ext cx="4000501" cy="1686616"/>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赋予</a:t>
                </a:r>
                <a:r>
                  <a:rPr lang="zh-CN" altLang="en-US" sz="2400" b="1" dirty="0">
                    <a:solidFill>
                      <a:schemeClr val="bg1"/>
                    </a:solidFill>
                  </a:rPr>
                  <a:t>人情绪的是灵魂？</a:t>
                </a:r>
              </a:p>
              <a:p>
                <a:pPr algn="just">
                  <a:lnSpc>
                    <a:spcPct val="120000"/>
                  </a:lnSpc>
                  <a:spcBef>
                    <a:spcPts val="1200"/>
                  </a:spcBef>
                </a:pPr>
                <a:r>
                  <a:rPr lang="zh-CN" altLang="en-US" dirty="0" smtClean="0">
                    <a:solidFill>
                      <a:schemeClr val="bg1"/>
                    </a:solidFill>
                  </a:rPr>
                  <a:t>情绪</a:t>
                </a:r>
                <a:r>
                  <a:rPr lang="zh-CN" altLang="en-US" dirty="0">
                    <a:solidFill>
                      <a:schemeClr val="bg1"/>
                    </a:solidFill>
                  </a:rPr>
                  <a:t>来自欲望，欲望来自需求</a:t>
                </a:r>
                <a:r>
                  <a:rPr lang="zh-CN" altLang="en-US" dirty="0" smtClean="0">
                    <a:solidFill>
                      <a:schemeClr val="bg1"/>
                    </a:solidFill>
                  </a:rPr>
                  <a:t>，而需求既可以来自灵魂也可以来自本能或者说是生物的底层代码。</a:t>
                </a:r>
                <a:endParaRPr lang="zh-CN" altLang="en-US" dirty="0">
                  <a:solidFill>
                    <a:schemeClr val="bg1"/>
                  </a:solidFill>
                </a:endParaRPr>
              </a:p>
            </p:txBody>
          </p:sp>
          <p:sp>
            <p:nvSpPr>
              <p:cNvPr id="38" name="圆角矩形标注 71"/>
              <p:cNvSpPr/>
              <p:nvPr/>
            </p:nvSpPr>
            <p:spPr>
              <a:xfrm flipH="1">
                <a:off x="1376363" y="9317859"/>
                <a:ext cx="4757736" cy="3439953"/>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0" name="矩形 89"/>
              <p:cNvSpPr/>
              <p:nvPr/>
            </p:nvSpPr>
            <p:spPr>
              <a:xfrm>
                <a:off x="1734306" y="9367683"/>
                <a:ext cx="4000501" cy="2462213"/>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超自然</a:t>
                </a:r>
                <a:r>
                  <a:rPr lang="zh-CN" altLang="en-US" sz="2400" b="1" dirty="0">
                    <a:solidFill>
                      <a:schemeClr val="bg1"/>
                    </a:solidFill>
                  </a:rPr>
                  <a:t>现象的发生是因为有灵魂存在？</a:t>
                </a:r>
              </a:p>
              <a:p>
                <a:pPr algn="just">
                  <a:lnSpc>
                    <a:spcPct val="120000"/>
                  </a:lnSpc>
                  <a:spcBef>
                    <a:spcPts val="1200"/>
                  </a:spcBef>
                </a:pPr>
                <a:r>
                  <a:rPr lang="zh-CN" altLang="en-US" dirty="0" smtClean="0">
                    <a:solidFill>
                      <a:schemeClr val="bg1"/>
                    </a:solidFill>
                  </a:rPr>
                  <a:t>正如</a:t>
                </a:r>
                <a:r>
                  <a:rPr lang="en-US" altLang="zh-CN" dirty="0">
                    <a:solidFill>
                      <a:schemeClr val="bg1"/>
                    </a:solidFill>
                  </a:rPr>
                  <a:t>14</a:t>
                </a:r>
                <a:r>
                  <a:rPr lang="zh-CN" altLang="en-US" dirty="0">
                    <a:solidFill>
                      <a:schemeClr val="bg1"/>
                    </a:solidFill>
                  </a:rPr>
                  <a:t>世纪人们并不知道细胞、</a:t>
                </a:r>
                <a:r>
                  <a:rPr lang="zh-CN" altLang="en-US" dirty="0" smtClean="0">
                    <a:solidFill>
                      <a:schemeClr val="bg1"/>
                    </a:solidFill>
                  </a:rPr>
                  <a:t>微生物</a:t>
                </a:r>
                <a:r>
                  <a:rPr lang="zh-CN" altLang="en-US" dirty="0">
                    <a:solidFill>
                      <a:schemeClr val="bg1"/>
                    </a:solidFill>
                  </a:rPr>
                  <a:t>，</a:t>
                </a:r>
                <a:r>
                  <a:rPr lang="zh-CN" altLang="en-US" dirty="0" smtClean="0">
                    <a:solidFill>
                      <a:schemeClr val="bg1"/>
                    </a:solidFill>
                  </a:rPr>
                  <a:t>物理主义虽然</a:t>
                </a:r>
                <a:r>
                  <a:rPr lang="zh-CN" altLang="en-US" dirty="0">
                    <a:solidFill>
                      <a:schemeClr val="bg1"/>
                    </a:solidFill>
                  </a:rPr>
                  <a:t>无法很好的解释所有</a:t>
                </a:r>
                <a:r>
                  <a:rPr lang="zh-CN" altLang="en-US" dirty="0" smtClean="0">
                    <a:solidFill>
                      <a:schemeClr val="bg1"/>
                    </a:solidFill>
                  </a:rPr>
                  <a:t>现象，</a:t>
                </a:r>
                <a:r>
                  <a:rPr lang="zh-CN" altLang="en-US" dirty="0">
                    <a:solidFill>
                      <a:schemeClr val="bg1"/>
                    </a:solidFill>
                  </a:rPr>
                  <a:t>但这不</a:t>
                </a:r>
                <a:r>
                  <a:rPr lang="zh-CN" altLang="en-US" dirty="0" smtClean="0">
                    <a:solidFill>
                      <a:schemeClr val="bg1"/>
                    </a:solidFill>
                  </a:rPr>
                  <a:t>代表物理主义是错的，二元论就足以</a:t>
                </a:r>
                <a:r>
                  <a:rPr lang="zh-CN" altLang="en-US" dirty="0">
                    <a:solidFill>
                      <a:schemeClr val="bg1"/>
                    </a:solidFill>
                  </a:rPr>
                  <a:t>使人信服的</a:t>
                </a:r>
                <a:r>
                  <a:rPr lang="zh-CN" altLang="en-US" dirty="0" smtClean="0">
                    <a:solidFill>
                      <a:schemeClr val="bg1"/>
                    </a:solidFill>
                  </a:rPr>
                  <a:t>。</a:t>
                </a:r>
                <a:endParaRPr lang="zh-CN" altLang="en-US" dirty="0">
                  <a:solidFill>
                    <a:schemeClr val="bg1"/>
                  </a:solidFill>
                </a:endParaRPr>
              </a:p>
            </p:txBody>
          </p:sp>
          <p:sp>
            <p:nvSpPr>
              <p:cNvPr id="87" name="矩形 86"/>
              <p:cNvSpPr/>
              <p:nvPr/>
            </p:nvSpPr>
            <p:spPr>
              <a:xfrm>
                <a:off x="6405889" y="3047157"/>
                <a:ext cx="4000501" cy="1686616"/>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赋予</a:t>
                </a:r>
                <a:r>
                  <a:rPr lang="zh-CN" altLang="en-US" sz="2400" b="1" dirty="0">
                    <a:solidFill>
                      <a:schemeClr val="bg1"/>
                    </a:solidFill>
                  </a:rPr>
                  <a:t>肉体</a:t>
                </a:r>
                <a:r>
                  <a:rPr lang="zh-CN" altLang="en-US" sz="2400" b="1" dirty="0" smtClean="0">
                    <a:solidFill>
                      <a:schemeClr val="bg1"/>
                    </a:solidFill>
                  </a:rPr>
                  <a:t>以目的的是灵魂？</a:t>
                </a:r>
                <a:endParaRPr lang="en-US" altLang="zh-CN" sz="2400" b="1" dirty="0" smtClean="0">
                  <a:solidFill>
                    <a:schemeClr val="bg1"/>
                  </a:solidFill>
                </a:endParaRPr>
              </a:p>
              <a:p>
                <a:pPr algn="just">
                  <a:lnSpc>
                    <a:spcPct val="120000"/>
                  </a:lnSpc>
                  <a:spcBef>
                    <a:spcPts val="1200"/>
                  </a:spcBef>
                </a:pPr>
                <a:r>
                  <a:rPr lang="zh-CN" altLang="en-US" dirty="0" smtClean="0">
                    <a:solidFill>
                      <a:schemeClr val="bg1"/>
                    </a:solidFill>
                  </a:rPr>
                  <a:t>不，像跟踪导弹的跟踪芯片一样，仅仅是肉体的某个模块就能赋予</a:t>
                </a:r>
                <a:r>
                  <a:rPr lang="zh-CN" altLang="en-US" dirty="0">
                    <a:solidFill>
                      <a:schemeClr val="bg1"/>
                    </a:solidFill>
                  </a:rPr>
                  <a:t>肉体</a:t>
                </a:r>
                <a:r>
                  <a:rPr lang="zh-CN" altLang="en-US" dirty="0" smtClean="0">
                    <a:solidFill>
                      <a:schemeClr val="bg1"/>
                    </a:solidFill>
                  </a:rPr>
                  <a:t>以特定目的。</a:t>
                </a:r>
                <a:endParaRPr lang="zh-CN" altLang="en-US" dirty="0">
                  <a:solidFill>
                    <a:schemeClr val="bg1"/>
                  </a:solidFill>
                </a:endParaRPr>
              </a:p>
            </p:txBody>
          </p:sp>
          <p:sp>
            <p:nvSpPr>
              <p:cNvPr id="89" name="矩形 88"/>
              <p:cNvSpPr/>
              <p:nvPr/>
            </p:nvSpPr>
            <p:spPr>
              <a:xfrm>
                <a:off x="6463470" y="5564690"/>
                <a:ext cx="4000501" cy="1686616"/>
              </a:xfrm>
              <a:prstGeom prst="rect">
                <a:avLst/>
              </a:prstGeom>
            </p:spPr>
            <p:txBody>
              <a:bodyPr wrap="square">
                <a:spAutoFit/>
              </a:bodyPr>
              <a:lstStyle/>
              <a:p>
                <a:pPr algn="just">
                  <a:lnSpc>
                    <a:spcPct val="120000"/>
                  </a:lnSpc>
                  <a:spcBef>
                    <a:spcPts val="1200"/>
                  </a:spcBef>
                </a:pPr>
                <a:r>
                  <a:rPr lang="zh-CN" altLang="en-US" sz="2400" b="1" dirty="0">
                    <a:solidFill>
                      <a:schemeClr val="bg1"/>
                    </a:solidFill>
                  </a:rPr>
                  <a:t>赋予人意识的是灵魂？</a:t>
                </a:r>
              </a:p>
              <a:p>
                <a:pPr algn="just">
                  <a:lnSpc>
                    <a:spcPct val="120000"/>
                  </a:lnSpc>
                  <a:spcBef>
                    <a:spcPts val="1200"/>
                  </a:spcBef>
                </a:pPr>
                <a:r>
                  <a:rPr lang="zh-CN" altLang="en-US" dirty="0" smtClean="0">
                    <a:solidFill>
                      <a:schemeClr val="bg1"/>
                    </a:solidFill>
                  </a:rPr>
                  <a:t>物理主义者无法证明我们拥有的意识是怎样一回事，但这并不绝对意味着物理</a:t>
                </a:r>
                <a:r>
                  <a:rPr lang="zh-CN" altLang="en-US" dirty="0">
                    <a:solidFill>
                      <a:schemeClr val="bg1"/>
                    </a:solidFill>
                  </a:rPr>
                  <a:t>对象就没有</a:t>
                </a:r>
                <a:r>
                  <a:rPr lang="zh-CN" altLang="en-US" dirty="0" smtClean="0">
                    <a:solidFill>
                      <a:schemeClr val="bg1"/>
                    </a:solidFill>
                  </a:rPr>
                  <a:t>办法拥有意识。</a:t>
                </a:r>
                <a:endParaRPr lang="zh-CN" altLang="en-US" dirty="0">
                  <a:solidFill>
                    <a:schemeClr val="bg1"/>
                  </a:solidFill>
                </a:endParaRPr>
              </a:p>
            </p:txBody>
          </p:sp>
          <p:sp>
            <p:nvSpPr>
              <p:cNvPr id="91" name="矩形 90"/>
              <p:cNvSpPr/>
              <p:nvPr/>
            </p:nvSpPr>
            <p:spPr>
              <a:xfrm>
                <a:off x="6405889" y="8151008"/>
                <a:ext cx="4000501" cy="2019014"/>
              </a:xfrm>
              <a:prstGeom prst="rect">
                <a:avLst/>
              </a:prstGeom>
            </p:spPr>
            <p:txBody>
              <a:bodyPr wrap="square">
                <a:spAutoFit/>
              </a:bodyPr>
              <a:lstStyle/>
              <a:p>
                <a:pPr>
                  <a:lnSpc>
                    <a:spcPct val="120000"/>
                  </a:lnSpc>
                  <a:spcBef>
                    <a:spcPts val="1200"/>
                  </a:spcBef>
                </a:pPr>
                <a:r>
                  <a:rPr lang="zh-CN" altLang="en-US" sz="2400" b="1" dirty="0">
                    <a:solidFill>
                      <a:schemeClr val="bg1"/>
                    </a:solidFill>
                  </a:rPr>
                  <a:t>赋予人以自由意志的是灵魂？</a:t>
                </a:r>
              </a:p>
              <a:p>
                <a:pPr algn="just">
                  <a:lnSpc>
                    <a:spcPct val="120000"/>
                  </a:lnSpc>
                  <a:spcBef>
                    <a:spcPts val="1200"/>
                  </a:spcBef>
                </a:pPr>
                <a:r>
                  <a:rPr lang="zh-CN" altLang="en-US" dirty="0" smtClean="0">
                    <a:solidFill>
                      <a:schemeClr val="bg1"/>
                    </a:solidFill>
                  </a:rPr>
                  <a:t>一方面，我们</a:t>
                </a:r>
                <a:r>
                  <a:rPr lang="zh-CN" altLang="en-US" dirty="0">
                    <a:solidFill>
                      <a:schemeClr val="bg1"/>
                    </a:solidFill>
                  </a:rPr>
                  <a:t>拥有自由</a:t>
                </a:r>
                <a:r>
                  <a:rPr lang="zh-CN" altLang="en-US" dirty="0" smtClean="0">
                    <a:solidFill>
                      <a:schemeClr val="bg1"/>
                    </a:solidFill>
                  </a:rPr>
                  <a:t>意志只是</a:t>
                </a:r>
                <a:r>
                  <a:rPr lang="zh-CN" altLang="en-US" dirty="0">
                    <a:solidFill>
                      <a:schemeClr val="bg1"/>
                    </a:solidFill>
                  </a:rPr>
                  <a:t>由某些不可知的因素决定</a:t>
                </a:r>
                <a:r>
                  <a:rPr lang="zh-CN" altLang="en-US" dirty="0" smtClean="0">
                    <a:solidFill>
                      <a:schemeClr val="bg1"/>
                    </a:solidFill>
                  </a:rPr>
                  <a:t>的。另一方面，我们无法断言物理对象比如机器人是不可能有自由意志的。</a:t>
                </a:r>
                <a:endParaRPr lang="zh-CN" altLang="en-US" dirty="0"/>
              </a:p>
            </p:txBody>
          </p:sp>
        </p:grpSp>
        <p:grpSp>
          <p:nvGrpSpPr>
            <p:cNvPr id="3" name="组合 2"/>
            <p:cNvGrpSpPr/>
            <p:nvPr/>
          </p:nvGrpSpPr>
          <p:grpSpPr>
            <a:xfrm>
              <a:off x="6086474" y="10523834"/>
              <a:ext cx="4757736" cy="3248016"/>
              <a:chOff x="6086474" y="10523834"/>
              <a:chExt cx="4757736" cy="3248016"/>
            </a:xfrm>
          </p:grpSpPr>
          <p:grpSp>
            <p:nvGrpSpPr>
              <p:cNvPr id="111" name="组合 110"/>
              <p:cNvGrpSpPr/>
              <p:nvPr/>
            </p:nvGrpSpPr>
            <p:grpSpPr>
              <a:xfrm flipH="1">
                <a:off x="6086474" y="10523834"/>
                <a:ext cx="4757736" cy="3248016"/>
                <a:chOff x="1338263" y="10523834"/>
                <a:chExt cx="4757736" cy="3248016"/>
              </a:xfrm>
            </p:grpSpPr>
            <p:sp>
              <p:nvSpPr>
                <p:cNvPr id="106" name="圆角矩形标注 71"/>
                <p:cNvSpPr/>
                <p:nvPr/>
              </p:nvSpPr>
              <p:spPr>
                <a:xfrm flipH="1">
                  <a:off x="1338263" y="1066571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04" name="圆角矩形标注 71"/>
                <p:cNvSpPr/>
                <p:nvPr/>
              </p:nvSpPr>
              <p:spPr>
                <a:xfrm flipH="1">
                  <a:off x="1338263" y="10523834"/>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39" name="文本框 38"/>
              <p:cNvSpPr txBox="1"/>
              <p:nvPr/>
            </p:nvSpPr>
            <p:spPr>
              <a:xfrm>
                <a:off x="6778290" y="11264403"/>
                <a:ext cx="3000375" cy="707886"/>
              </a:xfrm>
              <a:prstGeom prst="rect">
                <a:avLst/>
              </a:prstGeom>
              <a:noFill/>
            </p:spPr>
            <p:txBody>
              <a:bodyPr wrap="square" rtlCol="0">
                <a:spAutoFit/>
              </a:bodyPr>
              <a:lstStyle/>
              <a:p>
                <a:pPr algn="ctr"/>
                <a:r>
                  <a:rPr lang="en-US" altLang="zh-CN" sz="4000" dirty="0" smtClean="0">
                    <a:solidFill>
                      <a:schemeClr val="bg1"/>
                    </a:solidFill>
                  </a:rPr>
                  <a:t>……</a:t>
                </a:r>
                <a:endParaRPr lang="zh-CN" altLang="en-US" sz="4000" dirty="0">
                  <a:solidFill>
                    <a:schemeClr val="bg1"/>
                  </a:solidFill>
                </a:endParaRPr>
              </a:p>
            </p:txBody>
          </p:sp>
        </p:grpSp>
      </p:grpSp>
      <p:sp>
        <p:nvSpPr>
          <p:cNvPr id="63" name="矩形 62"/>
          <p:cNvSpPr/>
          <p:nvPr/>
        </p:nvSpPr>
        <p:spPr>
          <a:xfrm>
            <a:off x="0" y="13388185"/>
            <a:ext cx="12192000" cy="328612"/>
          </a:xfrm>
          <a:prstGeom prst="rect">
            <a:avLst/>
          </a:prstGeom>
          <a:solidFill>
            <a:schemeClr val="tx1">
              <a:lumMod val="85000"/>
              <a:lumOff val="15000"/>
            </a:schemeClr>
          </a:solid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354688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6096000" y="5382366"/>
            <a:ext cx="0" cy="1485900"/>
          </a:xfrm>
          <a:prstGeom prst="line">
            <a:avLst/>
          </a:prstGeom>
          <a:ln w="57150">
            <a:solidFill>
              <a:srgbClr val="262626"/>
            </a:solidFill>
          </a:ln>
        </p:spPr>
        <p:style>
          <a:lnRef idx="1">
            <a:schemeClr val="accent1"/>
          </a:lnRef>
          <a:fillRef idx="0">
            <a:schemeClr val="accent1"/>
          </a:fillRef>
          <a:effectRef idx="0">
            <a:schemeClr val="accent1"/>
          </a:effectRef>
          <a:fontRef idx="minor">
            <a:schemeClr val="tx1"/>
          </a:fontRef>
        </p:style>
      </p:cxnSp>
      <p:grpSp>
        <p:nvGrpSpPr>
          <p:cNvPr id="116" name="组合 115"/>
          <p:cNvGrpSpPr/>
          <p:nvPr/>
        </p:nvGrpSpPr>
        <p:grpSpPr>
          <a:xfrm>
            <a:off x="1338263" y="-5510853"/>
            <a:ext cx="9515475" cy="12395532"/>
            <a:chOff x="1338263" y="1376318"/>
            <a:chExt cx="9515475" cy="12395532"/>
          </a:xfrm>
        </p:grpSpPr>
        <p:grpSp>
          <p:nvGrpSpPr>
            <p:cNvPr id="117" name="组合 116"/>
            <p:cNvGrpSpPr/>
            <p:nvPr/>
          </p:nvGrpSpPr>
          <p:grpSpPr>
            <a:xfrm>
              <a:off x="1338263" y="1376318"/>
              <a:ext cx="9515475" cy="11711459"/>
              <a:chOff x="1338263" y="1376318"/>
              <a:chExt cx="9515475" cy="11711459"/>
            </a:xfrm>
          </p:grpSpPr>
          <p:grpSp>
            <p:nvGrpSpPr>
              <p:cNvPr id="123" name="阴影"/>
              <p:cNvGrpSpPr/>
              <p:nvPr/>
            </p:nvGrpSpPr>
            <p:grpSpPr>
              <a:xfrm flipH="1">
                <a:off x="1338263" y="1499146"/>
                <a:ext cx="9515475" cy="11588631"/>
                <a:chOff x="2590799" y="1575929"/>
                <a:chExt cx="7010402" cy="9880158"/>
              </a:xfrm>
            </p:grpSpPr>
            <p:sp>
              <p:nvSpPr>
                <p:cNvPr id="139" name="圆角矩形标注 71"/>
                <p:cNvSpPr/>
                <p:nvPr/>
              </p:nvSpPr>
              <p:spPr>
                <a:xfrm>
                  <a:off x="6096001" y="8523275"/>
                  <a:ext cx="3505200" cy="293281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0" name="圆角矩形标注 71"/>
                <p:cNvSpPr/>
                <p:nvPr/>
              </p:nvSpPr>
              <p:spPr>
                <a:xfrm>
                  <a:off x="6096001" y="8346674"/>
                  <a:ext cx="3505200" cy="293281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1" name="圆角矩形标注 71"/>
                <p:cNvSpPr/>
                <p:nvPr/>
              </p:nvSpPr>
              <p:spPr>
                <a:xfrm>
                  <a:off x="6096001" y="1575929"/>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2" name="圆角矩形标注 71"/>
                <p:cNvSpPr/>
                <p:nvPr/>
              </p:nvSpPr>
              <p:spPr>
                <a:xfrm>
                  <a:off x="6096001" y="3777860"/>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3" name="圆角矩形标注 71"/>
                <p:cNvSpPr/>
                <p:nvPr/>
              </p:nvSpPr>
              <p:spPr>
                <a:xfrm>
                  <a:off x="6096001" y="5979790"/>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4" name="圆角矩形标注 71"/>
                <p:cNvSpPr/>
                <p:nvPr/>
              </p:nvSpPr>
              <p:spPr>
                <a:xfrm flipH="1">
                  <a:off x="2590799" y="2719895"/>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5" name="圆角矩形标注 71"/>
                <p:cNvSpPr/>
                <p:nvPr/>
              </p:nvSpPr>
              <p:spPr>
                <a:xfrm flipH="1">
                  <a:off x="2590799" y="4921825"/>
                  <a:ext cx="3505200" cy="264820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6" name="圆角矩形标注 71"/>
                <p:cNvSpPr/>
                <p:nvPr/>
              </p:nvSpPr>
              <p:spPr>
                <a:xfrm flipH="1">
                  <a:off x="2590799" y="7123755"/>
                  <a:ext cx="3505200" cy="2888344"/>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124" name="圆角矩形标注 71"/>
              <p:cNvSpPr/>
              <p:nvPr/>
            </p:nvSpPr>
            <p:spPr>
              <a:xfrm flipH="1">
                <a:off x="1376363" y="137631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5" name="圆角矩形标注 71"/>
              <p:cNvSpPr/>
              <p:nvPr/>
            </p:nvSpPr>
            <p:spPr>
              <a:xfrm flipH="1">
                <a:off x="1376363" y="3959006"/>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6" name="圆角矩形标注 71"/>
              <p:cNvSpPr/>
              <p:nvPr/>
            </p:nvSpPr>
            <p:spPr>
              <a:xfrm flipH="1">
                <a:off x="1376363" y="6541693"/>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7" name="圆角矩形标注 71"/>
              <p:cNvSpPr/>
              <p:nvPr/>
            </p:nvSpPr>
            <p:spPr>
              <a:xfrm flipH="1">
                <a:off x="1376363" y="9524997"/>
                <a:ext cx="4757736" cy="3439953"/>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8" name="圆角矩形标注 71"/>
              <p:cNvSpPr/>
              <p:nvPr/>
            </p:nvSpPr>
            <p:spPr>
              <a:xfrm>
                <a:off x="6096002" y="271809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9" name="圆角矩形标注 71"/>
              <p:cNvSpPr/>
              <p:nvPr/>
            </p:nvSpPr>
            <p:spPr>
              <a:xfrm>
                <a:off x="6096002" y="5300785"/>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0" name="圆角矩形标注 71"/>
              <p:cNvSpPr/>
              <p:nvPr/>
            </p:nvSpPr>
            <p:spPr>
              <a:xfrm>
                <a:off x="6096002" y="7883472"/>
                <a:ext cx="4757736" cy="3387795"/>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tx1">
                  <a:lumMod val="85000"/>
                  <a:lumOff val="1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1" name="矩形 130"/>
              <p:cNvSpPr/>
              <p:nvPr/>
            </p:nvSpPr>
            <p:spPr>
              <a:xfrm>
                <a:off x="1734306" y="6860492"/>
                <a:ext cx="4000501" cy="1686616"/>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赋予</a:t>
                </a:r>
                <a:r>
                  <a:rPr lang="zh-CN" altLang="en-US" sz="2400" b="1" dirty="0">
                    <a:solidFill>
                      <a:schemeClr val="bg1"/>
                    </a:solidFill>
                  </a:rPr>
                  <a:t>人创造力的是灵魂？</a:t>
                </a:r>
              </a:p>
              <a:p>
                <a:pPr algn="just">
                  <a:lnSpc>
                    <a:spcPct val="120000"/>
                  </a:lnSpc>
                  <a:spcBef>
                    <a:spcPts val="1200"/>
                  </a:spcBef>
                </a:pPr>
                <a:r>
                  <a:rPr lang="zh-CN" altLang="en-US" dirty="0" smtClean="0">
                    <a:solidFill>
                      <a:schemeClr val="bg1"/>
                    </a:solidFill>
                  </a:rPr>
                  <a:t>如果说创造力是构想创造出新的东西，那么机器拥有</a:t>
                </a:r>
                <a:r>
                  <a:rPr lang="zh-CN" altLang="en-US" dirty="0">
                    <a:solidFill>
                      <a:schemeClr val="bg1"/>
                    </a:solidFill>
                  </a:rPr>
                  <a:t>在既定</a:t>
                </a:r>
                <a:r>
                  <a:rPr lang="zh-CN" altLang="en-US" dirty="0" smtClean="0">
                    <a:solidFill>
                      <a:schemeClr val="bg1"/>
                    </a:solidFill>
                  </a:rPr>
                  <a:t>规则（程序代码）下的强大创造力。</a:t>
                </a:r>
                <a:endParaRPr lang="zh-CN" altLang="en-US" dirty="0">
                  <a:solidFill>
                    <a:schemeClr val="bg1"/>
                  </a:solidFill>
                </a:endParaRPr>
              </a:p>
            </p:txBody>
          </p:sp>
          <p:sp>
            <p:nvSpPr>
              <p:cNvPr id="132" name="矩形 131"/>
              <p:cNvSpPr/>
              <p:nvPr/>
            </p:nvSpPr>
            <p:spPr>
              <a:xfrm>
                <a:off x="1734306" y="1651090"/>
                <a:ext cx="4000501" cy="1686616"/>
              </a:xfrm>
              <a:prstGeom prst="rect">
                <a:avLst/>
              </a:prstGeom>
            </p:spPr>
            <p:txBody>
              <a:bodyPr wrap="square">
                <a:spAutoFit/>
              </a:bodyPr>
              <a:lstStyle/>
              <a:p>
                <a:pPr algn="just">
                  <a:lnSpc>
                    <a:spcPct val="120000"/>
                  </a:lnSpc>
                  <a:spcBef>
                    <a:spcPts val="1200"/>
                  </a:spcBef>
                </a:pPr>
                <a:r>
                  <a:rPr lang="zh-CN" altLang="en-US" sz="2400" b="1" dirty="0">
                    <a:solidFill>
                      <a:schemeClr val="bg1"/>
                    </a:solidFill>
                  </a:rPr>
                  <a:t>赋予肉体以生命的是灵魂</a:t>
                </a:r>
                <a:r>
                  <a:rPr lang="zh-CN" altLang="en-US" sz="2400" b="1" dirty="0" smtClean="0">
                    <a:solidFill>
                      <a:schemeClr val="bg1"/>
                    </a:solidFill>
                  </a:rPr>
                  <a:t>？</a:t>
                </a:r>
                <a:endParaRPr lang="en-US" altLang="zh-CN" sz="2400" b="1" dirty="0" smtClean="0">
                  <a:solidFill>
                    <a:schemeClr val="bg1"/>
                  </a:solidFill>
                </a:endParaRPr>
              </a:p>
              <a:p>
                <a:pPr algn="just">
                  <a:lnSpc>
                    <a:spcPct val="120000"/>
                  </a:lnSpc>
                  <a:spcBef>
                    <a:spcPts val="1200"/>
                  </a:spcBef>
                </a:pPr>
                <a:r>
                  <a:rPr lang="zh-CN" altLang="en-US" dirty="0" smtClean="0">
                    <a:solidFill>
                      <a:schemeClr val="bg1"/>
                    </a:solidFill>
                  </a:rPr>
                  <a:t>生命对于灵魂来说并不必须，能够</a:t>
                </a:r>
                <a:r>
                  <a:rPr lang="zh-CN" altLang="en-US" dirty="0">
                    <a:solidFill>
                      <a:schemeClr val="bg1"/>
                    </a:solidFill>
                  </a:rPr>
                  <a:t>正常运行</a:t>
                </a:r>
                <a:r>
                  <a:rPr lang="zh-CN" altLang="en-US" dirty="0" smtClean="0">
                    <a:solidFill>
                      <a:schemeClr val="bg1"/>
                    </a:solidFill>
                  </a:rPr>
                  <a:t>执行特定功能</a:t>
                </a:r>
                <a:r>
                  <a:rPr lang="zh-CN" altLang="en-US" dirty="0">
                    <a:solidFill>
                      <a:schemeClr val="bg1"/>
                    </a:solidFill>
                  </a:rPr>
                  <a:t>的</a:t>
                </a:r>
                <a:r>
                  <a:rPr lang="zh-CN" altLang="en-US" dirty="0" smtClean="0">
                    <a:solidFill>
                      <a:schemeClr val="bg1"/>
                    </a:solidFill>
                  </a:rPr>
                  <a:t>肉体就足够了</a:t>
                </a:r>
                <a:r>
                  <a:rPr lang="en-US" altLang="zh-CN" dirty="0" smtClean="0">
                    <a:solidFill>
                      <a:schemeClr val="bg1"/>
                    </a:solidFill>
                  </a:rPr>
                  <a:t>%</a:t>
                </a:r>
                <a:r>
                  <a:rPr lang="zh-CN" altLang="en-US" dirty="0" smtClean="0">
                    <a:solidFill>
                      <a:schemeClr val="bg1"/>
                    </a:solidFill>
                  </a:rPr>
                  <a:t>。</a:t>
                </a:r>
                <a:endParaRPr lang="zh-CN" altLang="en-US" dirty="0">
                  <a:solidFill>
                    <a:schemeClr val="bg1"/>
                  </a:solidFill>
                </a:endParaRPr>
              </a:p>
            </p:txBody>
          </p:sp>
          <p:sp>
            <p:nvSpPr>
              <p:cNvPr id="133" name="矩形 132"/>
              <p:cNvSpPr/>
              <p:nvPr/>
            </p:nvSpPr>
            <p:spPr>
              <a:xfrm>
                <a:off x="1734306" y="4258298"/>
                <a:ext cx="4000501" cy="1686616"/>
              </a:xfrm>
              <a:prstGeom prst="rect">
                <a:avLst/>
              </a:prstGeom>
            </p:spPr>
            <p:txBody>
              <a:bodyPr wrap="square">
                <a:spAutoFit/>
              </a:bodyPr>
              <a:lstStyle/>
              <a:p>
                <a:pPr algn="just">
                  <a:lnSpc>
                    <a:spcPct val="120000"/>
                  </a:lnSpc>
                  <a:spcBef>
                    <a:spcPts val="1200"/>
                  </a:spcBef>
                </a:pPr>
                <a:r>
                  <a:rPr lang="zh-CN" altLang="en-US" sz="2400" b="1" dirty="0">
                    <a:solidFill>
                      <a:schemeClr val="bg1"/>
                    </a:solidFill>
                  </a:rPr>
                  <a:t>赋予人情绪的是灵魂？</a:t>
                </a:r>
              </a:p>
              <a:p>
                <a:pPr algn="just">
                  <a:lnSpc>
                    <a:spcPct val="120000"/>
                  </a:lnSpc>
                  <a:spcBef>
                    <a:spcPts val="1200"/>
                  </a:spcBef>
                </a:pPr>
                <a:r>
                  <a:rPr lang="zh-CN" altLang="en-US" dirty="0" smtClean="0">
                    <a:solidFill>
                      <a:schemeClr val="bg1"/>
                    </a:solidFill>
                  </a:rPr>
                  <a:t>情绪</a:t>
                </a:r>
                <a:r>
                  <a:rPr lang="zh-CN" altLang="en-US" dirty="0">
                    <a:solidFill>
                      <a:schemeClr val="bg1"/>
                    </a:solidFill>
                  </a:rPr>
                  <a:t>来自欲望，欲望来自需求，</a:t>
                </a:r>
                <a:r>
                  <a:rPr lang="zh-CN" altLang="en-US" dirty="0" smtClean="0">
                    <a:solidFill>
                      <a:schemeClr val="bg1"/>
                    </a:solidFill>
                  </a:rPr>
                  <a:t>需求既可以来自灵魂也可以来自本能或者说是生物的底层代码。</a:t>
                </a:r>
                <a:endParaRPr lang="zh-CN" altLang="en-US" dirty="0">
                  <a:solidFill>
                    <a:schemeClr val="bg1"/>
                  </a:solidFill>
                </a:endParaRPr>
              </a:p>
            </p:txBody>
          </p:sp>
          <p:sp>
            <p:nvSpPr>
              <p:cNvPr id="134" name="圆角矩形标注 71"/>
              <p:cNvSpPr/>
              <p:nvPr/>
            </p:nvSpPr>
            <p:spPr>
              <a:xfrm flipH="1">
                <a:off x="1376363" y="9317859"/>
                <a:ext cx="4757736" cy="3439953"/>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2"/>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5" name="矩形 134"/>
              <p:cNvSpPr/>
              <p:nvPr/>
            </p:nvSpPr>
            <p:spPr>
              <a:xfrm>
                <a:off x="1734306" y="9367683"/>
                <a:ext cx="4000501" cy="2462213"/>
              </a:xfrm>
              <a:prstGeom prst="rect">
                <a:avLst/>
              </a:prstGeom>
            </p:spPr>
            <p:txBody>
              <a:bodyPr wrap="square">
                <a:spAutoFit/>
              </a:bodyPr>
              <a:lstStyle/>
              <a:p>
                <a:pPr algn="just">
                  <a:lnSpc>
                    <a:spcPct val="120000"/>
                  </a:lnSpc>
                  <a:spcBef>
                    <a:spcPts val="1200"/>
                  </a:spcBef>
                </a:pPr>
                <a:r>
                  <a:rPr lang="zh-CN" altLang="en-US" sz="2400" b="1" dirty="0" smtClean="0">
                    <a:solidFill>
                      <a:schemeClr val="bg1"/>
                    </a:solidFill>
                  </a:rPr>
                  <a:t>超自然</a:t>
                </a:r>
                <a:r>
                  <a:rPr lang="zh-CN" altLang="en-US" sz="2400" b="1" dirty="0">
                    <a:solidFill>
                      <a:schemeClr val="bg1"/>
                    </a:solidFill>
                  </a:rPr>
                  <a:t>现象的发生是因为有灵魂存在？</a:t>
                </a:r>
              </a:p>
              <a:p>
                <a:pPr algn="just">
                  <a:lnSpc>
                    <a:spcPct val="120000"/>
                  </a:lnSpc>
                  <a:spcBef>
                    <a:spcPts val="1200"/>
                  </a:spcBef>
                </a:pPr>
                <a:r>
                  <a:rPr lang="zh-CN" altLang="en-US" dirty="0" smtClean="0">
                    <a:solidFill>
                      <a:schemeClr val="bg1"/>
                    </a:solidFill>
                  </a:rPr>
                  <a:t>正如</a:t>
                </a:r>
                <a:r>
                  <a:rPr lang="en-US" altLang="zh-CN" dirty="0">
                    <a:solidFill>
                      <a:schemeClr val="bg1"/>
                    </a:solidFill>
                  </a:rPr>
                  <a:t>14</a:t>
                </a:r>
                <a:r>
                  <a:rPr lang="zh-CN" altLang="en-US" dirty="0">
                    <a:solidFill>
                      <a:schemeClr val="bg1"/>
                    </a:solidFill>
                  </a:rPr>
                  <a:t>世纪人们并不知道细胞、</a:t>
                </a:r>
                <a:r>
                  <a:rPr lang="zh-CN" altLang="en-US" dirty="0" smtClean="0">
                    <a:solidFill>
                      <a:schemeClr val="bg1"/>
                    </a:solidFill>
                  </a:rPr>
                  <a:t>微生物</a:t>
                </a:r>
                <a:r>
                  <a:rPr lang="zh-CN" altLang="en-US" dirty="0">
                    <a:solidFill>
                      <a:schemeClr val="bg1"/>
                    </a:solidFill>
                  </a:rPr>
                  <a:t>，</a:t>
                </a:r>
                <a:r>
                  <a:rPr lang="zh-CN" altLang="en-US" dirty="0" smtClean="0">
                    <a:solidFill>
                      <a:schemeClr val="bg1"/>
                    </a:solidFill>
                  </a:rPr>
                  <a:t>物理主义虽然</a:t>
                </a:r>
                <a:r>
                  <a:rPr lang="zh-CN" altLang="en-US" dirty="0">
                    <a:solidFill>
                      <a:schemeClr val="bg1"/>
                    </a:solidFill>
                  </a:rPr>
                  <a:t>无法很好的解释所有</a:t>
                </a:r>
                <a:r>
                  <a:rPr lang="zh-CN" altLang="en-US" dirty="0" smtClean="0">
                    <a:solidFill>
                      <a:schemeClr val="bg1"/>
                    </a:solidFill>
                  </a:rPr>
                  <a:t>现象，</a:t>
                </a:r>
                <a:r>
                  <a:rPr lang="zh-CN" altLang="en-US" dirty="0">
                    <a:solidFill>
                      <a:schemeClr val="bg1"/>
                    </a:solidFill>
                  </a:rPr>
                  <a:t>但这不</a:t>
                </a:r>
                <a:r>
                  <a:rPr lang="zh-CN" altLang="en-US" dirty="0" smtClean="0">
                    <a:solidFill>
                      <a:schemeClr val="bg1"/>
                    </a:solidFill>
                  </a:rPr>
                  <a:t>代表物理主义是错的，二元论就足以</a:t>
                </a:r>
                <a:r>
                  <a:rPr lang="zh-CN" altLang="en-US" dirty="0">
                    <a:solidFill>
                      <a:schemeClr val="bg1"/>
                    </a:solidFill>
                  </a:rPr>
                  <a:t>使人信服的</a:t>
                </a:r>
                <a:r>
                  <a:rPr lang="zh-CN" altLang="en-US" dirty="0" smtClean="0">
                    <a:solidFill>
                      <a:schemeClr val="bg1"/>
                    </a:solidFill>
                  </a:rPr>
                  <a:t>。</a:t>
                </a:r>
                <a:endParaRPr lang="zh-CN" altLang="en-US" dirty="0">
                  <a:solidFill>
                    <a:schemeClr val="bg1"/>
                  </a:solidFill>
                </a:endParaRPr>
              </a:p>
            </p:txBody>
          </p:sp>
          <p:sp>
            <p:nvSpPr>
              <p:cNvPr id="136" name="矩形 135"/>
              <p:cNvSpPr/>
              <p:nvPr/>
            </p:nvSpPr>
            <p:spPr>
              <a:xfrm>
                <a:off x="6405889" y="3047157"/>
                <a:ext cx="4000501" cy="1686616"/>
              </a:xfrm>
              <a:prstGeom prst="rect">
                <a:avLst/>
              </a:prstGeom>
            </p:spPr>
            <p:txBody>
              <a:bodyPr wrap="square">
                <a:spAutoFit/>
              </a:bodyPr>
              <a:lstStyle/>
              <a:p>
                <a:pPr algn="just">
                  <a:lnSpc>
                    <a:spcPct val="120000"/>
                  </a:lnSpc>
                  <a:spcBef>
                    <a:spcPts val="1200"/>
                  </a:spcBef>
                </a:pPr>
                <a:r>
                  <a:rPr lang="zh-CN" altLang="en-US" sz="2400" b="1" dirty="0">
                    <a:solidFill>
                      <a:schemeClr val="bg1"/>
                    </a:solidFill>
                  </a:rPr>
                  <a:t>赋予肉体</a:t>
                </a:r>
                <a:r>
                  <a:rPr lang="zh-CN" altLang="en-US" sz="2400" b="1" dirty="0" smtClean="0">
                    <a:solidFill>
                      <a:schemeClr val="bg1"/>
                    </a:solidFill>
                  </a:rPr>
                  <a:t>以目的的是灵魂？</a:t>
                </a:r>
                <a:endParaRPr lang="en-US" altLang="zh-CN" sz="2400" b="1" dirty="0" smtClean="0">
                  <a:solidFill>
                    <a:schemeClr val="bg1"/>
                  </a:solidFill>
                </a:endParaRPr>
              </a:p>
              <a:p>
                <a:pPr algn="just">
                  <a:lnSpc>
                    <a:spcPct val="120000"/>
                  </a:lnSpc>
                  <a:spcBef>
                    <a:spcPts val="1200"/>
                  </a:spcBef>
                </a:pPr>
                <a:r>
                  <a:rPr lang="zh-CN" altLang="en-US" dirty="0" smtClean="0">
                    <a:solidFill>
                      <a:schemeClr val="bg1"/>
                    </a:solidFill>
                  </a:rPr>
                  <a:t>不，像跟踪导弹的跟踪芯片一样，仅仅是肉体的某个模块就能赋予</a:t>
                </a:r>
                <a:r>
                  <a:rPr lang="zh-CN" altLang="en-US" dirty="0">
                    <a:solidFill>
                      <a:schemeClr val="bg1"/>
                    </a:solidFill>
                  </a:rPr>
                  <a:t>肉体</a:t>
                </a:r>
                <a:r>
                  <a:rPr lang="zh-CN" altLang="en-US" dirty="0" smtClean="0">
                    <a:solidFill>
                      <a:schemeClr val="bg1"/>
                    </a:solidFill>
                  </a:rPr>
                  <a:t>以特定目的。</a:t>
                </a:r>
                <a:endParaRPr lang="zh-CN" altLang="en-US" dirty="0">
                  <a:solidFill>
                    <a:schemeClr val="bg1"/>
                  </a:solidFill>
                </a:endParaRPr>
              </a:p>
            </p:txBody>
          </p:sp>
          <p:sp>
            <p:nvSpPr>
              <p:cNvPr id="137" name="矩形 136"/>
              <p:cNvSpPr/>
              <p:nvPr/>
            </p:nvSpPr>
            <p:spPr>
              <a:xfrm>
                <a:off x="6463470" y="5564690"/>
                <a:ext cx="4000501" cy="1686616"/>
              </a:xfrm>
              <a:prstGeom prst="rect">
                <a:avLst/>
              </a:prstGeom>
            </p:spPr>
            <p:txBody>
              <a:bodyPr wrap="square">
                <a:spAutoFit/>
              </a:bodyPr>
              <a:lstStyle/>
              <a:p>
                <a:pPr algn="just">
                  <a:lnSpc>
                    <a:spcPct val="120000"/>
                  </a:lnSpc>
                  <a:spcBef>
                    <a:spcPts val="1200"/>
                  </a:spcBef>
                </a:pPr>
                <a:r>
                  <a:rPr lang="zh-CN" altLang="en-US" sz="2400" b="1" dirty="0">
                    <a:solidFill>
                      <a:schemeClr val="bg1"/>
                    </a:solidFill>
                  </a:rPr>
                  <a:t>赋予人意识的是灵魂？</a:t>
                </a:r>
              </a:p>
              <a:p>
                <a:pPr algn="just">
                  <a:lnSpc>
                    <a:spcPct val="120000"/>
                  </a:lnSpc>
                  <a:spcBef>
                    <a:spcPts val="1200"/>
                  </a:spcBef>
                </a:pPr>
                <a:r>
                  <a:rPr lang="zh-CN" altLang="en-US" dirty="0" smtClean="0">
                    <a:solidFill>
                      <a:schemeClr val="bg1"/>
                    </a:solidFill>
                  </a:rPr>
                  <a:t>物理主义者无法证明我们拥有的意识是怎样一回事，但这并不绝对意味着物理</a:t>
                </a:r>
                <a:r>
                  <a:rPr lang="zh-CN" altLang="en-US" dirty="0">
                    <a:solidFill>
                      <a:schemeClr val="bg1"/>
                    </a:solidFill>
                  </a:rPr>
                  <a:t>对象就没有</a:t>
                </a:r>
                <a:r>
                  <a:rPr lang="zh-CN" altLang="en-US" dirty="0" smtClean="0">
                    <a:solidFill>
                      <a:schemeClr val="bg1"/>
                    </a:solidFill>
                  </a:rPr>
                  <a:t>办法拥有意识。</a:t>
                </a:r>
                <a:endParaRPr lang="zh-CN" altLang="en-US" dirty="0">
                  <a:solidFill>
                    <a:schemeClr val="bg1"/>
                  </a:solidFill>
                </a:endParaRPr>
              </a:p>
            </p:txBody>
          </p:sp>
          <p:sp>
            <p:nvSpPr>
              <p:cNvPr id="138" name="矩形 137"/>
              <p:cNvSpPr/>
              <p:nvPr/>
            </p:nvSpPr>
            <p:spPr>
              <a:xfrm>
                <a:off x="6405889" y="8151008"/>
                <a:ext cx="4000501" cy="2019014"/>
              </a:xfrm>
              <a:prstGeom prst="rect">
                <a:avLst/>
              </a:prstGeom>
            </p:spPr>
            <p:txBody>
              <a:bodyPr wrap="square">
                <a:spAutoFit/>
              </a:bodyPr>
              <a:lstStyle/>
              <a:p>
                <a:pPr>
                  <a:lnSpc>
                    <a:spcPct val="120000"/>
                  </a:lnSpc>
                  <a:spcBef>
                    <a:spcPts val="1200"/>
                  </a:spcBef>
                </a:pPr>
                <a:r>
                  <a:rPr lang="zh-CN" altLang="en-US" sz="2400" b="1" dirty="0">
                    <a:solidFill>
                      <a:schemeClr val="bg1"/>
                    </a:solidFill>
                  </a:rPr>
                  <a:t>赋予人以自由意志的是灵魂？</a:t>
                </a:r>
              </a:p>
              <a:p>
                <a:pPr algn="just">
                  <a:lnSpc>
                    <a:spcPct val="120000"/>
                  </a:lnSpc>
                  <a:spcBef>
                    <a:spcPts val="1200"/>
                  </a:spcBef>
                </a:pPr>
                <a:r>
                  <a:rPr lang="zh-CN" altLang="en-US" dirty="0" smtClean="0">
                    <a:solidFill>
                      <a:schemeClr val="bg1"/>
                    </a:solidFill>
                  </a:rPr>
                  <a:t>一方面，我们拥有的自由意志可能只是</a:t>
                </a:r>
                <a:r>
                  <a:rPr lang="zh-CN" altLang="en-US" dirty="0">
                    <a:solidFill>
                      <a:schemeClr val="bg1"/>
                    </a:solidFill>
                  </a:rPr>
                  <a:t>由某些不可知的</a:t>
                </a:r>
                <a:r>
                  <a:rPr lang="zh-CN" altLang="en-US" dirty="0" smtClean="0">
                    <a:solidFill>
                      <a:schemeClr val="bg1"/>
                    </a:solidFill>
                  </a:rPr>
                  <a:t>因素决定的。另一方面，我们无法断言物理对象比如机器人是不可能有自由意志的。</a:t>
                </a:r>
                <a:endParaRPr lang="zh-CN" altLang="en-US" dirty="0"/>
              </a:p>
            </p:txBody>
          </p:sp>
        </p:grpSp>
        <p:grpSp>
          <p:nvGrpSpPr>
            <p:cNvPr id="118" name="组合 117"/>
            <p:cNvGrpSpPr/>
            <p:nvPr/>
          </p:nvGrpSpPr>
          <p:grpSpPr>
            <a:xfrm>
              <a:off x="6086474" y="10523834"/>
              <a:ext cx="4757736" cy="3248016"/>
              <a:chOff x="6086474" y="10523834"/>
              <a:chExt cx="4757736" cy="3248016"/>
            </a:xfrm>
          </p:grpSpPr>
          <p:grpSp>
            <p:nvGrpSpPr>
              <p:cNvPr id="119" name="组合 118"/>
              <p:cNvGrpSpPr/>
              <p:nvPr/>
            </p:nvGrpSpPr>
            <p:grpSpPr>
              <a:xfrm flipH="1">
                <a:off x="6086474" y="10523834"/>
                <a:ext cx="4757736" cy="3248016"/>
                <a:chOff x="1338263" y="10523834"/>
                <a:chExt cx="4757736" cy="3248016"/>
              </a:xfrm>
            </p:grpSpPr>
            <p:sp>
              <p:nvSpPr>
                <p:cNvPr id="121" name="圆角矩形标注 71"/>
                <p:cNvSpPr/>
                <p:nvPr/>
              </p:nvSpPr>
              <p:spPr>
                <a:xfrm flipH="1">
                  <a:off x="1338263" y="10665718"/>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lumMod val="50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2" name="圆角矩形标注 71"/>
                <p:cNvSpPr/>
                <p:nvPr/>
              </p:nvSpPr>
              <p:spPr>
                <a:xfrm flipH="1">
                  <a:off x="1338263" y="10523834"/>
                  <a:ext cx="4757736" cy="3106132"/>
                </a:xfrm>
                <a:custGeom>
                  <a:avLst/>
                  <a:gdLst>
                    <a:gd name="connsiteX0" fmla="*/ 0 w 2886075"/>
                    <a:gd name="connsiteY0" fmla="*/ 238130 h 1428750"/>
                    <a:gd name="connsiteX1" fmla="*/ 238130 w 2886075"/>
                    <a:gd name="connsiteY1" fmla="*/ 0 h 1428750"/>
                    <a:gd name="connsiteX2" fmla="*/ 481013 w 2886075"/>
                    <a:gd name="connsiteY2" fmla="*/ 0 h 1428750"/>
                    <a:gd name="connsiteX3" fmla="*/ 481013 w 2886075"/>
                    <a:gd name="connsiteY3" fmla="*/ 0 h 1428750"/>
                    <a:gd name="connsiteX4" fmla="*/ 1202531 w 2886075"/>
                    <a:gd name="connsiteY4" fmla="*/ 0 h 1428750"/>
                    <a:gd name="connsiteX5" fmla="*/ 2647945 w 2886075"/>
                    <a:gd name="connsiteY5" fmla="*/ 0 h 1428750"/>
                    <a:gd name="connsiteX6" fmla="*/ 2886075 w 2886075"/>
                    <a:gd name="connsiteY6" fmla="*/ 238130 h 1428750"/>
                    <a:gd name="connsiteX7" fmla="*/ 2886075 w 2886075"/>
                    <a:gd name="connsiteY7" fmla="*/ 833438 h 1428750"/>
                    <a:gd name="connsiteX8" fmla="*/ 2886075 w 2886075"/>
                    <a:gd name="connsiteY8" fmla="*/ 833438 h 1428750"/>
                    <a:gd name="connsiteX9" fmla="*/ 2886075 w 2886075"/>
                    <a:gd name="connsiteY9" fmla="*/ 1190625 h 1428750"/>
                    <a:gd name="connsiteX10" fmla="*/ 2886075 w 2886075"/>
                    <a:gd name="connsiteY10" fmla="*/ 1190620 h 1428750"/>
                    <a:gd name="connsiteX11" fmla="*/ 2647945 w 2886075"/>
                    <a:gd name="connsiteY11" fmla="*/ 1428750 h 1428750"/>
                    <a:gd name="connsiteX12" fmla="*/ 1202531 w 2886075"/>
                    <a:gd name="connsiteY12" fmla="*/ 1428750 h 1428750"/>
                    <a:gd name="connsiteX13" fmla="*/ 689368 w 2886075"/>
                    <a:gd name="connsiteY13" fmla="*/ 1632747 h 1428750"/>
                    <a:gd name="connsiteX14" fmla="*/ 481013 w 2886075"/>
                    <a:gd name="connsiteY14" fmla="*/ 1428750 h 1428750"/>
                    <a:gd name="connsiteX15" fmla="*/ 238130 w 2886075"/>
                    <a:gd name="connsiteY15" fmla="*/ 1428750 h 1428750"/>
                    <a:gd name="connsiteX16" fmla="*/ 0 w 2886075"/>
                    <a:gd name="connsiteY16" fmla="*/ 1190620 h 1428750"/>
                    <a:gd name="connsiteX17" fmla="*/ 0 w 2886075"/>
                    <a:gd name="connsiteY17" fmla="*/ 1190625 h 1428750"/>
                    <a:gd name="connsiteX18" fmla="*/ 0 w 2886075"/>
                    <a:gd name="connsiteY18" fmla="*/ 833438 h 1428750"/>
                    <a:gd name="connsiteX19" fmla="*/ 0 w 2886075"/>
                    <a:gd name="connsiteY19" fmla="*/ 833438 h 1428750"/>
                    <a:gd name="connsiteX20" fmla="*/ 0 w 2886075"/>
                    <a:gd name="connsiteY20" fmla="*/ 238130 h 1428750"/>
                    <a:gd name="connsiteX0" fmla="*/ 0 w 2886075"/>
                    <a:gd name="connsiteY0" fmla="*/ 238130 h 1632747"/>
                    <a:gd name="connsiteX1" fmla="*/ 238130 w 2886075"/>
                    <a:gd name="connsiteY1" fmla="*/ 0 h 1632747"/>
                    <a:gd name="connsiteX2" fmla="*/ 481013 w 2886075"/>
                    <a:gd name="connsiteY2" fmla="*/ 0 h 1632747"/>
                    <a:gd name="connsiteX3" fmla="*/ 481013 w 2886075"/>
                    <a:gd name="connsiteY3" fmla="*/ 0 h 1632747"/>
                    <a:gd name="connsiteX4" fmla="*/ 1202531 w 2886075"/>
                    <a:gd name="connsiteY4" fmla="*/ 0 h 1632747"/>
                    <a:gd name="connsiteX5" fmla="*/ 2647945 w 2886075"/>
                    <a:gd name="connsiteY5" fmla="*/ 0 h 1632747"/>
                    <a:gd name="connsiteX6" fmla="*/ 2886075 w 2886075"/>
                    <a:gd name="connsiteY6" fmla="*/ 238130 h 1632747"/>
                    <a:gd name="connsiteX7" fmla="*/ 2886075 w 2886075"/>
                    <a:gd name="connsiteY7" fmla="*/ 833438 h 1632747"/>
                    <a:gd name="connsiteX8" fmla="*/ 2886075 w 2886075"/>
                    <a:gd name="connsiteY8" fmla="*/ 833438 h 1632747"/>
                    <a:gd name="connsiteX9" fmla="*/ 2886075 w 2886075"/>
                    <a:gd name="connsiteY9" fmla="*/ 1190625 h 1632747"/>
                    <a:gd name="connsiteX10" fmla="*/ 2886075 w 2886075"/>
                    <a:gd name="connsiteY10" fmla="*/ 1190620 h 1632747"/>
                    <a:gd name="connsiteX11" fmla="*/ 2647945 w 2886075"/>
                    <a:gd name="connsiteY11" fmla="*/ 1428750 h 1632747"/>
                    <a:gd name="connsiteX12" fmla="*/ 1202531 w 2886075"/>
                    <a:gd name="connsiteY12" fmla="*/ 1428750 h 1632747"/>
                    <a:gd name="connsiteX13" fmla="*/ 689368 w 2886075"/>
                    <a:gd name="connsiteY13" fmla="*/ 1632747 h 1632747"/>
                    <a:gd name="connsiteX14" fmla="*/ 481013 w 2886075"/>
                    <a:gd name="connsiteY14" fmla="*/ 1428750 h 1632747"/>
                    <a:gd name="connsiteX15" fmla="*/ 0 w 2886075"/>
                    <a:gd name="connsiteY15" fmla="*/ 1190620 h 1632747"/>
                    <a:gd name="connsiteX16" fmla="*/ 0 w 2886075"/>
                    <a:gd name="connsiteY16" fmla="*/ 1190625 h 1632747"/>
                    <a:gd name="connsiteX17" fmla="*/ 0 w 2886075"/>
                    <a:gd name="connsiteY17" fmla="*/ 833438 h 1632747"/>
                    <a:gd name="connsiteX18" fmla="*/ 0 w 2886075"/>
                    <a:gd name="connsiteY18" fmla="*/ 833438 h 1632747"/>
                    <a:gd name="connsiteX19" fmla="*/ 0 w 2886075"/>
                    <a:gd name="connsiteY19" fmla="*/ 238130 h 1632747"/>
                    <a:gd name="connsiteX0" fmla="*/ 0 w 2886075"/>
                    <a:gd name="connsiteY0" fmla="*/ 238130 h 2038350"/>
                    <a:gd name="connsiteX1" fmla="*/ 238130 w 2886075"/>
                    <a:gd name="connsiteY1" fmla="*/ 0 h 2038350"/>
                    <a:gd name="connsiteX2" fmla="*/ 481013 w 2886075"/>
                    <a:gd name="connsiteY2" fmla="*/ 0 h 2038350"/>
                    <a:gd name="connsiteX3" fmla="*/ 481013 w 2886075"/>
                    <a:gd name="connsiteY3" fmla="*/ 0 h 2038350"/>
                    <a:gd name="connsiteX4" fmla="*/ 1202531 w 2886075"/>
                    <a:gd name="connsiteY4" fmla="*/ 0 h 2038350"/>
                    <a:gd name="connsiteX5" fmla="*/ 2647945 w 2886075"/>
                    <a:gd name="connsiteY5" fmla="*/ 0 h 2038350"/>
                    <a:gd name="connsiteX6" fmla="*/ 2886075 w 2886075"/>
                    <a:gd name="connsiteY6" fmla="*/ 238130 h 2038350"/>
                    <a:gd name="connsiteX7" fmla="*/ 2886075 w 2886075"/>
                    <a:gd name="connsiteY7" fmla="*/ 833438 h 2038350"/>
                    <a:gd name="connsiteX8" fmla="*/ 2886075 w 2886075"/>
                    <a:gd name="connsiteY8" fmla="*/ 833438 h 2038350"/>
                    <a:gd name="connsiteX9" fmla="*/ 2886075 w 2886075"/>
                    <a:gd name="connsiteY9" fmla="*/ 1190625 h 2038350"/>
                    <a:gd name="connsiteX10" fmla="*/ 2886075 w 2886075"/>
                    <a:gd name="connsiteY10" fmla="*/ 1190620 h 2038350"/>
                    <a:gd name="connsiteX11" fmla="*/ 2647945 w 2886075"/>
                    <a:gd name="connsiteY11" fmla="*/ 1428750 h 2038350"/>
                    <a:gd name="connsiteX12" fmla="*/ 1202531 w 2886075"/>
                    <a:gd name="connsiteY12" fmla="*/ 1428750 h 2038350"/>
                    <a:gd name="connsiteX13" fmla="*/ 689368 w 2886075"/>
                    <a:gd name="connsiteY13" fmla="*/ 1632747 h 2038350"/>
                    <a:gd name="connsiteX14" fmla="*/ 23813 w 2886075"/>
                    <a:gd name="connsiteY14" fmla="*/ 2038350 h 2038350"/>
                    <a:gd name="connsiteX15" fmla="*/ 0 w 2886075"/>
                    <a:gd name="connsiteY15" fmla="*/ 1190620 h 2038350"/>
                    <a:gd name="connsiteX16" fmla="*/ 0 w 2886075"/>
                    <a:gd name="connsiteY16" fmla="*/ 1190625 h 2038350"/>
                    <a:gd name="connsiteX17" fmla="*/ 0 w 2886075"/>
                    <a:gd name="connsiteY17" fmla="*/ 833438 h 2038350"/>
                    <a:gd name="connsiteX18" fmla="*/ 0 w 2886075"/>
                    <a:gd name="connsiteY18" fmla="*/ 833438 h 2038350"/>
                    <a:gd name="connsiteX19" fmla="*/ 0 w 2886075"/>
                    <a:gd name="connsiteY19" fmla="*/ 238130 h 2038350"/>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893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47812"/>
                    <a:gd name="connsiteX1" fmla="*/ 238130 w 2886075"/>
                    <a:gd name="connsiteY1" fmla="*/ 0 h 2047812"/>
                    <a:gd name="connsiteX2" fmla="*/ 481013 w 2886075"/>
                    <a:gd name="connsiteY2" fmla="*/ 0 h 2047812"/>
                    <a:gd name="connsiteX3" fmla="*/ 481013 w 2886075"/>
                    <a:gd name="connsiteY3" fmla="*/ 0 h 2047812"/>
                    <a:gd name="connsiteX4" fmla="*/ 1202531 w 2886075"/>
                    <a:gd name="connsiteY4" fmla="*/ 0 h 2047812"/>
                    <a:gd name="connsiteX5" fmla="*/ 2647945 w 2886075"/>
                    <a:gd name="connsiteY5" fmla="*/ 0 h 2047812"/>
                    <a:gd name="connsiteX6" fmla="*/ 2886075 w 2886075"/>
                    <a:gd name="connsiteY6" fmla="*/ 238130 h 2047812"/>
                    <a:gd name="connsiteX7" fmla="*/ 2886075 w 2886075"/>
                    <a:gd name="connsiteY7" fmla="*/ 833438 h 2047812"/>
                    <a:gd name="connsiteX8" fmla="*/ 2886075 w 2886075"/>
                    <a:gd name="connsiteY8" fmla="*/ 833438 h 2047812"/>
                    <a:gd name="connsiteX9" fmla="*/ 2886075 w 2886075"/>
                    <a:gd name="connsiteY9" fmla="*/ 1190625 h 2047812"/>
                    <a:gd name="connsiteX10" fmla="*/ 2886075 w 2886075"/>
                    <a:gd name="connsiteY10" fmla="*/ 1190620 h 2047812"/>
                    <a:gd name="connsiteX11" fmla="*/ 2647945 w 2886075"/>
                    <a:gd name="connsiteY11" fmla="*/ 1428750 h 2047812"/>
                    <a:gd name="connsiteX12" fmla="*/ 1202531 w 2886075"/>
                    <a:gd name="connsiteY12" fmla="*/ 1428750 h 2047812"/>
                    <a:gd name="connsiteX13" fmla="*/ 625868 w 2886075"/>
                    <a:gd name="connsiteY13" fmla="*/ 1632747 h 2047812"/>
                    <a:gd name="connsiteX14" fmla="*/ 23813 w 2886075"/>
                    <a:gd name="connsiteY14" fmla="*/ 2038350 h 2047812"/>
                    <a:gd name="connsiteX15" fmla="*/ 0 w 2886075"/>
                    <a:gd name="connsiteY15" fmla="*/ 1190620 h 2047812"/>
                    <a:gd name="connsiteX16" fmla="*/ 0 w 2886075"/>
                    <a:gd name="connsiteY16" fmla="*/ 1190625 h 2047812"/>
                    <a:gd name="connsiteX17" fmla="*/ 0 w 2886075"/>
                    <a:gd name="connsiteY17" fmla="*/ 833438 h 2047812"/>
                    <a:gd name="connsiteX18" fmla="*/ 0 w 2886075"/>
                    <a:gd name="connsiteY18" fmla="*/ 833438 h 2047812"/>
                    <a:gd name="connsiteX19" fmla="*/ 0 w 2886075"/>
                    <a:gd name="connsiteY19" fmla="*/ 238130 h 2047812"/>
                    <a:gd name="connsiteX0" fmla="*/ 0 w 2886075"/>
                    <a:gd name="connsiteY0" fmla="*/ 238130 h 2062782"/>
                    <a:gd name="connsiteX1" fmla="*/ 238130 w 2886075"/>
                    <a:gd name="connsiteY1" fmla="*/ 0 h 2062782"/>
                    <a:gd name="connsiteX2" fmla="*/ 481013 w 2886075"/>
                    <a:gd name="connsiteY2" fmla="*/ 0 h 2062782"/>
                    <a:gd name="connsiteX3" fmla="*/ 481013 w 2886075"/>
                    <a:gd name="connsiteY3" fmla="*/ 0 h 2062782"/>
                    <a:gd name="connsiteX4" fmla="*/ 1202531 w 2886075"/>
                    <a:gd name="connsiteY4" fmla="*/ 0 h 2062782"/>
                    <a:gd name="connsiteX5" fmla="*/ 2647945 w 2886075"/>
                    <a:gd name="connsiteY5" fmla="*/ 0 h 2062782"/>
                    <a:gd name="connsiteX6" fmla="*/ 2886075 w 2886075"/>
                    <a:gd name="connsiteY6" fmla="*/ 238130 h 2062782"/>
                    <a:gd name="connsiteX7" fmla="*/ 2886075 w 2886075"/>
                    <a:gd name="connsiteY7" fmla="*/ 833438 h 2062782"/>
                    <a:gd name="connsiteX8" fmla="*/ 2886075 w 2886075"/>
                    <a:gd name="connsiteY8" fmla="*/ 833438 h 2062782"/>
                    <a:gd name="connsiteX9" fmla="*/ 2886075 w 2886075"/>
                    <a:gd name="connsiteY9" fmla="*/ 1190625 h 2062782"/>
                    <a:gd name="connsiteX10" fmla="*/ 2886075 w 2886075"/>
                    <a:gd name="connsiteY10" fmla="*/ 1190620 h 2062782"/>
                    <a:gd name="connsiteX11" fmla="*/ 2647945 w 2886075"/>
                    <a:gd name="connsiteY11" fmla="*/ 1428750 h 2062782"/>
                    <a:gd name="connsiteX12" fmla="*/ 1202531 w 2886075"/>
                    <a:gd name="connsiteY12" fmla="*/ 1428750 h 2062782"/>
                    <a:gd name="connsiteX13" fmla="*/ 625868 w 2886075"/>
                    <a:gd name="connsiteY13" fmla="*/ 1632747 h 2062782"/>
                    <a:gd name="connsiteX14" fmla="*/ 953 w 2886075"/>
                    <a:gd name="connsiteY14" fmla="*/ 2053590 h 2062782"/>
                    <a:gd name="connsiteX15" fmla="*/ 0 w 2886075"/>
                    <a:gd name="connsiteY15" fmla="*/ 1190620 h 2062782"/>
                    <a:gd name="connsiteX16" fmla="*/ 0 w 2886075"/>
                    <a:gd name="connsiteY16" fmla="*/ 1190625 h 2062782"/>
                    <a:gd name="connsiteX17" fmla="*/ 0 w 2886075"/>
                    <a:gd name="connsiteY17" fmla="*/ 833438 h 2062782"/>
                    <a:gd name="connsiteX18" fmla="*/ 0 w 2886075"/>
                    <a:gd name="connsiteY18" fmla="*/ 833438 h 2062782"/>
                    <a:gd name="connsiteX19" fmla="*/ 0 w 2886075"/>
                    <a:gd name="connsiteY19" fmla="*/ 238130 h 2062782"/>
                    <a:gd name="connsiteX0" fmla="*/ 0 w 2886075"/>
                    <a:gd name="connsiteY0" fmla="*/ 238130 h 2069804"/>
                    <a:gd name="connsiteX1" fmla="*/ 238130 w 2886075"/>
                    <a:gd name="connsiteY1" fmla="*/ 0 h 2069804"/>
                    <a:gd name="connsiteX2" fmla="*/ 481013 w 2886075"/>
                    <a:gd name="connsiteY2" fmla="*/ 0 h 2069804"/>
                    <a:gd name="connsiteX3" fmla="*/ 481013 w 2886075"/>
                    <a:gd name="connsiteY3" fmla="*/ 0 h 2069804"/>
                    <a:gd name="connsiteX4" fmla="*/ 1202531 w 2886075"/>
                    <a:gd name="connsiteY4" fmla="*/ 0 h 2069804"/>
                    <a:gd name="connsiteX5" fmla="*/ 2647945 w 2886075"/>
                    <a:gd name="connsiteY5" fmla="*/ 0 h 2069804"/>
                    <a:gd name="connsiteX6" fmla="*/ 2886075 w 2886075"/>
                    <a:gd name="connsiteY6" fmla="*/ 238130 h 2069804"/>
                    <a:gd name="connsiteX7" fmla="*/ 2886075 w 2886075"/>
                    <a:gd name="connsiteY7" fmla="*/ 833438 h 2069804"/>
                    <a:gd name="connsiteX8" fmla="*/ 2886075 w 2886075"/>
                    <a:gd name="connsiteY8" fmla="*/ 833438 h 2069804"/>
                    <a:gd name="connsiteX9" fmla="*/ 2886075 w 2886075"/>
                    <a:gd name="connsiteY9" fmla="*/ 1190625 h 2069804"/>
                    <a:gd name="connsiteX10" fmla="*/ 2886075 w 2886075"/>
                    <a:gd name="connsiteY10" fmla="*/ 1190620 h 2069804"/>
                    <a:gd name="connsiteX11" fmla="*/ 2647945 w 2886075"/>
                    <a:gd name="connsiteY11" fmla="*/ 1428750 h 2069804"/>
                    <a:gd name="connsiteX12" fmla="*/ 1202531 w 2886075"/>
                    <a:gd name="connsiteY12" fmla="*/ 1428750 h 2069804"/>
                    <a:gd name="connsiteX13" fmla="*/ 625868 w 2886075"/>
                    <a:gd name="connsiteY13" fmla="*/ 1632747 h 2069804"/>
                    <a:gd name="connsiteX14" fmla="*/ 3334 w 2886075"/>
                    <a:gd name="connsiteY14" fmla="*/ 2060734 h 2069804"/>
                    <a:gd name="connsiteX15" fmla="*/ 0 w 2886075"/>
                    <a:gd name="connsiteY15" fmla="*/ 1190620 h 2069804"/>
                    <a:gd name="connsiteX16" fmla="*/ 0 w 2886075"/>
                    <a:gd name="connsiteY16" fmla="*/ 1190625 h 2069804"/>
                    <a:gd name="connsiteX17" fmla="*/ 0 w 2886075"/>
                    <a:gd name="connsiteY17" fmla="*/ 833438 h 2069804"/>
                    <a:gd name="connsiteX18" fmla="*/ 0 w 2886075"/>
                    <a:gd name="connsiteY18" fmla="*/ 833438 h 2069804"/>
                    <a:gd name="connsiteX19" fmla="*/ 0 w 2886075"/>
                    <a:gd name="connsiteY19" fmla="*/ 238130 h 2069804"/>
                    <a:gd name="connsiteX0" fmla="*/ 0 w 2886075"/>
                    <a:gd name="connsiteY0" fmla="*/ 238130 h 2060745"/>
                    <a:gd name="connsiteX1" fmla="*/ 238130 w 2886075"/>
                    <a:gd name="connsiteY1" fmla="*/ 0 h 2060745"/>
                    <a:gd name="connsiteX2" fmla="*/ 481013 w 2886075"/>
                    <a:gd name="connsiteY2" fmla="*/ 0 h 2060745"/>
                    <a:gd name="connsiteX3" fmla="*/ 481013 w 2886075"/>
                    <a:gd name="connsiteY3" fmla="*/ 0 h 2060745"/>
                    <a:gd name="connsiteX4" fmla="*/ 1202531 w 2886075"/>
                    <a:gd name="connsiteY4" fmla="*/ 0 h 2060745"/>
                    <a:gd name="connsiteX5" fmla="*/ 2647945 w 2886075"/>
                    <a:gd name="connsiteY5" fmla="*/ 0 h 2060745"/>
                    <a:gd name="connsiteX6" fmla="*/ 2886075 w 2886075"/>
                    <a:gd name="connsiteY6" fmla="*/ 238130 h 2060745"/>
                    <a:gd name="connsiteX7" fmla="*/ 2886075 w 2886075"/>
                    <a:gd name="connsiteY7" fmla="*/ 833438 h 2060745"/>
                    <a:gd name="connsiteX8" fmla="*/ 2886075 w 2886075"/>
                    <a:gd name="connsiteY8" fmla="*/ 833438 h 2060745"/>
                    <a:gd name="connsiteX9" fmla="*/ 2886075 w 2886075"/>
                    <a:gd name="connsiteY9" fmla="*/ 1190625 h 2060745"/>
                    <a:gd name="connsiteX10" fmla="*/ 2886075 w 2886075"/>
                    <a:gd name="connsiteY10" fmla="*/ 1190620 h 2060745"/>
                    <a:gd name="connsiteX11" fmla="*/ 2647945 w 2886075"/>
                    <a:gd name="connsiteY11" fmla="*/ 1428750 h 2060745"/>
                    <a:gd name="connsiteX12" fmla="*/ 1202531 w 2886075"/>
                    <a:gd name="connsiteY12" fmla="*/ 1428750 h 2060745"/>
                    <a:gd name="connsiteX13" fmla="*/ 625868 w 2886075"/>
                    <a:gd name="connsiteY13" fmla="*/ 1632747 h 2060745"/>
                    <a:gd name="connsiteX14" fmla="*/ 3334 w 2886075"/>
                    <a:gd name="connsiteY14" fmla="*/ 2060734 h 2060745"/>
                    <a:gd name="connsiteX15" fmla="*/ 0 w 2886075"/>
                    <a:gd name="connsiteY15" fmla="*/ 1190620 h 2060745"/>
                    <a:gd name="connsiteX16" fmla="*/ 0 w 2886075"/>
                    <a:gd name="connsiteY16" fmla="*/ 1190625 h 2060745"/>
                    <a:gd name="connsiteX17" fmla="*/ 0 w 2886075"/>
                    <a:gd name="connsiteY17" fmla="*/ 833438 h 2060745"/>
                    <a:gd name="connsiteX18" fmla="*/ 0 w 2886075"/>
                    <a:gd name="connsiteY18" fmla="*/ 833438 h 2060745"/>
                    <a:gd name="connsiteX19" fmla="*/ 0 w 2886075"/>
                    <a:gd name="connsiteY19" fmla="*/ 238130 h 2060745"/>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625868 w 2886075"/>
                    <a:gd name="connsiteY13" fmla="*/ 16327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 name="connsiteX0" fmla="*/ 0 w 2886075"/>
                    <a:gd name="connsiteY0" fmla="*/ 238130 h 2060734"/>
                    <a:gd name="connsiteX1" fmla="*/ 238130 w 2886075"/>
                    <a:gd name="connsiteY1" fmla="*/ 0 h 2060734"/>
                    <a:gd name="connsiteX2" fmla="*/ 481013 w 2886075"/>
                    <a:gd name="connsiteY2" fmla="*/ 0 h 2060734"/>
                    <a:gd name="connsiteX3" fmla="*/ 481013 w 2886075"/>
                    <a:gd name="connsiteY3" fmla="*/ 0 h 2060734"/>
                    <a:gd name="connsiteX4" fmla="*/ 1202531 w 2886075"/>
                    <a:gd name="connsiteY4" fmla="*/ 0 h 2060734"/>
                    <a:gd name="connsiteX5" fmla="*/ 2647945 w 2886075"/>
                    <a:gd name="connsiteY5" fmla="*/ 0 h 2060734"/>
                    <a:gd name="connsiteX6" fmla="*/ 2886075 w 2886075"/>
                    <a:gd name="connsiteY6" fmla="*/ 238130 h 2060734"/>
                    <a:gd name="connsiteX7" fmla="*/ 2886075 w 2886075"/>
                    <a:gd name="connsiteY7" fmla="*/ 833438 h 2060734"/>
                    <a:gd name="connsiteX8" fmla="*/ 2886075 w 2886075"/>
                    <a:gd name="connsiteY8" fmla="*/ 833438 h 2060734"/>
                    <a:gd name="connsiteX9" fmla="*/ 2886075 w 2886075"/>
                    <a:gd name="connsiteY9" fmla="*/ 1190625 h 2060734"/>
                    <a:gd name="connsiteX10" fmla="*/ 2886075 w 2886075"/>
                    <a:gd name="connsiteY10" fmla="*/ 1190620 h 2060734"/>
                    <a:gd name="connsiteX11" fmla="*/ 2647945 w 2886075"/>
                    <a:gd name="connsiteY11" fmla="*/ 1428750 h 2060734"/>
                    <a:gd name="connsiteX12" fmla="*/ 1202531 w 2886075"/>
                    <a:gd name="connsiteY12" fmla="*/ 1428750 h 2060734"/>
                    <a:gd name="connsiteX13" fmla="*/ 525856 w 2886075"/>
                    <a:gd name="connsiteY13" fmla="*/ 1594647 h 2060734"/>
                    <a:gd name="connsiteX14" fmla="*/ 3334 w 2886075"/>
                    <a:gd name="connsiteY14" fmla="*/ 2060734 h 2060734"/>
                    <a:gd name="connsiteX15" fmla="*/ 0 w 2886075"/>
                    <a:gd name="connsiteY15" fmla="*/ 1190620 h 2060734"/>
                    <a:gd name="connsiteX16" fmla="*/ 0 w 2886075"/>
                    <a:gd name="connsiteY16" fmla="*/ 1190625 h 2060734"/>
                    <a:gd name="connsiteX17" fmla="*/ 0 w 2886075"/>
                    <a:gd name="connsiteY17" fmla="*/ 833438 h 2060734"/>
                    <a:gd name="connsiteX18" fmla="*/ 0 w 2886075"/>
                    <a:gd name="connsiteY18" fmla="*/ 833438 h 2060734"/>
                    <a:gd name="connsiteX19" fmla="*/ 0 w 2886075"/>
                    <a:gd name="connsiteY19" fmla="*/ 238130 h 206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86075" h="2060734">
                      <a:moveTo>
                        <a:pt x="0" y="238130"/>
                      </a:moveTo>
                      <a:cubicBezTo>
                        <a:pt x="0" y="106614"/>
                        <a:pt x="106614" y="0"/>
                        <a:pt x="238130" y="0"/>
                      </a:cubicBezTo>
                      <a:lnTo>
                        <a:pt x="481013" y="0"/>
                      </a:lnTo>
                      <a:lnTo>
                        <a:pt x="481013" y="0"/>
                      </a:lnTo>
                      <a:lnTo>
                        <a:pt x="1202531" y="0"/>
                      </a:lnTo>
                      <a:lnTo>
                        <a:pt x="2647945" y="0"/>
                      </a:lnTo>
                      <a:cubicBezTo>
                        <a:pt x="2779461" y="0"/>
                        <a:pt x="2886075" y="106614"/>
                        <a:pt x="2886075" y="238130"/>
                      </a:cubicBezTo>
                      <a:lnTo>
                        <a:pt x="2886075" y="833438"/>
                      </a:lnTo>
                      <a:lnTo>
                        <a:pt x="2886075" y="833438"/>
                      </a:lnTo>
                      <a:lnTo>
                        <a:pt x="2886075" y="1190625"/>
                      </a:lnTo>
                      <a:lnTo>
                        <a:pt x="2886075" y="1190620"/>
                      </a:lnTo>
                      <a:cubicBezTo>
                        <a:pt x="2886075" y="1322136"/>
                        <a:pt x="2779461" y="1428750"/>
                        <a:pt x="2647945" y="1428750"/>
                      </a:cubicBezTo>
                      <a:lnTo>
                        <a:pt x="1202531" y="1428750"/>
                      </a:lnTo>
                      <a:cubicBezTo>
                        <a:pt x="876102" y="1462749"/>
                        <a:pt x="725722" y="1489316"/>
                        <a:pt x="525856" y="1594647"/>
                      </a:cubicBezTo>
                      <a:cubicBezTo>
                        <a:pt x="325990" y="1699978"/>
                        <a:pt x="96797" y="1882009"/>
                        <a:pt x="3334" y="2060734"/>
                      </a:cubicBezTo>
                      <a:cubicBezTo>
                        <a:pt x="3016" y="1773077"/>
                        <a:pt x="318" y="1478277"/>
                        <a:pt x="0" y="1190620"/>
                      </a:cubicBezTo>
                      <a:lnTo>
                        <a:pt x="0" y="1190625"/>
                      </a:lnTo>
                      <a:lnTo>
                        <a:pt x="0" y="833438"/>
                      </a:lnTo>
                      <a:lnTo>
                        <a:pt x="0" y="833438"/>
                      </a:lnTo>
                      <a:lnTo>
                        <a:pt x="0" y="238130"/>
                      </a:lnTo>
                      <a:close/>
                    </a:path>
                  </a:pathLst>
                </a:custGeom>
                <a:solidFill>
                  <a:schemeClr val="accent4"/>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120" name="文本框 119"/>
              <p:cNvSpPr txBox="1"/>
              <p:nvPr/>
            </p:nvSpPr>
            <p:spPr>
              <a:xfrm>
                <a:off x="6778290" y="11264403"/>
                <a:ext cx="3000375" cy="707886"/>
              </a:xfrm>
              <a:prstGeom prst="rect">
                <a:avLst/>
              </a:prstGeom>
              <a:noFill/>
            </p:spPr>
            <p:txBody>
              <a:bodyPr wrap="square" rtlCol="0">
                <a:spAutoFit/>
              </a:bodyPr>
              <a:lstStyle/>
              <a:p>
                <a:pPr algn="ctr"/>
                <a:r>
                  <a:rPr lang="en-US" altLang="zh-CN" sz="4000" dirty="0" smtClean="0">
                    <a:solidFill>
                      <a:schemeClr val="bg1"/>
                    </a:solidFill>
                  </a:rPr>
                  <a:t>……</a:t>
                </a:r>
                <a:endParaRPr lang="zh-CN" altLang="en-US" sz="4000" dirty="0">
                  <a:solidFill>
                    <a:schemeClr val="bg1"/>
                  </a:solidFill>
                </a:endParaRPr>
              </a:p>
            </p:txBody>
          </p:sp>
        </p:grpSp>
      </p:grpSp>
    </p:spTree>
    <p:extLst>
      <p:ext uri="{BB962C8B-B14F-4D97-AF65-F5344CB8AC3E}">
        <p14:creationId xmlns:p14="http://schemas.microsoft.com/office/powerpoint/2010/main" val="29926428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11225" y="283072"/>
            <a:ext cx="10548938" cy="3389526"/>
            <a:chOff x="367146" y="283072"/>
            <a:chExt cx="11457709" cy="3389526"/>
          </a:xfrm>
        </p:grpSpPr>
        <p:sp>
          <p:nvSpPr>
            <p:cNvPr id="41" name="圆角矩形 40"/>
            <p:cNvSpPr/>
            <p:nvPr/>
          </p:nvSpPr>
          <p:spPr>
            <a:xfrm>
              <a:off x="367146" y="333514"/>
              <a:ext cx="11457709" cy="3339084"/>
            </a:xfrm>
            <a:prstGeom prst="roundRect">
              <a:avLst>
                <a:gd name="adj" fmla="val 13447"/>
              </a:avLst>
            </a:prstGeom>
            <a:solidFill>
              <a:schemeClr val="tx1">
                <a:lumMod val="85000"/>
                <a:lumOff val="15000"/>
              </a:schemeClr>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圆角矩形 10"/>
            <p:cNvSpPr/>
            <p:nvPr/>
          </p:nvSpPr>
          <p:spPr>
            <a:xfrm>
              <a:off x="367146" y="283072"/>
              <a:ext cx="11457709" cy="3339084"/>
            </a:xfrm>
            <a:prstGeom prst="roundRect">
              <a:avLst>
                <a:gd name="adj" fmla="val 13447"/>
              </a:avLst>
            </a:prstGeom>
            <a:solidFill>
              <a:schemeClr val="bg1"/>
            </a:solidFill>
            <a:ln w="31750" cmpd="sng">
              <a:solidFill>
                <a:srgbClr val="26262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2" name="标题 1"/>
          <p:cNvSpPr>
            <a:spLocks noGrp="1"/>
          </p:cNvSpPr>
          <p:nvPr>
            <p:ph type="title"/>
          </p:nvPr>
        </p:nvSpPr>
        <p:spPr>
          <a:xfrm>
            <a:off x="838200" y="359272"/>
            <a:ext cx="10515600" cy="769441"/>
          </a:xfrm>
        </p:spPr>
        <p:txBody>
          <a:bodyPr>
            <a:normAutofit/>
          </a:bodyPr>
          <a:lstStyle/>
          <a:p>
            <a:pPr marR="0" algn="ctr" rtl="0"/>
            <a:r>
              <a:rPr lang="zh-CN" altLang="en-US" dirty="0" smtClean="0">
                <a:solidFill>
                  <a:schemeClr val="accent4"/>
                </a:solidFill>
              </a:rPr>
              <a:t>灵魂并</a:t>
            </a:r>
            <a:r>
              <a:rPr lang="zh-CN" altLang="en-US" dirty="0" smtClean="0">
                <a:solidFill>
                  <a:schemeClr val="accent2"/>
                </a:solidFill>
              </a:rPr>
              <a:t>不是最佳</a:t>
            </a:r>
            <a:r>
              <a:rPr lang="zh-CN" altLang="en-US" dirty="0" smtClean="0">
                <a:solidFill>
                  <a:schemeClr val="accent4"/>
                </a:solidFill>
              </a:rPr>
              <a:t>的解释</a:t>
            </a:r>
            <a:endParaRPr lang="zh-CN" altLang="en-US" dirty="0">
              <a:solidFill>
                <a:schemeClr val="accent4"/>
              </a:solidFill>
            </a:endParaRPr>
          </a:p>
        </p:txBody>
      </p:sp>
      <p:sp>
        <p:nvSpPr>
          <p:cNvPr id="3" name="内容占位符 2"/>
          <p:cNvSpPr>
            <a:spLocks noGrp="1"/>
          </p:cNvSpPr>
          <p:nvPr>
            <p:ph idx="1"/>
          </p:nvPr>
        </p:nvSpPr>
        <p:spPr>
          <a:xfrm>
            <a:off x="1144574" y="1130312"/>
            <a:ext cx="10082240" cy="2462213"/>
          </a:xfrm>
        </p:spPr>
        <p:txBody>
          <a:bodyPr wrap="square">
            <a:spAutoFit/>
          </a:bodyPr>
          <a:lstStyle/>
          <a:p>
            <a:pPr marL="0" indent="0" algn="just">
              <a:lnSpc>
                <a:spcPct val="120000"/>
              </a:lnSpc>
              <a:spcBef>
                <a:spcPts val="600"/>
              </a:spcBef>
              <a:buNone/>
            </a:pPr>
            <a:r>
              <a:rPr lang="zh-CN" altLang="en-US" sz="2000" dirty="0" smtClean="0">
                <a:solidFill>
                  <a:schemeClr val="tx1"/>
                </a:solidFill>
              </a:rPr>
              <a:t>假设灵魂存在也许能简化某些问题（如超自然现象 ），但</a:t>
            </a:r>
            <a:r>
              <a:rPr lang="zh-CN" altLang="en-US" sz="2000" b="1" dirty="0">
                <a:solidFill>
                  <a:schemeClr val="accent2"/>
                </a:solidFill>
              </a:rPr>
              <a:t>灵魂只是众多解释中的一种</a:t>
            </a:r>
            <a:r>
              <a:rPr lang="zh-CN" altLang="en-US" sz="2000" dirty="0">
                <a:solidFill>
                  <a:schemeClr val="tx1"/>
                </a:solidFill>
              </a:rPr>
              <a:t>，</a:t>
            </a:r>
            <a:r>
              <a:rPr lang="zh-CN" altLang="en-US" sz="2000" b="1" dirty="0">
                <a:solidFill>
                  <a:schemeClr val="accent2"/>
                </a:solidFill>
              </a:rPr>
              <a:t>而肉体论则是另一种</a:t>
            </a:r>
            <a:r>
              <a:rPr lang="zh-CN" altLang="en-US" sz="2000" b="1" dirty="0" smtClean="0">
                <a:solidFill>
                  <a:schemeClr val="accent2"/>
                </a:solidFill>
              </a:rPr>
              <a:t>解释，两者谁是最佳的解释还并无定论。</a:t>
            </a:r>
            <a:endParaRPr lang="en-US" altLang="zh-CN" sz="2000" b="1" dirty="0">
              <a:solidFill>
                <a:schemeClr val="accent2"/>
              </a:solidFill>
            </a:endParaRPr>
          </a:p>
          <a:p>
            <a:pPr marL="0" indent="0" algn="just">
              <a:lnSpc>
                <a:spcPct val="120000"/>
              </a:lnSpc>
              <a:spcBef>
                <a:spcPts val="600"/>
              </a:spcBef>
              <a:buNone/>
            </a:pPr>
            <a:r>
              <a:rPr lang="zh-CN" altLang="en-US" sz="2000" dirty="0" smtClean="0">
                <a:solidFill>
                  <a:schemeClr val="tx1"/>
                </a:solidFill>
              </a:rPr>
              <a:t>最佳解释推论能够解释尽可能多的事情，就好象盲人摸象，盲人们对于自己遇到的现象的解释都是可能的解释，但只有</a:t>
            </a:r>
            <a:r>
              <a:rPr lang="zh-CN" altLang="en-US" sz="2000" b="1" dirty="0" smtClean="0">
                <a:solidFill>
                  <a:schemeClr val="accent2"/>
                </a:solidFill>
              </a:rPr>
              <a:t>大象才是对所有现象的最佳解释</a:t>
            </a:r>
            <a:r>
              <a:rPr lang="zh-CN" altLang="en-US" sz="2000" dirty="0" smtClean="0">
                <a:solidFill>
                  <a:schemeClr val="tx1"/>
                </a:solidFill>
              </a:rPr>
              <a:t>。</a:t>
            </a:r>
            <a:endParaRPr lang="en-US" altLang="zh-CN" sz="2000" dirty="0" smtClean="0">
              <a:solidFill>
                <a:schemeClr val="tx1"/>
              </a:solidFill>
            </a:endParaRPr>
          </a:p>
          <a:p>
            <a:pPr marL="0" indent="0" algn="just">
              <a:lnSpc>
                <a:spcPct val="120000"/>
              </a:lnSpc>
              <a:spcBef>
                <a:spcPts val="600"/>
              </a:spcBef>
              <a:buNone/>
            </a:pPr>
            <a:r>
              <a:rPr lang="zh-CN" altLang="en-US" sz="2000" dirty="0" smtClean="0">
                <a:solidFill>
                  <a:schemeClr val="tx1"/>
                </a:solidFill>
              </a:rPr>
              <a:t>因此，在还无定论的情况下，你既可以相信灵魂的存在，也可以相信我们只有肉体。不过，对于一个无法证伪我们却希望拥有的东西，我们可能还是倾向于相信它是存在的。</a:t>
            </a:r>
            <a:endParaRPr lang="zh-CN" altLang="en-US" sz="2000" dirty="0">
              <a:solidFill>
                <a:schemeClr val="tx1"/>
              </a:solidFill>
            </a:endParaRPr>
          </a:p>
        </p:txBody>
      </p:sp>
      <p:sp>
        <p:nvSpPr>
          <p:cNvPr id="16" name="Freeform 5"/>
          <p:cNvSpPr>
            <a:spLocks noEditPoints="1"/>
          </p:cNvSpPr>
          <p:nvPr/>
        </p:nvSpPr>
        <p:spPr bwMode="auto">
          <a:xfrm flipH="1">
            <a:off x="4914043" y="5450309"/>
            <a:ext cx="2007723" cy="1658554"/>
          </a:xfrm>
          <a:custGeom>
            <a:avLst/>
            <a:gdLst>
              <a:gd name="T0" fmla="*/ 297 w 308"/>
              <a:gd name="T1" fmla="*/ 148 h 254"/>
              <a:gd name="T2" fmla="*/ 291 w 308"/>
              <a:gd name="T3" fmla="*/ 92 h 254"/>
              <a:gd name="T4" fmla="*/ 170 w 308"/>
              <a:gd name="T5" fmla="*/ 1 h 254"/>
              <a:gd name="T6" fmla="*/ 100 w 308"/>
              <a:gd name="T7" fmla="*/ 69 h 254"/>
              <a:gd name="T8" fmla="*/ 165 w 308"/>
              <a:gd name="T9" fmla="*/ 52 h 254"/>
              <a:gd name="T10" fmla="*/ 173 w 308"/>
              <a:gd name="T11" fmla="*/ 52 h 254"/>
              <a:gd name="T12" fmla="*/ 173 w 308"/>
              <a:gd name="T13" fmla="*/ 153 h 254"/>
              <a:gd name="T14" fmla="*/ 173 w 308"/>
              <a:gd name="T15" fmla="*/ 155 h 254"/>
              <a:gd name="T16" fmla="*/ 172 w 308"/>
              <a:gd name="T17" fmla="*/ 156 h 254"/>
              <a:gd name="T18" fmla="*/ 171 w 308"/>
              <a:gd name="T19" fmla="*/ 157 h 254"/>
              <a:gd name="T20" fmla="*/ 169 w 308"/>
              <a:gd name="T21" fmla="*/ 157 h 254"/>
              <a:gd name="T22" fmla="*/ 169 w 308"/>
              <a:gd name="T23" fmla="*/ 157 h 254"/>
              <a:gd name="T24" fmla="*/ 168 w 308"/>
              <a:gd name="T25" fmla="*/ 157 h 254"/>
              <a:gd name="T26" fmla="*/ 167 w 308"/>
              <a:gd name="T27" fmla="*/ 157 h 254"/>
              <a:gd name="T28" fmla="*/ 153 w 308"/>
              <a:gd name="T29" fmla="*/ 1 h 254"/>
              <a:gd name="T30" fmla="*/ 31 w 308"/>
              <a:gd name="T31" fmla="*/ 44 h 254"/>
              <a:gd name="T32" fmla="*/ 44 w 308"/>
              <a:gd name="T33" fmla="*/ 217 h 254"/>
              <a:gd name="T34" fmla="*/ 77 w 308"/>
              <a:gd name="T35" fmla="*/ 196 h 254"/>
              <a:gd name="T36" fmla="*/ 84 w 308"/>
              <a:gd name="T37" fmla="*/ 197 h 254"/>
              <a:gd name="T38" fmla="*/ 117 w 308"/>
              <a:gd name="T39" fmla="*/ 219 h 254"/>
              <a:gd name="T40" fmla="*/ 123 w 308"/>
              <a:gd name="T41" fmla="*/ 212 h 254"/>
              <a:gd name="T42" fmla="*/ 167 w 308"/>
              <a:gd name="T43" fmla="*/ 168 h 254"/>
              <a:gd name="T44" fmla="*/ 171 w 308"/>
              <a:gd name="T45" fmla="*/ 215 h 254"/>
              <a:gd name="T46" fmla="*/ 167 w 308"/>
              <a:gd name="T47" fmla="*/ 208 h 254"/>
              <a:gd name="T48" fmla="*/ 167 w 308"/>
              <a:gd name="T49" fmla="*/ 176 h 254"/>
              <a:gd name="T50" fmla="*/ 130 w 308"/>
              <a:gd name="T51" fmla="*/ 187 h 254"/>
              <a:gd name="T52" fmla="*/ 145 w 308"/>
              <a:gd name="T53" fmla="*/ 193 h 254"/>
              <a:gd name="T54" fmla="*/ 147 w 308"/>
              <a:gd name="T55" fmla="*/ 201 h 254"/>
              <a:gd name="T56" fmla="*/ 131 w 308"/>
              <a:gd name="T57" fmla="*/ 210 h 254"/>
              <a:gd name="T58" fmla="*/ 148 w 308"/>
              <a:gd name="T59" fmla="*/ 236 h 254"/>
              <a:gd name="T60" fmla="*/ 160 w 308"/>
              <a:gd name="T61" fmla="*/ 225 h 254"/>
              <a:gd name="T62" fmla="*/ 165 w 308"/>
              <a:gd name="T63" fmla="*/ 231 h 254"/>
              <a:gd name="T64" fmla="*/ 154 w 308"/>
              <a:gd name="T65" fmla="*/ 241 h 254"/>
              <a:gd name="T66" fmla="*/ 187 w 308"/>
              <a:gd name="T67" fmla="*/ 253 h 254"/>
              <a:gd name="T68" fmla="*/ 188 w 308"/>
              <a:gd name="T69" fmla="*/ 215 h 254"/>
              <a:gd name="T70" fmla="*/ 195 w 308"/>
              <a:gd name="T71" fmla="*/ 252 h 254"/>
              <a:gd name="T72" fmla="*/ 206 w 308"/>
              <a:gd name="T73" fmla="*/ 210 h 254"/>
              <a:gd name="T74" fmla="*/ 211 w 308"/>
              <a:gd name="T75" fmla="*/ 204 h 254"/>
              <a:gd name="T76" fmla="*/ 247 w 308"/>
              <a:gd name="T77" fmla="*/ 220 h 254"/>
              <a:gd name="T78" fmla="*/ 242 w 308"/>
              <a:gd name="T79" fmla="*/ 210 h 254"/>
              <a:gd name="T80" fmla="*/ 242 w 308"/>
              <a:gd name="T81" fmla="*/ 210 h 254"/>
              <a:gd name="T82" fmla="*/ 223 w 308"/>
              <a:gd name="T83" fmla="*/ 191 h 254"/>
              <a:gd name="T84" fmla="*/ 246 w 308"/>
              <a:gd name="T85" fmla="*/ 203 h 254"/>
              <a:gd name="T86" fmla="*/ 271 w 308"/>
              <a:gd name="T87" fmla="*/ 194 h 254"/>
              <a:gd name="T88" fmla="*/ 241 w 308"/>
              <a:gd name="T89" fmla="*/ 169 h 254"/>
              <a:gd name="T90" fmla="*/ 276 w 308"/>
              <a:gd name="T91" fmla="*/ 188 h 254"/>
              <a:gd name="T92" fmla="*/ 262 w 308"/>
              <a:gd name="T93" fmla="*/ 147 h 254"/>
              <a:gd name="T94" fmla="*/ 264 w 308"/>
              <a:gd name="T95" fmla="*/ 139 h 254"/>
              <a:gd name="T96" fmla="*/ 223 w 308"/>
              <a:gd name="T97" fmla="*/ 96 h 254"/>
              <a:gd name="T98" fmla="*/ 211 w 308"/>
              <a:gd name="T99" fmla="*/ 82 h 254"/>
              <a:gd name="T100" fmla="*/ 204 w 308"/>
              <a:gd name="T101" fmla="*/ 94 h 254"/>
              <a:gd name="T102" fmla="*/ 196 w 308"/>
              <a:gd name="T103" fmla="*/ 91 h 254"/>
              <a:gd name="T104" fmla="*/ 227 w 308"/>
              <a:gd name="T105" fmla="*/ 91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8" h="254">
                <a:moveTo>
                  <a:pt x="264" y="139"/>
                </a:moveTo>
                <a:cubicBezTo>
                  <a:pt x="297" y="148"/>
                  <a:pt x="297" y="148"/>
                  <a:pt x="297" y="148"/>
                </a:cubicBezTo>
                <a:cubicBezTo>
                  <a:pt x="308" y="114"/>
                  <a:pt x="292" y="95"/>
                  <a:pt x="292" y="95"/>
                </a:cubicBezTo>
                <a:cubicBezTo>
                  <a:pt x="292" y="94"/>
                  <a:pt x="291" y="93"/>
                  <a:pt x="291" y="92"/>
                </a:cubicBezTo>
                <a:cubicBezTo>
                  <a:pt x="291" y="92"/>
                  <a:pt x="291" y="62"/>
                  <a:pt x="264" y="37"/>
                </a:cubicBezTo>
                <a:cubicBezTo>
                  <a:pt x="243" y="16"/>
                  <a:pt x="211" y="5"/>
                  <a:pt x="170" y="1"/>
                </a:cubicBezTo>
                <a:cubicBezTo>
                  <a:pt x="169" y="2"/>
                  <a:pt x="169" y="2"/>
                  <a:pt x="169" y="2"/>
                </a:cubicBezTo>
                <a:cubicBezTo>
                  <a:pt x="124" y="22"/>
                  <a:pt x="100" y="45"/>
                  <a:pt x="100" y="69"/>
                </a:cubicBezTo>
                <a:cubicBezTo>
                  <a:pt x="99" y="105"/>
                  <a:pt x="148" y="136"/>
                  <a:pt x="165" y="146"/>
                </a:cubicBezTo>
                <a:cubicBezTo>
                  <a:pt x="165" y="52"/>
                  <a:pt x="165" y="52"/>
                  <a:pt x="165" y="52"/>
                </a:cubicBezTo>
                <a:cubicBezTo>
                  <a:pt x="165" y="50"/>
                  <a:pt x="167" y="48"/>
                  <a:pt x="169" y="48"/>
                </a:cubicBezTo>
                <a:cubicBezTo>
                  <a:pt x="171" y="48"/>
                  <a:pt x="173" y="50"/>
                  <a:pt x="173" y="52"/>
                </a:cubicBezTo>
                <a:cubicBezTo>
                  <a:pt x="173" y="153"/>
                  <a:pt x="173" y="153"/>
                  <a:pt x="173" y="153"/>
                </a:cubicBezTo>
                <a:cubicBezTo>
                  <a:pt x="173" y="153"/>
                  <a:pt x="173" y="153"/>
                  <a:pt x="173" y="153"/>
                </a:cubicBezTo>
                <a:cubicBezTo>
                  <a:pt x="173" y="153"/>
                  <a:pt x="173" y="154"/>
                  <a:pt x="173" y="154"/>
                </a:cubicBezTo>
                <a:cubicBezTo>
                  <a:pt x="173" y="154"/>
                  <a:pt x="173" y="154"/>
                  <a:pt x="173" y="155"/>
                </a:cubicBezTo>
                <a:cubicBezTo>
                  <a:pt x="173" y="155"/>
                  <a:pt x="173" y="155"/>
                  <a:pt x="173" y="155"/>
                </a:cubicBezTo>
                <a:cubicBezTo>
                  <a:pt x="172" y="155"/>
                  <a:pt x="172" y="155"/>
                  <a:pt x="172" y="156"/>
                </a:cubicBezTo>
                <a:cubicBezTo>
                  <a:pt x="172" y="156"/>
                  <a:pt x="172" y="156"/>
                  <a:pt x="172" y="156"/>
                </a:cubicBezTo>
                <a:cubicBezTo>
                  <a:pt x="171" y="156"/>
                  <a:pt x="171" y="156"/>
                  <a:pt x="171" y="157"/>
                </a:cubicBezTo>
                <a:cubicBezTo>
                  <a:pt x="171" y="157"/>
                  <a:pt x="171" y="157"/>
                  <a:pt x="170" y="157"/>
                </a:cubicBezTo>
                <a:cubicBezTo>
                  <a:pt x="170" y="157"/>
                  <a:pt x="170" y="157"/>
                  <a:pt x="169" y="157"/>
                </a:cubicBezTo>
                <a:cubicBezTo>
                  <a:pt x="169" y="157"/>
                  <a:pt x="169" y="157"/>
                  <a:pt x="169" y="157"/>
                </a:cubicBezTo>
                <a:cubicBezTo>
                  <a:pt x="169" y="157"/>
                  <a:pt x="169" y="157"/>
                  <a:pt x="169" y="157"/>
                </a:cubicBezTo>
                <a:cubicBezTo>
                  <a:pt x="169" y="157"/>
                  <a:pt x="169" y="157"/>
                  <a:pt x="169" y="157"/>
                </a:cubicBezTo>
                <a:cubicBezTo>
                  <a:pt x="169" y="157"/>
                  <a:pt x="168" y="157"/>
                  <a:pt x="168" y="157"/>
                </a:cubicBezTo>
                <a:cubicBezTo>
                  <a:pt x="168" y="157"/>
                  <a:pt x="167" y="157"/>
                  <a:pt x="167" y="157"/>
                </a:cubicBezTo>
                <a:cubicBezTo>
                  <a:pt x="167" y="157"/>
                  <a:pt x="167" y="157"/>
                  <a:pt x="167" y="157"/>
                </a:cubicBezTo>
                <a:cubicBezTo>
                  <a:pt x="164" y="155"/>
                  <a:pt x="91" y="118"/>
                  <a:pt x="92" y="69"/>
                </a:cubicBezTo>
                <a:cubicBezTo>
                  <a:pt x="92" y="44"/>
                  <a:pt x="113" y="21"/>
                  <a:pt x="153" y="1"/>
                </a:cubicBezTo>
                <a:cubicBezTo>
                  <a:pt x="147" y="0"/>
                  <a:pt x="140" y="0"/>
                  <a:pt x="132" y="1"/>
                </a:cubicBezTo>
                <a:cubicBezTo>
                  <a:pt x="84" y="3"/>
                  <a:pt x="50" y="17"/>
                  <a:pt x="31" y="44"/>
                </a:cubicBezTo>
                <a:cubicBezTo>
                  <a:pt x="0" y="87"/>
                  <a:pt x="19" y="149"/>
                  <a:pt x="19" y="150"/>
                </a:cubicBezTo>
                <a:cubicBezTo>
                  <a:pt x="44" y="217"/>
                  <a:pt x="44" y="217"/>
                  <a:pt x="44" y="217"/>
                </a:cubicBezTo>
                <a:cubicBezTo>
                  <a:pt x="65" y="217"/>
                  <a:pt x="65" y="217"/>
                  <a:pt x="65" y="217"/>
                </a:cubicBezTo>
                <a:cubicBezTo>
                  <a:pt x="77" y="196"/>
                  <a:pt x="77" y="196"/>
                  <a:pt x="77" y="196"/>
                </a:cubicBezTo>
                <a:cubicBezTo>
                  <a:pt x="78" y="195"/>
                  <a:pt x="79" y="194"/>
                  <a:pt x="81" y="194"/>
                </a:cubicBezTo>
                <a:cubicBezTo>
                  <a:pt x="82" y="194"/>
                  <a:pt x="84" y="195"/>
                  <a:pt x="84" y="197"/>
                </a:cubicBezTo>
                <a:cubicBezTo>
                  <a:pt x="94" y="218"/>
                  <a:pt x="94" y="218"/>
                  <a:pt x="94" y="218"/>
                </a:cubicBezTo>
                <a:cubicBezTo>
                  <a:pt x="117" y="219"/>
                  <a:pt x="117" y="219"/>
                  <a:pt x="117" y="219"/>
                </a:cubicBezTo>
                <a:cubicBezTo>
                  <a:pt x="120" y="214"/>
                  <a:pt x="120" y="214"/>
                  <a:pt x="120" y="214"/>
                </a:cubicBezTo>
                <a:cubicBezTo>
                  <a:pt x="120" y="213"/>
                  <a:pt x="122" y="212"/>
                  <a:pt x="123" y="212"/>
                </a:cubicBezTo>
                <a:cubicBezTo>
                  <a:pt x="121" y="207"/>
                  <a:pt x="116" y="194"/>
                  <a:pt x="123" y="183"/>
                </a:cubicBezTo>
                <a:cubicBezTo>
                  <a:pt x="129" y="172"/>
                  <a:pt x="144" y="167"/>
                  <a:pt x="167" y="168"/>
                </a:cubicBezTo>
                <a:cubicBezTo>
                  <a:pt x="187" y="168"/>
                  <a:pt x="197" y="172"/>
                  <a:pt x="199" y="180"/>
                </a:cubicBezTo>
                <a:cubicBezTo>
                  <a:pt x="203" y="194"/>
                  <a:pt x="177" y="211"/>
                  <a:pt x="171" y="215"/>
                </a:cubicBezTo>
                <a:cubicBezTo>
                  <a:pt x="169" y="216"/>
                  <a:pt x="167" y="215"/>
                  <a:pt x="166" y="213"/>
                </a:cubicBezTo>
                <a:cubicBezTo>
                  <a:pt x="164" y="212"/>
                  <a:pt x="165" y="209"/>
                  <a:pt x="167" y="208"/>
                </a:cubicBezTo>
                <a:cubicBezTo>
                  <a:pt x="178" y="201"/>
                  <a:pt x="193" y="188"/>
                  <a:pt x="192" y="182"/>
                </a:cubicBezTo>
                <a:cubicBezTo>
                  <a:pt x="191" y="179"/>
                  <a:pt x="184" y="176"/>
                  <a:pt x="167" y="176"/>
                </a:cubicBezTo>
                <a:cubicBezTo>
                  <a:pt x="166" y="176"/>
                  <a:pt x="165" y="176"/>
                  <a:pt x="163" y="176"/>
                </a:cubicBezTo>
                <a:cubicBezTo>
                  <a:pt x="146" y="176"/>
                  <a:pt x="134" y="180"/>
                  <a:pt x="130" y="187"/>
                </a:cubicBezTo>
                <a:cubicBezTo>
                  <a:pt x="128" y="190"/>
                  <a:pt x="127" y="193"/>
                  <a:pt x="127" y="196"/>
                </a:cubicBezTo>
                <a:cubicBezTo>
                  <a:pt x="145" y="193"/>
                  <a:pt x="145" y="193"/>
                  <a:pt x="145" y="193"/>
                </a:cubicBezTo>
                <a:cubicBezTo>
                  <a:pt x="148" y="192"/>
                  <a:pt x="150" y="194"/>
                  <a:pt x="150" y="196"/>
                </a:cubicBezTo>
                <a:cubicBezTo>
                  <a:pt x="150" y="198"/>
                  <a:pt x="149" y="200"/>
                  <a:pt x="147" y="201"/>
                </a:cubicBezTo>
                <a:cubicBezTo>
                  <a:pt x="129" y="204"/>
                  <a:pt x="129" y="204"/>
                  <a:pt x="129" y="204"/>
                </a:cubicBezTo>
                <a:cubicBezTo>
                  <a:pt x="130" y="207"/>
                  <a:pt x="131" y="210"/>
                  <a:pt x="131" y="210"/>
                </a:cubicBezTo>
                <a:cubicBezTo>
                  <a:pt x="131" y="210"/>
                  <a:pt x="132" y="210"/>
                  <a:pt x="132" y="211"/>
                </a:cubicBezTo>
                <a:cubicBezTo>
                  <a:pt x="132" y="211"/>
                  <a:pt x="137" y="224"/>
                  <a:pt x="148" y="236"/>
                </a:cubicBezTo>
                <a:cubicBezTo>
                  <a:pt x="148" y="236"/>
                  <a:pt x="148" y="235"/>
                  <a:pt x="149" y="235"/>
                </a:cubicBezTo>
                <a:cubicBezTo>
                  <a:pt x="160" y="225"/>
                  <a:pt x="160" y="225"/>
                  <a:pt x="160" y="225"/>
                </a:cubicBezTo>
                <a:cubicBezTo>
                  <a:pt x="162" y="224"/>
                  <a:pt x="164" y="224"/>
                  <a:pt x="166" y="225"/>
                </a:cubicBezTo>
                <a:cubicBezTo>
                  <a:pt x="167" y="227"/>
                  <a:pt x="167" y="229"/>
                  <a:pt x="165" y="231"/>
                </a:cubicBezTo>
                <a:cubicBezTo>
                  <a:pt x="154" y="241"/>
                  <a:pt x="154" y="241"/>
                  <a:pt x="154" y="241"/>
                </a:cubicBezTo>
                <a:cubicBezTo>
                  <a:pt x="154" y="241"/>
                  <a:pt x="154" y="241"/>
                  <a:pt x="154" y="241"/>
                </a:cubicBezTo>
                <a:cubicBezTo>
                  <a:pt x="160" y="246"/>
                  <a:pt x="167" y="251"/>
                  <a:pt x="175" y="252"/>
                </a:cubicBezTo>
                <a:cubicBezTo>
                  <a:pt x="179" y="253"/>
                  <a:pt x="183" y="254"/>
                  <a:pt x="187" y="253"/>
                </a:cubicBezTo>
                <a:cubicBezTo>
                  <a:pt x="184" y="220"/>
                  <a:pt x="184" y="220"/>
                  <a:pt x="184" y="220"/>
                </a:cubicBezTo>
                <a:cubicBezTo>
                  <a:pt x="184" y="217"/>
                  <a:pt x="185" y="216"/>
                  <a:pt x="188" y="215"/>
                </a:cubicBezTo>
                <a:cubicBezTo>
                  <a:pt x="190" y="215"/>
                  <a:pt x="192" y="217"/>
                  <a:pt x="192" y="219"/>
                </a:cubicBezTo>
                <a:cubicBezTo>
                  <a:pt x="195" y="252"/>
                  <a:pt x="195" y="252"/>
                  <a:pt x="195" y="252"/>
                </a:cubicBezTo>
                <a:cubicBezTo>
                  <a:pt x="206" y="250"/>
                  <a:pt x="219" y="244"/>
                  <a:pt x="231" y="234"/>
                </a:cubicBezTo>
                <a:cubicBezTo>
                  <a:pt x="206" y="210"/>
                  <a:pt x="206" y="210"/>
                  <a:pt x="206" y="210"/>
                </a:cubicBezTo>
                <a:cubicBezTo>
                  <a:pt x="204" y="208"/>
                  <a:pt x="204" y="205"/>
                  <a:pt x="206" y="204"/>
                </a:cubicBezTo>
                <a:cubicBezTo>
                  <a:pt x="207" y="202"/>
                  <a:pt x="210" y="202"/>
                  <a:pt x="211" y="204"/>
                </a:cubicBezTo>
                <a:cubicBezTo>
                  <a:pt x="238" y="229"/>
                  <a:pt x="238" y="229"/>
                  <a:pt x="238" y="229"/>
                </a:cubicBezTo>
                <a:cubicBezTo>
                  <a:pt x="241" y="226"/>
                  <a:pt x="244" y="223"/>
                  <a:pt x="247" y="220"/>
                </a:cubicBezTo>
                <a:cubicBezTo>
                  <a:pt x="249" y="219"/>
                  <a:pt x="250" y="218"/>
                  <a:pt x="251" y="216"/>
                </a:cubicBezTo>
                <a:cubicBezTo>
                  <a:pt x="242" y="210"/>
                  <a:pt x="242" y="210"/>
                  <a:pt x="242" y="210"/>
                </a:cubicBezTo>
                <a:cubicBezTo>
                  <a:pt x="242" y="210"/>
                  <a:pt x="242" y="210"/>
                  <a:pt x="242" y="210"/>
                </a:cubicBezTo>
                <a:cubicBezTo>
                  <a:pt x="242" y="210"/>
                  <a:pt x="242" y="210"/>
                  <a:pt x="242" y="210"/>
                </a:cubicBezTo>
                <a:cubicBezTo>
                  <a:pt x="224" y="197"/>
                  <a:pt x="224" y="197"/>
                  <a:pt x="224" y="197"/>
                </a:cubicBezTo>
                <a:cubicBezTo>
                  <a:pt x="222" y="195"/>
                  <a:pt x="221" y="193"/>
                  <a:pt x="223" y="191"/>
                </a:cubicBezTo>
                <a:cubicBezTo>
                  <a:pt x="224" y="189"/>
                  <a:pt x="227" y="189"/>
                  <a:pt x="228" y="190"/>
                </a:cubicBezTo>
                <a:cubicBezTo>
                  <a:pt x="246" y="203"/>
                  <a:pt x="246" y="203"/>
                  <a:pt x="246" y="203"/>
                </a:cubicBezTo>
                <a:cubicBezTo>
                  <a:pt x="257" y="210"/>
                  <a:pt x="257" y="210"/>
                  <a:pt x="257" y="210"/>
                </a:cubicBezTo>
                <a:cubicBezTo>
                  <a:pt x="262" y="205"/>
                  <a:pt x="267" y="200"/>
                  <a:pt x="271" y="194"/>
                </a:cubicBezTo>
                <a:cubicBezTo>
                  <a:pt x="242" y="174"/>
                  <a:pt x="242" y="174"/>
                  <a:pt x="242" y="174"/>
                </a:cubicBezTo>
                <a:cubicBezTo>
                  <a:pt x="240" y="173"/>
                  <a:pt x="239" y="171"/>
                  <a:pt x="241" y="169"/>
                </a:cubicBezTo>
                <a:cubicBezTo>
                  <a:pt x="242" y="167"/>
                  <a:pt x="244" y="167"/>
                  <a:pt x="246" y="168"/>
                </a:cubicBezTo>
                <a:cubicBezTo>
                  <a:pt x="276" y="188"/>
                  <a:pt x="276" y="188"/>
                  <a:pt x="276" y="188"/>
                </a:cubicBezTo>
                <a:cubicBezTo>
                  <a:pt x="284" y="176"/>
                  <a:pt x="290" y="165"/>
                  <a:pt x="294" y="156"/>
                </a:cubicBezTo>
                <a:cubicBezTo>
                  <a:pt x="262" y="147"/>
                  <a:pt x="262" y="147"/>
                  <a:pt x="262" y="147"/>
                </a:cubicBezTo>
                <a:cubicBezTo>
                  <a:pt x="260" y="147"/>
                  <a:pt x="258" y="144"/>
                  <a:pt x="259" y="142"/>
                </a:cubicBezTo>
                <a:cubicBezTo>
                  <a:pt x="259" y="140"/>
                  <a:pt x="262" y="139"/>
                  <a:pt x="264" y="139"/>
                </a:cubicBezTo>
                <a:close/>
                <a:moveTo>
                  <a:pt x="224" y="96"/>
                </a:moveTo>
                <a:cubicBezTo>
                  <a:pt x="224" y="96"/>
                  <a:pt x="223" y="96"/>
                  <a:pt x="223" y="96"/>
                </a:cubicBezTo>
                <a:cubicBezTo>
                  <a:pt x="221" y="96"/>
                  <a:pt x="220" y="96"/>
                  <a:pt x="219" y="94"/>
                </a:cubicBezTo>
                <a:cubicBezTo>
                  <a:pt x="214" y="82"/>
                  <a:pt x="211" y="82"/>
                  <a:pt x="211" y="82"/>
                </a:cubicBezTo>
                <a:cubicBezTo>
                  <a:pt x="211" y="82"/>
                  <a:pt x="211" y="82"/>
                  <a:pt x="211" y="82"/>
                </a:cubicBezTo>
                <a:cubicBezTo>
                  <a:pt x="209" y="82"/>
                  <a:pt x="206" y="88"/>
                  <a:pt x="204" y="94"/>
                </a:cubicBezTo>
                <a:cubicBezTo>
                  <a:pt x="203" y="96"/>
                  <a:pt x="201" y="97"/>
                  <a:pt x="199" y="96"/>
                </a:cubicBezTo>
                <a:cubicBezTo>
                  <a:pt x="197" y="96"/>
                  <a:pt x="196" y="93"/>
                  <a:pt x="196" y="91"/>
                </a:cubicBezTo>
                <a:cubicBezTo>
                  <a:pt x="197" y="89"/>
                  <a:pt x="202" y="75"/>
                  <a:pt x="210" y="74"/>
                </a:cubicBezTo>
                <a:cubicBezTo>
                  <a:pt x="218" y="74"/>
                  <a:pt x="223" y="83"/>
                  <a:pt x="227" y="91"/>
                </a:cubicBezTo>
                <a:cubicBezTo>
                  <a:pt x="227" y="93"/>
                  <a:pt x="227" y="95"/>
                  <a:pt x="224" y="9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7" name="组合 16"/>
          <p:cNvGrpSpPr/>
          <p:nvPr/>
        </p:nvGrpSpPr>
        <p:grpSpPr>
          <a:xfrm>
            <a:off x="9649701" y="5293138"/>
            <a:ext cx="327828" cy="1564862"/>
            <a:chOff x="3882117" y="4846631"/>
            <a:chExt cx="421368" cy="2011369"/>
          </a:xfrm>
          <a:solidFill>
            <a:schemeClr val="tx1">
              <a:lumMod val="85000"/>
              <a:lumOff val="15000"/>
            </a:schemeClr>
          </a:solidFill>
        </p:grpSpPr>
        <p:sp>
          <p:nvSpPr>
            <p:cNvPr id="18" name="椭圆 17"/>
            <p:cNvSpPr/>
            <p:nvPr/>
          </p:nvSpPr>
          <p:spPr>
            <a:xfrm>
              <a:off x="3882117" y="4846631"/>
              <a:ext cx="419100" cy="4191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3939267" y="5372100"/>
              <a:ext cx="364218" cy="1485900"/>
              <a:chOff x="3939267" y="5372100"/>
              <a:chExt cx="364218" cy="1485900"/>
            </a:xfrm>
            <a:grpFill/>
          </p:grpSpPr>
          <p:sp>
            <p:nvSpPr>
              <p:cNvPr id="20" name="同侧圆角矩形 19"/>
              <p:cNvSpPr/>
              <p:nvPr/>
            </p:nvSpPr>
            <p:spPr>
              <a:xfrm>
                <a:off x="3994150" y="5372100"/>
                <a:ext cx="309335" cy="14859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同侧圆角矩形 20"/>
              <p:cNvSpPr/>
              <p:nvPr/>
            </p:nvSpPr>
            <p:spPr>
              <a:xfrm>
                <a:off x="3939267" y="5372100"/>
                <a:ext cx="309335" cy="8255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2" name="组合 21"/>
          <p:cNvGrpSpPr/>
          <p:nvPr/>
        </p:nvGrpSpPr>
        <p:grpSpPr>
          <a:xfrm>
            <a:off x="7579044" y="5293138"/>
            <a:ext cx="327828" cy="1564862"/>
            <a:chOff x="3882117" y="4846631"/>
            <a:chExt cx="421368" cy="2011369"/>
          </a:xfrm>
          <a:solidFill>
            <a:schemeClr val="tx1">
              <a:lumMod val="85000"/>
              <a:lumOff val="15000"/>
            </a:schemeClr>
          </a:solidFill>
        </p:grpSpPr>
        <p:sp>
          <p:nvSpPr>
            <p:cNvPr id="23" name="椭圆 22"/>
            <p:cNvSpPr/>
            <p:nvPr/>
          </p:nvSpPr>
          <p:spPr>
            <a:xfrm>
              <a:off x="3882117" y="4846631"/>
              <a:ext cx="419100" cy="4191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3939267" y="5372100"/>
              <a:ext cx="364218" cy="1485900"/>
              <a:chOff x="3939267" y="5372100"/>
              <a:chExt cx="364218" cy="1485900"/>
            </a:xfrm>
            <a:grpFill/>
          </p:grpSpPr>
          <p:sp>
            <p:nvSpPr>
              <p:cNvPr id="25" name="同侧圆角矩形 24"/>
              <p:cNvSpPr/>
              <p:nvPr/>
            </p:nvSpPr>
            <p:spPr>
              <a:xfrm>
                <a:off x="3994150" y="5372100"/>
                <a:ext cx="309335" cy="14859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同侧圆角矩形 25"/>
              <p:cNvSpPr/>
              <p:nvPr/>
            </p:nvSpPr>
            <p:spPr>
              <a:xfrm>
                <a:off x="3939267" y="5372100"/>
                <a:ext cx="309335" cy="8255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7" name="组合 26"/>
          <p:cNvGrpSpPr/>
          <p:nvPr/>
        </p:nvGrpSpPr>
        <p:grpSpPr>
          <a:xfrm flipH="1">
            <a:off x="1902743" y="5314653"/>
            <a:ext cx="327828" cy="1564862"/>
            <a:chOff x="3882117" y="4846631"/>
            <a:chExt cx="421368" cy="2011369"/>
          </a:xfrm>
          <a:solidFill>
            <a:schemeClr val="tx1">
              <a:lumMod val="85000"/>
              <a:lumOff val="15000"/>
            </a:schemeClr>
          </a:solidFill>
        </p:grpSpPr>
        <p:sp>
          <p:nvSpPr>
            <p:cNvPr id="28" name="椭圆 27"/>
            <p:cNvSpPr/>
            <p:nvPr/>
          </p:nvSpPr>
          <p:spPr>
            <a:xfrm>
              <a:off x="3882117" y="4846631"/>
              <a:ext cx="419100" cy="4191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3939267" y="5372100"/>
              <a:ext cx="364218" cy="1485900"/>
              <a:chOff x="3939267" y="5372100"/>
              <a:chExt cx="364218" cy="1485900"/>
            </a:xfrm>
            <a:grpFill/>
          </p:grpSpPr>
          <p:sp>
            <p:nvSpPr>
              <p:cNvPr id="30" name="同侧圆角矩形 29"/>
              <p:cNvSpPr/>
              <p:nvPr/>
            </p:nvSpPr>
            <p:spPr>
              <a:xfrm>
                <a:off x="3994150" y="5372100"/>
                <a:ext cx="309335" cy="14859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同侧圆角矩形 30"/>
              <p:cNvSpPr/>
              <p:nvPr/>
            </p:nvSpPr>
            <p:spPr>
              <a:xfrm>
                <a:off x="3939267" y="5372100"/>
                <a:ext cx="309335" cy="8255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2" name="组合 31"/>
          <p:cNvGrpSpPr/>
          <p:nvPr/>
        </p:nvGrpSpPr>
        <p:grpSpPr>
          <a:xfrm flipH="1">
            <a:off x="3963688" y="5314653"/>
            <a:ext cx="327828" cy="1564862"/>
            <a:chOff x="3882117" y="4846631"/>
            <a:chExt cx="421368" cy="2011369"/>
          </a:xfrm>
          <a:solidFill>
            <a:schemeClr val="tx1">
              <a:lumMod val="85000"/>
              <a:lumOff val="15000"/>
            </a:schemeClr>
          </a:solidFill>
        </p:grpSpPr>
        <p:sp>
          <p:nvSpPr>
            <p:cNvPr id="33" name="椭圆 32"/>
            <p:cNvSpPr/>
            <p:nvPr/>
          </p:nvSpPr>
          <p:spPr>
            <a:xfrm>
              <a:off x="3882117" y="4846631"/>
              <a:ext cx="419100" cy="4191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3939267" y="5372100"/>
              <a:ext cx="364218" cy="1485900"/>
              <a:chOff x="3939267" y="5372100"/>
              <a:chExt cx="364218" cy="1485900"/>
            </a:xfrm>
            <a:grpFill/>
          </p:grpSpPr>
          <p:sp>
            <p:nvSpPr>
              <p:cNvPr id="35" name="同侧圆角矩形 34"/>
              <p:cNvSpPr/>
              <p:nvPr/>
            </p:nvSpPr>
            <p:spPr>
              <a:xfrm>
                <a:off x="3994150" y="5372100"/>
                <a:ext cx="309335" cy="14859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同侧圆角矩形 35"/>
              <p:cNvSpPr/>
              <p:nvPr/>
            </p:nvSpPr>
            <p:spPr>
              <a:xfrm>
                <a:off x="3939267" y="5372100"/>
                <a:ext cx="309335" cy="825500"/>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 name="椭圆形标注 36"/>
          <p:cNvSpPr/>
          <p:nvPr/>
        </p:nvSpPr>
        <p:spPr>
          <a:xfrm>
            <a:off x="1962576" y="4080623"/>
            <a:ext cx="1435658" cy="961891"/>
          </a:xfrm>
          <a:prstGeom prst="wedgeEllipseCallout">
            <a:avLst/>
          </a:prstGeom>
          <a:noFill/>
          <a:ln w="31750" cmpd="sng">
            <a:solidFill>
              <a:schemeClr val="accent2"/>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accent2"/>
                </a:solidFill>
              </a:rPr>
              <a:t>盲人</a:t>
            </a:r>
            <a:r>
              <a:rPr lang="en-US" altLang="zh-CN" b="1" dirty="0" smtClean="0">
                <a:solidFill>
                  <a:schemeClr val="accent2"/>
                </a:solidFill>
              </a:rPr>
              <a:t>A</a:t>
            </a:r>
            <a:r>
              <a:rPr lang="zh-CN" altLang="en-US" b="1" dirty="0" smtClean="0">
                <a:solidFill>
                  <a:schemeClr val="accent2"/>
                </a:solidFill>
              </a:rPr>
              <a:t>：萝卜！</a:t>
            </a:r>
            <a:endParaRPr lang="zh-CN" altLang="en-US" b="1" dirty="0">
              <a:solidFill>
                <a:schemeClr val="accent2"/>
              </a:solidFill>
            </a:endParaRPr>
          </a:p>
        </p:txBody>
      </p:sp>
      <p:sp>
        <p:nvSpPr>
          <p:cNvPr id="38" name="椭圆形标注 37"/>
          <p:cNvSpPr/>
          <p:nvPr/>
        </p:nvSpPr>
        <p:spPr>
          <a:xfrm>
            <a:off x="4006387" y="4080623"/>
            <a:ext cx="1435658" cy="961891"/>
          </a:xfrm>
          <a:prstGeom prst="wedgeEllipseCallout">
            <a:avLst/>
          </a:prstGeom>
          <a:noFill/>
          <a:ln w="31750" cmpd="sng">
            <a:solidFill>
              <a:schemeClr val="accent2"/>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accent2"/>
                </a:solidFill>
              </a:rPr>
              <a:t>盲人</a:t>
            </a:r>
            <a:r>
              <a:rPr lang="en-US" altLang="zh-CN" b="1" dirty="0" smtClean="0">
                <a:solidFill>
                  <a:schemeClr val="accent2"/>
                </a:solidFill>
              </a:rPr>
              <a:t>B</a:t>
            </a:r>
            <a:r>
              <a:rPr lang="zh-CN" altLang="en-US" b="1" dirty="0" smtClean="0">
                <a:solidFill>
                  <a:schemeClr val="accent2"/>
                </a:solidFill>
              </a:rPr>
              <a:t>：蒲扇！</a:t>
            </a:r>
            <a:endParaRPr lang="zh-CN" altLang="en-US" b="1" dirty="0">
              <a:solidFill>
                <a:schemeClr val="accent2"/>
              </a:solidFill>
            </a:endParaRPr>
          </a:p>
        </p:txBody>
      </p:sp>
      <p:sp>
        <p:nvSpPr>
          <p:cNvPr id="39" name="椭圆形标注 38"/>
          <p:cNvSpPr/>
          <p:nvPr/>
        </p:nvSpPr>
        <p:spPr>
          <a:xfrm flipH="1">
            <a:off x="6437763" y="4017783"/>
            <a:ext cx="1435658" cy="961891"/>
          </a:xfrm>
          <a:prstGeom prst="wedgeEllipseCallout">
            <a:avLst/>
          </a:prstGeom>
          <a:noFill/>
          <a:ln w="31750" cmpd="sng">
            <a:solidFill>
              <a:schemeClr val="accent2"/>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accent2"/>
                </a:solidFill>
              </a:rPr>
              <a:t>盲人</a:t>
            </a:r>
            <a:r>
              <a:rPr lang="en-US" altLang="zh-CN" b="1" dirty="0" smtClean="0">
                <a:solidFill>
                  <a:schemeClr val="accent2"/>
                </a:solidFill>
              </a:rPr>
              <a:t>C</a:t>
            </a:r>
            <a:r>
              <a:rPr lang="zh-CN" altLang="en-US" b="1" dirty="0" smtClean="0">
                <a:solidFill>
                  <a:schemeClr val="accent2"/>
                </a:solidFill>
              </a:rPr>
              <a:t>：柱子！</a:t>
            </a:r>
            <a:endParaRPr lang="zh-CN" altLang="en-US" b="1" dirty="0">
              <a:solidFill>
                <a:schemeClr val="accent2"/>
              </a:solidFill>
            </a:endParaRPr>
          </a:p>
        </p:txBody>
      </p:sp>
      <p:sp>
        <p:nvSpPr>
          <p:cNvPr id="40" name="椭圆形标注 39"/>
          <p:cNvSpPr/>
          <p:nvPr/>
        </p:nvSpPr>
        <p:spPr>
          <a:xfrm flipH="1">
            <a:off x="8481574" y="4088483"/>
            <a:ext cx="1435658" cy="961891"/>
          </a:xfrm>
          <a:prstGeom prst="wedgeEllipseCallout">
            <a:avLst/>
          </a:prstGeom>
          <a:noFill/>
          <a:ln w="31750" cmpd="sng">
            <a:solidFill>
              <a:schemeClr val="accent2"/>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accent2"/>
                </a:solidFill>
              </a:rPr>
              <a:t>盲人</a:t>
            </a:r>
            <a:r>
              <a:rPr lang="en-US" altLang="zh-CN" b="1" dirty="0" smtClean="0">
                <a:solidFill>
                  <a:schemeClr val="accent2"/>
                </a:solidFill>
              </a:rPr>
              <a:t>D</a:t>
            </a:r>
            <a:r>
              <a:rPr lang="zh-CN" altLang="en-US" b="1" dirty="0" smtClean="0">
                <a:solidFill>
                  <a:schemeClr val="accent2"/>
                </a:solidFill>
              </a:rPr>
              <a:t>：绳子！</a:t>
            </a:r>
            <a:endParaRPr lang="zh-CN" altLang="en-US" b="1" dirty="0">
              <a:solidFill>
                <a:schemeClr val="accent2"/>
              </a:solidFill>
            </a:endParaRPr>
          </a:p>
        </p:txBody>
      </p:sp>
      <p:cxnSp>
        <p:nvCxnSpPr>
          <p:cNvPr id="9" name="直接连接符 8"/>
          <p:cNvCxnSpPr/>
          <p:nvPr/>
        </p:nvCxnSpPr>
        <p:spPr>
          <a:xfrm>
            <a:off x="6096000" y="-1202828"/>
            <a:ext cx="0" cy="1485900"/>
          </a:xfrm>
          <a:prstGeom prst="line">
            <a:avLst/>
          </a:prstGeom>
          <a:ln w="57150">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05605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447916"/>
            <a:ext cx="10515600" cy="1015663"/>
          </a:xfrm>
        </p:spPr>
        <p:txBody>
          <a:bodyPr>
            <a:normAutofit fontScale="90000"/>
          </a:bodyPr>
          <a:lstStyle/>
          <a:p>
            <a:pPr marR="0" rtl="0">
              <a:lnSpc>
                <a:spcPct val="120000"/>
              </a:lnSpc>
            </a:pPr>
            <a:r>
              <a:rPr lang="zh-CN" altLang="en-US" sz="2700" dirty="0" smtClean="0">
                <a:solidFill>
                  <a:schemeClr val="tx1"/>
                </a:solidFill>
              </a:rPr>
              <a:t>不管你是否</a:t>
            </a:r>
            <a:r>
              <a:rPr lang="zh-CN" altLang="en-US" sz="2700" dirty="0">
                <a:solidFill>
                  <a:schemeClr val="tx1"/>
                </a:solidFill>
              </a:rPr>
              <a:t>还</a:t>
            </a:r>
            <a:r>
              <a:rPr lang="zh-CN" altLang="en-US" sz="2700" dirty="0" smtClean="0">
                <a:solidFill>
                  <a:schemeClr val="tx1"/>
                </a:solidFill>
              </a:rPr>
              <a:t>相信有灵魂，我们思考一下另一个问题：</a:t>
            </a:r>
            <a:r>
              <a:rPr lang="en-US" altLang="zh-CN" sz="5300" dirty="0" smtClean="0">
                <a:solidFill>
                  <a:schemeClr val="tx1"/>
                </a:solidFill>
              </a:rPr>
              <a:t/>
            </a:r>
            <a:br>
              <a:rPr lang="en-US" altLang="zh-CN" sz="5300" dirty="0" smtClean="0">
                <a:solidFill>
                  <a:schemeClr val="tx1"/>
                </a:solidFill>
              </a:rPr>
            </a:br>
            <a:r>
              <a:rPr lang="en-US" altLang="zh-CN" sz="5300" dirty="0" smtClean="0">
                <a:solidFill>
                  <a:schemeClr val="tx1"/>
                </a:solidFill>
              </a:rPr>
              <a:t>  </a:t>
            </a:r>
            <a:r>
              <a:rPr lang="zh-CN" altLang="en-US" sz="6700" dirty="0" smtClean="0">
                <a:solidFill>
                  <a:schemeClr val="accent4"/>
                </a:solidFill>
              </a:rPr>
              <a:t>我们</a:t>
            </a:r>
            <a:r>
              <a:rPr lang="zh-CN" altLang="en-US" sz="6700" dirty="0">
                <a:solidFill>
                  <a:schemeClr val="accent4"/>
                </a:solidFill>
              </a:rPr>
              <a:t>能在</a:t>
            </a:r>
            <a:r>
              <a:rPr lang="zh-CN" altLang="en-US" sz="6700" dirty="0">
                <a:solidFill>
                  <a:schemeClr val="accent3"/>
                </a:solidFill>
              </a:rPr>
              <a:t>死后存活</a:t>
            </a:r>
            <a:r>
              <a:rPr lang="zh-CN" altLang="en-US" sz="6700" dirty="0">
                <a:solidFill>
                  <a:schemeClr val="accent4"/>
                </a:solidFill>
              </a:rPr>
              <a:t>吗</a:t>
            </a:r>
            <a:r>
              <a:rPr lang="zh-CN" altLang="en-US" sz="6700" dirty="0" smtClean="0">
                <a:solidFill>
                  <a:schemeClr val="accent4"/>
                </a:solidFill>
              </a:rPr>
              <a:t>？</a:t>
            </a:r>
            <a:r>
              <a:rPr lang="en-US" altLang="zh-CN" sz="6700" dirty="0" smtClean="0">
                <a:solidFill>
                  <a:schemeClr val="accent4"/>
                </a:solidFill>
              </a:rPr>
              <a:t/>
            </a:r>
            <a:br>
              <a:rPr lang="en-US" altLang="zh-CN" sz="6700" dirty="0" smtClean="0">
                <a:solidFill>
                  <a:schemeClr val="accent4"/>
                </a:solidFill>
              </a:rPr>
            </a:br>
            <a:r>
              <a:rPr lang="en-US" altLang="zh-CN" sz="2700" dirty="0" smtClean="0">
                <a:solidFill>
                  <a:schemeClr val="accent4"/>
                </a:solidFill>
              </a:rPr>
              <a:t>CAN WE </a:t>
            </a:r>
            <a:r>
              <a:rPr lang="en-US" altLang="zh-CN" sz="2700" dirty="0" smtClean="0">
                <a:solidFill>
                  <a:schemeClr val="accent3"/>
                </a:solidFill>
              </a:rPr>
              <a:t>SURVIVE</a:t>
            </a:r>
            <a:r>
              <a:rPr lang="en-US" altLang="zh-CN" sz="2700" dirty="0" smtClean="0">
                <a:solidFill>
                  <a:schemeClr val="accent4"/>
                </a:solidFill>
              </a:rPr>
              <a:t> OUR DEATH?</a:t>
            </a:r>
            <a:endParaRPr lang="zh-CN" altLang="en-US" sz="6700" dirty="0">
              <a:solidFill>
                <a:schemeClr val="accent4"/>
              </a:solidFill>
            </a:endParaRPr>
          </a:p>
        </p:txBody>
      </p:sp>
      <p:sp>
        <p:nvSpPr>
          <p:cNvPr id="3" name="矩形 2"/>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1233715" y="4666222"/>
            <a:ext cx="1262742" cy="1863166"/>
            <a:chOff x="1233715" y="5067554"/>
            <a:chExt cx="1262742" cy="1863166"/>
          </a:xfrm>
          <a:solidFill>
            <a:schemeClr val="tx1">
              <a:lumMod val="95000"/>
              <a:lumOff val="5000"/>
            </a:schemeClr>
          </a:solidFill>
        </p:grpSpPr>
        <p:sp>
          <p:nvSpPr>
            <p:cNvPr id="5" name="同侧圆角矩形 4"/>
            <p:cNvSpPr/>
            <p:nvPr/>
          </p:nvSpPr>
          <p:spPr>
            <a:xfrm>
              <a:off x="1233715" y="5601880"/>
              <a:ext cx="1262742" cy="1328840"/>
            </a:xfrm>
            <a:prstGeom prst="round2SameRect">
              <a:avLst>
                <a:gd name="adj1" fmla="val 50000"/>
                <a:gd name="adj2" fmla="val 0"/>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十字形 5"/>
            <p:cNvSpPr/>
            <p:nvPr/>
          </p:nvSpPr>
          <p:spPr>
            <a:xfrm>
              <a:off x="1595665" y="5067554"/>
              <a:ext cx="538843" cy="534326"/>
            </a:xfrm>
            <a:prstGeom prst="plus">
              <a:avLst>
                <a:gd name="adj" fmla="val 39301"/>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1258828" y="3393889"/>
            <a:ext cx="339002" cy="1730561"/>
            <a:chOff x="1258828" y="3393889"/>
            <a:chExt cx="339002" cy="1730561"/>
          </a:xfrm>
        </p:grpSpPr>
        <p:sp>
          <p:nvSpPr>
            <p:cNvPr id="8" name="椭圆 7"/>
            <p:cNvSpPr/>
            <p:nvPr/>
          </p:nvSpPr>
          <p:spPr>
            <a:xfrm flipH="1">
              <a:off x="1271767" y="3393889"/>
              <a:ext cx="326063" cy="326063"/>
            </a:xfrm>
            <a:prstGeom prst="ellipse">
              <a:avLst/>
            </a:pr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12" name="任意多边形 11"/>
            <p:cNvSpPr/>
            <p:nvPr/>
          </p:nvSpPr>
          <p:spPr>
            <a:xfrm flipH="1">
              <a:off x="1258828" y="3802708"/>
              <a:ext cx="294538" cy="1321742"/>
            </a:xfrm>
            <a:custGeom>
              <a:avLst/>
              <a:gdLst>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42700 w 283366"/>
                <a:gd name="connsiteY6" fmla="*/ 1156044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6335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67467 w 283366"/>
                <a:gd name="connsiteY6" fmla="*/ 1088380 h 1318567"/>
                <a:gd name="connsiteX7" fmla="*/ 163350 w 283366"/>
                <a:gd name="connsiteY7" fmla="*/ 1159219 h 1318567"/>
                <a:gd name="connsiteX8" fmla="*/ 163460 w 283366"/>
                <a:gd name="connsiteY8" fmla="*/ 1318567 h 1318567"/>
                <a:gd name="connsiteX9" fmla="*/ 264316 w 283366"/>
                <a:gd name="connsiteY9" fmla="*/ 1159219 h 1318567"/>
                <a:gd name="connsiteX10" fmla="*/ 280191 w 283366"/>
                <a:gd name="connsiteY10" fmla="*/ 1044919 h 1318567"/>
                <a:gd name="connsiteX11" fmla="*/ 283366 w 283366"/>
                <a:gd name="connsiteY11" fmla="*/ 90251 h 1318567"/>
                <a:gd name="connsiteX12" fmla="*/ 193116 w 283366"/>
                <a:gd name="connsiteY12" fmla="*/ 1 h 1318567"/>
                <a:gd name="connsiteX13" fmla="*/ 150421 w 283366"/>
                <a:gd name="connsiteY13" fmla="*/ 1 h 1318567"/>
                <a:gd name="connsiteX14" fmla="*/ 150416 w 283366"/>
                <a:gd name="connsiteY14"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280191 w 289441"/>
                <a:gd name="connsiteY10" fmla="*/ 1044919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20475 w 289441"/>
                <a:gd name="connsiteY6" fmla="*/ 1003644 h 1318567"/>
                <a:gd name="connsiteX7" fmla="*/ 67467 w 289441"/>
                <a:gd name="connsiteY7" fmla="*/ 1088380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9842 w 289441"/>
                <a:gd name="connsiteY6" fmla="*/ 93121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72229 w 289441"/>
                <a:gd name="connsiteY5" fmla="*/ 79786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68113 w 289441"/>
                <a:gd name="connsiteY8" fmla="*/ 115921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68113 w 293007"/>
                <a:gd name="connsiteY8" fmla="*/ 1159219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99863 w 293007"/>
                <a:gd name="connsiteY8" fmla="*/ 114969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87163 w 293007"/>
                <a:gd name="connsiteY8" fmla="*/ 115604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453"/>
                <a:gd name="connsiteY0" fmla="*/ 0 h 1309042"/>
                <a:gd name="connsiteX1" fmla="*/ 90250 w 293453"/>
                <a:gd name="connsiteY1" fmla="*/ 0 h 1309042"/>
                <a:gd name="connsiteX2" fmla="*/ 0 w 293453"/>
                <a:gd name="connsiteY2" fmla="*/ 90250 h 1309042"/>
                <a:gd name="connsiteX3" fmla="*/ 0 w 293453"/>
                <a:gd name="connsiteY3" fmla="*/ 642246 h 1309042"/>
                <a:gd name="connsiteX4" fmla="*/ 29269 w 293453"/>
                <a:gd name="connsiteY4" fmla="*/ 642246 h 1309042"/>
                <a:gd name="connsiteX5" fmla="*/ 57942 w 293453"/>
                <a:gd name="connsiteY5" fmla="*/ 793106 h 1309042"/>
                <a:gd name="connsiteX6" fmla="*/ 129379 w 293453"/>
                <a:gd name="connsiteY6" fmla="*/ 912167 h 1309042"/>
                <a:gd name="connsiteX7" fmla="*/ 20475 w 293453"/>
                <a:gd name="connsiteY7" fmla="*/ 1003644 h 1309042"/>
                <a:gd name="connsiteX8" fmla="*/ 187163 w 293453"/>
                <a:gd name="connsiteY8" fmla="*/ 1156044 h 1309042"/>
                <a:gd name="connsiteX9" fmla="*/ 131710 w 293453"/>
                <a:gd name="connsiteY9" fmla="*/ 1309042 h 1309042"/>
                <a:gd name="connsiteX10" fmla="*/ 292891 w 293453"/>
                <a:gd name="connsiteY10" fmla="*/ 1184619 h 1309042"/>
                <a:gd name="connsiteX11" fmla="*/ 188116 w 293453"/>
                <a:gd name="connsiteY11" fmla="*/ 1041744 h 1309042"/>
                <a:gd name="connsiteX12" fmla="*/ 277017 w 293453"/>
                <a:gd name="connsiteY12" fmla="*/ 921692 h 1309042"/>
                <a:gd name="connsiteX13" fmla="*/ 281779 w 293453"/>
                <a:gd name="connsiteY13" fmla="*/ 802630 h 1309042"/>
                <a:gd name="connsiteX14" fmla="*/ 283366 w 293453"/>
                <a:gd name="connsiteY14" fmla="*/ 90251 h 1309042"/>
                <a:gd name="connsiteX15" fmla="*/ 193116 w 293453"/>
                <a:gd name="connsiteY15" fmla="*/ 1 h 1309042"/>
                <a:gd name="connsiteX16" fmla="*/ 150421 w 293453"/>
                <a:gd name="connsiteY16" fmla="*/ 1 h 1309042"/>
                <a:gd name="connsiteX17" fmla="*/ 150416 w 293453"/>
                <a:gd name="connsiteY17" fmla="*/ 0 h 1309042"/>
                <a:gd name="connsiteX0" fmla="*/ 150416 w 293854"/>
                <a:gd name="connsiteY0" fmla="*/ 0 h 1309042"/>
                <a:gd name="connsiteX1" fmla="*/ 90250 w 293854"/>
                <a:gd name="connsiteY1" fmla="*/ 0 h 1309042"/>
                <a:gd name="connsiteX2" fmla="*/ 0 w 293854"/>
                <a:gd name="connsiteY2" fmla="*/ 90250 h 1309042"/>
                <a:gd name="connsiteX3" fmla="*/ 0 w 293854"/>
                <a:gd name="connsiteY3" fmla="*/ 642246 h 1309042"/>
                <a:gd name="connsiteX4" fmla="*/ 29269 w 293854"/>
                <a:gd name="connsiteY4" fmla="*/ 642246 h 1309042"/>
                <a:gd name="connsiteX5" fmla="*/ 57942 w 293854"/>
                <a:gd name="connsiteY5" fmla="*/ 793106 h 1309042"/>
                <a:gd name="connsiteX6" fmla="*/ 129379 w 293854"/>
                <a:gd name="connsiteY6" fmla="*/ 912167 h 1309042"/>
                <a:gd name="connsiteX7" fmla="*/ 20475 w 293854"/>
                <a:gd name="connsiteY7" fmla="*/ 1003644 h 1309042"/>
                <a:gd name="connsiteX8" fmla="*/ 187163 w 293854"/>
                <a:gd name="connsiteY8" fmla="*/ 1156044 h 1309042"/>
                <a:gd name="connsiteX9" fmla="*/ 112660 w 293854"/>
                <a:gd name="connsiteY9" fmla="*/ 1309042 h 1309042"/>
                <a:gd name="connsiteX10" fmla="*/ 292891 w 293854"/>
                <a:gd name="connsiteY10" fmla="*/ 1184619 h 1309042"/>
                <a:gd name="connsiteX11" fmla="*/ 188116 w 293854"/>
                <a:gd name="connsiteY11" fmla="*/ 1041744 h 1309042"/>
                <a:gd name="connsiteX12" fmla="*/ 277017 w 293854"/>
                <a:gd name="connsiteY12" fmla="*/ 921692 h 1309042"/>
                <a:gd name="connsiteX13" fmla="*/ 281779 w 293854"/>
                <a:gd name="connsiteY13" fmla="*/ 802630 h 1309042"/>
                <a:gd name="connsiteX14" fmla="*/ 283366 w 293854"/>
                <a:gd name="connsiteY14" fmla="*/ 90251 h 1309042"/>
                <a:gd name="connsiteX15" fmla="*/ 193116 w 293854"/>
                <a:gd name="connsiteY15" fmla="*/ 1 h 1309042"/>
                <a:gd name="connsiteX16" fmla="*/ 150421 w 293854"/>
                <a:gd name="connsiteY16" fmla="*/ 1 h 1309042"/>
                <a:gd name="connsiteX17" fmla="*/ 150416 w 293854"/>
                <a:gd name="connsiteY17" fmla="*/ 0 h 13090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655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61763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244313 w 294168"/>
                <a:gd name="connsiteY8" fmla="*/ 11782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129379 w 294549"/>
                <a:gd name="connsiteY6" fmla="*/ 912167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84929 w 294549"/>
                <a:gd name="connsiteY6" fmla="*/ 896292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608"/>
                <a:gd name="connsiteY0" fmla="*/ 0 h 1321742"/>
                <a:gd name="connsiteX1" fmla="*/ 90250 w 294608"/>
                <a:gd name="connsiteY1" fmla="*/ 0 h 1321742"/>
                <a:gd name="connsiteX2" fmla="*/ 0 w 294608"/>
                <a:gd name="connsiteY2" fmla="*/ 90250 h 1321742"/>
                <a:gd name="connsiteX3" fmla="*/ 0 w 294608"/>
                <a:gd name="connsiteY3" fmla="*/ 642246 h 1321742"/>
                <a:gd name="connsiteX4" fmla="*/ 29269 w 294608"/>
                <a:gd name="connsiteY4" fmla="*/ 642246 h 1321742"/>
                <a:gd name="connsiteX5" fmla="*/ 57942 w 294608"/>
                <a:gd name="connsiteY5" fmla="*/ 793106 h 1321742"/>
                <a:gd name="connsiteX6" fmla="*/ 84929 w 294608"/>
                <a:gd name="connsiteY6" fmla="*/ 896292 h 1321742"/>
                <a:gd name="connsiteX7" fmla="*/ 20475 w 294608"/>
                <a:gd name="connsiteY7" fmla="*/ 1003644 h 1321742"/>
                <a:gd name="connsiteX8" fmla="*/ 190338 w 294608"/>
                <a:gd name="connsiteY8" fmla="*/ 1168744 h 1321742"/>
                <a:gd name="connsiteX9" fmla="*/ 99960 w 294608"/>
                <a:gd name="connsiteY9" fmla="*/ 1321742 h 1321742"/>
                <a:gd name="connsiteX10" fmla="*/ 292891 w 294608"/>
                <a:gd name="connsiteY10" fmla="*/ 1184619 h 1321742"/>
                <a:gd name="connsiteX11" fmla="*/ 197641 w 294608"/>
                <a:gd name="connsiteY11" fmla="*/ 1016344 h 1321742"/>
                <a:gd name="connsiteX12" fmla="*/ 251617 w 294608"/>
                <a:gd name="connsiteY12" fmla="*/ 889942 h 1321742"/>
                <a:gd name="connsiteX13" fmla="*/ 281779 w 294608"/>
                <a:gd name="connsiteY13" fmla="*/ 802630 h 1321742"/>
                <a:gd name="connsiteX14" fmla="*/ 283366 w 294608"/>
                <a:gd name="connsiteY14" fmla="*/ 90251 h 1321742"/>
                <a:gd name="connsiteX15" fmla="*/ 193116 w 294608"/>
                <a:gd name="connsiteY15" fmla="*/ 1 h 1321742"/>
                <a:gd name="connsiteX16" fmla="*/ 150421 w 294608"/>
                <a:gd name="connsiteY16" fmla="*/ 1 h 1321742"/>
                <a:gd name="connsiteX17" fmla="*/ 150416 w 294608"/>
                <a:gd name="connsiteY17"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84929 w 294538"/>
                <a:gd name="connsiteY6" fmla="*/ 896292 h 1321742"/>
                <a:gd name="connsiteX7" fmla="*/ 20475 w 294538"/>
                <a:gd name="connsiteY7" fmla="*/ 1003644 h 1321742"/>
                <a:gd name="connsiteX8" fmla="*/ 190338 w 294538"/>
                <a:gd name="connsiteY8" fmla="*/ 1168744 h 1321742"/>
                <a:gd name="connsiteX9" fmla="*/ 99960 w 294538"/>
                <a:gd name="connsiteY9" fmla="*/ 1321742 h 1321742"/>
                <a:gd name="connsiteX10" fmla="*/ 292891 w 294538"/>
                <a:gd name="connsiteY10" fmla="*/ 1184619 h 1321742"/>
                <a:gd name="connsiteX11" fmla="*/ 197641 w 294538"/>
                <a:gd name="connsiteY11" fmla="*/ 1016344 h 1321742"/>
                <a:gd name="connsiteX12" fmla="*/ 281779 w 294538"/>
                <a:gd name="connsiteY12" fmla="*/ 802630 h 1321742"/>
                <a:gd name="connsiteX13" fmla="*/ 283366 w 294538"/>
                <a:gd name="connsiteY13" fmla="*/ 90251 h 1321742"/>
                <a:gd name="connsiteX14" fmla="*/ 193116 w 294538"/>
                <a:gd name="connsiteY14" fmla="*/ 1 h 1321742"/>
                <a:gd name="connsiteX15" fmla="*/ 150421 w 294538"/>
                <a:gd name="connsiteY15" fmla="*/ 1 h 1321742"/>
                <a:gd name="connsiteX16" fmla="*/ 150416 w 294538"/>
                <a:gd name="connsiteY16"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20475 w 294538"/>
                <a:gd name="connsiteY6" fmla="*/ 1003644 h 1321742"/>
                <a:gd name="connsiteX7" fmla="*/ 190338 w 294538"/>
                <a:gd name="connsiteY7" fmla="*/ 1168744 h 1321742"/>
                <a:gd name="connsiteX8" fmla="*/ 99960 w 294538"/>
                <a:gd name="connsiteY8" fmla="*/ 1321742 h 1321742"/>
                <a:gd name="connsiteX9" fmla="*/ 292891 w 294538"/>
                <a:gd name="connsiteY9" fmla="*/ 1184619 h 1321742"/>
                <a:gd name="connsiteX10" fmla="*/ 197641 w 294538"/>
                <a:gd name="connsiteY10" fmla="*/ 1016344 h 1321742"/>
                <a:gd name="connsiteX11" fmla="*/ 281779 w 294538"/>
                <a:gd name="connsiteY11" fmla="*/ 802630 h 1321742"/>
                <a:gd name="connsiteX12" fmla="*/ 283366 w 294538"/>
                <a:gd name="connsiteY12" fmla="*/ 90251 h 1321742"/>
                <a:gd name="connsiteX13" fmla="*/ 193116 w 294538"/>
                <a:gd name="connsiteY13" fmla="*/ 1 h 1321742"/>
                <a:gd name="connsiteX14" fmla="*/ 150421 w 294538"/>
                <a:gd name="connsiteY14" fmla="*/ 1 h 1321742"/>
                <a:gd name="connsiteX15" fmla="*/ 150416 w 294538"/>
                <a:gd name="connsiteY15" fmla="*/ 0 h 132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4538" h="1321742">
                  <a:moveTo>
                    <a:pt x="150416" y="0"/>
                  </a:moveTo>
                  <a:lnTo>
                    <a:pt x="90250" y="0"/>
                  </a:lnTo>
                  <a:cubicBezTo>
                    <a:pt x="40406" y="0"/>
                    <a:pt x="0" y="40406"/>
                    <a:pt x="0" y="90250"/>
                  </a:cubicBezTo>
                  <a:lnTo>
                    <a:pt x="0" y="642246"/>
                  </a:lnTo>
                  <a:lnTo>
                    <a:pt x="29269" y="642246"/>
                  </a:lnTo>
                  <a:cubicBezTo>
                    <a:pt x="39720" y="671358"/>
                    <a:pt x="59408" y="732873"/>
                    <a:pt x="57942" y="793106"/>
                  </a:cubicBezTo>
                  <a:cubicBezTo>
                    <a:pt x="56476" y="853339"/>
                    <a:pt x="-1591" y="941038"/>
                    <a:pt x="20475" y="1003644"/>
                  </a:cubicBezTo>
                  <a:cubicBezTo>
                    <a:pt x="42541" y="1066250"/>
                    <a:pt x="158041" y="1131603"/>
                    <a:pt x="190338" y="1168744"/>
                  </a:cubicBezTo>
                  <a:cubicBezTo>
                    <a:pt x="222635" y="1205885"/>
                    <a:pt x="154957" y="1277093"/>
                    <a:pt x="99960" y="1321742"/>
                  </a:cubicBezTo>
                  <a:cubicBezTo>
                    <a:pt x="190729" y="1272859"/>
                    <a:pt x="276611" y="1235519"/>
                    <a:pt x="292891" y="1184619"/>
                  </a:cubicBezTo>
                  <a:cubicBezTo>
                    <a:pt x="309171" y="1133719"/>
                    <a:pt x="199493" y="1080009"/>
                    <a:pt x="197641" y="1016344"/>
                  </a:cubicBezTo>
                  <a:cubicBezTo>
                    <a:pt x="195789" y="952679"/>
                    <a:pt x="267492" y="956979"/>
                    <a:pt x="281779" y="802630"/>
                  </a:cubicBezTo>
                  <a:cubicBezTo>
                    <a:pt x="281250" y="664057"/>
                    <a:pt x="298143" y="224022"/>
                    <a:pt x="283366" y="90251"/>
                  </a:cubicBezTo>
                  <a:cubicBezTo>
                    <a:pt x="283366" y="40407"/>
                    <a:pt x="242960" y="1"/>
                    <a:pt x="193116" y="1"/>
                  </a:cubicBezTo>
                  <a:lnTo>
                    <a:pt x="150421" y="1"/>
                  </a:lnTo>
                  <a:cubicBezTo>
                    <a:pt x="150419" y="1"/>
                    <a:pt x="150418" y="0"/>
                    <a:pt x="150416" y="0"/>
                  </a:cubicBezTo>
                  <a:close/>
                </a:path>
              </a:pathLst>
            </a:cu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grpSp>
      <p:sp>
        <p:nvSpPr>
          <p:cNvPr id="10" name="矩形 9"/>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p:cNvSpPr>
            <a:spLocks noEditPoints="1"/>
          </p:cNvSpPr>
          <p:nvPr/>
        </p:nvSpPr>
        <p:spPr bwMode="auto">
          <a:xfrm flipH="1">
            <a:off x="4914043" y="-1431793"/>
            <a:ext cx="2007723" cy="1658554"/>
          </a:xfrm>
          <a:custGeom>
            <a:avLst/>
            <a:gdLst>
              <a:gd name="T0" fmla="*/ 297 w 308"/>
              <a:gd name="T1" fmla="*/ 148 h 254"/>
              <a:gd name="T2" fmla="*/ 291 w 308"/>
              <a:gd name="T3" fmla="*/ 92 h 254"/>
              <a:gd name="T4" fmla="*/ 170 w 308"/>
              <a:gd name="T5" fmla="*/ 1 h 254"/>
              <a:gd name="T6" fmla="*/ 100 w 308"/>
              <a:gd name="T7" fmla="*/ 69 h 254"/>
              <a:gd name="T8" fmla="*/ 165 w 308"/>
              <a:gd name="T9" fmla="*/ 52 h 254"/>
              <a:gd name="T10" fmla="*/ 173 w 308"/>
              <a:gd name="T11" fmla="*/ 52 h 254"/>
              <a:gd name="T12" fmla="*/ 173 w 308"/>
              <a:gd name="T13" fmla="*/ 153 h 254"/>
              <a:gd name="T14" fmla="*/ 173 w 308"/>
              <a:gd name="T15" fmla="*/ 155 h 254"/>
              <a:gd name="T16" fmla="*/ 172 w 308"/>
              <a:gd name="T17" fmla="*/ 156 h 254"/>
              <a:gd name="T18" fmla="*/ 171 w 308"/>
              <a:gd name="T19" fmla="*/ 157 h 254"/>
              <a:gd name="T20" fmla="*/ 169 w 308"/>
              <a:gd name="T21" fmla="*/ 157 h 254"/>
              <a:gd name="T22" fmla="*/ 169 w 308"/>
              <a:gd name="T23" fmla="*/ 157 h 254"/>
              <a:gd name="T24" fmla="*/ 168 w 308"/>
              <a:gd name="T25" fmla="*/ 157 h 254"/>
              <a:gd name="T26" fmla="*/ 167 w 308"/>
              <a:gd name="T27" fmla="*/ 157 h 254"/>
              <a:gd name="T28" fmla="*/ 153 w 308"/>
              <a:gd name="T29" fmla="*/ 1 h 254"/>
              <a:gd name="T30" fmla="*/ 31 w 308"/>
              <a:gd name="T31" fmla="*/ 44 h 254"/>
              <a:gd name="T32" fmla="*/ 44 w 308"/>
              <a:gd name="T33" fmla="*/ 217 h 254"/>
              <a:gd name="T34" fmla="*/ 77 w 308"/>
              <a:gd name="T35" fmla="*/ 196 h 254"/>
              <a:gd name="T36" fmla="*/ 84 w 308"/>
              <a:gd name="T37" fmla="*/ 197 h 254"/>
              <a:gd name="T38" fmla="*/ 117 w 308"/>
              <a:gd name="T39" fmla="*/ 219 h 254"/>
              <a:gd name="T40" fmla="*/ 123 w 308"/>
              <a:gd name="T41" fmla="*/ 212 h 254"/>
              <a:gd name="T42" fmla="*/ 167 w 308"/>
              <a:gd name="T43" fmla="*/ 168 h 254"/>
              <a:gd name="T44" fmla="*/ 171 w 308"/>
              <a:gd name="T45" fmla="*/ 215 h 254"/>
              <a:gd name="T46" fmla="*/ 167 w 308"/>
              <a:gd name="T47" fmla="*/ 208 h 254"/>
              <a:gd name="T48" fmla="*/ 167 w 308"/>
              <a:gd name="T49" fmla="*/ 176 h 254"/>
              <a:gd name="T50" fmla="*/ 130 w 308"/>
              <a:gd name="T51" fmla="*/ 187 h 254"/>
              <a:gd name="T52" fmla="*/ 145 w 308"/>
              <a:gd name="T53" fmla="*/ 193 h 254"/>
              <a:gd name="T54" fmla="*/ 147 w 308"/>
              <a:gd name="T55" fmla="*/ 201 h 254"/>
              <a:gd name="T56" fmla="*/ 131 w 308"/>
              <a:gd name="T57" fmla="*/ 210 h 254"/>
              <a:gd name="T58" fmla="*/ 148 w 308"/>
              <a:gd name="T59" fmla="*/ 236 h 254"/>
              <a:gd name="T60" fmla="*/ 160 w 308"/>
              <a:gd name="T61" fmla="*/ 225 h 254"/>
              <a:gd name="T62" fmla="*/ 165 w 308"/>
              <a:gd name="T63" fmla="*/ 231 h 254"/>
              <a:gd name="T64" fmla="*/ 154 w 308"/>
              <a:gd name="T65" fmla="*/ 241 h 254"/>
              <a:gd name="T66" fmla="*/ 187 w 308"/>
              <a:gd name="T67" fmla="*/ 253 h 254"/>
              <a:gd name="T68" fmla="*/ 188 w 308"/>
              <a:gd name="T69" fmla="*/ 215 h 254"/>
              <a:gd name="T70" fmla="*/ 195 w 308"/>
              <a:gd name="T71" fmla="*/ 252 h 254"/>
              <a:gd name="T72" fmla="*/ 206 w 308"/>
              <a:gd name="T73" fmla="*/ 210 h 254"/>
              <a:gd name="T74" fmla="*/ 211 w 308"/>
              <a:gd name="T75" fmla="*/ 204 h 254"/>
              <a:gd name="T76" fmla="*/ 247 w 308"/>
              <a:gd name="T77" fmla="*/ 220 h 254"/>
              <a:gd name="T78" fmla="*/ 242 w 308"/>
              <a:gd name="T79" fmla="*/ 210 h 254"/>
              <a:gd name="T80" fmla="*/ 242 w 308"/>
              <a:gd name="T81" fmla="*/ 210 h 254"/>
              <a:gd name="T82" fmla="*/ 223 w 308"/>
              <a:gd name="T83" fmla="*/ 191 h 254"/>
              <a:gd name="T84" fmla="*/ 246 w 308"/>
              <a:gd name="T85" fmla="*/ 203 h 254"/>
              <a:gd name="T86" fmla="*/ 271 w 308"/>
              <a:gd name="T87" fmla="*/ 194 h 254"/>
              <a:gd name="T88" fmla="*/ 241 w 308"/>
              <a:gd name="T89" fmla="*/ 169 h 254"/>
              <a:gd name="T90" fmla="*/ 276 w 308"/>
              <a:gd name="T91" fmla="*/ 188 h 254"/>
              <a:gd name="T92" fmla="*/ 262 w 308"/>
              <a:gd name="T93" fmla="*/ 147 h 254"/>
              <a:gd name="T94" fmla="*/ 264 w 308"/>
              <a:gd name="T95" fmla="*/ 139 h 254"/>
              <a:gd name="T96" fmla="*/ 223 w 308"/>
              <a:gd name="T97" fmla="*/ 96 h 254"/>
              <a:gd name="T98" fmla="*/ 211 w 308"/>
              <a:gd name="T99" fmla="*/ 82 h 254"/>
              <a:gd name="T100" fmla="*/ 204 w 308"/>
              <a:gd name="T101" fmla="*/ 94 h 254"/>
              <a:gd name="T102" fmla="*/ 196 w 308"/>
              <a:gd name="T103" fmla="*/ 91 h 254"/>
              <a:gd name="T104" fmla="*/ 227 w 308"/>
              <a:gd name="T105" fmla="*/ 91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8" h="254">
                <a:moveTo>
                  <a:pt x="264" y="139"/>
                </a:moveTo>
                <a:cubicBezTo>
                  <a:pt x="297" y="148"/>
                  <a:pt x="297" y="148"/>
                  <a:pt x="297" y="148"/>
                </a:cubicBezTo>
                <a:cubicBezTo>
                  <a:pt x="308" y="114"/>
                  <a:pt x="292" y="95"/>
                  <a:pt x="292" y="95"/>
                </a:cubicBezTo>
                <a:cubicBezTo>
                  <a:pt x="292" y="94"/>
                  <a:pt x="291" y="93"/>
                  <a:pt x="291" y="92"/>
                </a:cubicBezTo>
                <a:cubicBezTo>
                  <a:pt x="291" y="92"/>
                  <a:pt x="291" y="62"/>
                  <a:pt x="264" y="37"/>
                </a:cubicBezTo>
                <a:cubicBezTo>
                  <a:pt x="243" y="16"/>
                  <a:pt x="211" y="5"/>
                  <a:pt x="170" y="1"/>
                </a:cubicBezTo>
                <a:cubicBezTo>
                  <a:pt x="169" y="2"/>
                  <a:pt x="169" y="2"/>
                  <a:pt x="169" y="2"/>
                </a:cubicBezTo>
                <a:cubicBezTo>
                  <a:pt x="124" y="22"/>
                  <a:pt x="100" y="45"/>
                  <a:pt x="100" y="69"/>
                </a:cubicBezTo>
                <a:cubicBezTo>
                  <a:pt x="99" y="105"/>
                  <a:pt x="148" y="136"/>
                  <a:pt x="165" y="146"/>
                </a:cubicBezTo>
                <a:cubicBezTo>
                  <a:pt x="165" y="52"/>
                  <a:pt x="165" y="52"/>
                  <a:pt x="165" y="52"/>
                </a:cubicBezTo>
                <a:cubicBezTo>
                  <a:pt x="165" y="50"/>
                  <a:pt x="167" y="48"/>
                  <a:pt x="169" y="48"/>
                </a:cubicBezTo>
                <a:cubicBezTo>
                  <a:pt x="171" y="48"/>
                  <a:pt x="173" y="50"/>
                  <a:pt x="173" y="52"/>
                </a:cubicBezTo>
                <a:cubicBezTo>
                  <a:pt x="173" y="153"/>
                  <a:pt x="173" y="153"/>
                  <a:pt x="173" y="153"/>
                </a:cubicBezTo>
                <a:cubicBezTo>
                  <a:pt x="173" y="153"/>
                  <a:pt x="173" y="153"/>
                  <a:pt x="173" y="153"/>
                </a:cubicBezTo>
                <a:cubicBezTo>
                  <a:pt x="173" y="153"/>
                  <a:pt x="173" y="154"/>
                  <a:pt x="173" y="154"/>
                </a:cubicBezTo>
                <a:cubicBezTo>
                  <a:pt x="173" y="154"/>
                  <a:pt x="173" y="154"/>
                  <a:pt x="173" y="155"/>
                </a:cubicBezTo>
                <a:cubicBezTo>
                  <a:pt x="173" y="155"/>
                  <a:pt x="173" y="155"/>
                  <a:pt x="173" y="155"/>
                </a:cubicBezTo>
                <a:cubicBezTo>
                  <a:pt x="172" y="155"/>
                  <a:pt x="172" y="155"/>
                  <a:pt x="172" y="156"/>
                </a:cubicBezTo>
                <a:cubicBezTo>
                  <a:pt x="172" y="156"/>
                  <a:pt x="172" y="156"/>
                  <a:pt x="172" y="156"/>
                </a:cubicBezTo>
                <a:cubicBezTo>
                  <a:pt x="171" y="156"/>
                  <a:pt x="171" y="156"/>
                  <a:pt x="171" y="157"/>
                </a:cubicBezTo>
                <a:cubicBezTo>
                  <a:pt x="171" y="157"/>
                  <a:pt x="171" y="157"/>
                  <a:pt x="170" y="157"/>
                </a:cubicBezTo>
                <a:cubicBezTo>
                  <a:pt x="170" y="157"/>
                  <a:pt x="170" y="157"/>
                  <a:pt x="169" y="157"/>
                </a:cubicBezTo>
                <a:cubicBezTo>
                  <a:pt x="169" y="157"/>
                  <a:pt x="169" y="157"/>
                  <a:pt x="169" y="157"/>
                </a:cubicBezTo>
                <a:cubicBezTo>
                  <a:pt x="169" y="157"/>
                  <a:pt x="169" y="157"/>
                  <a:pt x="169" y="157"/>
                </a:cubicBezTo>
                <a:cubicBezTo>
                  <a:pt x="169" y="157"/>
                  <a:pt x="169" y="157"/>
                  <a:pt x="169" y="157"/>
                </a:cubicBezTo>
                <a:cubicBezTo>
                  <a:pt x="169" y="157"/>
                  <a:pt x="168" y="157"/>
                  <a:pt x="168" y="157"/>
                </a:cubicBezTo>
                <a:cubicBezTo>
                  <a:pt x="168" y="157"/>
                  <a:pt x="167" y="157"/>
                  <a:pt x="167" y="157"/>
                </a:cubicBezTo>
                <a:cubicBezTo>
                  <a:pt x="167" y="157"/>
                  <a:pt x="167" y="157"/>
                  <a:pt x="167" y="157"/>
                </a:cubicBezTo>
                <a:cubicBezTo>
                  <a:pt x="164" y="155"/>
                  <a:pt x="91" y="118"/>
                  <a:pt x="92" y="69"/>
                </a:cubicBezTo>
                <a:cubicBezTo>
                  <a:pt x="92" y="44"/>
                  <a:pt x="113" y="21"/>
                  <a:pt x="153" y="1"/>
                </a:cubicBezTo>
                <a:cubicBezTo>
                  <a:pt x="147" y="0"/>
                  <a:pt x="140" y="0"/>
                  <a:pt x="132" y="1"/>
                </a:cubicBezTo>
                <a:cubicBezTo>
                  <a:pt x="84" y="3"/>
                  <a:pt x="50" y="17"/>
                  <a:pt x="31" y="44"/>
                </a:cubicBezTo>
                <a:cubicBezTo>
                  <a:pt x="0" y="87"/>
                  <a:pt x="19" y="149"/>
                  <a:pt x="19" y="150"/>
                </a:cubicBezTo>
                <a:cubicBezTo>
                  <a:pt x="44" y="217"/>
                  <a:pt x="44" y="217"/>
                  <a:pt x="44" y="217"/>
                </a:cubicBezTo>
                <a:cubicBezTo>
                  <a:pt x="65" y="217"/>
                  <a:pt x="65" y="217"/>
                  <a:pt x="65" y="217"/>
                </a:cubicBezTo>
                <a:cubicBezTo>
                  <a:pt x="77" y="196"/>
                  <a:pt x="77" y="196"/>
                  <a:pt x="77" y="196"/>
                </a:cubicBezTo>
                <a:cubicBezTo>
                  <a:pt x="78" y="195"/>
                  <a:pt x="79" y="194"/>
                  <a:pt x="81" y="194"/>
                </a:cubicBezTo>
                <a:cubicBezTo>
                  <a:pt x="82" y="194"/>
                  <a:pt x="84" y="195"/>
                  <a:pt x="84" y="197"/>
                </a:cubicBezTo>
                <a:cubicBezTo>
                  <a:pt x="94" y="218"/>
                  <a:pt x="94" y="218"/>
                  <a:pt x="94" y="218"/>
                </a:cubicBezTo>
                <a:cubicBezTo>
                  <a:pt x="117" y="219"/>
                  <a:pt x="117" y="219"/>
                  <a:pt x="117" y="219"/>
                </a:cubicBezTo>
                <a:cubicBezTo>
                  <a:pt x="120" y="214"/>
                  <a:pt x="120" y="214"/>
                  <a:pt x="120" y="214"/>
                </a:cubicBezTo>
                <a:cubicBezTo>
                  <a:pt x="120" y="213"/>
                  <a:pt x="122" y="212"/>
                  <a:pt x="123" y="212"/>
                </a:cubicBezTo>
                <a:cubicBezTo>
                  <a:pt x="121" y="207"/>
                  <a:pt x="116" y="194"/>
                  <a:pt x="123" y="183"/>
                </a:cubicBezTo>
                <a:cubicBezTo>
                  <a:pt x="129" y="172"/>
                  <a:pt x="144" y="167"/>
                  <a:pt x="167" y="168"/>
                </a:cubicBezTo>
                <a:cubicBezTo>
                  <a:pt x="187" y="168"/>
                  <a:pt x="197" y="172"/>
                  <a:pt x="199" y="180"/>
                </a:cubicBezTo>
                <a:cubicBezTo>
                  <a:pt x="203" y="194"/>
                  <a:pt x="177" y="211"/>
                  <a:pt x="171" y="215"/>
                </a:cubicBezTo>
                <a:cubicBezTo>
                  <a:pt x="169" y="216"/>
                  <a:pt x="167" y="215"/>
                  <a:pt x="166" y="213"/>
                </a:cubicBezTo>
                <a:cubicBezTo>
                  <a:pt x="164" y="212"/>
                  <a:pt x="165" y="209"/>
                  <a:pt x="167" y="208"/>
                </a:cubicBezTo>
                <a:cubicBezTo>
                  <a:pt x="178" y="201"/>
                  <a:pt x="193" y="188"/>
                  <a:pt x="192" y="182"/>
                </a:cubicBezTo>
                <a:cubicBezTo>
                  <a:pt x="191" y="179"/>
                  <a:pt x="184" y="176"/>
                  <a:pt x="167" y="176"/>
                </a:cubicBezTo>
                <a:cubicBezTo>
                  <a:pt x="166" y="176"/>
                  <a:pt x="165" y="176"/>
                  <a:pt x="163" y="176"/>
                </a:cubicBezTo>
                <a:cubicBezTo>
                  <a:pt x="146" y="176"/>
                  <a:pt x="134" y="180"/>
                  <a:pt x="130" y="187"/>
                </a:cubicBezTo>
                <a:cubicBezTo>
                  <a:pt x="128" y="190"/>
                  <a:pt x="127" y="193"/>
                  <a:pt x="127" y="196"/>
                </a:cubicBezTo>
                <a:cubicBezTo>
                  <a:pt x="145" y="193"/>
                  <a:pt x="145" y="193"/>
                  <a:pt x="145" y="193"/>
                </a:cubicBezTo>
                <a:cubicBezTo>
                  <a:pt x="148" y="192"/>
                  <a:pt x="150" y="194"/>
                  <a:pt x="150" y="196"/>
                </a:cubicBezTo>
                <a:cubicBezTo>
                  <a:pt x="150" y="198"/>
                  <a:pt x="149" y="200"/>
                  <a:pt x="147" y="201"/>
                </a:cubicBezTo>
                <a:cubicBezTo>
                  <a:pt x="129" y="204"/>
                  <a:pt x="129" y="204"/>
                  <a:pt x="129" y="204"/>
                </a:cubicBezTo>
                <a:cubicBezTo>
                  <a:pt x="130" y="207"/>
                  <a:pt x="131" y="210"/>
                  <a:pt x="131" y="210"/>
                </a:cubicBezTo>
                <a:cubicBezTo>
                  <a:pt x="131" y="210"/>
                  <a:pt x="132" y="210"/>
                  <a:pt x="132" y="211"/>
                </a:cubicBezTo>
                <a:cubicBezTo>
                  <a:pt x="132" y="211"/>
                  <a:pt x="137" y="224"/>
                  <a:pt x="148" y="236"/>
                </a:cubicBezTo>
                <a:cubicBezTo>
                  <a:pt x="148" y="236"/>
                  <a:pt x="148" y="235"/>
                  <a:pt x="149" y="235"/>
                </a:cubicBezTo>
                <a:cubicBezTo>
                  <a:pt x="160" y="225"/>
                  <a:pt x="160" y="225"/>
                  <a:pt x="160" y="225"/>
                </a:cubicBezTo>
                <a:cubicBezTo>
                  <a:pt x="162" y="224"/>
                  <a:pt x="164" y="224"/>
                  <a:pt x="166" y="225"/>
                </a:cubicBezTo>
                <a:cubicBezTo>
                  <a:pt x="167" y="227"/>
                  <a:pt x="167" y="229"/>
                  <a:pt x="165" y="231"/>
                </a:cubicBezTo>
                <a:cubicBezTo>
                  <a:pt x="154" y="241"/>
                  <a:pt x="154" y="241"/>
                  <a:pt x="154" y="241"/>
                </a:cubicBezTo>
                <a:cubicBezTo>
                  <a:pt x="154" y="241"/>
                  <a:pt x="154" y="241"/>
                  <a:pt x="154" y="241"/>
                </a:cubicBezTo>
                <a:cubicBezTo>
                  <a:pt x="160" y="246"/>
                  <a:pt x="167" y="251"/>
                  <a:pt x="175" y="252"/>
                </a:cubicBezTo>
                <a:cubicBezTo>
                  <a:pt x="179" y="253"/>
                  <a:pt x="183" y="254"/>
                  <a:pt x="187" y="253"/>
                </a:cubicBezTo>
                <a:cubicBezTo>
                  <a:pt x="184" y="220"/>
                  <a:pt x="184" y="220"/>
                  <a:pt x="184" y="220"/>
                </a:cubicBezTo>
                <a:cubicBezTo>
                  <a:pt x="184" y="217"/>
                  <a:pt x="185" y="216"/>
                  <a:pt x="188" y="215"/>
                </a:cubicBezTo>
                <a:cubicBezTo>
                  <a:pt x="190" y="215"/>
                  <a:pt x="192" y="217"/>
                  <a:pt x="192" y="219"/>
                </a:cubicBezTo>
                <a:cubicBezTo>
                  <a:pt x="195" y="252"/>
                  <a:pt x="195" y="252"/>
                  <a:pt x="195" y="252"/>
                </a:cubicBezTo>
                <a:cubicBezTo>
                  <a:pt x="206" y="250"/>
                  <a:pt x="219" y="244"/>
                  <a:pt x="231" y="234"/>
                </a:cubicBezTo>
                <a:cubicBezTo>
                  <a:pt x="206" y="210"/>
                  <a:pt x="206" y="210"/>
                  <a:pt x="206" y="210"/>
                </a:cubicBezTo>
                <a:cubicBezTo>
                  <a:pt x="204" y="208"/>
                  <a:pt x="204" y="205"/>
                  <a:pt x="206" y="204"/>
                </a:cubicBezTo>
                <a:cubicBezTo>
                  <a:pt x="207" y="202"/>
                  <a:pt x="210" y="202"/>
                  <a:pt x="211" y="204"/>
                </a:cubicBezTo>
                <a:cubicBezTo>
                  <a:pt x="238" y="229"/>
                  <a:pt x="238" y="229"/>
                  <a:pt x="238" y="229"/>
                </a:cubicBezTo>
                <a:cubicBezTo>
                  <a:pt x="241" y="226"/>
                  <a:pt x="244" y="223"/>
                  <a:pt x="247" y="220"/>
                </a:cubicBezTo>
                <a:cubicBezTo>
                  <a:pt x="249" y="219"/>
                  <a:pt x="250" y="218"/>
                  <a:pt x="251" y="216"/>
                </a:cubicBezTo>
                <a:cubicBezTo>
                  <a:pt x="242" y="210"/>
                  <a:pt x="242" y="210"/>
                  <a:pt x="242" y="210"/>
                </a:cubicBezTo>
                <a:cubicBezTo>
                  <a:pt x="242" y="210"/>
                  <a:pt x="242" y="210"/>
                  <a:pt x="242" y="210"/>
                </a:cubicBezTo>
                <a:cubicBezTo>
                  <a:pt x="242" y="210"/>
                  <a:pt x="242" y="210"/>
                  <a:pt x="242" y="210"/>
                </a:cubicBezTo>
                <a:cubicBezTo>
                  <a:pt x="224" y="197"/>
                  <a:pt x="224" y="197"/>
                  <a:pt x="224" y="197"/>
                </a:cubicBezTo>
                <a:cubicBezTo>
                  <a:pt x="222" y="195"/>
                  <a:pt x="221" y="193"/>
                  <a:pt x="223" y="191"/>
                </a:cubicBezTo>
                <a:cubicBezTo>
                  <a:pt x="224" y="189"/>
                  <a:pt x="227" y="189"/>
                  <a:pt x="228" y="190"/>
                </a:cubicBezTo>
                <a:cubicBezTo>
                  <a:pt x="246" y="203"/>
                  <a:pt x="246" y="203"/>
                  <a:pt x="246" y="203"/>
                </a:cubicBezTo>
                <a:cubicBezTo>
                  <a:pt x="257" y="210"/>
                  <a:pt x="257" y="210"/>
                  <a:pt x="257" y="210"/>
                </a:cubicBezTo>
                <a:cubicBezTo>
                  <a:pt x="262" y="205"/>
                  <a:pt x="267" y="200"/>
                  <a:pt x="271" y="194"/>
                </a:cubicBezTo>
                <a:cubicBezTo>
                  <a:pt x="242" y="174"/>
                  <a:pt x="242" y="174"/>
                  <a:pt x="242" y="174"/>
                </a:cubicBezTo>
                <a:cubicBezTo>
                  <a:pt x="240" y="173"/>
                  <a:pt x="239" y="171"/>
                  <a:pt x="241" y="169"/>
                </a:cubicBezTo>
                <a:cubicBezTo>
                  <a:pt x="242" y="167"/>
                  <a:pt x="244" y="167"/>
                  <a:pt x="246" y="168"/>
                </a:cubicBezTo>
                <a:cubicBezTo>
                  <a:pt x="276" y="188"/>
                  <a:pt x="276" y="188"/>
                  <a:pt x="276" y="188"/>
                </a:cubicBezTo>
                <a:cubicBezTo>
                  <a:pt x="284" y="176"/>
                  <a:pt x="290" y="165"/>
                  <a:pt x="294" y="156"/>
                </a:cubicBezTo>
                <a:cubicBezTo>
                  <a:pt x="262" y="147"/>
                  <a:pt x="262" y="147"/>
                  <a:pt x="262" y="147"/>
                </a:cubicBezTo>
                <a:cubicBezTo>
                  <a:pt x="260" y="147"/>
                  <a:pt x="258" y="144"/>
                  <a:pt x="259" y="142"/>
                </a:cubicBezTo>
                <a:cubicBezTo>
                  <a:pt x="259" y="140"/>
                  <a:pt x="262" y="139"/>
                  <a:pt x="264" y="139"/>
                </a:cubicBezTo>
                <a:close/>
                <a:moveTo>
                  <a:pt x="224" y="96"/>
                </a:moveTo>
                <a:cubicBezTo>
                  <a:pt x="224" y="96"/>
                  <a:pt x="223" y="96"/>
                  <a:pt x="223" y="96"/>
                </a:cubicBezTo>
                <a:cubicBezTo>
                  <a:pt x="221" y="96"/>
                  <a:pt x="220" y="96"/>
                  <a:pt x="219" y="94"/>
                </a:cubicBezTo>
                <a:cubicBezTo>
                  <a:pt x="214" y="82"/>
                  <a:pt x="211" y="82"/>
                  <a:pt x="211" y="82"/>
                </a:cubicBezTo>
                <a:cubicBezTo>
                  <a:pt x="211" y="82"/>
                  <a:pt x="211" y="82"/>
                  <a:pt x="211" y="82"/>
                </a:cubicBezTo>
                <a:cubicBezTo>
                  <a:pt x="209" y="82"/>
                  <a:pt x="206" y="88"/>
                  <a:pt x="204" y="94"/>
                </a:cubicBezTo>
                <a:cubicBezTo>
                  <a:pt x="203" y="96"/>
                  <a:pt x="201" y="97"/>
                  <a:pt x="199" y="96"/>
                </a:cubicBezTo>
                <a:cubicBezTo>
                  <a:pt x="197" y="96"/>
                  <a:pt x="196" y="93"/>
                  <a:pt x="196" y="91"/>
                </a:cubicBezTo>
                <a:cubicBezTo>
                  <a:pt x="197" y="89"/>
                  <a:pt x="202" y="75"/>
                  <a:pt x="210" y="74"/>
                </a:cubicBezTo>
                <a:cubicBezTo>
                  <a:pt x="218" y="74"/>
                  <a:pt x="223" y="83"/>
                  <a:pt x="227" y="91"/>
                </a:cubicBezTo>
                <a:cubicBezTo>
                  <a:pt x="227" y="93"/>
                  <a:pt x="227" y="95"/>
                  <a:pt x="224" y="9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400225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圆角矩形 77"/>
          <p:cNvSpPr/>
          <p:nvPr/>
        </p:nvSpPr>
        <p:spPr>
          <a:xfrm>
            <a:off x="928608" y="3250622"/>
            <a:ext cx="4965700" cy="2667530"/>
          </a:xfrm>
          <a:prstGeom prst="roundRect">
            <a:avLst/>
          </a:prstGeom>
          <a:solidFill>
            <a:schemeClr val="tx1">
              <a:lumMod val="85000"/>
              <a:lumOff val="15000"/>
            </a:schemeClr>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9" name="圆角矩形 78"/>
          <p:cNvSpPr/>
          <p:nvPr/>
        </p:nvSpPr>
        <p:spPr>
          <a:xfrm>
            <a:off x="6474891" y="3250622"/>
            <a:ext cx="4965700" cy="2667530"/>
          </a:xfrm>
          <a:prstGeom prst="roundRect">
            <a:avLst/>
          </a:prstGeom>
          <a:solidFill>
            <a:schemeClr val="tx1">
              <a:lumMod val="85000"/>
              <a:lumOff val="15000"/>
            </a:schemeClr>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 name="标题 1"/>
          <p:cNvSpPr>
            <a:spLocks noGrp="1"/>
          </p:cNvSpPr>
          <p:nvPr>
            <p:ph type="title"/>
          </p:nvPr>
        </p:nvSpPr>
        <p:spPr>
          <a:xfrm>
            <a:off x="838200" y="283072"/>
            <a:ext cx="10515600" cy="769441"/>
          </a:xfrm>
        </p:spPr>
        <p:txBody>
          <a:bodyPr>
            <a:normAutofit/>
          </a:bodyPr>
          <a:lstStyle/>
          <a:p>
            <a:pPr marR="0" rtl="0"/>
            <a:r>
              <a:rPr lang="zh-CN" altLang="en-US" dirty="0" smtClean="0">
                <a:solidFill>
                  <a:schemeClr val="accent4"/>
                </a:solidFill>
              </a:rPr>
              <a:t>何谓</a:t>
            </a:r>
            <a:r>
              <a:rPr lang="zh-CN" altLang="en-US" dirty="0">
                <a:solidFill>
                  <a:schemeClr val="accent3"/>
                </a:solidFill>
              </a:rPr>
              <a:t>存活</a:t>
            </a:r>
            <a:r>
              <a:rPr lang="zh-CN" altLang="en-US" dirty="0">
                <a:solidFill>
                  <a:schemeClr val="accent4"/>
                </a:solidFill>
              </a:rPr>
              <a:t>？</a:t>
            </a:r>
          </a:p>
        </p:txBody>
      </p:sp>
      <p:sp>
        <p:nvSpPr>
          <p:cNvPr id="3" name="文本占位符 2"/>
          <p:cNvSpPr>
            <a:spLocks noGrp="1"/>
          </p:cNvSpPr>
          <p:nvPr>
            <p:ph idx="1"/>
          </p:nvPr>
        </p:nvSpPr>
        <p:spPr>
          <a:xfrm>
            <a:off x="838200" y="1374447"/>
            <a:ext cx="7869525" cy="461665"/>
          </a:xfrm>
        </p:spPr>
        <p:txBody>
          <a:bodyPr wrap="square">
            <a:spAutoFit/>
          </a:bodyPr>
          <a:lstStyle/>
          <a:p>
            <a:pPr marL="0" marR="0" lvl="0" indent="0" rtl="0">
              <a:buNone/>
            </a:pPr>
            <a:r>
              <a:rPr lang="zh-CN" altLang="en-US" sz="2400" dirty="0" smtClean="0">
                <a:solidFill>
                  <a:schemeClr val="tx1"/>
                </a:solidFill>
              </a:rPr>
              <a:t>从</a:t>
            </a:r>
            <a:r>
              <a:rPr lang="zh-CN" altLang="en-US" sz="2400" dirty="0">
                <a:solidFill>
                  <a:schemeClr val="tx1"/>
                </a:solidFill>
              </a:rPr>
              <a:t>过去到现在到未来，</a:t>
            </a:r>
            <a:r>
              <a:rPr lang="zh-CN" altLang="en-US" sz="2400" b="1" dirty="0">
                <a:solidFill>
                  <a:schemeClr val="accent3"/>
                </a:solidFill>
              </a:rPr>
              <a:t>同</a:t>
            </a:r>
            <a:r>
              <a:rPr lang="zh-CN" altLang="en-US" sz="2400" b="1" dirty="0" smtClean="0">
                <a:solidFill>
                  <a:schemeClr val="accent3"/>
                </a:solidFill>
              </a:rPr>
              <a:t>一个人连续地存在于时空之中。</a:t>
            </a:r>
            <a:endParaRPr lang="en-US" altLang="zh-CN" sz="2400" b="1" dirty="0" smtClean="0">
              <a:solidFill>
                <a:schemeClr val="accent3"/>
              </a:solidFill>
            </a:endParaRPr>
          </a:p>
        </p:txBody>
      </p:sp>
      <p:sp>
        <p:nvSpPr>
          <p:cNvPr id="47" name="圆角矩形 46"/>
          <p:cNvSpPr/>
          <p:nvPr/>
        </p:nvSpPr>
        <p:spPr>
          <a:xfrm>
            <a:off x="928608" y="3210757"/>
            <a:ext cx="4965700" cy="2667530"/>
          </a:xfrm>
          <a:prstGeom prst="roundRect">
            <a:avLst/>
          </a:prstGeom>
          <a:solidFill>
            <a:schemeClr val="bg1"/>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9" name="圆角矩形 48"/>
          <p:cNvSpPr/>
          <p:nvPr/>
        </p:nvSpPr>
        <p:spPr>
          <a:xfrm>
            <a:off x="6474891" y="3210757"/>
            <a:ext cx="4965700" cy="2667530"/>
          </a:xfrm>
          <a:prstGeom prst="roundRect">
            <a:avLst/>
          </a:prstGeom>
          <a:solidFill>
            <a:schemeClr val="bg1"/>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5" name="组合 4"/>
          <p:cNvGrpSpPr/>
          <p:nvPr/>
        </p:nvGrpSpPr>
        <p:grpSpPr>
          <a:xfrm>
            <a:off x="-1" y="886425"/>
            <a:ext cx="4628510" cy="151305"/>
            <a:chOff x="2089290" y="911825"/>
            <a:chExt cx="4666997" cy="151305"/>
          </a:xfrm>
          <a:solidFill>
            <a:schemeClr val="tx1">
              <a:lumMod val="95000"/>
              <a:lumOff val="5000"/>
            </a:schemeClr>
          </a:solidFill>
        </p:grpSpPr>
        <p:cxnSp>
          <p:nvCxnSpPr>
            <p:cNvPr id="6" name="直接连接符 5"/>
            <p:cNvCxnSpPr/>
            <p:nvPr/>
          </p:nvCxnSpPr>
          <p:spPr>
            <a:xfrm flipH="1">
              <a:off x="2089290" y="1063130"/>
              <a:ext cx="3766999"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1566628" y="3591287"/>
            <a:ext cx="761747" cy="2168966"/>
            <a:chOff x="1178636" y="3419614"/>
            <a:chExt cx="761747" cy="2168966"/>
          </a:xfrm>
        </p:grpSpPr>
        <p:grpSp>
          <p:nvGrpSpPr>
            <p:cNvPr id="15" name="组合 14"/>
            <p:cNvGrpSpPr/>
            <p:nvPr/>
          </p:nvGrpSpPr>
          <p:grpSpPr>
            <a:xfrm>
              <a:off x="1373347" y="3419614"/>
              <a:ext cx="372325" cy="1340429"/>
              <a:chOff x="12946854" y="1511457"/>
              <a:chExt cx="981076" cy="3532030"/>
            </a:xfrm>
            <a:solidFill>
              <a:schemeClr val="tx1">
                <a:lumMod val="85000"/>
                <a:lumOff val="15000"/>
              </a:schemeClr>
            </a:solidFill>
          </p:grpSpPr>
          <p:sp>
            <p:nvSpPr>
              <p:cNvPr id="16" name="椭圆 15"/>
              <p:cNvSpPr/>
              <p:nvPr/>
            </p:nvSpPr>
            <p:spPr>
              <a:xfrm>
                <a:off x="13094493" y="1511457"/>
                <a:ext cx="685800" cy="685800"/>
              </a:xfrm>
              <a:prstGeom prst="ellipse">
                <a:avLst/>
              </a:prstGeom>
              <a:solidFill>
                <a:schemeClr val="tx1">
                  <a:lumMod val="95000"/>
                  <a:lumOff val="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a:off x="12946854" y="2315966"/>
                <a:ext cx="981076" cy="2727521"/>
              </a:xfrm>
              <a:custGeom>
                <a:avLst/>
                <a:gdLst>
                  <a:gd name="connsiteX0" fmla="*/ 490538 w 981076"/>
                  <a:gd name="connsiteY0" fmla="*/ 0 h 2727521"/>
                  <a:gd name="connsiteX1" fmla="*/ 971110 w 981076"/>
                  <a:gd name="connsiteY1" fmla="*/ 376467 h 2727521"/>
                  <a:gd name="connsiteX2" fmla="*/ 979094 w 981076"/>
                  <a:gd name="connsiteY2" fmla="*/ 452585 h 2727521"/>
                  <a:gd name="connsiteX3" fmla="*/ 981075 w 981076"/>
                  <a:gd name="connsiteY3" fmla="*/ 463393 h 2727521"/>
                  <a:gd name="connsiteX4" fmla="*/ 980766 w 981076"/>
                  <a:gd name="connsiteY4" fmla="*/ 468527 h 2727521"/>
                  <a:gd name="connsiteX5" fmla="*/ 981076 w 981076"/>
                  <a:gd name="connsiteY5" fmla="*/ 471488 h 2727521"/>
                  <a:gd name="connsiteX6" fmla="*/ 979925 w 981076"/>
                  <a:gd name="connsiteY6" fmla="*/ 482461 h 2727521"/>
                  <a:gd name="connsiteX7" fmla="*/ 923925 w 981076"/>
                  <a:gd name="connsiteY7" fmla="*/ 1411125 h 2727521"/>
                  <a:gd name="connsiteX8" fmla="*/ 880682 w 981076"/>
                  <a:gd name="connsiteY8" fmla="*/ 1515522 h 2727521"/>
                  <a:gd name="connsiteX9" fmla="*/ 860584 w 981076"/>
                  <a:gd name="connsiteY9" fmla="*/ 1529073 h 2727521"/>
                  <a:gd name="connsiteX10" fmla="*/ 860583 w 981076"/>
                  <a:gd name="connsiteY10" fmla="*/ 2598933 h 2727521"/>
                  <a:gd name="connsiteX11" fmla="*/ 731995 w 981076"/>
                  <a:gd name="connsiteY11" fmla="*/ 2727521 h 2727521"/>
                  <a:gd name="connsiteX12" fmla="*/ 646271 w 981076"/>
                  <a:gd name="connsiteY12" fmla="*/ 2727520 h 2727521"/>
                  <a:gd name="connsiteX13" fmla="*/ 517683 w 981076"/>
                  <a:gd name="connsiteY13" fmla="*/ 2598932 h 2727521"/>
                  <a:gd name="connsiteX14" fmla="*/ 517683 w 981076"/>
                  <a:gd name="connsiteY14" fmla="*/ 1558765 h 2727521"/>
                  <a:gd name="connsiteX15" fmla="*/ 484822 w 981076"/>
                  <a:gd name="connsiteY15" fmla="*/ 1558765 h 2727521"/>
                  <a:gd name="connsiteX16" fmla="*/ 484821 w 981076"/>
                  <a:gd name="connsiteY16" fmla="*/ 2598933 h 2727521"/>
                  <a:gd name="connsiteX17" fmla="*/ 356233 w 981076"/>
                  <a:gd name="connsiteY17" fmla="*/ 2727521 h 2727521"/>
                  <a:gd name="connsiteX18" fmla="*/ 270509 w 981076"/>
                  <a:gd name="connsiteY18" fmla="*/ 2727520 h 2727521"/>
                  <a:gd name="connsiteX19" fmla="*/ 141921 w 981076"/>
                  <a:gd name="connsiteY19" fmla="*/ 2598932 h 2727521"/>
                  <a:gd name="connsiteX20" fmla="*/ 141921 w 981076"/>
                  <a:gd name="connsiteY20" fmla="*/ 1549918 h 2727521"/>
                  <a:gd name="connsiteX21" fmla="*/ 128272 w 981076"/>
                  <a:gd name="connsiteY21" fmla="*/ 1547163 h 2727521"/>
                  <a:gd name="connsiteX22" fmla="*/ 38100 w 981076"/>
                  <a:gd name="connsiteY22" fmla="*/ 1411125 h 2727521"/>
                  <a:gd name="connsiteX23" fmla="*/ 5953 w 981076"/>
                  <a:gd name="connsiteY23" fmla="*/ 700326 h 2727521"/>
                  <a:gd name="connsiteX24" fmla="*/ 268 w 981076"/>
                  <a:gd name="connsiteY24" fmla="*/ 474038 h 2727521"/>
                  <a:gd name="connsiteX25" fmla="*/ 0 w 981076"/>
                  <a:gd name="connsiteY25" fmla="*/ 471488 h 2727521"/>
                  <a:gd name="connsiteX26" fmla="*/ 164 w 981076"/>
                  <a:gd name="connsiteY26" fmla="*/ 469924 h 2727521"/>
                  <a:gd name="connsiteX27" fmla="*/ 0 w 981076"/>
                  <a:gd name="connsiteY27" fmla="*/ 463393 h 2727521"/>
                  <a:gd name="connsiteX28" fmla="*/ 2597 w 981076"/>
                  <a:gd name="connsiteY28" fmla="*/ 446729 h 2727521"/>
                  <a:gd name="connsiteX29" fmla="*/ 9966 w 981076"/>
                  <a:gd name="connsiteY29" fmla="*/ 376467 h 2727521"/>
                  <a:gd name="connsiteX30" fmla="*/ 490538 w 981076"/>
                  <a:gd name="connsiteY30" fmla="*/ 0 h 272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81076" h="2727521">
                    <a:moveTo>
                      <a:pt x="490538" y="0"/>
                    </a:moveTo>
                    <a:cubicBezTo>
                      <a:pt x="727590" y="0"/>
                      <a:pt x="925369" y="161617"/>
                      <a:pt x="971110" y="376467"/>
                    </a:cubicBezTo>
                    <a:lnTo>
                      <a:pt x="979094" y="452585"/>
                    </a:lnTo>
                    <a:lnTo>
                      <a:pt x="981075" y="463393"/>
                    </a:lnTo>
                    <a:lnTo>
                      <a:pt x="980766" y="468527"/>
                    </a:lnTo>
                    <a:lnTo>
                      <a:pt x="981076" y="471488"/>
                    </a:lnTo>
                    <a:lnTo>
                      <a:pt x="979925" y="482461"/>
                    </a:lnTo>
                    <a:lnTo>
                      <a:pt x="923925" y="1411125"/>
                    </a:lnTo>
                    <a:cubicBezTo>
                      <a:pt x="923925" y="1451895"/>
                      <a:pt x="907400" y="1488805"/>
                      <a:pt x="880682" y="1515522"/>
                    </a:cubicBezTo>
                    <a:lnTo>
                      <a:pt x="860584" y="1529073"/>
                    </a:lnTo>
                    <a:lnTo>
                      <a:pt x="860583" y="2598933"/>
                    </a:lnTo>
                    <a:cubicBezTo>
                      <a:pt x="860583" y="2669950"/>
                      <a:pt x="803012" y="2727521"/>
                      <a:pt x="731995" y="2727521"/>
                    </a:cubicBezTo>
                    <a:lnTo>
                      <a:pt x="646271" y="2727520"/>
                    </a:lnTo>
                    <a:cubicBezTo>
                      <a:pt x="575254" y="2727520"/>
                      <a:pt x="517683" y="2669949"/>
                      <a:pt x="517683" y="2598932"/>
                    </a:cubicBezTo>
                    <a:lnTo>
                      <a:pt x="517683" y="1558765"/>
                    </a:lnTo>
                    <a:lnTo>
                      <a:pt x="484822" y="1558765"/>
                    </a:lnTo>
                    <a:lnTo>
                      <a:pt x="484821" y="2598933"/>
                    </a:lnTo>
                    <a:cubicBezTo>
                      <a:pt x="484821" y="2669950"/>
                      <a:pt x="427250" y="2727521"/>
                      <a:pt x="356233" y="2727521"/>
                    </a:cubicBezTo>
                    <a:lnTo>
                      <a:pt x="270509" y="2727520"/>
                    </a:lnTo>
                    <a:cubicBezTo>
                      <a:pt x="199492" y="2727520"/>
                      <a:pt x="141921" y="2669949"/>
                      <a:pt x="141921" y="2598932"/>
                    </a:cubicBezTo>
                    <a:lnTo>
                      <a:pt x="141921" y="1549918"/>
                    </a:lnTo>
                    <a:lnTo>
                      <a:pt x="128272" y="1547163"/>
                    </a:lnTo>
                    <a:cubicBezTo>
                      <a:pt x="75282" y="1524750"/>
                      <a:pt x="38100" y="1472279"/>
                      <a:pt x="38100" y="1411125"/>
                    </a:cubicBezTo>
                    <a:cubicBezTo>
                      <a:pt x="38100" y="1174192"/>
                      <a:pt x="16669" y="937259"/>
                      <a:pt x="5953" y="700326"/>
                    </a:cubicBezTo>
                    <a:lnTo>
                      <a:pt x="268" y="474038"/>
                    </a:lnTo>
                    <a:lnTo>
                      <a:pt x="0" y="471488"/>
                    </a:lnTo>
                    <a:lnTo>
                      <a:pt x="164" y="469924"/>
                    </a:lnTo>
                    <a:lnTo>
                      <a:pt x="0" y="463393"/>
                    </a:lnTo>
                    <a:lnTo>
                      <a:pt x="2597" y="446729"/>
                    </a:lnTo>
                    <a:lnTo>
                      <a:pt x="9966" y="376467"/>
                    </a:lnTo>
                    <a:cubicBezTo>
                      <a:pt x="55707" y="161617"/>
                      <a:pt x="253486" y="0"/>
                      <a:pt x="490538" y="0"/>
                    </a:cubicBezTo>
                    <a:close/>
                  </a:path>
                </a:pathLst>
              </a:custGeom>
              <a:solidFill>
                <a:schemeClr val="tx1">
                  <a:lumMod val="95000"/>
                  <a:lumOff val="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框 31"/>
            <p:cNvSpPr txBox="1"/>
            <p:nvPr/>
          </p:nvSpPr>
          <p:spPr>
            <a:xfrm>
              <a:off x="1178636" y="5065360"/>
              <a:ext cx="761747" cy="523220"/>
            </a:xfrm>
            <a:prstGeom prst="rect">
              <a:avLst/>
            </a:prstGeom>
            <a:noFill/>
          </p:spPr>
          <p:txBody>
            <a:bodyPr wrap="none" rtlCol="0">
              <a:spAutoFit/>
            </a:bodyPr>
            <a:lstStyle/>
            <a:p>
              <a:r>
                <a:rPr lang="en-US" altLang="zh-CN" sz="1400" dirty="0" smtClean="0"/>
                <a:t>2014</a:t>
              </a:r>
              <a:r>
                <a:rPr lang="zh-CN" altLang="en-US" sz="1400" dirty="0" smtClean="0"/>
                <a:t>年</a:t>
              </a:r>
              <a:endParaRPr lang="en-US" altLang="zh-CN" sz="1400" dirty="0" smtClean="0"/>
            </a:p>
            <a:p>
              <a:r>
                <a:rPr lang="zh-CN" altLang="en-US" sz="1400" dirty="0"/>
                <a:t>的</a:t>
              </a:r>
              <a:r>
                <a:rPr lang="zh-CN" altLang="en-US" sz="1400" dirty="0" smtClean="0"/>
                <a:t>诗人</a:t>
              </a:r>
              <a:endParaRPr lang="zh-CN" altLang="en-US" sz="1400" dirty="0"/>
            </a:p>
          </p:txBody>
        </p:sp>
      </p:grpSp>
      <p:grpSp>
        <p:nvGrpSpPr>
          <p:cNvPr id="44" name="组合 43"/>
          <p:cNvGrpSpPr/>
          <p:nvPr/>
        </p:nvGrpSpPr>
        <p:grpSpPr>
          <a:xfrm>
            <a:off x="2411152" y="3591287"/>
            <a:ext cx="761747" cy="2168966"/>
            <a:chOff x="2023160" y="3419614"/>
            <a:chExt cx="761747" cy="2168966"/>
          </a:xfrm>
        </p:grpSpPr>
        <p:grpSp>
          <p:nvGrpSpPr>
            <p:cNvPr id="33" name="组合 32"/>
            <p:cNvGrpSpPr/>
            <p:nvPr/>
          </p:nvGrpSpPr>
          <p:grpSpPr>
            <a:xfrm>
              <a:off x="2217871" y="3419614"/>
              <a:ext cx="372325" cy="1340429"/>
              <a:chOff x="12946854" y="1511457"/>
              <a:chExt cx="981076" cy="3532030"/>
            </a:xfrm>
            <a:solidFill>
              <a:schemeClr val="tx1">
                <a:lumMod val="85000"/>
                <a:lumOff val="15000"/>
              </a:schemeClr>
            </a:solidFill>
          </p:grpSpPr>
          <p:sp>
            <p:nvSpPr>
              <p:cNvPr id="34" name="椭圆 33"/>
              <p:cNvSpPr/>
              <p:nvPr/>
            </p:nvSpPr>
            <p:spPr>
              <a:xfrm>
                <a:off x="13094493" y="1511457"/>
                <a:ext cx="685800" cy="685800"/>
              </a:xfrm>
              <a:prstGeom prst="ellipse">
                <a:avLst/>
              </a:prstGeom>
              <a:solidFill>
                <a:schemeClr val="tx1">
                  <a:lumMod val="95000"/>
                  <a:lumOff val="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a:off x="12946854" y="2315966"/>
                <a:ext cx="981076" cy="2727521"/>
              </a:xfrm>
              <a:custGeom>
                <a:avLst/>
                <a:gdLst>
                  <a:gd name="connsiteX0" fmla="*/ 490538 w 981076"/>
                  <a:gd name="connsiteY0" fmla="*/ 0 h 2727521"/>
                  <a:gd name="connsiteX1" fmla="*/ 971110 w 981076"/>
                  <a:gd name="connsiteY1" fmla="*/ 376467 h 2727521"/>
                  <a:gd name="connsiteX2" fmla="*/ 979094 w 981076"/>
                  <a:gd name="connsiteY2" fmla="*/ 452585 h 2727521"/>
                  <a:gd name="connsiteX3" fmla="*/ 981075 w 981076"/>
                  <a:gd name="connsiteY3" fmla="*/ 463393 h 2727521"/>
                  <a:gd name="connsiteX4" fmla="*/ 980766 w 981076"/>
                  <a:gd name="connsiteY4" fmla="*/ 468527 h 2727521"/>
                  <a:gd name="connsiteX5" fmla="*/ 981076 w 981076"/>
                  <a:gd name="connsiteY5" fmla="*/ 471488 h 2727521"/>
                  <a:gd name="connsiteX6" fmla="*/ 979925 w 981076"/>
                  <a:gd name="connsiteY6" fmla="*/ 482461 h 2727521"/>
                  <a:gd name="connsiteX7" fmla="*/ 923925 w 981076"/>
                  <a:gd name="connsiteY7" fmla="*/ 1411125 h 2727521"/>
                  <a:gd name="connsiteX8" fmla="*/ 880682 w 981076"/>
                  <a:gd name="connsiteY8" fmla="*/ 1515522 h 2727521"/>
                  <a:gd name="connsiteX9" fmla="*/ 860584 w 981076"/>
                  <a:gd name="connsiteY9" fmla="*/ 1529073 h 2727521"/>
                  <a:gd name="connsiteX10" fmla="*/ 860583 w 981076"/>
                  <a:gd name="connsiteY10" fmla="*/ 2598933 h 2727521"/>
                  <a:gd name="connsiteX11" fmla="*/ 731995 w 981076"/>
                  <a:gd name="connsiteY11" fmla="*/ 2727521 h 2727521"/>
                  <a:gd name="connsiteX12" fmla="*/ 646271 w 981076"/>
                  <a:gd name="connsiteY12" fmla="*/ 2727520 h 2727521"/>
                  <a:gd name="connsiteX13" fmla="*/ 517683 w 981076"/>
                  <a:gd name="connsiteY13" fmla="*/ 2598932 h 2727521"/>
                  <a:gd name="connsiteX14" fmla="*/ 517683 w 981076"/>
                  <a:gd name="connsiteY14" fmla="*/ 1558765 h 2727521"/>
                  <a:gd name="connsiteX15" fmla="*/ 484822 w 981076"/>
                  <a:gd name="connsiteY15" fmla="*/ 1558765 h 2727521"/>
                  <a:gd name="connsiteX16" fmla="*/ 484821 w 981076"/>
                  <a:gd name="connsiteY16" fmla="*/ 2598933 h 2727521"/>
                  <a:gd name="connsiteX17" fmla="*/ 356233 w 981076"/>
                  <a:gd name="connsiteY17" fmla="*/ 2727521 h 2727521"/>
                  <a:gd name="connsiteX18" fmla="*/ 270509 w 981076"/>
                  <a:gd name="connsiteY18" fmla="*/ 2727520 h 2727521"/>
                  <a:gd name="connsiteX19" fmla="*/ 141921 w 981076"/>
                  <a:gd name="connsiteY19" fmla="*/ 2598932 h 2727521"/>
                  <a:gd name="connsiteX20" fmla="*/ 141921 w 981076"/>
                  <a:gd name="connsiteY20" fmla="*/ 1549918 h 2727521"/>
                  <a:gd name="connsiteX21" fmla="*/ 128272 w 981076"/>
                  <a:gd name="connsiteY21" fmla="*/ 1547163 h 2727521"/>
                  <a:gd name="connsiteX22" fmla="*/ 38100 w 981076"/>
                  <a:gd name="connsiteY22" fmla="*/ 1411125 h 2727521"/>
                  <a:gd name="connsiteX23" fmla="*/ 5953 w 981076"/>
                  <a:gd name="connsiteY23" fmla="*/ 700326 h 2727521"/>
                  <a:gd name="connsiteX24" fmla="*/ 268 w 981076"/>
                  <a:gd name="connsiteY24" fmla="*/ 474038 h 2727521"/>
                  <a:gd name="connsiteX25" fmla="*/ 0 w 981076"/>
                  <a:gd name="connsiteY25" fmla="*/ 471488 h 2727521"/>
                  <a:gd name="connsiteX26" fmla="*/ 164 w 981076"/>
                  <a:gd name="connsiteY26" fmla="*/ 469924 h 2727521"/>
                  <a:gd name="connsiteX27" fmla="*/ 0 w 981076"/>
                  <a:gd name="connsiteY27" fmla="*/ 463393 h 2727521"/>
                  <a:gd name="connsiteX28" fmla="*/ 2597 w 981076"/>
                  <a:gd name="connsiteY28" fmla="*/ 446729 h 2727521"/>
                  <a:gd name="connsiteX29" fmla="*/ 9966 w 981076"/>
                  <a:gd name="connsiteY29" fmla="*/ 376467 h 2727521"/>
                  <a:gd name="connsiteX30" fmla="*/ 490538 w 981076"/>
                  <a:gd name="connsiteY30" fmla="*/ 0 h 2727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81076" h="2727521">
                    <a:moveTo>
                      <a:pt x="490538" y="0"/>
                    </a:moveTo>
                    <a:cubicBezTo>
                      <a:pt x="727590" y="0"/>
                      <a:pt x="925369" y="161617"/>
                      <a:pt x="971110" y="376467"/>
                    </a:cubicBezTo>
                    <a:lnTo>
                      <a:pt x="979094" y="452585"/>
                    </a:lnTo>
                    <a:lnTo>
                      <a:pt x="981075" y="463393"/>
                    </a:lnTo>
                    <a:lnTo>
                      <a:pt x="980766" y="468527"/>
                    </a:lnTo>
                    <a:lnTo>
                      <a:pt x="981076" y="471488"/>
                    </a:lnTo>
                    <a:lnTo>
                      <a:pt x="979925" y="482461"/>
                    </a:lnTo>
                    <a:lnTo>
                      <a:pt x="923925" y="1411125"/>
                    </a:lnTo>
                    <a:cubicBezTo>
                      <a:pt x="923925" y="1451895"/>
                      <a:pt x="907400" y="1488805"/>
                      <a:pt x="880682" y="1515522"/>
                    </a:cubicBezTo>
                    <a:lnTo>
                      <a:pt x="860584" y="1529073"/>
                    </a:lnTo>
                    <a:lnTo>
                      <a:pt x="860583" y="2598933"/>
                    </a:lnTo>
                    <a:cubicBezTo>
                      <a:pt x="860583" y="2669950"/>
                      <a:pt x="803012" y="2727521"/>
                      <a:pt x="731995" y="2727521"/>
                    </a:cubicBezTo>
                    <a:lnTo>
                      <a:pt x="646271" y="2727520"/>
                    </a:lnTo>
                    <a:cubicBezTo>
                      <a:pt x="575254" y="2727520"/>
                      <a:pt x="517683" y="2669949"/>
                      <a:pt x="517683" y="2598932"/>
                    </a:cubicBezTo>
                    <a:lnTo>
                      <a:pt x="517683" y="1558765"/>
                    </a:lnTo>
                    <a:lnTo>
                      <a:pt x="484822" y="1558765"/>
                    </a:lnTo>
                    <a:lnTo>
                      <a:pt x="484821" y="2598933"/>
                    </a:lnTo>
                    <a:cubicBezTo>
                      <a:pt x="484821" y="2669950"/>
                      <a:pt x="427250" y="2727521"/>
                      <a:pt x="356233" y="2727521"/>
                    </a:cubicBezTo>
                    <a:lnTo>
                      <a:pt x="270509" y="2727520"/>
                    </a:lnTo>
                    <a:cubicBezTo>
                      <a:pt x="199492" y="2727520"/>
                      <a:pt x="141921" y="2669949"/>
                      <a:pt x="141921" y="2598932"/>
                    </a:cubicBezTo>
                    <a:lnTo>
                      <a:pt x="141921" y="1549918"/>
                    </a:lnTo>
                    <a:lnTo>
                      <a:pt x="128272" y="1547163"/>
                    </a:lnTo>
                    <a:cubicBezTo>
                      <a:pt x="75282" y="1524750"/>
                      <a:pt x="38100" y="1472279"/>
                      <a:pt x="38100" y="1411125"/>
                    </a:cubicBezTo>
                    <a:cubicBezTo>
                      <a:pt x="38100" y="1174192"/>
                      <a:pt x="16669" y="937259"/>
                      <a:pt x="5953" y="700326"/>
                    </a:cubicBezTo>
                    <a:lnTo>
                      <a:pt x="268" y="474038"/>
                    </a:lnTo>
                    <a:lnTo>
                      <a:pt x="0" y="471488"/>
                    </a:lnTo>
                    <a:lnTo>
                      <a:pt x="164" y="469924"/>
                    </a:lnTo>
                    <a:lnTo>
                      <a:pt x="0" y="463393"/>
                    </a:lnTo>
                    <a:lnTo>
                      <a:pt x="2597" y="446729"/>
                    </a:lnTo>
                    <a:lnTo>
                      <a:pt x="9966" y="376467"/>
                    </a:lnTo>
                    <a:cubicBezTo>
                      <a:pt x="55707" y="161617"/>
                      <a:pt x="253486" y="0"/>
                      <a:pt x="490538" y="0"/>
                    </a:cubicBezTo>
                    <a:close/>
                  </a:path>
                </a:pathLst>
              </a:custGeom>
              <a:solidFill>
                <a:schemeClr val="tx1">
                  <a:lumMod val="95000"/>
                  <a:lumOff val="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a:off x="2023160" y="5065360"/>
              <a:ext cx="761747" cy="523220"/>
            </a:xfrm>
            <a:prstGeom prst="rect">
              <a:avLst/>
            </a:prstGeom>
            <a:noFill/>
          </p:spPr>
          <p:txBody>
            <a:bodyPr wrap="none" rtlCol="0">
              <a:spAutoFit/>
            </a:bodyPr>
            <a:lstStyle/>
            <a:p>
              <a:r>
                <a:rPr lang="en-US" altLang="zh-CN" sz="1400" dirty="0" smtClean="0"/>
                <a:t>2015</a:t>
              </a:r>
              <a:r>
                <a:rPr lang="zh-CN" altLang="en-US" sz="1400" dirty="0" smtClean="0"/>
                <a:t>年</a:t>
              </a:r>
              <a:endParaRPr lang="en-US" altLang="zh-CN" sz="1400" dirty="0" smtClean="0"/>
            </a:p>
            <a:p>
              <a:r>
                <a:rPr lang="zh-CN" altLang="en-US" sz="1400" dirty="0"/>
                <a:t>的</a:t>
              </a:r>
              <a:r>
                <a:rPr lang="zh-CN" altLang="en-US" sz="1400" dirty="0" smtClean="0"/>
                <a:t>诗人</a:t>
              </a:r>
              <a:endParaRPr lang="zh-CN" altLang="en-US" sz="1400" dirty="0"/>
            </a:p>
          </p:txBody>
        </p:sp>
      </p:grpSp>
      <p:sp>
        <p:nvSpPr>
          <p:cNvPr id="41" name="文本框 40"/>
          <p:cNvSpPr txBox="1"/>
          <p:nvPr/>
        </p:nvSpPr>
        <p:spPr>
          <a:xfrm>
            <a:off x="3390157" y="4163460"/>
            <a:ext cx="646331" cy="369332"/>
          </a:xfrm>
          <a:prstGeom prst="rect">
            <a:avLst/>
          </a:prstGeom>
          <a:noFill/>
        </p:spPr>
        <p:txBody>
          <a:bodyPr wrap="none" rtlCol="0">
            <a:spAutoFit/>
          </a:bodyPr>
          <a:lstStyle/>
          <a:p>
            <a:r>
              <a:rPr lang="en-US" altLang="zh-CN" dirty="0"/>
              <a:t>……</a:t>
            </a:r>
            <a:endParaRPr lang="zh-CN" altLang="en-US" dirty="0"/>
          </a:p>
        </p:txBody>
      </p:sp>
      <p:grpSp>
        <p:nvGrpSpPr>
          <p:cNvPr id="43" name="组合 42"/>
          <p:cNvGrpSpPr/>
          <p:nvPr/>
        </p:nvGrpSpPr>
        <p:grpSpPr>
          <a:xfrm>
            <a:off x="4494541" y="3752054"/>
            <a:ext cx="761747" cy="2008199"/>
            <a:chOff x="4106549" y="3580381"/>
            <a:chExt cx="761747" cy="2008199"/>
          </a:xfrm>
        </p:grpSpPr>
        <p:grpSp>
          <p:nvGrpSpPr>
            <p:cNvPr id="31" name="组合 30"/>
            <p:cNvGrpSpPr/>
            <p:nvPr/>
          </p:nvGrpSpPr>
          <p:grpSpPr>
            <a:xfrm>
              <a:off x="4145572" y="3580381"/>
              <a:ext cx="683700" cy="1134245"/>
              <a:chOff x="2619069" y="3538075"/>
              <a:chExt cx="683700" cy="1134245"/>
            </a:xfrm>
          </p:grpSpPr>
          <p:grpSp>
            <p:nvGrpSpPr>
              <p:cNvPr id="29" name="组合 28"/>
              <p:cNvGrpSpPr/>
              <p:nvPr/>
            </p:nvGrpSpPr>
            <p:grpSpPr>
              <a:xfrm>
                <a:off x="2662499" y="3809726"/>
                <a:ext cx="640270" cy="862594"/>
                <a:chOff x="2360439" y="3913500"/>
                <a:chExt cx="719615" cy="969490"/>
              </a:xfrm>
            </p:grpSpPr>
            <p:sp>
              <p:nvSpPr>
                <p:cNvPr id="21" name="同侧圆角矩形 20"/>
                <p:cNvSpPr/>
                <p:nvPr/>
              </p:nvSpPr>
              <p:spPr>
                <a:xfrm rot="19800000">
                  <a:off x="2588867" y="3913500"/>
                  <a:ext cx="240666" cy="590827"/>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8" name="圆角矩形 7"/>
                <p:cNvSpPr/>
                <p:nvPr/>
              </p:nvSpPr>
              <p:spPr>
                <a:xfrm rot="900000">
                  <a:off x="2671274" y="4345315"/>
                  <a:ext cx="144000" cy="537675"/>
                </a:xfrm>
                <a:prstGeom prst="roundRect">
                  <a:avLst/>
                </a:prstGeom>
                <a:solidFill>
                  <a:schemeClr val="tx1">
                    <a:lumMod val="95000"/>
                    <a:lumOff val="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rot="19800000">
                  <a:off x="2936054" y="4335823"/>
                  <a:ext cx="144000" cy="537675"/>
                </a:xfrm>
                <a:prstGeom prst="roundRect">
                  <a:avLst/>
                </a:prstGeom>
                <a:solidFill>
                  <a:schemeClr val="tx1">
                    <a:lumMod val="95000"/>
                    <a:lumOff val="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rot="900000">
                  <a:off x="2427566" y="4009288"/>
                  <a:ext cx="144000" cy="537675"/>
                </a:xfrm>
                <a:prstGeom prst="roundRect">
                  <a:avLst/>
                </a:prstGeom>
                <a:solidFill>
                  <a:schemeClr val="tx1">
                    <a:lumMod val="95000"/>
                    <a:lumOff val="5000"/>
                  </a:schemeClr>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360439" y="4517028"/>
                  <a:ext cx="111108" cy="111108"/>
                </a:xfrm>
                <a:prstGeom prst="ellipse">
                  <a:avLst/>
                </a:prstGeom>
                <a:no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cxnSp>
              <p:nvCxnSpPr>
                <p:cNvPr id="28" name="直接连接符 27"/>
                <p:cNvCxnSpPr>
                  <a:stCxn id="26" idx="4"/>
                </p:cNvCxnSpPr>
                <p:nvPr/>
              </p:nvCxnSpPr>
              <p:spPr>
                <a:xfrm flipH="1">
                  <a:off x="2399923" y="4628136"/>
                  <a:ext cx="16070" cy="245344"/>
                </a:xfrm>
                <a:prstGeom prst="line">
                  <a:avLst/>
                </a:prstGeom>
                <a:ln w="38100" cap="rnd">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grpSp>
          <p:sp>
            <p:nvSpPr>
              <p:cNvPr id="30" name="椭圆 29"/>
              <p:cNvSpPr/>
              <p:nvPr/>
            </p:nvSpPr>
            <p:spPr>
              <a:xfrm>
                <a:off x="2619069" y="3538075"/>
                <a:ext cx="260266" cy="260266"/>
              </a:xfrm>
              <a:prstGeom prst="ellipse">
                <a:avLst/>
              </a:prstGeom>
              <a:solidFill>
                <a:schemeClr val="tx1">
                  <a:lumMod val="95000"/>
                  <a:lumOff val="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文本框 41"/>
            <p:cNvSpPr txBox="1"/>
            <p:nvPr/>
          </p:nvSpPr>
          <p:spPr>
            <a:xfrm>
              <a:off x="4106549" y="5065360"/>
              <a:ext cx="761747" cy="523220"/>
            </a:xfrm>
            <a:prstGeom prst="rect">
              <a:avLst/>
            </a:prstGeom>
            <a:noFill/>
          </p:spPr>
          <p:txBody>
            <a:bodyPr wrap="none" rtlCol="0">
              <a:spAutoFit/>
            </a:bodyPr>
            <a:lstStyle/>
            <a:p>
              <a:r>
                <a:rPr lang="en-US" altLang="zh-CN" sz="1400" dirty="0" smtClean="0"/>
                <a:t>2065</a:t>
              </a:r>
              <a:r>
                <a:rPr lang="zh-CN" altLang="en-US" sz="1400" dirty="0" smtClean="0"/>
                <a:t>年</a:t>
              </a:r>
              <a:endParaRPr lang="en-US" altLang="zh-CN" sz="1400" dirty="0" smtClean="0"/>
            </a:p>
            <a:p>
              <a:r>
                <a:rPr lang="zh-CN" altLang="en-US" sz="1400" dirty="0"/>
                <a:t>的</a:t>
              </a:r>
              <a:r>
                <a:rPr lang="zh-CN" altLang="en-US" sz="1400" dirty="0" smtClean="0"/>
                <a:t>诗人</a:t>
              </a:r>
              <a:endParaRPr lang="zh-CN" altLang="en-US" sz="1400" dirty="0"/>
            </a:p>
          </p:txBody>
        </p:sp>
      </p:grpSp>
      <p:grpSp>
        <p:nvGrpSpPr>
          <p:cNvPr id="77" name="组合 76"/>
          <p:cNvGrpSpPr/>
          <p:nvPr/>
        </p:nvGrpSpPr>
        <p:grpSpPr>
          <a:xfrm>
            <a:off x="7112911" y="3581708"/>
            <a:ext cx="3689660" cy="2188124"/>
            <a:chOff x="6418293" y="3400456"/>
            <a:chExt cx="3689660" cy="2188124"/>
          </a:xfrm>
        </p:grpSpPr>
        <p:grpSp>
          <p:nvGrpSpPr>
            <p:cNvPr id="10" name="组合 9"/>
            <p:cNvGrpSpPr/>
            <p:nvPr/>
          </p:nvGrpSpPr>
          <p:grpSpPr>
            <a:xfrm>
              <a:off x="6485079" y="3400456"/>
              <a:ext cx="628174" cy="1368249"/>
              <a:chOff x="-1131139" y="811213"/>
              <a:chExt cx="2013142" cy="4384900"/>
            </a:xfrm>
            <a:solidFill>
              <a:schemeClr val="accent3"/>
            </a:solidFill>
          </p:grpSpPr>
          <p:sp>
            <p:nvSpPr>
              <p:cNvPr id="11" name="Freeform 5"/>
              <p:cNvSpPr>
                <a:spLocks noEditPoints="1"/>
              </p:cNvSpPr>
              <p:nvPr/>
            </p:nvSpPr>
            <p:spPr bwMode="auto">
              <a:xfrm>
                <a:off x="-1131139" y="1667002"/>
                <a:ext cx="2013142" cy="3529111"/>
              </a:xfrm>
              <a:custGeom>
                <a:avLst/>
                <a:gdLst>
                  <a:gd name="T0" fmla="*/ 7 w 102"/>
                  <a:gd name="T1" fmla="*/ 85 h 181"/>
                  <a:gd name="T2" fmla="*/ 17 w 102"/>
                  <a:gd name="T3" fmla="*/ 81 h 181"/>
                  <a:gd name="T4" fmla="*/ 33 w 102"/>
                  <a:gd name="T5" fmla="*/ 39 h 181"/>
                  <a:gd name="T6" fmla="*/ 30 w 102"/>
                  <a:gd name="T7" fmla="*/ 84 h 181"/>
                  <a:gd name="T8" fmla="*/ 15 w 102"/>
                  <a:gd name="T9" fmla="*/ 169 h 181"/>
                  <a:gd name="T10" fmla="*/ 22 w 102"/>
                  <a:gd name="T11" fmla="*/ 180 h 181"/>
                  <a:gd name="T12" fmla="*/ 36 w 102"/>
                  <a:gd name="T13" fmla="*/ 172 h 181"/>
                  <a:gd name="T14" fmla="*/ 51 w 102"/>
                  <a:gd name="T15" fmla="*/ 98 h 181"/>
                  <a:gd name="T16" fmla="*/ 66 w 102"/>
                  <a:gd name="T17" fmla="*/ 172 h 181"/>
                  <a:gd name="T18" fmla="*/ 80 w 102"/>
                  <a:gd name="T19" fmla="*/ 180 h 181"/>
                  <a:gd name="T20" fmla="*/ 87 w 102"/>
                  <a:gd name="T21" fmla="*/ 169 h 181"/>
                  <a:gd name="T22" fmla="*/ 72 w 102"/>
                  <a:gd name="T23" fmla="*/ 84 h 181"/>
                  <a:gd name="T24" fmla="*/ 69 w 102"/>
                  <a:gd name="T25" fmla="*/ 39 h 181"/>
                  <a:gd name="T26" fmla="*/ 85 w 102"/>
                  <a:gd name="T27" fmla="*/ 81 h 181"/>
                  <a:gd name="T28" fmla="*/ 95 w 102"/>
                  <a:gd name="T29" fmla="*/ 85 h 181"/>
                  <a:gd name="T30" fmla="*/ 100 w 102"/>
                  <a:gd name="T31" fmla="*/ 75 h 181"/>
                  <a:gd name="T32" fmla="*/ 74 w 102"/>
                  <a:gd name="T33" fmla="*/ 5 h 181"/>
                  <a:gd name="T34" fmla="*/ 73 w 102"/>
                  <a:gd name="T35" fmla="*/ 3 h 181"/>
                  <a:gd name="T36" fmla="*/ 73 w 102"/>
                  <a:gd name="T37" fmla="*/ 3 h 181"/>
                  <a:gd name="T38" fmla="*/ 73 w 102"/>
                  <a:gd name="T39" fmla="*/ 2 h 181"/>
                  <a:gd name="T40" fmla="*/ 70 w 102"/>
                  <a:gd name="T41" fmla="*/ 0 h 181"/>
                  <a:gd name="T42" fmla="*/ 68 w 102"/>
                  <a:gd name="T43" fmla="*/ 0 h 181"/>
                  <a:gd name="T44" fmla="*/ 66 w 102"/>
                  <a:gd name="T45" fmla="*/ 0 h 181"/>
                  <a:gd name="T46" fmla="*/ 66 w 102"/>
                  <a:gd name="T47" fmla="*/ 0 h 181"/>
                  <a:gd name="T48" fmla="*/ 60 w 102"/>
                  <a:gd name="T49" fmla="*/ 10 h 181"/>
                  <a:gd name="T50" fmla="*/ 59 w 102"/>
                  <a:gd name="T51" fmla="*/ 11 h 181"/>
                  <a:gd name="T52" fmla="*/ 58 w 102"/>
                  <a:gd name="T53" fmla="*/ 10 h 181"/>
                  <a:gd name="T54" fmla="*/ 55 w 102"/>
                  <a:gd name="T55" fmla="*/ 6 h 181"/>
                  <a:gd name="T56" fmla="*/ 56 w 102"/>
                  <a:gd name="T57" fmla="*/ 9 h 181"/>
                  <a:gd name="T58" fmla="*/ 52 w 102"/>
                  <a:gd name="T59" fmla="*/ 15 h 181"/>
                  <a:gd name="T60" fmla="*/ 53 w 102"/>
                  <a:gd name="T61" fmla="*/ 18 h 181"/>
                  <a:gd name="T62" fmla="*/ 49 w 102"/>
                  <a:gd name="T63" fmla="*/ 22 h 181"/>
                  <a:gd name="T64" fmla="*/ 50 w 102"/>
                  <a:gd name="T65" fmla="*/ 15 h 181"/>
                  <a:gd name="T66" fmla="*/ 46 w 102"/>
                  <a:gd name="T67" fmla="*/ 9 h 181"/>
                  <a:gd name="T68" fmla="*/ 47 w 102"/>
                  <a:gd name="T69" fmla="*/ 5 h 181"/>
                  <a:gd name="T70" fmla="*/ 44 w 102"/>
                  <a:gd name="T71" fmla="*/ 10 h 181"/>
                  <a:gd name="T72" fmla="*/ 43 w 102"/>
                  <a:gd name="T73" fmla="*/ 11 h 181"/>
                  <a:gd name="T74" fmla="*/ 42 w 102"/>
                  <a:gd name="T75" fmla="*/ 10 h 181"/>
                  <a:gd name="T76" fmla="*/ 36 w 102"/>
                  <a:gd name="T77" fmla="*/ 0 h 181"/>
                  <a:gd name="T78" fmla="*/ 36 w 102"/>
                  <a:gd name="T79" fmla="*/ 0 h 181"/>
                  <a:gd name="T80" fmla="*/ 34 w 102"/>
                  <a:gd name="T81" fmla="*/ 0 h 181"/>
                  <a:gd name="T82" fmla="*/ 32 w 102"/>
                  <a:gd name="T83" fmla="*/ 0 h 181"/>
                  <a:gd name="T84" fmla="*/ 29 w 102"/>
                  <a:gd name="T85" fmla="*/ 2 h 181"/>
                  <a:gd name="T86" fmla="*/ 29 w 102"/>
                  <a:gd name="T87" fmla="*/ 3 h 181"/>
                  <a:gd name="T88" fmla="*/ 29 w 102"/>
                  <a:gd name="T89" fmla="*/ 3 h 181"/>
                  <a:gd name="T90" fmla="*/ 28 w 102"/>
                  <a:gd name="T91" fmla="*/ 5 h 181"/>
                  <a:gd name="T92" fmla="*/ 2 w 102"/>
                  <a:gd name="T93" fmla="*/ 75 h 181"/>
                  <a:gd name="T94" fmla="*/ 7 w 102"/>
                  <a:gd name="T95" fmla="*/ 85 h 181"/>
                  <a:gd name="T96" fmla="*/ 56 w 102"/>
                  <a:gd name="T97" fmla="*/ 35 h 181"/>
                  <a:gd name="T98" fmla="*/ 51 w 102"/>
                  <a:gd name="T99" fmla="*/ 41 h 181"/>
                  <a:gd name="T100" fmla="*/ 49 w 102"/>
                  <a:gd name="T101" fmla="*/ 38 h 181"/>
                  <a:gd name="T102" fmla="*/ 55 w 102"/>
                  <a:gd name="T103" fmla="*/ 32 h 181"/>
                  <a:gd name="T104" fmla="*/ 56 w 102"/>
                  <a:gd name="T105" fmla="*/ 35 h 181"/>
                  <a:gd name="T106" fmla="*/ 47 w 102"/>
                  <a:gd name="T107" fmla="*/ 29 h 181"/>
                  <a:gd name="T108" fmla="*/ 53 w 102"/>
                  <a:gd name="T109" fmla="*/ 23 h 181"/>
                  <a:gd name="T110" fmla="*/ 54 w 102"/>
                  <a:gd name="T111" fmla="*/ 27 h 181"/>
                  <a:gd name="T112" fmla="*/ 46 w 102"/>
                  <a:gd name="T113" fmla="*/ 35 h 181"/>
                  <a:gd name="T114" fmla="*/ 46 w 102"/>
                  <a:gd name="T115" fmla="*/ 35 h 181"/>
                  <a:gd name="T116" fmla="*/ 47 w 102"/>
                  <a:gd name="T117" fmla="*/ 29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2" h="181">
                    <a:moveTo>
                      <a:pt x="7" y="85"/>
                    </a:moveTo>
                    <a:cubicBezTo>
                      <a:pt x="11" y="87"/>
                      <a:pt x="15" y="85"/>
                      <a:pt x="17" y="81"/>
                    </a:cubicBezTo>
                    <a:cubicBezTo>
                      <a:pt x="33" y="39"/>
                      <a:pt x="33" y="39"/>
                      <a:pt x="33" y="39"/>
                    </a:cubicBezTo>
                    <a:cubicBezTo>
                      <a:pt x="30" y="84"/>
                      <a:pt x="30" y="84"/>
                      <a:pt x="30" y="84"/>
                    </a:cubicBezTo>
                    <a:cubicBezTo>
                      <a:pt x="15" y="169"/>
                      <a:pt x="15" y="169"/>
                      <a:pt x="15" y="169"/>
                    </a:cubicBezTo>
                    <a:cubicBezTo>
                      <a:pt x="14" y="174"/>
                      <a:pt x="15" y="179"/>
                      <a:pt x="22" y="180"/>
                    </a:cubicBezTo>
                    <a:cubicBezTo>
                      <a:pt x="29" y="181"/>
                      <a:pt x="35" y="177"/>
                      <a:pt x="36" y="172"/>
                    </a:cubicBezTo>
                    <a:cubicBezTo>
                      <a:pt x="51" y="98"/>
                      <a:pt x="51" y="98"/>
                      <a:pt x="51" y="98"/>
                    </a:cubicBezTo>
                    <a:cubicBezTo>
                      <a:pt x="66" y="172"/>
                      <a:pt x="66" y="172"/>
                      <a:pt x="66" y="172"/>
                    </a:cubicBezTo>
                    <a:cubicBezTo>
                      <a:pt x="67" y="177"/>
                      <a:pt x="73" y="181"/>
                      <a:pt x="80" y="180"/>
                    </a:cubicBezTo>
                    <a:cubicBezTo>
                      <a:pt x="87" y="179"/>
                      <a:pt x="88" y="174"/>
                      <a:pt x="87" y="169"/>
                    </a:cubicBezTo>
                    <a:cubicBezTo>
                      <a:pt x="72" y="84"/>
                      <a:pt x="72" y="84"/>
                      <a:pt x="72" y="84"/>
                    </a:cubicBezTo>
                    <a:cubicBezTo>
                      <a:pt x="69" y="39"/>
                      <a:pt x="69" y="39"/>
                      <a:pt x="69" y="39"/>
                    </a:cubicBezTo>
                    <a:cubicBezTo>
                      <a:pt x="85" y="81"/>
                      <a:pt x="85" y="81"/>
                      <a:pt x="85" y="81"/>
                    </a:cubicBezTo>
                    <a:cubicBezTo>
                      <a:pt x="87" y="85"/>
                      <a:pt x="91" y="87"/>
                      <a:pt x="95" y="85"/>
                    </a:cubicBezTo>
                    <a:cubicBezTo>
                      <a:pt x="99" y="84"/>
                      <a:pt x="102" y="79"/>
                      <a:pt x="100" y="75"/>
                    </a:cubicBezTo>
                    <a:cubicBezTo>
                      <a:pt x="74" y="5"/>
                      <a:pt x="74" y="5"/>
                      <a:pt x="74" y="5"/>
                    </a:cubicBezTo>
                    <a:cubicBezTo>
                      <a:pt x="74" y="4"/>
                      <a:pt x="74" y="3"/>
                      <a:pt x="73" y="3"/>
                    </a:cubicBezTo>
                    <a:cubicBezTo>
                      <a:pt x="73" y="3"/>
                      <a:pt x="73" y="3"/>
                      <a:pt x="73" y="3"/>
                    </a:cubicBezTo>
                    <a:cubicBezTo>
                      <a:pt x="73" y="3"/>
                      <a:pt x="73" y="2"/>
                      <a:pt x="73" y="2"/>
                    </a:cubicBezTo>
                    <a:cubicBezTo>
                      <a:pt x="72" y="1"/>
                      <a:pt x="71" y="1"/>
                      <a:pt x="70" y="0"/>
                    </a:cubicBezTo>
                    <a:cubicBezTo>
                      <a:pt x="68" y="0"/>
                      <a:pt x="68" y="0"/>
                      <a:pt x="68" y="0"/>
                    </a:cubicBezTo>
                    <a:cubicBezTo>
                      <a:pt x="66" y="0"/>
                      <a:pt x="66" y="0"/>
                      <a:pt x="66" y="0"/>
                    </a:cubicBezTo>
                    <a:cubicBezTo>
                      <a:pt x="66" y="0"/>
                      <a:pt x="66" y="0"/>
                      <a:pt x="66" y="0"/>
                    </a:cubicBezTo>
                    <a:cubicBezTo>
                      <a:pt x="60" y="10"/>
                      <a:pt x="60" y="10"/>
                      <a:pt x="60" y="10"/>
                    </a:cubicBezTo>
                    <a:cubicBezTo>
                      <a:pt x="60" y="11"/>
                      <a:pt x="59" y="11"/>
                      <a:pt x="59" y="11"/>
                    </a:cubicBezTo>
                    <a:cubicBezTo>
                      <a:pt x="59" y="11"/>
                      <a:pt x="58" y="11"/>
                      <a:pt x="58" y="10"/>
                    </a:cubicBezTo>
                    <a:cubicBezTo>
                      <a:pt x="55" y="6"/>
                      <a:pt x="55" y="6"/>
                      <a:pt x="55" y="6"/>
                    </a:cubicBezTo>
                    <a:cubicBezTo>
                      <a:pt x="56" y="9"/>
                      <a:pt x="56" y="9"/>
                      <a:pt x="56" y="9"/>
                    </a:cubicBezTo>
                    <a:cubicBezTo>
                      <a:pt x="52" y="15"/>
                      <a:pt x="52" y="15"/>
                      <a:pt x="52" y="15"/>
                    </a:cubicBezTo>
                    <a:cubicBezTo>
                      <a:pt x="53" y="18"/>
                      <a:pt x="53" y="18"/>
                      <a:pt x="53" y="18"/>
                    </a:cubicBezTo>
                    <a:cubicBezTo>
                      <a:pt x="49" y="22"/>
                      <a:pt x="49" y="22"/>
                      <a:pt x="49" y="22"/>
                    </a:cubicBezTo>
                    <a:cubicBezTo>
                      <a:pt x="50" y="15"/>
                      <a:pt x="50" y="15"/>
                      <a:pt x="50" y="15"/>
                    </a:cubicBezTo>
                    <a:cubicBezTo>
                      <a:pt x="46" y="9"/>
                      <a:pt x="46" y="9"/>
                      <a:pt x="46" y="9"/>
                    </a:cubicBezTo>
                    <a:cubicBezTo>
                      <a:pt x="47" y="5"/>
                      <a:pt x="47" y="5"/>
                      <a:pt x="47" y="5"/>
                    </a:cubicBezTo>
                    <a:cubicBezTo>
                      <a:pt x="44" y="10"/>
                      <a:pt x="44" y="10"/>
                      <a:pt x="44" y="10"/>
                    </a:cubicBezTo>
                    <a:cubicBezTo>
                      <a:pt x="44" y="11"/>
                      <a:pt x="43" y="11"/>
                      <a:pt x="43" y="11"/>
                    </a:cubicBezTo>
                    <a:cubicBezTo>
                      <a:pt x="43" y="11"/>
                      <a:pt x="42" y="11"/>
                      <a:pt x="42" y="10"/>
                    </a:cubicBezTo>
                    <a:cubicBezTo>
                      <a:pt x="36" y="0"/>
                      <a:pt x="36" y="0"/>
                      <a:pt x="36" y="0"/>
                    </a:cubicBezTo>
                    <a:cubicBezTo>
                      <a:pt x="36" y="0"/>
                      <a:pt x="36" y="0"/>
                      <a:pt x="36" y="0"/>
                    </a:cubicBezTo>
                    <a:cubicBezTo>
                      <a:pt x="34" y="0"/>
                      <a:pt x="34" y="0"/>
                      <a:pt x="34" y="0"/>
                    </a:cubicBezTo>
                    <a:cubicBezTo>
                      <a:pt x="32" y="0"/>
                      <a:pt x="32" y="0"/>
                      <a:pt x="32" y="0"/>
                    </a:cubicBezTo>
                    <a:cubicBezTo>
                      <a:pt x="31" y="1"/>
                      <a:pt x="30" y="1"/>
                      <a:pt x="29" y="2"/>
                    </a:cubicBezTo>
                    <a:cubicBezTo>
                      <a:pt x="29" y="2"/>
                      <a:pt x="29" y="3"/>
                      <a:pt x="29" y="3"/>
                    </a:cubicBezTo>
                    <a:cubicBezTo>
                      <a:pt x="29" y="3"/>
                      <a:pt x="29" y="3"/>
                      <a:pt x="29" y="3"/>
                    </a:cubicBezTo>
                    <a:cubicBezTo>
                      <a:pt x="28" y="3"/>
                      <a:pt x="28" y="4"/>
                      <a:pt x="28" y="5"/>
                    </a:cubicBezTo>
                    <a:cubicBezTo>
                      <a:pt x="2" y="75"/>
                      <a:pt x="2" y="75"/>
                      <a:pt x="2" y="75"/>
                    </a:cubicBezTo>
                    <a:cubicBezTo>
                      <a:pt x="0" y="79"/>
                      <a:pt x="3" y="84"/>
                      <a:pt x="7" y="85"/>
                    </a:cubicBezTo>
                    <a:close/>
                    <a:moveTo>
                      <a:pt x="56" y="35"/>
                    </a:moveTo>
                    <a:cubicBezTo>
                      <a:pt x="51" y="41"/>
                      <a:pt x="51" y="41"/>
                      <a:pt x="51" y="41"/>
                    </a:cubicBezTo>
                    <a:cubicBezTo>
                      <a:pt x="49" y="38"/>
                      <a:pt x="49" y="38"/>
                      <a:pt x="49" y="38"/>
                    </a:cubicBezTo>
                    <a:cubicBezTo>
                      <a:pt x="55" y="32"/>
                      <a:pt x="55" y="32"/>
                      <a:pt x="55" y="32"/>
                    </a:cubicBezTo>
                    <a:lnTo>
                      <a:pt x="56" y="35"/>
                    </a:lnTo>
                    <a:close/>
                    <a:moveTo>
                      <a:pt x="47" y="29"/>
                    </a:moveTo>
                    <a:cubicBezTo>
                      <a:pt x="53" y="23"/>
                      <a:pt x="53" y="23"/>
                      <a:pt x="53" y="23"/>
                    </a:cubicBezTo>
                    <a:cubicBezTo>
                      <a:pt x="54" y="27"/>
                      <a:pt x="54" y="27"/>
                      <a:pt x="54" y="27"/>
                    </a:cubicBezTo>
                    <a:cubicBezTo>
                      <a:pt x="46" y="35"/>
                      <a:pt x="46" y="35"/>
                      <a:pt x="46" y="35"/>
                    </a:cubicBezTo>
                    <a:cubicBezTo>
                      <a:pt x="46" y="35"/>
                      <a:pt x="46" y="35"/>
                      <a:pt x="46" y="35"/>
                    </a:cubicBezTo>
                    <a:lnTo>
                      <a:pt x="47" y="29"/>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6"/>
              <p:cNvSpPr>
                <a:spLocks/>
              </p:cNvSpPr>
              <p:nvPr/>
            </p:nvSpPr>
            <p:spPr bwMode="auto">
              <a:xfrm>
                <a:off x="-519861" y="811213"/>
                <a:ext cx="774285" cy="782436"/>
              </a:xfrm>
              <a:custGeom>
                <a:avLst/>
                <a:gdLst>
                  <a:gd name="T0" fmla="*/ 19 w 39"/>
                  <a:gd name="T1" fmla="*/ 40 h 40"/>
                  <a:gd name="T2" fmla="*/ 19 w 39"/>
                  <a:gd name="T3" fmla="*/ 40 h 40"/>
                  <a:gd name="T4" fmla="*/ 20 w 39"/>
                  <a:gd name="T5" fmla="*/ 40 h 40"/>
                  <a:gd name="T6" fmla="*/ 20 w 39"/>
                  <a:gd name="T7" fmla="*/ 40 h 40"/>
                  <a:gd name="T8" fmla="*/ 20 w 39"/>
                  <a:gd name="T9" fmla="*/ 40 h 40"/>
                  <a:gd name="T10" fmla="*/ 39 w 39"/>
                  <a:gd name="T11" fmla="*/ 20 h 40"/>
                  <a:gd name="T12" fmla="*/ 20 w 39"/>
                  <a:gd name="T13" fmla="*/ 0 h 40"/>
                  <a:gd name="T14" fmla="*/ 20 w 39"/>
                  <a:gd name="T15" fmla="*/ 0 h 40"/>
                  <a:gd name="T16" fmla="*/ 20 w 39"/>
                  <a:gd name="T17" fmla="*/ 0 h 40"/>
                  <a:gd name="T18" fmla="*/ 19 w 39"/>
                  <a:gd name="T19" fmla="*/ 0 h 40"/>
                  <a:gd name="T20" fmla="*/ 19 w 39"/>
                  <a:gd name="T21" fmla="*/ 0 h 40"/>
                  <a:gd name="T22" fmla="*/ 0 w 39"/>
                  <a:gd name="T23" fmla="*/ 20 h 40"/>
                  <a:gd name="T24" fmla="*/ 19 w 39"/>
                  <a:gd name="T25"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0">
                    <a:moveTo>
                      <a:pt x="19" y="40"/>
                    </a:moveTo>
                    <a:cubicBezTo>
                      <a:pt x="19" y="40"/>
                      <a:pt x="19" y="40"/>
                      <a:pt x="19" y="40"/>
                    </a:cubicBezTo>
                    <a:cubicBezTo>
                      <a:pt x="20" y="40"/>
                      <a:pt x="20" y="40"/>
                      <a:pt x="20" y="40"/>
                    </a:cubicBezTo>
                    <a:cubicBezTo>
                      <a:pt x="20" y="40"/>
                      <a:pt x="20" y="40"/>
                      <a:pt x="20" y="40"/>
                    </a:cubicBezTo>
                    <a:cubicBezTo>
                      <a:pt x="20" y="40"/>
                      <a:pt x="20" y="40"/>
                      <a:pt x="20" y="40"/>
                    </a:cubicBezTo>
                    <a:cubicBezTo>
                      <a:pt x="31" y="39"/>
                      <a:pt x="39" y="30"/>
                      <a:pt x="39" y="20"/>
                    </a:cubicBezTo>
                    <a:cubicBezTo>
                      <a:pt x="39" y="9"/>
                      <a:pt x="31" y="0"/>
                      <a:pt x="20" y="0"/>
                    </a:cubicBezTo>
                    <a:cubicBezTo>
                      <a:pt x="20" y="0"/>
                      <a:pt x="20" y="0"/>
                      <a:pt x="20" y="0"/>
                    </a:cubicBezTo>
                    <a:cubicBezTo>
                      <a:pt x="20" y="0"/>
                      <a:pt x="20" y="0"/>
                      <a:pt x="20" y="0"/>
                    </a:cubicBezTo>
                    <a:cubicBezTo>
                      <a:pt x="20" y="0"/>
                      <a:pt x="20" y="0"/>
                      <a:pt x="19" y="0"/>
                    </a:cubicBezTo>
                    <a:cubicBezTo>
                      <a:pt x="19" y="0"/>
                      <a:pt x="19" y="0"/>
                      <a:pt x="19" y="0"/>
                    </a:cubicBezTo>
                    <a:cubicBezTo>
                      <a:pt x="9" y="0"/>
                      <a:pt x="0" y="9"/>
                      <a:pt x="0" y="20"/>
                    </a:cubicBezTo>
                    <a:cubicBezTo>
                      <a:pt x="0" y="30"/>
                      <a:pt x="9" y="39"/>
                      <a:pt x="19" y="4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7"/>
              <p:cNvSpPr>
                <a:spLocks/>
              </p:cNvSpPr>
              <p:nvPr/>
            </p:nvSpPr>
            <p:spPr bwMode="auto">
              <a:xfrm>
                <a:off x="-397605" y="1569198"/>
                <a:ext cx="236361" cy="293413"/>
              </a:xfrm>
              <a:custGeom>
                <a:avLst/>
                <a:gdLst>
                  <a:gd name="T0" fmla="*/ 14 w 29"/>
                  <a:gd name="T1" fmla="*/ 36 h 36"/>
                  <a:gd name="T2" fmla="*/ 29 w 29"/>
                  <a:gd name="T3" fmla="*/ 12 h 36"/>
                  <a:gd name="T4" fmla="*/ 7 w 29"/>
                  <a:gd name="T5" fmla="*/ 0 h 36"/>
                  <a:gd name="T6" fmla="*/ 0 w 29"/>
                  <a:gd name="T7" fmla="*/ 12 h 36"/>
                  <a:gd name="T8" fmla="*/ 14 w 29"/>
                  <a:gd name="T9" fmla="*/ 36 h 36"/>
                </a:gdLst>
                <a:ahLst/>
                <a:cxnLst>
                  <a:cxn ang="0">
                    <a:pos x="T0" y="T1"/>
                  </a:cxn>
                  <a:cxn ang="0">
                    <a:pos x="T2" y="T3"/>
                  </a:cxn>
                  <a:cxn ang="0">
                    <a:pos x="T4" y="T5"/>
                  </a:cxn>
                  <a:cxn ang="0">
                    <a:pos x="T6" y="T7"/>
                  </a:cxn>
                  <a:cxn ang="0">
                    <a:pos x="T8" y="T9"/>
                  </a:cxn>
                </a:cxnLst>
                <a:rect l="0" t="0" r="r" b="b"/>
                <a:pathLst>
                  <a:path w="29" h="36">
                    <a:moveTo>
                      <a:pt x="14" y="36"/>
                    </a:moveTo>
                    <a:lnTo>
                      <a:pt x="29" y="12"/>
                    </a:lnTo>
                    <a:lnTo>
                      <a:pt x="7" y="0"/>
                    </a:lnTo>
                    <a:lnTo>
                      <a:pt x="0" y="12"/>
                    </a:lnTo>
                    <a:lnTo>
                      <a:pt x="14" y="36"/>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8"/>
              <p:cNvSpPr>
                <a:spLocks/>
              </p:cNvSpPr>
              <p:nvPr/>
            </p:nvSpPr>
            <p:spPr bwMode="auto">
              <a:xfrm>
                <a:off x="-79741" y="1569198"/>
                <a:ext cx="236361" cy="293413"/>
              </a:xfrm>
              <a:custGeom>
                <a:avLst/>
                <a:gdLst>
                  <a:gd name="T0" fmla="*/ 0 w 29"/>
                  <a:gd name="T1" fmla="*/ 12 h 36"/>
                  <a:gd name="T2" fmla="*/ 14 w 29"/>
                  <a:gd name="T3" fmla="*/ 36 h 36"/>
                  <a:gd name="T4" fmla="*/ 29 w 29"/>
                  <a:gd name="T5" fmla="*/ 12 h 36"/>
                  <a:gd name="T6" fmla="*/ 21 w 29"/>
                  <a:gd name="T7" fmla="*/ 0 h 36"/>
                  <a:gd name="T8" fmla="*/ 0 w 29"/>
                  <a:gd name="T9" fmla="*/ 12 h 36"/>
                </a:gdLst>
                <a:ahLst/>
                <a:cxnLst>
                  <a:cxn ang="0">
                    <a:pos x="T0" y="T1"/>
                  </a:cxn>
                  <a:cxn ang="0">
                    <a:pos x="T2" y="T3"/>
                  </a:cxn>
                  <a:cxn ang="0">
                    <a:pos x="T4" y="T5"/>
                  </a:cxn>
                  <a:cxn ang="0">
                    <a:pos x="T6" y="T7"/>
                  </a:cxn>
                  <a:cxn ang="0">
                    <a:pos x="T8" y="T9"/>
                  </a:cxn>
                </a:cxnLst>
                <a:rect l="0" t="0" r="r" b="b"/>
                <a:pathLst>
                  <a:path w="29" h="36">
                    <a:moveTo>
                      <a:pt x="0" y="12"/>
                    </a:moveTo>
                    <a:lnTo>
                      <a:pt x="14" y="36"/>
                    </a:lnTo>
                    <a:lnTo>
                      <a:pt x="29" y="12"/>
                    </a:lnTo>
                    <a:lnTo>
                      <a:pt x="21" y="0"/>
                    </a:lnTo>
                    <a:lnTo>
                      <a:pt x="0" y="12"/>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sp>
          <p:nvSpPr>
            <p:cNvPr id="52" name="文本框 51"/>
            <p:cNvSpPr txBox="1"/>
            <p:nvPr/>
          </p:nvSpPr>
          <p:spPr>
            <a:xfrm>
              <a:off x="6418293" y="5065360"/>
              <a:ext cx="761747" cy="523220"/>
            </a:xfrm>
            <a:prstGeom prst="rect">
              <a:avLst/>
            </a:prstGeom>
            <a:noFill/>
          </p:spPr>
          <p:txBody>
            <a:bodyPr wrap="none" rtlCol="0">
              <a:spAutoFit/>
            </a:bodyPr>
            <a:lstStyle/>
            <a:p>
              <a:r>
                <a:rPr lang="en-US" altLang="zh-CN" sz="1400" dirty="0" smtClean="0"/>
                <a:t>2014</a:t>
              </a:r>
              <a:r>
                <a:rPr lang="zh-CN" altLang="en-US" sz="1400" dirty="0" smtClean="0"/>
                <a:t>年</a:t>
              </a:r>
              <a:endParaRPr lang="en-US" altLang="zh-CN" sz="1400" dirty="0" smtClean="0"/>
            </a:p>
            <a:p>
              <a:r>
                <a:rPr lang="zh-CN" altLang="en-US" sz="1400" dirty="0" smtClean="0"/>
                <a:t>的湿人</a:t>
              </a:r>
              <a:endParaRPr lang="zh-CN" altLang="en-US" sz="1400" dirty="0"/>
            </a:p>
          </p:txBody>
        </p:sp>
        <p:sp>
          <p:nvSpPr>
            <p:cNvPr id="57" name="文本框 56"/>
            <p:cNvSpPr txBox="1"/>
            <p:nvPr/>
          </p:nvSpPr>
          <p:spPr>
            <a:xfrm>
              <a:off x="7262817" y="5065360"/>
              <a:ext cx="761747" cy="523220"/>
            </a:xfrm>
            <a:prstGeom prst="rect">
              <a:avLst/>
            </a:prstGeom>
            <a:noFill/>
          </p:spPr>
          <p:txBody>
            <a:bodyPr wrap="none" rtlCol="0">
              <a:spAutoFit/>
            </a:bodyPr>
            <a:lstStyle/>
            <a:p>
              <a:r>
                <a:rPr lang="en-US" altLang="zh-CN" sz="1400" dirty="0" smtClean="0"/>
                <a:t>2015</a:t>
              </a:r>
              <a:r>
                <a:rPr lang="zh-CN" altLang="en-US" sz="1400" dirty="0" smtClean="0"/>
                <a:t>年</a:t>
              </a:r>
              <a:endParaRPr lang="en-US" altLang="zh-CN" sz="1400" dirty="0" smtClean="0"/>
            </a:p>
            <a:p>
              <a:r>
                <a:rPr lang="zh-CN" altLang="en-US" sz="1400" dirty="0" smtClean="0"/>
                <a:t>的</a:t>
              </a:r>
              <a:r>
                <a:rPr lang="zh-CN" altLang="en-US" sz="1400" dirty="0"/>
                <a:t>湿</a:t>
              </a:r>
              <a:r>
                <a:rPr lang="zh-CN" altLang="en-US" sz="1400" dirty="0" smtClean="0"/>
                <a:t>人</a:t>
              </a:r>
              <a:endParaRPr lang="zh-CN" altLang="en-US" sz="1400" dirty="0"/>
            </a:p>
          </p:txBody>
        </p:sp>
        <p:sp>
          <p:nvSpPr>
            <p:cNvPr id="60" name="文本框 59"/>
            <p:cNvSpPr txBox="1"/>
            <p:nvPr/>
          </p:nvSpPr>
          <p:spPr>
            <a:xfrm>
              <a:off x="8241822" y="3991787"/>
              <a:ext cx="646331" cy="369332"/>
            </a:xfrm>
            <a:prstGeom prst="rect">
              <a:avLst/>
            </a:prstGeom>
            <a:noFill/>
          </p:spPr>
          <p:txBody>
            <a:bodyPr wrap="none" rtlCol="0">
              <a:spAutoFit/>
            </a:bodyPr>
            <a:lstStyle/>
            <a:p>
              <a:r>
                <a:rPr lang="en-US" altLang="zh-CN" dirty="0"/>
                <a:t>……</a:t>
              </a:r>
              <a:endParaRPr lang="zh-CN" altLang="en-US" dirty="0"/>
            </a:p>
          </p:txBody>
        </p:sp>
        <p:grpSp>
          <p:nvGrpSpPr>
            <p:cNvPr id="62" name="组合 61"/>
            <p:cNvGrpSpPr/>
            <p:nvPr/>
          </p:nvGrpSpPr>
          <p:grpSpPr>
            <a:xfrm>
              <a:off x="9385229" y="3580381"/>
              <a:ext cx="683700" cy="1134245"/>
              <a:chOff x="2619069" y="3538075"/>
              <a:chExt cx="683700" cy="1134245"/>
            </a:xfrm>
          </p:grpSpPr>
          <p:grpSp>
            <p:nvGrpSpPr>
              <p:cNvPr id="64" name="组合 63"/>
              <p:cNvGrpSpPr/>
              <p:nvPr/>
            </p:nvGrpSpPr>
            <p:grpSpPr>
              <a:xfrm>
                <a:off x="2662499" y="3809726"/>
                <a:ext cx="640270" cy="862594"/>
                <a:chOff x="2360439" y="3913500"/>
                <a:chExt cx="719615" cy="969490"/>
              </a:xfrm>
            </p:grpSpPr>
            <p:sp>
              <p:nvSpPr>
                <p:cNvPr id="66" name="同侧圆角矩形 65"/>
                <p:cNvSpPr/>
                <p:nvPr/>
              </p:nvSpPr>
              <p:spPr>
                <a:xfrm rot="19800000">
                  <a:off x="2588867" y="3913500"/>
                  <a:ext cx="240666" cy="590827"/>
                </a:xfrm>
                <a:prstGeom prst="round2SameRect">
                  <a:avLst>
                    <a:gd name="adj1" fmla="val 37500"/>
                    <a:gd name="adj2" fmla="val 0"/>
                  </a:avLst>
                </a:pr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67" name="圆角矩形 66"/>
                <p:cNvSpPr/>
                <p:nvPr/>
              </p:nvSpPr>
              <p:spPr>
                <a:xfrm rot="900000">
                  <a:off x="2671274" y="4345315"/>
                  <a:ext cx="144000" cy="537675"/>
                </a:xfrm>
                <a:prstGeom prst="roundRect">
                  <a:avLst/>
                </a:prstGeom>
                <a:solidFill>
                  <a:schemeClr val="accent3"/>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rot="19800000">
                  <a:off x="2936054" y="4335823"/>
                  <a:ext cx="144000" cy="537675"/>
                </a:xfrm>
                <a:prstGeom prst="roundRect">
                  <a:avLst/>
                </a:prstGeom>
                <a:solidFill>
                  <a:schemeClr val="accent3"/>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rot="900000">
                  <a:off x="2427566" y="4009288"/>
                  <a:ext cx="144000" cy="537675"/>
                </a:xfrm>
                <a:prstGeom prst="roundRect">
                  <a:avLst/>
                </a:prstGeom>
                <a:solidFill>
                  <a:schemeClr val="accent3"/>
                </a:solidFill>
                <a:ln w="31750" cmpd="sng">
                  <a:no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2360439" y="4517028"/>
                  <a:ext cx="111108" cy="111108"/>
                </a:xfrm>
                <a:prstGeom prst="ellipse">
                  <a:avLst/>
                </a:prstGeom>
                <a:no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cxnSp>
              <p:nvCxnSpPr>
                <p:cNvPr id="71" name="直接连接符 70"/>
                <p:cNvCxnSpPr>
                  <a:stCxn id="70" idx="4"/>
                </p:cNvCxnSpPr>
                <p:nvPr/>
              </p:nvCxnSpPr>
              <p:spPr>
                <a:xfrm flipH="1">
                  <a:off x="2399923" y="4628136"/>
                  <a:ext cx="16070" cy="245344"/>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65" name="椭圆 64"/>
              <p:cNvSpPr/>
              <p:nvPr/>
            </p:nvSpPr>
            <p:spPr>
              <a:xfrm>
                <a:off x="2619069" y="3538075"/>
                <a:ext cx="260266" cy="260266"/>
              </a:xfrm>
              <a:prstGeom prst="ellipse">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p:cNvSpPr txBox="1"/>
            <p:nvPr/>
          </p:nvSpPr>
          <p:spPr>
            <a:xfrm>
              <a:off x="9346206" y="5065360"/>
              <a:ext cx="761747" cy="523220"/>
            </a:xfrm>
            <a:prstGeom prst="rect">
              <a:avLst/>
            </a:prstGeom>
            <a:noFill/>
          </p:spPr>
          <p:txBody>
            <a:bodyPr wrap="none" rtlCol="0">
              <a:spAutoFit/>
            </a:bodyPr>
            <a:lstStyle/>
            <a:p>
              <a:r>
                <a:rPr lang="en-US" altLang="zh-CN" sz="1400" dirty="0" smtClean="0"/>
                <a:t>2065</a:t>
              </a:r>
              <a:r>
                <a:rPr lang="zh-CN" altLang="en-US" sz="1400" dirty="0" smtClean="0"/>
                <a:t>年</a:t>
              </a:r>
              <a:endParaRPr lang="en-US" altLang="zh-CN" sz="1400" dirty="0" smtClean="0"/>
            </a:p>
            <a:p>
              <a:r>
                <a:rPr lang="zh-CN" altLang="en-US" sz="1400" dirty="0" smtClean="0"/>
                <a:t>的</a:t>
              </a:r>
              <a:r>
                <a:rPr lang="zh-CN" altLang="en-US" sz="1400" dirty="0"/>
                <a:t>湿</a:t>
              </a:r>
              <a:r>
                <a:rPr lang="zh-CN" altLang="en-US" sz="1400" dirty="0" smtClean="0"/>
                <a:t>人</a:t>
              </a:r>
              <a:endParaRPr lang="zh-CN" altLang="en-US" sz="1400" dirty="0"/>
            </a:p>
          </p:txBody>
        </p:sp>
        <p:grpSp>
          <p:nvGrpSpPr>
            <p:cNvPr id="72" name="组合 71"/>
            <p:cNvGrpSpPr/>
            <p:nvPr/>
          </p:nvGrpSpPr>
          <p:grpSpPr>
            <a:xfrm>
              <a:off x="7329603" y="3400456"/>
              <a:ext cx="628174" cy="1368249"/>
              <a:chOff x="-1131139" y="811213"/>
              <a:chExt cx="2013142" cy="4384900"/>
            </a:xfrm>
            <a:solidFill>
              <a:schemeClr val="accent3"/>
            </a:solidFill>
          </p:grpSpPr>
          <p:sp>
            <p:nvSpPr>
              <p:cNvPr id="73" name="Freeform 5"/>
              <p:cNvSpPr>
                <a:spLocks noEditPoints="1"/>
              </p:cNvSpPr>
              <p:nvPr/>
            </p:nvSpPr>
            <p:spPr bwMode="auto">
              <a:xfrm>
                <a:off x="-1131139" y="1667002"/>
                <a:ext cx="2013142" cy="3529111"/>
              </a:xfrm>
              <a:custGeom>
                <a:avLst/>
                <a:gdLst>
                  <a:gd name="T0" fmla="*/ 7 w 102"/>
                  <a:gd name="T1" fmla="*/ 85 h 181"/>
                  <a:gd name="T2" fmla="*/ 17 w 102"/>
                  <a:gd name="T3" fmla="*/ 81 h 181"/>
                  <a:gd name="T4" fmla="*/ 33 w 102"/>
                  <a:gd name="T5" fmla="*/ 39 h 181"/>
                  <a:gd name="T6" fmla="*/ 30 w 102"/>
                  <a:gd name="T7" fmla="*/ 84 h 181"/>
                  <a:gd name="T8" fmla="*/ 15 w 102"/>
                  <a:gd name="T9" fmla="*/ 169 h 181"/>
                  <a:gd name="T10" fmla="*/ 22 w 102"/>
                  <a:gd name="T11" fmla="*/ 180 h 181"/>
                  <a:gd name="T12" fmla="*/ 36 w 102"/>
                  <a:gd name="T13" fmla="*/ 172 h 181"/>
                  <a:gd name="T14" fmla="*/ 51 w 102"/>
                  <a:gd name="T15" fmla="*/ 98 h 181"/>
                  <a:gd name="T16" fmla="*/ 66 w 102"/>
                  <a:gd name="T17" fmla="*/ 172 h 181"/>
                  <a:gd name="T18" fmla="*/ 80 w 102"/>
                  <a:gd name="T19" fmla="*/ 180 h 181"/>
                  <a:gd name="T20" fmla="*/ 87 w 102"/>
                  <a:gd name="T21" fmla="*/ 169 h 181"/>
                  <a:gd name="T22" fmla="*/ 72 w 102"/>
                  <a:gd name="T23" fmla="*/ 84 h 181"/>
                  <a:gd name="T24" fmla="*/ 69 w 102"/>
                  <a:gd name="T25" fmla="*/ 39 h 181"/>
                  <a:gd name="T26" fmla="*/ 85 w 102"/>
                  <a:gd name="T27" fmla="*/ 81 h 181"/>
                  <a:gd name="T28" fmla="*/ 95 w 102"/>
                  <a:gd name="T29" fmla="*/ 85 h 181"/>
                  <a:gd name="T30" fmla="*/ 100 w 102"/>
                  <a:gd name="T31" fmla="*/ 75 h 181"/>
                  <a:gd name="T32" fmla="*/ 74 w 102"/>
                  <a:gd name="T33" fmla="*/ 5 h 181"/>
                  <a:gd name="T34" fmla="*/ 73 w 102"/>
                  <a:gd name="T35" fmla="*/ 3 h 181"/>
                  <a:gd name="T36" fmla="*/ 73 w 102"/>
                  <a:gd name="T37" fmla="*/ 3 h 181"/>
                  <a:gd name="T38" fmla="*/ 73 w 102"/>
                  <a:gd name="T39" fmla="*/ 2 h 181"/>
                  <a:gd name="T40" fmla="*/ 70 w 102"/>
                  <a:gd name="T41" fmla="*/ 0 h 181"/>
                  <a:gd name="T42" fmla="*/ 68 w 102"/>
                  <a:gd name="T43" fmla="*/ 0 h 181"/>
                  <a:gd name="T44" fmla="*/ 66 w 102"/>
                  <a:gd name="T45" fmla="*/ 0 h 181"/>
                  <a:gd name="T46" fmla="*/ 66 w 102"/>
                  <a:gd name="T47" fmla="*/ 0 h 181"/>
                  <a:gd name="T48" fmla="*/ 60 w 102"/>
                  <a:gd name="T49" fmla="*/ 10 h 181"/>
                  <a:gd name="T50" fmla="*/ 59 w 102"/>
                  <a:gd name="T51" fmla="*/ 11 h 181"/>
                  <a:gd name="T52" fmla="*/ 58 w 102"/>
                  <a:gd name="T53" fmla="*/ 10 h 181"/>
                  <a:gd name="T54" fmla="*/ 55 w 102"/>
                  <a:gd name="T55" fmla="*/ 6 h 181"/>
                  <a:gd name="T56" fmla="*/ 56 w 102"/>
                  <a:gd name="T57" fmla="*/ 9 h 181"/>
                  <a:gd name="T58" fmla="*/ 52 w 102"/>
                  <a:gd name="T59" fmla="*/ 15 h 181"/>
                  <a:gd name="T60" fmla="*/ 53 w 102"/>
                  <a:gd name="T61" fmla="*/ 18 h 181"/>
                  <a:gd name="T62" fmla="*/ 49 w 102"/>
                  <a:gd name="T63" fmla="*/ 22 h 181"/>
                  <a:gd name="T64" fmla="*/ 50 w 102"/>
                  <a:gd name="T65" fmla="*/ 15 h 181"/>
                  <a:gd name="T66" fmla="*/ 46 w 102"/>
                  <a:gd name="T67" fmla="*/ 9 h 181"/>
                  <a:gd name="T68" fmla="*/ 47 w 102"/>
                  <a:gd name="T69" fmla="*/ 5 h 181"/>
                  <a:gd name="T70" fmla="*/ 44 w 102"/>
                  <a:gd name="T71" fmla="*/ 10 h 181"/>
                  <a:gd name="T72" fmla="*/ 43 w 102"/>
                  <a:gd name="T73" fmla="*/ 11 h 181"/>
                  <a:gd name="T74" fmla="*/ 42 w 102"/>
                  <a:gd name="T75" fmla="*/ 10 h 181"/>
                  <a:gd name="T76" fmla="*/ 36 w 102"/>
                  <a:gd name="T77" fmla="*/ 0 h 181"/>
                  <a:gd name="T78" fmla="*/ 36 w 102"/>
                  <a:gd name="T79" fmla="*/ 0 h 181"/>
                  <a:gd name="T80" fmla="*/ 34 w 102"/>
                  <a:gd name="T81" fmla="*/ 0 h 181"/>
                  <a:gd name="T82" fmla="*/ 32 w 102"/>
                  <a:gd name="T83" fmla="*/ 0 h 181"/>
                  <a:gd name="T84" fmla="*/ 29 w 102"/>
                  <a:gd name="T85" fmla="*/ 2 h 181"/>
                  <a:gd name="T86" fmla="*/ 29 w 102"/>
                  <a:gd name="T87" fmla="*/ 3 h 181"/>
                  <a:gd name="T88" fmla="*/ 29 w 102"/>
                  <a:gd name="T89" fmla="*/ 3 h 181"/>
                  <a:gd name="T90" fmla="*/ 28 w 102"/>
                  <a:gd name="T91" fmla="*/ 5 h 181"/>
                  <a:gd name="T92" fmla="*/ 2 w 102"/>
                  <a:gd name="T93" fmla="*/ 75 h 181"/>
                  <a:gd name="T94" fmla="*/ 7 w 102"/>
                  <a:gd name="T95" fmla="*/ 85 h 181"/>
                  <a:gd name="T96" fmla="*/ 56 w 102"/>
                  <a:gd name="T97" fmla="*/ 35 h 181"/>
                  <a:gd name="T98" fmla="*/ 51 w 102"/>
                  <a:gd name="T99" fmla="*/ 41 h 181"/>
                  <a:gd name="T100" fmla="*/ 49 w 102"/>
                  <a:gd name="T101" fmla="*/ 38 h 181"/>
                  <a:gd name="T102" fmla="*/ 55 w 102"/>
                  <a:gd name="T103" fmla="*/ 32 h 181"/>
                  <a:gd name="T104" fmla="*/ 56 w 102"/>
                  <a:gd name="T105" fmla="*/ 35 h 181"/>
                  <a:gd name="T106" fmla="*/ 47 w 102"/>
                  <a:gd name="T107" fmla="*/ 29 h 181"/>
                  <a:gd name="T108" fmla="*/ 53 w 102"/>
                  <a:gd name="T109" fmla="*/ 23 h 181"/>
                  <a:gd name="T110" fmla="*/ 54 w 102"/>
                  <a:gd name="T111" fmla="*/ 27 h 181"/>
                  <a:gd name="T112" fmla="*/ 46 w 102"/>
                  <a:gd name="T113" fmla="*/ 35 h 181"/>
                  <a:gd name="T114" fmla="*/ 46 w 102"/>
                  <a:gd name="T115" fmla="*/ 35 h 181"/>
                  <a:gd name="T116" fmla="*/ 47 w 102"/>
                  <a:gd name="T117" fmla="*/ 29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2" h="181">
                    <a:moveTo>
                      <a:pt x="7" y="85"/>
                    </a:moveTo>
                    <a:cubicBezTo>
                      <a:pt x="11" y="87"/>
                      <a:pt x="15" y="85"/>
                      <a:pt x="17" y="81"/>
                    </a:cubicBezTo>
                    <a:cubicBezTo>
                      <a:pt x="33" y="39"/>
                      <a:pt x="33" y="39"/>
                      <a:pt x="33" y="39"/>
                    </a:cubicBezTo>
                    <a:cubicBezTo>
                      <a:pt x="30" y="84"/>
                      <a:pt x="30" y="84"/>
                      <a:pt x="30" y="84"/>
                    </a:cubicBezTo>
                    <a:cubicBezTo>
                      <a:pt x="15" y="169"/>
                      <a:pt x="15" y="169"/>
                      <a:pt x="15" y="169"/>
                    </a:cubicBezTo>
                    <a:cubicBezTo>
                      <a:pt x="14" y="174"/>
                      <a:pt x="15" y="179"/>
                      <a:pt x="22" y="180"/>
                    </a:cubicBezTo>
                    <a:cubicBezTo>
                      <a:pt x="29" y="181"/>
                      <a:pt x="35" y="177"/>
                      <a:pt x="36" y="172"/>
                    </a:cubicBezTo>
                    <a:cubicBezTo>
                      <a:pt x="51" y="98"/>
                      <a:pt x="51" y="98"/>
                      <a:pt x="51" y="98"/>
                    </a:cubicBezTo>
                    <a:cubicBezTo>
                      <a:pt x="66" y="172"/>
                      <a:pt x="66" y="172"/>
                      <a:pt x="66" y="172"/>
                    </a:cubicBezTo>
                    <a:cubicBezTo>
                      <a:pt x="67" y="177"/>
                      <a:pt x="73" y="181"/>
                      <a:pt x="80" y="180"/>
                    </a:cubicBezTo>
                    <a:cubicBezTo>
                      <a:pt x="87" y="179"/>
                      <a:pt x="88" y="174"/>
                      <a:pt x="87" y="169"/>
                    </a:cubicBezTo>
                    <a:cubicBezTo>
                      <a:pt x="72" y="84"/>
                      <a:pt x="72" y="84"/>
                      <a:pt x="72" y="84"/>
                    </a:cubicBezTo>
                    <a:cubicBezTo>
                      <a:pt x="69" y="39"/>
                      <a:pt x="69" y="39"/>
                      <a:pt x="69" y="39"/>
                    </a:cubicBezTo>
                    <a:cubicBezTo>
                      <a:pt x="85" y="81"/>
                      <a:pt x="85" y="81"/>
                      <a:pt x="85" y="81"/>
                    </a:cubicBezTo>
                    <a:cubicBezTo>
                      <a:pt x="87" y="85"/>
                      <a:pt x="91" y="87"/>
                      <a:pt x="95" y="85"/>
                    </a:cubicBezTo>
                    <a:cubicBezTo>
                      <a:pt x="99" y="84"/>
                      <a:pt x="102" y="79"/>
                      <a:pt x="100" y="75"/>
                    </a:cubicBezTo>
                    <a:cubicBezTo>
                      <a:pt x="74" y="5"/>
                      <a:pt x="74" y="5"/>
                      <a:pt x="74" y="5"/>
                    </a:cubicBezTo>
                    <a:cubicBezTo>
                      <a:pt x="74" y="4"/>
                      <a:pt x="74" y="3"/>
                      <a:pt x="73" y="3"/>
                    </a:cubicBezTo>
                    <a:cubicBezTo>
                      <a:pt x="73" y="3"/>
                      <a:pt x="73" y="3"/>
                      <a:pt x="73" y="3"/>
                    </a:cubicBezTo>
                    <a:cubicBezTo>
                      <a:pt x="73" y="3"/>
                      <a:pt x="73" y="2"/>
                      <a:pt x="73" y="2"/>
                    </a:cubicBezTo>
                    <a:cubicBezTo>
                      <a:pt x="72" y="1"/>
                      <a:pt x="71" y="1"/>
                      <a:pt x="70" y="0"/>
                    </a:cubicBezTo>
                    <a:cubicBezTo>
                      <a:pt x="68" y="0"/>
                      <a:pt x="68" y="0"/>
                      <a:pt x="68" y="0"/>
                    </a:cubicBezTo>
                    <a:cubicBezTo>
                      <a:pt x="66" y="0"/>
                      <a:pt x="66" y="0"/>
                      <a:pt x="66" y="0"/>
                    </a:cubicBezTo>
                    <a:cubicBezTo>
                      <a:pt x="66" y="0"/>
                      <a:pt x="66" y="0"/>
                      <a:pt x="66" y="0"/>
                    </a:cubicBezTo>
                    <a:cubicBezTo>
                      <a:pt x="60" y="10"/>
                      <a:pt x="60" y="10"/>
                      <a:pt x="60" y="10"/>
                    </a:cubicBezTo>
                    <a:cubicBezTo>
                      <a:pt x="60" y="11"/>
                      <a:pt x="59" y="11"/>
                      <a:pt x="59" y="11"/>
                    </a:cubicBezTo>
                    <a:cubicBezTo>
                      <a:pt x="59" y="11"/>
                      <a:pt x="58" y="11"/>
                      <a:pt x="58" y="10"/>
                    </a:cubicBezTo>
                    <a:cubicBezTo>
                      <a:pt x="55" y="6"/>
                      <a:pt x="55" y="6"/>
                      <a:pt x="55" y="6"/>
                    </a:cubicBezTo>
                    <a:cubicBezTo>
                      <a:pt x="56" y="9"/>
                      <a:pt x="56" y="9"/>
                      <a:pt x="56" y="9"/>
                    </a:cubicBezTo>
                    <a:cubicBezTo>
                      <a:pt x="52" y="15"/>
                      <a:pt x="52" y="15"/>
                      <a:pt x="52" y="15"/>
                    </a:cubicBezTo>
                    <a:cubicBezTo>
                      <a:pt x="53" y="18"/>
                      <a:pt x="53" y="18"/>
                      <a:pt x="53" y="18"/>
                    </a:cubicBezTo>
                    <a:cubicBezTo>
                      <a:pt x="49" y="22"/>
                      <a:pt x="49" y="22"/>
                      <a:pt x="49" y="22"/>
                    </a:cubicBezTo>
                    <a:cubicBezTo>
                      <a:pt x="50" y="15"/>
                      <a:pt x="50" y="15"/>
                      <a:pt x="50" y="15"/>
                    </a:cubicBezTo>
                    <a:cubicBezTo>
                      <a:pt x="46" y="9"/>
                      <a:pt x="46" y="9"/>
                      <a:pt x="46" y="9"/>
                    </a:cubicBezTo>
                    <a:cubicBezTo>
                      <a:pt x="47" y="5"/>
                      <a:pt x="47" y="5"/>
                      <a:pt x="47" y="5"/>
                    </a:cubicBezTo>
                    <a:cubicBezTo>
                      <a:pt x="44" y="10"/>
                      <a:pt x="44" y="10"/>
                      <a:pt x="44" y="10"/>
                    </a:cubicBezTo>
                    <a:cubicBezTo>
                      <a:pt x="44" y="11"/>
                      <a:pt x="43" y="11"/>
                      <a:pt x="43" y="11"/>
                    </a:cubicBezTo>
                    <a:cubicBezTo>
                      <a:pt x="43" y="11"/>
                      <a:pt x="42" y="11"/>
                      <a:pt x="42" y="10"/>
                    </a:cubicBezTo>
                    <a:cubicBezTo>
                      <a:pt x="36" y="0"/>
                      <a:pt x="36" y="0"/>
                      <a:pt x="36" y="0"/>
                    </a:cubicBezTo>
                    <a:cubicBezTo>
                      <a:pt x="36" y="0"/>
                      <a:pt x="36" y="0"/>
                      <a:pt x="36" y="0"/>
                    </a:cubicBezTo>
                    <a:cubicBezTo>
                      <a:pt x="34" y="0"/>
                      <a:pt x="34" y="0"/>
                      <a:pt x="34" y="0"/>
                    </a:cubicBezTo>
                    <a:cubicBezTo>
                      <a:pt x="32" y="0"/>
                      <a:pt x="32" y="0"/>
                      <a:pt x="32" y="0"/>
                    </a:cubicBezTo>
                    <a:cubicBezTo>
                      <a:pt x="31" y="1"/>
                      <a:pt x="30" y="1"/>
                      <a:pt x="29" y="2"/>
                    </a:cubicBezTo>
                    <a:cubicBezTo>
                      <a:pt x="29" y="2"/>
                      <a:pt x="29" y="3"/>
                      <a:pt x="29" y="3"/>
                    </a:cubicBezTo>
                    <a:cubicBezTo>
                      <a:pt x="29" y="3"/>
                      <a:pt x="29" y="3"/>
                      <a:pt x="29" y="3"/>
                    </a:cubicBezTo>
                    <a:cubicBezTo>
                      <a:pt x="28" y="3"/>
                      <a:pt x="28" y="4"/>
                      <a:pt x="28" y="5"/>
                    </a:cubicBezTo>
                    <a:cubicBezTo>
                      <a:pt x="2" y="75"/>
                      <a:pt x="2" y="75"/>
                      <a:pt x="2" y="75"/>
                    </a:cubicBezTo>
                    <a:cubicBezTo>
                      <a:pt x="0" y="79"/>
                      <a:pt x="3" y="84"/>
                      <a:pt x="7" y="85"/>
                    </a:cubicBezTo>
                    <a:close/>
                    <a:moveTo>
                      <a:pt x="56" y="35"/>
                    </a:moveTo>
                    <a:cubicBezTo>
                      <a:pt x="51" y="41"/>
                      <a:pt x="51" y="41"/>
                      <a:pt x="51" y="41"/>
                    </a:cubicBezTo>
                    <a:cubicBezTo>
                      <a:pt x="49" y="38"/>
                      <a:pt x="49" y="38"/>
                      <a:pt x="49" y="38"/>
                    </a:cubicBezTo>
                    <a:cubicBezTo>
                      <a:pt x="55" y="32"/>
                      <a:pt x="55" y="32"/>
                      <a:pt x="55" y="32"/>
                    </a:cubicBezTo>
                    <a:lnTo>
                      <a:pt x="56" y="35"/>
                    </a:lnTo>
                    <a:close/>
                    <a:moveTo>
                      <a:pt x="47" y="29"/>
                    </a:moveTo>
                    <a:cubicBezTo>
                      <a:pt x="53" y="23"/>
                      <a:pt x="53" y="23"/>
                      <a:pt x="53" y="23"/>
                    </a:cubicBezTo>
                    <a:cubicBezTo>
                      <a:pt x="54" y="27"/>
                      <a:pt x="54" y="27"/>
                      <a:pt x="54" y="27"/>
                    </a:cubicBezTo>
                    <a:cubicBezTo>
                      <a:pt x="46" y="35"/>
                      <a:pt x="46" y="35"/>
                      <a:pt x="46" y="35"/>
                    </a:cubicBezTo>
                    <a:cubicBezTo>
                      <a:pt x="46" y="35"/>
                      <a:pt x="46" y="35"/>
                      <a:pt x="46" y="35"/>
                    </a:cubicBezTo>
                    <a:lnTo>
                      <a:pt x="47" y="29"/>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6"/>
              <p:cNvSpPr>
                <a:spLocks/>
              </p:cNvSpPr>
              <p:nvPr/>
            </p:nvSpPr>
            <p:spPr bwMode="auto">
              <a:xfrm>
                <a:off x="-519861" y="811213"/>
                <a:ext cx="774285" cy="782436"/>
              </a:xfrm>
              <a:custGeom>
                <a:avLst/>
                <a:gdLst>
                  <a:gd name="T0" fmla="*/ 19 w 39"/>
                  <a:gd name="T1" fmla="*/ 40 h 40"/>
                  <a:gd name="T2" fmla="*/ 19 w 39"/>
                  <a:gd name="T3" fmla="*/ 40 h 40"/>
                  <a:gd name="T4" fmla="*/ 20 w 39"/>
                  <a:gd name="T5" fmla="*/ 40 h 40"/>
                  <a:gd name="T6" fmla="*/ 20 w 39"/>
                  <a:gd name="T7" fmla="*/ 40 h 40"/>
                  <a:gd name="T8" fmla="*/ 20 w 39"/>
                  <a:gd name="T9" fmla="*/ 40 h 40"/>
                  <a:gd name="T10" fmla="*/ 39 w 39"/>
                  <a:gd name="T11" fmla="*/ 20 h 40"/>
                  <a:gd name="T12" fmla="*/ 20 w 39"/>
                  <a:gd name="T13" fmla="*/ 0 h 40"/>
                  <a:gd name="T14" fmla="*/ 20 w 39"/>
                  <a:gd name="T15" fmla="*/ 0 h 40"/>
                  <a:gd name="T16" fmla="*/ 20 w 39"/>
                  <a:gd name="T17" fmla="*/ 0 h 40"/>
                  <a:gd name="T18" fmla="*/ 19 w 39"/>
                  <a:gd name="T19" fmla="*/ 0 h 40"/>
                  <a:gd name="T20" fmla="*/ 19 w 39"/>
                  <a:gd name="T21" fmla="*/ 0 h 40"/>
                  <a:gd name="T22" fmla="*/ 0 w 39"/>
                  <a:gd name="T23" fmla="*/ 20 h 40"/>
                  <a:gd name="T24" fmla="*/ 19 w 39"/>
                  <a:gd name="T25"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40">
                    <a:moveTo>
                      <a:pt x="19" y="40"/>
                    </a:moveTo>
                    <a:cubicBezTo>
                      <a:pt x="19" y="40"/>
                      <a:pt x="19" y="40"/>
                      <a:pt x="19" y="40"/>
                    </a:cubicBezTo>
                    <a:cubicBezTo>
                      <a:pt x="20" y="40"/>
                      <a:pt x="20" y="40"/>
                      <a:pt x="20" y="40"/>
                    </a:cubicBezTo>
                    <a:cubicBezTo>
                      <a:pt x="20" y="40"/>
                      <a:pt x="20" y="40"/>
                      <a:pt x="20" y="40"/>
                    </a:cubicBezTo>
                    <a:cubicBezTo>
                      <a:pt x="20" y="40"/>
                      <a:pt x="20" y="40"/>
                      <a:pt x="20" y="40"/>
                    </a:cubicBezTo>
                    <a:cubicBezTo>
                      <a:pt x="31" y="39"/>
                      <a:pt x="39" y="30"/>
                      <a:pt x="39" y="20"/>
                    </a:cubicBezTo>
                    <a:cubicBezTo>
                      <a:pt x="39" y="9"/>
                      <a:pt x="31" y="0"/>
                      <a:pt x="20" y="0"/>
                    </a:cubicBezTo>
                    <a:cubicBezTo>
                      <a:pt x="20" y="0"/>
                      <a:pt x="20" y="0"/>
                      <a:pt x="20" y="0"/>
                    </a:cubicBezTo>
                    <a:cubicBezTo>
                      <a:pt x="20" y="0"/>
                      <a:pt x="20" y="0"/>
                      <a:pt x="20" y="0"/>
                    </a:cubicBezTo>
                    <a:cubicBezTo>
                      <a:pt x="20" y="0"/>
                      <a:pt x="20" y="0"/>
                      <a:pt x="19" y="0"/>
                    </a:cubicBezTo>
                    <a:cubicBezTo>
                      <a:pt x="19" y="0"/>
                      <a:pt x="19" y="0"/>
                      <a:pt x="19" y="0"/>
                    </a:cubicBezTo>
                    <a:cubicBezTo>
                      <a:pt x="9" y="0"/>
                      <a:pt x="0" y="9"/>
                      <a:pt x="0" y="20"/>
                    </a:cubicBezTo>
                    <a:cubicBezTo>
                      <a:pt x="0" y="30"/>
                      <a:pt x="9" y="39"/>
                      <a:pt x="19" y="4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7"/>
              <p:cNvSpPr>
                <a:spLocks/>
              </p:cNvSpPr>
              <p:nvPr/>
            </p:nvSpPr>
            <p:spPr bwMode="auto">
              <a:xfrm>
                <a:off x="-397605" y="1569198"/>
                <a:ext cx="236361" cy="293413"/>
              </a:xfrm>
              <a:custGeom>
                <a:avLst/>
                <a:gdLst>
                  <a:gd name="T0" fmla="*/ 14 w 29"/>
                  <a:gd name="T1" fmla="*/ 36 h 36"/>
                  <a:gd name="T2" fmla="*/ 29 w 29"/>
                  <a:gd name="T3" fmla="*/ 12 h 36"/>
                  <a:gd name="T4" fmla="*/ 7 w 29"/>
                  <a:gd name="T5" fmla="*/ 0 h 36"/>
                  <a:gd name="T6" fmla="*/ 0 w 29"/>
                  <a:gd name="T7" fmla="*/ 12 h 36"/>
                  <a:gd name="T8" fmla="*/ 14 w 29"/>
                  <a:gd name="T9" fmla="*/ 36 h 36"/>
                </a:gdLst>
                <a:ahLst/>
                <a:cxnLst>
                  <a:cxn ang="0">
                    <a:pos x="T0" y="T1"/>
                  </a:cxn>
                  <a:cxn ang="0">
                    <a:pos x="T2" y="T3"/>
                  </a:cxn>
                  <a:cxn ang="0">
                    <a:pos x="T4" y="T5"/>
                  </a:cxn>
                  <a:cxn ang="0">
                    <a:pos x="T6" y="T7"/>
                  </a:cxn>
                  <a:cxn ang="0">
                    <a:pos x="T8" y="T9"/>
                  </a:cxn>
                </a:cxnLst>
                <a:rect l="0" t="0" r="r" b="b"/>
                <a:pathLst>
                  <a:path w="29" h="36">
                    <a:moveTo>
                      <a:pt x="14" y="36"/>
                    </a:moveTo>
                    <a:lnTo>
                      <a:pt x="29" y="12"/>
                    </a:lnTo>
                    <a:lnTo>
                      <a:pt x="7" y="0"/>
                    </a:lnTo>
                    <a:lnTo>
                      <a:pt x="0" y="12"/>
                    </a:lnTo>
                    <a:lnTo>
                      <a:pt x="14" y="36"/>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8"/>
              <p:cNvSpPr>
                <a:spLocks/>
              </p:cNvSpPr>
              <p:nvPr/>
            </p:nvSpPr>
            <p:spPr bwMode="auto">
              <a:xfrm>
                <a:off x="-79741" y="1569198"/>
                <a:ext cx="236361" cy="293413"/>
              </a:xfrm>
              <a:custGeom>
                <a:avLst/>
                <a:gdLst>
                  <a:gd name="T0" fmla="*/ 0 w 29"/>
                  <a:gd name="T1" fmla="*/ 12 h 36"/>
                  <a:gd name="T2" fmla="*/ 14 w 29"/>
                  <a:gd name="T3" fmla="*/ 36 h 36"/>
                  <a:gd name="T4" fmla="*/ 29 w 29"/>
                  <a:gd name="T5" fmla="*/ 12 h 36"/>
                  <a:gd name="T6" fmla="*/ 21 w 29"/>
                  <a:gd name="T7" fmla="*/ 0 h 36"/>
                  <a:gd name="T8" fmla="*/ 0 w 29"/>
                  <a:gd name="T9" fmla="*/ 12 h 36"/>
                </a:gdLst>
                <a:ahLst/>
                <a:cxnLst>
                  <a:cxn ang="0">
                    <a:pos x="T0" y="T1"/>
                  </a:cxn>
                  <a:cxn ang="0">
                    <a:pos x="T2" y="T3"/>
                  </a:cxn>
                  <a:cxn ang="0">
                    <a:pos x="T4" y="T5"/>
                  </a:cxn>
                  <a:cxn ang="0">
                    <a:pos x="T6" y="T7"/>
                  </a:cxn>
                  <a:cxn ang="0">
                    <a:pos x="T8" y="T9"/>
                  </a:cxn>
                </a:cxnLst>
                <a:rect l="0" t="0" r="r" b="b"/>
                <a:pathLst>
                  <a:path w="29" h="36">
                    <a:moveTo>
                      <a:pt x="0" y="12"/>
                    </a:moveTo>
                    <a:lnTo>
                      <a:pt x="14" y="36"/>
                    </a:lnTo>
                    <a:lnTo>
                      <a:pt x="29" y="12"/>
                    </a:lnTo>
                    <a:lnTo>
                      <a:pt x="21" y="0"/>
                    </a:lnTo>
                    <a:lnTo>
                      <a:pt x="0" y="12"/>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83" name="文本框 82"/>
          <p:cNvSpPr txBox="1"/>
          <p:nvPr/>
        </p:nvSpPr>
        <p:spPr>
          <a:xfrm>
            <a:off x="848372" y="6061048"/>
            <a:ext cx="9169946" cy="757130"/>
          </a:xfrm>
          <a:prstGeom prst="rect">
            <a:avLst/>
          </a:prstGeom>
          <a:noFill/>
        </p:spPr>
        <p:txBody>
          <a:bodyPr wrap="square" rtlCol="0">
            <a:spAutoFit/>
          </a:bodyPr>
          <a:lstStyle/>
          <a:p>
            <a:pPr algn="just">
              <a:lnSpc>
                <a:spcPct val="120000"/>
              </a:lnSpc>
            </a:pPr>
            <a:r>
              <a:rPr lang="zh-CN" altLang="en-US" dirty="0" smtClean="0">
                <a:solidFill>
                  <a:schemeClr val="tx1">
                    <a:lumMod val="85000"/>
                    <a:lumOff val="15000"/>
                  </a:schemeClr>
                </a:solidFill>
              </a:rPr>
              <a:t>湿人和诗人各自独立存在，有自己独立的时空虫，所以他们不是一个人。</a:t>
            </a:r>
            <a:endParaRPr lang="en-US" altLang="zh-CN" dirty="0" smtClean="0">
              <a:solidFill>
                <a:schemeClr val="tx1">
                  <a:lumMod val="85000"/>
                  <a:lumOff val="15000"/>
                </a:schemeClr>
              </a:solidFill>
            </a:endParaRPr>
          </a:p>
          <a:p>
            <a:pPr algn="just">
              <a:lnSpc>
                <a:spcPct val="120000"/>
              </a:lnSpc>
            </a:pPr>
            <a:r>
              <a:rPr lang="zh-CN" altLang="en-US" dirty="0" smtClean="0">
                <a:solidFill>
                  <a:schemeClr val="tx1">
                    <a:lumMod val="85000"/>
                    <a:lumOff val="15000"/>
                  </a:schemeClr>
                </a:solidFill>
              </a:rPr>
              <a:t>可是又是什么东西决定</a:t>
            </a:r>
            <a:r>
              <a:rPr lang="zh-CN" altLang="en-US" dirty="0">
                <a:solidFill>
                  <a:schemeClr val="tx1">
                    <a:lumMod val="85000"/>
                    <a:lumOff val="15000"/>
                  </a:schemeClr>
                </a:solidFill>
              </a:rPr>
              <a:t>了一个人在不同的时空里是同</a:t>
            </a:r>
            <a:r>
              <a:rPr lang="zh-CN" altLang="en-US" dirty="0" smtClean="0">
                <a:solidFill>
                  <a:schemeClr val="tx1">
                    <a:lumMod val="85000"/>
                    <a:lumOff val="15000"/>
                  </a:schemeClr>
                </a:solidFill>
              </a:rPr>
              <a:t>一个人呢？</a:t>
            </a:r>
            <a:r>
              <a:rPr lang="zh-CN" altLang="en-US" b="1" dirty="0" smtClean="0">
                <a:solidFill>
                  <a:schemeClr val="accent3"/>
                </a:solidFill>
              </a:rPr>
              <a:t>这个关键的东西是什么呢？</a:t>
            </a:r>
            <a:endParaRPr lang="zh-CN" altLang="en-US" b="1" dirty="0">
              <a:solidFill>
                <a:schemeClr val="accent3"/>
              </a:solidFill>
            </a:endParaRPr>
          </a:p>
        </p:txBody>
      </p:sp>
      <p:sp>
        <p:nvSpPr>
          <p:cNvPr id="86" name="矩形 85"/>
          <p:cNvSpPr/>
          <p:nvPr/>
        </p:nvSpPr>
        <p:spPr>
          <a:xfrm>
            <a:off x="838200" y="2007411"/>
            <a:ext cx="12034064" cy="769441"/>
          </a:xfrm>
          <a:prstGeom prst="rect">
            <a:avLst/>
          </a:prstGeom>
        </p:spPr>
        <p:txBody>
          <a:bodyPr vert="horz" lIns="91440" tIns="45720" rIns="91440" bIns="45720" rtlCol="0" anchor="ctr">
            <a:normAutofit/>
          </a:bodyPr>
          <a:lstStyle/>
          <a:p>
            <a:pPr>
              <a:spcBef>
                <a:spcPct val="0"/>
              </a:spcBef>
            </a:pPr>
            <a:r>
              <a:rPr lang="zh-CN" altLang="en-US" sz="4400" dirty="0" smtClean="0">
                <a:solidFill>
                  <a:schemeClr val="accent4"/>
                </a:solidFill>
                <a:latin typeface="+mj-lt"/>
                <a:ea typeface="+mj-ea"/>
                <a:cs typeface="+mj-cs"/>
              </a:rPr>
              <a:t>个人</a:t>
            </a:r>
            <a:r>
              <a:rPr lang="zh-CN" altLang="en-US" sz="4400" dirty="0">
                <a:solidFill>
                  <a:schemeClr val="accent4"/>
                </a:solidFill>
                <a:latin typeface="+mj-lt"/>
                <a:ea typeface="+mj-ea"/>
                <a:cs typeface="+mj-cs"/>
              </a:rPr>
              <a:t>在</a:t>
            </a:r>
            <a:r>
              <a:rPr lang="zh-CN" altLang="en-US" sz="4400" dirty="0" smtClean="0">
                <a:solidFill>
                  <a:schemeClr val="accent4"/>
                </a:solidFill>
                <a:latin typeface="+mj-lt"/>
                <a:ea typeface="+mj-ea"/>
                <a:cs typeface="+mj-cs"/>
              </a:rPr>
              <a:t>不同时点</a:t>
            </a:r>
            <a:r>
              <a:rPr lang="zh-CN" altLang="en-US" sz="4400" dirty="0">
                <a:solidFill>
                  <a:schemeClr val="accent4"/>
                </a:solidFill>
                <a:latin typeface="+mj-lt"/>
                <a:ea typeface="+mj-ea"/>
                <a:cs typeface="+mj-cs"/>
              </a:rPr>
              <a:t>上何以是</a:t>
            </a:r>
            <a:r>
              <a:rPr lang="zh-CN" altLang="en-US" sz="4400" dirty="0">
                <a:solidFill>
                  <a:schemeClr val="accent3"/>
                </a:solidFill>
                <a:latin typeface="+mj-lt"/>
                <a:ea typeface="+mj-ea"/>
                <a:cs typeface="+mj-cs"/>
              </a:rPr>
              <a:t>同一个人</a:t>
            </a:r>
            <a:r>
              <a:rPr lang="zh-CN" altLang="en-US" sz="4400" dirty="0">
                <a:solidFill>
                  <a:schemeClr val="accent4"/>
                </a:solidFill>
                <a:latin typeface="+mj-lt"/>
                <a:ea typeface="+mj-ea"/>
                <a:cs typeface="+mj-cs"/>
              </a:rPr>
              <a:t>？</a:t>
            </a:r>
          </a:p>
        </p:txBody>
      </p:sp>
      <p:grpSp>
        <p:nvGrpSpPr>
          <p:cNvPr id="89" name="组合 88"/>
          <p:cNvGrpSpPr/>
          <p:nvPr/>
        </p:nvGrpSpPr>
        <p:grpSpPr>
          <a:xfrm>
            <a:off x="0" y="2611773"/>
            <a:ext cx="10815183" cy="151305"/>
            <a:chOff x="-4148823" y="911825"/>
            <a:chExt cx="10905110" cy="151305"/>
          </a:xfrm>
          <a:solidFill>
            <a:schemeClr val="tx1">
              <a:lumMod val="95000"/>
              <a:lumOff val="5000"/>
            </a:schemeClr>
          </a:solidFill>
        </p:grpSpPr>
        <p:cxnSp>
          <p:nvCxnSpPr>
            <p:cNvPr id="90" name="直接连接符 89"/>
            <p:cNvCxnSpPr/>
            <p:nvPr/>
          </p:nvCxnSpPr>
          <p:spPr>
            <a:xfrm flipH="1">
              <a:off x="-4148823" y="1063130"/>
              <a:ext cx="10005115"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5" name="圆角矩形 94"/>
          <p:cNvSpPr/>
          <p:nvPr/>
        </p:nvSpPr>
        <p:spPr>
          <a:xfrm>
            <a:off x="1260587" y="2906864"/>
            <a:ext cx="1503668" cy="539750"/>
          </a:xfrm>
          <a:prstGeom prst="roundRect">
            <a:avLst/>
          </a:prstGeom>
          <a:solidFill>
            <a:schemeClr val="bg1"/>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lumMod val="85000"/>
                    <a:lumOff val="15000"/>
                  </a:schemeClr>
                </a:solidFill>
              </a:rPr>
              <a:t>同一个诗人</a:t>
            </a:r>
            <a:endParaRPr lang="zh-CN" altLang="en-US" b="1" dirty="0">
              <a:solidFill>
                <a:schemeClr val="tx1">
                  <a:lumMod val="85000"/>
                  <a:lumOff val="15000"/>
                </a:schemeClr>
              </a:solidFill>
            </a:endParaRPr>
          </a:p>
        </p:txBody>
      </p:sp>
      <p:sp>
        <p:nvSpPr>
          <p:cNvPr id="96" name="圆角矩形 95"/>
          <p:cNvSpPr/>
          <p:nvPr/>
        </p:nvSpPr>
        <p:spPr>
          <a:xfrm>
            <a:off x="6855713" y="2906864"/>
            <a:ext cx="1503668" cy="539750"/>
          </a:xfrm>
          <a:prstGeom prst="roundRect">
            <a:avLst/>
          </a:prstGeom>
          <a:solidFill>
            <a:schemeClr val="bg1"/>
          </a:solidFill>
          <a:ln w="31750" cmpd="sng">
            <a:solidFill>
              <a:schemeClr val="tx1">
                <a:lumMod val="85000"/>
                <a:lumOff val="1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b="1" dirty="0" smtClean="0">
                <a:solidFill>
                  <a:schemeClr val="tx1">
                    <a:lumMod val="85000"/>
                    <a:lumOff val="15000"/>
                  </a:schemeClr>
                </a:solidFill>
              </a:rPr>
              <a:t>同一个</a:t>
            </a:r>
            <a:r>
              <a:rPr lang="zh-CN" altLang="en-US" b="1" dirty="0">
                <a:solidFill>
                  <a:schemeClr val="tx1">
                    <a:lumMod val="85000"/>
                    <a:lumOff val="15000"/>
                  </a:schemeClr>
                </a:solidFill>
              </a:rPr>
              <a:t>湿人</a:t>
            </a:r>
          </a:p>
        </p:txBody>
      </p:sp>
    </p:spTree>
    <p:extLst>
      <p:ext uri="{BB962C8B-B14F-4D97-AF65-F5344CB8AC3E}">
        <p14:creationId xmlns:p14="http://schemas.microsoft.com/office/powerpoint/2010/main" val="5910574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65143"/>
            <a:ext cx="10515600" cy="769441"/>
          </a:xfrm>
        </p:spPr>
        <p:txBody>
          <a:bodyPr/>
          <a:lstStyle/>
          <a:p>
            <a:r>
              <a:rPr lang="zh-CN" altLang="en-US" dirty="0" smtClean="0">
                <a:solidFill>
                  <a:schemeClr val="accent4"/>
                </a:solidFill>
              </a:rPr>
              <a:t>个人同一性的</a:t>
            </a:r>
            <a:r>
              <a:rPr lang="zh-CN" altLang="en-US" dirty="0" smtClean="0">
                <a:solidFill>
                  <a:schemeClr val="accent3"/>
                </a:solidFill>
              </a:rPr>
              <a:t>关键</a:t>
            </a:r>
            <a:r>
              <a:rPr lang="zh-CN" altLang="en-US" dirty="0" smtClean="0">
                <a:solidFill>
                  <a:schemeClr val="accent4"/>
                </a:solidFill>
              </a:rPr>
              <a:t>是</a:t>
            </a:r>
            <a:r>
              <a:rPr lang="zh-CN" altLang="en-US" dirty="0">
                <a:solidFill>
                  <a:schemeClr val="accent4"/>
                </a:solidFill>
              </a:rPr>
              <a:t>什么</a:t>
            </a:r>
            <a:r>
              <a:rPr lang="zh-CN" altLang="en-US" dirty="0" smtClean="0">
                <a:solidFill>
                  <a:schemeClr val="accent4"/>
                </a:solidFill>
              </a:rPr>
              <a:t>？</a:t>
            </a:r>
            <a:endParaRPr lang="zh-CN" altLang="en-US" dirty="0">
              <a:solidFill>
                <a:schemeClr val="accent4"/>
              </a:solidFill>
            </a:endParaRPr>
          </a:p>
        </p:txBody>
      </p:sp>
      <p:sp>
        <p:nvSpPr>
          <p:cNvPr id="18" name="圆角矩形 17"/>
          <p:cNvSpPr/>
          <p:nvPr/>
        </p:nvSpPr>
        <p:spPr bwMode="white">
          <a:xfrm>
            <a:off x="1010475" y="2090057"/>
            <a:ext cx="10468697" cy="3843548"/>
          </a:xfrm>
          <a:custGeom>
            <a:avLst/>
            <a:gdLst>
              <a:gd name="connsiteX0" fmla="*/ 0 w 11107616"/>
              <a:gd name="connsiteY0" fmla="*/ 638919 h 3833440"/>
              <a:gd name="connsiteX1" fmla="*/ 638919 w 11107616"/>
              <a:gd name="connsiteY1" fmla="*/ 0 h 3833440"/>
              <a:gd name="connsiteX2" fmla="*/ 10468697 w 11107616"/>
              <a:gd name="connsiteY2" fmla="*/ 0 h 3833440"/>
              <a:gd name="connsiteX3" fmla="*/ 11107616 w 11107616"/>
              <a:gd name="connsiteY3" fmla="*/ 638919 h 3833440"/>
              <a:gd name="connsiteX4" fmla="*/ 11107616 w 11107616"/>
              <a:gd name="connsiteY4" fmla="*/ 3194521 h 3833440"/>
              <a:gd name="connsiteX5" fmla="*/ 10468697 w 11107616"/>
              <a:gd name="connsiteY5" fmla="*/ 3833440 h 3833440"/>
              <a:gd name="connsiteX6" fmla="*/ 638919 w 11107616"/>
              <a:gd name="connsiteY6" fmla="*/ 3833440 h 3833440"/>
              <a:gd name="connsiteX7" fmla="*/ 0 w 11107616"/>
              <a:gd name="connsiteY7" fmla="*/ 3194521 h 3833440"/>
              <a:gd name="connsiteX8" fmla="*/ 0 w 11107616"/>
              <a:gd name="connsiteY8" fmla="*/ 638919 h 3833440"/>
              <a:gd name="connsiteX0" fmla="*/ 638919 w 11107616"/>
              <a:gd name="connsiteY0" fmla="*/ 0 h 3833440"/>
              <a:gd name="connsiteX1" fmla="*/ 10468697 w 11107616"/>
              <a:gd name="connsiteY1" fmla="*/ 0 h 3833440"/>
              <a:gd name="connsiteX2" fmla="*/ 11107616 w 11107616"/>
              <a:gd name="connsiteY2" fmla="*/ 638919 h 3833440"/>
              <a:gd name="connsiteX3" fmla="*/ 11107616 w 11107616"/>
              <a:gd name="connsiteY3" fmla="*/ 3194521 h 3833440"/>
              <a:gd name="connsiteX4" fmla="*/ 10468697 w 11107616"/>
              <a:gd name="connsiteY4" fmla="*/ 3833440 h 3833440"/>
              <a:gd name="connsiteX5" fmla="*/ 638919 w 11107616"/>
              <a:gd name="connsiteY5" fmla="*/ 3833440 h 3833440"/>
              <a:gd name="connsiteX6" fmla="*/ 0 w 11107616"/>
              <a:gd name="connsiteY6" fmla="*/ 3194521 h 3833440"/>
              <a:gd name="connsiteX7" fmla="*/ 0 w 11107616"/>
              <a:gd name="connsiteY7" fmla="*/ 638919 h 3833440"/>
              <a:gd name="connsiteX8" fmla="*/ 730359 w 11107616"/>
              <a:gd name="connsiteY8" fmla="*/ 91440 h 3833440"/>
              <a:gd name="connsiteX0" fmla="*/ 638919 w 11107616"/>
              <a:gd name="connsiteY0" fmla="*/ 0 h 3833440"/>
              <a:gd name="connsiteX1" fmla="*/ 10468697 w 11107616"/>
              <a:gd name="connsiteY1" fmla="*/ 0 h 3833440"/>
              <a:gd name="connsiteX2" fmla="*/ 11107616 w 11107616"/>
              <a:gd name="connsiteY2" fmla="*/ 638919 h 3833440"/>
              <a:gd name="connsiteX3" fmla="*/ 11107616 w 11107616"/>
              <a:gd name="connsiteY3" fmla="*/ 3194521 h 3833440"/>
              <a:gd name="connsiteX4" fmla="*/ 10468697 w 11107616"/>
              <a:gd name="connsiteY4" fmla="*/ 3833440 h 3833440"/>
              <a:gd name="connsiteX5" fmla="*/ 638919 w 11107616"/>
              <a:gd name="connsiteY5" fmla="*/ 3833440 h 3833440"/>
              <a:gd name="connsiteX6" fmla="*/ 0 w 11107616"/>
              <a:gd name="connsiteY6" fmla="*/ 3194521 h 3833440"/>
              <a:gd name="connsiteX7" fmla="*/ 730359 w 11107616"/>
              <a:gd name="connsiteY7" fmla="*/ 91440 h 3833440"/>
              <a:gd name="connsiteX0" fmla="*/ 702412 w 11171109"/>
              <a:gd name="connsiteY0" fmla="*/ 0 h 3833440"/>
              <a:gd name="connsiteX1" fmla="*/ 10532190 w 11171109"/>
              <a:gd name="connsiteY1" fmla="*/ 0 h 3833440"/>
              <a:gd name="connsiteX2" fmla="*/ 11171109 w 11171109"/>
              <a:gd name="connsiteY2" fmla="*/ 638919 h 3833440"/>
              <a:gd name="connsiteX3" fmla="*/ 11171109 w 11171109"/>
              <a:gd name="connsiteY3" fmla="*/ 3194521 h 3833440"/>
              <a:gd name="connsiteX4" fmla="*/ 10532190 w 11171109"/>
              <a:gd name="connsiteY4" fmla="*/ 3833440 h 3833440"/>
              <a:gd name="connsiteX5" fmla="*/ 702412 w 11171109"/>
              <a:gd name="connsiteY5" fmla="*/ 3833440 h 3833440"/>
              <a:gd name="connsiteX6" fmla="*/ 793852 w 11171109"/>
              <a:gd name="connsiteY6" fmla="*/ 91440 h 3833440"/>
              <a:gd name="connsiteX0" fmla="*/ 0 w 10468697"/>
              <a:gd name="connsiteY0" fmla="*/ 0 h 3833440"/>
              <a:gd name="connsiteX1" fmla="*/ 9829778 w 10468697"/>
              <a:gd name="connsiteY1" fmla="*/ 0 h 3833440"/>
              <a:gd name="connsiteX2" fmla="*/ 10468697 w 10468697"/>
              <a:gd name="connsiteY2" fmla="*/ 638919 h 3833440"/>
              <a:gd name="connsiteX3" fmla="*/ 10468697 w 10468697"/>
              <a:gd name="connsiteY3" fmla="*/ 3194521 h 3833440"/>
              <a:gd name="connsiteX4" fmla="*/ 9829778 w 10468697"/>
              <a:gd name="connsiteY4" fmla="*/ 3833440 h 3833440"/>
              <a:gd name="connsiteX5" fmla="*/ 0 w 10468697"/>
              <a:gd name="connsiteY5" fmla="*/ 3833440 h 3833440"/>
              <a:gd name="connsiteX0" fmla="*/ 0 w 10468697"/>
              <a:gd name="connsiteY0" fmla="*/ 10108 h 3843548"/>
              <a:gd name="connsiteX1" fmla="*/ 2487468 w 10468697"/>
              <a:gd name="connsiteY1" fmla="*/ 0 h 3843548"/>
              <a:gd name="connsiteX2" fmla="*/ 9829778 w 10468697"/>
              <a:gd name="connsiteY2" fmla="*/ 10108 h 3843548"/>
              <a:gd name="connsiteX3" fmla="*/ 10468697 w 10468697"/>
              <a:gd name="connsiteY3" fmla="*/ 649027 h 3843548"/>
              <a:gd name="connsiteX4" fmla="*/ 10468697 w 10468697"/>
              <a:gd name="connsiteY4" fmla="*/ 3204629 h 3843548"/>
              <a:gd name="connsiteX5" fmla="*/ 9829778 w 10468697"/>
              <a:gd name="connsiteY5" fmla="*/ 3843548 h 3843548"/>
              <a:gd name="connsiteX6" fmla="*/ 0 w 10468697"/>
              <a:gd name="connsiteY6" fmla="*/ 3843548 h 3843548"/>
              <a:gd name="connsiteX0" fmla="*/ 2487468 w 10468697"/>
              <a:gd name="connsiteY0" fmla="*/ 0 h 3843548"/>
              <a:gd name="connsiteX1" fmla="*/ 9829778 w 10468697"/>
              <a:gd name="connsiteY1" fmla="*/ 10108 h 3843548"/>
              <a:gd name="connsiteX2" fmla="*/ 10468697 w 10468697"/>
              <a:gd name="connsiteY2" fmla="*/ 649027 h 3843548"/>
              <a:gd name="connsiteX3" fmla="*/ 10468697 w 10468697"/>
              <a:gd name="connsiteY3" fmla="*/ 3204629 h 3843548"/>
              <a:gd name="connsiteX4" fmla="*/ 9829778 w 10468697"/>
              <a:gd name="connsiteY4" fmla="*/ 3843548 h 3843548"/>
              <a:gd name="connsiteX5" fmla="*/ 0 w 10468697"/>
              <a:gd name="connsiteY5" fmla="*/ 3843548 h 3843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8697" h="3843548">
                <a:moveTo>
                  <a:pt x="2487468" y="0"/>
                </a:moveTo>
                <a:lnTo>
                  <a:pt x="9829778" y="10108"/>
                </a:lnTo>
                <a:cubicBezTo>
                  <a:pt x="10182643" y="10108"/>
                  <a:pt x="10468697" y="296162"/>
                  <a:pt x="10468697" y="649027"/>
                </a:cubicBezTo>
                <a:lnTo>
                  <a:pt x="10468697" y="3204629"/>
                </a:lnTo>
                <a:cubicBezTo>
                  <a:pt x="10468697" y="3557494"/>
                  <a:pt x="10182643" y="3843548"/>
                  <a:pt x="9829778" y="3843548"/>
                </a:cubicBezTo>
                <a:lnTo>
                  <a:pt x="0" y="3843548"/>
                </a:lnTo>
              </a:path>
            </a:pathLst>
          </a:custGeom>
          <a:no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 name="圆角矩形 7"/>
          <p:cNvSpPr/>
          <p:nvPr/>
        </p:nvSpPr>
        <p:spPr>
          <a:xfrm>
            <a:off x="879829" y="3044526"/>
            <a:ext cx="5216171" cy="411564"/>
          </a:xfrm>
          <a:prstGeom prst="roundRect">
            <a:avLst/>
          </a:prstGeom>
          <a:solidFill>
            <a:schemeClr val="accent3"/>
          </a:solid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0" y="1268496"/>
            <a:ext cx="8796627" cy="151305"/>
            <a:chOff x="-2113485" y="911825"/>
            <a:chExt cx="8869772" cy="151305"/>
          </a:xfrm>
          <a:solidFill>
            <a:schemeClr val="tx1">
              <a:lumMod val="95000"/>
              <a:lumOff val="5000"/>
            </a:schemeClr>
          </a:solidFill>
        </p:grpSpPr>
        <p:cxnSp>
          <p:nvCxnSpPr>
            <p:cNvPr id="5" name="直接连接符 4"/>
            <p:cNvCxnSpPr/>
            <p:nvPr/>
          </p:nvCxnSpPr>
          <p:spPr>
            <a:xfrm flipH="1">
              <a:off x="-2113485" y="1063130"/>
              <a:ext cx="7969775"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标题 1"/>
          <p:cNvSpPr txBox="1">
            <a:spLocks/>
          </p:cNvSpPr>
          <p:nvPr/>
        </p:nvSpPr>
        <p:spPr>
          <a:xfrm>
            <a:off x="849992" y="2121304"/>
            <a:ext cx="5533571" cy="76944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3"/>
                </a:solidFill>
              </a:rPr>
              <a:t>灵魂论</a:t>
            </a:r>
            <a:endParaRPr lang="en-US" altLang="zh-CN" dirty="0" smtClean="0">
              <a:solidFill>
                <a:schemeClr val="accent3"/>
              </a:solidFill>
            </a:endParaRPr>
          </a:p>
          <a:p>
            <a:r>
              <a:rPr lang="zh-CN" altLang="en-US" sz="2400" dirty="0" smtClean="0">
                <a:solidFill>
                  <a:schemeClr val="accent4"/>
                </a:solidFill>
              </a:rPr>
              <a:t>关键</a:t>
            </a:r>
            <a:r>
              <a:rPr lang="zh-CN" altLang="en-US" sz="2400" dirty="0">
                <a:solidFill>
                  <a:schemeClr val="accent4"/>
                </a:solidFill>
              </a:rPr>
              <a:t>是拥有同一个灵魂</a:t>
            </a:r>
          </a:p>
          <a:p>
            <a:endParaRPr lang="zh-CN" altLang="en-US" sz="2400" dirty="0">
              <a:solidFill>
                <a:schemeClr val="accent4"/>
              </a:solidFill>
            </a:endParaRPr>
          </a:p>
        </p:txBody>
      </p:sp>
      <p:sp>
        <p:nvSpPr>
          <p:cNvPr id="10" name="文本占位符 2"/>
          <p:cNvSpPr txBox="1">
            <a:spLocks/>
          </p:cNvSpPr>
          <p:nvPr/>
        </p:nvSpPr>
        <p:spPr>
          <a:xfrm>
            <a:off x="862528" y="3049606"/>
            <a:ext cx="6170097" cy="175432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smtClean="0"/>
              <a:t>问题：灵魂刷新（约翰</a:t>
            </a:r>
            <a:r>
              <a:rPr lang="en-US" altLang="zh-CN" sz="2000" b="1" dirty="0" smtClean="0"/>
              <a:t>·</a:t>
            </a:r>
            <a:r>
              <a:rPr lang="zh-CN" altLang="en-US" sz="2000" b="1" dirty="0" smtClean="0"/>
              <a:t>洛克）</a:t>
            </a:r>
            <a:endParaRPr lang="en-US" altLang="zh-CN" sz="2000" b="1" dirty="0" smtClean="0"/>
          </a:p>
          <a:p>
            <a:pPr marL="0" indent="0">
              <a:lnSpc>
                <a:spcPct val="120000"/>
              </a:lnSpc>
              <a:spcBef>
                <a:spcPts val="1200"/>
              </a:spcBef>
              <a:buNone/>
            </a:pPr>
            <a:r>
              <a:rPr lang="zh-CN" altLang="en-US" sz="1800" dirty="0" smtClean="0">
                <a:solidFill>
                  <a:schemeClr val="tx1"/>
                </a:solidFill>
              </a:rPr>
              <a:t>假设上帝会在某个时刻或每一个时刻替换灵魂（刷新灵魂），但灵魂所有的记忆、信念、欲望和意图等等都是一样的，那么这个人轻而易举便不复存在。而且，由于灵魂内存储的数据和程序都是一样的，我们无法知道这件事是否发生。</a:t>
            </a:r>
            <a:endParaRPr lang="en-US" altLang="zh-CN" sz="1800" dirty="0" smtClean="0">
              <a:solidFill>
                <a:schemeClr val="tx1"/>
              </a:solidFill>
            </a:endParaRPr>
          </a:p>
          <a:p>
            <a:pPr marL="0" indent="0">
              <a:lnSpc>
                <a:spcPct val="120000"/>
              </a:lnSpc>
              <a:spcBef>
                <a:spcPts val="1200"/>
              </a:spcBef>
              <a:buNone/>
            </a:pPr>
            <a:r>
              <a:rPr lang="zh-CN" altLang="en-US" sz="1800" b="1" dirty="0" smtClean="0">
                <a:solidFill>
                  <a:schemeClr val="tx1"/>
                </a:solidFill>
              </a:rPr>
              <a:t>也就是说，如果决定我之所以是我的“关键”在于灵魂，那么我们可能只能活几秒而且我们无法知道我们已经死了。</a:t>
            </a:r>
            <a:endParaRPr lang="zh-CN" altLang="en-US" sz="1800" b="1" dirty="0">
              <a:solidFill>
                <a:schemeClr val="tx1"/>
              </a:solidFill>
            </a:endParaRPr>
          </a:p>
        </p:txBody>
      </p:sp>
      <p:sp>
        <p:nvSpPr>
          <p:cNvPr id="13" name="矩形 12"/>
          <p:cNvSpPr/>
          <p:nvPr/>
        </p:nvSpPr>
        <p:spPr>
          <a:xfrm>
            <a:off x="879829" y="10418"/>
            <a:ext cx="10732694" cy="307777"/>
          </a:xfrm>
          <a:prstGeom prst="rect">
            <a:avLst/>
          </a:prstGeom>
          <a:noFill/>
          <a:ln>
            <a:noFill/>
          </a:ln>
        </p:spPr>
        <p:txBody>
          <a:bodyPr wrap="square">
            <a:spAutoFit/>
          </a:bodyPr>
          <a:lstStyle/>
          <a:p>
            <a:r>
              <a:rPr lang="zh-CN" altLang="en-US" sz="1400" dirty="0">
                <a:solidFill>
                  <a:schemeClr val="accent3"/>
                </a:solidFill>
              </a:rPr>
              <a:t>注：时空虫是用来描述贯穿于一段时间和空间的同一个事物的图形。上面的两幅图都是时空虫。</a:t>
            </a:r>
          </a:p>
        </p:txBody>
      </p:sp>
      <p:sp>
        <p:nvSpPr>
          <p:cNvPr id="35" name="圆角矩形 34"/>
          <p:cNvSpPr/>
          <p:nvPr/>
        </p:nvSpPr>
        <p:spPr bwMode="white">
          <a:xfrm>
            <a:off x="0" y="6633030"/>
            <a:ext cx="11479173" cy="6645510"/>
          </a:xfrm>
          <a:custGeom>
            <a:avLst/>
            <a:gdLst>
              <a:gd name="connsiteX0" fmla="*/ 0 w 11479173"/>
              <a:gd name="connsiteY0" fmla="*/ 484490 h 6640493"/>
              <a:gd name="connsiteX1" fmla="*/ 484490 w 11479173"/>
              <a:gd name="connsiteY1" fmla="*/ 0 h 6640493"/>
              <a:gd name="connsiteX2" fmla="*/ 10994683 w 11479173"/>
              <a:gd name="connsiteY2" fmla="*/ 0 h 6640493"/>
              <a:gd name="connsiteX3" fmla="*/ 11479173 w 11479173"/>
              <a:gd name="connsiteY3" fmla="*/ 484490 h 6640493"/>
              <a:gd name="connsiteX4" fmla="*/ 11479173 w 11479173"/>
              <a:gd name="connsiteY4" fmla="*/ 6156003 h 6640493"/>
              <a:gd name="connsiteX5" fmla="*/ 10994683 w 11479173"/>
              <a:gd name="connsiteY5" fmla="*/ 6640493 h 6640493"/>
              <a:gd name="connsiteX6" fmla="*/ 484490 w 11479173"/>
              <a:gd name="connsiteY6" fmla="*/ 6640493 h 6640493"/>
              <a:gd name="connsiteX7" fmla="*/ 0 w 11479173"/>
              <a:gd name="connsiteY7" fmla="*/ 6156003 h 6640493"/>
              <a:gd name="connsiteX8" fmla="*/ 0 w 11479173"/>
              <a:gd name="connsiteY8" fmla="*/ 484490 h 6640493"/>
              <a:gd name="connsiteX0" fmla="*/ 0 w 11479173"/>
              <a:gd name="connsiteY0" fmla="*/ 489507 h 6645510"/>
              <a:gd name="connsiteX1" fmla="*/ 484490 w 11479173"/>
              <a:gd name="connsiteY1" fmla="*/ 5017 h 6645510"/>
              <a:gd name="connsiteX2" fmla="*/ 3526971 w 11479173"/>
              <a:gd name="connsiteY2" fmla="*/ 0 h 6645510"/>
              <a:gd name="connsiteX3" fmla="*/ 10994683 w 11479173"/>
              <a:gd name="connsiteY3" fmla="*/ 5017 h 6645510"/>
              <a:gd name="connsiteX4" fmla="*/ 11479173 w 11479173"/>
              <a:gd name="connsiteY4" fmla="*/ 489507 h 6645510"/>
              <a:gd name="connsiteX5" fmla="*/ 11479173 w 11479173"/>
              <a:gd name="connsiteY5" fmla="*/ 6161020 h 6645510"/>
              <a:gd name="connsiteX6" fmla="*/ 10994683 w 11479173"/>
              <a:gd name="connsiteY6" fmla="*/ 6645510 h 6645510"/>
              <a:gd name="connsiteX7" fmla="*/ 484490 w 11479173"/>
              <a:gd name="connsiteY7" fmla="*/ 6645510 h 6645510"/>
              <a:gd name="connsiteX8" fmla="*/ 0 w 11479173"/>
              <a:gd name="connsiteY8" fmla="*/ 6161020 h 6645510"/>
              <a:gd name="connsiteX9" fmla="*/ 0 w 11479173"/>
              <a:gd name="connsiteY9" fmla="*/ 489507 h 6645510"/>
              <a:gd name="connsiteX0" fmla="*/ 484490 w 11479173"/>
              <a:gd name="connsiteY0" fmla="*/ 5017 h 6645510"/>
              <a:gd name="connsiteX1" fmla="*/ 3526971 w 11479173"/>
              <a:gd name="connsiteY1" fmla="*/ 0 h 6645510"/>
              <a:gd name="connsiteX2" fmla="*/ 10994683 w 11479173"/>
              <a:gd name="connsiteY2" fmla="*/ 5017 h 6645510"/>
              <a:gd name="connsiteX3" fmla="*/ 11479173 w 11479173"/>
              <a:gd name="connsiteY3" fmla="*/ 489507 h 6645510"/>
              <a:gd name="connsiteX4" fmla="*/ 11479173 w 11479173"/>
              <a:gd name="connsiteY4" fmla="*/ 6161020 h 6645510"/>
              <a:gd name="connsiteX5" fmla="*/ 10994683 w 11479173"/>
              <a:gd name="connsiteY5" fmla="*/ 6645510 h 6645510"/>
              <a:gd name="connsiteX6" fmla="*/ 484490 w 11479173"/>
              <a:gd name="connsiteY6" fmla="*/ 6645510 h 6645510"/>
              <a:gd name="connsiteX7" fmla="*/ 0 w 11479173"/>
              <a:gd name="connsiteY7" fmla="*/ 6161020 h 6645510"/>
              <a:gd name="connsiteX8" fmla="*/ 0 w 11479173"/>
              <a:gd name="connsiteY8" fmla="*/ 489507 h 6645510"/>
              <a:gd name="connsiteX9" fmla="*/ 575930 w 11479173"/>
              <a:gd name="connsiteY9" fmla="*/ 96457 h 6645510"/>
              <a:gd name="connsiteX0" fmla="*/ 484490 w 11479173"/>
              <a:gd name="connsiteY0" fmla="*/ 5017 h 6645510"/>
              <a:gd name="connsiteX1" fmla="*/ 3526971 w 11479173"/>
              <a:gd name="connsiteY1" fmla="*/ 0 h 6645510"/>
              <a:gd name="connsiteX2" fmla="*/ 10994683 w 11479173"/>
              <a:gd name="connsiteY2" fmla="*/ 5017 h 6645510"/>
              <a:gd name="connsiteX3" fmla="*/ 11479173 w 11479173"/>
              <a:gd name="connsiteY3" fmla="*/ 489507 h 6645510"/>
              <a:gd name="connsiteX4" fmla="*/ 11479173 w 11479173"/>
              <a:gd name="connsiteY4" fmla="*/ 6161020 h 6645510"/>
              <a:gd name="connsiteX5" fmla="*/ 10994683 w 11479173"/>
              <a:gd name="connsiteY5" fmla="*/ 6645510 h 6645510"/>
              <a:gd name="connsiteX6" fmla="*/ 484490 w 11479173"/>
              <a:gd name="connsiteY6" fmla="*/ 6645510 h 6645510"/>
              <a:gd name="connsiteX7" fmla="*/ 0 w 11479173"/>
              <a:gd name="connsiteY7" fmla="*/ 6161020 h 6645510"/>
              <a:gd name="connsiteX8" fmla="*/ 0 w 11479173"/>
              <a:gd name="connsiteY8" fmla="*/ 489507 h 6645510"/>
              <a:gd name="connsiteX0" fmla="*/ 3526971 w 11479173"/>
              <a:gd name="connsiteY0" fmla="*/ 0 h 6645510"/>
              <a:gd name="connsiteX1" fmla="*/ 10994683 w 11479173"/>
              <a:gd name="connsiteY1" fmla="*/ 5017 h 6645510"/>
              <a:gd name="connsiteX2" fmla="*/ 11479173 w 11479173"/>
              <a:gd name="connsiteY2" fmla="*/ 489507 h 6645510"/>
              <a:gd name="connsiteX3" fmla="*/ 11479173 w 11479173"/>
              <a:gd name="connsiteY3" fmla="*/ 6161020 h 6645510"/>
              <a:gd name="connsiteX4" fmla="*/ 10994683 w 11479173"/>
              <a:gd name="connsiteY4" fmla="*/ 6645510 h 6645510"/>
              <a:gd name="connsiteX5" fmla="*/ 484490 w 11479173"/>
              <a:gd name="connsiteY5" fmla="*/ 6645510 h 6645510"/>
              <a:gd name="connsiteX6" fmla="*/ 0 w 11479173"/>
              <a:gd name="connsiteY6" fmla="*/ 6161020 h 6645510"/>
              <a:gd name="connsiteX7" fmla="*/ 0 w 11479173"/>
              <a:gd name="connsiteY7" fmla="*/ 489507 h 6645510"/>
              <a:gd name="connsiteX0" fmla="*/ 3526971 w 11479173"/>
              <a:gd name="connsiteY0" fmla="*/ 0 h 6645510"/>
              <a:gd name="connsiteX1" fmla="*/ 10994683 w 11479173"/>
              <a:gd name="connsiteY1" fmla="*/ 5017 h 6645510"/>
              <a:gd name="connsiteX2" fmla="*/ 11479173 w 11479173"/>
              <a:gd name="connsiteY2" fmla="*/ 489507 h 6645510"/>
              <a:gd name="connsiteX3" fmla="*/ 11479173 w 11479173"/>
              <a:gd name="connsiteY3" fmla="*/ 6161020 h 6645510"/>
              <a:gd name="connsiteX4" fmla="*/ 10994683 w 11479173"/>
              <a:gd name="connsiteY4" fmla="*/ 6645510 h 6645510"/>
              <a:gd name="connsiteX5" fmla="*/ 484490 w 11479173"/>
              <a:gd name="connsiteY5" fmla="*/ 6645510 h 6645510"/>
              <a:gd name="connsiteX6" fmla="*/ 0 w 11479173"/>
              <a:gd name="connsiteY6" fmla="*/ 6161020 h 6645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79173" h="6645510">
                <a:moveTo>
                  <a:pt x="3526971" y="0"/>
                </a:moveTo>
                <a:lnTo>
                  <a:pt x="10994683" y="5017"/>
                </a:lnTo>
                <a:cubicBezTo>
                  <a:pt x="11262259" y="5017"/>
                  <a:pt x="11479173" y="221931"/>
                  <a:pt x="11479173" y="489507"/>
                </a:cubicBezTo>
                <a:lnTo>
                  <a:pt x="11479173" y="6161020"/>
                </a:lnTo>
                <a:cubicBezTo>
                  <a:pt x="11479173" y="6428596"/>
                  <a:pt x="11262259" y="6645510"/>
                  <a:pt x="10994683" y="6645510"/>
                </a:cubicBezTo>
                <a:lnTo>
                  <a:pt x="484490" y="6645510"/>
                </a:lnTo>
                <a:cubicBezTo>
                  <a:pt x="216914" y="6645510"/>
                  <a:pt x="0" y="6428596"/>
                  <a:pt x="0" y="6161020"/>
                </a:cubicBezTo>
              </a:path>
            </a:pathLst>
          </a:custGeom>
          <a:no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grpSp>
        <p:nvGrpSpPr>
          <p:cNvPr id="22" name="组合 21"/>
          <p:cNvGrpSpPr/>
          <p:nvPr/>
        </p:nvGrpSpPr>
        <p:grpSpPr>
          <a:xfrm>
            <a:off x="9251564" y="3546031"/>
            <a:ext cx="242073" cy="1235752"/>
            <a:chOff x="1258828" y="3393889"/>
            <a:chExt cx="339002" cy="1730561"/>
          </a:xfrm>
        </p:grpSpPr>
        <p:sp>
          <p:nvSpPr>
            <p:cNvPr id="23" name="椭圆 22"/>
            <p:cNvSpPr/>
            <p:nvPr/>
          </p:nvSpPr>
          <p:spPr>
            <a:xfrm flipH="1">
              <a:off x="1271767" y="3393889"/>
              <a:ext cx="326063" cy="326063"/>
            </a:xfrm>
            <a:prstGeom prst="ellipse">
              <a:avLst/>
            </a:pr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sp>
          <p:nvSpPr>
            <p:cNvPr id="24" name="任意多边形 23"/>
            <p:cNvSpPr/>
            <p:nvPr/>
          </p:nvSpPr>
          <p:spPr>
            <a:xfrm flipH="1">
              <a:off x="1258828" y="3802708"/>
              <a:ext cx="294538" cy="1321742"/>
            </a:xfrm>
            <a:custGeom>
              <a:avLst/>
              <a:gdLst>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42700 w 283366"/>
                <a:gd name="connsiteY6" fmla="*/ 1156044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15725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0620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163350 w 283366"/>
                <a:gd name="connsiteY6" fmla="*/ 1159219 h 1318567"/>
                <a:gd name="connsiteX7" fmla="*/ 163460 w 283366"/>
                <a:gd name="connsiteY7" fmla="*/ 1318567 h 1318567"/>
                <a:gd name="connsiteX8" fmla="*/ 264316 w 283366"/>
                <a:gd name="connsiteY8" fmla="*/ 1159219 h 1318567"/>
                <a:gd name="connsiteX9" fmla="*/ 280191 w 283366"/>
                <a:gd name="connsiteY9" fmla="*/ 1044919 h 1318567"/>
                <a:gd name="connsiteX10" fmla="*/ 283366 w 283366"/>
                <a:gd name="connsiteY10" fmla="*/ 90251 h 1318567"/>
                <a:gd name="connsiteX11" fmla="*/ 193116 w 283366"/>
                <a:gd name="connsiteY11" fmla="*/ 1 h 1318567"/>
                <a:gd name="connsiteX12" fmla="*/ 150421 w 283366"/>
                <a:gd name="connsiteY12" fmla="*/ 1 h 1318567"/>
                <a:gd name="connsiteX13" fmla="*/ 150416 w 283366"/>
                <a:gd name="connsiteY13" fmla="*/ 0 h 1318567"/>
                <a:gd name="connsiteX0" fmla="*/ 150416 w 283366"/>
                <a:gd name="connsiteY0" fmla="*/ 0 h 1318567"/>
                <a:gd name="connsiteX1" fmla="*/ 90250 w 283366"/>
                <a:gd name="connsiteY1" fmla="*/ 0 h 1318567"/>
                <a:gd name="connsiteX2" fmla="*/ 0 w 283366"/>
                <a:gd name="connsiteY2" fmla="*/ 90250 h 1318567"/>
                <a:gd name="connsiteX3" fmla="*/ 0 w 283366"/>
                <a:gd name="connsiteY3" fmla="*/ 642246 h 1318567"/>
                <a:gd name="connsiteX4" fmla="*/ 29269 w 283366"/>
                <a:gd name="connsiteY4" fmla="*/ 642246 h 1318567"/>
                <a:gd name="connsiteX5" fmla="*/ 20475 w 283366"/>
                <a:gd name="connsiteY5" fmla="*/ 1003644 h 1318567"/>
                <a:gd name="connsiteX6" fmla="*/ 67467 w 283366"/>
                <a:gd name="connsiteY6" fmla="*/ 1088380 h 1318567"/>
                <a:gd name="connsiteX7" fmla="*/ 163350 w 283366"/>
                <a:gd name="connsiteY7" fmla="*/ 1159219 h 1318567"/>
                <a:gd name="connsiteX8" fmla="*/ 163460 w 283366"/>
                <a:gd name="connsiteY8" fmla="*/ 1318567 h 1318567"/>
                <a:gd name="connsiteX9" fmla="*/ 264316 w 283366"/>
                <a:gd name="connsiteY9" fmla="*/ 1159219 h 1318567"/>
                <a:gd name="connsiteX10" fmla="*/ 280191 w 283366"/>
                <a:gd name="connsiteY10" fmla="*/ 1044919 h 1318567"/>
                <a:gd name="connsiteX11" fmla="*/ 283366 w 283366"/>
                <a:gd name="connsiteY11" fmla="*/ 90251 h 1318567"/>
                <a:gd name="connsiteX12" fmla="*/ 193116 w 283366"/>
                <a:gd name="connsiteY12" fmla="*/ 1 h 1318567"/>
                <a:gd name="connsiteX13" fmla="*/ 150421 w 283366"/>
                <a:gd name="connsiteY13" fmla="*/ 1 h 1318567"/>
                <a:gd name="connsiteX14" fmla="*/ 150416 w 283366"/>
                <a:gd name="connsiteY14"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91364"/>
                <a:gd name="connsiteY0" fmla="*/ 0 h 1318567"/>
                <a:gd name="connsiteX1" fmla="*/ 90250 w 291364"/>
                <a:gd name="connsiteY1" fmla="*/ 0 h 1318567"/>
                <a:gd name="connsiteX2" fmla="*/ 0 w 291364"/>
                <a:gd name="connsiteY2" fmla="*/ 90250 h 1318567"/>
                <a:gd name="connsiteX3" fmla="*/ 0 w 291364"/>
                <a:gd name="connsiteY3" fmla="*/ 642246 h 1318567"/>
                <a:gd name="connsiteX4" fmla="*/ 29269 w 291364"/>
                <a:gd name="connsiteY4" fmla="*/ 642246 h 1318567"/>
                <a:gd name="connsiteX5" fmla="*/ 20475 w 291364"/>
                <a:gd name="connsiteY5" fmla="*/ 1003644 h 1318567"/>
                <a:gd name="connsiteX6" fmla="*/ 67467 w 291364"/>
                <a:gd name="connsiteY6" fmla="*/ 1088380 h 1318567"/>
                <a:gd name="connsiteX7" fmla="*/ 163350 w 291364"/>
                <a:gd name="connsiteY7" fmla="*/ 1159219 h 1318567"/>
                <a:gd name="connsiteX8" fmla="*/ 163460 w 291364"/>
                <a:gd name="connsiteY8" fmla="*/ 1318567 h 1318567"/>
                <a:gd name="connsiteX9" fmla="*/ 264316 w 291364"/>
                <a:gd name="connsiteY9" fmla="*/ 1159219 h 1318567"/>
                <a:gd name="connsiteX10" fmla="*/ 280191 w 291364"/>
                <a:gd name="connsiteY10" fmla="*/ 1044919 h 1318567"/>
                <a:gd name="connsiteX11" fmla="*/ 286542 w 291364"/>
                <a:gd name="connsiteY11" fmla="*/ 921692 h 1318567"/>
                <a:gd name="connsiteX12" fmla="*/ 283366 w 291364"/>
                <a:gd name="connsiteY12" fmla="*/ 90251 h 1318567"/>
                <a:gd name="connsiteX13" fmla="*/ 193116 w 291364"/>
                <a:gd name="connsiteY13" fmla="*/ 1 h 1318567"/>
                <a:gd name="connsiteX14" fmla="*/ 150421 w 291364"/>
                <a:gd name="connsiteY14" fmla="*/ 1 h 1318567"/>
                <a:gd name="connsiteX15" fmla="*/ 150416 w 291364"/>
                <a:gd name="connsiteY15"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280191 w 289441"/>
                <a:gd name="connsiteY10" fmla="*/ 1044919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63350 w 289441"/>
                <a:gd name="connsiteY7" fmla="*/ 1159219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0475 w 289441"/>
                <a:gd name="connsiteY5" fmla="*/ 1003644 h 1318567"/>
                <a:gd name="connsiteX6" fmla="*/ 67467 w 289441"/>
                <a:gd name="connsiteY6" fmla="*/ 1088380 h 1318567"/>
                <a:gd name="connsiteX7" fmla="*/ 149063 w 289441"/>
                <a:gd name="connsiteY7" fmla="*/ 1168744 h 1318567"/>
                <a:gd name="connsiteX8" fmla="*/ 163460 w 289441"/>
                <a:gd name="connsiteY8" fmla="*/ 1318567 h 1318567"/>
                <a:gd name="connsiteX9" fmla="*/ 264316 w 289441"/>
                <a:gd name="connsiteY9" fmla="*/ 1159219 h 1318567"/>
                <a:gd name="connsiteX10" fmla="*/ 175416 w 289441"/>
                <a:gd name="connsiteY10" fmla="*/ 1035394 h 1318567"/>
                <a:gd name="connsiteX11" fmla="*/ 286542 w 289441"/>
                <a:gd name="connsiteY11" fmla="*/ 921692 h 1318567"/>
                <a:gd name="connsiteX12" fmla="*/ 281779 w 289441"/>
                <a:gd name="connsiteY12" fmla="*/ 802630 h 1318567"/>
                <a:gd name="connsiteX13" fmla="*/ 283366 w 289441"/>
                <a:gd name="connsiteY13" fmla="*/ 90251 h 1318567"/>
                <a:gd name="connsiteX14" fmla="*/ 193116 w 289441"/>
                <a:gd name="connsiteY14" fmla="*/ 1 h 1318567"/>
                <a:gd name="connsiteX15" fmla="*/ 150421 w 289441"/>
                <a:gd name="connsiteY15" fmla="*/ 1 h 1318567"/>
                <a:gd name="connsiteX16" fmla="*/ 150416 w 289441"/>
                <a:gd name="connsiteY16"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20475 w 289441"/>
                <a:gd name="connsiteY6" fmla="*/ 1003644 h 1318567"/>
                <a:gd name="connsiteX7" fmla="*/ 67467 w 289441"/>
                <a:gd name="connsiteY7" fmla="*/ 1088380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9842 w 289441"/>
                <a:gd name="connsiteY6" fmla="*/ 93121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67467 w 289441"/>
                <a:gd name="connsiteY8" fmla="*/ 1088380 h 1318567"/>
                <a:gd name="connsiteX9" fmla="*/ 149063 w 289441"/>
                <a:gd name="connsiteY9" fmla="*/ 1168744 h 1318567"/>
                <a:gd name="connsiteX10" fmla="*/ 163460 w 289441"/>
                <a:gd name="connsiteY10" fmla="*/ 1318567 h 1318567"/>
                <a:gd name="connsiteX11" fmla="*/ 264316 w 289441"/>
                <a:gd name="connsiteY11" fmla="*/ 1159219 h 1318567"/>
                <a:gd name="connsiteX12" fmla="*/ 175416 w 289441"/>
                <a:gd name="connsiteY12" fmla="*/ 1035394 h 1318567"/>
                <a:gd name="connsiteX13" fmla="*/ 286542 w 289441"/>
                <a:gd name="connsiteY13" fmla="*/ 921692 h 1318567"/>
                <a:gd name="connsiteX14" fmla="*/ 281779 w 289441"/>
                <a:gd name="connsiteY14" fmla="*/ 802630 h 1318567"/>
                <a:gd name="connsiteX15" fmla="*/ 283366 w 289441"/>
                <a:gd name="connsiteY15" fmla="*/ 90251 h 1318567"/>
                <a:gd name="connsiteX16" fmla="*/ 193116 w 289441"/>
                <a:gd name="connsiteY16" fmla="*/ 1 h 1318567"/>
                <a:gd name="connsiteX17" fmla="*/ 150421 w 289441"/>
                <a:gd name="connsiteY17" fmla="*/ 1 h 1318567"/>
                <a:gd name="connsiteX18" fmla="*/ 150416 w 289441"/>
                <a:gd name="connsiteY18"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29367 w 289441"/>
                <a:gd name="connsiteY5" fmla="*/ 821680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62704 w 289441"/>
                <a:gd name="connsiteY5" fmla="*/ 81691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72229 w 289441"/>
                <a:gd name="connsiteY5" fmla="*/ 797868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86542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49063 w 289441"/>
                <a:gd name="connsiteY8" fmla="*/ 1168744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64316 w 289441"/>
                <a:gd name="connsiteY10" fmla="*/ 1159219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75416 w 289441"/>
                <a:gd name="connsiteY11" fmla="*/ 103539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77638 w 289441"/>
                <a:gd name="connsiteY8" fmla="*/ 115286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89441"/>
                <a:gd name="connsiteY0" fmla="*/ 0 h 1318567"/>
                <a:gd name="connsiteX1" fmla="*/ 90250 w 289441"/>
                <a:gd name="connsiteY1" fmla="*/ 0 h 1318567"/>
                <a:gd name="connsiteX2" fmla="*/ 0 w 289441"/>
                <a:gd name="connsiteY2" fmla="*/ 90250 h 1318567"/>
                <a:gd name="connsiteX3" fmla="*/ 0 w 289441"/>
                <a:gd name="connsiteY3" fmla="*/ 642246 h 1318567"/>
                <a:gd name="connsiteX4" fmla="*/ 29269 w 289441"/>
                <a:gd name="connsiteY4" fmla="*/ 642246 h 1318567"/>
                <a:gd name="connsiteX5" fmla="*/ 57942 w 289441"/>
                <a:gd name="connsiteY5" fmla="*/ 793106 h 1318567"/>
                <a:gd name="connsiteX6" fmla="*/ 129379 w 289441"/>
                <a:gd name="connsiteY6" fmla="*/ 912167 h 1318567"/>
                <a:gd name="connsiteX7" fmla="*/ 20475 w 289441"/>
                <a:gd name="connsiteY7" fmla="*/ 1003644 h 1318567"/>
                <a:gd name="connsiteX8" fmla="*/ 168113 w 289441"/>
                <a:gd name="connsiteY8" fmla="*/ 1159219 h 1318567"/>
                <a:gd name="connsiteX9" fmla="*/ 163460 w 289441"/>
                <a:gd name="connsiteY9" fmla="*/ 1318567 h 1318567"/>
                <a:gd name="connsiteX10" fmla="*/ 238916 w 289441"/>
                <a:gd name="connsiteY10" fmla="*/ 1162394 h 1318567"/>
                <a:gd name="connsiteX11" fmla="*/ 188116 w 289441"/>
                <a:gd name="connsiteY11" fmla="*/ 1041744 h 1318567"/>
                <a:gd name="connsiteX12" fmla="*/ 277017 w 289441"/>
                <a:gd name="connsiteY12" fmla="*/ 921692 h 1318567"/>
                <a:gd name="connsiteX13" fmla="*/ 281779 w 289441"/>
                <a:gd name="connsiteY13" fmla="*/ 802630 h 1318567"/>
                <a:gd name="connsiteX14" fmla="*/ 283366 w 289441"/>
                <a:gd name="connsiteY14" fmla="*/ 90251 h 1318567"/>
                <a:gd name="connsiteX15" fmla="*/ 193116 w 289441"/>
                <a:gd name="connsiteY15" fmla="*/ 1 h 1318567"/>
                <a:gd name="connsiteX16" fmla="*/ 150421 w 289441"/>
                <a:gd name="connsiteY16" fmla="*/ 1 h 1318567"/>
                <a:gd name="connsiteX17" fmla="*/ 150416 w 289441"/>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68113 w 293007"/>
                <a:gd name="connsiteY8" fmla="*/ 1159219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99863 w 293007"/>
                <a:gd name="connsiteY8" fmla="*/ 114969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007"/>
                <a:gd name="connsiteY0" fmla="*/ 0 h 1318567"/>
                <a:gd name="connsiteX1" fmla="*/ 90250 w 293007"/>
                <a:gd name="connsiteY1" fmla="*/ 0 h 1318567"/>
                <a:gd name="connsiteX2" fmla="*/ 0 w 293007"/>
                <a:gd name="connsiteY2" fmla="*/ 90250 h 1318567"/>
                <a:gd name="connsiteX3" fmla="*/ 0 w 293007"/>
                <a:gd name="connsiteY3" fmla="*/ 642246 h 1318567"/>
                <a:gd name="connsiteX4" fmla="*/ 29269 w 293007"/>
                <a:gd name="connsiteY4" fmla="*/ 642246 h 1318567"/>
                <a:gd name="connsiteX5" fmla="*/ 57942 w 293007"/>
                <a:gd name="connsiteY5" fmla="*/ 793106 h 1318567"/>
                <a:gd name="connsiteX6" fmla="*/ 129379 w 293007"/>
                <a:gd name="connsiteY6" fmla="*/ 912167 h 1318567"/>
                <a:gd name="connsiteX7" fmla="*/ 20475 w 293007"/>
                <a:gd name="connsiteY7" fmla="*/ 1003644 h 1318567"/>
                <a:gd name="connsiteX8" fmla="*/ 187163 w 293007"/>
                <a:gd name="connsiteY8" fmla="*/ 1156044 h 1318567"/>
                <a:gd name="connsiteX9" fmla="*/ 163460 w 293007"/>
                <a:gd name="connsiteY9" fmla="*/ 1318567 h 1318567"/>
                <a:gd name="connsiteX10" fmla="*/ 292891 w 293007"/>
                <a:gd name="connsiteY10" fmla="*/ 1184619 h 1318567"/>
                <a:gd name="connsiteX11" fmla="*/ 188116 w 293007"/>
                <a:gd name="connsiteY11" fmla="*/ 1041744 h 1318567"/>
                <a:gd name="connsiteX12" fmla="*/ 277017 w 293007"/>
                <a:gd name="connsiteY12" fmla="*/ 921692 h 1318567"/>
                <a:gd name="connsiteX13" fmla="*/ 281779 w 293007"/>
                <a:gd name="connsiteY13" fmla="*/ 802630 h 1318567"/>
                <a:gd name="connsiteX14" fmla="*/ 283366 w 293007"/>
                <a:gd name="connsiteY14" fmla="*/ 90251 h 1318567"/>
                <a:gd name="connsiteX15" fmla="*/ 193116 w 293007"/>
                <a:gd name="connsiteY15" fmla="*/ 1 h 1318567"/>
                <a:gd name="connsiteX16" fmla="*/ 150421 w 293007"/>
                <a:gd name="connsiteY16" fmla="*/ 1 h 1318567"/>
                <a:gd name="connsiteX17" fmla="*/ 150416 w 293007"/>
                <a:gd name="connsiteY17" fmla="*/ 0 h 1318567"/>
                <a:gd name="connsiteX0" fmla="*/ 150416 w 293453"/>
                <a:gd name="connsiteY0" fmla="*/ 0 h 1309042"/>
                <a:gd name="connsiteX1" fmla="*/ 90250 w 293453"/>
                <a:gd name="connsiteY1" fmla="*/ 0 h 1309042"/>
                <a:gd name="connsiteX2" fmla="*/ 0 w 293453"/>
                <a:gd name="connsiteY2" fmla="*/ 90250 h 1309042"/>
                <a:gd name="connsiteX3" fmla="*/ 0 w 293453"/>
                <a:gd name="connsiteY3" fmla="*/ 642246 h 1309042"/>
                <a:gd name="connsiteX4" fmla="*/ 29269 w 293453"/>
                <a:gd name="connsiteY4" fmla="*/ 642246 h 1309042"/>
                <a:gd name="connsiteX5" fmla="*/ 57942 w 293453"/>
                <a:gd name="connsiteY5" fmla="*/ 793106 h 1309042"/>
                <a:gd name="connsiteX6" fmla="*/ 129379 w 293453"/>
                <a:gd name="connsiteY6" fmla="*/ 912167 h 1309042"/>
                <a:gd name="connsiteX7" fmla="*/ 20475 w 293453"/>
                <a:gd name="connsiteY7" fmla="*/ 1003644 h 1309042"/>
                <a:gd name="connsiteX8" fmla="*/ 187163 w 293453"/>
                <a:gd name="connsiteY8" fmla="*/ 1156044 h 1309042"/>
                <a:gd name="connsiteX9" fmla="*/ 131710 w 293453"/>
                <a:gd name="connsiteY9" fmla="*/ 1309042 h 1309042"/>
                <a:gd name="connsiteX10" fmla="*/ 292891 w 293453"/>
                <a:gd name="connsiteY10" fmla="*/ 1184619 h 1309042"/>
                <a:gd name="connsiteX11" fmla="*/ 188116 w 293453"/>
                <a:gd name="connsiteY11" fmla="*/ 1041744 h 1309042"/>
                <a:gd name="connsiteX12" fmla="*/ 277017 w 293453"/>
                <a:gd name="connsiteY12" fmla="*/ 921692 h 1309042"/>
                <a:gd name="connsiteX13" fmla="*/ 281779 w 293453"/>
                <a:gd name="connsiteY13" fmla="*/ 802630 h 1309042"/>
                <a:gd name="connsiteX14" fmla="*/ 283366 w 293453"/>
                <a:gd name="connsiteY14" fmla="*/ 90251 h 1309042"/>
                <a:gd name="connsiteX15" fmla="*/ 193116 w 293453"/>
                <a:gd name="connsiteY15" fmla="*/ 1 h 1309042"/>
                <a:gd name="connsiteX16" fmla="*/ 150421 w 293453"/>
                <a:gd name="connsiteY16" fmla="*/ 1 h 1309042"/>
                <a:gd name="connsiteX17" fmla="*/ 150416 w 293453"/>
                <a:gd name="connsiteY17" fmla="*/ 0 h 1309042"/>
                <a:gd name="connsiteX0" fmla="*/ 150416 w 293854"/>
                <a:gd name="connsiteY0" fmla="*/ 0 h 1309042"/>
                <a:gd name="connsiteX1" fmla="*/ 90250 w 293854"/>
                <a:gd name="connsiteY1" fmla="*/ 0 h 1309042"/>
                <a:gd name="connsiteX2" fmla="*/ 0 w 293854"/>
                <a:gd name="connsiteY2" fmla="*/ 90250 h 1309042"/>
                <a:gd name="connsiteX3" fmla="*/ 0 w 293854"/>
                <a:gd name="connsiteY3" fmla="*/ 642246 h 1309042"/>
                <a:gd name="connsiteX4" fmla="*/ 29269 w 293854"/>
                <a:gd name="connsiteY4" fmla="*/ 642246 h 1309042"/>
                <a:gd name="connsiteX5" fmla="*/ 57942 w 293854"/>
                <a:gd name="connsiteY5" fmla="*/ 793106 h 1309042"/>
                <a:gd name="connsiteX6" fmla="*/ 129379 w 293854"/>
                <a:gd name="connsiteY6" fmla="*/ 912167 h 1309042"/>
                <a:gd name="connsiteX7" fmla="*/ 20475 w 293854"/>
                <a:gd name="connsiteY7" fmla="*/ 1003644 h 1309042"/>
                <a:gd name="connsiteX8" fmla="*/ 187163 w 293854"/>
                <a:gd name="connsiteY8" fmla="*/ 1156044 h 1309042"/>
                <a:gd name="connsiteX9" fmla="*/ 112660 w 293854"/>
                <a:gd name="connsiteY9" fmla="*/ 1309042 h 1309042"/>
                <a:gd name="connsiteX10" fmla="*/ 292891 w 293854"/>
                <a:gd name="connsiteY10" fmla="*/ 1184619 h 1309042"/>
                <a:gd name="connsiteX11" fmla="*/ 188116 w 293854"/>
                <a:gd name="connsiteY11" fmla="*/ 1041744 h 1309042"/>
                <a:gd name="connsiteX12" fmla="*/ 277017 w 293854"/>
                <a:gd name="connsiteY12" fmla="*/ 921692 h 1309042"/>
                <a:gd name="connsiteX13" fmla="*/ 281779 w 293854"/>
                <a:gd name="connsiteY13" fmla="*/ 802630 h 1309042"/>
                <a:gd name="connsiteX14" fmla="*/ 283366 w 293854"/>
                <a:gd name="connsiteY14" fmla="*/ 90251 h 1309042"/>
                <a:gd name="connsiteX15" fmla="*/ 193116 w 293854"/>
                <a:gd name="connsiteY15" fmla="*/ 1 h 1309042"/>
                <a:gd name="connsiteX16" fmla="*/ 150421 w 293854"/>
                <a:gd name="connsiteY16" fmla="*/ 1 h 1309042"/>
                <a:gd name="connsiteX17" fmla="*/ 150416 w 293854"/>
                <a:gd name="connsiteY17" fmla="*/ 0 h 13090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7163 w 294168"/>
                <a:gd name="connsiteY8" fmla="*/ 11560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83988 w 294168"/>
                <a:gd name="connsiteY8" fmla="*/ 11655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61763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244313 w 294168"/>
                <a:gd name="connsiteY8" fmla="*/ 1178269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2631"/>
                <a:gd name="connsiteX1" fmla="*/ 90250 w 294168"/>
                <a:gd name="connsiteY1" fmla="*/ 0 h 1322631"/>
                <a:gd name="connsiteX2" fmla="*/ 0 w 294168"/>
                <a:gd name="connsiteY2" fmla="*/ 90250 h 1322631"/>
                <a:gd name="connsiteX3" fmla="*/ 0 w 294168"/>
                <a:gd name="connsiteY3" fmla="*/ 642246 h 1322631"/>
                <a:gd name="connsiteX4" fmla="*/ 29269 w 294168"/>
                <a:gd name="connsiteY4" fmla="*/ 642246 h 1322631"/>
                <a:gd name="connsiteX5" fmla="*/ 57942 w 294168"/>
                <a:gd name="connsiteY5" fmla="*/ 793106 h 1322631"/>
                <a:gd name="connsiteX6" fmla="*/ 129379 w 294168"/>
                <a:gd name="connsiteY6" fmla="*/ 912167 h 1322631"/>
                <a:gd name="connsiteX7" fmla="*/ 20475 w 294168"/>
                <a:gd name="connsiteY7" fmla="*/ 1003644 h 1322631"/>
                <a:gd name="connsiteX8" fmla="*/ 155413 w 294168"/>
                <a:gd name="connsiteY8" fmla="*/ 1181444 h 1322631"/>
                <a:gd name="connsiteX9" fmla="*/ 99960 w 294168"/>
                <a:gd name="connsiteY9" fmla="*/ 1321742 h 1322631"/>
                <a:gd name="connsiteX10" fmla="*/ 292891 w 294168"/>
                <a:gd name="connsiteY10" fmla="*/ 1184619 h 1322631"/>
                <a:gd name="connsiteX11" fmla="*/ 188116 w 294168"/>
                <a:gd name="connsiteY11" fmla="*/ 1041744 h 1322631"/>
                <a:gd name="connsiteX12" fmla="*/ 277017 w 294168"/>
                <a:gd name="connsiteY12" fmla="*/ 921692 h 1322631"/>
                <a:gd name="connsiteX13" fmla="*/ 281779 w 294168"/>
                <a:gd name="connsiteY13" fmla="*/ 802630 h 1322631"/>
                <a:gd name="connsiteX14" fmla="*/ 283366 w 294168"/>
                <a:gd name="connsiteY14" fmla="*/ 90251 h 1322631"/>
                <a:gd name="connsiteX15" fmla="*/ 193116 w 294168"/>
                <a:gd name="connsiteY15" fmla="*/ 1 h 1322631"/>
                <a:gd name="connsiteX16" fmla="*/ 150421 w 294168"/>
                <a:gd name="connsiteY16" fmla="*/ 1 h 1322631"/>
                <a:gd name="connsiteX17" fmla="*/ 150416 w 294168"/>
                <a:gd name="connsiteY17" fmla="*/ 0 h 1322631"/>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55413 w 294168"/>
                <a:gd name="connsiteY8" fmla="*/ 11814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168"/>
                <a:gd name="connsiteY0" fmla="*/ 0 h 1321742"/>
                <a:gd name="connsiteX1" fmla="*/ 90250 w 294168"/>
                <a:gd name="connsiteY1" fmla="*/ 0 h 1321742"/>
                <a:gd name="connsiteX2" fmla="*/ 0 w 294168"/>
                <a:gd name="connsiteY2" fmla="*/ 90250 h 1321742"/>
                <a:gd name="connsiteX3" fmla="*/ 0 w 294168"/>
                <a:gd name="connsiteY3" fmla="*/ 642246 h 1321742"/>
                <a:gd name="connsiteX4" fmla="*/ 29269 w 294168"/>
                <a:gd name="connsiteY4" fmla="*/ 642246 h 1321742"/>
                <a:gd name="connsiteX5" fmla="*/ 57942 w 294168"/>
                <a:gd name="connsiteY5" fmla="*/ 793106 h 1321742"/>
                <a:gd name="connsiteX6" fmla="*/ 129379 w 294168"/>
                <a:gd name="connsiteY6" fmla="*/ 912167 h 1321742"/>
                <a:gd name="connsiteX7" fmla="*/ 20475 w 294168"/>
                <a:gd name="connsiteY7" fmla="*/ 1003644 h 1321742"/>
                <a:gd name="connsiteX8" fmla="*/ 190338 w 294168"/>
                <a:gd name="connsiteY8" fmla="*/ 1168744 h 1321742"/>
                <a:gd name="connsiteX9" fmla="*/ 99960 w 294168"/>
                <a:gd name="connsiteY9" fmla="*/ 1321742 h 1321742"/>
                <a:gd name="connsiteX10" fmla="*/ 292891 w 294168"/>
                <a:gd name="connsiteY10" fmla="*/ 1184619 h 1321742"/>
                <a:gd name="connsiteX11" fmla="*/ 188116 w 294168"/>
                <a:gd name="connsiteY11" fmla="*/ 1041744 h 1321742"/>
                <a:gd name="connsiteX12" fmla="*/ 277017 w 294168"/>
                <a:gd name="connsiteY12" fmla="*/ 921692 h 1321742"/>
                <a:gd name="connsiteX13" fmla="*/ 281779 w 294168"/>
                <a:gd name="connsiteY13" fmla="*/ 802630 h 1321742"/>
                <a:gd name="connsiteX14" fmla="*/ 283366 w 294168"/>
                <a:gd name="connsiteY14" fmla="*/ 90251 h 1321742"/>
                <a:gd name="connsiteX15" fmla="*/ 193116 w 294168"/>
                <a:gd name="connsiteY15" fmla="*/ 1 h 1321742"/>
                <a:gd name="connsiteX16" fmla="*/ 150421 w 294168"/>
                <a:gd name="connsiteY16" fmla="*/ 1 h 1321742"/>
                <a:gd name="connsiteX17" fmla="*/ 150416 w 294168"/>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129379 w 294549"/>
                <a:gd name="connsiteY6" fmla="*/ 912167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549"/>
                <a:gd name="connsiteY0" fmla="*/ 0 h 1321742"/>
                <a:gd name="connsiteX1" fmla="*/ 90250 w 294549"/>
                <a:gd name="connsiteY1" fmla="*/ 0 h 1321742"/>
                <a:gd name="connsiteX2" fmla="*/ 0 w 294549"/>
                <a:gd name="connsiteY2" fmla="*/ 90250 h 1321742"/>
                <a:gd name="connsiteX3" fmla="*/ 0 w 294549"/>
                <a:gd name="connsiteY3" fmla="*/ 642246 h 1321742"/>
                <a:gd name="connsiteX4" fmla="*/ 29269 w 294549"/>
                <a:gd name="connsiteY4" fmla="*/ 642246 h 1321742"/>
                <a:gd name="connsiteX5" fmla="*/ 57942 w 294549"/>
                <a:gd name="connsiteY5" fmla="*/ 793106 h 1321742"/>
                <a:gd name="connsiteX6" fmla="*/ 84929 w 294549"/>
                <a:gd name="connsiteY6" fmla="*/ 896292 h 1321742"/>
                <a:gd name="connsiteX7" fmla="*/ 20475 w 294549"/>
                <a:gd name="connsiteY7" fmla="*/ 1003644 h 1321742"/>
                <a:gd name="connsiteX8" fmla="*/ 190338 w 294549"/>
                <a:gd name="connsiteY8" fmla="*/ 1168744 h 1321742"/>
                <a:gd name="connsiteX9" fmla="*/ 99960 w 294549"/>
                <a:gd name="connsiteY9" fmla="*/ 1321742 h 1321742"/>
                <a:gd name="connsiteX10" fmla="*/ 292891 w 294549"/>
                <a:gd name="connsiteY10" fmla="*/ 1184619 h 1321742"/>
                <a:gd name="connsiteX11" fmla="*/ 197641 w 294549"/>
                <a:gd name="connsiteY11" fmla="*/ 1016344 h 1321742"/>
                <a:gd name="connsiteX12" fmla="*/ 277017 w 294549"/>
                <a:gd name="connsiteY12" fmla="*/ 921692 h 1321742"/>
                <a:gd name="connsiteX13" fmla="*/ 281779 w 294549"/>
                <a:gd name="connsiteY13" fmla="*/ 802630 h 1321742"/>
                <a:gd name="connsiteX14" fmla="*/ 283366 w 294549"/>
                <a:gd name="connsiteY14" fmla="*/ 90251 h 1321742"/>
                <a:gd name="connsiteX15" fmla="*/ 193116 w 294549"/>
                <a:gd name="connsiteY15" fmla="*/ 1 h 1321742"/>
                <a:gd name="connsiteX16" fmla="*/ 150421 w 294549"/>
                <a:gd name="connsiteY16" fmla="*/ 1 h 1321742"/>
                <a:gd name="connsiteX17" fmla="*/ 150416 w 294549"/>
                <a:gd name="connsiteY17" fmla="*/ 0 h 1321742"/>
                <a:gd name="connsiteX0" fmla="*/ 150416 w 294608"/>
                <a:gd name="connsiteY0" fmla="*/ 0 h 1321742"/>
                <a:gd name="connsiteX1" fmla="*/ 90250 w 294608"/>
                <a:gd name="connsiteY1" fmla="*/ 0 h 1321742"/>
                <a:gd name="connsiteX2" fmla="*/ 0 w 294608"/>
                <a:gd name="connsiteY2" fmla="*/ 90250 h 1321742"/>
                <a:gd name="connsiteX3" fmla="*/ 0 w 294608"/>
                <a:gd name="connsiteY3" fmla="*/ 642246 h 1321742"/>
                <a:gd name="connsiteX4" fmla="*/ 29269 w 294608"/>
                <a:gd name="connsiteY4" fmla="*/ 642246 h 1321742"/>
                <a:gd name="connsiteX5" fmla="*/ 57942 w 294608"/>
                <a:gd name="connsiteY5" fmla="*/ 793106 h 1321742"/>
                <a:gd name="connsiteX6" fmla="*/ 84929 w 294608"/>
                <a:gd name="connsiteY6" fmla="*/ 896292 h 1321742"/>
                <a:gd name="connsiteX7" fmla="*/ 20475 w 294608"/>
                <a:gd name="connsiteY7" fmla="*/ 1003644 h 1321742"/>
                <a:gd name="connsiteX8" fmla="*/ 190338 w 294608"/>
                <a:gd name="connsiteY8" fmla="*/ 1168744 h 1321742"/>
                <a:gd name="connsiteX9" fmla="*/ 99960 w 294608"/>
                <a:gd name="connsiteY9" fmla="*/ 1321742 h 1321742"/>
                <a:gd name="connsiteX10" fmla="*/ 292891 w 294608"/>
                <a:gd name="connsiteY10" fmla="*/ 1184619 h 1321742"/>
                <a:gd name="connsiteX11" fmla="*/ 197641 w 294608"/>
                <a:gd name="connsiteY11" fmla="*/ 1016344 h 1321742"/>
                <a:gd name="connsiteX12" fmla="*/ 251617 w 294608"/>
                <a:gd name="connsiteY12" fmla="*/ 889942 h 1321742"/>
                <a:gd name="connsiteX13" fmla="*/ 281779 w 294608"/>
                <a:gd name="connsiteY13" fmla="*/ 802630 h 1321742"/>
                <a:gd name="connsiteX14" fmla="*/ 283366 w 294608"/>
                <a:gd name="connsiteY14" fmla="*/ 90251 h 1321742"/>
                <a:gd name="connsiteX15" fmla="*/ 193116 w 294608"/>
                <a:gd name="connsiteY15" fmla="*/ 1 h 1321742"/>
                <a:gd name="connsiteX16" fmla="*/ 150421 w 294608"/>
                <a:gd name="connsiteY16" fmla="*/ 1 h 1321742"/>
                <a:gd name="connsiteX17" fmla="*/ 150416 w 294608"/>
                <a:gd name="connsiteY17"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84929 w 294538"/>
                <a:gd name="connsiteY6" fmla="*/ 896292 h 1321742"/>
                <a:gd name="connsiteX7" fmla="*/ 20475 w 294538"/>
                <a:gd name="connsiteY7" fmla="*/ 1003644 h 1321742"/>
                <a:gd name="connsiteX8" fmla="*/ 190338 w 294538"/>
                <a:gd name="connsiteY8" fmla="*/ 1168744 h 1321742"/>
                <a:gd name="connsiteX9" fmla="*/ 99960 w 294538"/>
                <a:gd name="connsiteY9" fmla="*/ 1321742 h 1321742"/>
                <a:gd name="connsiteX10" fmla="*/ 292891 w 294538"/>
                <a:gd name="connsiteY10" fmla="*/ 1184619 h 1321742"/>
                <a:gd name="connsiteX11" fmla="*/ 197641 w 294538"/>
                <a:gd name="connsiteY11" fmla="*/ 1016344 h 1321742"/>
                <a:gd name="connsiteX12" fmla="*/ 281779 w 294538"/>
                <a:gd name="connsiteY12" fmla="*/ 802630 h 1321742"/>
                <a:gd name="connsiteX13" fmla="*/ 283366 w 294538"/>
                <a:gd name="connsiteY13" fmla="*/ 90251 h 1321742"/>
                <a:gd name="connsiteX14" fmla="*/ 193116 w 294538"/>
                <a:gd name="connsiteY14" fmla="*/ 1 h 1321742"/>
                <a:gd name="connsiteX15" fmla="*/ 150421 w 294538"/>
                <a:gd name="connsiteY15" fmla="*/ 1 h 1321742"/>
                <a:gd name="connsiteX16" fmla="*/ 150416 w 294538"/>
                <a:gd name="connsiteY16" fmla="*/ 0 h 1321742"/>
                <a:gd name="connsiteX0" fmla="*/ 150416 w 294538"/>
                <a:gd name="connsiteY0" fmla="*/ 0 h 1321742"/>
                <a:gd name="connsiteX1" fmla="*/ 90250 w 294538"/>
                <a:gd name="connsiteY1" fmla="*/ 0 h 1321742"/>
                <a:gd name="connsiteX2" fmla="*/ 0 w 294538"/>
                <a:gd name="connsiteY2" fmla="*/ 90250 h 1321742"/>
                <a:gd name="connsiteX3" fmla="*/ 0 w 294538"/>
                <a:gd name="connsiteY3" fmla="*/ 642246 h 1321742"/>
                <a:gd name="connsiteX4" fmla="*/ 29269 w 294538"/>
                <a:gd name="connsiteY4" fmla="*/ 642246 h 1321742"/>
                <a:gd name="connsiteX5" fmla="*/ 57942 w 294538"/>
                <a:gd name="connsiteY5" fmla="*/ 793106 h 1321742"/>
                <a:gd name="connsiteX6" fmla="*/ 20475 w 294538"/>
                <a:gd name="connsiteY6" fmla="*/ 1003644 h 1321742"/>
                <a:gd name="connsiteX7" fmla="*/ 190338 w 294538"/>
                <a:gd name="connsiteY7" fmla="*/ 1168744 h 1321742"/>
                <a:gd name="connsiteX8" fmla="*/ 99960 w 294538"/>
                <a:gd name="connsiteY8" fmla="*/ 1321742 h 1321742"/>
                <a:gd name="connsiteX9" fmla="*/ 292891 w 294538"/>
                <a:gd name="connsiteY9" fmla="*/ 1184619 h 1321742"/>
                <a:gd name="connsiteX10" fmla="*/ 197641 w 294538"/>
                <a:gd name="connsiteY10" fmla="*/ 1016344 h 1321742"/>
                <a:gd name="connsiteX11" fmla="*/ 281779 w 294538"/>
                <a:gd name="connsiteY11" fmla="*/ 802630 h 1321742"/>
                <a:gd name="connsiteX12" fmla="*/ 283366 w 294538"/>
                <a:gd name="connsiteY12" fmla="*/ 90251 h 1321742"/>
                <a:gd name="connsiteX13" fmla="*/ 193116 w 294538"/>
                <a:gd name="connsiteY13" fmla="*/ 1 h 1321742"/>
                <a:gd name="connsiteX14" fmla="*/ 150421 w 294538"/>
                <a:gd name="connsiteY14" fmla="*/ 1 h 1321742"/>
                <a:gd name="connsiteX15" fmla="*/ 150416 w 294538"/>
                <a:gd name="connsiteY15" fmla="*/ 0 h 132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4538" h="1321742">
                  <a:moveTo>
                    <a:pt x="150416" y="0"/>
                  </a:moveTo>
                  <a:lnTo>
                    <a:pt x="90250" y="0"/>
                  </a:lnTo>
                  <a:cubicBezTo>
                    <a:pt x="40406" y="0"/>
                    <a:pt x="0" y="40406"/>
                    <a:pt x="0" y="90250"/>
                  </a:cubicBezTo>
                  <a:lnTo>
                    <a:pt x="0" y="642246"/>
                  </a:lnTo>
                  <a:lnTo>
                    <a:pt x="29269" y="642246"/>
                  </a:lnTo>
                  <a:cubicBezTo>
                    <a:pt x="39720" y="671358"/>
                    <a:pt x="59408" y="732873"/>
                    <a:pt x="57942" y="793106"/>
                  </a:cubicBezTo>
                  <a:cubicBezTo>
                    <a:pt x="56476" y="853339"/>
                    <a:pt x="-1591" y="941038"/>
                    <a:pt x="20475" y="1003644"/>
                  </a:cubicBezTo>
                  <a:cubicBezTo>
                    <a:pt x="42541" y="1066250"/>
                    <a:pt x="158041" y="1131603"/>
                    <a:pt x="190338" y="1168744"/>
                  </a:cubicBezTo>
                  <a:cubicBezTo>
                    <a:pt x="222635" y="1205885"/>
                    <a:pt x="154957" y="1277093"/>
                    <a:pt x="99960" y="1321742"/>
                  </a:cubicBezTo>
                  <a:cubicBezTo>
                    <a:pt x="190729" y="1272859"/>
                    <a:pt x="276611" y="1235519"/>
                    <a:pt x="292891" y="1184619"/>
                  </a:cubicBezTo>
                  <a:cubicBezTo>
                    <a:pt x="309171" y="1133719"/>
                    <a:pt x="199493" y="1080009"/>
                    <a:pt x="197641" y="1016344"/>
                  </a:cubicBezTo>
                  <a:cubicBezTo>
                    <a:pt x="195789" y="952679"/>
                    <a:pt x="267492" y="956979"/>
                    <a:pt x="281779" y="802630"/>
                  </a:cubicBezTo>
                  <a:cubicBezTo>
                    <a:pt x="281250" y="664057"/>
                    <a:pt x="298143" y="224022"/>
                    <a:pt x="283366" y="90251"/>
                  </a:cubicBezTo>
                  <a:cubicBezTo>
                    <a:pt x="283366" y="40407"/>
                    <a:pt x="242960" y="1"/>
                    <a:pt x="193116" y="1"/>
                  </a:cubicBezTo>
                  <a:lnTo>
                    <a:pt x="150421" y="1"/>
                  </a:lnTo>
                  <a:cubicBezTo>
                    <a:pt x="150419" y="1"/>
                    <a:pt x="150418" y="0"/>
                    <a:pt x="150416" y="0"/>
                  </a:cubicBezTo>
                  <a:close/>
                </a:path>
              </a:pathLst>
            </a:cu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accent4"/>
                </a:solidFill>
              </a:endParaRPr>
            </a:p>
          </p:txBody>
        </p:sp>
      </p:grpSp>
      <p:sp>
        <p:nvSpPr>
          <p:cNvPr id="25" name="环形箭头 24"/>
          <p:cNvSpPr/>
          <p:nvPr/>
        </p:nvSpPr>
        <p:spPr>
          <a:xfrm>
            <a:off x="7862811" y="2654118"/>
            <a:ext cx="3019578" cy="3019578"/>
          </a:xfrm>
          <a:prstGeom prst="circularArrow">
            <a:avLst>
              <a:gd name="adj1" fmla="val 9011"/>
              <a:gd name="adj2" fmla="val 1142319"/>
              <a:gd name="adj3" fmla="val 20457680"/>
              <a:gd name="adj4" fmla="val 1765139"/>
              <a:gd name="adj5" fmla="val 12500"/>
            </a:avLst>
          </a:prstGeom>
          <a:solidFill>
            <a:schemeClr val="accent3"/>
          </a:solid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28" name="标题 1"/>
          <p:cNvSpPr txBox="1">
            <a:spLocks/>
          </p:cNvSpPr>
          <p:nvPr/>
        </p:nvSpPr>
        <p:spPr>
          <a:xfrm>
            <a:off x="838200" y="6404270"/>
            <a:ext cx="10515600" cy="76944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3"/>
                </a:solidFill>
              </a:rPr>
              <a:t>肉体论</a:t>
            </a:r>
            <a:r>
              <a:rPr lang="en-US" altLang="zh-CN" dirty="0" smtClean="0">
                <a:solidFill>
                  <a:schemeClr val="accent4"/>
                </a:solidFill>
              </a:rPr>
              <a:t/>
            </a:r>
            <a:br>
              <a:rPr lang="en-US" altLang="zh-CN" dirty="0" smtClean="0">
                <a:solidFill>
                  <a:schemeClr val="accent4"/>
                </a:solidFill>
              </a:rPr>
            </a:br>
            <a:r>
              <a:rPr lang="zh-CN" altLang="en-US" sz="2400" dirty="0" smtClean="0">
                <a:solidFill>
                  <a:schemeClr val="tx1">
                    <a:lumMod val="85000"/>
                    <a:lumOff val="15000"/>
                  </a:schemeClr>
                </a:solidFill>
              </a:rPr>
              <a:t>关键是拥有同一具肉体（大脑）</a:t>
            </a:r>
            <a:endParaRPr lang="zh-CN" altLang="en-US" sz="2400" dirty="0">
              <a:solidFill>
                <a:schemeClr val="tx1">
                  <a:lumMod val="85000"/>
                  <a:lumOff val="15000"/>
                </a:schemeClr>
              </a:solidFill>
            </a:endParaRPr>
          </a:p>
        </p:txBody>
      </p:sp>
    </p:spTree>
    <p:extLst>
      <p:ext uri="{BB962C8B-B14F-4D97-AF65-F5344CB8AC3E}">
        <p14:creationId xmlns:p14="http://schemas.microsoft.com/office/powerpoint/2010/main" val="24044921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a:xfrm>
            <a:off x="899887" y="-232229"/>
            <a:ext cx="10579287" cy="6649186"/>
          </a:xfrm>
          <a:custGeom>
            <a:avLst/>
            <a:gdLst>
              <a:gd name="connsiteX0" fmla="*/ 0 w 11479173"/>
              <a:gd name="connsiteY0" fmla="*/ 484490 h 6640493"/>
              <a:gd name="connsiteX1" fmla="*/ 484490 w 11479173"/>
              <a:gd name="connsiteY1" fmla="*/ 0 h 6640493"/>
              <a:gd name="connsiteX2" fmla="*/ 10994683 w 11479173"/>
              <a:gd name="connsiteY2" fmla="*/ 0 h 6640493"/>
              <a:gd name="connsiteX3" fmla="*/ 11479173 w 11479173"/>
              <a:gd name="connsiteY3" fmla="*/ 484490 h 6640493"/>
              <a:gd name="connsiteX4" fmla="*/ 11479173 w 11479173"/>
              <a:gd name="connsiteY4" fmla="*/ 6156003 h 6640493"/>
              <a:gd name="connsiteX5" fmla="*/ 10994683 w 11479173"/>
              <a:gd name="connsiteY5" fmla="*/ 6640493 h 6640493"/>
              <a:gd name="connsiteX6" fmla="*/ 484490 w 11479173"/>
              <a:gd name="connsiteY6" fmla="*/ 6640493 h 6640493"/>
              <a:gd name="connsiteX7" fmla="*/ 0 w 11479173"/>
              <a:gd name="connsiteY7" fmla="*/ 6156003 h 6640493"/>
              <a:gd name="connsiteX8" fmla="*/ 0 w 11479173"/>
              <a:gd name="connsiteY8" fmla="*/ 484490 h 6640493"/>
              <a:gd name="connsiteX0" fmla="*/ 484490 w 11479173"/>
              <a:gd name="connsiteY0" fmla="*/ 0 h 6640493"/>
              <a:gd name="connsiteX1" fmla="*/ 10994683 w 11479173"/>
              <a:gd name="connsiteY1" fmla="*/ 0 h 6640493"/>
              <a:gd name="connsiteX2" fmla="*/ 11479173 w 11479173"/>
              <a:gd name="connsiteY2" fmla="*/ 484490 h 6640493"/>
              <a:gd name="connsiteX3" fmla="*/ 11479173 w 11479173"/>
              <a:gd name="connsiteY3" fmla="*/ 6156003 h 6640493"/>
              <a:gd name="connsiteX4" fmla="*/ 10994683 w 11479173"/>
              <a:gd name="connsiteY4" fmla="*/ 6640493 h 6640493"/>
              <a:gd name="connsiteX5" fmla="*/ 484490 w 11479173"/>
              <a:gd name="connsiteY5" fmla="*/ 6640493 h 6640493"/>
              <a:gd name="connsiteX6" fmla="*/ 0 w 11479173"/>
              <a:gd name="connsiteY6" fmla="*/ 6156003 h 6640493"/>
              <a:gd name="connsiteX7" fmla="*/ 0 w 11479173"/>
              <a:gd name="connsiteY7" fmla="*/ 484490 h 6640493"/>
              <a:gd name="connsiteX8" fmla="*/ 575930 w 11479173"/>
              <a:gd name="connsiteY8" fmla="*/ 91440 h 6640493"/>
              <a:gd name="connsiteX0" fmla="*/ 484490 w 11479173"/>
              <a:gd name="connsiteY0" fmla="*/ 0 h 6640493"/>
              <a:gd name="connsiteX1" fmla="*/ 10994683 w 11479173"/>
              <a:gd name="connsiteY1" fmla="*/ 0 h 6640493"/>
              <a:gd name="connsiteX2" fmla="*/ 11479173 w 11479173"/>
              <a:gd name="connsiteY2" fmla="*/ 484490 h 6640493"/>
              <a:gd name="connsiteX3" fmla="*/ 11479173 w 11479173"/>
              <a:gd name="connsiteY3" fmla="*/ 6156003 h 6640493"/>
              <a:gd name="connsiteX4" fmla="*/ 10994683 w 11479173"/>
              <a:gd name="connsiteY4" fmla="*/ 6640493 h 6640493"/>
              <a:gd name="connsiteX5" fmla="*/ 484490 w 11479173"/>
              <a:gd name="connsiteY5" fmla="*/ 6640493 h 6640493"/>
              <a:gd name="connsiteX6" fmla="*/ 0 w 11479173"/>
              <a:gd name="connsiteY6" fmla="*/ 6156003 h 6640493"/>
              <a:gd name="connsiteX7" fmla="*/ 575930 w 11479173"/>
              <a:gd name="connsiteY7" fmla="*/ 91440 h 6640493"/>
              <a:gd name="connsiteX0" fmla="*/ 484490 w 11479173"/>
              <a:gd name="connsiteY0" fmla="*/ 8693 h 6649186"/>
              <a:gd name="connsiteX1" fmla="*/ 3497943 w 11479173"/>
              <a:gd name="connsiteY1" fmla="*/ 0 h 6649186"/>
              <a:gd name="connsiteX2" fmla="*/ 10994683 w 11479173"/>
              <a:gd name="connsiteY2" fmla="*/ 8693 h 6649186"/>
              <a:gd name="connsiteX3" fmla="*/ 11479173 w 11479173"/>
              <a:gd name="connsiteY3" fmla="*/ 493183 h 6649186"/>
              <a:gd name="connsiteX4" fmla="*/ 11479173 w 11479173"/>
              <a:gd name="connsiteY4" fmla="*/ 6164696 h 6649186"/>
              <a:gd name="connsiteX5" fmla="*/ 10994683 w 11479173"/>
              <a:gd name="connsiteY5" fmla="*/ 6649186 h 6649186"/>
              <a:gd name="connsiteX6" fmla="*/ 484490 w 11479173"/>
              <a:gd name="connsiteY6" fmla="*/ 6649186 h 6649186"/>
              <a:gd name="connsiteX7" fmla="*/ 0 w 11479173"/>
              <a:gd name="connsiteY7" fmla="*/ 6164696 h 6649186"/>
              <a:gd name="connsiteX8" fmla="*/ 575930 w 11479173"/>
              <a:gd name="connsiteY8" fmla="*/ 100133 h 6649186"/>
              <a:gd name="connsiteX0" fmla="*/ 3497943 w 11479173"/>
              <a:gd name="connsiteY0" fmla="*/ 0 h 6649186"/>
              <a:gd name="connsiteX1" fmla="*/ 10994683 w 11479173"/>
              <a:gd name="connsiteY1" fmla="*/ 8693 h 6649186"/>
              <a:gd name="connsiteX2" fmla="*/ 11479173 w 11479173"/>
              <a:gd name="connsiteY2" fmla="*/ 493183 h 6649186"/>
              <a:gd name="connsiteX3" fmla="*/ 11479173 w 11479173"/>
              <a:gd name="connsiteY3" fmla="*/ 6164696 h 6649186"/>
              <a:gd name="connsiteX4" fmla="*/ 10994683 w 11479173"/>
              <a:gd name="connsiteY4" fmla="*/ 6649186 h 6649186"/>
              <a:gd name="connsiteX5" fmla="*/ 484490 w 11479173"/>
              <a:gd name="connsiteY5" fmla="*/ 6649186 h 6649186"/>
              <a:gd name="connsiteX6" fmla="*/ 0 w 11479173"/>
              <a:gd name="connsiteY6" fmla="*/ 6164696 h 6649186"/>
              <a:gd name="connsiteX7" fmla="*/ 575930 w 11479173"/>
              <a:gd name="connsiteY7" fmla="*/ 100133 h 6649186"/>
              <a:gd name="connsiteX0" fmla="*/ 3497943 w 11479173"/>
              <a:gd name="connsiteY0" fmla="*/ 0 h 6649186"/>
              <a:gd name="connsiteX1" fmla="*/ 10994683 w 11479173"/>
              <a:gd name="connsiteY1" fmla="*/ 8693 h 6649186"/>
              <a:gd name="connsiteX2" fmla="*/ 11479173 w 11479173"/>
              <a:gd name="connsiteY2" fmla="*/ 493183 h 6649186"/>
              <a:gd name="connsiteX3" fmla="*/ 11479173 w 11479173"/>
              <a:gd name="connsiteY3" fmla="*/ 6164696 h 6649186"/>
              <a:gd name="connsiteX4" fmla="*/ 10994683 w 11479173"/>
              <a:gd name="connsiteY4" fmla="*/ 6649186 h 6649186"/>
              <a:gd name="connsiteX5" fmla="*/ 484490 w 11479173"/>
              <a:gd name="connsiteY5" fmla="*/ 6649186 h 6649186"/>
              <a:gd name="connsiteX6" fmla="*/ 0 w 11479173"/>
              <a:gd name="connsiteY6" fmla="*/ 6164696 h 6649186"/>
              <a:gd name="connsiteX0" fmla="*/ 3013453 w 10994683"/>
              <a:gd name="connsiteY0" fmla="*/ 0 h 6649186"/>
              <a:gd name="connsiteX1" fmla="*/ 10510193 w 10994683"/>
              <a:gd name="connsiteY1" fmla="*/ 8693 h 6649186"/>
              <a:gd name="connsiteX2" fmla="*/ 10994683 w 10994683"/>
              <a:gd name="connsiteY2" fmla="*/ 493183 h 6649186"/>
              <a:gd name="connsiteX3" fmla="*/ 10994683 w 10994683"/>
              <a:gd name="connsiteY3" fmla="*/ 6164696 h 6649186"/>
              <a:gd name="connsiteX4" fmla="*/ 10510193 w 10994683"/>
              <a:gd name="connsiteY4" fmla="*/ 6649186 h 6649186"/>
              <a:gd name="connsiteX5" fmla="*/ 0 w 10994683"/>
              <a:gd name="connsiteY5" fmla="*/ 6649186 h 6649186"/>
              <a:gd name="connsiteX0" fmla="*/ 3013453 w 10994683"/>
              <a:gd name="connsiteY0" fmla="*/ 0 h 6649186"/>
              <a:gd name="connsiteX1" fmla="*/ 10510193 w 10994683"/>
              <a:gd name="connsiteY1" fmla="*/ 8693 h 6649186"/>
              <a:gd name="connsiteX2" fmla="*/ 10994683 w 10994683"/>
              <a:gd name="connsiteY2" fmla="*/ 493183 h 6649186"/>
              <a:gd name="connsiteX3" fmla="*/ 10994683 w 10994683"/>
              <a:gd name="connsiteY3" fmla="*/ 6164696 h 6649186"/>
              <a:gd name="connsiteX4" fmla="*/ 10510193 w 10994683"/>
              <a:gd name="connsiteY4" fmla="*/ 6649186 h 6649186"/>
              <a:gd name="connsiteX5" fmla="*/ 415396 w 10994683"/>
              <a:gd name="connsiteY5" fmla="*/ 6633029 h 6649186"/>
              <a:gd name="connsiteX6" fmla="*/ 0 w 10994683"/>
              <a:gd name="connsiteY6" fmla="*/ 6649186 h 6649186"/>
              <a:gd name="connsiteX0" fmla="*/ 2598057 w 10579287"/>
              <a:gd name="connsiteY0" fmla="*/ 0 h 6649186"/>
              <a:gd name="connsiteX1" fmla="*/ 10094797 w 10579287"/>
              <a:gd name="connsiteY1" fmla="*/ 8693 h 6649186"/>
              <a:gd name="connsiteX2" fmla="*/ 10579287 w 10579287"/>
              <a:gd name="connsiteY2" fmla="*/ 493183 h 6649186"/>
              <a:gd name="connsiteX3" fmla="*/ 10579287 w 10579287"/>
              <a:gd name="connsiteY3" fmla="*/ 6164696 h 6649186"/>
              <a:gd name="connsiteX4" fmla="*/ 10094797 w 10579287"/>
              <a:gd name="connsiteY4" fmla="*/ 6649186 h 6649186"/>
              <a:gd name="connsiteX5" fmla="*/ 0 w 10579287"/>
              <a:gd name="connsiteY5" fmla="*/ 6633029 h 664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79287" h="6649186">
                <a:moveTo>
                  <a:pt x="2598057" y="0"/>
                </a:moveTo>
                <a:lnTo>
                  <a:pt x="10094797" y="8693"/>
                </a:lnTo>
                <a:cubicBezTo>
                  <a:pt x="10362373" y="8693"/>
                  <a:pt x="10579287" y="225607"/>
                  <a:pt x="10579287" y="493183"/>
                </a:cubicBezTo>
                <a:lnTo>
                  <a:pt x="10579287" y="6164696"/>
                </a:lnTo>
                <a:cubicBezTo>
                  <a:pt x="10579287" y="6432272"/>
                  <a:pt x="10362373" y="6649186"/>
                  <a:pt x="10094797" y="6649186"/>
                </a:cubicBezTo>
                <a:lnTo>
                  <a:pt x="0" y="6633029"/>
                </a:lnTo>
              </a:path>
            </a:pathLst>
          </a:custGeom>
          <a:no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14" name="圆角矩形 13"/>
          <p:cNvSpPr/>
          <p:nvPr/>
        </p:nvSpPr>
        <p:spPr>
          <a:xfrm>
            <a:off x="879829" y="712153"/>
            <a:ext cx="5216171" cy="411564"/>
          </a:xfrm>
          <a:prstGeom prst="roundRect">
            <a:avLst/>
          </a:prstGeom>
          <a:solidFill>
            <a:schemeClr val="accent3"/>
          </a:solid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a:spLocks/>
          </p:cNvSpPr>
          <p:nvPr/>
        </p:nvSpPr>
        <p:spPr>
          <a:xfrm>
            <a:off x="838200" y="-457312"/>
            <a:ext cx="10515600" cy="76944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3"/>
                </a:solidFill>
              </a:rPr>
              <a:t>肉体论</a:t>
            </a:r>
            <a:r>
              <a:rPr lang="en-US" altLang="zh-CN" dirty="0" smtClean="0">
                <a:solidFill>
                  <a:schemeClr val="accent4"/>
                </a:solidFill>
              </a:rPr>
              <a:t/>
            </a:r>
            <a:br>
              <a:rPr lang="en-US" altLang="zh-CN" dirty="0" smtClean="0">
                <a:solidFill>
                  <a:schemeClr val="accent4"/>
                </a:solidFill>
              </a:rPr>
            </a:br>
            <a:r>
              <a:rPr lang="zh-CN" altLang="en-US" sz="2400" dirty="0" smtClean="0">
                <a:solidFill>
                  <a:schemeClr val="accent4"/>
                </a:solidFill>
              </a:rPr>
              <a:t>关键是拥有同一具肉体（大脑）</a:t>
            </a:r>
            <a:endParaRPr lang="zh-CN" altLang="en-US" sz="2400" dirty="0">
              <a:solidFill>
                <a:schemeClr val="accent4"/>
              </a:solidFill>
            </a:endParaRPr>
          </a:p>
        </p:txBody>
      </p:sp>
      <p:sp>
        <p:nvSpPr>
          <p:cNvPr id="16" name="圆角矩形 15"/>
          <p:cNvSpPr/>
          <p:nvPr/>
        </p:nvSpPr>
        <p:spPr>
          <a:xfrm>
            <a:off x="879829" y="3954033"/>
            <a:ext cx="5216171" cy="411564"/>
          </a:xfrm>
          <a:prstGeom prst="roundRect">
            <a:avLst/>
          </a:prstGeom>
          <a:solidFill>
            <a:schemeClr val="accent3"/>
          </a:solid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占位符 2"/>
          <p:cNvSpPr txBox="1">
            <a:spLocks/>
          </p:cNvSpPr>
          <p:nvPr/>
        </p:nvSpPr>
        <p:spPr>
          <a:xfrm>
            <a:off x="838200" y="667071"/>
            <a:ext cx="6194425" cy="1754326"/>
          </a:xfrm>
          <a:prstGeom prst="rect">
            <a:avLst/>
          </a:prstGeom>
        </p:spPr>
        <p:txBody>
          <a:bodyPr>
            <a:noAutofit/>
          </a:bodyPr>
          <a:lstStyle>
            <a:lvl1pPr marL="228600" indent="-228600" algn="l" defTabSz="914400" rtl="0" eaLnBrk="1" latinLnBrk="0" hangingPunct="1">
              <a:lnSpc>
                <a:spcPct val="10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200"/>
              </a:spcBef>
              <a:buFont typeface="Arial" panose="020B0604020202020204" pitchFamily="34" charset="0"/>
              <a:buNone/>
            </a:pPr>
            <a:r>
              <a:rPr lang="zh-CN" altLang="en-US" sz="2000" b="1" dirty="0" smtClean="0">
                <a:solidFill>
                  <a:schemeClr val="bg1"/>
                </a:solidFill>
              </a:rPr>
              <a:t>问题一：复活（相同的手表，不同的积木塔）</a:t>
            </a:r>
            <a:endParaRPr lang="en-US" altLang="zh-CN" sz="2000" b="1" dirty="0" smtClean="0">
              <a:solidFill>
                <a:schemeClr val="bg1"/>
              </a:solidFill>
            </a:endParaRPr>
          </a:p>
          <a:p>
            <a:pPr marL="0" indent="0">
              <a:lnSpc>
                <a:spcPct val="120000"/>
              </a:lnSpc>
              <a:spcBef>
                <a:spcPts val="1200"/>
              </a:spcBef>
              <a:buFont typeface="Arial" panose="020B0604020202020204" pitchFamily="34" charset="0"/>
              <a:buNone/>
            </a:pPr>
            <a:r>
              <a:rPr lang="zh-CN" altLang="en-US" sz="1800" dirty="0" smtClean="0"/>
              <a:t>手表坏了，我们可以通过把它拆开，将电路部件等进行重组来把它修好。重组后的表我们认为它还是原来那块表。</a:t>
            </a:r>
            <a:endParaRPr lang="en-US" altLang="zh-CN" sz="1800" dirty="0" smtClean="0"/>
          </a:p>
          <a:p>
            <a:pPr marL="0" indent="0">
              <a:lnSpc>
                <a:spcPct val="120000"/>
              </a:lnSpc>
              <a:spcBef>
                <a:spcPts val="1200"/>
              </a:spcBef>
              <a:buFont typeface="Arial" panose="020B0604020202020204" pitchFamily="34" charset="0"/>
              <a:buNone/>
            </a:pPr>
            <a:r>
              <a:rPr lang="zh-CN" altLang="en-US" sz="1800" dirty="0" smtClean="0"/>
              <a:t>但如果是两个人先后用相同的积木搭一个一模一样的积木塔，我们会认为这两座积木塔不是同一座。</a:t>
            </a:r>
            <a:endParaRPr lang="en-US" altLang="zh-CN" sz="1800" dirty="0" smtClean="0"/>
          </a:p>
          <a:p>
            <a:pPr marL="0" indent="0">
              <a:lnSpc>
                <a:spcPct val="120000"/>
              </a:lnSpc>
              <a:spcBef>
                <a:spcPts val="1200"/>
              </a:spcBef>
              <a:buFont typeface="Arial" panose="020B0604020202020204" pitchFamily="34" charset="0"/>
              <a:buNone/>
            </a:pPr>
            <a:r>
              <a:rPr lang="zh-CN" altLang="en-US" sz="1800" b="1" dirty="0" smtClean="0"/>
              <a:t>那么，像电影</a:t>
            </a:r>
            <a:r>
              <a:rPr lang="en-US" altLang="zh-CN" sz="1800" b="1" dirty="0" smtClean="0"/>
              <a:t>《</a:t>
            </a:r>
            <a:r>
              <a:rPr lang="zh-CN" altLang="en-US" sz="1800" b="1" dirty="0" smtClean="0"/>
              <a:t>超验骇客</a:t>
            </a:r>
            <a:r>
              <a:rPr lang="en-US" altLang="zh-CN" sz="1800" b="1" dirty="0" smtClean="0"/>
              <a:t>》</a:t>
            </a:r>
            <a:r>
              <a:rPr lang="zh-CN" altLang="en-US" sz="1800" b="1" dirty="0" smtClean="0"/>
              <a:t>里的德普那样用纳米技术将自己的肉体进行重组复活，更像手表的重组还是积木的搭建？他复活后还是那个他么？</a:t>
            </a:r>
            <a:endParaRPr lang="en-US" altLang="zh-CN" sz="1800" b="1" dirty="0" smtClean="0"/>
          </a:p>
          <a:p>
            <a:pPr marL="0" indent="0">
              <a:lnSpc>
                <a:spcPct val="120000"/>
              </a:lnSpc>
              <a:spcBef>
                <a:spcPts val="1200"/>
              </a:spcBef>
              <a:buFont typeface="Arial" panose="020B0604020202020204" pitchFamily="34" charset="0"/>
              <a:buNone/>
            </a:pPr>
            <a:r>
              <a:rPr lang="zh-CN" altLang="en-US" sz="2000" b="1" dirty="0" smtClean="0">
                <a:solidFill>
                  <a:schemeClr val="bg1"/>
                </a:solidFill>
              </a:rPr>
              <a:t>问题二：分裂</a:t>
            </a:r>
            <a:endParaRPr lang="en-US" altLang="zh-CN" sz="2000" b="1" dirty="0" smtClean="0">
              <a:solidFill>
                <a:schemeClr val="bg1"/>
              </a:solidFill>
            </a:endParaRPr>
          </a:p>
          <a:p>
            <a:pPr marL="0" indent="0">
              <a:lnSpc>
                <a:spcPct val="120000"/>
              </a:lnSpc>
              <a:spcBef>
                <a:spcPts val="1200"/>
              </a:spcBef>
              <a:buFont typeface="Arial" panose="020B0604020202020204" pitchFamily="34" charset="0"/>
              <a:buNone/>
            </a:pPr>
            <a:r>
              <a:rPr lang="zh-CN" altLang="en-US" sz="1800" b="1" dirty="0" smtClean="0"/>
              <a:t>如果进一步运用纳米技术再“复活”一个德普</a:t>
            </a:r>
            <a:r>
              <a:rPr lang="en-US" altLang="zh-CN" sz="1800" b="1" dirty="0" smtClean="0"/>
              <a:t>B</a:t>
            </a:r>
            <a:r>
              <a:rPr lang="zh-CN" altLang="en-US" sz="1800" b="1" dirty="0" smtClean="0"/>
              <a:t>，那么到底哪一个是真正的那个“德普”呢？或者两个都是？</a:t>
            </a:r>
            <a:endParaRPr lang="en-US" altLang="zh-CN" sz="1800" b="1" dirty="0" smtClean="0"/>
          </a:p>
          <a:p>
            <a:pPr marL="0" indent="0">
              <a:lnSpc>
                <a:spcPct val="120000"/>
              </a:lnSpc>
              <a:spcBef>
                <a:spcPts val="1200"/>
              </a:spcBef>
              <a:buFont typeface="Arial" panose="020B0604020202020204" pitchFamily="34" charset="0"/>
              <a:buNone/>
            </a:pPr>
            <a:r>
              <a:rPr lang="zh-CN" altLang="en-US" sz="1800" dirty="0" smtClean="0"/>
              <a:t>假设德普</a:t>
            </a:r>
            <a:r>
              <a:rPr lang="en-US" altLang="zh-CN" sz="1800" dirty="0" smtClean="0"/>
              <a:t>A</a:t>
            </a:r>
            <a:r>
              <a:rPr lang="zh-CN" altLang="en-US" sz="1800" dirty="0" smtClean="0"/>
              <a:t>的复活过程使用了组成最初的那个德普的微粒。我们可能会说德普</a:t>
            </a:r>
            <a:r>
              <a:rPr lang="en-US" altLang="zh-CN" sz="1800" dirty="0" smtClean="0"/>
              <a:t>A</a:t>
            </a:r>
            <a:r>
              <a:rPr lang="zh-CN" altLang="en-US" sz="1800" dirty="0" smtClean="0"/>
              <a:t>是真正的德普。但如果德普</a:t>
            </a:r>
            <a:r>
              <a:rPr lang="en-US" altLang="zh-CN" sz="1800" dirty="0" smtClean="0"/>
              <a:t>A</a:t>
            </a:r>
            <a:r>
              <a:rPr lang="zh-CN" altLang="en-US" sz="1800" dirty="0" smtClean="0"/>
              <a:t>和德普</a:t>
            </a:r>
            <a:r>
              <a:rPr lang="en-US" altLang="zh-CN" sz="1800" dirty="0" smtClean="0"/>
              <a:t>B</a:t>
            </a:r>
            <a:r>
              <a:rPr lang="zh-CN" altLang="en-US" sz="1800" dirty="0" smtClean="0"/>
              <a:t>各用了一半呢？</a:t>
            </a:r>
            <a:endParaRPr lang="en-US" altLang="zh-CN" sz="1800" dirty="0" smtClean="0"/>
          </a:p>
        </p:txBody>
      </p:sp>
      <p:grpSp>
        <p:nvGrpSpPr>
          <p:cNvPr id="19" name="组合 18"/>
          <p:cNvGrpSpPr/>
          <p:nvPr/>
        </p:nvGrpSpPr>
        <p:grpSpPr>
          <a:xfrm>
            <a:off x="7920896" y="1594115"/>
            <a:ext cx="2946701" cy="1333500"/>
            <a:chOff x="8054246" y="8615378"/>
            <a:chExt cx="3188717" cy="1443022"/>
          </a:xfrm>
        </p:grpSpPr>
        <p:sp>
          <p:nvSpPr>
            <p:cNvPr id="20" name="文本框 19"/>
            <p:cNvSpPr txBox="1"/>
            <p:nvPr/>
          </p:nvSpPr>
          <p:spPr>
            <a:xfrm>
              <a:off x="9224902" y="9044502"/>
              <a:ext cx="891397" cy="584775"/>
            </a:xfrm>
            <a:prstGeom prst="rect">
              <a:avLst/>
            </a:prstGeom>
            <a:noFill/>
          </p:spPr>
          <p:txBody>
            <a:bodyPr wrap="square" rtlCol="0">
              <a:spAutoFit/>
            </a:bodyPr>
            <a:lstStyle/>
            <a:p>
              <a:pPr algn="ctr"/>
              <a:r>
                <a:rPr lang="en-US" altLang="zh-CN" sz="3200" b="1" dirty="0" smtClean="0">
                  <a:solidFill>
                    <a:schemeClr val="accent3"/>
                  </a:solidFill>
                </a:rPr>
                <a:t>VS</a:t>
              </a:r>
              <a:endParaRPr lang="zh-CN" altLang="en-US" sz="3200" b="1" dirty="0">
                <a:solidFill>
                  <a:schemeClr val="accent3"/>
                </a:solidFill>
              </a:endParaRPr>
            </a:p>
          </p:txBody>
        </p:sp>
        <p:grpSp>
          <p:nvGrpSpPr>
            <p:cNvPr id="21" name="Group 34"/>
            <p:cNvGrpSpPr>
              <a:grpSpLocks noChangeAspect="1"/>
            </p:cNvGrpSpPr>
            <p:nvPr/>
          </p:nvGrpSpPr>
          <p:grpSpPr bwMode="auto">
            <a:xfrm>
              <a:off x="10205805" y="8720491"/>
              <a:ext cx="1037158" cy="1232796"/>
              <a:chOff x="3644" y="1932"/>
              <a:chExt cx="387" cy="460"/>
            </a:xfrm>
            <a:solidFill>
              <a:schemeClr val="accent3"/>
            </a:solidFill>
          </p:grpSpPr>
          <p:sp>
            <p:nvSpPr>
              <p:cNvPr id="25" name="Freeform 35"/>
              <p:cNvSpPr>
                <a:spLocks noEditPoints="1"/>
              </p:cNvSpPr>
              <p:nvPr/>
            </p:nvSpPr>
            <p:spPr bwMode="auto">
              <a:xfrm>
                <a:off x="3800" y="2035"/>
                <a:ext cx="82" cy="48"/>
              </a:xfrm>
              <a:custGeom>
                <a:avLst/>
                <a:gdLst>
                  <a:gd name="T0" fmla="*/ 17 w 34"/>
                  <a:gd name="T1" fmla="*/ 20 h 20"/>
                  <a:gd name="T2" fmla="*/ 0 w 34"/>
                  <a:gd name="T3" fmla="*/ 10 h 20"/>
                  <a:gd name="T4" fmla="*/ 17 w 34"/>
                  <a:gd name="T5" fmla="*/ 0 h 20"/>
                  <a:gd name="T6" fmla="*/ 34 w 34"/>
                  <a:gd name="T7" fmla="*/ 10 h 20"/>
                  <a:gd name="T8" fmla="*/ 17 w 34"/>
                  <a:gd name="T9" fmla="*/ 20 h 20"/>
                  <a:gd name="T10" fmla="*/ 17 w 34"/>
                  <a:gd name="T11" fmla="*/ 6 h 20"/>
                  <a:gd name="T12" fmla="*/ 6 w 34"/>
                  <a:gd name="T13" fmla="*/ 10 h 20"/>
                  <a:gd name="T14" fmla="*/ 17 w 34"/>
                  <a:gd name="T15" fmla="*/ 14 h 20"/>
                  <a:gd name="T16" fmla="*/ 28 w 34"/>
                  <a:gd name="T17" fmla="*/ 10 h 20"/>
                  <a:gd name="T18" fmla="*/ 17 w 34"/>
                  <a:gd name="T19" fmla="*/ 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20">
                    <a:moveTo>
                      <a:pt x="17" y="20"/>
                    </a:moveTo>
                    <a:cubicBezTo>
                      <a:pt x="7" y="20"/>
                      <a:pt x="0" y="15"/>
                      <a:pt x="0" y="10"/>
                    </a:cubicBezTo>
                    <a:cubicBezTo>
                      <a:pt x="0" y="4"/>
                      <a:pt x="7" y="0"/>
                      <a:pt x="17" y="0"/>
                    </a:cubicBezTo>
                    <a:cubicBezTo>
                      <a:pt x="26" y="0"/>
                      <a:pt x="34" y="4"/>
                      <a:pt x="34" y="10"/>
                    </a:cubicBezTo>
                    <a:cubicBezTo>
                      <a:pt x="34" y="15"/>
                      <a:pt x="26" y="20"/>
                      <a:pt x="17" y="20"/>
                    </a:cubicBezTo>
                    <a:close/>
                    <a:moveTo>
                      <a:pt x="17" y="6"/>
                    </a:moveTo>
                    <a:cubicBezTo>
                      <a:pt x="10" y="6"/>
                      <a:pt x="6" y="9"/>
                      <a:pt x="6" y="10"/>
                    </a:cubicBezTo>
                    <a:cubicBezTo>
                      <a:pt x="6" y="11"/>
                      <a:pt x="10" y="14"/>
                      <a:pt x="17" y="14"/>
                    </a:cubicBezTo>
                    <a:cubicBezTo>
                      <a:pt x="24" y="14"/>
                      <a:pt x="28" y="11"/>
                      <a:pt x="28" y="10"/>
                    </a:cubicBezTo>
                    <a:cubicBezTo>
                      <a:pt x="28" y="9"/>
                      <a:pt x="24"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6" name="Freeform 36"/>
              <p:cNvSpPr>
                <a:spLocks/>
              </p:cNvSpPr>
              <p:nvPr/>
            </p:nvSpPr>
            <p:spPr bwMode="auto">
              <a:xfrm>
                <a:off x="3800" y="2052"/>
                <a:ext cx="82" cy="74"/>
              </a:xfrm>
              <a:custGeom>
                <a:avLst/>
                <a:gdLst>
                  <a:gd name="T0" fmla="*/ 17 w 34"/>
                  <a:gd name="T1" fmla="*/ 31 h 31"/>
                  <a:gd name="T2" fmla="*/ 0 w 34"/>
                  <a:gd name="T3" fmla="*/ 21 h 31"/>
                  <a:gd name="T4" fmla="*/ 0 w 34"/>
                  <a:gd name="T5" fmla="*/ 3 h 31"/>
                  <a:gd name="T6" fmla="*/ 3 w 34"/>
                  <a:gd name="T7" fmla="*/ 0 h 31"/>
                  <a:gd name="T8" fmla="*/ 6 w 34"/>
                  <a:gd name="T9" fmla="*/ 3 h 31"/>
                  <a:gd name="T10" fmla="*/ 6 w 34"/>
                  <a:gd name="T11" fmla="*/ 21 h 31"/>
                  <a:gd name="T12" fmla="*/ 17 w 34"/>
                  <a:gd name="T13" fmla="*/ 25 h 31"/>
                  <a:gd name="T14" fmla="*/ 28 w 34"/>
                  <a:gd name="T15" fmla="*/ 21 h 31"/>
                  <a:gd name="T16" fmla="*/ 28 w 34"/>
                  <a:gd name="T17" fmla="*/ 3 h 31"/>
                  <a:gd name="T18" fmla="*/ 31 w 34"/>
                  <a:gd name="T19" fmla="*/ 0 h 31"/>
                  <a:gd name="T20" fmla="*/ 34 w 34"/>
                  <a:gd name="T21" fmla="*/ 3 h 31"/>
                  <a:gd name="T22" fmla="*/ 34 w 34"/>
                  <a:gd name="T23" fmla="*/ 21 h 31"/>
                  <a:gd name="T24" fmla="*/ 17 w 34"/>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1">
                    <a:moveTo>
                      <a:pt x="17" y="31"/>
                    </a:moveTo>
                    <a:cubicBezTo>
                      <a:pt x="7" y="31"/>
                      <a:pt x="0" y="27"/>
                      <a:pt x="0" y="21"/>
                    </a:cubicBezTo>
                    <a:cubicBezTo>
                      <a:pt x="0" y="3"/>
                      <a:pt x="0" y="3"/>
                      <a:pt x="0" y="3"/>
                    </a:cubicBezTo>
                    <a:cubicBezTo>
                      <a:pt x="0" y="1"/>
                      <a:pt x="1" y="0"/>
                      <a:pt x="3" y="0"/>
                    </a:cubicBezTo>
                    <a:cubicBezTo>
                      <a:pt x="4" y="0"/>
                      <a:pt x="6" y="1"/>
                      <a:pt x="6" y="3"/>
                    </a:cubicBezTo>
                    <a:cubicBezTo>
                      <a:pt x="6" y="21"/>
                      <a:pt x="6" y="21"/>
                      <a:pt x="6" y="21"/>
                    </a:cubicBezTo>
                    <a:cubicBezTo>
                      <a:pt x="6" y="23"/>
                      <a:pt x="10" y="25"/>
                      <a:pt x="17" y="25"/>
                    </a:cubicBezTo>
                    <a:cubicBezTo>
                      <a:pt x="24" y="25"/>
                      <a:pt x="28" y="23"/>
                      <a:pt x="28" y="21"/>
                    </a:cubicBezTo>
                    <a:cubicBezTo>
                      <a:pt x="28" y="3"/>
                      <a:pt x="28" y="3"/>
                      <a:pt x="28" y="3"/>
                    </a:cubicBezTo>
                    <a:cubicBezTo>
                      <a:pt x="28" y="1"/>
                      <a:pt x="29" y="0"/>
                      <a:pt x="31" y="0"/>
                    </a:cubicBezTo>
                    <a:cubicBezTo>
                      <a:pt x="32" y="0"/>
                      <a:pt x="34" y="1"/>
                      <a:pt x="34" y="3"/>
                    </a:cubicBezTo>
                    <a:cubicBezTo>
                      <a:pt x="34" y="21"/>
                      <a:pt x="34" y="21"/>
                      <a:pt x="34" y="21"/>
                    </a:cubicBezTo>
                    <a:cubicBezTo>
                      <a:pt x="34" y="27"/>
                      <a:pt x="26" y="31"/>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7" name="Freeform 37"/>
              <p:cNvSpPr>
                <a:spLocks noEditPoints="1"/>
              </p:cNvSpPr>
              <p:nvPr/>
            </p:nvSpPr>
            <p:spPr bwMode="auto">
              <a:xfrm>
                <a:off x="3892" y="1985"/>
                <a:ext cx="81" cy="46"/>
              </a:xfrm>
              <a:custGeom>
                <a:avLst/>
                <a:gdLst>
                  <a:gd name="T0" fmla="*/ 17 w 34"/>
                  <a:gd name="T1" fmla="*/ 19 h 19"/>
                  <a:gd name="T2" fmla="*/ 0 w 34"/>
                  <a:gd name="T3" fmla="*/ 9 h 19"/>
                  <a:gd name="T4" fmla="*/ 17 w 34"/>
                  <a:gd name="T5" fmla="*/ 0 h 19"/>
                  <a:gd name="T6" fmla="*/ 34 w 34"/>
                  <a:gd name="T7" fmla="*/ 9 h 19"/>
                  <a:gd name="T8" fmla="*/ 17 w 34"/>
                  <a:gd name="T9" fmla="*/ 19 h 19"/>
                  <a:gd name="T10" fmla="*/ 17 w 34"/>
                  <a:gd name="T11" fmla="*/ 6 h 19"/>
                  <a:gd name="T12" fmla="*/ 6 w 34"/>
                  <a:gd name="T13" fmla="*/ 9 h 19"/>
                  <a:gd name="T14" fmla="*/ 17 w 34"/>
                  <a:gd name="T15" fmla="*/ 13 h 19"/>
                  <a:gd name="T16" fmla="*/ 28 w 34"/>
                  <a:gd name="T17" fmla="*/ 9 h 19"/>
                  <a:gd name="T18" fmla="*/ 17 w 34"/>
                  <a:gd name="T19"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19">
                    <a:moveTo>
                      <a:pt x="17" y="19"/>
                    </a:moveTo>
                    <a:cubicBezTo>
                      <a:pt x="8" y="19"/>
                      <a:pt x="0" y="15"/>
                      <a:pt x="0" y="9"/>
                    </a:cubicBezTo>
                    <a:cubicBezTo>
                      <a:pt x="0" y="4"/>
                      <a:pt x="8" y="0"/>
                      <a:pt x="17" y="0"/>
                    </a:cubicBezTo>
                    <a:cubicBezTo>
                      <a:pt x="27" y="0"/>
                      <a:pt x="34" y="4"/>
                      <a:pt x="34" y="9"/>
                    </a:cubicBezTo>
                    <a:cubicBezTo>
                      <a:pt x="34" y="15"/>
                      <a:pt x="27" y="19"/>
                      <a:pt x="17" y="19"/>
                    </a:cubicBezTo>
                    <a:close/>
                    <a:moveTo>
                      <a:pt x="17" y="6"/>
                    </a:moveTo>
                    <a:cubicBezTo>
                      <a:pt x="11" y="6"/>
                      <a:pt x="6" y="8"/>
                      <a:pt x="6" y="9"/>
                    </a:cubicBezTo>
                    <a:cubicBezTo>
                      <a:pt x="6" y="11"/>
                      <a:pt x="11" y="13"/>
                      <a:pt x="17" y="13"/>
                    </a:cubicBezTo>
                    <a:cubicBezTo>
                      <a:pt x="24" y="13"/>
                      <a:pt x="28" y="11"/>
                      <a:pt x="28" y="9"/>
                    </a:cubicBezTo>
                    <a:cubicBezTo>
                      <a:pt x="28" y="8"/>
                      <a:pt x="25"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8" name="Freeform 38"/>
              <p:cNvSpPr>
                <a:spLocks/>
              </p:cNvSpPr>
              <p:nvPr/>
            </p:nvSpPr>
            <p:spPr bwMode="auto">
              <a:xfrm>
                <a:off x="3892" y="1999"/>
                <a:ext cx="81" cy="77"/>
              </a:xfrm>
              <a:custGeom>
                <a:avLst/>
                <a:gdLst>
                  <a:gd name="T0" fmla="*/ 17 w 34"/>
                  <a:gd name="T1" fmla="*/ 32 h 32"/>
                  <a:gd name="T2" fmla="*/ 0 w 34"/>
                  <a:gd name="T3" fmla="*/ 22 h 32"/>
                  <a:gd name="T4" fmla="*/ 0 w 34"/>
                  <a:gd name="T5" fmla="*/ 3 h 32"/>
                  <a:gd name="T6" fmla="*/ 3 w 34"/>
                  <a:gd name="T7" fmla="*/ 0 h 32"/>
                  <a:gd name="T8" fmla="*/ 6 w 34"/>
                  <a:gd name="T9" fmla="*/ 3 h 32"/>
                  <a:gd name="T10" fmla="*/ 6 w 34"/>
                  <a:gd name="T11" fmla="*/ 22 h 32"/>
                  <a:gd name="T12" fmla="*/ 17 w 34"/>
                  <a:gd name="T13" fmla="*/ 26 h 32"/>
                  <a:gd name="T14" fmla="*/ 28 w 34"/>
                  <a:gd name="T15" fmla="*/ 22 h 32"/>
                  <a:gd name="T16" fmla="*/ 28 w 34"/>
                  <a:gd name="T17" fmla="*/ 3 h 32"/>
                  <a:gd name="T18" fmla="*/ 31 w 34"/>
                  <a:gd name="T19" fmla="*/ 0 h 32"/>
                  <a:gd name="T20" fmla="*/ 34 w 34"/>
                  <a:gd name="T21" fmla="*/ 3 h 32"/>
                  <a:gd name="T22" fmla="*/ 34 w 34"/>
                  <a:gd name="T23" fmla="*/ 22 h 32"/>
                  <a:gd name="T24" fmla="*/ 17 w 34"/>
                  <a:gd name="T25"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2">
                    <a:moveTo>
                      <a:pt x="17" y="32"/>
                    </a:moveTo>
                    <a:cubicBezTo>
                      <a:pt x="8" y="32"/>
                      <a:pt x="0" y="28"/>
                      <a:pt x="0" y="22"/>
                    </a:cubicBezTo>
                    <a:cubicBezTo>
                      <a:pt x="0" y="3"/>
                      <a:pt x="0" y="3"/>
                      <a:pt x="0" y="3"/>
                    </a:cubicBezTo>
                    <a:cubicBezTo>
                      <a:pt x="0" y="2"/>
                      <a:pt x="2" y="0"/>
                      <a:pt x="3" y="0"/>
                    </a:cubicBezTo>
                    <a:cubicBezTo>
                      <a:pt x="5" y="0"/>
                      <a:pt x="6" y="2"/>
                      <a:pt x="6" y="3"/>
                    </a:cubicBezTo>
                    <a:cubicBezTo>
                      <a:pt x="6" y="22"/>
                      <a:pt x="6" y="22"/>
                      <a:pt x="6" y="22"/>
                    </a:cubicBezTo>
                    <a:cubicBezTo>
                      <a:pt x="6" y="23"/>
                      <a:pt x="11" y="26"/>
                      <a:pt x="17" y="26"/>
                    </a:cubicBezTo>
                    <a:cubicBezTo>
                      <a:pt x="25" y="26"/>
                      <a:pt x="28" y="23"/>
                      <a:pt x="28" y="22"/>
                    </a:cubicBezTo>
                    <a:cubicBezTo>
                      <a:pt x="28" y="3"/>
                      <a:pt x="28" y="3"/>
                      <a:pt x="28" y="3"/>
                    </a:cubicBezTo>
                    <a:cubicBezTo>
                      <a:pt x="28" y="2"/>
                      <a:pt x="30" y="0"/>
                      <a:pt x="31" y="0"/>
                    </a:cubicBezTo>
                    <a:cubicBezTo>
                      <a:pt x="33" y="0"/>
                      <a:pt x="34" y="2"/>
                      <a:pt x="34" y="3"/>
                    </a:cubicBezTo>
                    <a:cubicBezTo>
                      <a:pt x="34" y="22"/>
                      <a:pt x="34" y="22"/>
                      <a:pt x="34" y="22"/>
                    </a:cubicBezTo>
                    <a:cubicBezTo>
                      <a:pt x="34" y="28"/>
                      <a:pt x="27" y="32"/>
                      <a:pt x="1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29" name="Freeform 39"/>
              <p:cNvSpPr>
                <a:spLocks noEditPoints="1"/>
              </p:cNvSpPr>
              <p:nvPr/>
            </p:nvSpPr>
            <p:spPr bwMode="auto">
              <a:xfrm>
                <a:off x="3704" y="1985"/>
                <a:ext cx="82" cy="46"/>
              </a:xfrm>
              <a:custGeom>
                <a:avLst/>
                <a:gdLst>
                  <a:gd name="T0" fmla="*/ 17 w 34"/>
                  <a:gd name="T1" fmla="*/ 19 h 19"/>
                  <a:gd name="T2" fmla="*/ 0 w 34"/>
                  <a:gd name="T3" fmla="*/ 10 h 19"/>
                  <a:gd name="T4" fmla="*/ 17 w 34"/>
                  <a:gd name="T5" fmla="*/ 0 h 19"/>
                  <a:gd name="T6" fmla="*/ 34 w 34"/>
                  <a:gd name="T7" fmla="*/ 10 h 19"/>
                  <a:gd name="T8" fmla="*/ 17 w 34"/>
                  <a:gd name="T9" fmla="*/ 19 h 19"/>
                  <a:gd name="T10" fmla="*/ 17 w 34"/>
                  <a:gd name="T11" fmla="*/ 6 h 19"/>
                  <a:gd name="T12" fmla="*/ 6 w 34"/>
                  <a:gd name="T13" fmla="*/ 10 h 19"/>
                  <a:gd name="T14" fmla="*/ 17 w 34"/>
                  <a:gd name="T15" fmla="*/ 13 h 19"/>
                  <a:gd name="T16" fmla="*/ 28 w 34"/>
                  <a:gd name="T17" fmla="*/ 10 h 19"/>
                  <a:gd name="T18" fmla="*/ 17 w 34"/>
                  <a:gd name="T19"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19">
                    <a:moveTo>
                      <a:pt x="17" y="19"/>
                    </a:moveTo>
                    <a:cubicBezTo>
                      <a:pt x="8" y="19"/>
                      <a:pt x="0" y="15"/>
                      <a:pt x="0" y="10"/>
                    </a:cubicBezTo>
                    <a:cubicBezTo>
                      <a:pt x="0" y="4"/>
                      <a:pt x="8" y="0"/>
                      <a:pt x="17" y="0"/>
                    </a:cubicBezTo>
                    <a:cubicBezTo>
                      <a:pt x="27" y="0"/>
                      <a:pt x="34" y="4"/>
                      <a:pt x="34" y="10"/>
                    </a:cubicBezTo>
                    <a:cubicBezTo>
                      <a:pt x="34" y="15"/>
                      <a:pt x="27" y="19"/>
                      <a:pt x="17" y="19"/>
                    </a:cubicBezTo>
                    <a:close/>
                    <a:moveTo>
                      <a:pt x="17" y="6"/>
                    </a:moveTo>
                    <a:cubicBezTo>
                      <a:pt x="10" y="6"/>
                      <a:pt x="6" y="8"/>
                      <a:pt x="6" y="10"/>
                    </a:cubicBezTo>
                    <a:cubicBezTo>
                      <a:pt x="6" y="11"/>
                      <a:pt x="11" y="13"/>
                      <a:pt x="17" y="13"/>
                    </a:cubicBezTo>
                    <a:cubicBezTo>
                      <a:pt x="24" y="13"/>
                      <a:pt x="28" y="11"/>
                      <a:pt x="28" y="10"/>
                    </a:cubicBezTo>
                    <a:cubicBezTo>
                      <a:pt x="28" y="8"/>
                      <a:pt x="25"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0" name="Freeform 40"/>
              <p:cNvSpPr>
                <a:spLocks/>
              </p:cNvSpPr>
              <p:nvPr/>
            </p:nvSpPr>
            <p:spPr bwMode="auto">
              <a:xfrm>
                <a:off x="3704" y="2002"/>
                <a:ext cx="82" cy="74"/>
              </a:xfrm>
              <a:custGeom>
                <a:avLst/>
                <a:gdLst>
                  <a:gd name="T0" fmla="*/ 17 w 34"/>
                  <a:gd name="T1" fmla="*/ 31 h 31"/>
                  <a:gd name="T2" fmla="*/ 0 w 34"/>
                  <a:gd name="T3" fmla="*/ 21 h 31"/>
                  <a:gd name="T4" fmla="*/ 0 w 34"/>
                  <a:gd name="T5" fmla="*/ 3 h 31"/>
                  <a:gd name="T6" fmla="*/ 3 w 34"/>
                  <a:gd name="T7" fmla="*/ 0 h 31"/>
                  <a:gd name="T8" fmla="*/ 6 w 34"/>
                  <a:gd name="T9" fmla="*/ 3 h 31"/>
                  <a:gd name="T10" fmla="*/ 6 w 34"/>
                  <a:gd name="T11" fmla="*/ 21 h 31"/>
                  <a:gd name="T12" fmla="*/ 17 w 34"/>
                  <a:gd name="T13" fmla="*/ 25 h 31"/>
                  <a:gd name="T14" fmla="*/ 28 w 34"/>
                  <a:gd name="T15" fmla="*/ 21 h 31"/>
                  <a:gd name="T16" fmla="*/ 28 w 34"/>
                  <a:gd name="T17" fmla="*/ 3 h 31"/>
                  <a:gd name="T18" fmla="*/ 31 w 34"/>
                  <a:gd name="T19" fmla="*/ 0 h 31"/>
                  <a:gd name="T20" fmla="*/ 34 w 34"/>
                  <a:gd name="T21" fmla="*/ 3 h 31"/>
                  <a:gd name="T22" fmla="*/ 34 w 34"/>
                  <a:gd name="T23" fmla="*/ 21 h 31"/>
                  <a:gd name="T24" fmla="*/ 17 w 34"/>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1">
                    <a:moveTo>
                      <a:pt x="17" y="31"/>
                    </a:moveTo>
                    <a:cubicBezTo>
                      <a:pt x="8" y="31"/>
                      <a:pt x="0" y="27"/>
                      <a:pt x="0" y="21"/>
                    </a:cubicBezTo>
                    <a:cubicBezTo>
                      <a:pt x="0" y="3"/>
                      <a:pt x="0" y="3"/>
                      <a:pt x="0" y="3"/>
                    </a:cubicBezTo>
                    <a:cubicBezTo>
                      <a:pt x="0" y="1"/>
                      <a:pt x="2" y="0"/>
                      <a:pt x="3" y="0"/>
                    </a:cubicBezTo>
                    <a:cubicBezTo>
                      <a:pt x="5" y="0"/>
                      <a:pt x="6" y="1"/>
                      <a:pt x="6" y="3"/>
                    </a:cubicBezTo>
                    <a:cubicBezTo>
                      <a:pt x="6" y="21"/>
                      <a:pt x="6" y="21"/>
                      <a:pt x="6" y="21"/>
                    </a:cubicBezTo>
                    <a:cubicBezTo>
                      <a:pt x="6" y="22"/>
                      <a:pt x="10" y="25"/>
                      <a:pt x="17" y="25"/>
                    </a:cubicBezTo>
                    <a:cubicBezTo>
                      <a:pt x="25" y="25"/>
                      <a:pt x="28" y="22"/>
                      <a:pt x="28" y="21"/>
                    </a:cubicBezTo>
                    <a:cubicBezTo>
                      <a:pt x="28" y="3"/>
                      <a:pt x="28" y="3"/>
                      <a:pt x="28" y="3"/>
                    </a:cubicBezTo>
                    <a:cubicBezTo>
                      <a:pt x="28" y="1"/>
                      <a:pt x="30" y="0"/>
                      <a:pt x="31" y="0"/>
                    </a:cubicBezTo>
                    <a:cubicBezTo>
                      <a:pt x="33" y="0"/>
                      <a:pt x="34" y="1"/>
                      <a:pt x="34" y="3"/>
                    </a:cubicBezTo>
                    <a:cubicBezTo>
                      <a:pt x="34" y="21"/>
                      <a:pt x="34" y="21"/>
                      <a:pt x="34" y="21"/>
                    </a:cubicBezTo>
                    <a:cubicBezTo>
                      <a:pt x="34" y="27"/>
                      <a:pt x="27" y="31"/>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1" name="Freeform 41"/>
              <p:cNvSpPr>
                <a:spLocks noEditPoints="1"/>
              </p:cNvSpPr>
              <p:nvPr/>
            </p:nvSpPr>
            <p:spPr bwMode="auto">
              <a:xfrm>
                <a:off x="3800" y="1932"/>
                <a:ext cx="82" cy="48"/>
              </a:xfrm>
              <a:custGeom>
                <a:avLst/>
                <a:gdLst>
                  <a:gd name="T0" fmla="*/ 17 w 34"/>
                  <a:gd name="T1" fmla="*/ 20 h 20"/>
                  <a:gd name="T2" fmla="*/ 0 w 34"/>
                  <a:gd name="T3" fmla="*/ 10 h 20"/>
                  <a:gd name="T4" fmla="*/ 17 w 34"/>
                  <a:gd name="T5" fmla="*/ 0 h 20"/>
                  <a:gd name="T6" fmla="*/ 34 w 34"/>
                  <a:gd name="T7" fmla="*/ 10 h 20"/>
                  <a:gd name="T8" fmla="*/ 17 w 34"/>
                  <a:gd name="T9" fmla="*/ 20 h 20"/>
                  <a:gd name="T10" fmla="*/ 17 w 34"/>
                  <a:gd name="T11" fmla="*/ 6 h 20"/>
                  <a:gd name="T12" fmla="*/ 6 w 34"/>
                  <a:gd name="T13" fmla="*/ 10 h 20"/>
                  <a:gd name="T14" fmla="*/ 17 w 34"/>
                  <a:gd name="T15" fmla="*/ 14 h 20"/>
                  <a:gd name="T16" fmla="*/ 28 w 34"/>
                  <a:gd name="T17" fmla="*/ 10 h 20"/>
                  <a:gd name="T18" fmla="*/ 17 w 34"/>
                  <a:gd name="T19" fmla="*/ 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20">
                    <a:moveTo>
                      <a:pt x="17" y="20"/>
                    </a:moveTo>
                    <a:cubicBezTo>
                      <a:pt x="7" y="20"/>
                      <a:pt x="0" y="15"/>
                      <a:pt x="0" y="10"/>
                    </a:cubicBezTo>
                    <a:cubicBezTo>
                      <a:pt x="0" y="4"/>
                      <a:pt x="7" y="0"/>
                      <a:pt x="17" y="0"/>
                    </a:cubicBezTo>
                    <a:cubicBezTo>
                      <a:pt x="27" y="0"/>
                      <a:pt x="34" y="4"/>
                      <a:pt x="34" y="10"/>
                    </a:cubicBezTo>
                    <a:cubicBezTo>
                      <a:pt x="34" y="15"/>
                      <a:pt x="27" y="20"/>
                      <a:pt x="17" y="20"/>
                    </a:cubicBezTo>
                    <a:close/>
                    <a:moveTo>
                      <a:pt x="17" y="6"/>
                    </a:moveTo>
                    <a:cubicBezTo>
                      <a:pt x="10" y="6"/>
                      <a:pt x="6" y="9"/>
                      <a:pt x="6" y="10"/>
                    </a:cubicBezTo>
                    <a:cubicBezTo>
                      <a:pt x="6" y="11"/>
                      <a:pt x="10" y="14"/>
                      <a:pt x="17" y="14"/>
                    </a:cubicBezTo>
                    <a:cubicBezTo>
                      <a:pt x="24" y="14"/>
                      <a:pt x="28" y="11"/>
                      <a:pt x="28" y="10"/>
                    </a:cubicBezTo>
                    <a:cubicBezTo>
                      <a:pt x="28" y="9"/>
                      <a:pt x="24"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2" name="Freeform 42"/>
              <p:cNvSpPr>
                <a:spLocks/>
              </p:cNvSpPr>
              <p:nvPr/>
            </p:nvSpPr>
            <p:spPr bwMode="auto">
              <a:xfrm>
                <a:off x="3800" y="1949"/>
                <a:ext cx="82" cy="74"/>
              </a:xfrm>
              <a:custGeom>
                <a:avLst/>
                <a:gdLst>
                  <a:gd name="T0" fmla="*/ 17 w 34"/>
                  <a:gd name="T1" fmla="*/ 31 h 31"/>
                  <a:gd name="T2" fmla="*/ 0 w 34"/>
                  <a:gd name="T3" fmla="*/ 21 h 31"/>
                  <a:gd name="T4" fmla="*/ 0 w 34"/>
                  <a:gd name="T5" fmla="*/ 3 h 31"/>
                  <a:gd name="T6" fmla="*/ 3 w 34"/>
                  <a:gd name="T7" fmla="*/ 0 h 31"/>
                  <a:gd name="T8" fmla="*/ 6 w 34"/>
                  <a:gd name="T9" fmla="*/ 3 h 31"/>
                  <a:gd name="T10" fmla="*/ 6 w 34"/>
                  <a:gd name="T11" fmla="*/ 21 h 31"/>
                  <a:gd name="T12" fmla="*/ 17 w 34"/>
                  <a:gd name="T13" fmla="*/ 25 h 31"/>
                  <a:gd name="T14" fmla="*/ 28 w 34"/>
                  <a:gd name="T15" fmla="*/ 21 h 31"/>
                  <a:gd name="T16" fmla="*/ 28 w 34"/>
                  <a:gd name="T17" fmla="*/ 3 h 31"/>
                  <a:gd name="T18" fmla="*/ 31 w 34"/>
                  <a:gd name="T19" fmla="*/ 0 h 31"/>
                  <a:gd name="T20" fmla="*/ 34 w 34"/>
                  <a:gd name="T21" fmla="*/ 3 h 31"/>
                  <a:gd name="T22" fmla="*/ 34 w 34"/>
                  <a:gd name="T23" fmla="*/ 21 h 31"/>
                  <a:gd name="T24" fmla="*/ 17 w 34"/>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31">
                    <a:moveTo>
                      <a:pt x="17" y="31"/>
                    </a:moveTo>
                    <a:cubicBezTo>
                      <a:pt x="7" y="31"/>
                      <a:pt x="0" y="27"/>
                      <a:pt x="0" y="21"/>
                    </a:cubicBezTo>
                    <a:cubicBezTo>
                      <a:pt x="0" y="3"/>
                      <a:pt x="0" y="3"/>
                      <a:pt x="0" y="3"/>
                    </a:cubicBezTo>
                    <a:cubicBezTo>
                      <a:pt x="0" y="1"/>
                      <a:pt x="1" y="0"/>
                      <a:pt x="3" y="0"/>
                    </a:cubicBezTo>
                    <a:cubicBezTo>
                      <a:pt x="5" y="0"/>
                      <a:pt x="6" y="1"/>
                      <a:pt x="6" y="3"/>
                    </a:cubicBezTo>
                    <a:cubicBezTo>
                      <a:pt x="6" y="21"/>
                      <a:pt x="6" y="21"/>
                      <a:pt x="6" y="21"/>
                    </a:cubicBezTo>
                    <a:cubicBezTo>
                      <a:pt x="6" y="23"/>
                      <a:pt x="10" y="25"/>
                      <a:pt x="17" y="25"/>
                    </a:cubicBezTo>
                    <a:cubicBezTo>
                      <a:pt x="24" y="25"/>
                      <a:pt x="28" y="23"/>
                      <a:pt x="28" y="21"/>
                    </a:cubicBezTo>
                    <a:cubicBezTo>
                      <a:pt x="28" y="3"/>
                      <a:pt x="28" y="3"/>
                      <a:pt x="28" y="3"/>
                    </a:cubicBezTo>
                    <a:cubicBezTo>
                      <a:pt x="28" y="1"/>
                      <a:pt x="29" y="0"/>
                      <a:pt x="31" y="0"/>
                    </a:cubicBezTo>
                    <a:cubicBezTo>
                      <a:pt x="33" y="0"/>
                      <a:pt x="34" y="1"/>
                      <a:pt x="34" y="3"/>
                    </a:cubicBezTo>
                    <a:cubicBezTo>
                      <a:pt x="34" y="21"/>
                      <a:pt x="34" y="21"/>
                      <a:pt x="34" y="21"/>
                    </a:cubicBezTo>
                    <a:cubicBezTo>
                      <a:pt x="34" y="27"/>
                      <a:pt x="27" y="31"/>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3" name="Freeform 43"/>
              <p:cNvSpPr>
                <a:spLocks noEditPoints="1"/>
              </p:cNvSpPr>
              <p:nvPr/>
            </p:nvSpPr>
            <p:spPr bwMode="auto">
              <a:xfrm>
                <a:off x="3647" y="2050"/>
                <a:ext cx="201" cy="342"/>
              </a:xfrm>
              <a:custGeom>
                <a:avLst/>
                <a:gdLst>
                  <a:gd name="T0" fmla="*/ 80 w 84"/>
                  <a:gd name="T1" fmla="*/ 143 h 143"/>
                  <a:gd name="T2" fmla="*/ 78 w 84"/>
                  <a:gd name="T3" fmla="*/ 143 h 143"/>
                  <a:gd name="T4" fmla="*/ 2 w 84"/>
                  <a:gd name="T5" fmla="*/ 100 h 143"/>
                  <a:gd name="T6" fmla="*/ 0 w 84"/>
                  <a:gd name="T7" fmla="*/ 96 h 143"/>
                  <a:gd name="T8" fmla="*/ 0 w 84"/>
                  <a:gd name="T9" fmla="*/ 4 h 143"/>
                  <a:gd name="T10" fmla="*/ 2 w 84"/>
                  <a:gd name="T11" fmla="*/ 1 h 143"/>
                  <a:gd name="T12" fmla="*/ 6 w 84"/>
                  <a:gd name="T13" fmla="*/ 1 h 143"/>
                  <a:gd name="T14" fmla="*/ 82 w 84"/>
                  <a:gd name="T15" fmla="*/ 44 h 143"/>
                  <a:gd name="T16" fmla="*/ 84 w 84"/>
                  <a:gd name="T17" fmla="*/ 47 h 143"/>
                  <a:gd name="T18" fmla="*/ 84 w 84"/>
                  <a:gd name="T19" fmla="*/ 139 h 143"/>
                  <a:gd name="T20" fmla="*/ 82 w 84"/>
                  <a:gd name="T21" fmla="*/ 142 h 143"/>
                  <a:gd name="T22" fmla="*/ 80 w 84"/>
                  <a:gd name="T23" fmla="*/ 143 h 143"/>
                  <a:gd name="T24" fmla="*/ 8 w 84"/>
                  <a:gd name="T25" fmla="*/ 94 h 143"/>
                  <a:gd name="T26" fmla="*/ 76 w 84"/>
                  <a:gd name="T27" fmla="*/ 132 h 143"/>
                  <a:gd name="T28" fmla="*/ 76 w 84"/>
                  <a:gd name="T29" fmla="*/ 50 h 143"/>
                  <a:gd name="T30" fmla="*/ 8 w 84"/>
                  <a:gd name="T31" fmla="*/ 11 h 143"/>
                  <a:gd name="T32" fmla="*/ 8 w 84"/>
                  <a:gd name="T33" fmla="*/ 94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 h="143">
                    <a:moveTo>
                      <a:pt x="80" y="143"/>
                    </a:moveTo>
                    <a:cubicBezTo>
                      <a:pt x="79" y="143"/>
                      <a:pt x="78" y="143"/>
                      <a:pt x="78" y="143"/>
                    </a:cubicBezTo>
                    <a:cubicBezTo>
                      <a:pt x="2" y="100"/>
                      <a:pt x="2" y="100"/>
                      <a:pt x="2" y="100"/>
                    </a:cubicBezTo>
                    <a:cubicBezTo>
                      <a:pt x="0" y="99"/>
                      <a:pt x="0" y="98"/>
                      <a:pt x="0" y="96"/>
                    </a:cubicBezTo>
                    <a:cubicBezTo>
                      <a:pt x="0" y="4"/>
                      <a:pt x="0" y="4"/>
                      <a:pt x="0" y="4"/>
                    </a:cubicBezTo>
                    <a:cubicBezTo>
                      <a:pt x="0" y="3"/>
                      <a:pt x="0" y="1"/>
                      <a:pt x="2" y="1"/>
                    </a:cubicBezTo>
                    <a:cubicBezTo>
                      <a:pt x="3" y="0"/>
                      <a:pt x="4" y="0"/>
                      <a:pt x="6" y="1"/>
                    </a:cubicBezTo>
                    <a:cubicBezTo>
                      <a:pt x="82" y="44"/>
                      <a:pt x="82" y="44"/>
                      <a:pt x="82" y="44"/>
                    </a:cubicBezTo>
                    <a:cubicBezTo>
                      <a:pt x="83" y="45"/>
                      <a:pt x="84" y="46"/>
                      <a:pt x="84" y="47"/>
                    </a:cubicBezTo>
                    <a:cubicBezTo>
                      <a:pt x="84" y="139"/>
                      <a:pt x="84" y="139"/>
                      <a:pt x="84" y="139"/>
                    </a:cubicBezTo>
                    <a:cubicBezTo>
                      <a:pt x="84" y="140"/>
                      <a:pt x="83" y="142"/>
                      <a:pt x="82" y="142"/>
                    </a:cubicBezTo>
                    <a:cubicBezTo>
                      <a:pt x="81" y="143"/>
                      <a:pt x="80" y="143"/>
                      <a:pt x="80" y="143"/>
                    </a:cubicBezTo>
                    <a:close/>
                    <a:moveTo>
                      <a:pt x="8" y="94"/>
                    </a:moveTo>
                    <a:cubicBezTo>
                      <a:pt x="76" y="132"/>
                      <a:pt x="76" y="132"/>
                      <a:pt x="76" y="132"/>
                    </a:cubicBezTo>
                    <a:cubicBezTo>
                      <a:pt x="76" y="50"/>
                      <a:pt x="76" y="50"/>
                      <a:pt x="76" y="50"/>
                    </a:cubicBezTo>
                    <a:cubicBezTo>
                      <a:pt x="8" y="11"/>
                      <a:pt x="8" y="11"/>
                      <a:pt x="8" y="11"/>
                    </a:cubicBezTo>
                    <a:lnTo>
                      <a:pt x="8"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4" name="Freeform 44"/>
              <p:cNvSpPr>
                <a:spLocks noEditPoints="1"/>
              </p:cNvSpPr>
              <p:nvPr/>
            </p:nvSpPr>
            <p:spPr bwMode="auto">
              <a:xfrm>
                <a:off x="3829" y="2050"/>
                <a:ext cx="202" cy="342"/>
              </a:xfrm>
              <a:custGeom>
                <a:avLst/>
                <a:gdLst>
                  <a:gd name="T0" fmla="*/ 4 w 84"/>
                  <a:gd name="T1" fmla="*/ 143 h 143"/>
                  <a:gd name="T2" fmla="*/ 2 w 84"/>
                  <a:gd name="T3" fmla="*/ 142 h 143"/>
                  <a:gd name="T4" fmla="*/ 0 w 84"/>
                  <a:gd name="T5" fmla="*/ 139 h 143"/>
                  <a:gd name="T6" fmla="*/ 0 w 84"/>
                  <a:gd name="T7" fmla="*/ 47 h 143"/>
                  <a:gd name="T8" fmla="*/ 2 w 84"/>
                  <a:gd name="T9" fmla="*/ 44 h 143"/>
                  <a:gd name="T10" fmla="*/ 79 w 84"/>
                  <a:gd name="T11" fmla="*/ 1 h 143"/>
                  <a:gd name="T12" fmla="*/ 82 w 84"/>
                  <a:gd name="T13" fmla="*/ 1 h 143"/>
                  <a:gd name="T14" fmla="*/ 84 w 84"/>
                  <a:gd name="T15" fmla="*/ 4 h 143"/>
                  <a:gd name="T16" fmla="*/ 84 w 84"/>
                  <a:gd name="T17" fmla="*/ 96 h 143"/>
                  <a:gd name="T18" fmla="*/ 82 w 84"/>
                  <a:gd name="T19" fmla="*/ 99 h 143"/>
                  <a:gd name="T20" fmla="*/ 6 w 84"/>
                  <a:gd name="T21" fmla="*/ 142 h 143"/>
                  <a:gd name="T22" fmla="*/ 4 w 84"/>
                  <a:gd name="T23" fmla="*/ 143 h 143"/>
                  <a:gd name="T24" fmla="*/ 8 w 84"/>
                  <a:gd name="T25" fmla="*/ 50 h 143"/>
                  <a:gd name="T26" fmla="*/ 8 w 84"/>
                  <a:gd name="T27" fmla="*/ 132 h 143"/>
                  <a:gd name="T28" fmla="*/ 76 w 84"/>
                  <a:gd name="T29" fmla="*/ 94 h 143"/>
                  <a:gd name="T30" fmla="*/ 76 w 84"/>
                  <a:gd name="T31" fmla="*/ 11 h 143"/>
                  <a:gd name="T32" fmla="*/ 8 w 84"/>
                  <a:gd name="T33" fmla="*/ 5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4" h="143">
                    <a:moveTo>
                      <a:pt x="4" y="143"/>
                    </a:moveTo>
                    <a:cubicBezTo>
                      <a:pt x="3" y="143"/>
                      <a:pt x="2" y="143"/>
                      <a:pt x="2" y="142"/>
                    </a:cubicBezTo>
                    <a:cubicBezTo>
                      <a:pt x="0" y="142"/>
                      <a:pt x="0" y="140"/>
                      <a:pt x="0" y="139"/>
                    </a:cubicBezTo>
                    <a:cubicBezTo>
                      <a:pt x="0" y="47"/>
                      <a:pt x="0" y="47"/>
                      <a:pt x="0" y="47"/>
                    </a:cubicBezTo>
                    <a:cubicBezTo>
                      <a:pt x="0" y="46"/>
                      <a:pt x="0" y="45"/>
                      <a:pt x="2" y="44"/>
                    </a:cubicBezTo>
                    <a:cubicBezTo>
                      <a:pt x="79" y="1"/>
                      <a:pt x="79" y="1"/>
                      <a:pt x="79" y="1"/>
                    </a:cubicBezTo>
                    <a:cubicBezTo>
                      <a:pt x="80" y="0"/>
                      <a:pt x="81" y="0"/>
                      <a:pt x="82" y="1"/>
                    </a:cubicBezTo>
                    <a:cubicBezTo>
                      <a:pt x="84" y="2"/>
                      <a:pt x="84" y="3"/>
                      <a:pt x="84" y="4"/>
                    </a:cubicBezTo>
                    <a:cubicBezTo>
                      <a:pt x="84" y="96"/>
                      <a:pt x="84" y="96"/>
                      <a:pt x="84" y="96"/>
                    </a:cubicBezTo>
                    <a:cubicBezTo>
                      <a:pt x="84" y="97"/>
                      <a:pt x="84" y="99"/>
                      <a:pt x="82" y="99"/>
                    </a:cubicBezTo>
                    <a:cubicBezTo>
                      <a:pt x="6" y="142"/>
                      <a:pt x="6" y="142"/>
                      <a:pt x="6" y="142"/>
                    </a:cubicBezTo>
                    <a:cubicBezTo>
                      <a:pt x="5" y="143"/>
                      <a:pt x="4" y="143"/>
                      <a:pt x="4" y="143"/>
                    </a:cubicBezTo>
                    <a:close/>
                    <a:moveTo>
                      <a:pt x="8" y="50"/>
                    </a:moveTo>
                    <a:cubicBezTo>
                      <a:pt x="8" y="132"/>
                      <a:pt x="8" y="132"/>
                      <a:pt x="8" y="132"/>
                    </a:cubicBezTo>
                    <a:cubicBezTo>
                      <a:pt x="76" y="94"/>
                      <a:pt x="76" y="94"/>
                      <a:pt x="76" y="94"/>
                    </a:cubicBezTo>
                    <a:cubicBezTo>
                      <a:pt x="76" y="11"/>
                      <a:pt x="76" y="11"/>
                      <a:pt x="76" y="11"/>
                    </a:cubicBezTo>
                    <a:lnTo>
                      <a:pt x="8"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5" name="Freeform 45"/>
              <p:cNvSpPr>
                <a:spLocks/>
              </p:cNvSpPr>
              <p:nvPr/>
            </p:nvSpPr>
            <p:spPr bwMode="auto">
              <a:xfrm>
                <a:off x="3959" y="2021"/>
                <a:ext cx="72" cy="48"/>
              </a:xfrm>
              <a:custGeom>
                <a:avLst/>
                <a:gdLst>
                  <a:gd name="T0" fmla="*/ 26 w 30"/>
                  <a:gd name="T1" fmla="*/ 20 h 20"/>
                  <a:gd name="T2" fmla="*/ 24 w 30"/>
                  <a:gd name="T3" fmla="*/ 19 h 20"/>
                  <a:gd name="T4" fmla="*/ 3 w 30"/>
                  <a:gd name="T5" fmla="*/ 8 h 20"/>
                  <a:gd name="T6" fmla="*/ 1 w 30"/>
                  <a:gd name="T7" fmla="*/ 3 h 20"/>
                  <a:gd name="T8" fmla="*/ 7 w 30"/>
                  <a:gd name="T9" fmla="*/ 1 h 20"/>
                  <a:gd name="T10" fmla="*/ 28 w 30"/>
                  <a:gd name="T11" fmla="*/ 12 h 20"/>
                  <a:gd name="T12" fmla="*/ 29 w 30"/>
                  <a:gd name="T13" fmla="*/ 18 h 20"/>
                  <a:gd name="T14" fmla="*/ 26 w 30"/>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0">
                    <a:moveTo>
                      <a:pt x="26" y="20"/>
                    </a:moveTo>
                    <a:cubicBezTo>
                      <a:pt x="25" y="20"/>
                      <a:pt x="24" y="20"/>
                      <a:pt x="24" y="19"/>
                    </a:cubicBezTo>
                    <a:cubicBezTo>
                      <a:pt x="3" y="8"/>
                      <a:pt x="3" y="8"/>
                      <a:pt x="3" y="8"/>
                    </a:cubicBezTo>
                    <a:cubicBezTo>
                      <a:pt x="1" y="7"/>
                      <a:pt x="0" y="5"/>
                      <a:pt x="1" y="3"/>
                    </a:cubicBezTo>
                    <a:cubicBezTo>
                      <a:pt x="2" y="1"/>
                      <a:pt x="5" y="0"/>
                      <a:pt x="7" y="1"/>
                    </a:cubicBezTo>
                    <a:cubicBezTo>
                      <a:pt x="28" y="12"/>
                      <a:pt x="28" y="12"/>
                      <a:pt x="28" y="12"/>
                    </a:cubicBezTo>
                    <a:cubicBezTo>
                      <a:pt x="29" y="13"/>
                      <a:pt x="30" y="16"/>
                      <a:pt x="29" y="18"/>
                    </a:cubicBezTo>
                    <a:cubicBezTo>
                      <a:pt x="28" y="19"/>
                      <a:pt x="27" y="20"/>
                      <a:pt x="2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6" name="Freeform 46"/>
              <p:cNvSpPr>
                <a:spLocks/>
              </p:cNvSpPr>
              <p:nvPr/>
            </p:nvSpPr>
            <p:spPr bwMode="auto">
              <a:xfrm>
                <a:off x="3868" y="1973"/>
                <a:ext cx="45" cy="34"/>
              </a:xfrm>
              <a:custGeom>
                <a:avLst/>
                <a:gdLst>
                  <a:gd name="T0" fmla="*/ 14 w 19"/>
                  <a:gd name="T1" fmla="*/ 14 h 14"/>
                  <a:gd name="T2" fmla="*/ 13 w 19"/>
                  <a:gd name="T3" fmla="*/ 13 h 14"/>
                  <a:gd name="T4" fmla="*/ 3 w 19"/>
                  <a:gd name="T5" fmla="*/ 8 h 14"/>
                  <a:gd name="T6" fmla="*/ 1 w 19"/>
                  <a:gd name="T7" fmla="*/ 3 h 14"/>
                  <a:gd name="T8" fmla="*/ 6 w 19"/>
                  <a:gd name="T9" fmla="*/ 1 h 14"/>
                  <a:gd name="T10" fmla="*/ 16 w 19"/>
                  <a:gd name="T11" fmla="*/ 6 h 14"/>
                  <a:gd name="T12" fmla="*/ 18 w 19"/>
                  <a:gd name="T13" fmla="*/ 12 h 14"/>
                  <a:gd name="T14" fmla="*/ 14 w 19"/>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4">
                    <a:moveTo>
                      <a:pt x="14" y="14"/>
                    </a:moveTo>
                    <a:cubicBezTo>
                      <a:pt x="14" y="14"/>
                      <a:pt x="13" y="14"/>
                      <a:pt x="13" y="13"/>
                    </a:cubicBezTo>
                    <a:cubicBezTo>
                      <a:pt x="3" y="8"/>
                      <a:pt x="3" y="8"/>
                      <a:pt x="3" y="8"/>
                    </a:cubicBezTo>
                    <a:cubicBezTo>
                      <a:pt x="1" y="7"/>
                      <a:pt x="0" y="5"/>
                      <a:pt x="1" y="3"/>
                    </a:cubicBezTo>
                    <a:cubicBezTo>
                      <a:pt x="2" y="1"/>
                      <a:pt x="4" y="0"/>
                      <a:pt x="6" y="1"/>
                    </a:cubicBezTo>
                    <a:cubicBezTo>
                      <a:pt x="16" y="6"/>
                      <a:pt x="16" y="6"/>
                      <a:pt x="16" y="6"/>
                    </a:cubicBezTo>
                    <a:cubicBezTo>
                      <a:pt x="18" y="7"/>
                      <a:pt x="19" y="10"/>
                      <a:pt x="18" y="12"/>
                    </a:cubicBezTo>
                    <a:cubicBezTo>
                      <a:pt x="17" y="13"/>
                      <a:pt x="16" y="14"/>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7" name="Freeform 47"/>
              <p:cNvSpPr>
                <a:spLocks/>
              </p:cNvSpPr>
              <p:nvPr/>
            </p:nvSpPr>
            <p:spPr bwMode="auto">
              <a:xfrm>
                <a:off x="3644" y="2021"/>
                <a:ext cx="72" cy="48"/>
              </a:xfrm>
              <a:custGeom>
                <a:avLst/>
                <a:gdLst>
                  <a:gd name="T0" fmla="*/ 5 w 30"/>
                  <a:gd name="T1" fmla="*/ 20 h 20"/>
                  <a:gd name="T2" fmla="*/ 1 w 30"/>
                  <a:gd name="T3" fmla="*/ 18 h 20"/>
                  <a:gd name="T4" fmla="*/ 3 w 30"/>
                  <a:gd name="T5" fmla="*/ 12 h 20"/>
                  <a:gd name="T6" fmla="*/ 24 w 30"/>
                  <a:gd name="T7" fmla="*/ 1 h 20"/>
                  <a:gd name="T8" fmla="*/ 29 w 30"/>
                  <a:gd name="T9" fmla="*/ 3 h 20"/>
                  <a:gd name="T10" fmla="*/ 28 w 30"/>
                  <a:gd name="T11" fmla="*/ 8 h 20"/>
                  <a:gd name="T12" fmla="*/ 7 w 30"/>
                  <a:gd name="T13" fmla="*/ 19 h 20"/>
                  <a:gd name="T14" fmla="*/ 5 w 30"/>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0">
                    <a:moveTo>
                      <a:pt x="5" y="20"/>
                    </a:moveTo>
                    <a:cubicBezTo>
                      <a:pt x="3" y="20"/>
                      <a:pt x="2" y="19"/>
                      <a:pt x="1" y="18"/>
                    </a:cubicBezTo>
                    <a:cubicBezTo>
                      <a:pt x="0" y="16"/>
                      <a:pt x="1" y="13"/>
                      <a:pt x="3" y="12"/>
                    </a:cubicBezTo>
                    <a:cubicBezTo>
                      <a:pt x="24" y="1"/>
                      <a:pt x="24" y="1"/>
                      <a:pt x="24" y="1"/>
                    </a:cubicBezTo>
                    <a:cubicBezTo>
                      <a:pt x="26" y="0"/>
                      <a:pt x="28" y="1"/>
                      <a:pt x="29" y="3"/>
                    </a:cubicBezTo>
                    <a:cubicBezTo>
                      <a:pt x="30" y="5"/>
                      <a:pt x="29" y="7"/>
                      <a:pt x="28" y="8"/>
                    </a:cubicBezTo>
                    <a:cubicBezTo>
                      <a:pt x="7" y="19"/>
                      <a:pt x="7" y="19"/>
                      <a:pt x="7" y="19"/>
                    </a:cubicBezTo>
                    <a:cubicBezTo>
                      <a:pt x="6" y="20"/>
                      <a:pt x="5" y="20"/>
                      <a:pt x="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sp>
            <p:nvSpPr>
              <p:cNvPr id="38" name="Freeform 48"/>
              <p:cNvSpPr>
                <a:spLocks/>
              </p:cNvSpPr>
              <p:nvPr/>
            </p:nvSpPr>
            <p:spPr bwMode="auto">
              <a:xfrm>
                <a:off x="3767" y="1971"/>
                <a:ext cx="48" cy="33"/>
              </a:xfrm>
              <a:custGeom>
                <a:avLst/>
                <a:gdLst>
                  <a:gd name="T0" fmla="*/ 4 w 20"/>
                  <a:gd name="T1" fmla="*/ 14 h 14"/>
                  <a:gd name="T2" fmla="*/ 1 w 20"/>
                  <a:gd name="T3" fmla="*/ 12 h 14"/>
                  <a:gd name="T4" fmla="*/ 3 w 20"/>
                  <a:gd name="T5" fmla="*/ 7 h 14"/>
                  <a:gd name="T6" fmla="*/ 14 w 20"/>
                  <a:gd name="T7" fmla="*/ 1 h 14"/>
                  <a:gd name="T8" fmla="*/ 19 w 20"/>
                  <a:gd name="T9" fmla="*/ 3 h 14"/>
                  <a:gd name="T10" fmla="*/ 17 w 20"/>
                  <a:gd name="T11" fmla="*/ 8 h 14"/>
                  <a:gd name="T12" fmla="*/ 6 w 20"/>
                  <a:gd name="T13" fmla="*/ 14 h 14"/>
                  <a:gd name="T14" fmla="*/ 4 w 20"/>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4">
                    <a:moveTo>
                      <a:pt x="4" y="14"/>
                    </a:moveTo>
                    <a:cubicBezTo>
                      <a:pt x="3" y="14"/>
                      <a:pt x="2" y="13"/>
                      <a:pt x="1" y="12"/>
                    </a:cubicBezTo>
                    <a:cubicBezTo>
                      <a:pt x="0" y="10"/>
                      <a:pt x="1" y="8"/>
                      <a:pt x="3" y="7"/>
                    </a:cubicBezTo>
                    <a:cubicBezTo>
                      <a:pt x="14" y="1"/>
                      <a:pt x="14" y="1"/>
                      <a:pt x="14" y="1"/>
                    </a:cubicBezTo>
                    <a:cubicBezTo>
                      <a:pt x="16" y="0"/>
                      <a:pt x="18" y="1"/>
                      <a:pt x="19" y="3"/>
                    </a:cubicBezTo>
                    <a:cubicBezTo>
                      <a:pt x="20" y="5"/>
                      <a:pt x="19" y="7"/>
                      <a:pt x="17" y="8"/>
                    </a:cubicBezTo>
                    <a:cubicBezTo>
                      <a:pt x="6" y="14"/>
                      <a:pt x="6" y="14"/>
                      <a:pt x="6" y="14"/>
                    </a:cubicBezTo>
                    <a:cubicBezTo>
                      <a:pt x="6" y="14"/>
                      <a:pt x="5" y="14"/>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p>
            </p:txBody>
          </p:sp>
        </p:grpSp>
        <p:grpSp>
          <p:nvGrpSpPr>
            <p:cNvPr id="22" name="组合 21"/>
            <p:cNvGrpSpPr/>
            <p:nvPr/>
          </p:nvGrpSpPr>
          <p:grpSpPr>
            <a:xfrm>
              <a:off x="8054246" y="8615378"/>
              <a:ext cx="1276163" cy="1443022"/>
              <a:chOff x="7969376" y="8615378"/>
              <a:chExt cx="1029712" cy="1164347"/>
            </a:xfrm>
          </p:grpSpPr>
          <p:sp>
            <p:nvSpPr>
              <p:cNvPr id="23" name="Freeform 5"/>
              <p:cNvSpPr>
                <a:spLocks noEditPoints="1"/>
              </p:cNvSpPr>
              <p:nvPr/>
            </p:nvSpPr>
            <p:spPr bwMode="auto">
              <a:xfrm>
                <a:off x="7969376" y="8615378"/>
                <a:ext cx="1018713" cy="1164347"/>
              </a:xfrm>
              <a:custGeom>
                <a:avLst/>
                <a:gdLst>
                  <a:gd name="T0" fmla="*/ 1664 w 1792"/>
                  <a:gd name="T1" fmla="*/ 896 h 2048"/>
                  <a:gd name="T2" fmla="*/ 1531 w 1792"/>
                  <a:gd name="T3" fmla="*/ 960 h 2048"/>
                  <a:gd name="T4" fmla="*/ 1280 w 1792"/>
                  <a:gd name="T5" fmla="*/ 128 h 2048"/>
                  <a:gd name="T6" fmla="*/ 384 w 1792"/>
                  <a:gd name="T7" fmla="*/ 0 h 2048"/>
                  <a:gd name="T8" fmla="*/ 169 w 1792"/>
                  <a:gd name="T9" fmla="*/ 544 h 2048"/>
                  <a:gd name="T10" fmla="*/ 169 w 1792"/>
                  <a:gd name="T11" fmla="*/ 1504 h 2048"/>
                  <a:gd name="T12" fmla="*/ 384 w 1792"/>
                  <a:gd name="T13" fmla="*/ 2048 h 2048"/>
                  <a:gd name="T14" fmla="*/ 1280 w 1792"/>
                  <a:gd name="T15" fmla="*/ 1920 h 2048"/>
                  <a:gd name="T16" fmla="*/ 1531 w 1792"/>
                  <a:gd name="T17" fmla="*/ 1088 h 2048"/>
                  <a:gd name="T18" fmla="*/ 1664 w 1792"/>
                  <a:gd name="T19" fmla="*/ 1152 h 2048"/>
                  <a:gd name="T20" fmla="*/ 1792 w 1792"/>
                  <a:gd name="T21" fmla="*/ 1088 h 2048"/>
                  <a:gd name="T22" fmla="*/ 1728 w 1792"/>
                  <a:gd name="T23" fmla="*/ 896 h 2048"/>
                  <a:gd name="T24" fmla="*/ 128 w 1792"/>
                  <a:gd name="T25" fmla="*/ 1024 h 2048"/>
                  <a:gd name="T26" fmla="*/ 1408 w 1792"/>
                  <a:gd name="T27" fmla="*/ 1024 h 2048"/>
                  <a:gd name="T28" fmla="*/ 822 w 1792"/>
                  <a:gd name="T29" fmla="*/ 992 h 2048"/>
                  <a:gd name="T30" fmla="*/ 1152 w 1792"/>
                  <a:gd name="T31" fmla="*/ 1056 h 2048"/>
                  <a:gd name="T32" fmla="*/ 784 w 1792"/>
                  <a:gd name="T33" fmla="*/ 1085 h 2048"/>
                  <a:gd name="T34" fmla="*/ 752 w 1792"/>
                  <a:gd name="T35" fmla="*/ 1152 h 2048"/>
                  <a:gd name="T36" fmla="*/ 714 w 1792"/>
                  <a:gd name="T37" fmla="*/ 1056 h 2048"/>
                  <a:gd name="T38" fmla="*/ 640 w 1792"/>
                  <a:gd name="T39" fmla="*/ 992 h 2048"/>
                  <a:gd name="T40" fmla="*/ 752 w 1792"/>
                  <a:gd name="T41" fmla="*/ 963 h 2048"/>
                  <a:gd name="T42" fmla="*/ 784 w 1792"/>
                  <a:gd name="T43" fmla="*/ 640 h 2048"/>
                  <a:gd name="T44" fmla="*/ 822 w 1792"/>
                  <a:gd name="T45" fmla="*/ 992 h 2048"/>
                  <a:gd name="T46" fmla="*/ 896 w 1792"/>
                  <a:gd name="T47" fmla="*/ 1280 h 2048"/>
                  <a:gd name="T48" fmla="*/ 640 w 1792"/>
                  <a:gd name="T49" fmla="*/ 1408 h 2048"/>
                  <a:gd name="T50" fmla="*/ 704 w 1792"/>
                  <a:gd name="T51" fmla="*/ 512 h 2048"/>
                  <a:gd name="T52" fmla="*/ 832 w 1792"/>
                  <a:gd name="T53" fmla="*/ 512 h 2048"/>
                  <a:gd name="T54" fmla="*/ 704 w 1792"/>
                  <a:gd name="T55" fmla="*/ 512 h 2048"/>
                  <a:gd name="T56" fmla="*/ 768 w 1792"/>
                  <a:gd name="T57" fmla="*/ 1600 h 2048"/>
                  <a:gd name="T58" fmla="*/ 768 w 1792"/>
                  <a:gd name="T59" fmla="*/ 1472 h 2048"/>
                  <a:gd name="T60" fmla="*/ 320 w 1792"/>
                  <a:gd name="T61" fmla="*/ 1024 h 2048"/>
                  <a:gd name="T62" fmla="*/ 192 w 1792"/>
                  <a:gd name="T63" fmla="*/ 1024 h 2048"/>
                  <a:gd name="T64" fmla="*/ 320 w 1792"/>
                  <a:gd name="T65" fmla="*/ 1024 h 2048"/>
                  <a:gd name="T66" fmla="*/ 1280 w 1792"/>
                  <a:gd name="T67" fmla="*/ 960 h 2048"/>
                  <a:gd name="T68" fmla="*/ 1280 w 1792"/>
                  <a:gd name="T69" fmla="*/ 108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92" h="2048">
                    <a:moveTo>
                      <a:pt x="1728" y="896"/>
                    </a:moveTo>
                    <a:cubicBezTo>
                      <a:pt x="1664" y="896"/>
                      <a:pt x="1664" y="896"/>
                      <a:pt x="1664" y="896"/>
                    </a:cubicBezTo>
                    <a:cubicBezTo>
                      <a:pt x="1629" y="896"/>
                      <a:pt x="1600" y="925"/>
                      <a:pt x="1600" y="960"/>
                    </a:cubicBezTo>
                    <a:cubicBezTo>
                      <a:pt x="1531" y="960"/>
                      <a:pt x="1531" y="960"/>
                      <a:pt x="1531" y="960"/>
                    </a:cubicBezTo>
                    <a:cubicBezTo>
                      <a:pt x="1517" y="804"/>
                      <a:pt x="1460" y="660"/>
                      <a:pt x="1367" y="544"/>
                    </a:cubicBezTo>
                    <a:cubicBezTo>
                      <a:pt x="1347" y="404"/>
                      <a:pt x="1320" y="265"/>
                      <a:pt x="1280" y="128"/>
                    </a:cubicBezTo>
                    <a:cubicBezTo>
                      <a:pt x="1152" y="0"/>
                      <a:pt x="1152" y="0"/>
                      <a:pt x="1152" y="0"/>
                    </a:cubicBezTo>
                    <a:cubicBezTo>
                      <a:pt x="384" y="0"/>
                      <a:pt x="384" y="0"/>
                      <a:pt x="384" y="0"/>
                    </a:cubicBezTo>
                    <a:cubicBezTo>
                      <a:pt x="256" y="128"/>
                      <a:pt x="256" y="128"/>
                      <a:pt x="256" y="128"/>
                    </a:cubicBezTo>
                    <a:cubicBezTo>
                      <a:pt x="216" y="265"/>
                      <a:pt x="190" y="404"/>
                      <a:pt x="169" y="544"/>
                    </a:cubicBezTo>
                    <a:cubicBezTo>
                      <a:pt x="64" y="676"/>
                      <a:pt x="0" y="842"/>
                      <a:pt x="0" y="1024"/>
                    </a:cubicBezTo>
                    <a:cubicBezTo>
                      <a:pt x="0" y="1206"/>
                      <a:pt x="64" y="1372"/>
                      <a:pt x="169" y="1504"/>
                    </a:cubicBezTo>
                    <a:cubicBezTo>
                      <a:pt x="190" y="1644"/>
                      <a:pt x="216" y="1783"/>
                      <a:pt x="256" y="1920"/>
                    </a:cubicBezTo>
                    <a:cubicBezTo>
                      <a:pt x="384" y="2048"/>
                      <a:pt x="384" y="2048"/>
                      <a:pt x="384" y="2048"/>
                    </a:cubicBezTo>
                    <a:cubicBezTo>
                      <a:pt x="1152" y="2048"/>
                      <a:pt x="1152" y="2048"/>
                      <a:pt x="1152" y="2048"/>
                    </a:cubicBezTo>
                    <a:cubicBezTo>
                      <a:pt x="1280" y="1920"/>
                      <a:pt x="1280" y="1920"/>
                      <a:pt x="1280" y="1920"/>
                    </a:cubicBezTo>
                    <a:cubicBezTo>
                      <a:pt x="1320" y="1783"/>
                      <a:pt x="1347" y="1644"/>
                      <a:pt x="1367" y="1504"/>
                    </a:cubicBezTo>
                    <a:cubicBezTo>
                      <a:pt x="1460" y="1388"/>
                      <a:pt x="1517" y="1244"/>
                      <a:pt x="1531" y="1088"/>
                    </a:cubicBezTo>
                    <a:cubicBezTo>
                      <a:pt x="1600" y="1088"/>
                      <a:pt x="1600" y="1088"/>
                      <a:pt x="1600" y="1088"/>
                    </a:cubicBezTo>
                    <a:cubicBezTo>
                      <a:pt x="1600" y="1123"/>
                      <a:pt x="1629" y="1152"/>
                      <a:pt x="1664" y="1152"/>
                    </a:cubicBezTo>
                    <a:cubicBezTo>
                      <a:pt x="1728" y="1152"/>
                      <a:pt x="1728" y="1152"/>
                      <a:pt x="1728" y="1152"/>
                    </a:cubicBezTo>
                    <a:cubicBezTo>
                      <a:pt x="1764" y="1152"/>
                      <a:pt x="1792" y="1123"/>
                      <a:pt x="1792" y="1088"/>
                    </a:cubicBezTo>
                    <a:cubicBezTo>
                      <a:pt x="1792" y="960"/>
                      <a:pt x="1792" y="960"/>
                      <a:pt x="1792" y="960"/>
                    </a:cubicBezTo>
                    <a:cubicBezTo>
                      <a:pt x="1792" y="925"/>
                      <a:pt x="1764" y="896"/>
                      <a:pt x="1728" y="896"/>
                    </a:cubicBezTo>
                    <a:close/>
                    <a:moveTo>
                      <a:pt x="768" y="1664"/>
                    </a:moveTo>
                    <a:cubicBezTo>
                      <a:pt x="415" y="1664"/>
                      <a:pt x="128" y="1377"/>
                      <a:pt x="128" y="1024"/>
                    </a:cubicBezTo>
                    <a:cubicBezTo>
                      <a:pt x="128" y="671"/>
                      <a:pt x="415" y="384"/>
                      <a:pt x="768" y="384"/>
                    </a:cubicBezTo>
                    <a:cubicBezTo>
                      <a:pt x="1121" y="384"/>
                      <a:pt x="1408" y="671"/>
                      <a:pt x="1408" y="1024"/>
                    </a:cubicBezTo>
                    <a:cubicBezTo>
                      <a:pt x="1408" y="1377"/>
                      <a:pt x="1121" y="1664"/>
                      <a:pt x="768" y="1664"/>
                    </a:cubicBezTo>
                    <a:close/>
                    <a:moveTo>
                      <a:pt x="822" y="992"/>
                    </a:moveTo>
                    <a:cubicBezTo>
                      <a:pt x="1152" y="992"/>
                      <a:pt x="1152" y="992"/>
                      <a:pt x="1152" y="992"/>
                    </a:cubicBezTo>
                    <a:cubicBezTo>
                      <a:pt x="1152" y="1056"/>
                      <a:pt x="1152" y="1056"/>
                      <a:pt x="1152" y="1056"/>
                    </a:cubicBezTo>
                    <a:cubicBezTo>
                      <a:pt x="822" y="1056"/>
                      <a:pt x="822" y="1056"/>
                      <a:pt x="822" y="1056"/>
                    </a:cubicBezTo>
                    <a:cubicBezTo>
                      <a:pt x="814" y="1070"/>
                      <a:pt x="800" y="1080"/>
                      <a:pt x="784" y="1085"/>
                    </a:cubicBezTo>
                    <a:cubicBezTo>
                      <a:pt x="784" y="1152"/>
                      <a:pt x="784" y="1152"/>
                      <a:pt x="784" y="1152"/>
                    </a:cubicBezTo>
                    <a:cubicBezTo>
                      <a:pt x="752" y="1152"/>
                      <a:pt x="752" y="1152"/>
                      <a:pt x="752" y="1152"/>
                    </a:cubicBezTo>
                    <a:cubicBezTo>
                      <a:pt x="752" y="1085"/>
                      <a:pt x="752" y="1085"/>
                      <a:pt x="752" y="1085"/>
                    </a:cubicBezTo>
                    <a:cubicBezTo>
                      <a:pt x="736" y="1080"/>
                      <a:pt x="722" y="1070"/>
                      <a:pt x="714" y="1056"/>
                    </a:cubicBezTo>
                    <a:cubicBezTo>
                      <a:pt x="640" y="1056"/>
                      <a:pt x="640" y="1056"/>
                      <a:pt x="640" y="1056"/>
                    </a:cubicBezTo>
                    <a:cubicBezTo>
                      <a:pt x="640" y="992"/>
                      <a:pt x="640" y="992"/>
                      <a:pt x="640" y="992"/>
                    </a:cubicBezTo>
                    <a:cubicBezTo>
                      <a:pt x="714" y="992"/>
                      <a:pt x="714" y="992"/>
                      <a:pt x="714" y="992"/>
                    </a:cubicBezTo>
                    <a:cubicBezTo>
                      <a:pt x="722" y="978"/>
                      <a:pt x="736" y="967"/>
                      <a:pt x="752" y="963"/>
                    </a:cubicBezTo>
                    <a:cubicBezTo>
                      <a:pt x="752" y="640"/>
                      <a:pt x="752" y="640"/>
                      <a:pt x="752" y="640"/>
                    </a:cubicBezTo>
                    <a:cubicBezTo>
                      <a:pt x="784" y="640"/>
                      <a:pt x="784" y="640"/>
                      <a:pt x="784" y="640"/>
                    </a:cubicBezTo>
                    <a:cubicBezTo>
                      <a:pt x="784" y="963"/>
                      <a:pt x="784" y="963"/>
                      <a:pt x="784" y="963"/>
                    </a:cubicBezTo>
                    <a:cubicBezTo>
                      <a:pt x="801" y="967"/>
                      <a:pt x="814" y="978"/>
                      <a:pt x="822" y="992"/>
                    </a:cubicBezTo>
                    <a:close/>
                    <a:moveTo>
                      <a:pt x="640" y="1280"/>
                    </a:moveTo>
                    <a:cubicBezTo>
                      <a:pt x="896" y="1280"/>
                      <a:pt x="896" y="1280"/>
                      <a:pt x="896" y="1280"/>
                    </a:cubicBezTo>
                    <a:cubicBezTo>
                      <a:pt x="896" y="1408"/>
                      <a:pt x="896" y="1408"/>
                      <a:pt x="896" y="1408"/>
                    </a:cubicBezTo>
                    <a:cubicBezTo>
                      <a:pt x="640" y="1408"/>
                      <a:pt x="640" y="1408"/>
                      <a:pt x="640" y="1408"/>
                    </a:cubicBezTo>
                    <a:lnTo>
                      <a:pt x="640" y="1280"/>
                    </a:lnTo>
                    <a:close/>
                    <a:moveTo>
                      <a:pt x="704" y="512"/>
                    </a:moveTo>
                    <a:cubicBezTo>
                      <a:pt x="704" y="477"/>
                      <a:pt x="733" y="448"/>
                      <a:pt x="768" y="448"/>
                    </a:cubicBezTo>
                    <a:cubicBezTo>
                      <a:pt x="803" y="448"/>
                      <a:pt x="832" y="477"/>
                      <a:pt x="832" y="512"/>
                    </a:cubicBezTo>
                    <a:cubicBezTo>
                      <a:pt x="832" y="547"/>
                      <a:pt x="803" y="576"/>
                      <a:pt x="768" y="576"/>
                    </a:cubicBezTo>
                    <a:cubicBezTo>
                      <a:pt x="733" y="576"/>
                      <a:pt x="704" y="547"/>
                      <a:pt x="704" y="512"/>
                    </a:cubicBezTo>
                    <a:close/>
                    <a:moveTo>
                      <a:pt x="832" y="1536"/>
                    </a:moveTo>
                    <a:cubicBezTo>
                      <a:pt x="832" y="1571"/>
                      <a:pt x="803" y="1600"/>
                      <a:pt x="768" y="1600"/>
                    </a:cubicBezTo>
                    <a:cubicBezTo>
                      <a:pt x="733" y="1600"/>
                      <a:pt x="704" y="1571"/>
                      <a:pt x="704" y="1536"/>
                    </a:cubicBezTo>
                    <a:cubicBezTo>
                      <a:pt x="704" y="1501"/>
                      <a:pt x="733" y="1472"/>
                      <a:pt x="768" y="1472"/>
                    </a:cubicBezTo>
                    <a:cubicBezTo>
                      <a:pt x="803" y="1472"/>
                      <a:pt x="832" y="1501"/>
                      <a:pt x="832" y="1536"/>
                    </a:cubicBezTo>
                    <a:close/>
                    <a:moveTo>
                      <a:pt x="320" y="1024"/>
                    </a:moveTo>
                    <a:cubicBezTo>
                      <a:pt x="320" y="1059"/>
                      <a:pt x="292" y="1088"/>
                      <a:pt x="256" y="1088"/>
                    </a:cubicBezTo>
                    <a:cubicBezTo>
                      <a:pt x="221" y="1088"/>
                      <a:pt x="192" y="1059"/>
                      <a:pt x="192" y="1024"/>
                    </a:cubicBezTo>
                    <a:cubicBezTo>
                      <a:pt x="192" y="989"/>
                      <a:pt x="221" y="960"/>
                      <a:pt x="256" y="960"/>
                    </a:cubicBezTo>
                    <a:cubicBezTo>
                      <a:pt x="292" y="960"/>
                      <a:pt x="320" y="989"/>
                      <a:pt x="320" y="1024"/>
                    </a:cubicBezTo>
                    <a:close/>
                    <a:moveTo>
                      <a:pt x="1216" y="1024"/>
                    </a:moveTo>
                    <a:cubicBezTo>
                      <a:pt x="1216" y="989"/>
                      <a:pt x="1245" y="960"/>
                      <a:pt x="1280" y="960"/>
                    </a:cubicBezTo>
                    <a:cubicBezTo>
                      <a:pt x="1316" y="960"/>
                      <a:pt x="1344" y="989"/>
                      <a:pt x="1344" y="1024"/>
                    </a:cubicBezTo>
                    <a:cubicBezTo>
                      <a:pt x="1344" y="1059"/>
                      <a:pt x="1316" y="1088"/>
                      <a:pt x="1280" y="1088"/>
                    </a:cubicBezTo>
                    <a:cubicBezTo>
                      <a:pt x="1245" y="1088"/>
                      <a:pt x="1216" y="1059"/>
                      <a:pt x="1216" y="1024"/>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zh-CN" altLang="en-US" sz="2400"/>
              </a:p>
            </p:txBody>
          </p:sp>
          <p:sp useBgFill="1">
            <p:nvSpPr>
              <p:cNvPr id="24" name="矩形 23"/>
              <p:cNvSpPr/>
              <p:nvPr/>
            </p:nvSpPr>
            <p:spPr>
              <a:xfrm>
                <a:off x="8847717" y="8974820"/>
                <a:ext cx="151371" cy="499730"/>
              </a:xfrm>
              <a:prstGeom prst="rect">
                <a:avLst/>
              </a:prstGeom>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noFill/>
                </a:endParaRPr>
              </a:p>
            </p:txBody>
          </p:sp>
        </p:grpSp>
      </p:grpSp>
      <p:grpSp>
        <p:nvGrpSpPr>
          <p:cNvPr id="6" name="组合 5"/>
          <p:cNvGrpSpPr/>
          <p:nvPr/>
        </p:nvGrpSpPr>
        <p:grpSpPr>
          <a:xfrm>
            <a:off x="8472599" y="3997008"/>
            <a:ext cx="1854393" cy="2189572"/>
            <a:chOff x="11077000" y="3754028"/>
            <a:chExt cx="1709580" cy="2018584"/>
          </a:xfrm>
        </p:grpSpPr>
        <p:sp>
          <p:nvSpPr>
            <p:cNvPr id="56" name="椭圆 55"/>
            <p:cNvSpPr/>
            <p:nvPr/>
          </p:nvSpPr>
          <p:spPr>
            <a:xfrm>
              <a:off x="11077000" y="4063032"/>
              <a:ext cx="1709580" cy="1709580"/>
            </a:xfrm>
            <a:prstGeom prst="ellipse">
              <a:avLst/>
            </a:prstGeom>
            <a:no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a:blip r:embed="rId2"/>
            <a:srcRect t="15040" b="1750"/>
            <a:stretch>
              <a:fillRect/>
            </a:stretch>
          </p:blipFill>
          <p:spPr>
            <a:xfrm>
              <a:off x="11169724" y="4063032"/>
              <a:ext cx="1524132" cy="1709580"/>
            </a:xfrm>
            <a:custGeom>
              <a:avLst/>
              <a:gdLst>
                <a:gd name="connsiteX0" fmla="*/ 762066 w 1524132"/>
                <a:gd name="connsiteY0" fmla="*/ 0 h 1709580"/>
                <a:gd name="connsiteX1" fmla="*/ 1470871 w 1524132"/>
                <a:gd name="connsiteY1" fmla="*/ 376869 h 1709580"/>
                <a:gd name="connsiteX2" fmla="*/ 1524132 w 1524132"/>
                <a:gd name="connsiteY2" fmla="*/ 474995 h 1709580"/>
                <a:gd name="connsiteX3" fmla="*/ 1524132 w 1524132"/>
                <a:gd name="connsiteY3" fmla="*/ 1234586 h 1709580"/>
                <a:gd name="connsiteX4" fmla="*/ 1470871 w 1524132"/>
                <a:gd name="connsiteY4" fmla="*/ 1332711 h 1709580"/>
                <a:gd name="connsiteX5" fmla="*/ 762066 w 1524132"/>
                <a:gd name="connsiteY5" fmla="*/ 1709580 h 1709580"/>
                <a:gd name="connsiteX6" fmla="*/ 53261 w 1524132"/>
                <a:gd name="connsiteY6" fmla="*/ 1332711 h 1709580"/>
                <a:gd name="connsiteX7" fmla="*/ 0 w 1524132"/>
                <a:gd name="connsiteY7" fmla="*/ 1234586 h 1709580"/>
                <a:gd name="connsiteX8" fmla="*/ 0 w 1524132"/>
                <a:gd name="connsiteY8" fmla="*/ 474995 h 1709580"/>
                <a:gd name="connsiteX9" fmla="*/ 53261 w 1524132"/>
                <a:gd name="connsiteY9" fmla="*/ 376869 h 1709580"/>
                <a:gd name="connsiteX10" fmla="*/ 762066 w 1524132"/>
                <a:gd name="connsiteY10" fmla="*/ 0 h 170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132" h="1709580">
                  <a:moveTo>
                    <a:pt x="762066" y="0"/>
                  </a:moveTo>
                  <a:cubicBezTo>
                    <a:pt x="1057120" y="0"/>
                    <a:pt x="1317259" y="149494"/>
                    <a:pt x="1470871" y="376869"/>
                  </a:cubicBezTo>
                  <a:lnTo>
                    <a:pt x="1524132" y="474995"/>
                  </a:lnTo>
                  <a:lnTo>
                    <a:pt x="1524132" y="1234586"/>
                  </a:lnTo>
                  <a:lnTo>
                    <a:pt x="1470871" y="1332711"/>
                  </a:lnTo>
                  <a:cubicBezTo>
                    <a:pt x="1317259" y="1560087"/>
                    <a:pt x="1057120" y="1709580"/>
                    <a:pt x="762066" y="1709580"/>
                  </a:cubicBezTo>
                  <a:cubicBezTo>
                    <a:pt x="467012" y="1709580"/>
                    <a:pt x="206873" y="1560087"/>
                    <a:pt x="53261" y="1332711"/>
                  </a:cubicBezTo>
                  <a:lnTo>
                    <a:pt x="0" y="1234586"/>
                  </a:lnTo>
                  <a:lnTo>
                    <a:pt x="0" y="474995"/>
                  </a:lnTo>
                  <a:lnTo>
                    <a:pt x="53261" y="376869"/>
                  </a:lnTo>
                  <a:cubicBezTo>
                    <a:pt x="206873" y="149494"/>
                    <a:pt x="467012" y="0"/>
                    <a:pt x="762066" y="0"/>
                  </a:cubicBezTo>
                  <a:close/>
                </a:path>
              </a:pathLst>
            </a:custGeom>
          </p:spPr>
        </p:pic>
        <p:pic>
          <p:nvPicPr>
            <p:cNvPr id="53" name="图片 52"/>
            <p:cNvPicPr>
              <a:picLocks noChangeAspect="1"/>
            </p:cNvPicPr>
            <p:nvPr/>
          </p:nvPicPr>
          <p:blipFill rotWithShape="1">
            <a:blip r:embed="rId2"/>
            <a:srcRect b="45352"/>
            <a:stretch/>
          </p:blipFill>
          <p:spPr>
            <a:xfrm>
              <a:off x="11169724" y="3754028"/>
              <a:ext cx="1524132" cy="1122772"/>
            </a:xfrm>
            <a:prstGeom prst="rect">
              <a:avLst/>
            </a:prstGeom>
          </p:spPr>
        </p:pic>
      </p:grpSp>
    </p:spTree>
    <p:extLst>
      <p:ext uri="{BB962C8B-B14F-4D97-AF65-F5344CB8AC3E}">
        <p14:creationId xmlns:p14="http://schemas.microsoft.com/office/powerpoint/2010/main" val="9035071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917370" y="362857"/>
            <a:ext cx="10561803" cy="4223657"/>
          </a:xfrm>
          <a:custGeom>
            <a:avLst/>
            <a:gdLst>
              <a:gd name="connsiteX0" fmla="*/ 0 w 11107616"/>
              <a:gd name="connsiteY0" fmla="*/ 545813 h 4189220"/>
              <a:gd name="connsiteX1" fmla="*/ 545813 w 11107616"/>
              <a:gd name="connsiteY1" fmla="*/ 0 h 4189220"/>
              <a:gd name="connsiteX2" fmla="*/ 10561803 w 11107616"/>
              <a:gd name="connsiteY2" fmla="*/ 0 h 4189220"/>
              <a:gd name="connsiteX3" fmla="*/ 11107616 w 11107616"/>
              <a:gd name="connsiteY3" fmla="*/ 545813 h 4189220"/>
              <a:gd name="connsiteX4" fmla="*/ 11107616 w 11107616"/>
              <a:gd name="connsiteY4" fmla="*/ 3643407 h 4189220"/>
              <a:gd name="connsiteX5" fmla="*/ 10561803 w 11107616"/>
              <a:gd name="connsiteY5" fmla="*/ 4189220 h 4189220"/>
              <a:gd name="connsiteX6" fmla="*/ 545813 w 11107616"/>
              <a:gd name="connsiteY6" fmla="*/ 4189220 h 4189220"/>
              <a:gd name="connsiteX7" fmla="*/ 0 w 11107616"/>
              <a:gd name="connsiteY7" fmla="*/ 3643407 h 4189220"/>
              <a:gd name="connsiteX8" fmla="*/ 0 w 11107616"/>
              <a:gd name="connsiteY8" fmla="*/ 545813 h 4189220"/>
              <a:gd name="connsiteX0" fmla="*/ 0 w 11107616"/>
              <a:gd name="connsiteY0" fmla="*/ 551697 h 4195104"/>
              <a:gd name="connsiteX1" fmla="*/ 545813 w 11107616"/>
              <a:gd name="connsiteY1" fmla="*/ 5884 h 4195104"/>
              <a:gd name="connsiteX2" fmla="*/ 3155414 w 11107616"/>
              <a:gd name="connsiteY2" fmla="*/ 0 h 4195104"/>
              <a:gd name="connsiteX3" fmla="*/ 10561803 w 11107616"/>
              <a:gd name="connsiteY3" fmla="*/ 5884 h 4195104"/>
              <a:gd name="connsiteX4" fmla="*/ 11107616 w 11107616"/>
              <a:gd name="connsiteY4" fmla="*/ 551697 h 4195104"/>
              <a:gd name="connsiteX5" fmla="*/ 11107616 w 11107616"/>
              <a:gd name="connsiteY5" fmla="*/ 3649291 h 4195104"/>
              <a:gd name="connsiteX6" fmla="*/ 10561803 w 11107616"/>
              <a:gd name="connsiteY6" fmla="*/ 4195104 h 4195104"/>
              <a:gd name="connsiteX7" fmla="*/ 545813 w 11107616"/>
              <a:gd name="connsiteY7" fmla="*/ 4195104 h 4195104"/>
              <a:gd name="connsiteX8" fmla="*/ 0 w 11107616"/>
              <a:gd name="connsiteY8" fmla="*/ 3649291 h 4195104"/>
              <a:gd name="connsiteX9" fmla="*/ 0 w 11107616"/>
              <a:gd name="connsiteY9" fmla="*/ 551697 h 4195104"/>
              <a:gd name="connsiteX0" fmla="*/ 545813 w 11107616"/>
              <a:gd name="connsiteY0" fmla="*/ 5884 h 4195104"/>
              <a:gd name="connsiteX1" fmla="*/ 3155414 w 11107616"/>
              <a:gd name="connsiteY1" fmla="*/ 0 h 4195104"/>
              <a:gd name="connsiteX2" fmla="*/ 10561803 w 11107616"/>
              <a:gd name="connsiteY2" fmla="*/ 5884 h 4195104"/>
              <a:gd name="connsiteX3" fmla="*/ 11107616 w 11107616"/>
              <a:gd name="connsiteY3" fmla="*/ 551697 h 4195104"/>
              <a:gd name="connsiteX4" fmla="*/ 11107616 w 11107616"/>
              <a:gd name="connsiteY4" fmla="*/ 3649291 h 4195104"/>
              <a:gd name="connsiteX5" fmla="*/ 10561803 w 11107616"/>
              <a:gd name="connsiteY5" fmla="*/ 4195104 h 4195104"/>
              <a:gd name="connsiteX6" fmla="*/ 545813 w 11107616"/>
              <a:gd name="connsiteY6" fmla="*/ 4195104 h 4195104"/>
              <a:gd name="connsiteX7" fmla="*/ 0 w 11107616"/>
              <a:gd name="connsiteY7" fmla="*/ 3649291 h 4195104"/>
              <a:gd name="connsiteX8" fmla="*/ 0 w 11107616"/>
              <a:gd name="connsiteY8" fmla="*/ 551697 h 4195104"/>
              <a:gd name="connsiteX9" fmla="*/ 637253 w 11107616"/>
              <a:gd name="connsiteY9" fmla="*/ 97324 h 4195104"/>
              <a:gd name="connsiteX0" fmla="*/ 3155414 w 11107616"/>
              <a:gd name="connsiteY0" fmla="*/ 0 h 4195104"/>
              <a:gd name="connsiteX1" fmla="*/ 10561803 w 11107616"/>
              <a:gd name="connsiteY1" fmla="*/ 5884 h 4195104"/>
              <a:gd name="connsiteX2" fmla="*/ 11107616 w 11107616"/>
              <a:gd name="connsiteY2" fmla="*/ 551697 h 4195104"/>
              <a:gd name="connsiteX3" fmla="*/ 11107616 w 11107616"/>
              <a:gd name="connsiteY3" fmla="*/ 3649291 h 4195104"/>
              <a:gd name="connsiteX4" fmla="*/ 10561803 w 11107616"/>
              <a:gd name="connsiteY4" fmla="*/ 4195104 h 4195104"/>
              <a:gd name="connsiteX5" fmla="*/ 545813 w 11107616"/>
              <a:gd name="connsiteY5" fmla="*/ 4195104 h 4195104"/>
              <a:gd name="connsiteX6" fmla="*/ 0 w 11107616"/>
              <a:gd name="connsiteY6" fmla="*/ 3649291 h 4195104"/>
              <a:gd name="connsiteX7" fmla="*/ 0 w 11107616"/>
              <a:gd name="connsiteY7" fmla="*/ 551697 h 4195104"/>
              <a:gd name="connsiteX8" fmla="*/ 637253 w 11107616"/>
              <a:gd name="connsiteY8" fmla="*/ 97324 h 4195104"/>
              <a:gd name="connsiteX0" fmla="*/ 3155414 w 11107616"/>
              <a:gd name="connsiteY0" fmla="*/ 0 h 4195104"/>
              <a:gd name="connsiteX1" fmla="*/ 10561803 w 11107616"/>
              <a:gd name="connsiteY1" fmla="*/ 5884 h 4195104"/>
              <a:gd name="connsiteX2" fmla="*/ 11107616 w 11107616"/>
              <a:gd name="connsiteY2" fmla="*/ 551697 h 4195104"/>
              <a:gd name="connsiteX3" fmla="*/ 11107616 w 11107616"/>
              <a:gd name="connsiteY3" fmla="*/ 3649291 h 4195104"/>
              <a:gd name="connsiteX4" fmla="*/ 10561803 w 11107616"/>
              <a:gd name="connsiteY4" fmla="*/ 4195104 h 4195104"/>
              <a:gd name="connsiteX5" fmla="*/ 545813 w 11107616"/>
              <a:gd name="connsiteY5" fmla="*/ 4195104 h 4195104"/>
              <a:gd name="connsiteX6" fmla="*/ 0 w 11107616"/>
              <a:gd name="connsiteY6" fmla="*/ 3649291 h 4195104"/>
              <a:gd name="connsiteX7" fmla="*/ 0 w 11107616"/>
              <a:gd name="connsiteY7" fmla="*/ 551697 h 4195104"/>
              <a:gd name="connsiteX0" fmla="*/ 3155414 w 11107616"/>
              <a:gd name="connsiteY0" fmla="*/ 0 h 4195104"/>
              <a:gd name="connsiteX1" fmla="*/ 10561803 w 11107616"/>
              <a:gd name="connsiteY1" fmla="*/ 5884 h 4195104"/>
              <a:gd name="connsiteX2" fmla="*/ 11107616 w 11107616"/>
              <a:gd name="connsiteY2" fmla="*/ 551697 h 4195104"/>
              <a:gd name="connsiteX3" fmla="*/ 11107616 w 11107616"/>
              <a:gd name="connsiteY3" fmla="*/ 3649291 h 4195104"/>
              <a:gd name="connsiteX4" fmla="*/ 10561803 w 11107616"/>
              <a:gd name="connsiteY4" fmla="*/ 4195104 h 4195104"/>
              <a:gd name="connsiteX5" fmla="*/ 545813 w 11107616"/>
              <a:gd name="connsiteY5" fmla="*/ 4195104 h 4195104"/>
              <a:gd name="connsiteX6" fmla="*/ 0 w 11107616"/>
              <a:gd name="connsiteY6" fmla="*/ 3649291 h 4195104"/>
              <a:gd name="connsiteX0" fmla="*/ 2609601 w 10561803"/>
              <a:gd name="connsiteY0" fmla="*/ 0 h 4195104"/>
              <a:gd name="connsiteX1" fmla="*/ 10015990 w 10561803"/>
              <a:gd name="connsiteY1" fmla="*/ 5884 h 4195104"/>
              <a:gd name="connsiteX2" fmla="*/ 10561803 w 10561803"/>
              <a:gd name="connsiteY2" fmla="*/ 551697 h 4195104"/>
              <a:gd name="connsiteX3" fmla="*/ 10561803 w 10561803"/>
              <a:gd name="connsiteY3" fmla="*/ 3649291 h 4195104"/>
              <a:gd name="connsiteX4" fmla="*/ 10015990 w 10561803"/>
              <a:gd name="connsiteY4" fmla="*/ 4195104 h 4195104"/>
              <a:gd name="connsiteX5" fmla="*/ 0 w 10561803"/>
              <a:gd name="connsiteY5" fmla="*/ 4195104 h 419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61803" h="4195104">
                <a:moveTo>
                  <a:pt x="2609601" y="0"/>
                </a:moveTo>
                <a:lnTo>
                  <a:pt x="10015990" y="5884"/>
                </a:lnTo>
                <a:cubicBezTo>
                  <a:pt x="10317434" y="5884"/>
                  <a:pt x="10561803" y="250253"/>
                  <a:pt x="10561803" y="551697"/>
                </a:cubicBezTo>
                <a:lnTo>
                  <a:pt x="10561803" y="3649291"/>
                </a:lnTo>
                <a:cubicBezTo>
                  <a:pt x="10561803" y="3950735"/>
                  <a:pt x="10317434" y="4195104"/>
                  <a:pt x="10015990" y="4195104"/>
                </a:cubicBezTo>
                <a:lnTo>
                  <a:pt x="0" y="4195104"/>
                </a:lnTo>
              </a:path>
            </a:pathLst>
          </a:custGeom>
          <a:no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圆角矩形 4"/>
          <p:cNvSpPr/>
          <p:nvPr/>
        </p:nvSpPr>
        <p:spPr>
          <a:xfrm>
            <a:off x="879829" y="1434185"/>
            <a:ext cx="5216171" cy="411564"/>
          </a:xfrm>
          <a:prstGeom prst="roundRect">
            <a:avLst/>
          </a:prstGeom>
          <a:solidFill>
            <a:schemeClr val="accent3"/>
          </a:solidFill>
          <a:ln w="31750" cmpd="sng">
            <a:solidFill>
              <a:schemeClr val="accent3"/>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a:spLocks/>
          </p:cNvSpPr>
          <p:nvPr/>
        </p:nvSpPr>
        <p:spPr>
          <a:xfrm>
            <a:off x="849992" y="358563"/>
            <a:ext cx="5533571" cy="76944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3"/>
                </a:solidFill>
              </a:rPr>
              <a:t>人格论</a:t>
            </a:r>
            <a:endParaRPr lang="en-US" altLang="zh-CN" dirty="0" smtClean="0">
              <a:solidFill>
                <a:schemeClr val="accent3"/>
              </a:solidFill>
            </a:endParaRPr>
          </a:p>
          <a:p>
            <a:r>
              <a:rPr lang="zh-CN" altLang="en-US" sz="2400" dirty="0" smtClean="0">
                <a:solidFill>
                  <a:schemeClr val="accent4"/>
                </a:solidFill>
              </a:rPr>
              <a:t>关键</a:t>
            </a:r>
            <a:r>
              <a:rPr lang="zh-CN" altLang="en-US" sz="2400" dirty="0">
                <a:solidFill>
                  <a:schemeClr val="accent4"/>
                </a:solidFill>
              </a:rPr>
              <a:t>是拥有同</a:t>
            </a:r>
            <a:r>
              <a:rPr lang="zh-CN" altLang="en-US" sz="2400" dirty="0" smtClean="0">
                <a:solidFill>
                  <a:schemeClr val="accent4"/>
                </a:solidFill>
              </a:rPr>
              <a:t>一个人格</a:t>
            </a:r>
            <a:endParaRPr lang="zh-CN" altLang="en-US" sz="2400" dirty="0">
              <a:solidFill>
                <a:schemeClr val="accent4"/>
              </a:solidFill>
            </a:endParaRPr>
          </a:p>
          <a:p>
            <a:endParaRPr lang="zh-CN" altLang="en-US" sz="2400" dirty="0">
              <a:solidFill>
                <a:schemeClr val="accent4"/>
              </a:solidFill>
            </a:endParaRPr>
          </a:p>
        </p:txBody>
      </p:sp>
      <p:sp>
        <p:nvSpPr>
          <p:cNvPr id="7" name="矩形 6"/>
          <p:cNvSpPr/>
          <p:nvPr/>
        </p:nvSpPr>
        <p:spPr>
          <a:xfrm>
            <a:off x="846876" y="1438232"/>
            <a:ext cx="6185750" cy="3034677"/>
          </a:xfrm>
          <a:prstGeom prst="rect">
            <a:avLst/>
          </a:prstGeom>
        </p:spPr>
        <p:txBody>
          <a:bodyPr wrap="square">
            <a:spAutoFit/>
          </a:bodyPr>
          <a:lstStyle/>
          <a:p>
            <a:pPr lvl="0">
              <a:spcBef>
                <a:spcPts val="1200"/>
              </a:spcBef>
            </a:pPr>
            <a:r>
              <a:rPr lang="zh-CN" altLang="en-US" sz="2000" b="1" dirty="0" smtClean="0">
                <a:solidFill>
                  <a:schemeClr val="bg1"/>
                </a:solidFill>
              </a:rPr>
              <a:t>问题：复制</a:t>
            </a:r>
            <a:endParaRPr lang="en-US" altLang="zh-CN" sz="2000" b="1" dirty="0" smtClean="0">
              <a:solidFill>
                <a:schemeClr val="bg1"/>
              </a:solidFill>
            </a:endParaRPr>
          </a:p>
          <a:p>
            <a:pPr lvl="0">
              <a:lnSpc>
                <a:spcPct val="120000"/>
              </a:lnSpc>
              <a:spcBef>
                <a:spcPts val="1200"/>
              </a:spcBef>
            </a:pPr>
            <a:r>
              <a:rPr lang="zh-CN" altLang="en-US" dirty="0"/>
              <a:t>所谓人格，就是人的记忆、信念、目标、思维方式、行为模式等等东西的总和。</a:t>
            </a:r>
            <a:r>
              <a:rPr lang="zh-CN" altLang="en-US" b="1" dirty="0"/>
              <a:t>人格是会变化的，但只要它是渐进变化的，我们一般认为变化前后的人格是同一个</a:t>
            </a:r>
            <a:r>
              <a:rPr lang="zh-CN" altLang="en-US" dirty="0"/>
              <a:t>（否则每个人活不过几秒）</a:t>
            </a:r>
            <a:r>
              <a:rPr lang="zh-CN" altLang="en-US" dirty="0" smtClean="0"/>
              <a:t>。</a:t>
            </a:r>
            <a:endParaRPr lang="en-US" altLang="zh-CN" dirty="0" smtClean="0"/>
          </a:p>
          <a:p>
            <a:pPr lvl="0">
              <a:lnSpc>
                <a:spcPct val="120000"/>
              </a:lnSpc>
              <a:spcBef>
                <a:spcPts val="1200"/>
              </a:spcBef>
            </a:pPr>
            <a:r>
              <a:rPr lang="zh-CN" altLang="en-US" dirty="0" smtClean="0"/>
              <a:t>但是即便如此，人格也面临复制的问题。同样是超验骇客的例子，我将德普的大脑数据复制进两个电脑</a:t>
            </a:r>
            <a:r>
              <a:rPr lang="en-US" altLang="zh-CN" dirty="0" smtClean="0"/>
              <a:t>A</a:t>
            </a:r>
            <a:r>
              <a:rPr lang="zh-CN" altLang="en-US" dirty="0" smtClean="0"/>
              <a:t>和电脑</a:t>
            </a:r>
            <a:r>
              <a:rPr lang="en-US" altLang="zh-CN" dirty="0" smtClean="0"/>
              <a:t>B</a:t>
            </a:r>
            <a:r>
              <a:rPr lang="zh-CN" altLang="en-US" dirty="0" smtClean="0"/>
              <a:t>内。此时哪一个电脑里的人格是德普呢？</a:t>
            </a:r>
            <a:endParaRPr lang="en-US" altLang="zh-CN" dirty="0"/>
          </a:p>
        </p:txBody>
      </p:sp>
      <p:grpSp>
        <p:nvGrpSpPr>
          <p:cNvPr id="15" name="组合 14"/>
          <p:cNvGrpSpPr/>
          <p:nvPr/>
        </p:nvGrpSpPr>
        <p:grpSpPr>
          <a:xfrm>
            <a:off x="7898233" y="2272800"/>
            <a:ext cx="3024839" cy="1193186"/>
            <a:chOff x="8246015" y="2388318"/>
            <a:chExt cx="3024839" cy="1193186"/>
          </a:xfrm>
        </p:grpSpPr>
        <p:sp>
          <p:nvSpPr>
            <p:cNvPr id="13" name="任意多边形 12"/>
            <p:cNvSpPr/>
            <p:nvPr/>
          </p:nvSpPr>
          <p:spPr>
            <a:xfrm>
              <a:off x="8246015" y="2388318"/>
              <a:ext cx="1378919" cy="1193186"/>
            </a:xfrm>
            <a:custGeom>
              <a:avLst/>
              <a:gdLst>
                <a:gd name="connsiteX0" fmla="*/ 163666 w 1645920"/>
                <a:gd name="connsiteY0" fmla="*/ 163666 h 1424223"/>
                <a:gd name="connsiteX1" fmla="*/ 163666 w 1645920"/>
                <a:gd name="connsiteY1" fmla="*/ 1023784 h 1424223"/>
                <a:gd name="connsiteX2" fmla="*/ 1482254 w 1645920"/>
                <a:gd name="connsiteY2" fmla="*/ 1023784 h 1424223"/>
                <a:gd name="connsiteX3" fmla="*/ 1482254 w 1645920"/>
                <a:gd name="connsiteY3" fmla="*/ 163666 h 1424223"/>
                <a:gd name="connsiteX4" fmla="*/ 0 w 1645920"/>
                <a:gd name="connsiteY4" fmla="*/ 0 h 1424223"/>
                <a:gd name="connsiteX5" fmla="*/ 1645920 w 1645920"/>
                <a:gd name="connsiteY5" fmla="*/ 0 h 1424223"/>
                <a:gd name="connsiteX6" fmla="*/ 1645920 w 1645920"/>
                <a:gd name="connsiteY6" fmla="*/ 1187450 h 1424223"/>
                <a:gd name="connsiteX7" fmla="*/ 1147691 w 1645920"/>
                <a:gd name="connsiteY7" fmla="*/ 1187450 h 1424223"/>
                <a:gd name="connsiteX8" fmla="*/ 1147691 w 1645920"/>
                <a:gd name="connsiteY8" fmla="*/ 1353704 h 1424223"/>
                <a:gd name="connsiteX9" fmla="*/ 1450419 w 1645920"/>
                <a:gd name="connsiteY9" fmla="*/ 1353704 h 1424223"/>
                <a:gd name="connsiteX10" fmla="*/ 1450419 w 1645920"/>
                <a:gd name="connsiteY10" fmla="*/ 1424223 h 1424223"/>
                <a:gd name="connsiteX11" fmla="*/ 195501 w 1645920"/>
                <a:gd name="connsiteY11" fmla="*/ 1424223 h 1424223"/>
                <a:gd name="connsiteX12" fmla="*/ 195501 w 1645920"/>
                <a:gd name="connsiteY12" fmla="*/ 1353704 h 1424223"/>
                <a:gd name="connsiteX13" fmla="*/ 498229 w 1645920"/>
                <a:gd name="connsiteY13" fmla="*/ 1353704 h 1424223"/>
                <a:gd name="connsiteX14" fmla="*/ 498229 w 1645920"/>
                <a:gd name="connsiteY14" fmla="*/ 1187450 h 1424223"/>
                <a:gd name="connsiteX15" fmla="*/ 0 w 1645920"/>
                <a:gd name="connsiteY15" fmla="*/ 1187450 h 142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45920" h="1424223">
                  <a:moveTo>
                    <a:pt x="163666" y="163666"/>
                  </a:moveTo>
                  <a:lnTo>
                    <a:pt x="163666" y="1023784"/>
                  </a:lnTo>
                  <a:lnTo>
                    <a:pt x="1482254" y="1023784"/>
                  </a:lnTo>
                  <a:lnTo>
                    <a:pt x="1482254" y="163666"/>
                  </a:lnTo>
                  <a:close/>
                  <a:moveTo>
                    <a:pt x="0" y="0"/>
                  </a:moveTo>
                  <a:lnTo>
                    <a:pt x="1645920" y="0"/>
                  </a:lnTo>
                  <a:lnTo>
                    <a:pt x="1645920" y="1187450"/>
                  </a:lnTo>
                  <a:lnTo>
                    <a:pt x="1147691" y="1187450"/>
                  </a:lnTo>
                  <a:lnTo>
                    <a:pt x="1147691" y="1353704"/>
                  </a:lnTo>
                  <a:lnTo>
                    <a:pt x="1450419" y="1353704"/>
                  </a:lnTo>
                  <a:lnTo>
                    <a:pt x="1450419" y="1424223"/>
                  </a:lnTo>
                  <a:lnTo>
                    <a:pt x="195501" y="1424223"/>
                  </a:lnTo>
                  <a:lnTo>
                    <a:pt x="195501" y="1353704"/>
                  </a:lnTo>
                  <a:lnTo>
                    <a:pt x="498229" y="1353704"/>
                  </a:lnTo>
                  <a:lnTo>
                    <a:pt x="498229" y="1187450"/>
                  </a:lnTo>
                  <a:lnTo>
                    <a:pt x="0" y="1187450"/>
                  </a:lnTo>
                  <a:close/>
                </a:path>
              </a:pathLst>
            </a:custGeom>
            <a:solidFill>
              <a:schemeClr val="accent3"/>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b="1" dirty="0" smtClean="0">
                <a:solidFill>
                  <a:schemeClr val="tx1"/>
                </a:solidFill>
              </a:endParaRPr>
            </a:p>
          </p:txBody>
        </p:sp>
        <p:sp>
          <p:nvSpPr>
            <p:cNvPr id="14" name="任意多边形 13"/>
            <p:cNvSpPr/>
            <p:nvPr/>
          </p:nvSpPr>
          <p:spPr>
            <a:xfrm>
              <a:off x="9891935" y="2388318"/>
              <a:ext cx="1378919" cy="1193186"/>
            </a:xfrm>
            <a:custGeom>
              <a:avLst/>
              <a:gdLst>
                <a:gd name="connsiteX0" fmla="*/ 163666 w 1645920"/>
                <a:gd name="connsiteY0" fmla="*/ 163666 h 1424223"/>
                <a:gd name="connsiteX1" fmla="*/ 163666 w 1645920"/>
                <a:gd name="connsiteY1" fmla="*/ 1023784 h 1424223"/>
                <a:gd name="connsiteX2" fmla="*/ 1482254 w 1645920"/>
                <a:gd name="connsiteY2" fmla="*/ 1023784 h 1424223"/>
                <a:gd name="connsiteX3" fmla="*/ 1482254 w 1645920"/>
                <a:gd name="connsiteY3" fmla="*/ 163666 h 1424223"/>
                <a:gd name="connsiteX4" fmla="*/ 0 w 1645920"/>
                <a:gd name="connsiteY4" fmla="*/ 0 h 1424223"/>
                <a:gd name="connsiteX5" fmla="*/ 1645920 w 1645920"/>
                <a:gd name="connsiteY5" fmla="*/ 0 h 1424223"/>
                <a:gd name="connsiteX6" fmla="*/ 1645920 w 1645920"/>
                <a:gd name="connsiteY6" fmla="*/ 1187450 h 1424223"/>
                <a:gd name="connsiteX7" fmla="*/ 1147691 w 1645920"/>
                <a:gd name="connsiteY7" fmla="*/ 1187450 h 1424223"/>
                <a:gd name="connsiteX8" fmla="*/ 1147691 w 1645920"/>
                <a:gd name="connsiteY8" fmla="*/ 1353704 h 1424223"/>
                <a:gd name="connsiteX9" fmla="*/ 1450419 w 1645920"/>
                <a:gd name="connsiteY9" fmla="*/ 1353704 h 1424223"/>
                <a:gd name="connsiteX10" fmla="*/ 1450419 w 1645920"/>
                <a:gd name="connsiteY10" fmla="*/ 1424223 h 1424223"/>
                <a:gd name="connsiteX11" fmla="*/ 195501 w 1645920"/>
                <a:gd name="connsiteY11" fmla="*/ 1424223 h 1424223"/>
                <a:gd name="connsiteX12" fmla="*/ 195501 w 1645920"/>
                <a:gd name="connsiteY12" fmla="*/ 1353704 h 1424223"/>
                <a:gd name="connsiteX13" fmla="*/ 498229 w 1645920"/>
                <a:gd name="connsiteY13" fmla="*/ 1353704 h 1424223"/>
                <a:gd name="connsiteX14" fmla="*/ 498229 w 1645920"/>
                <a:gd name="connsiteY14" fmla="*/ 1187450 h 1424223"/>
                <a:gd name="connsiteX15" fmla="*/ 0 w 1645920"/>
                <a:gd name="connsiteY15" fmla="*/ 1187450 h 142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45920" h="1424223">
                  <a:moveTo>
                    <a:pt x="163666" y="163666"/>
                  </a:moveTo>
                  <a:lnTo>
                    <a:pt x="163666" y="1023784"/>
                  </a:lnTo>
                  <a:lnTo>
                    <a:pt x="1482254" y="1023784"/>
                  </a:lnTo>
                  <a:lnTo>
                    <a:pt x="1482254" y="163666"/>
                  </a:lnTo>
                  <a:close/>
                  <a:moveTo>
                    <a:pt x="0" y="0"/>
                  </a:moveTo>
                  <a:lnTo>
                    <a:pt x="1645920" y="0"/>
                  </a:lnTo>
                  <a:lnTo>
                    <a:pt x="1645920" y="1187450"/>
                  </a:lnTo>
                  <a:lnTo>
                    <a:pt x="1147691" y="1187450"/>
                  </a:lnTo>
                  <a:lnTo>
                    <a:pt x="1147691" y="1353704"/>
                  </a:lnTo>
                  <a:lnTo>
                    <a:pt x="1450419" y="1353704"/>
                  </a:lnTo>
                  <a:lnTo>
                    <a:pt x="1450419" y="1424223"/>
                  </a:lnTo>
                  <a:lnTo>
                    <a:pt x="195501" y="1424223"/>
                  </a:lnTo>
                  <a:lnTo>
                    <a:pt x="195501" y="1353704"/>
                  </a:lnTo>
                  <a:lnTo>
                    <a:pt x="498229" y="1353704"/>
                  </a:lnTo>
                  <a:lnTo>
                    <a:pt x="498229" y="1187450"/>
                  </a:lnTo>
                  <a:lnTo>
                    <a:pt x="0" y="1187450"/>
                  </a:lnTo>
                  <a:close/>
                </a:path>
              </a:pathLst>
            </a:custGeom>
            <a:solidFill>
              <a:schemeClr val="accent3"/>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grpSp>
      <p:sp>
        <p:nvSpPr>
          <p:cNvPr id="16" name="矩形 15"/>
          <p:cNvSpPr/>
          <p:nvPr/>
        </p:nvSpPr>
        <p:spPr>
          <a:xfrm>
            <a:off x="8170199" y="2601661"/>
            <a:ext cx="817853" cy="369332"/>
          </a:xfrm>
          <a:prstGeom prst="rect">
            <a:avLst/>
          </a:prstGeom>
        </p:spPr>
        <p:txBody>
          <a:bodyPr wrap="none">
            <a:spAutoFit/>
          </a:bodyPr>
          <a:lstStyle/>
          <a:p>
            <a:r>
              <a:rPr lang="zh-CN" altLang="en-US" b="1" dirty="0">
                <a:solidFill>
                  <a:schemeClr val="accent3"/>
                </a:solidFill>
              </a:rPr>
              <a:t>德普</a:t>
            </a:r>
            <a:r>
              <a:rPr lang="en-US" altLang="zh-CN" b="1" dirty="0">
                <a:solidFill>
                  <a:schemeClr val="accent3"/>
                </a:solidFill>
              </a:rPr>
              <a:t>A</a:t>
            </a:r>
          </a:p>
        </p:txBody>
      </p:sp>
      <p:sp>
        <p:nvSpPr>
          <p:cNvPr id="17" name="矩形 16"/>
          <p:cNvSpPr/>
          <p:nvPr/>
        </p:nvSpPr>
        <p:spPr>
          <a:xfrm>
            <a:off x="9824685" y="2601661"/>
            <a:ext cx="779381" cy="369332"/>
          </a:xfrm>
          <a:prstGeom prst="rect">
            <a:avLst/>
          </a:prstGeom>
        </p:spPr>
        <p:txBody>
          <a:bodyPr wrap="none">
            <a:spAutoFit/>
          </a:bodyPr>
          <a:lstStyle/>
          <a:p>
            <a:r>
              <a:rPr lang="zh-CN" altLang="en-US" b="1" dirty="0">
                <a:solidFill>
                  <a:schemeClr val="accent3"/>
                </a:solidFill>
              </a:rPr>
              <a:t>德</a:t>
            </a:r>
            <a:r>
              <a:rPr lang="zh-CN" altLang="en-US" b="1" dirty="0" smtClean="0">
                <a:solidFill>
                  <a:schemeClr val="accent3"/>
                </a:solidFill>
              </a:rPr>
              <a:t>普</a:t>
            </a:r>
            <a:r>
              <a:rPr lang="en-US" altLang="zh-CN" b="1" dirty="0" smtClean="0">
                <a:solidFill>
                  <a:schemeClr val="accent3"/>
                </a:solidFill>
              </a:rPr>
              <a:t>B</a:t>
            </a:r>
            <a:endParaRPr lang="en-US" altLang="zh-CN" b="1" dirty="0">
              <a:solidFill>
                <a:schemeClr val="accent3"/>
              </a:solidFill>
            </a:endParaRPr>
          </a:p>
        </p:txBody>
      </p:sp>
      <p:grpSp>
        <p:nvGrpSpPr>
          <p:cNvPr id="18" name="组合 17"/>
          <p:cNvGrpSpPr/>
          <p:nvPr/>
        </p:nvGrpSpPr>
        <p:grpSpPr>
          <a:xfrm>
            <a:off x="0" y="6348742"/>
            <a:ext cx="7482177" cy="151305"/>
            <a:chOff x="-788105" y="911825"/>
            <a:chExt cx="7544392" cy="151305"/>
          </a:xfrm>
          <a:solidFill>
            <a:schemeClr val="tx1">
              <a:lumMod val="95000"/>
              <a:lumOff val="5000"/>
            </a:schemeClr>
          </a:solidFill>
        </p:grpSpPr>
        <p:cxnSp>
          <p:nvCxnSpPr>
            <p:cNvPr id="19" name="直接连接符 18"/>
            <p:cNvCxnSpPr/>
            <p:nvPr/>
          </p:nvCxnSpPr>
          <p:spPr>
            <a:xfrm flipH="1">
              <a:off x="-788105" y="1063130"/>
              <a:ext cx="6644395"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标题 1"/>
          <p:cNvSpPr txBox="1">
            <a:spLocks/>
          </p:cNvSpPr>
          <p:nvPr/>
        </p:nvSpPr>
        <p:spPr>
          <a:xfrm>
            <a:off x="838200" y="5715423"/>
            <a:ext cx="10515600" cy="769441"/>
          </a:xfrm>
          <a:prstGeom prst="rect">
            <a:avLst/>
          </a:prstGeom>
        </p:spPr>
        <p:txBody>
          <a:bodyPr/>
          <a:lst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a:lstStyle>
          <a:p>
            <a:r>
              <a:rPr lang="zh-CN" altLang="en-US" dirty="0" smtClean="0">
                <a:solidFill>
                  <a:schemeClr val="accent4"/>
                </a:solidFill>
              </a:rPr>
              <a:t>你会</a:t>
            </a:r>
            <a:r>
              <a:rPr lang="zh-CN" altLang="en-US" dirty="0" smtClean="0">
                <a:solidFill>
                  <a:schemeClr val="accent3"/>
                </a:solidFill>
              </a:rPr>
              <a:t>选择</a:t>
            </a:r>
            <a:r>
              <a:rPr lang="zh-CN" altLang="en-US" dirty="0" smtClean="0">
                <a:solidFill>
                  <a:schemeClr val="accent4"/>
                </a:solidFill>
              </a:rPr>
              <a:t>哪种存活论？</a:t>
            </a:r>
            <a:endParaRPr lang="zh-CN" altLang="en-US" dirty="0">
              <a:solidFill>
                <a:schemeClr val="accent4"/>
              </a:solidFill>
            </a:endParaRPr>
          </a:p>
        </p:txBody>
      </p:sp>
      <p:sp>
        <p:nvSpPr>
          <p:cNvPr id="30" name="矩形 29"/>
          <p:cNvSpPr/>
          <p:nvPr/>
        </p:nvSpPr>
        <p:spPr>
          <a:xfrm>
            <a:off x="854071" y="4859436"/>
            <a:ext cx="10732694" cy="307777"/>
          </a:xfrm>
          <a:prstGeom prst="rect">
            <a:avLst/>
          </a:prstGeom>
          <a:noFill/>
          <a:ln>
            <a:noFill/>
          </a:ln>
        </p:spPr>
        <p:txBody>
          <a:bodyPr wrap="square">
            <a:spAutoFit/>
          </a:bodyPr>
          <a:lstStyle/>
          <a:p>
            <a:r>
              <a:rPr lang="zh-CN" altLang="en-US" sz="1400" dirty="0">
                <a:solidFill>
                  <a:schemeClr val="accent3"/>
                </a:solidFill>
              </a:rPr>
              <a:t>注</a:t>
            </a:r>
            <a:r>
              <a:rPr lang="zh-CN" altLang="en-US" sz="1400" dirty="0" smtClean="0">
                <a:solidFill>
                  <a:schemeClr val="accent3"/>
                </a:solidFill>
              </a:rPr>
              <a:t>：即便灵魂存在，肉体或人格也可以是个人同一性的关键。</a:t>
            </a:r>
            <a:endParaRPr lang="zh-CN" altLang="en-US" sz="1400" dirty="0">
              <a:solidFill>
                <a:schemeClr val="accent3"/>
              </a:solidFill>
            </a:endParaRPr>
          </a:p>
        </p:txBody>
      </p:sp>
    </p:spTree>
    <p:extLst>
      <p:ext uri="{BB962C8B-B14F-4D97-AF65-F5344CB8AC3E}">
        <p14:creationId xmlns:p14="http://schemas.microsoft.com/office/powerpoint/2010/main" val="8642866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a:xfrm>
            <a:off x="838200" y="0"/>
            <a:ext cx="9305119" cy="1754326"/>
          </a:xfrm>
        </p:spPr>
        <p:txBody>
          <a:bodyPr/>
          <a:lstStyle/>
          <a:p>
            <a:pPr marL="0" marR="0" lvl="0" indent="0" rtl="0">
              <a:lnSpc>
                <a:spcPct val="120000"/>
              </a:lnSpc>
              <a:buNone/>
            </a:pPr>
            <a:r>
              <a:rPr lang="zh-CN" altLang="en-US" sz="3600" b="1" dirty="0">
                <a:solidFill>
                  <a:schemeClr val="accent3"/>
                </a:solidFill>
              </a:rPr>
              <a:t>让</a:t>
            </a:r>
            <a:r>
              <a:rPr lang="zh-CN" altLang="en-US" sz="3600" b="1" dirty="0" smtClean="0">
                <a:solidFill>
                  <a:schemeClr val="accent3"/>
                </a:solidFill>
              </a:rPr>
              <a:t>我们做一个思想</a:t>
            </a:r>
            <a:r>
              <a:rPr lang="zh-CN" altLang="en-US" sz="3600" b="1" dirty="0">
                <a:solidFill>
                  <a:schemeClr val="accent3"/>
                </a:solidFill>
              </a:rPr>
              <a:t>实验</a:t>
            </a:r>
            <a:r>
              <a:rPr lang="zh-CN" altLang="en-US" sz="3600" b="1" dirty="0" smtClean="0">
                <a:solidFill>
                  <a:schemeClr val="accent3"/>
                </a:solidFill>
              </a:rPr>
              <a:t>：</a:t>
            </a:r>
            <a:endParaRPr lang="en-US" altLang="zh-CN" sz="3600" b="1" dirty="0" smtClean="0">
              <a:solidFill>
                <a:schemeClr val="accent3"/>
              </a:solidFill>
            </a:endParaRPr>
          </a:p>
          <a:p>
            <a:pPr marL="0" marR="0" lvl="0" indent="0" rtl="0">
              <a:lnSpc>
                <a:spcPct val="120000"/>
              </a:lnSpc>
              <a:buNone/>
            </a:pPr>
            <a:r>
              <a:rPr lang="zh-CN" altLang="en-US" sz="2400" dirty="0" smtClean="0">
                <a:solidFill>
                  <a:schemeClr val="tx1"/>
                </a:solidFill>
              </a:rPr>
              <a:t>对于</a:t>
            </a:r>
            <a:r>
              <a:rPr lang="zh-CN" altLang="en-US" sz="2400" dirty="0">
                <a:solidFill>
                  <a:schemeClr val="tx1"/>
                </a:solidFill>
              </a:rPr>
              <a:t>物理主义者来说，已经有技术可以保证每个人在</a:t>
            </a:r>
            <a:r>
              <a:rPr lang="zh-CN" altLang="en-US" sz="2400" dirty="0" smtClean="0">
                <a:solidFill>
                  <a:schemeClr val="tx1"/>
                </a:solidFill>
              </a:rPr>
              <a:t>死后存活</a:t>
            </a:r>
            <a:r>
              <a:rPr lang="zh-CN" altLang="en-US" sz="2400" dirty="0">
                <a:solidFill>
                  <a:schemeClr val="tx1"/>
                </a:solidFill>
              </a:rPr>
              <a:t>下来</a:t>
            </a:r>
            <a:r>
              <a:rPr lang="zh-CN" altLang="en-US" sz="2400" dirty="0" smtClean="0">
                <a:solidFill>
                  <a:schemeClr val="tx1"/>
                </a:solidFill>
              </a:rPr>
              <a:t>。</a:t>
            </a:r>
            <a:endParaRPr lang="en-US" altLang="zh-CN" sz="2400" dirty="0" smtClean="0">
              <a:solidFill>
                <a:schemeClr val="tx1"/>
              </a:solidFill>
            </a:endParaRPr>
          </a:p>
          <a:p>
            <a:pPr marL="0" marR="0" lvl="0" indent="0" rtl="0">
              <a:lnSpc>
                <a:spcPct val="120000"/>
              </a:lnSpc>
              <a:buNone/>
            </a:pPr>
            <a:r>
              <a:rPr lang="zh-CN" altLang="en-US" sz="2400" dirty="0" smtClean="0">
                <a:solidFill>
                  <a:schemeClr val="tx1"/>
                </a:solidFill>
              </a:rPr>
              <a:t>但是</a:t>
            </a:r>
            <a:r>
              <a:rPr lang="zh-CN" altLang="en-US" sz="2400" dirty="0">
                <a:solidFill>
                  <a:schemeClr val="tx1"/>
                </a:solidFill>
              </a:rPr>
              <a:t>为了存活下来，</a:t>
            </a:r>
            <a:r>
              <a:rPr lang="zh-CN" altLang="en-US" sz="2400" b="1" dirty="0">
                <a:solidFill>
                  <a:schemeClr val="accent4"/>
                </a:solidFill>
              </a:rPr>
              <a:t>必须要选择以下两种方式中的一</a:t>
            </a:r>
            <a:r>
              <a:rPr lang="zh-CN" altLang="en-US" sz="2400" b="1" dirty="0" smtClean="0">
                <a:solidFill>
                  <a:schemeClr val="accent4"/>
                </a:solidFill>
              </a:rPr>
              <a:t>种，你会选择哪种存活方式呢？</a:t>
            </a:r>
            <a:endParaRPr lang="zh-CN" altLang="en-US" sz="2400" b="1" dirty="0">
              <a:solidFill>
                <a:schemeClr val="accent4"/>
              </a:solidFill>
            </a:endParaRPr>
          </a:p>
        </p:txBody>
      </p:sp>
      <p:sp>
        <p:nvSpPr>
          <p:cNvPr id="10" name="矩形 9"/>
          <p:cNvSpPr/>
          <p:nvPr/>
        </p:nvSpPr>
        <p:spPr>
          <a:xfrm>
            <a:off x="1921429" y="5330993"/>
            <a:ext cx="3051174" cy="738664"/>
          </a:xfrm>
          <a:prstGeom prst="rect">
            <a:avLst/>
          </a:prstGeom>
        </p:spPr>
        <p:txBody>
          <a:bodyPr wrap="square">
            <a:spAutoFit/>
          </a:bodyPr>
          <a:lstStyle/>
          <a:p>
            <a:pPr algn="ctr"/>
            <a:r>
              <a:rPr lang="zh-CN" altLang="en-US" sz="2400" b="1" dirty="0" smtClean="0">
                <a:solidFill>
                  <a:schemeClr val="accent3"/>
                </a:solidFill>
              </a:rPr>
              <a:t>保留肉体，丧失人格</a:t>
            </a:r>
            <a:endParaRPr lang="en-US" altLang="zh-CN" sz="2400" b="1" dirty="0" smtClean="0">
              <a:solidFill>
                <a:schemeClr val="accent3"/>
              </a:solidFill>
            </a:endParaRPr>
          </a:p>
          <a:p>
            <a:pPr algn="ctr"/>
            <a:r>
              <a:rPr lang="zh-CN" altLang="en-US" dirty="0" smtClean="0"/>
              <a:t>作为植物人或人</a:t>
            </a:r>
            <a:r>
              <a:rPr lang="zh-CN" altLang="en-US" dirty="0"/>
              <a:t>偶活</a:t>
            </a:r>
            <a:r>
              <a:rPr lang="zh-CN" altLang="en-US" dirty="0" smtClean="0"/>
              <a:t>下来</a:t>
            </a:r>
            <a:endParaRPr lang="zh-CN" altLang="en-US" dirty="0"/>
          </a:p>
        </p:txBody>
      </p:sp>
      <p:sp>
        <p:nvSpPr>
          <p:cNvPr id="11" name="矩形 10"/>
          <p:cNvSpPr/>
          <p:nvPr/>
        </p:nvSpPr>
        <p:spPr>
          <a:xfrm>
            <a:off x="6724058" y="5330993"/>
            <a:ext cx="3904343" cy="738664"/>
          </a:xfrm>
          <a:prstGeom prst="rect">
            <a:avLst/>
          </a:prstGeom>
        </p:spPr>
        <p:txBody>
          <a:bodyPr wrap="square">
            <a:spAutoFit/>
          </a:bodyPr>
          <a:lstStyle/>
          <a:p>
            <a:pPr algn="ctr"/>
            <a:r>
              <a:rPr lang="zh-CN" altLang="en-US" sz="2400" b="1" dirty="0">
                <a:solidFill>
                  <a:schemeClr val="accent3"/>
                </a:solidFill>
              </a:rPr>
              <a:t>保留</a:t>
            </a:r>
            <a:r>
              <a:rPr lang="zh-CN" altLang="en-US" sz="2400" b="1" dirty="0" smtClean="0">
                <a:solidFill>
                  <a:schemeClr val="accent3"/>
                </a:solidFill>
              </a:rPr>
              <a:t>人格，丧失肉体</a:t>
            </a:r>
            <a:endParaRPr lang="en-US" altLang="zh-CN" sz="2400" b="1" dirty="0">
              <a:solidFill>
                <a:schemeClr val="accent3"/>
              </a:solidFill>
            </a:endParaRPr>
          </a:p>
          <a:p>
            <a:pPr algn="ctr"/>
            <a:r>
              <a:rPr lang="zh-CN" altLang="en-US" dirty="0" smtClean="0"/>
              <a:t>换</a:t>
            </a:r>
            <a:r>
              <a:rPr lang="zh-CN" altLang="en-US" dirty="0"/>
              <a:t>一副</a:t>
            </a:r>
            <a:r>
              <a:rPr lang="zh-CN" altLang="en-US" dirty="0" smtClean="0"/>
              <a:t>的肉体或被</a:t>
            </a:r>
            <a:r>
              <a:rPr lang="zh-CN" altLang="en-US" dirty="0"/>
              <a:t>存储在电脑</a:t>
            </a:r>
            <a:r>
              <a:rPr lang="zh-CN" altLang="en-US" dirty="0" smtClean="0"/>
              <a:t>内</a:t>
            </a:r>
            <a:endParaRPr lang="zh-CN" altLang="en-US" dirty="0"/>
          </a:p>
        </p:txBody>
      </p:sp>
      <p:grpSp>
        <p:nvGrpSpPr>
          <p:cNvPr id="36" name="组合 35"/>
          <p:cNvGrpSpPr/>
          <p:nvPr/>
        </p:nvGrpSpPr>
        <p:grpSpPr>
          <a:xfrm>
            <a:off x="2720194" y="2852738"/>
            <a:ext cx="1879752" cy="2064371"/>
            <a:chOff x="5135842" y="4420469"/>
            <a:chExt cx="1920316" cy="2108919"/>
          </a:xfrm>
        </p:grpSpPr>
        <p:grpSp>
          <p:nvGrpSpPr>
            <p:cNvPr id="24" name="组合 23"/>
            <p:cNvGrpSpPr/>
            <p:nvPr/>
          </p:nvGrpSpPr>
          <p:grpSpPr>
            <a:xfrm>
              <a:off x="5635214" y="4420469"/>
              <a:ext cx="515186" cy="2108918"/>
              <a:chOff x="10106608" y="4420469"/>
              <a:chExt cx="515186" cy="2108918"/>
            </a:xfrm>
          </p:grpSpPr>
          <p:grpSp>
            <p:nvGrpSpPr>
              <p:cNvPr id="30" name="组合 29"/>
              <p:cNvGrpSpPr/>
              <p:nvPr/>
            </p:nvGrpSpPr>
            <p:grpSpPr>
              <a:xfrm>
                <a:off x="10181632" y="4420469"/>
                <a:ext cx="440162" cy="2108918"/>
                <a:chOff x="10181632" y="4343073"/>
                <a:chExt cx="440162" cy="2108918"/>
              </a:xfrm>
            </p:grpSpPr>
            <p:cxnSp>
              <p:nvCxnSpPr>
                <p:cNvPr id="33" name="直接连接符 32"/>
                <p:cNvCxnSpPr/>
                <p:nvPr/>
              </p:nvCxnSpPr>
              <p:spPr>
                <a:xfrm>
                  <a:off x="10602745" y="4343073"/>
                  <a:ext cx="0" cy="21089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0181632" y="4343073"/>
                  <a:ext cx="44016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0253790" y="4343073"/>
                  <a:ext cx="0" cy="363547"/>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31" name="任意多边形 30"/>
              <p:cNvSpPr/>
              <p:nvPr/>
            </p:nvSpPr>
            <p:spPr>
              <a:xfrm>
                <a:off x="10106608" y="4960938"/>
                <a:ext cx="294364" cy="958850"/>
              </a:xfrm>
              <a:custGeom>
                <a:avLst/>
                <a:gdLst>
                  <a:gd name="connsiteX0" fmla="*/ 166923 w 294364"/>
                  <a:gd name="connsiteY0" fmla="*/ 0 h 958850"/>
                  <a:gd name="connsiteX1" fmla="*/ 1823 w 294364"/>
                  <a:gd name="connsiteY1" fmla="*/ 508000 h 958850"/>
                  <a:gd name="connsiteX2" fmla="*/ 262173 w 294364"/>
                  <a:gd name="connsiteY2" fmla="*/ 755650 h 958850"/>
                  <a:gd name="connsiteX3" fmla="*/ 281223 w 294364"/>
                  <a:gd name="connsiteY3" fmla="*/ 958850 h 958850"/>
                </a:gdLst>
                <a:ahLst/>
                <a:cxnLst>
                  <a:cxn ang="0">
                    <a:pos x="connsiteX0" y="connsiteY0"/>
                  </a:cxn>
                  <a:cxn ang="0">
                    <a:pos x="connsiteX1" y="connsiteY1"/>
                  </a:cxn>
                  <a:cxn ang="0">
                    <a:pos x="connsiteX2" y="connsiteY2"/>
                  </a:cxn>
                  <a:cxn ang="0">
                    <a:pos x="connsiteX3" y="connsiteY3"/>
                  </a:cxn>
                </a:cxnLst>
                <a:rect l="l" t="t" r="r" b="b"/>
                <a:pathLst>
                  <a:path w="294364" h="958850">
                    <a:moveTo>
                      <a:pt x="166923" y="0"/>
                    </a:moveTo>
                    <a:cubicBezTo>
                      <a:pt x="76435" y="191029"/>
                      <a:pt x="-14052" y="382058"/>
                      <a:pt x="1823" y="508000"/>
                    </a:cubicBezTo>
                    <a:cubicBezTo>
                      <a:pt x="17698" y="633942"/>
                      <a:pt x="215606" y="680508"/>
                      <a:pt x="262173" y="755650"/>
                    </a:cubicBezTo>
                    <a:cubicBezTo>
                      <a:pt x="308740" y="830792"/>
                      <a:pt x="294981" y="894821"/>
                      <a:pt x="281223" y="958850"/>
                    </a:cubicBezTo>
                  </a:path>
                </a:pathLst>
              </a:custGeom>
              <a:noFill/>
              <a:ln w="31750" cmpd="sng">
                <a:solidFill>
                  <a:schemeClr val="accent3"/>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10124500" y="4579725"/>
                <a:ext cx="258579" cy="404024"/>
              </a:xfrm>
              <a:custGeom>
                <a:avLst/>
                <a:gdLst>
                  <a:gd name="connsiteX0" fmla="*/ 78511 w 471055"/>
                  <a:gd name="connsiteY0" fmla="*/ 0 h 736014"/>
                  <a:gd name="connsiteX1" fmla="*/ 392544 w 471055"/>
                  <a:gd name="connsiteY1" fmla="*/ 0 h 736014"/>
                  <a:gd name="connsiteX2" fmla="*/ 471055 w 471055"/>
                  <a:gd name="connsiteY2" fmla="*/ 78511 h 736014"/>
                  <a:gd name="connsiteX3" fmla="*/ 471055 w 471055"/>
                  <a:gd name="connsiteY3" fmla="*/ 572653 h 736014"/>
                  <a:gd name="connsiteX4" fmla="*/ 392544 w 471055"/>
                  <a:gd name="connsiteY4" fmla="*/ 651164 h 736014"/>
                  <a:gd name="connsiteX5" fmla="*/ 296908 w 471055"/>
                  <a:gd name="connsiteY5" fmla="*/ 651164 h 736014"/>
                  <a:gd name="connsiteX6" fmla="*/ 296908 w 471055"/>
                  <a:gd name="connsiteY6" fmla="*/ 715553 h 736014"/>
                  <a:gd name="connsiteX7" fmla="*/ 276447 w 471055"/>
                  <a:gd name="connsiteY7" fmla="*/ 736014 h 736014"/>
                  <a:gd name="connsiteX8" fmla="*/ 194607 w 471055"/>
                  <a:gd name="connsiteY8" fmla="*/ 736014 h 736014"/>
                  <a:gd name="connsiteX9" fmla="*/ 174146 w 471055"/>
                  <a:gd name="connsiteY9" fmla="*/ 715553 h 736014"/>
                  <a:gd name="connsiteX10" fmla="*/ 174146 w 471055"/>
                  <a:gd name="connsiteY10" fmla="*/ 651164 h 736014"/>
                  <a:gd name="connsiteX11" fmla="*/ 78511 w 471055"/>
                  <a:gd name="connsiteY11" fmla="*/ 651164 h 736014"/>
                  <a:gd name="connsiteX12" fmla="*/ 0 w 471055"/>
                  <a:gd name="connsiteY12" fmla="*/ 572653 h 736014"/>
                  <a:gd name="connsiteX13" fmla="*/ 0 w 471055"/>
                  <a:gd name="connsiteY13" fmla="*/ 78511 h 736014"/>
                  <a:gd name="connsiteX14" fmla="*/ 78511 w 471055"/>
                  <a:gd name="connsiteY14" fmla="*/ 0 h 73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1055" h="736014">
                    <a:moveTo>
                      <a:pt x="78511" y="0"/>
                    </a:moveTo>
                    <a:lnTo>
                      <a:pt x="392544" y="0"/>
                    </a:lnTo>
                    <a:cubicBezTo>
                      <a:pt x="435904" y="0"/>
                      <a:pt x="471055" y="35151"/>
                      <a:pt x="471055" y="78511"/>
                    </a:cubicBezTo>
                    <a:lnTo>
                      <a:pt x="471055" y="572653"/>
                    </a:lnTo>
                    <a:cubicBezTo>
                      <a:pt x="471055" y="616013"/>
                      <a:pt x="435904" y="651164"/>
                      <a:pt x="392544" y="651164"/>
                    </a:cubicBezTo>
                    <a:lnTo>
                      <a:pt x="296908" y="651164"/>
                    </a:lnTo>
                    <a:lnTo>
                      <a:pt x="296908" y="715553"/>
                    </a:lnTo>
                    <a:cubicBezTo>
                      <a:pt x="296908" y="726853"/>
                      <a:pt x="287747" y="736014"/>
                      <a:pt x="276447" y="736014"/>
                    </a:cubicBezTo>
                    <a:lnTo>
                      <a:pt x="194607" y="736014"/>
                    </a:lnTo>
                    <a:cubicBezTo>
                      <a:pt x="183307" y="736014"/>
                      <a:pt x="174146" y="726853"/>
                      <a:pt x="174146" y="715553"/>
                    </a:cubicBezTo>
                    <a:lnTo>
                      <a:pt x="174146" y="651164"/>
                    </a:lnTo>
                    <a:lnTo>
                      <a:pt x="78511" y="651164"/>
                    </a:lnTo>
                    <a:cubicBezTo>
                      <a:pt x="35151" y="651164"/>
                      <a:pt x="0" y="616013"/>
                      <a:pt x="0" y="572653"/>
                    </a:cubicBezTo>
                    <a:lnTo>
                      <a:pt x="0" y="78511"/>
                    </a:lnTo>
                    <a:cubicBezTo>
                      <a:pt x="0" y="35151"/>
                      <a:pt x="35151" y="0"/>
                      <a:pt x="78511" y="0"/>
                    </a:cubicBezTo>
                    <a:close/>
                  </a:path>
                </a:pathLst>
              </a:custGeom>
              <a:solidFill>
                <a:schemeClr val="accent3"/>
              </a:solidFill>
              <a:ln w="31750" cmpd="sng">
                <a:solidFill>
                  <a:schemeClr val="accent3"/>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grpSp>
          <p:nvGrpSpPr>
            <p:cNvPr id="25" name="组合 24"/>
            <p:cNvGrpSpPr/>
            <p:nvPr/>
          </p:nvGrpSpPr>
          <p:grpSpPr>
            <a:xfrm>
              <a:off x="5135842" y="5293120"/>
              <a:ext cx="1920316" cy="1236268"/>
              <a:chOff x="8268715" y="4830703"/>
              <a:chExt cx="1920316" cy="1236268"/>
            </a:xfrm>
            <a:solidFill>
              <a:schemeClr val="accent3"/>
            </a:solidFill>
          </p:grpSpPr>
          <p:sp>
            <p:nvSpPr>
              <p:cNvPr id="26" name="任意多边形 25"/>
              <p:cNvSpPr/>
              <p:nvPr/>
            </p:nvSpPr>
            <p:spPr>
              <a:xfrm rot="5400000">
                <a:off x="8610739" y="4488679"/>
                <a:ext cx="1236268" cy="1920316"/>
              </a:xfrm>
              <a:custGeom>
                <a:avLst/>
                <a:gdLst>
                  <a:gd name="connsiteX0" fmla="*/ 0 w 1236268"/>
                  <a:gd name="connsiteY0" fmla="*/ 162998 h 1920316"/>
                  <a:gd name="connsiteX1" fmla="*/ 0 w 1236268"/>
                  <a:gd name="connsiteY1" fmla="*/ 0 h 1920316"/>
                  <a:gd name="connsiteX2" fmla="*/ 1236268 w 1236268"/>
                  <a:gd name="connsiteY2" fmla="*/ 0 h 1920316"/>
                  <a:gd name="connsiteX3" fmla="*/ 1236268 w 1236268"/>
                  <a:gd name="connsiteY3" fmla="*/ 162998 h 1920316"/>
                  <a:gd name="connsiteX4" fmla="*/ 854922 w 1236268"/>
                  <a:gd name="connsiteY4" fmla="*/ 162998 h 1920316"/>
                  <a:gd name="connsiteX5" fmla="*/ 854922 w 1236268"/>
                  <a:gd name="connsiteY5" fmla="*/ 1718722 h 1920316"/>
                  <a:gd name="connsiteX6" fmla="*/ 1236268 w 1236268"/>
                  <a:gd name="connsiteY6" fmla="*/ 1718722 h 1920316"/>
                  <a:gd name="connsiteX7" fmla="*/ 1236268 w 1236268"/>
                  <a:gd name="connsiteY7" fmla="*/ 1920316 h 1920316"/>
                  <a:gd name="connsiteX8" fmla="*/ 739182 w 1236268"/>
                  <a:gd name="connsiteY8" fmla="*/ 1920316 h 1920316"/>
                  <a:gd name="connsiteX9" fmla="*/ 739182 w 1236268"/>
                  <a:gd name="connsiteY9" fmla="*/ 1915781 h 1920316"/>
                  <a:gd name="connsiteX10" fmla="*/ 691926 w 1236268"/>
                  <a:gd name="connsiteY10" fmla="*/ 1915781 h 1920316"/>
                  <a:gd name="connsiteX11" fmla="*/ 691926 w 1236268"/>
                  <a:gd name="connsiteY11" fmla="*/ 162998 h 192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6268" h="1920316">
                    <a:moveTo>
                      <a:pt x="0" y="162998"/>
                    </a:moveTo>
                    <a:lnTo>
                      <a:pt x="0" y="0"/>
                    </a:lnTo>
                    <a:lnTo>
                      <a:pt x="1236268" y="0"/>
                    </a:lnTo>
                    <a:lnTo>
                      <a:pt x="1236268" y="162998"/>
                    </a:lnTo>
                    <a:lnTo>
                      <a:pt x="854922" y="162998"/>
                    </a:lnTo>
                    <a:lnTo>
                      <a:pt x="854922" y="1718722"/>
                    </a:lnTo>
                    <a:lnTo>
                      <a:pt x="1236268" y="1718722"/>
                    </a:lnTo>
                    <a:lnTo>
                      <a:pt x="1236268" y="1920316"/>
                    </a:lnTo>
                    <a:lnTo>
                      <a:pt x="739182" y="1920316"/>
                    </a:lnTo>
                    <a:lnTo>
                      <a:pt x="739182" y="1915781"/>
                    </a:lnTo>
                    <a:lnTo>
                      <a:pt x="691926" y="1915781"/>
                    </a:lnTo>
                    <a:lnTo>
                      <a:pt x="691926" y="16299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8350904" y="5218983"/>
                <a:ext cx="1280160" cy="452019"/>
              </a:xfrm>
              <a:prstGeom prst="roundRect">
                <a:avLst>
                  <a:gd name="adj" fmla="val 4912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9681029" y="5127323"/>
                <a:ext cx="299614" cy="32090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9713253" y="5457371"/>
                <a:ext cx="267390" cy="15557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0" name="任意多边形 39"/>
          <p:cNvSpPr/>
          <p:nvPr/>
        </p:nvSpPr>
        <p:spPr>
          <a:xfrm>
            <a:off x="7795442" y="3208606"/>
            <a:ext cx="1974451" cy="1708503"/>
          </a:xfrm>
          <a:custGeom>
            <a:avLst/>
            <a:gdLst>
              <a:gd name="connsiteX0" fmla="*/ 163666 w 1645920"/>
              <a:gd name="connsiteY0" fmla="*/ 163666 h 1424223"/>
              <a:gd name="connsiteX1" fmla="*/ 163666 w 1645920"/>
              <a:gd name="connsiteY1" fmla="*/ 1023784 h 1424223"/>
              <a:gd name="connsiteX2" fmla="*/ 1482254 w 1645920"/>
              <a:gd name="connsiteY2" fmla="*/ 1023784 h 1424223"/>
              <a:gd name="connsiteX3" fmla="*/ 1482254 w 1645920"/>
              <a:gd name="connsiteY3" fmla="*/ 163666 h 1424223"/>
              <a:gd name="connsiteX4" fmla="*/ 0 w 1645920"/>
              <a:gd name="connsiteY4" fmla="*/ 0 h 1424223"/>
              <a:gd name="connsiteX5" fmla="*/ 1645920 w 1645920"/>
              <a:gd name="connsiteY5" fmla="*/ 0 h 1424223"/>
              <a:gd name="connsiteX6" fmla="*/ 1645920 w 1645920"/>
              <a:gd name="connsiteY6" fmla="*/ 1187450 h 1424223"/>
              <a:gd name="connsiteX7" fmla="*/ 1147691 w 1645920"/>
              <a:gd name="connsiteY7" fmla="*/ 1187450 h 1424223"/>
              <a:gd name="connsiteX8" fmla="*/ 1147691 w 1645920"/>
              <a:gd name="connsiteY8" fmla="*/ 1353704 h 1424223"/>
              <a:gd name="connsiteX9" fmla="*/ 1450419 w 1645920"/>
              <a:gd name="connsiteY9" fmla="*/ 1353704 h 1424223"/>
              <a:gd name="connsiteX10" fmla="*/ 1450419 w 1645920"/>
              <a:gd name="connsiteY10" fmla="*/ 1424223 h 1424223"/>
              <a:gd name="connsiteX11" fmla="*/ 195501 w 1645920"/>
              <a:gd name="connsiteY11" fmla="*/ 1424223 h 1424223"/>
              <a:gd name="connsiteX12" fmla="*/ 195501 w 1645920"/>
              <a:gd name="connsiteY12" fmla="*/ 1353704 h 1424223"/>
              <a:gd name="connsiteX13" fmla="*/ 498229 w 1645920"/>
              <a:gd name="connsiteY13" fmla="*/ 1353704 h 1424223"/>
              <a:gd name="connsiteX14" fmla="*/ 498229 w 1645920"/>
              <a:gd name="connsiteY14" fmla="*/ 1187450 h 1424223"/>
              <a:gd name="connsiteX15" fmla="*/ 0 w 1645920"/>
              <a:gd name="connsiteY15" fmla="*/ 1187450 h 142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45920" h="1424223">
                <a:moveTo>
                  <a:pt x="163666" y="163666"/>
                </a:moveTo>
                <a:lnTo>
                  <a:pt x="163666" y="1023784"/>
                </a:lnTo>
                <a:lnTo>
                  <a:pt x="1482254" y="1023784"/>
                </a:lnTo>
                <a:lnTo>
                  <a:pt x="1482254" y="163666"/>
                </a:lnTo>
                <a:close/>
                <a:moveTo>
                  <a:pt x="0" y="0"/>
                </a:moveTo>
                <a:lnTo>
                  <a:pt x="1645920" y="0"/>
                </a:lnTo>
                <a:lnTo>
                  <a:pt x="1645920" y="1187450"/>
                </a:lnTo>
                <a:lnTo>
                  <a:pt x="1147691" y="1187450"/>
                </a:lnTo>
                <a:lnTo>
                  <a:pt x="1147691" y="1353704"/>
                </a:lnTo>
                <a:lnTo>
                  <a:pt x="1450419" y="1353704"/>
                </a:lnTo>
                <a:lnTo>
                  <a:pt x="1450419" y="1424223"/>
                </a:lnTo>
                <a:lnTo>
                  <a:pt x="195501" y="1424223"/>
                </a:lnTo>
                <a:lnTo>
                  <a:pt x="195501" y="1353704"/>
                </a:lnTo>
                <a:lnTo>
                  <a:pt x="498229" y="1353704"/>
                </a:lnTo>
                <a:lnTo>
                  <a:pt x="498229" y="1187450"/>
                </a:lnTo>
                <a:lnTo>
                  <a:pt x="0" y="1187450"/>
                </a:lnTo>
                <a:close/>
              </a:path>
            </a:pathLst>
          </a:custGeom>
          <a:solidFill>
            <a:schemeClr val="accent3"/>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endParaRPr>
          </a:p>
        </p:txBody>
      </p:sp>
      <p:sp>
        <p:nvSpPr>
          <p:cNvPr id="2" name="文本框 1"/>
          <p:cNvSpPr txBox="1"/>
          <p:nvPr/>
        </p:nvSpPr>
        <p:spPr>
          <a:xfrm>
            <a:off x="5548648" y="3884923"/>
            <a:ext cx="1094704" cy="646331"/>
          </a:xfrm>
          <a:prstGeom prst="rect">
            <a:avLst/>
          </a:prstGeom>
          <a:noFill/>
        </p:spPr>
        <p:txBody>
          <a:bodyPr wrap="square" rtlCol="0">
            <a:spAutoFit/>
          </a:bodyPr>
          <a:lstStyle/>
          <a:p>
            <a:pPr algn="ctr"/>
            <a:r>
              <a:rPr lang="en-US" altLang="zh-CN" sz="3600" b="1" dirty="0" smtClean="0">
                <a:solidFill>
                  <a:schemeClr val="accent3"/>
                </a:solidFill>
                <a:latin typeface="+mn-ea"/>
              </a:rPr>
              <a:t>OR</a:t>
            </a:r>
            <a:endParaRPr lang="zh-CN" altLang="en-US" sz="3600" b="1" dirty="0">
              <a:solidFill>
                <a:schemeClr val="accent3"/>
              </a:solidFill>
              <a:latin typeface="+mn-ea"/>
            </a:endParaRPr>
          </a:p>
        </p:txBody>
      </p:sp>
      <p:sp>
        <p:nvSpPr>
          <p:cNvPr id="38" name="矩形 37"/>
          <p:cNvSpPr/>
          <p:nvPr/>
        </p:nvSpPr>
        <p:spPr>
          <a:xfrm>
            <a:off x="879829" y="6390683"/>
            <a:ext cx="10732694" cy="307777"/>
          </a:xfrm>
          <a:prstGeom prst="rect">
            <a:avLst/>
          </a:prstGeom>
          <a:noFill/>
          <a:ln>
            <a:noFill/>
          </a:ln>
        </p:spPr>
        <p:txBody>
          <a:bodyPr wrap="square">
            <a:spAutoFit/>
          </a:bodyPr>
          <a:lstStyle/>
          <a:p>
            <a:r>
              <a:rPr lang="zh-CN" altLang="en-US" sz="1400" dirty="0">
                <a:solidFill>
                  <a:schemeClr val="accent3"/>
                </a:solidFill>
              </a:rPr>
              <a:t>注</a:t>
            </a:r>
            <a:r>
              <a:rPr lang="zh-CN" altLang="en-US" sz="1400" dirty="0" smtClean="0">
                <a:solidFill>
                  <a:schemeClr val="accent3"/>
                </a:solidFill>
              </a:rPr>
              <a:t>：灵魂论者的死后存活大体相当于保留人格，丧失肉体。</a:t>
            </a:r>
            <a:endParaRPr lang="zh-CN" altLang="en-US" sz="1400" dirty="0">
              <a:solidFill>
                <a:schemeClr val="accent3"/>
              </a:solidFill>
            </a:endParaRPr>
          </a:p>
        </p:txBody>
      </p:sp>
    </p:spTree>
    <p:extLst>
      <p:ext uri="{BB962C8B-B14F-4D97-AF65-F5344CB8AC3E}">
        <p14:creationId xmlns:p14="http://schemas.microsoft.com/office/powerpoint/2010/main" val="30429025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429000"/>
            <a:ext cx="10515600" cy="1015663"/>
          </a:xfrm>
        </p:spPr>
        <p:txBody>
          <a:bodyPr>
            <a:normAutofit fontScale="90000"/>
          </a:bodyPr>
          <a:lstStyle/>
          <a:p>
            <a:pPr marR="0" rtl="0">
              <a:lnSpc>
                <a:spcPct val="120000"/>
              </a:lnSpc>
            </a:pPr>
            <a:r>
              <a:rPr lang="zh-CN" altLang="en-US" sz="2700" dirty="0" smtClean="0">
                <a:solidFill>
                  <a:schemeClr val="tx1"/>
                </a:solidFill>
              </a:rPr>
              <a:t>    其实，你正在思考的问题是：</a:t>
            </a:r>
            <a:r>
              <a:rPr lang="en-US" altLang="zh-CN" sz="5300" dirty="0" smtClean="0">
                <a:solidFill>
                  <a:schemeClr val="tx1"/>
                </a:solidFill>
              </a:rPr>
              <a:t/>
            </a:r>
            <a:br>
              <a:rPr lang="en-US" altLang="zh-CN" sz="5300" dirty="0" smtClean="0">
                <a:solidFill>
                  <a:schemeClr val="tx1"/>
                </a:solidFill>
              </a:rPr>
            </a:br>
            <a:r>
              <a:rPr lang="en-US" altLang="zh-CN" sz="5300" dirty="0" smtClean="0">
                <a:solidFill>
                  <a:schemeClr val="tx1"/>
                </a:solidFill>
              </a:rPr>
              <a:t>    </a:t>
            </a:r>
            <a:r>
              <a:rPr lang="zh-CN" altLang="en-US" sz="6700" dirty="0" smtClean="0">
                <a:solidFill>
                  <a:schemeClr val="accent4"/>
                </a:solidFill>
              </a:rPr>
              <a:t>死亡的</a:t>
            </a:r>
            <a:r>
              <a:rPr lang="zh-CN" altLang="en-US" sz="6700" dirty="0" smtClean="0">
                <a:solidFill>
                  <a:schemeClr val="accent3"/>
                </a:solidFill>
              </a:rPr>
              <a:t>本质</a:t>
            </a:r>
            <a:r>
              <a:rPr lang="zh-CN" altLang="en-US" sz="6700" dirty="0" smtClean="0">
                <a:solidFill>
                  <a:schemeClr val="accent4"/>
                </a:solidFill>
              </a:rPr>
              <a:t>是什么？</a:t>
            </a:r>
            <a:r>
              <a:rPr lang="en-US" altLang="zh-CN" sz="6700" dirty="0" smtClean="0">
                <a:solidFill>
                  <a:schemeClr val="accent4"/>
                </a:solidFill>
              </a:rPr>
              <a:t/>
            </a:r>
            <a:br>
              <a:rPr lang="en-US" altLang="zh-CN" sz="6700" dirty="0" smtClean="0">
                <a:solidFill>
                  <a:schemeClr val="accent4"/>
                </a:solidFill>
              </a:rPr>
            </a:br>
            <a:r>
              <a:rPr lang="en-US" altLang="zh-CN" sz="2700" dirty="0" smtClean="0">
                <a:solidFill>
                  <a:schemeClr val="accent4"/>
                </a:solidFill>
              </a:rPr>
              <a:t>WHAT IS THE </a:t>
            </a:r>
            <a:r>
              <a:rPr lang="en-US" altLang="zh-CN" sz="2700" dirty="0" smtClean="0">
                <a:solidFill>
                  <a:schemeClr val="accent3"/>
                </a:solidFill>
              </a:rPr>
              <a:t>NATURE</a:t>
            </a:r>
            <a:r>
              <a:rPr lang="en-US" altLang="zh-CN" sz="2700" dirty="0" smtClean="0">
                <a:solidFill>
                  <a:schemeClr val="accent4"/>
                </a:solidFill>
              </a:rPr>
              <a:t> OF DEATH?</a:t>
            </a:r>
            <a:endParaRPr lang="zh-CN" altLang="en-US" sz="6700" dirty="0">
              <a:solidFill>
                <a:schemeClr val="accent4"/>
              </a:solidFill>
            </a:endParaRPr>
          </a:p>
        </p:txBody>
      </p:sp>
      <p:sp>
        <p:nvSpPr>
          <p:cNvPr id="37" name="矩形 36"/>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1625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536" y="4202960"/>
            <a:ext cx="9857082" cy="757130"/>
          </a:xfrm>
        </p:spPr>
        <p:txBody>
          <a:bodyPr wrap="square">
            <a:spAutoFit/>
          </a:bodyPr>
          <a:lstStyle/>
          <a:p>
            <a:pPr lvl="0">
              <a:lnSpc>
                <a:spcPct val="120000"/>
              </a:lnSpc>
              <a:spcBef>
                <a:spcPts val="0"/>
              </a:spcBef>
            </a:pPr>
            <a:r>
              <a:rPr lang="zh-CN" altLang="en-US" sz="3600" dirty="0" smtClean="0">
                <a:solidFill>
                  <a:schemeClr val="accent4"/>
                </a:solidFill>
              </a:rPr>
              <a:t>死亡</a:t>
            </a:r>
            <a:r>
              <a:rPr lang="zh-CN" altLang="en-US" sz="3600" dirty="0">
                <a:solidFill>
                  <a:schemeClr val="accent4"/>
                </a:solidFill>
              </a:rPr>
              <a:t>的</a:t>
            </a:r>
            <a:r>
              <a:rPr lang="zh-CN" altLang="en-US" sz="3600" dirty="0">
                <a:solidFill>
                  <a:schemeClr val="accent3"/>
                </a:solidFill>
              </a:rPr>
              <a:t>本质</a:t>
            </a:r>
            <a:r>
              <a:rPr lang="zh-CN" altLang="en-US" sz="3600" dirty="0">
                <a:solidFill>
                  <a:schemeClr val="accent4"/>
                </a:solidFill>
              </a:rPr>
              <a:t>就是我们</a:t>
            </a:r>
            <a:r>
              <a:rPr lang="zh-CN" altLang="en-US" sz="3600" dirty="0">
                <a:solidFill>
                  <a:schemeClr val="accent3"/>
                </a:solidFill>
              </a:rPr>
              <a:t>失去</a:t>
            </a:r>
            <a:r>
              <a:rPr lang="zh-CN" altLang="en-US" sz="3600" dirty="0">
                <a:solidFill>
                  <a:schemeClr val="accent4"/>
                </a:solidFill>
              </a:rPr>
              <a:t>获得想要的东西的</a:t>
            </a:r>
            <a:r>
              <a:rPr lang="zh-CN" altLang="en-US" sz="3600" dirty="0">
                <a:solidFill>
                  <a:schemeClr val="accent3"/>
                </a:solidFill>
              </a:rPr>
              <a:t>能力</a:t>
            </a:r>
            <a:r>
              <a:rPr lang="zh-CN" altLang="en-US" sz="3600" dirty="0" smtClean="0">
                <a:solidFill>
                  <a:schemeClr val="accent4"/>
                </a:solidFill>
              </a:rPr>
              <a:t>。</a:t>
            </a:r>
            <a:endParaRPr lang="zh-CN" altLang="en-US" sz="3600" dirty="0">
              <a:solidFill>
                <a:schemeClr val="accent4"/>
              </a:solidFill>
            </a:endParaRPr>
          </a:p>
        </p:txBody>
      </p:sp>
      <p:sp>
        <p:nvSpPr>
          <p:cNvPr id="5" name="标题 1"/>
          <p:cNvSpPr txBox="1">
            <a:spLocks/>
          </p:cNvSpPr>
          <p:nvPr/>
        </p:nvSpPr>
        <p:spPr>
          <a:xfrm>
            <a:off x="838200" y="283072"/>
            <a:ext cx="10515600" cy="769441"/>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4"/>
                </a:solidFill>
              </a:rPr>
              <a:t>死亡的</a:t>
            </a:r>
            <a:r>
              <a:rPr lang="zh-CN" altLang="en-US" dirty="0" smtClean="0">
                <a:solidFill>
                  <a:schemeClr val="accent3"/>
                </a:solidFill>
              </a:rPr>
              <a:t>本质</a:t>
            </a:r>
            <a:endParaRPr lang="zh-CN" altLang="en-US" dirty="0">
              <a:solidFill>
                <a:schemeClr val="accent3"/>
              </a:solidFill>
            </a:endParaRPr>
          </a:p>
        </p:txBody>
      </p:sp>
      <p:grpSp>
        <p:nvGrpSpPr>
          <p:cNvPr id="6" name="组合 5"/>
          <p:cNvGrpSpPr/>
          <p:nvPr/>
        </p:nvGrpSpPr>
        <p:grpSpPr>
          <a:xfrm>
            <a:off x="0" y="886425"/>
            <a:ext cx="4984970" cy="151305"/>
            <a:chOff x="1729866" y="911825"/>
            <a:chExt cx="5026421" cy="151305"/>
          </a:xfrm>
          <a:solidFill>
            <a:schemeClr val="tx1">
              <a:lumMod val="85000"/>
              <a:lumOff val="15000"/>
            </a:schemeClr>
          </a:solidFill>
        </p:grpSpPr>
        <p:cxnSp>
          <p:nvCxnSpPr>
            <p:cNvPr id="7" name="直接连接符 6"/>
            <p:cNvCxnSpPr/>
            <p:nvPr/>
          </p:nvCxnSpPr>
          <p:spPr>
            <a:xfrm flipH="1">
              <a:off x="1729866" y="1063130"/>
              <a:ext cx="4126423"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矩形 37"/>
          <p:cNvSpPr/>
          <p:nvPr/>
        </p:nvSpPr>
        <p:spPr>
          <a:xfrm>
            <a:off x="838200" y="1693338"/>
            <a:ext cx="9857418" cy="830997"/>
          </a:xfrm>
          <a:prstGeom prst="rect">
            <a:avLst/>
          </a:prstGeom>
        </p:spPr>
        <p:txBody>
          <a:bodyPr wrap="square">
            <a:spAutoFit/>
          </a:bodyPr>
          <a:lstStyle/>
          <a:p>
            <a:pPr>
              <a:lnSpc>
                <a:spcPct val="120000"/>
              </a:lnSpc>
            </a:pPr>
            <a:r>
              <a:rPr lang="zh-CN" altLang="en-US" sz="2000" dirty="0" smtClean="0"/>
              <a:t>经过思维</a:t>
            </a:r>
            <a:r>
              <a:rPr lang="zh-CN" altLang="en-US" sz="2000" dirty="0"/>
              <a:t>实验</a:t>
            </a:r>
            <a:r>
              <a:rPr lang="zh-CN" altLang="en-US" sz="2000" dirty="0" smtClean="0"/>
              <a:t>，你</a:t>
            </a:r>
            <a:r>
              <a:rPr lang="zh-CN" altLang="en-US" sz="2000" dirty="0"/>
              <a:t>应该已经发现，</a:t>
            </a:r>
            <a:r>
              <a:rPr lang="zh-CN" altLang="en-US" sz="2000" dirty="0" smtClean="0"/>
              <a:t>不管你</a:t>
            </a:r>
            <a:r>
              <a:rPr lang="zh-CN" altLang="en-US" sz="2000" dirty="0"/>
              <a:t>在乎的是当下的肉体与精神的体验，还是努力过后的成就和满足感</a:t>
            </a:r>
            <a:r>
              <a:rPr lang="zh-CN" altLang="en-US" sz="2000" dirty="0" smtClean="0"/>
              <a:t>，死后</a:t>
            </a:r>
            <a:r>
              <a:rPr lang="zh-CN" altLang="en-US" sz="2000" dirty="0"/>
              <a:t>能否存活并不</a:t>
            </a:r>
            <a:r>
              <a:rPr lang="zh-CN" altLang="en-US" sz="2000" dirty="0" smtClean="0"/>
              <a:t>重要</a:t>
            </a:r>
            <a:r>
              <a:rPr lang="zh-CN" altLang="en-US" sz="2000" dirty="0"/>
              <a:t>，</a:t>
            </a:r>
            <a:r>
              <a:rPr lang="zh-CN" altLang="en-US" sz="2000" b="1" dirty="0" smtClean="0">
                <a:solidFill>
                  <a:schemeClr val="accent3"/>
                </a:solidFill>
              </a:rPr>
              <a:t>重要</a:t>
            </a:r>
            <a:r>
              <a:rPr lang="zh-CN" altLang="en-US" sz="2000" b="1" dirty="0">
                <a:solidFill>
                  <a:schemeClr val="accent3"/>
                </a:solidFill>
              </a:rPr>
              <a:t>的是对于我们来说真正重要的东西</a:t>
            </a:r>
            <a:r>
              <a:rPr lang="zh-CN" altLang="en-US" sz="2000" b="1" dirty="0" smtClean="0">
                <a:solidFill>
                  <a:schemeClr val="accent3"/>
                </a:solidFill>
              </a:rPr>
              <a:t>。</a:t>
            </a:r>
            <a:endParaRPr lang="zh-CN" altLang="en-US" sz="2000" b="1" dirty="0">
              <a:solidFill>
                <a:schemeClr val="accent3"/>
              </a:solidFill>
            </a:endParaRPr>
          </a:p>
        </p:txBody>
      </p:sp>
      <p:sp>
        <p:nvSpPr>
          <p:cNvPr id="28" name="Freeform 9"/>
          <p:cNvSpPr>
            <a:spLocks noEditPoints="1"/>
          </p:cNvSpPr>
          <p:nvPr/>
        </p:nvSpPr>
        <p:spPr bwMode="auto">
          <a:xfrm>
            <a:off x="852055" y="3075969"/>
            <a:ext cx="888992" cy="794592"/>
          </a:xfrm>
          <a:custGeom>
            <a:avLst/>
            <a:gdLst>
              <a:gd name="T0" fmla="*/ 0 w 3172"/>
              <a:gd name="T1" fmla="*/ 2597 h 2597"/>
              <a:gd name="T2" fmla="*/ 0 w 3172"/>
              <a:gd name="T3" fmla="*/ 1579 h 2597"/>
              <a:gd name="T4" fmla="*/ 926 w 3172"/>
              <a:gd name="T5" fmla="*/ 0 h 2597"/>
              <a:gd name="T6" fmla="*/ 1347 w 3172"/>
              <a:gd name="T7" fmla="*/ 0 h 2597"/>
              <a:gd name="T8" fmla="*/ 682 w 3172"/>
              <a:gd name="T9" fmla="*/ 1425 h 2597"/>
              <a:gd name="T10" fmla="*/ 1170 w 3172"/>
              <a:gd name="T11" fmla="*/ 1425 h 2597"/>
              <a:gd name="T12" fmla="*/ 1170 w 3172"/>
              <a:gd name="T13" fmla="*/ 2597 h 2597"/>
              <a:gd name="T14" fmla="*/ 0 w 3172"/>
              <a:gd name="T15" fmla="*/ 2597 h 2597"/>
              <a:gd name="T16" fmla="*/ 1775 w 3172"/>
              <a:gd name="T17" fmla="*/ 2597 h 2597"/>
              <a:gd name="T18" fmla="*/ 1775 w 3172"/>
              <a:gd name="T19" fmla="*/ 1579 h 2597"/>
              <a:gd name="T20" fmla="*/ 2732 w 3172"/>
              <a:gd name="T21" fmla="*/ 0 h 2597"/>
              <a:gd name="T22" fmla="*/ 3172 w 3172"/>
              <a:gd name="T23" fmla="*/ 0 h 2597"/>
              <a:gd name="T24" fmla="*/ 2476 w 3172"/>
              <a:gd name="T25" fmla="*/ 1425 h 2597"/>
              <a:gd name="T26" fmla="*/ 2968 w 3172"/>
              <a:gd name="T27" fmla="*/ 1425 h 2597"/>
              <a:gd name="T28" fmla="*/ 2968 w 3172"/>
              <a:gd name="T29" fmla="*/ 2597 h 2597"/>
              <a:gd name="T30" fmla="*/ 1775 w 3172"/>
              <a:gd name="T31" fmla="*/ 2597 h 2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72" h="2597">
                <a:moveTo>
                  <a:pt x="0" y="2597"/>
                </a:moveTo>
                <a:lnTo>
                  <a:pt x="0" y="1579"/>
                </a:lnTo>
                <a:lnTo>
                  <a:pt x="926" y="0"/>
                </a:lnTo>
                <a:lnTo>
                  <a:pt x="1347" y="0"/>
                </a:lnTo>
                <a:lnTo>
                  <a:pt x="682" y="1425"/>
                </a:lnTo>
                <a:lnTo>
                  <a:pt x="1170" y="1425"/>
                </a:lnTo>
                <a:lnTo>
                  <a:pt x="1170" y="2597"/>
                </a:lnTo>
                <a:lnTo>
                  <a:pt x="0" y="2597"/>
                </a:lnTo>
                <a:close/>
                <a:moveTo>
                  <a:pt x="1775" y="2597"/>
                </a:moveTo>
                <a:lnTo>
                  <a:pt x="1775" y="1579"/>
                </a:lnTo>
                <a:lnTo>
                  <a:pt x="2732" y="0"/>
                </a:lnTo>
                <a:lnTo>
                  <a:pt x="3172" y="0"/>
                </a:lnTo>
                <a:lnTo>
                  <a:pt x="2476" y="1425"/>
                </a:lnTo>
                <a:lnTo>
                  <a:pt x="2968" y="1425"/>
                </a:lnTo>
                <a:lnTo>
                  <a:pt x="2968" y="2597"/>
                </a:lnTo>
                <a:lnTo>
                  <a:pt x="1775" y="2597"/>
                </a:lnTo>
                <a:close/>
              </a:path>
            </a:pathLst>
          </a:custGeom>
          <a:solidFill>
            <a:schemeClr val="accent3"/>
          </a:solidFill>
          <a:ln>
            <a:noFill/>
          </a:ln>
          <a:effec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9" name="Freeform 9"/>
          <p:cNvSpPr>
            <a:spLocks noEditPoints="1"/>
          </p:cNvSpPr>
          <p:nvPr/>
        </p:nvSpPr>
        <p:spPr bwMode="auto">
          <a:xfrm rot="10800000">
            <a:off x="9607985" y="5299966"/>
            <a:ext cx="880628" cy="787115"/>
          </a:xfrm>
          <a:custGeom>
            <a:avLst/>
            <a:gdLst>
              <a:gd name="T0" fmla="*/ 0 w 3172"/>
              <a:gd name="T1" fmla="*/ 2597 h 2597"/>
              <a:gd name="T2" fmla="*/ 0 w 3172"/>
              <a:gd name="T3" fmla="*/ 1579 h 2597"/>
              <a:gd name="T4" fmla="*/ 926 w 3172"/>
              <a:gd name="T5" fmla="*/ 0 h 2597"/>
              <a:gd name="T6" fmla="*/ 1347 w 3172"/>
              <a:gd name="T7" fmla="*/ 0 h 2597"/>
              <a:gd name="T8" fmla="*/ 682 w 3172"/>
              <a:gd name="T9" fmla="*/ 1425 h 2597"/>
              <a:gd name="T10" fmla="*/ 1170 w 3172"/>
              <a:gd name="T11" fmla="*/ 1425 h 2597"/>
              <a:gd name="T12" fmla="*/ 1170 w 3172"/>
              <a:gd name="T13" fmla="*/ 2597 h 2597"/>
              <a:gd name="T14" fmla="*/ 0 w 3172"/>
              <a:gd name="T15" fmla="*/ 2597 h 2597"/>
              <a:gd name="T16" fmla="*/ 1775 w 3172"/>
              <a:gd name="T17" fmla="*/ 2597 h 2597"/>
              <a:gd name="T18" fmla="*/ 1775 w 3172"/>
              <a:gd name="T19" fmla="*/ 1579 h 2597"/>
              <a:gd name="T20" fmla="*/ 2732 w 3172"/>
              <a:gd name="T21" fmla="*/ 0 h 2597"/>
              <a:gd name="T22" fmla="*/ 3172 w 3172"/>
              <a:gd name="T23" fmla="*/ 0 h 2597"/>
              <a:gd name="T24" fmla="*/ 2476 w 3172"/>
              <a:gd name="T25" fmla="*/ 1425 h 2597"/>
              <a:gd name="T26" fmla="*/ 2968 w 3172"/>
              <a:gd name="T27" fmla="*/ 1425 h 2597"/>
              <a:gd name="T28" fmla="*/ 2968 w 3172"/>
              <a:gd name="T29" fmla="*/ 2597 h 2597"/>
              <a:gd name="T30" fmla="*/ 1775 w 3172"/>
              <a:gd name="T31" fmla="*/ 2597 h 2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72" h="2597">
                <a:moveTo>
                  <a:pt x="0" y="2597"/>
                </a:moveTo>
                <a:lnTo>
                  <a:pt x="0" y="1579"/>
                </a:lnTo>
                <a:lnTo>
                  <a:pt x="926" y="0"/>
                </a:lnTo>
                <a:lnTo>
                  <a:pt x="1347" y="0"/>
                </a:lnTo>
                <a:lnTo>
                  <a:pt x="682" y="1425"/>
                </a:lnTo>
                <a:lnTo>
                  <a:pt x="1170" y="1425"/>
                </a:lnTo>
                <a:lnTo>
                  <a:pt x="1170" y="2597"/>
                </a:lnTo>
                <a:lnTo>
                  <a:pt x="0" y="2597"/>
                </a:lnTo>
                <a:close/>
                <a:moveTo>
                  <a:pt x="1775" y="2597"/>
                </a:moveTo>
                <a:lnTo>
                  <a:pt x="1775" y="1579"/>
                </a:lnTo>
                <a:lnTo>
                  <a:pt x="2732" y="0"/>
                </a:lnTo>
                <a:lnTo>
                  <a:pt x="3172" y="0"/>
                </a:lnTo>
                <a:lnTo>
                  <a:pt x="2476" y="1425"/>
                </a:lnTo>
                <a:lnTo>
                  <a:pt x="2968" y="1425"/>
                </a:lnTo>
                <a:lnTo>
                  <a:pt x="2968" y="2597"/>
                </a:lnTo>
                <a:lnTo>
                  <a:pt x="1775" y="2597"/>
                </a:lnTo>
                <a:close/>
              </a:path>
            </a:pathLst>
          </a:custGeom>
          <a:solidFill>
            <a:schemeClr val="accent3"/>
          </a:solidFill>
          <a:ln>
            <a:noFill/>
          </a:ln>
          <a:effec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Tree>
    <p:extLst>
      <p:ext uri="{BB962C8B-B14F-4D97-AF65-F5344CB8AC3E}">
        <p14:creationId xmlns:p14="http://schemas.microsoft.com/office/powerpoint/2010/main" val="39504454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p:nvPr/>
        </p:nvSpPr>
        <p:spPr>
          <a:xfrm>
            <a:off x="7598762" y="5292061"/>
            <a:ext cx="2898772" cy="427703"/>
          </a:xfrm>
          <a:custGeom>
            <a:avLst/>
            <a:gdLst>
              <a:gd name="connsiteX0" fmla="*/ 0 w 3893574"/>
              <a:gd name="connsiteY0" fmla="*/ 0 h 427703"/>
              <a:gd name="connsiteX1" fmla="*/ 427703 w 3893574"/>
              <a:gd name="connsiteY1" fmla="*/ 427703 h 427703"/>
              <a:gd name="connsiteX2" fmla="*/ 3893574 w 3893574"/>
              <a:gd name="connsiteY2" fmla="*/ 427703 h 427703"/>
            </a:gdLst>
            <a:ahLst/>
            <a:cxnLst>
              <a:cxn ang="0">
                <a:pos x="connsiteX0" y="connsiteY0"/>
              </a:cxn>
              <a:cxn ang="0">
                <a:pos x="connsiteX1" y="connsiteY1"/>
              </a:cxn>
              <a:cxn ang="0">
                <a:pos x="connsiteX2" y="connsiteY2"/>
              </a:cxn>
            </a:cxnLst>
            <a:rect l="l" t="t" r="r" b="b"/>
            <a:pathLst>
              <a:path w="3893574" h="427703">
                <a:moveTo>
                  <a:pt x="0" y="0"/>
                </a:moveTo>
                <a:lnTo>
                  <a:pt x="427703" y="427703"/>
                </a:lnTo>
                <a:lnTo>
                  <a:pt x="3893574" y="427703"/>
                </a:lnTo>
              </a:path>
            </a:pathLst>
          </a:cu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p:cNvGrpSpPr/>
          <p:nvPr/>
        </p:nvGrpSpPr>
        <p:grpSpPr>
          <a:xfrm>
            <a:off x="4064579" y="706116"/>
            <a:ext cx="3270675" cy="432048"/>
            <a:chOff x="3359696" y="1901515"/>
            <a:chExt cx="5472608" cy="432048"/>
          </a:xfrm>
        </p:grpSpPr>
        <p:cxnSp>
          <p:nvCxnSpPr>
            <p:cNvPr id="13" name="直接连接符 12"/>
            <p:cNvCxnSpPr/>
            <p:nvPr/>
          </p:nvCxnSpPr>
          <p:spPr>
            <a:xfrm>
              <a:off x="3359696" y="1901515"/>
              <a:ext cx="5472608"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6096000" y="1904772"/>
              <a:ext cx="0" cy="428791"/>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3150416" y="1116088"/>
            <a:ext cx="5099006" cy="4625824"/>
            <a:chOff x="3388530" y="972779"/>
            <a:chExt cx="5414939" cy="4912439"/>
          </a:xfrm>
          <a:solidFill>
            <a:schemeClr val="accent3"/>
          </a:solidFill>
        </p:grpSpPr>
        <p:sp>
          <p:nvSpPr>
            <p:cNvPr id="5" name="任意多边形 4"/>
            <p:cNvSpPr/>
            <p:nvPr/>
          </p:nvSpPr>
          <p:spPr>
            <a:xfrm>
              <a:off x="4431770" y="2306138"/>
              <a:ext cx="3328458" cy="3328458"/>
            </a:xfrm>
            <a:custGeom>
              <a:avLst/>
              <a:gdLst>
                <a:gd name="connsiteX0" fmla="*/ 0 w 3328458"/>
                <a:gd name="connsiteY0" fmla="*/ 1664229 h 3328458"/>
                <a:gd name="connsiteX1" fmla="*/ 1664229 w 3328458"/>
                <a:gd name="connsiteY1" fmla="*/ 0 h 3328458"/>
                <a:gd name="connsiteX2" fmla="*/ 3328458 w 3328458"/>
                <a:gd name="connsiteY2" fmla="*/ 1664229 h 3328458"/>
                <a:gd name="connsiteX3" fmla="*/ 1664229 w 3328458"/>
                <a:gd name="connsiteY3" fmla="*/ 3328458 h 3328458"/>
                <a:gd name="connsiteX4" fmla="*/ 0 w 3328458"/>
                <a:gd name="connsiteY4" fmla="*/ 1664229 h 3328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8458" h="3328458">
                  <a:moveTo>
                    <a:pt x="0" y="1664229"/>
                  </a:moveTo>
                  <a:cubicBezTo>
                    <a:pt x="0" y="745101"/>
                    <a:pt x="745101" y="0"/>
                    <a:pt x="1664229" y="0"/>
                  </a:cubicBezTo>
                  <a:cubicBezTo>
                    <a:pt x="2583357" y="0"/>
                    <a:pt x="3328458" y="745101"/>
                    <a:pt x="3328458" y="1664229"/>
                  </a:cubicBezTo>
                  <a:cubicBezTo>
                    <a:pt x="3328458" y="2583357"/>
                    <a:pt x="2583357" y="3328458"/>
                    <a:pt x="1664229" y="3328458"/>
                  </a:cubicBezTo>
                  <a:cubicBezTo>
                    <a:pt x="745101" y="3328458"/>
                    <a:pt x="0" y="2583357"/>
                    <a:pt x="0" y="1664229"/>
                  </a:cubicBezTo>
                  <a:close/>
                </a:path>
              </a:pathLst>
            </a:custGeom>
            <a:solidFill>
              <a:schemeClr val="bg1"/>
            </a:solidFill>
            <a:ln w="28575">
              <a:solidFill>
                <a:schemeClr val="accent3"/>
              </a:solidFill>
            </a:ln>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spcFirstLastPara="0" vert="horz" wrap="square" lIns="557291" tIns="557291" rIns="557291" bIns="557291" numCol="1" spcCol="1270" anchor="ctr" anchorCtr="0">
              <a:noAutofit/>
            </a:bodyPr>
            <a:lstStyle/>
            <a:p>
              <a:pPr lvl="0" algn="ctr" defTabSz="2444750">
                <a:spcBef>
                  <a:spcPct val="0"/>
                </a:spcBef>
                <a:spcAft>
                  <a:spcPct val="35000"/>
                </a:spcAft>
              </a:pPr>
              <a:r>
                <a:rPr lang="zh-CN" altLang="en-US" sz="4800" b="1" kern="1200" dirty="0" smtClean="0">
                  <a:solidFill>
                    <a:schemeClr val="accent3"/>
                  </a:solidFill>
                </a:rPr>
                <a:t>死亡的本质</a:t>
              </a:r>
              <a:endParaRPr lang="zh-CN" altLang="en-US" sz="4800" b="1" kern="1200" dirty="0">
                <a:solidFill>
                  <a:schemeClr val="accent3"/>
                </a:solidFill>
              </a:endParaRPr>
            </a:p>
          </p:txBody>
        </p:sp>
        <p:sp>
          <p:nvSpPr>
            <p:cNvPr id="6" name="任意多边形 5"/>
            <p:cNvSpPr/>
            <p:nvPr/>
          </p:nvSpPr>
          <p:spPr>
            <a:xfrm>
              <a:off x="5263885" y="972779"/>
              <a:ext cx="1664229" cy="1664229"/>
            </a:xfrm>
            <a:custGeom>
              <a:avLst/>
              <a:gdLst>
                <a:gd name="connsiteX0" fmla="*/ 0 w 1664229"/>
                <a:gd name="connsiteY0" fmla="*/ 832115 h 1664229"/>
                <a:gd name="connsiteX1" fmla="*/ 832115 w 1664229"/>
                <a:gd name="connsiteY1" fmla="*/ 0 h 1664229"/>
                <a:gd name="connsiteX2" fmla="*/ 1664230 w 1664229"/>
                <a:gd name="connsiteY2" fmla="*/ 832115 h 1664229"/>
                <a:gd name="connsiteX3" fmla="*/ 832115 w 1664229"/>
                <a:gd name="connsiteY3" fmla="*/ 1664230 h 1664229"/>
                <a:gd name="connsiteX4" fmla="*/ 0 w 1664229"/>
                <a:gd name="connsiteY4" fmla="*/ 832115 h 1664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229" h="1664229">
                  <a:moveTo>
                    <a:pt x="0" y="832115"/>
                  </a:moveTo>
                  <a:cubicBezTo>
                    <a:pt x="0" y="372551"/>
                    <a:pt x="372551" y="0"/>
                    <a:pt x="832115" y="0"/>
                  </a:cubicBezTo>
                  <a:cubicBezTo>
                    <a:pt x="1291679" y="0"/>
                    <a:pt x="1664230" y="372551"/>
                    <a:pt x="1664230" y="832115"/>
                  </a:cubicBezTo>
                  <a:cubicBezTo>
                    <a:pt x="1664230" y="1291679"/>
                    <a:pt x="1291679" y="1664230"/>
                    <a:pt x="832115" y="1664230"/>
                  </a:cubicBezTo>
                  <a:cubicBezTo>
                    <a:pt x="372551" y="1664230"/>
                    <a:pt x="0" y="1291679"/>
                    <a:pt x="0" y="832115"/>
                  </a:cubicBezTo>
                  <a:close/>
                </a:path>
              </a:pathLst>
            </a:cu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spcFirstLastPara="0" vert="horz" wrap="square" lIns="279281" tIns="279281" rIns="279281" bIns="279281" numCol="1" spcCol="1270" anchor="ctr" anchorCtr="0">
              <a:noAutofit/>
            </a:bodyPr>
            <a:lstStyle/>
            <a:p>
              <a:pPr lvl="0" algn="ctr" defTabSz="1244600">
                <a:lnSpc>
                  <a:spcPct val="120000"/>
                </a:lnSpc>
                <a:spcBef>
                  <a:spcPct val="0"/>
                </a:spcBef>
                <a:spcAft>
                  <a:spcPct val="35000"/>
                </a:spcAft>
              </a:pPr>
              <a:r>
                <a:rPr lang="zh-CN" altLang="en-US" sz="2800" b="1" kern="1200" dirty="0" smtClean="0">
                  <a:solidFill>
                    <a:schemeClr val="bg1"/>
                  </a:solidFill>
                </a:rPr>
                <a:t>灵魂论</a:t>
              </a:r>
              <a:endParaRPr lang="zh-CN" altLang="en-US" sz="2800" b="1" kern="1200" dirty="0">
                <a:solidFill>
                  <a:schemeClr val="bg1"/>
                </a:solidFill>
              </a:endParaRPr>
            </a:p>
          </p:txBody>
        </p:sp>
        <p:sp>
          <p:nvSpPr>
            <p:cNvPr id="7" name="任意多边形 6"/>
            <p:cNvSpPr/>
            <p:nvPr/>
          </p:nvSpPr>
          <p:spPr>
            <a:xfrm>
              <a:off x="7139240" y="4220989"/>
              <a:ext cx="1664229" cy="1664229"/>
            </a:xfrm>
            <a:custGeom>
              <a:avLst/>
              <a:gdLst>
                <a:gd name="connsiteX0" fmla="*/ 0 w 1664229"/>
                <a:gd name="connsiteY0" fmla="*/ 832115 h 1664229"/>
                <a:gd name="connsiteX1" fmla="*/ 832115 w 1664229"/>
                <a:gd name="connsiteY1" fmla="*/ 0 h 1664229"/>
                <a:gd name="connsiteX2" fmla="*/ 1664230 w 1664229"/>
                <a:gd name="connsiteY2" fmla="*/ 832115 h 1664229"/>
                <a:gd name="connsiteX3" fmla="*/ 832115 w 1664229"/>
                <a:gd name="connsiteY3" fmla="*/ 1664230 h 1664229"/>
                <a:gd name="connsiteX4" fmla="*/ 0 w 1664229"/>
                <a:gd name="connsiteY4" fmla="*/ 832115 h 1664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229" h="1664229">
                  <a:moveTo>
                    <a:pt x="0" y="832115"/>
                  </a:moveTo>
                  <a:cubicBezTo>
                    <a:pt x="0" y="372551"/>
                    <a:pt x="372551" y="0"/>
                    <a:pt x="832115" y="0"/>
                  </a:cubicBezTo>
                  <a:cubicBezTo>
                    <a:pt x="1291679" y="0"/>
                    <a:pt x="1664230" y="372551"/>
                    <a:pt x="1664230" y="832115"/>
                  </a:cubicBezTo>
                  <a:cubicBezTo>
                    <a:pt x="1664230" y="1291679"/>
                    <a:pt x="1291679" y="1664230"/>
                    <a:pt x="832115" y="1664230"/>
                  </a:cubicBezTo>
                  <a:cubicBezTo>
                    <a:pt x="372551" y="1664230"/>
                    <a:pt x="0" y="1291679"/>
                    <a:pt x="0" y="832115"/>
                  </a:cubicBezTo>
                  <a:close/>
                </a:path>
              </a:pathLst>
            </a:cu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spcFirstLastPara="0" vert="horz" wrap="square" lIns="279281" tIns="279281" rIns="279281" bIns="279281" numCol="1" spcCol="1270" anchor="ctr" anchorCtr="0">
              <a:noAutofit/>
            </a:bodyPr>
            <a:lstStyle/>
            <a:p>
              <a:pPr lvl="0" algn="ctr" defTabSz="1244600">
                <a:lnSpc>
                  <a:spcPct val="120000"/>
                </a:lnSpc>
                <a:spcBef>
                  <a:spcPct val="0"/>
                </a:spcBef>
                <a:spcAft>
                  <a:spcPct val="35000"/>
                </a:spcAft>
              </a:pPr>
              <a:r>
                <a:rPr lang="zh-CN" altLang="en-US" sz="2800" b="1" kern="1200" dirty="0" smtClean="0">
                  <a:solidFill>
                    <a:schemeClr val="bg1"/>
                  </a:solidFill>
                </a:rPr>
                <a:t>肉体论</a:t>
              </a:r>
              <a:endParaRPr lang="zh-CN" altLang="en-US" sz="2800" b="1" kern="1200" dirty="0">
                <a:solidFill>
                  <a:schemeClr val="bg1"/>
                </a:solidFill>
              </a:endParaRPr>
            </a:p>
          </p:txBody>
        </p:sp>
        <p:sp>
          <p:nvSpPr>
            <p:cNvPr id="8" name="任意多边形 7"/>
            <p:cNvSpPr/>
            <p:nvPr/>
          </p:nvSpPr>
          <p:spPr>
            <a:xfrm>
              <a:off x="3388530" y="4220989"/>
              <a:ext cx="1664229" cy="1664229"/>
            </a:xfrm>
            <a:custGeom>
              <a:avLst/>
              <a:gdLst>
                <a:gd name="connsiteX0" fmla="*/ 0 w 1664229"/>
                <a:gd name="connsiteY0" fmla="*/ 832115 h 1664229"/>
                <a:gd name="connsiteX1" fmla="*/ 832115 w 1664229"/>
                <a:gd name="connsiteY1" fmla="*/ 0 h 1664229"/>
                <a:gd name="connsiteX2" fmla="*/ 1664230 w 1664229"/>
                <a:gd name="connsiteY2" fmla="*/ 832115 h 1664229"/>
                <a:gd name="connsiteX3" fmla="*/ 832115 w 1664229"/>
                <a:gd name="connsiteY3" fmla="*/ 1664230 h 1664229"/>
                <a:gd name="connsiteX4" fmla="*/ 0 w 1664229"/>
                <a:gd name="connsiteY4" fmla="*/ 832115 h 1664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4229" h="1664229">
                  <a:moveTo>
                    <a:pt x="0" y="832115"/>
                  </a:moveTo>
                  <a:cubicBezTo>
                    <a:pt x="0" y="372551"/>
                    <a:pt x="372551" y="0"/>
                    <a:pt x="832115" y="0"/>
                  </a:cubicBezTo>
                  <a:cubicBezTo>
                    <a:pt x="1291679" y="0"/>
                    <a:pt x="1664230" y="372551"/>
                    <a:pt x="1664230" y="832115"/>
                  </a:cubicBezTo>
                  <a:cubicBezTo>
                    <a:pt x="1664230" y="1291679"/>
                    <a:pt x="1291679" y="1664230"/>
                    <a:pt x="832115" y="1664230"/>
                  </a:cubicBezTo>
                  <a:cubicBezTo>
                    <a:pt x="372551" y="1664230"/>
                    <a:pt x="0" y="1291679"/>
                    <a:pt x="0" y="832115"/>
                  </a:cubicBezTo>
                  <a:close/>
                </a:path>
              </a:pathLst>
            </a:custGeom>
            <a:grpFill/>
          </p:spPr>
          <p:style>
            <a:lnRef idx="2">
              <a:schemeClr val="lt1">
                <a:hueOff val="0"/>
                <a:satOff val="0"/>
                <a:lumOff val="0"/>
                <a:alphaOff val="0"/>
              </a:schemeClr>
            </a:lnRef>
            <a:fillRef idx="1">
              <a:schemeClr val="accent3">
                <a:alpha val="50000"/>
                <a:hueOff val="0"/>
                <a:satOff val="0"/>
                <a:lumOff val="0"/>
                <a:alphaOff val="0"/>
              </a:schemeClr>
            </a:fillRef>
            <a:effectRef idx="0">
              <a:schemeClr val="accent3">
                <a:alpha val="50000"/>
                <a:hueOff val="0"/>
                <a:satOff val="0"/>
                <a:lumOff val="0"/>
                <a:alphaOff val="0"/>
              </a:schemeClr>
            </a:effectRef>
            <a:fontRef idx="minor">
              <a:schemeClr val="tx1"/>
            </a:fontRef>
          </p:style>
          <p:txBody>
            <a:bodyPr spcFirstLastPara="0" vert="horz" wrap="square" lIns="279281" tIns="279281" rIns="279281" bIns="279281" numCol="1" spcCol="1270" anchor="ctr" anchorCtr="0">
              <a:noAutofit/>
            </a:bodyPr>
            <a:lstStyle/>
            <a:p>
              <a:pPr lvl="0" algn="ctr" defTabSz="1244600">
                <a:lnSpc>
                  <a:spcPct val="120000"/>
                </a:lnSpc>
                <a:spcBef>
                  <a:spcPct val="0"/>
                </a:spcBef>
                <a:spcAft>
                  <a:spcPct val="35000"/>
                </a:spcAft>
              </a:pPr>
              <a:r>
                <a:rPr lang="zh-CN" altLang="en-US" sz="2800" b="1" kern="1200" dirty="0" smtClean="0">
                  <a:solidFill>
                    <a:schemeClr val="bg1"/>
                  </a:solidFill>
                </a:rPr>
                <a:t>人格论</a:t>
              </a:r>
              <a:endParaRPr lang="zh-CN" altLang="en-US" sz="2800" b="1" kern="1200" dirty="0">
                <a:solidFill>
                  <a:schemeClr val="bg1"/>
                </a:solidFill>
              </a:endParaRPr>
            </a:p>
          </p:txBody>
        </p:sp>
      </p:grpSp>
      <p:sp>
        <p:nvSpPr>
          <p:cNvPr id="9" name="任意多边形 8"/>
          <p:cNvSpPr/>
          <p:nvPr/>
        </p:nvSpPr>
        <p:spPr>
          <a:xfrm>
            <a:off x="4516493" y="166694"/>
            <a:ext cx="2366849" cy="638636"/>
          </a:xfrm>
          <a:custGeom>
            <a:avLst/>
            <a:gdLst>
              <a:gd name="connsiteX0" fmla="*/ 0 w 2790705"/>
              <a:gd name="connsiteY0" fmla="*/ 0 h 1070549"/>
              <a:gd name="connsiteX1" fmla="*/ 2790705 w 2790705"/>
              <a:gd name="connsiteY1" fmla="*/ 0 h 1070549"/>
              <a:gd name="connsiteX2" fmla="*/ 2790705 w 2790705"/>
              <a:gd name="connsiteY2" fmla="*/ 1070549 h 1070549"/>
              <a:gd name="connsiteX3" fmla="*/ 0 w 2790705"/>
              <a:gd name="connsiteY3" fmla="*/ 1070549 h 1070549"/>
              <a:gd name="connsiteX4" fmla="*/ 0 w 2790705"/>
              <a:gd name="connsiteY4" fmla="*/ 0 h 10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0705" h="1070549">
                <a:moveTo>
                  <a:pt x="0" y="0"/>
                </a:moveTo>
                <a:lnTo>
                  <a:pt x="2790705" y="0"/>
                </a:lnTo>
                <a:lnTo>
                  <a:pt x="2790705" y="1070549"/>
                </a:lnTo>
                <a:lnTo>
                  <a:pt x="0" y="1070549"/>
                </a:lnTo>
                <a:lnTo>
                  <a:pt x="0" y="0"/>
                </a:lnTo>
                <a:close/>
              </a:path>
            </a:pathLst>
          </a:custGeom>
          <a:noFill/>
          <a:ln w="28575">
            <a:noFill/>
          </a:ln>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06680" rIns="142240" bIns="160020" numCol="1" spcCol="1270" anchor="t" anchorCtr="0">
            <a:spAutoFit/>
          </a:bodyPr>
          <a:lstStyle/>
          <a:p>
            <a:pPr marL="0" lvl="1" algn="ctr" defTabSz="889000" rtl="0">
              <a:lnSpc>
                <a:spcPct val="120000"/>
              </a:lnSpc>
              <a:spcBef>
                <a:spcPct val="0"/>
              </a:spcBef>
              <a:spcAft>
                <a:spcPct val="15000"/>
              </a:spcAft>
            </a:pPr>
            <a:r>
              <a:rPr lang="zh-CN" sz="2000" b="1" kern="1200" dirty="0" smtClean="0">
                <a:solidFill>
                  <a:schemeClr val="accent3"/>
                </a:solidFill>
              </a:rPr>
              <a:t>我们的灵魂消亡了</a:t>
            </a:r>
            <a:endParaRPr lang="zh-CN" sz="2000" b="1" kern="1200" dirty="0">
              <a:solidFill>
                <a:schemeClr val="accent3"/>
              </a:solidFill>
            </a:endParaRPr>
          </a:p>
        </p:txBody>
      </p:sp>
      <p:sp>
        <p:nvSpPr>
          <p:cNvPr id="10" name="任意多边形 9"/>
          <p:cNvSpPr/>
          <p:nvPr/>
        </p:nvSpPr>
        <p:spPr>
          <a:xfrm>
            <a:off x="8328865" y="4788077"/>
            <a:ext cx="2065637" cy="1007968"/>
          </a:xfrm>
          <a:custGeom>
            <a:avLst/>
            <a:gdLst>
              <a:gd name="connsiteX0" fmla="*/ 0 w 2790705"/>
              <a:gd name="connsiteY0" fmla="*/ 0 h 1070549"/>
              <a:gd name="connsiteX1" fmla="*/ 2790705 w 2790705"/>
              <a:gd name="connsiteY1" fmla="*/ 0 h 1070549"/>
              <a:gd name="connsiteX2" fmla="*/ 2790705 w 2790705"/>
              <a:gd name="connsiteY2" fmla="*/ 1070549 h 1070549"/>
              <a:gd name="connsiteX3" fmla="*/ 0 w 2790705"/>
              <a:gd name="connsiteY3" fmla="*/ 1070549 h 1070549"/>
              <a:gd name="connsiteX4" fmla="*/ 0 w 2790705"/>
              <a:gd name="connsiteY4" fmla="*/ 0 h 10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0705" h="1070549">
                <a:moveTo>
                  <a:pt x="0" y="0"/>
                </a:moveTo>
                <a:lnTo>
                  <a:pt x="2790705" y="0"/>
                </a:lnTo>
                <a:lnTo>
                  <a:pt x="2790705" y="1070549"/>
                </a:lnTo>
                <a:lnTo>
                  <a:pt x="0" y="1070549"/>
                </a:lnTo>
                <a:lnTo>
                  <a:pt x="0" y="0"/>
                </a:lnTo>
                <a:close/>
              </a:path>
            </a:pathLst>
          </a:custGeom>
          <a:noFill/>
          <a:ln w="28575">
            <a:noFill/>
          </a:ln>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06680" rIns="142240" bIns="160020" numCol="1" spcCol="1270" anchor="t" anchorCtr="0">
            <a:spAutoFit/>
          </a:bodyPr>
          <a:lstStyle/>
          <a:p>
            <a:pPr marL="0" lvl="1" algn="ctr" defTabSz="889000" rtl="0">
              <a:lnSpc>
                <a:spcPct val="120000"/>
              </a:lnSpc>
              <a:spcBef>
                <a:spcPct val="0"/>
              </a:spcBef>
            </a:pPr>
            <a:r>
              <a:rPr lang="zh-CN" sz="2000" b="1" kern="1200" dirty="0" smtClean="0">
                <a:solidFill>
                  <a:schemeClr val="accent3"/>
                </a:solidFill>
              </a:rPr>
              <a:t>我们的肉体失去活性</a:t>
            </a:r>
            <a:r>
              <a:rPr lang="zh-CN" altLang="en-US" sz="2000" b="1" kern="1200" dirty="0" smtClean="0">
                <a:solidFill>
                  <a:schemeClr val="accent3"/>
                </a:solidFill>
              </a:rPr>
              <a:t>，</a:t>
            </a:r>
            <a:r>
              <a:rPr lang="zh-CN" altLang="en-US" sz="2000" b="1" dirty="0">
                <a:solidFill>
                  <a:schemeClr val="accent3"/>
                </a:solidFill>
              </a:rPr>
              <a:t>最终</a:t>
            </a:r>
            <a:r>
              <a:rPr lang="zh-CN" altLang="en-US" sz="2000" b="1" dirty="0" smtClean="0">
                <a:solidFill>
                  <a:schemeClr val="accent3"/>
                </a:solidFill>
              </a:rPr>
              <a:t>腐烂</a:t>
            </a:r>
            <a:endParaRPr lang="zh-CN" sz="2000" b="1" kern="1200" dirty="0">
              <a:solidFill>
                <a:schemeClr val="accent3"/>
              </a:solidFill>
            </a:endParaRPr>
          </a:p>
        </p:txBody>
      </p:sp>
      <p:sp>
        <p:nvSpPr>
          <p:cNvPr id="11" name="任意多边形 10"/>
          <p:cNvSpPr/>
          <p:nvPr/>
        </p:nvSpPr>
        <p:spPr>
          <a:xfrm>
            <a:off x="1043521" y="4784673"/>
            <a:ext cx="2044070" cy="1007968"/>
          </a:xfrm>
          <a:custGeom>
            <a:avLst/>
            <a:gdLst>
              <a:gd name="connsiteX0" fmla="*/ 0 w 2790705"/>
              <a:gd name="connsiteY0" fmla="*/ 0 h 1070549"/>
              <a:gd name="connsiteX1" fmla="*/ 2790705 w 2790705"/>
              <a:gd name="connsiteY1" fmla="*/ 0 h 1070549"/>
              <a:gd name="connsiteX2" fmla="*/ 2790705 w 2790705"/>
              <a:gd name="connsiteY2" fmla="*/ 1070549 h 1070549"/>
              <a:gd name="connsiteX3" fmla="*/ 0 w 2790705"/>
              <a:gd name="connsiteY3" fmla="*/ 1070549 h 1070549"/>
              <a:gd name="connsiteX4" fmla="*/ 0 w 2790705"/>
              <a:gd name="connsiteY4" fmla="*/ 0 h 1070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0705" h="1070549">
                <a:moveTo>
                  <a:pt x="0" y="0"/>
                </a:moveTo>
                <a:lnTo>
                  <a:pt x="2790705" y="0"/>
                </a:lnTo>
                <a:lnTo>
                  <a:pt x="2790705" y="1070549"/>
                </a:lnTo>
                <a:lnTo>
                  <a:pt x="0" y="1070549"/>
                </a:lnTo>
                <a:lnTo>
                  <a:pt x="0" y="0"/>
                </a:lnTo>
                <a:close/>
              </a:path>
            </a:pathLst>
          </a:custGeom>
          <a:noFill/>
          <a:ln w="28575">
            <a:noFill/>
          </a:ln>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6680" tIns="106680" rIns="142240" bIns="160020" numCol="1" spcCol="1270" anchor="t" anchorCtr="0">
            <a:spAutoFit/>
          </a:bodyPr>
          <a:lstStyle/>
          <a:p>
            <a:pPr marL="0" lvl="1" algn="just" defTabSz="889000" rtl="0">
              <a:lnSpc>
                <a:spcPct val="120000"/>
              </a:lnSpc>
              <a:spcBef>
                <a:spcPct val="0"/>
              </a:spcBef>
            </a:pPr>
            <a:r>
              <a:rPr lang="zh-CN" sz="2000" b="1" kern="1200" dirty="0" smtClean="0">
                <a:solidFill>
                  <a:schemeClr val="accent3"/>
                </a:solidFill>
              </a:rPr>
              <a:t>我们丧失</a:t>
            </a:r>
            <a:r>
              <a:rPr lang="zh-CN" altLang="en-US" sz="2000" b="1" kern="1200" dirty="0" smtClean="0">
                <a:solidFill>
                  <a:schemeClr val="accent3"/>
                </a:solidFill>
              </a:rPr>
              <a:t>了</a:t>
            </a:r>
            <a:r>
              <a:rPr lang="zh-CN" sz="2000" b="1" kern="1200" dirty="0" smtClean="0">
                <a:solidFill>
                  <a:schemeClr val="accent3"/>
                </a:solidFill>
              </a:rPr>
              <a:t>执行人格功能的能力</a:t>
            </a:r>
            <a:endParaRPr lang="zh-CN" sz="2000" b="1" kern="1200" dirty="0">
              <a:solidFill>
                <a:schemeClr val="accent3"/>
              </a:solidFill>
            </a:endParaRPr>
          </a:p>
        </p:txBody>
      </p:sp>
      <p:sp>
        <p:nvSpPr>
          <p:cNvPr id="20" name="任意多边形 19"/>
          <p:cNvSpPr/>
          <p:nvPr/>
        </p:nvSpPr>
        <p:spPr>
          <a:xfrm flipH="1">
            <a:off x="911225" y="5292061"/>
            <a:ext cx="2898772" cy="427703"/>
          </a:xfrm>
          <a:custGeom>
            <a:avLst/>
            <a:gdLst>
              <a:gd name="connsiteX0" fmla="*/ 0 w 3893574"/>
              <a:gd name="connsiteY0" fmla="*/ 0 h 427703"/>
              <a:gd name="connsiteX1" fmla="*/ 427703 w 3893574"/>
              <a:gd name="connsiteY1" fmla="*/ 427703 h 427703"/>
              <a:gd name="connsiteX2" fmla="*/ 3893574 w 3893574"/>
              <a:gd name="connsiteY2" fmla="*/ 427703 h 427703"/>
            </a:gdLst>
            <a:ahLst/>
            <a:cxnLst>
              <a:cxn ang="0">
                <a:pos x="connsiteX0" y="connsiteY0"/>
              </a:cxn>
              <a:cxn ang="0">
                <a:pos x="connsiteX1" y="connsiteY1"/>
              </a:cxn>
              <a:cxn ang="0">
                <a:pos x="connsiteX2" y="connsiteY2"/>
              </a:cxn>
            </a:cxnLst>
            <a:rect l="l" t="t" r="r" b="b"/>
            <a:pathLst>
              <a:path w="3893574" h="427703">
                <a:moveTo>
                  <a:pt x="0" y="0"/>
                </a:moveTo>
                <a:lnTo>
                  <a:pt x="427703" y="427703"/>
                </a:lnTo>
                <a:lnTo>
                  <a:pt x="3893574" y="427703"/>
                </a:lnTo>
              </a:path>
            </a:pathLst>
          </a:cu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979941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38200" y="2261385"/>
            <a:ext cx="10515600" cy="2160591"/>
          </a:xfrm>
        </p:spPr>
        <p:txBody>
          <a:bodyPr/>
          <a:lstStyle/>
          <a:p>
            <a:pPr>
              <a:lnSpc>
                <a:spcPct val="120000"/>
              </a:lnSpc>
            </a:pPr>
            <a:r>
              <a:rPr lang="zh-CN" altLang="en-US" sz="2400" dirty="0" smtClean="0">
                <a:solidFill>
                  <a:schemeClr val="tx1">
                    <a:lumMod val="95000"/>
                    <a:lumOff val="5000"/>
                  </a:schemeClr>
                </a:solidFill>
              </a:rPr>
              <a:t>如果</a:t>
            </a:r>
            <a:r>
              <a:rPr lang="zh-CN" altLang="en-US" sz="2400" dirty="0">
                <a:solidFill>
                  <a:schemeClr val="tx1">
                    <a:lumMod val="95000"/>
                    <a:lumOff val="5000"/>
                  </a:schemeClr>
                </a:solidFill>
              </a:rPr>
              <a:t>死亡是无可避免的，我们没有灵魂，无法</a:t>
            </a:r>
            <a:r>
              <a:rPr lang="zh-CN" altLang="en-US" sz="2400" dirty="0" smtClean="0">
                <a:solidFill>
                  <a:schemeClr val="tx1">
                    <a:lumMod val="95000"/>
                    <a:lumOff val="5000"/>
                  </a:schemeClr>
                </a:solidFill>
              </a:rPr>
              <a:t>永生</a:t>
            </a:r>
            <a:r>
              <a:rPr lang="zh-CN" altLang="en-US" sz="2400" dirty="0">
                <a:solidFill>
                  <a:schemeClr val="tx1">
                    <a:lumMod val="95000"/>
                    <a:lumOff val="5000"/>
                  </a:schemeClr>
                </a:solidFill>
              </a:rPr>
              <a:t>，</a:t>
            </a:r>
            <a:r>
              <a:rPr lang="en-US" altLang="zh-CN" sz="2400" dirty="0" smtClean="0">
                <a:solidFill>
                  <a:schemeClr val="tx1">
                    <a:lumMod val="95000"/>
                    <a:lumOff val="5000"/>
                  </a:schemeClr>
                </a:solidFill>
              </a:rPr>
              <a:t/>
            </a:r>
            <a:br>
              <a:rPr lang="en-US" altLang="zh-CN" sz="2400" dirty="0" smtClean="0">
                <a:solidFill>
                  <a:schemeClr val="tx1">
                    <a:lumMod val="95000"/>
                    <a:lumOff val="5000"/>
                  </a:schemeClr>
                </a:solidFill>
              </a:rPr>
            </a:br>
            <a:r>
              <a:rPr lang="en-US" altLang="zh-CN" sz="2400" dirty="0" smtClean="0">
                <a:solidFill>
                  <a:schemeClr val="accent4"/>
                </a:solidFill>
              </a:rPr>
              <a:t>        </a:t>
            </a:r>
            <a:r>
              <a:rPr lang="zh-CN" altLang="en-US" dirty="0" smtClean="0">
                <a:solidFill>
                  <a:schemeClr val="accent4"/>
                </a:solidFill>
              </a:rPr>
              <a:t>那</a:t>
            </a:r>
            <a:r>
              <a:rPr lang="zh-CN" altLang="en-US" dirty="0">
                <a:solidFill>
                  <a:schemeClr val="accent4"/>
                </a:solidFill>
              </a:rPr>
              <a:t>我们该如何</a:t>
            </a:r>
            <a:r>
              <a:rPr lang="zh-CN" altLang="en-US" dirty="0">
                <a:solidFill>
                  <a:schemeClr val="accent6"/>
                </a:solidFill>
              </a:rPr>
              <a:t>面对</a:t>
            </a:r>
            <a:r>
              <a:rPr lang="zh-CN" altLang="en-US" dirty="0">
                <a:solidFill>
                  <a:schemeClr val="accent4"/>
                </a:solidFill>
              </a:rPr>
              <a:t>死亡</a:t>
            </a:r>
            <a:r>
              <a:rPr lang="zh-CN" altLang="en-US" dirty="0" smtClean="0">
                <a:solidFill>
                  <a:schemeClr val="accent4"/>
                </a:solidFill>
              </a:rPr>
              <a:t>？</a:t>
            </a:r>
            <a:r>
              <a:rPr lang="en-US" altLang="zh-CN" dirty="0" smtClean="0">
                <a:solidFill>
                  <a:schemeClr val="accent4"/>
                </a:solidFill>
              </a:rPr>
              <a:t/>
            </a:r>
            <a:br>
              <a:rPr lang="en-US" altLang="zh-CN" dirty="0" smtClean="0">
                <a:solidFill>
                  <a:schemeClr val="accent4"/>
                </a:solidFill>
              </a:rPr>
            </a:br>
            <a:r>
              <a:rPr lang="en-US" altLang="zh-CN" sz="2400" dirty="0" smtClean="0">
                <a:solidFill>
                  <a:schemeClr val="accent4"/>
                </a:solidFill>
              </a:rPr>
              <a:t>HOW DO WE </a:t>
            </a:r>
            <a:r>
              <a:rPr lang="en-US" altLang="zh-CN" sz="2400" dirty="0" smtClean="0">
                <a:solidFill>
                  <a:schemeClr val="accent6"/>
                </a:solidFill>
              </a:rPr>
              <a:t>FACE</a:t>
            </a:r>
            <a:r>
              <a:rPr lang="en-US" altLang="zh-CN" sz="2400" dirty="0" smtClean="0">
                <a:solidFill>
                  <a:schemeClr val="accent4"/>
                </a:solidFill>
              </a:rPr>
              <a:t> DEATH?</a:t>
            </a:r>
            <a:endParaRPr lang="zh-CN" altLang="en-US" sz="2400" dirty="0">
              <a:solidFill>
                <a:schemeClr val="accent4"/>
              </a:solidFill>
            </a:endParaRPr>
          </a:p>
        </p:txBody>
      </p:sp>
      <p:sp>
        <p:nvSpPr>
          <p:cNvPr id="3" name="矩形 2"/>
          <p:cNvSpPr/>
          <p:nvPr/>
        </p:nvSpPr>
        <p:spPr>
          <a:xfrm>
            <a:off x="0" y="6529388"/>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backgroundRemoval t="586" b="100000" l="0" r="100000">
                        <a14:foregroundMark x1="52214" y1="24805" x2="54167" y2="68164"/>
                        <a14:foregroundMark x1="88542" y1="42383" x2="58464" y2="82520"/>
                        <a14:foregroundMark x1="92839" y1="33594" x2="94010" y2="21582"/>
                      </a14:backgroundRemoval>
                    </a14:imgEffect>
                  </a14:imgLayer>
                </a14:imgProps>
              </a:ext>
            </a:extLst>
          </a:blip>
          <a:stretch>
            <a:fillRect/>
          </a:stretch>
        </p:blipFill>
        <p:spPr>
          <a:xfrm>
            <a:off x="9918501" y="3940173"/>
            <a:ext cx="1435299" cy="1913732"/>
          </a:xfrm>
          <a:prstGeom prst="rect">
            <a:avLst/>
          </a:prstGeom>
        </p:spPr>
      </p:pic>
      <p:grpSp>
        <p:nvGrpSpPr>
          <p:cNvPr id="10" name="组合 9"/>
          <p:cNvGrpSpPr/>
          <p:nvPr/>
        </p:nvGrpSpPr>
        <p:grpSpPr>
          <a:xfrm>
            <a:off x="7915686" y="5049037"/>
            <a:ext cx="1011038" cy="1808963"/>
            <a:chOff x="5093577" y="4571940"/>
            <a:chExt cx="1011038" cy="1808963"/>
          </a:xfrm>
        </p:grpSpPr>
        <p:sp>
          <p:nvSpPr>
            <p:cNvPr id="6" name="椭圆 5"/>
            <p:cNvSpPr/>
            <p:nvPr/>
          </p:nvSpPr>
          <p:spPr>
            <a:xfrm>
              <a:off x="5093577" y="4571940"/>
              <a:ext cx="419100" cy="419100"/>
            </a:xfrm>
            <a:prstGeom prst="ellipse">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flipH="1">
              <a:off x="5303126" y="5038468"/>
              <a:ext cx="801489" cy="1342435"/>
              <a:chOff x="3501997" y="5351259"/>
              <a:chExt cx="801489" cy="1342435"/>
            </a:xfrm>
            <a:solidFill>
              <a:schemeClr val="tx1">
                <a:lumMod val="85000"/>
                <a:lumOff val="15000"/>
              </a:schemeClr>
            </a:solidFill>
          </p:grpSpPr>
          <p:sp>
            <p:nvSpPr>
              <p:cNvPr id="8" name="同侧圆角矩形 7"/>
              <p:cNvSpPr/>
              <p:nvPr/>
            </p:nvSpPr>
            <p:spPr>
              <a:xfrm>
                <a:off x="3994151" y="5372100"/>
                <a:ext cx="309335" cy="1321594"/>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同侧圆角矩形 8"/>
              <p:cNvSpPr/>
              <p:nvPr/>
            </p:nvSpPr>
            <p:spPr>
              <a:xfrm rot="18000000">
                <a:off x="3707368" y="5145888"/>
                <a:ext cx="222816" cy="633558"/>
              </a:xfrm>
              <a:prstGeom prst="round2SameRect">
                <a:avLst>
                  <a:gd name="adj1" fmla="val 37500"/>
                  <a:gd name="adj2" fmla="val 0"/>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 name="椭圆形标注 10"/>
          <p:cNvSpPr/>
          <p:nvPr/>
        </p:nvSpPr>
        <p:spPr>
          <a:xfrm>
            <a:off x="8434570" y="4351957"/>
            <a:ext cx="899918" cy="602940"/>
          </a:xfrm>
          <a:prstGeom prst="wedgeEllipseCallout">
            <a:avLst>
              <a:gd name="adj1" fmla="val -30359"/>
              <a:gd name="adj2" fmla="val 62501"/>
            </a:avLst>
          </a:prstGeom>
          <a:noFill/>
          <a:ln w="31750" cmpd="sng">
            <a:solidFill>
              <a:schemeClr val="accent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accent6"/>
                </a:solidFill>
              </a:rPr>
              <a:t>Hi</a:t>
            </a:r>
            <a:r>
              <a:rPr lang="zh-CN" altLang="en-US" dirty="0" smtClean="0">
                <a:solidFill>
                  <a:schemeClr val="accent6"/>
                </a:solidFill>
              </a:rPr>
              <a:t>～</a:t>
            </a:r>
            <a:endParaRPr lang="zh-CN" altLang="en-US" dirty="0">
              <a:solidFill>
                <a:schemeClr val="accent6"/>
              </a:solidFill>
            </a:endParaRPr>
          </a:p>
        </p:txBody>
      </p:sp>
      <p:sp>
        <p:nvSpPr>
          <p:cNvPr id="12" name="矩形 11"/>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896277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838200" y="283072"/>
            <a:ext cx="10515600" cy="769441"/>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4"/>
                </a:solidFill>
              </a:rPr>
              <a:t>不</a:t>
            </a:r>
            <a:r>
              <a:rPr lang="zh-CN" altLang="en-US" dirty="0" smtClean="0">
                <a:solidFill>
                  <a:schemeClr val="accent6"/>
                </a:solidFill>
              </a:rPr>
              <a:t>恐惧</a:t>
            </a:r>
            <a:r>
              <a:rPr lang="zh-CN" altLang="en-US" dirty="0" smtClean="0">
                <a:solidFill>
                  <a:schemeClr val="accent4"/>
                </a:solidFill>
              </a:rPr>
              <a:t>死亡</a:t>
            </a:r>
            <a:endParaRPr lang="zh-CN" altLang="en-US" dirty="0">
              <a:solidFill>
                <a:schemeClr val="accent4"/>
              </a:solidFill>
            </a:endParaRPr>
          </a:p>
        </p:txBody>
      </p:sp>
      <p:grpSp>
        <p:nvGrpSpPr>
          <p:cNvPr id="27" name="组合 26"/>
          <p:cNvGrpSpPr/>
          <p:nvPr/>
        </p:nvGrpSpPr>
        <p:grpSpPr>
          <a:xfrm>
            <a:off x="-4780089" y="318703"/>
            <a:ext cx="15780329" cy="7146175"/>
            <a:chOff x="-5275389" y="147253"/>
            <a:chExt cx="15780329" cy="7146175"/>
          </a:xfrm>
        </p:grpSpPr>
        <p:sp>
          <p:nvSpPr>
            <p:cNvPr id="28" name="空心弧 27"/>
            <p:cNvSpPr/>
            <p:nvPr/>
          </p:nvSpPr>
          <p:spPr>
            <a:xfrm>
              <a:off x="-5275389" y="147253"/>
              <a:ext cx="7146175" cy="7146175"/>
            </a:xfrm>
            <a:prstGeom prst="blockArc">
              <a:avLst>
                <a:gd name="adj1" fmla="val 18900000"/>
                <a:gd name="adj2" fmla="val 2700000"/>
                <a:gd name="adj3" fmla="val 302"/>
              </a:avLst>
            </a:prstGeom>
            <a:solidFill>
              <a:schemeClr val="accent6"/>
            </a:solidFill>
          </p:spPr>
          <p:style>
            <a:lnRef idx="2">
              <a:schemeClr val="accent6">
                <a:shade val="60000"/>
                <a:hueOff val="0"/>
                <a:satOff val="0"/>
                <a:lumOff val="0"/>
                <a:alphaOff val="0"/>
              </a:schemeClr>
            </a:lnRef>
            <a:fillRef idx="0">
              <a:schemeClr val="accent6">
                <a:hueOff val="0"/>
                <a:satOff val="0"/>
                <a:lumOff val="0"/>
                <a:alphaOff val="0"/>
              </a:schemeClr>
            </a:fillRef>
            <a:effectRef idx="0">
              <a:schemeClr val="accent6">
                <a:hueOff val="0"/>
                <a:satOff val="0"/>
                <a:lumOff val="0"/>
                <a:alphaOff val="0"/>
              </a:schemeClr>
            </a:effectRef>
            <a:fontRef idx="minor">
              <a:schemeClr val="tx1">
                <a:hueOff val="0"/>
                <a:satOff val="0"/>
                <a:lumOff val="0"/>
                <a:alphaOff val="0"/>
              </a:schemeClr>
            </a:fontRef>
          </p:style>
        </p:sp>
        <p:sp>
          <p:nvSpPr>
            <p:cNvPr id="31" name="任意多边形 30"/>
            <p:cNvSpPr/>
            <p:nvPr/>
          </p:nvSpPr>
          <p:spPr>
            <a:xfrm>
              <a:off x="1532974" y="1971004"/>
              <a:ext cx="8971966" cy="603110"/>
            </a:xfrm>
            <a:custGeom>
              <a:avLst/>
              <a:gdLst>
                <a:gd name="connsiteX0" fmla="*/ 0 w 8971966"/>
                <a:gd name="connsiteY0" fmla="*/ 0 h 482487"/>
                <a:gd name="connsiteX1" fmla="*/ 8971966 w 8971966"/>
                <a:gd name="connsiteY1" fmla="*/ 0 h 482487"/>
                <a:gd name="connsiteX2" fmla="*/ 8971966 w 8971966"/>
                <a:gd name="connsiteY2" fmla="*/ 482487 h 482487"/>
                <a:gd name="connsiteX3" fmla="*/ 0 w 8971966"/>
                <a:gd name="connsiteY3" fmla="*/ 482487 h 482487"/>
                <a:gd name="connsiteX4" fmla="*/ 0 w 8971966"/>
                <a:gd name="connsiteY4" fmla="*/ 0 h 482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71966" h="482487">
                  <a:moveTo>
                    <a:pt x="0" y="0"/>
                  </a:moveTo>
                  <a:lnTo>
                    <a:pt x="8971966" y="0"/>
                  </a:lnTo>
                  <a:lnTo>
                    <a:pt x="8971966" y="482487"/>
                  </a:lnTo>
                  <a:lnTo>
                    <a:pt x="0" y="482487"/>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2974" tIns="48260" rIns="48260" bIns="48260" numCol="1" spcCol="1270" anchor="ctr" anchorCtr="0">
              <a:noAutofit/>
            </a:bodyPr>
            <a:lstStyle/>
            <a:p>
              <a:pPr lvl="0" algn="l" defTabSz="844550" rtl="0">
                <a:lnSpc>
                  <a:spcPct val="90000"/>
                </a:lnSpc>
                <a:spcBef>
                  <a:spcPct val="0"/>
                </a:spcBef>
                <a:spcAft>
                  <a:spcPct val="35000"/>
                </a:spcAft>
              </a:pPr>
              <a:r>
                <a:rPr lang="zh-CN" altLang="en-US" sz="2400" b="1" kern="1200" dirty="0" smtClean="0"/>
                <a:t>恐惧需要一件事是坏事</a:t>
              </a:r>
              <a:endParaRPr lang="zh-CN" altLang="en-US" sz="2400" b="1" kern="1200" dirty="0"/>
            </a:p>
          </p:txBody>
        </p:sp>
        <p:sp>
          <p:nvSpPr>
            <p:cNvPr id="32" name="椭圆 31"/>
            <p:cNvSpPr/>
            <p:nvPr/>
          </p:nvSpPr>
          <p:spPr>
            <a:xfrm>
              <a:off x="1231419" y="1971005"/>
              <a:ext cx="603109" cy="603109"/>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000" b="1" dirty="0" smtClean="0"/>
                <a:t>1</a:t>
              </a:r>
              <a:endParaRPr lang="zh-CN" altLang="en-US" sz="2000" b="1" dirty="0"/>
            </a:p>
          </p:txBody>
        </p:sp>
        <p:sp>
          <p:nvSpPr>
            <p:cNvPr id="35" name="任意多边形 34"/>
            <p:cNvSpPr/>
            <p:nvPr/>
          </p:nvSpPr>
          <p:spPr>
            <a:xfrm>
              <a:off x="1848863" y="3418784"/>
              <a:ext cx="8656077" cy="603110"/>
            </a:xfrm>
            <a:custGeom>
              <a:avLst/>
              <a:gdLst>
                <a:gd name="connsiteX0" fmla="*/ 0 w 8656077"/>
                <a:gd name="connsiteY0" fmla="*/ 0 h 482487"/>
                <a:gd name="connsiteX1" fmla="*/ 8656077 w 8656077"/>
                <a:gd name="connsiteY1" fmla="*/ 0 h 482487"/>
                <a:gd name="connsiteX2" fmla="*/ 8656077 w 8656077"/>
                <a:gd name="connsiteY2" fmla="*/ 482487 h 482487"/>
                <a:gd name="connsiteX3" fmla="*/ 0 w 8656077"/>
                <a:gd name="connsiteY3" fmla="*/ 482487 h 482487"/>
                <a:gd name="connsiteX4" fmla="*/ 0 w 8656077"/>
                <a:gd name="connsiteY4" fmla="*/ 0 h 482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6077" h="482487">
                  <a:moveTo>
                    <a:pt x="0" y="0"/>
                  </a:moveTo>
                  <a:lnTo>
                    <a:pt x="8656077" y="0"/>
                  </a:lnTo>
                  <a:lnTo>
                    <a:pt x="8656077" y="482487"/>
                  </a:lnTo>
                  <a:lnTo>
                    <a:pt x="0" y="482487"/>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2974" tIns="48260" rIns="48260" bIns="48260" numCol="1" spcCol="1270" anchor="ctr" anchorCtr="0">
              <a:noAutofit/>
            </a:bodyPr>
            <a:lstStyle/>
            <a:p>
              <a:pPr lvl="0" algn="l" defTabSz="844550" rtl="0">
                <a:lnSpc>
                  <a:spcPct val="90000"/>
                </a:lnSpc>
                <a:spcBef>
                  <a:spcPct val="0"/>
                </a:spcBef>
                <a:spcAft>
                  <a:spcPct val="35000"/>
                </a:spcAft>
              </a:pPr>
              <a:r>
                <a:rPr lang="zh-CN" altLang="en-US" sz="2400" b="1" kern="1200" dirty="0" smtClean="0"/>
                <a:t>恐惧需要这件坏事发生的几率不可忽视</a:t>
              </a:r>
              <a:endParaRPr lang="zh-CN" altLang="en-US" sz="2400" b="1" kern="1200" dirty="0"/>
            </a:p>
          </p:txBody>
        </p:sp>
        <p:sp>
          <p:nvSpPr>
            <p:cNvPr id="36" name="椭圆 35"/>
            <p:cNvSpPr/>
            <p:nvPr/>
          </p:nvSpPr>
          <p:spPr>
            <a:xfrm>
              <a:off x="1547308" y="3418785"/>
              <a:ext cx="603109" cy="603109"/>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000" b="1" dirty="0" smtClean="0"/>
                <a:t>2</a:t>
              </a:r>
              <a:endParaRPr lang="zh-CN" altLang="en-US" sz="2000" b="1" dirty="0"/>
            </a:p>
          </p:txBody>
        </p:sp>
        <p:sp>
          <p:nvSpPr>
            <p:cNvPr id="39" name="任意多边形 38"/>
            <p:cNvSpPr/>
            <p:nvPr/>
          </p:nvSpPr>
          <p:spPr>
            <a:xfrm>
              <a:off x="1532974" y="4866565"/>
              <a:ext cx="8971966" cy="603110"/>
            </a:xfrm>
            <a:custGeom>
              <a:avLst/>
              <a:gdLst>
                <a:gd name="connsiteX0" fmla="*/ 0 w 8971966"/>
                <a:gd name="connsiteY0" fmla="*/ 0 h 482487"/>
                <a:gd name="connsiteX1" fmla="*/ 8971966 w 8971966"/>
                <a:gd name="connsiteY1" fmla="*/ 0 h 482487"/>
                <a:gd name="connsiteX2" fmla="*/ 8971966 w 8971966"/>
                <a:gd name="connsiteY2" fmla="*/ 482487 h 482487"/>
                <a:gd name="connsiteX3" fmla="*/ 0 w 8971966"/>
                <a:gd name="connsiteY3" fmla="*/ 482487 h 482487"/>
                <a:gd name="connsiteX4" fmla="*/ 0 w 8971966"/>
                <a:gd name="connsiteY4" fmla="*/ 0 h 482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71966" h="482487">
                  <a:moveTo>
                    <a:pt x="0" y="0"/>
                  </a:moveTo>
                  <a:lnTo>
                    <a:pt x="8971966" y="0"/>
                  </a:lnTo>
                  <a:lnTo>
                    <a:pt x="8971966" y="482487"/>
                  </a:lnTo>
                  <a:lnTo>
                    <a:pt x="0" y="482487"/>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82974" tIns="48260" rIns="48260" bIns="48260" numCol="1" spcCol="1270" anchor="ctr" anchorCtr="0">
              <a:noAutofit/>
            </a:bodyPr>
            <a:lstStyle/>
            <a:p>
              <a:pPr lvl="0" algn="l" defTabSz="844550" rtl="0">
                <a:lnSpc>
                  <a:spcPct val="90000"/>
                </a:lnSpc>
                <a:spcBef>
                  <a:spcPct val="0"/>
                </a:spcBef>
                <a:spcAft>
                  <a:spcPct val="35000"/>
                </a:spcAft>
              </a:pPr>
              <a:r>
                <a:rPr lang="zh-CN" altLang="en-US" sz="2400" b="1" kern="1200" dirty="0" smtClean="0"/>
                <a:t>恐惧需要坏事的发生具有不确定性</a:t>
              </a:r>
              <a:endParaRPr lang="zh-CN" altLang="en-US" sz="2400" b="1" kern="1200" dirty="0"/>
            </a:p>
          </p:txBody>
        </p:sp>
        <p:sp>
          <p:nvSpPr>
            <p:cNvPr id="40" name="椭圆 39"/>
            <p:cNvSpPr/>
            <p:nvPr/>
          </p:nvSpPr>
          <p:spPr>
            <a:xfrm>
              <a:off x="1231419" y="4866566"/>
              <a:ext cx="603109" cy="603109"/>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sz="2000" b="1" dirty="0" smtClean="0"/>
                <a:t>3</a:t>
              </a:r>
              <a:endParaRPr lang="zh-CN" altLang="en-US" sz="2000" b="1" dirty="0"/>
            </a:p>
          </p:txBody>
        </p:sp>
      </p:grpSp>
      <p:sp>
        <p:nvSpPr>
          <p:cNvPr id="43" name="文本框 42"/>
          <p:cNvSpPr txBox="1"/>
          <p:nvPr/>
        </p:nvSpPr>
        <p:spPr>
          <a:xfrm>
            <a:off x="1009650" y="2609910"/>
            <a:ext cx="717069" cy="2554545"/>
          </a:xfrm>
          <a:prstGeom prst="rect">
            <a:avLst/>
          </a:prstGeom>
          <a:noFill/>
        </p:spPr>
        <p:txBody>
          <a:bodyPr wrap="square" rtlCol="0">
            <a:spAutoFit/>
          </a:bodyPr>
          <a:lstStyle/>
          <a:p>
            <a:r>
              <a:rPr lang="zh-CN" altLang="en-US" sz="3200" b="1" dirty="0" smtClean="0">
                <a:solidFill>
                  <a:schemeClr val="accent6"/>
                </a:solidFill>
              </a:rPr>
              <a:t>恐惧三要素</a:t>
            </a:r>
            <a:endParaRPr lang="zh-CN" altLang="en-US" sz="3200" b="1" dirty="0">
              <a:solidFill>
                <a:schemeClr val="accent6"/>
              </a:solidFill>
            </a:endParaRPr>
          </a:p>
        </p:txBody>
      </p:sp>
      <p:sp>
        <p:nvSpPr>
          <p:cNvPr id="44" name="文本框 43"/>
          <p:cNvSpPr txBox="1"/>
          <p:nvPr/>
        </p:nvSpPr>
        <p:spPr>
          <a:xfrm>
            <a:off x="2645717" y="2771036"/>
            <a:ext cx="8354523" cy="757130"/>
          </a:xfrm>
          <a:prstGeom prst="rect">
            <a:avLst/>
          </a:prstGeom>
          <a:noFill/>
        </p:spPr>
        <p:txBody>
          <a:bodyPr wrap="square" rtlCol="0">
            <a:spAutoFit/>
          </a:bodyPr>
          <a:lstStyle/>
          <a:p>
            <a:pPr>
              <a:lnSpc>
                <a:spcPct val="120000"/>
              </a:lnSpc>
            </a:pPr>
            <a:r>
              <a:rPr lang="zh-CN" altLang="en-US" dirty="0"/>
              <a:t>死亡</a:t>
            </a:r>
            <a:r>
              <a:rPr lang="zh-CN" altLang="en-US" dirty="0" smtClean="0"/>
              <a:t>是一件坏事，死时可能会很痛苦，它还会剥夺我们可能拥有的幸福。然而，它又不完全是坏事。因为它能结束永生的诅咒。</a:t>
            </a:r>
            <a:endParaRPr lang="zh-CN" altLang="en-US" dirty="0"/>
          </a:p>
        </p:txBody>
      </p:sp>
      <p:sp>
        <p:nvSpPr>
          <p:cNvPr id="45" name="文本框 44"/>
          <p:cNvSpPr txBox="1"/>
          <p:nvPr/>
        </p:nvSpPr>
        <p:spPr>
          <a:xfrm>
            <a:off x="2645717" y="4266565"/>
            <a:ext cx="8354523" cy="757130"/>
          </a:xfrm>
          <a:prstGeom prst="rect">
            <a:avLst/>
          </a:prstGeom>
          <a:noFill/>
        </p:spPr>
        <p:txBody>
          <a:bodyPr wrap="square" rtlCol="0">
            <a:spAutoFit/>
          </a:bodyPr>
          <a:lstStyle/>
          <a:p>
            <a:pPr>
              <a:lnSpc>
                <a:spcPct val="120000"/>
              </a:lnSpc>
            </a:pPr>
            <a:r>
              <a:rPr lang="zh-CN" altLang="en-US" dirty="0" smtClean="0"/>
              <a:t>死亡无处不在，实际上，随着年龄的增长，死亡发生的几率越来越不容我们忽视。当然，当我们还年幼时死亡的几率也比较高，但那时我们并不会恐惧死亡。</a:t>
            </a:r>
            <a:endParaRPr lang="zh-CN" altLang="en-US" dirty="0"/>
          </a:p>
        </p:txBody>
      </p:sp>
      <p:sp>
        <p:nvSpPr>
          <p:cNvPr id="46" name="文本框 45"/>
          <p:cNvSpPr txBox="1"/>
          <p:nvPr/>
        </p:nvSpPr>
        <p:spPr>
          <a:xfrm>
            <a:off x="2645717" y="5657157"/>
            <a:ext cx="8354523" cy="1089529"/>
          </a:xfrm>
          <a:prstGeom prst="rect">
            <a:avLst/>
          </a:prstGeom>
          <a:noFill/>
        </p:spPr>
        <p:txBody>
          <a:bodyPr wrap="square" rtlCol="0">
            <a:spAutoFit/>
          </a:bodyPr>
          <a:lstStyle/>
          <a:p>
            <a:pPr>
              <a:lnSpc>
                <a:spcPct val="120000"/>
              </a:lnSpc>
            </a:pPr>
            <a:r>
              <a:rPr lang="zh-CN" altLang="en-US" dirty="0" smtClean="0"/>
              <a:t>我们终有一死。因此我们的死亡是确定的。</a:t>
            </a:r>
            <a:endParaRPr lang="en-US" altLang="zh-CN" dirty="0" smtClean="0"/>
          </a:p>
          <a:p>
            <a:pPr>
              <a:lnSpc>
                <a:spcPct val="120000"/>
              </a:lnSpc>
            </a:pPr>
            <a:r>
              <a:rPr lang="zh-CN" altLang="en-US" dirty="0" smtClean="0"/>
              <a:t>但我们不知道自己何时会死，有可能百年之后才死，也可能明天就死了，我们是否会早死是不确定的。尽管如此如此</a:t>
            </a:r>
            <a:r>
              <a:rPr lang="zh-CN" altLang="en-US" dirty="0"/>
              <a:t>，早死的可能性微乎其微</a:t>
            </a:r>
            <a:r>
              <a:rPr lang="zh-CN" altLang="en-US" dirty="0" smtClean="0"/>
              <a:t>。</a:t>
            </a:r>
            <a:endParaRPr lang="zh-CN" altLang="en-US" dirty="0"/>
          </a:p>
        </p:txBody>
      </p:sp>
      <p:grpSp>
        <p:nvGrpSpPr>
          <p:cNvPr id="21" name="组合 20"/>
          <p:cNvGrpSpPr/>
          <p:nvPr/>
        </p:nvGrpSpPr>
        <p:grpSpPr>
          <a:xfrm>
            <a:off x="0" y="886425"/>
            <a:ext cx="4984970" cy="151305"/>
            <a:chOff x="1729866" y="911825"/>
            <a:chExt cx="5026421" cy="151305"/>
          </a:xfrm>
          <a:solidFill>
            <a:schemeClr val="tx1">
              <a:lumMod val="85000"/>
              <a:lumOff val="15000"/>
            </a:schemeClr>
          </a:solidFill>
        </p:grpSpPr>
        <p:cxnSp>
          <p:nvCxnSpPr>
            <p:cNvPr id="22" name="直接连接符 21"/>
            <p:cNvCxnSpPr/>
            <p:nvPr/>
          </p:nvCxnSpPr>
          <p:spPr>
            <a:xfrm flipH="1">
              <a:off x="1729866" y="1063130"/>
              <a:ext cx="4126423" cy="0"/>
            </a:xfrm>
            <a:prstGeom prst="line">
              <a:avLst/>
            </a:prstGeom>
            <a:grpFill/>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5856287" y="911825"/>
              <a:ext cx="900000" cy="151305"/>
            </a:xfrm>
            <a:prstGeom prst="rect">
              <a:avLst/>
            </a:prstGeom>
            <a:grpFill/>
            <a:ln w="31750" cmpd="sng">
              <a:solidFill>
                <a:schemeClr val="tx1">
                  <a:lumMod val="85000"/>
                  <a:lumOff val="1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643199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标注 7"/>
          <p:cNvSpPr/>
          <p:nvPr/>
        </p:nvSpPr>
        <p:spPr>
          <a:xfrm>
            <a:off x="1009649" y="715345"/>
            <a:ext cx="9990589" cy="2137393"/>
          </a:xfrm>
          <a:prstGeom prst="wedgeRectCallout">
            <a:avLst>
              <a:gd name="adj1" fmla="val -33418"/>
              <a:gd name="adj2" fmla="val -72070"/>
            </a:avLst>
          </a:prstGeom>
          <a:noFill/>
          <a:ln w="38100" cmpd="sng">
            <a:solidFill>
              <a:schemeClr val="accent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179806" y="792457"/>
            <a:ext cx="9650273" cy="2019014"/>
          </a:xfrm>
          <a:prstGeom prst="rect">
            <a:avLst/>
          </a:prstGeom>
          <a:noFill/>
        </p:spPr>
        <p:txBody>
          <a:bodyPr wrap="square" rtlCol="0">
            <a:spAutoFit/>
          </a:bodyPr>
          <a:lstStyle/>
          <a:p>
            <a:pPr>
              <a:lnSpc>
                <a:spcPct val="120000"/>
              </a:lnSpc>
            </a:pPr>
            <a:r>
              <a:rPr lang="zh-CN" altLang="en-US" sz="2400" dirty="0" smtClean="0"/>
              <a:t>一方面，对于虽然可能发生但可能性可以忽略不计的坏事比如世界末日和早死，</a:t>
            </a:r>
            <a:r>
              <a:rPr lang="zh-CN" altLang="en-US" sz="2400" b="1" dirty="0" smtClean="0">
                <a:solidFill>
                  <a:schemeClr val="accent6"/>
                </a:solidFill>
              </a:rPr>
              <a:t>我们对其担忧的必要性趋于</a:t>
            </a:r>
            <a:r>
              <a:rPr lang="en-US" altLang="zh-CN" sz="2400" b="1" dirty="0" smtClean="0">
                <a:solidFill>
                  <a:schemeClr val="accent6"/>
                </a:solidFill>
              </a:rPr>
              <a:t>0</a:t>
            </a:r>
            <a:r>
              <a:rPr lang="zh-CN" altLang="en-US" sz="2400" b="1" dirty="0" smtClean="0"/>
              <a:t>。</a:t>
            </a:r>
            <a:endParaRPr lang="en-US" altLang="zh-CN" sz="2400" b="1" dirty="0" smtClean="0"/>
          </a:p>
          <a:p>
            <a:pPr>
              <a:lnSpc>
                <a:spcPct val="120000"/>
              </a:lnSpc>
              <a:spcBef>
                <a:spcPts val="1200"/>
              </a:spcBef>
            </a:pPr>
            <a:r>
              <a:rPr lang="zh-CN" altLang="en-US" sz="2400" dirty="0" smtClean="0"/>
              <a:t>另一方面，死亡对我们来说又是确定的。它的必然到来可能会使人感到悲愤，</a:t>
            </a:r>
            <a:r>
              <a:rPr lang="zh-CN" altLang="en-US" sz="2400" b="1" dirty="0" smtClean="0">
                <a:solidFill>
                  <a:schemeClr val="accent6"/>
                </a:solidFill>
              </a:rPr>
              <a:t>但终究与恐惧无关。</a:t>
            </a:r>
            <a:endParaRPr lang="zh-CN" altLang="en-US" sz="2400" b="1" dirty="0">
              <a:solidFill>
                <a:schemeClr val="accent6"/>
              </a:solidFill>
            </a:endParaRPr>
          </a:p>
        </p:txBody>
      </p:sp>
      <p:sp>
        <p:nvSpPr>
          <p:cNvPr id="10" name="标题 1"/>
          <p:cNvSpPr txBox="1">
            <a:spLocks/>
          </p:cNvSpPr>
          <p:nvPr/>
        </p:nvSpPr>
        <p:spPr>
          <a:xfrm>
            <a:off x="838200" y="3271534"/>
            <a:ext cx="10515600" cy="769441"/>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6"/>
                </a:solidFill>
              </a:rPr>
              <a:t>谨慎</a:t>
            </a:r>
            <a:r>
              <a:rPr lang="zh-CN" altLang="en-US" dirty="0" smtClean="0">
                <a:solidFill>
                  <a:schemeClr val="accent4"/>
                </a:solidFill>
              </a:rPr>
              <a:t>地生活</a:t>
            </a:r>
            <a:endParaRPr lang="zh-CN" altLang="en-US" dirty="0">
              <a:solidFill>
                <a:schemeClr val="accent3"/>
              </a:solidFill>
            </a:endParaRPr>
          </a:p>
        </p:txBody>
      </p:sp>
      <p:grpSp>
        <p:nvGrpSpPr>
          <p:cNvPr id="11" name="组合 10"/>
          <p:cNvGrpSpPr/>
          <p:nvPr/>
        </p:nvGrpSpPr>
        <p:grpSpPr>
          <a:xfrm>
            <a:off x="0" y="3874887"/>
            <a:ext cx="4984970" cy="151305"/>
            <a:chOff x="1729866" y="911825"/>
            <a:chExt cx="5026421" cy="151305"/>
          </a:xfrm>
          <a:solidFill>
            <a:schemeClr val="tx1">
              <a:lumMod val="95000"/>
              <a:lumOff val="5000"/>
            </a:schemeClr>
          </a:solidFill>
        </p:grpSpPr>
        <p:cxnSp>
          <p:nvCxnSpPr>
            <p:cNvPr id="12" name="直接连接符 11"/>
            <p:cNvCxnSpPr/>
            <p:nvPr/>
          </p:nvCxnSpPr>
          <p:spPr>
            <a:xfrm flipH="1">
              <a:off x="1729866" y="1063130"/>
              <a:ext cx="4126423"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843389" y="4644328"/>
            <a:ext cx="9990589" cy="1754326"/>
            <a:chOff x="1009649" y="4644328"/>
            <a:chExt cx="9990589" cy="1754326"/>
          </a:xfrm>
        </p:grpSpPr>
        <p:sp>
          <p:nvSpPr>
            <p:cNvPr id="14" name="矩形 13"/>
            <p:cNvSpPr/>
            <p:nvPr/>
          </p:nvSpPr>
          <p:spPr>
            <a:xfrm>
              <a:off x="1009649" y="4644328"/>
              <a:ext cx="9990589" cy="1754326"/>
            </a:xfrm>
            <a:prstGeom prst="rect">
              <a:avLst/>
            </a:prstGeom>
          </p:spPr>
          <p:txBody>
            <a:bodyPr wrap="square">
              <a:spAutoFit/>
            </a:bodyPr>
            <a:lstStyle/>
            <a:p>
              <a:pPr>
                <a:spcBef>
                  <a:spcPts val="1200"/>
                </a:spcBef>
              </a:pPr>
              <a:r>
                <a:rPr lang="zh-CN" altLang="en-US" sz="2400" dirty="0" smtClean="0"/>
                <a:t>虽然我们不必恐惧死亡，但人生苦</a:t>
              </a:r>
              <a:r>
                <a:rPr lang="zh-CN" altLang="en-US" sz="2400" dirty="0"/>
                <a:t>短，</a:t>
              </a:r>
              <a:r>
                <a:rPr lang="zh-CN" altLang="en-US" sz="2400" dirty="0" smtClean="0"/>
                <a:t>我们</a:t>
              </a:r>
              <a:r>
                <a:rPr lang="zh-CN" altLang="en-US" sz="2400" dirty="0"/>
                <a:t>还是</a:t>
              </a:r>
              <a:r>
                <a:rPr lang="zh-CN" altLang="en-US" sz="2400" dirty="0" smtClean="0"/>
                <a:t>应该</a:t>
              </a:r>
              <a:r>
                <a:rPr lang="zh-CN" altLang="en-US" sz="2400" dirty="0"/>
                <a:t>小心谨慎地</a:t>
              </a:r>
              <a:r>
                <a:rPr lang="zh-CN" altLang="en-US" sz="2400" dirty="0" smtClean="0"/>
                <a:t>活着：</a:t>
              </a:r>
              <a:endParaRPr lang="zh-CN" altLang="en-US" sz="2400" dirty="0"/>
            </a:p>
            <a:p>
              <a:pPr lvl="1">
                <a:spcBef>
                  <a:spcPts val="1200"/>
                </a:spcBef>
              </a:pPr>
              <a:r>
                <a:rPr lang="zh-CN" altLang="en-US" sz="2400" dirty="0" smtClean="0"/>
                <a:t>我们应该清楚</a:t>
              </a:r>
              <a:r>
                <a:rPr lang="zh-CN" altLang="en-US" sz="2400" dirty="0"/>
                <a:t>对于自己来说，什么是</a:t>
              </a:r>
              <a:r>
                <a:rPr lang="zh-CN" altLang="en-US" sz="3200" b="1" dirty="0">
                  <a:solidFill>
                    <a:schemeClr val="accent6"/>
                  </a:solidFill>
                </a:rPr>
                <a:t>最重要的</a:t>
              </a:r>
              <a:r>
                <a:rPr lang="zh-CN" altLang="en-US" sz="2400" dirty="0" smtClean="0"/>
                <a:t>。</a:t>
              </a:r>
              <a:endParaRPr lang="en-US" altLang="zh-CN" sz="2400" dirty="0" smtClean="0"/>
            </a:p>
            <a:p>
              <a:pPr lvl="1">
                <a:spcBef>
                  <a:spcPts val="1200"/>
                </a:spcBef>
              </a:pPr>
              <a:r>
                <a:rPr lang="zh-CN" altLang="en-US" sz="2400" dirty="0" smtClean="0"/>
                <a:t>选择</a:t>
              </a:r>
              <a:r>
                <a:rPr lang="zh-CN" altLang="en-US" sz="3200" b="1" dirty="0" smtClean="0">
                  <a:solidFill>
                    <a:schemeClr val="accent6"/>
                  </a:solidFill>
                </a:rPr>
                <a:t>去做那些值得</a:t>
              </a:r>
              <a:r>
                <a:rPr lang="zh-CN" altLang="en-US" sz="3200" b="1" dirty="0">
                  <a:solidFill>
                    <a:schemeClr val="accent6"/>
                  </a:solidFill>
                </a:rPr>
                <a:t>做的</a:t>
              </a:r>
              <a:r>
                <a:rPr lang="zh-CN" altLang="en-US" sz="3200" b="1" dirty="0" smtClean="0">
                  <a:solidFill>
                    <a:schemeClr val="accent6"/>
                  </a:solidFill>
                </a:rPr>
                <a:t>事情</a:t>
              </a:r>
              <a:r>
                <a:rPr lang="zh-CN" altLang="en-US" sz="2400" dirty="0" smtClean="0"/>
                <a:t>，不浪费生命</a:t>
              </a:r>
              <a:r>
                <a:rPr lang="zh-CN" altLang="en-US" sz="2400" dirty="0"/>
                <a:t>在“不重要”的</a:t>
              </a:r>
              <a:r>
                <a:rPr lang="zh-CN" altLang="en-US" sz="2400" dirty="0" smtClean="0"/>
                <a:t>事上。</a:t>
              </a:r>
              <a:endParaRPr lang="zh-CN" altLang="en-US" sz="2400" dirty="0"/>
            </a:p>
          </p:txBody>
        </p:sp>
        <p:grpSp>
          <p:nvGrpSpPr>
            <p:cNvPr id="2" name="组合 1"/>
            <p:cNvGrpSpPr/>
            <p:nvPr/>
          </p:nvGrpSpPr>
          <p:grpSpPr>
            <a:xfrm>
              <a:off x="1131026" y="5327106"/>
              <a:ext cx="274022" cy="969565"/>
              <a:chOff x="1169126" y="5346156"/>
              <a:chExt cx="274022" cy="969565"/>
            </a:xfrm>
          </p:grpSpPr>
          <p:sp>
            <p:nvSpPr>
              <p:cNvPr id="24" name="任意多边形 23"/>
              <p:cNvSpPr>
                <a:spLocks noChangeAspect="1"/>
              </p:cNvSpPr>
              <p:nvPr/>
            </p:nvSpPr>
            <p:spPr bwMode="auto">
              <a:xfrm>
                <a:off x="1169126" y="5346156"/>
                <a:ext cx="274022" cy="350332"/>
              </a:xfrm>
              <a:custGeom>
                <a:avLst/>
                <a:gdLst>
                  <a:gd name="connsiteX0" fmla="*/ 1116124 w 2232248"/>
                  <a:gd name="connsiteY0" fmla="*/ 218579 h 2853888"/>
                  <a:gd name="connsiteX1" fmla="*/ 293207 w 2232248"/>
                  <a:gd name="connsiteY1" fmla="*/ 1041496 h 2853888"/>
                  <a:gd name="connsiteX2" fmla="*/ 1116124 w 2232248"/>
                  <a:gd name="connsiteY2" fmla="*/ 1864413 h 2853888"/>
                  <a:gd name="connsiteX3" fmla="*/ 1939041 w 2232248"/>
                  <a:gd name="connsiteY3" fmla="*/ 1041496 h 2853888"/>
                  <a:gd name="connsiteX4" fmla="*/ 1116124 w 2232248"/>
                  <a:gd name="connsiteY4" fmla="*/ 218579 h 2853888"/>
                  <a:gd name="connsiteX5" fmla="*/ 1116124 w 2232248"/>
                  <a:gd name="connsiteY5" fmla="*/ 0 h 2853888"/>
                  <a:gd name="connsiteX6" fmla="*/ 2232248 w 2232248"/>
                  <a:gd name="connsiteY6" fmla="*/ 1128828 h 2853888"/>
                  <a:gd name="connsiteX7" fmla="*/ 1884839 w 2232248"/>
                  <a:gd name="connsiteY7" fmla="*/ 1944139 h 2853888"/>
                  <a:gd name="connsiteX8" fmla="*/ 1115513 w 2232248"/>
                  <a:gd name="connsiteY8" fmla="*/ 2853888 h 2853888"/>
                  <a:gd name="connsiteX9" fmla="*/ 343249 w 2232248"/>
                  <a:gd name="connsiteY9" fmla="*/ 1940667 h 2853888"/>
                  <a:gd name="connsiteX10" fmla="*/ 195468 w 2232248"/>
                  <a:gd name="connsiteY10" fmla="*/ 1765912 h 2853888"/>
                  <a:gd name="connsiteX11" fmla="*/ 193669 w 2232248"/>
                  <a:gd name="connsiteY11" fmla="*/ 1763785 h 2853888"/>
                  <a:gd name="connsiteX12" fmla="*/ 193731 w 2232248"/>
                  <a:gd name="connsiteY12" fmla="*/ 1763785 h 2853888"/>
                  <a:gd name="connsiteX13" fmla="*/ 0 w 2232248"/>
                  <a:gd name="connsiteY13" fmla="*/ 1128828 h 2853888"/>
                  <a:gd name="connsiteX14" fmla="*/ 1116124 w 2232248"/>
                  <a:gd name="connsiteY14" fmla="*/ 0 h 285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248" h="2853888">
                    <a:moveTo>
                      <a:pt x="1116124" y="218579"/>
                    </a:moveTo>
                    <a:cubicBezTo>
                      <a:pt x="661639" y="218579"/>
                      <a:pt x="293207" y="587011"/>
                      <a:pt x="293207" y="1041496"/>
                    </a:cubicBezTo>
                    <a:cubicBezTo>
                      <a:pt x="293207" y="1495981"/>
                      <a:pt x="661639" y="1864413"/>
                      <a:pt x="1116124" y="1864413"/>
                    </a:cubicBezTo>
                    <a:cubicBezTo>
                      <a:pt x="1570609" y="1864413"/>
                      <a:pt x="1939041" y="1495981"/>
                      <a:pt x="1939041" y="1041496"/>
                    </a:cubicBezTo>
                    <a:cubicBezTo>
                      <a:pt x="1939041" y="587011"/>
                      <a:pt x="1570609" y="218579"/>
                      <a:pt x="1116124" y="218579"/>
                    </a:cubicBezTo>
                    <a:close/>
                    <a:moveTo>
                      <a:pt x="1116124" y="0"/>
                    </a:moveTo>
                    <a:cubicBezTo>
                      <a:pt x="1732542" y="0"/>
                      <a:pt x="2232248" y="505394"/>
                      <a:pt x="2232248" y="1128828"/>
                    </a:cubicBezTo>
                    <a:cubicBezTo>
                      <a:pt x="2232248" y="1450189"/>
                      <a:pt x="2099473" y="1740187"/>
                      <a:pt x="1884839" y="1944139"/>
                    </a:cubicBezTo>
                    <a:lnTo>
                      <a:pt x="1115513" y="2853888"/>
                    </a:lnTo>
                    <a:lnTo>
                      <a:pt x="343249" y="1940667"/>
                    </a:lnTo>
                    <a:cubicBezTo>
                      <a:pt x="287293" y="1888725"/>
                      <a:pt x="237960" y="1829860"/>
                      <a:pt x="195468" y="1765912"/>
                    </a:cubicBezTo>
                    <a:lnTo>
                      <a:pt x="193669" y="1763785"/>
                    </a:lnTo>
                    <a:lnTo>
                      <a:pt x="193731" y="1763785"/>
                    </a:lnTo>
                    <a:cubicBezTo>
                      <a:pt x="71337" y="1583088"/>
                      <a:pt x="0" y="1364383"/>
                      <a:pt x="0" y="1128828"/>
                    </a:cubicBezTo>
                    <a:cubicBezTo>
                      <a:pt x="0" y="505394"/>
                      <a:pt x="499706" y="0"/>
                      <a:pt x="1116124" y="0"/>
                    </a:cubicBezTo>
                    <a:close/>
                  </a:path>
                </a:pathLst>
              </a:custGeom>
              <a:solidFill>
                <a:schemeClr val="accent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fontAlgn="auto">
                  <a:spcBef>
                    <a:spcPts val="0"/>
                  </a:spcBef>
                  <a:spcAft>
                    <a:spcPts val="0"/>
                  </a:spcAft>
                  <a:defRPr/>
                </a:pPr>
                <a:endParaRPr lang="zh-CN" altLang="en-US"/>
              </a:p>
            </p:txBody>
          </p:sp>
          <p:sp>
            <p:nvSpPr>
              <p:cNvPr id="25" name="任意多边形 24"/>
              <p:cNvSpPr>
                <a:spLocks noChangeAspect="1"/>
              </p:cNvSpPr>
              <p:nvPr/>
            </p:nvSpPr>
            <p:spPr bwMode="auto">
              <a:xfrm>
                <a:off x="1169126" y="5965389"/>
                <a:ext cx="274022" cy="350332"/>
              </a:xfrm>
              <a:custGeom>
                <a:avLst/>
                <a:gdLst>
                  <a:gd name="connsiteX0" fmla="*/ 1116124 w 2232248"/>
                  <a:gd name="connsiteY0" fmla="*/ 218579 h 2853888"/>
                  <a:gd name="connsiteX1" fmla="*/ 293207 w 2232248"/>
                  <a:gd name="connsiteY1" fmla="*/ 1041496 h 2853888"/>
                  <a:gd name="connsiteX2" fmla="*/ 1116124 w 2232248"/>
                  <a:gd name="connsiteY2" fmla="*/ 1864413 h 2853888"/>
                  <a:gd name="connsiteX3" fmla="*/ 1939041 w 2232248"/>
                  <a:gd name="connsiteY3" fmla="*/ 1041496 h 2853888"/>
                  <a:gd name="connsiteX4" fmla="*/ 1116124 w 2232248"/>
                  <a:gd name="connsiteY4" fmla="*/ 218579 h 2853888"/>
                  <a:gd name="connsiteX5" fmla="*/ 1116124 w 2232248"/>
                  <a:gd name="connsiteY5" fmla="*/ 0 h 2853888"/>
                  <a:gd name="connsiteX6" fmla="*/ 2232248 w 2232248"/>
                  <a:gd name="connsiteY6" fmla="*/ 1128828 h 2853888"/>
                  <a:gd name="connsiteX7" fmla="*/ 1884839 w 2232248"/>
                  <a:gd name="connsiteY7" fmla="*/ 1944139 h 2853888"/>
                  <a:gd name="connsiteX8" fmla="*/ 1115513 w 2232248"/>
                  <a:gd name="connsiteY8" fmla="*/ 2853888 h 2853888"/>
                  <a:gd name="connsiteX9" fmla="*/ 343249 w 2232248"/>
                  <a:gd name="connsiteY9" fmla="*/ 1940667 h 2853888"/>
                  <a:gd name="connsiteX10" fmla="*/ 195468 w 2232248"/>
                  <a:gd name="connsiteY10" fmla="*/ 1765912 h 2853888"/>
                  <a:gd name="connsiteX11" fmla="*/ 193669 w 2232248"/>
                  <a:gd name="connsiteY11" fmla="*/ 1763785 h 2853888"/>
                  <a:gd name="connsiteX12" fmla="*/ 193731 w 2232248"/>
                  <a:gd name="connsiteY12" fmla="*/ 1763785 h 2853888"/>
                  <a:gd name="connsiteX13" fmla="*/ 0 w 2232248"/>
                  <a:gd name="connsiteY13" fmla="*/ 1128828 h 2853888"/>
                  <a:gd name="connsiteX14" fmla="*/ 1116124 w 2232248"/>
                  <a:gd name="connsiteY14" fmla="*/ 0 h 285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32248" h="2853888">
                    <a:moveTo>
                      <a:pt x="1116124" y="218579"/>
                    </a:moveTo>
                    <a:cubicBezTo>
                      <a:pt x="661639" y="218579"/>
                      <a:pt x="293207" y="587011"/>
                      <a:pt x="293207" y="1041496"/>
                    </a:cubicBezTo>
                    <a:cubicBezTo>
                      <a:pt x="293207" y="1495981"/>
                      <a:pt x="661639" y="1864413"/>
                      <a:pt x="1116124" y="1864413"/>
                    </a:cubicBezTo>
                    <a:cubicBezTo>
                      <a:pt x="1570609" y="1864413"/>
                      <a:pt x="1939041" y="1495981"/>
                      <a:pt x="1939041" y="1041496"/>
                    </a:cubicBezTo>
                    <a:cubicBezTo>
                      <a:pt x="1939041" y="587011"/>
                      <a:pt x="1570609" y="218579"/>
                      <a:pt x="1116124" y="218579"/>
                    </a:cubicBezTo>
                    <a:close/>
                    <a:moveTo>
                      <a:pt x="1116124" y="0"/>
                    </a:moveTo>
                    <a:cubicBezTo>
                      <a:pt x="1732542" y="0"/>
                      <a:pt x="2232248" y="505394"/>
                      <a:pt x="2232248" y="1128828"/>
                    </a:cubicBezTo>
                    <a:cubicBezTo>
                      <a:pt x="2232248" y="1450189"/>
                      <a:pt x="2099473" y="1740187"/>
                      <a:pt x="1884839" y="1944139"/>
                    </a:cubicBezTo>
                    <a:lnTo>
                      <a:pt x="1115513" y="2853888"/>
                    </a:lnTo>
                    <a:lnTo>
                      <a:pt x="343249" y="1940667"/>
                    </a:lnTo>
                    <a:cubicBezTo>
                      <a:pt x="287293" y="1888725"/>
                      <a:pt x="237960" y="1829860"/>
                      <a:pt x="195468" y="1765912"/>
                    </a:cubicBezTo>
                    <a:lnTo>
                      <a:pt x="193669" y="1763785"/>
                    </a:lnTo>
                    <a:lnTo>
                      <a:pt x="193731" y="1763785"/>
                    </a:lnTo>
                    <a:cubicBezTo>
                      <a:pt x="71337" y="1583088"/>
                      <a:pt x="0" y="1364383"/>
                      <a:pt x="0" y="1128828"/>
                    </a:cubicBezTo>
                    <a:cubicBezTo>
                      <a:pt x="0" y="505394"/>
                      <a:pt x="499706" y="0"/>
                      <a:pt x="1116124" y="0"/>
                    </a:cubicBezTo>
                    <a:close/>
                  </a:path>
                </a:pathLst>
              </a:custGeom>
              <a:solidFill>
                <a:schemeClr val="accent6"/>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fontAlgn="auto">
                  <a:spcBef>
                    <a:spcPts val="0"/>
                  </a:spcBef>
                  <a:spcAft>
                    <a:spcPts val="0"/>
                  </a:spcAft>
                  <a:defRPr/>
                </a:pPr>
                <a:endParaRPr lang="zh-CN" altLang="en-US"/>
              </a:p>
            </p:txBody>
          </p:sp>
        </p:grpSp>
      </p:grpSp>
    </p:spTree>
    <p:extLst>
      <p:ext uri="{BB962C8B-B14F-4D97-AF65-F5344CB8AC3E}">
        <p14:creationId xmlns:p14="http://schemas.microsoft.com/office/powerpoint/2010/main" val="40725522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283072"/>
            <a:ext cx="10515600" cy="769441"/>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bg1"/>
                </a:solidFill>
                <a:latin typeface="+mj-lt"/>
                <a:ea typeface="+mj-ea"/>
                <a:cs typeface="+mj-cs"/>
              </a:defRPr>
            </a:lvl1pPr>
          </a:lstStyle>
          <a:p>
            <a:r>
              <a:rPr lang="zh-CN" altLang="en-US" dirty="0" smtClean="0">
                <a:solidFill>
                  <a:schemeClr val="accent4"/>
                </a:solidFill>
              </a:rPr>
              <a:t>生活的</a:t>
            </a:r>
            <a:r>
              <a:rPr lang="zh-CN" altLang="en-US" dirty="0" smtClean="0">
                <a:solidFill>
                  <a:schemeClr val="accent6"/>
                </a:solidFill>
              </a:rPr>
              <a:t>策略</a:t>
            </a:r>
            <a:endParaRPr lang="zh-CN" altLang="en-US" dirty="0">
              <a:solidFill>
                <a:schemeClr val="accent3"/>
              </a:solidFill>
            </a:endParaRPr>
          </a:p>
        </p:txBody>
      </p:sp>
      <p:grpSp>
        <p:nvGrpSpPr>
          <p:cNvPr id="10" name="组合 9"/>
          <p:cNvGrpSpPr/>
          <p:nvPr/>
        </p:nvGrpSpPr>
        <p:grpSpPr>
          <a:xfrm>
            <a:off x="0" y="886425"/>
            <a:ext cx="4984970" cy="151305"/>
            <a:chOff x="1729866" y="911825"/>
            <a:chExt cx="5026421" cy="151305"/>
          </a:xfrm>
          <a:solidFill>
            <a:schemeClr val="tx1">
              <a:lumMod val="95000"/>
              <a:lumOff val="5000"/>
            </a:schemeClr>
          </a:solidFill>
        </p:grpSpPr>
        <p:cxnSp>
          <p:nvCxnSpPr>
            <p:cNvPr id="11" name="直接连接符 10"/>
            <p:cNvCxnSpPr/>
            <p:nvPr/>
          </p:nvCxnSpPr>
          <p:spPr>
            <a:xfrm flipH="1">
              <a:off x="1729866" y="1063130"/>
              <a:ext cx="4126423" cy="0"/>
            </a:xfrm>
            <a:prstGeom prst="line">
              <a:avLst/>
            </a:prstGeom>
            <a:grpFill/>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856287" y="911825"/>
              <a:ext cx="900000" cy="151305"/>
            </a:xfrm>
            <a:prstGeom prst="rect">
              <a:avLst/>
            </a:prstGeom>
            <a:grp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676719" y="1386698"/>
            <a:ext cx="10838563" cy="5298382"/>
            <a:chOff x="1024157" y="1124143"/>
            <a:chExt cx="10838563" cy="5298382"/>
          </a:xfrm>
        </p:grpSpPr>
        <p:sp>
          <p:nvSpPr>
            <p:cNvPr id="33" name="椭圆 32"/>
            <p:cNvSpPr/>
            <p:nvPr/>
          </p:nvSpPr>
          <p:spPr>
            <a:xfrm>
              <a:off x="7424136" y="1124143"/>
              <a:ext cx="2364230" cy="2364230"/>
            </a:xfrm>
            <a:prstGeom prst="ellipse">
              <a:avLst/>
            </a:prstGeom>
            <a:solidFill>
              <a:schemeClr val="tx1">
                <a:lumMod val="65000"/>
                <a:lumOff val="3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lnSpc>
                  <a:spcPct val="120000"/>
                </a:lnSpc>
              </a:pPr>
              <a:endParaRPr lang="zh-CN" altLang="en-US" dirty="0"/>
            </a:p>
          </p:txBody>
        </p:sp>
        <p:grpSp>
          <p:nvGrpSpPr>
            <p:cNvPr id="35" name="组合 34"/>
            <p:cNvGrpSpPr/>
            <p:nvPr/>
          </p:nvGrpSpPr>
          <p:grpSpPr>
            <a:xfrm>
              <a:off x="1024157" y="1284557"/>
              <a:ext cx="10838563" cy="5137968"/>
              <a:chOff x="1024157" y="1284557"/>
              <a:chExt cx="10838563" cy="5137968"/>
            </a:xfrm>
          </p:grpSpPr>
          <p:cxnSp>
            <p:nvCxnSpPr>
              <p:cNvPr id="6" name="直接箭头连接符 5"/>
              <p:cNvCxnSpPr/>
              <p:nvPr/>
            </p:nvCxnSpPr>
            <p:spPr>
              <a:xfrm flipV="1">
                <a:off x="1503336" y="1484005"/>
                <a:ext cx="0" cy="4728601"/>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1503336" y="6204857"/>
                <a:ext cx="9850464" cy="0"/>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630699" y="1284557"/>
                <a:ext cx="1641837" cy="646331"/>
              </a:xfrm>
              <a:prstGeom prst="rect">
                <a:avLst/>
              </a:prstGeom>
              <a:noFill/>
            </p:spPr>
            <p:txBody>
              <a:bodyPr wrap="square" rtlCol="0">
                <a:spAutoFit/>
              </a:bodyPr>
              <a:lstStyle/>
              <a:p>
                <a:r>
                  <a:rPr lang="zh-CN" altLang="en-US" b="1" dirty="0" smtClean="0"/>
                  <a:t>事物对自身的价值或意义</a:t>
                </a:r>
                <a:endParaRPr lang="zh-CN" altLang="en-US" b="1" dirty="0"/>
              </a:p>
            </p:txBody>
          </p:sp>
          <p:sp>
            <p:nvSpPr>
              <p:cNvPr id="15" name="文本框 14"/>
              <p:cNvSpPr txBox="1"/>
              <p:nvPr/>
            </p:nvSpPr>
            <p:spPr>
              <a:xfrm>
                <a:off x="9587398" y="5482694"/>
                <a:ext cx="2113821" cy="646331"/>
              </a:xfrm>
              <a:prstGeom prst="rect">
                <a:avLst/>
              </a:prstGeom>
              <a:noFill/>
            </p:spPr>
            <p:txBody>
              <a:bodyPr wrap="square" rtlCol="0">
                <a:spAutoFit/>
              </a:bodyPr>
              <a:lstStyle/>
              <a:p>
                <a:r>
                  <a:rPr lang="zh-CN" altLang="en-US" b="1" dirty="0" smtClean="0"/>
                  <a:t>达成成就或获得相应幸福的可能性</a:t>
                </a:r>
                <a:endParaRPr lang="zh-CN" altLang="en-US" b="1" dirty="0"/>
              </a:p>
            </p:txBody>
          </p:sp>
          <p:sp>
            <p:nvSpPr>
              <p:cNvPr id="18" name="文本框 17"/>
              <p:cNvSpPr txBox="1"/>
              <p:nvPr/>
            </p:nvSpPr>
            <p:spPr>
              <a:xfrm>
                <a:off x="11447222" y="6053193"/>
                <a:ext cx="415498" cy="369332"/>
              </a:xfrm>
              <a:prstGeom prst="rect">
                <a:avLst/>
              </a:prstGeom>
              <a:noFill/>
            </p:spPr>
            <p:txBody>
              <a:bodyPr wrap="none" rtlCol="0">
                <a:spAutoFit/>
              </a:bodyPr>
              <a:lstStyle/>
              <a:p>
                <a:r>
                  <a:rPr lang="zh-CN" altLang="en-US" b="1" dirty="0"/>
                  <a:t>高</a:t>
                </a:r>
              </a:p>
            </p:txBody>
          </p:sp>
          <p:sp>
            <p:nvSpPr>
              <p:cNvPr id="19" name="文本框 18"/>
              <p:cNvSpPr txBox="1"/>
              <p:nvPr/>
            </p:nvSpPr>
            <p:spPr>
              <a:xfrm>
                <a:off x="1087837" y="6053193"/>
                <a:ext cx="415498" cy="369332"/>
              </a:xfrm>
              <a:prstGeom prst="rect">
                <a:avLst/>
              </a:prstGeom>
              <a:noFill/>
            </p:spPr>
            <p:txBody>
              <a:bodyPr wrap="none" rtlCol="0">
                <a:spAutoFit/>
              </a:bodyPr>
              <a:lstStyle/>
              <a:p>
                <a:r>
                  <a:rPr lang="zh-CN" altLang="en-US" b="1" dirty="0" smtClean="0"/>
                  <a:t>低</a:t>
                </a:r>
                <a:endParaRPr lang="zh-CN" altLang="en-US" b="1" dirty="0"/>
              </a:p>
            </p:txBody>
          </p:sp>
          <p:sp>
            <p:nvSpPr>
              <p:cNvPr id="20" name="文本框 19"/>
              <p:cNvSpPr txBox="1"/>
              <p:nvPr/>
            </p:nvSpPr>
            <p:spPr>
              <a:xfrm>
                <a:off x="1024157" y="1704703"/>
                <a:ext cx="415498" cy="369332"/>
              </a:xfrm>
              <a:prstGeom prst="rect">
                <a:avLst/>
              </a:prstGeom>
              <a:noFill/>
            </p:spPr>
            <p:txBody>
              <a:bodyPr wrap="none" rtlCol="0">
                <a:spAutoFit/>
              </a:bodyPr>
              <a:lstStyle/>
              <a:p>
                <a:r>
                  <a:rPr lang="zh-CN" altLang="en-US" b="1" dirty="0" smtClean="0"/>
                  <a:t>高</a:t>
                </a:r>
                <a:endParaRPr lang="zh-CN" altLang="en-US" b="1" dirty="0"/>
              </a:p>
            </p:txBody>
          </p:sp>
          <p:grpSp>
            <p:nvGrpSpPr>
              <p:cNvPr id="32" name="组合 31"/>
              <p:cNvGrpSpPr/>
              <p:nvPr/>
            </p:nvGrpSpPr>
            <p:grpSpPr>
              <a:xfrm>
                <a:off x="7480810" y="1558361"/>
                <a:ext cx="2106891" cy="4389665"/>
                <a:chOff x="7933736" y="1558361"/>
                <a:chExt cx="2106891" cy="4389665"/>
              </a:xfrm>
            </p:grpSpPr>
            <p:sp>
              <p:nvSpPr>
                <p:cNvPr id="29" name="椭圆 28"/>
                <p:cNvSpPr/>
                <p:nvPr/>
              </p:nvSpPr>
              <p:spPr>
                <a:xfrm>
                  <a:off x="7933736" y="3841438"/>
                  <a:ext cx="2106588" cy="2106588"/>
                </a:xfrm>
                <a:prstGeom prst="ellipse">
                  <a:avLst/>
                </a:prstGeom>
                <a:solidFill>
                  <a:schemeClr val="accent6"/>
                </a:solidFill>
                <a:ln w="31750" cmpd="sng">
                  <a:solidFill>
                    <a:schemeClr val="accent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zh-CN" altLang="en-US"/>
                </a:p>
              </p:txBody>
            </p:sp>
            <p:sp>
              <p:nvSpPr>
                <p:cNvPr id="21" name="矩形 20"/>
                <p:cNvSpPr/>
                <p:nvPr/>
              </p:nvSpPr>
              <p:spPr>
                <a:xfrm>
                  <a:off x="8186290" y="4089897"/>
                  <a:ext cx="1601480" cy="1609671"/>
                </a:xfrm>
                <a:prstGeom prst="rect">
                  <a:avLst/>
                </a:prstGeom>
              </p:spPr>
              <p:txBody>
                <a:bodyPr wrap="square">
                  <a:spAutoFit/>
                </a:bodyPr>
                <a:lstStyle/>
                <a:p>
                  <a:pPr algn="ctr">
                    <a:lnSpc>
                      <a:spcPct val="120000"/>
                    </a:lnSpc>
                    <a:spcBef>
                      <a:spcPts val="600"/>
                    </a:spcBef>
                  </a:pPr>
                  <a:r>
                    <a:rPr lang="zh-CN" altLang="en-US" sz="2400" b="1" dirty="0" smtClean="0">
                      <a:solidFill>
                        <a:schemeClr val="bg1"/>
                      </a:solidFill>
                    </a:rPr>
                    <a:t>策略二</a:t>
                  </a:r>
                  <a:endParaRPr lang="en-US" altLang="zh-CN" sz="2400" b="1" dirty="0" smtClean="0">
                    <a:solidFill>
                      <a:schemeClr val="bg1"/>
                    </a:solidFill>
                  </a:endParaRPr>
                </a:p>
                <a:p>
                  <a:pPr algn="ctr">
                    <a:lnSpc>
                      <a:spcPct val="120000"/>
                    </a:lnSpc>
                    <a:spcBef>
                      <a:spcPts val="600"/>
                    </a:spcBef>
                  </a:pPr>
                  <a:r>
                    <a:rPr lang="zh-CN" altLang="en-US" dirty="0" smtClean="0">
                      <a:solidFill>
                        <a:schemeClr val="bg1"/>
                      </a:solidFill>
                    </a:rPr>
                    <a:t>只</a:t>
                  </a:r>
                  <a:r>
                    <a:rPr lang="zh-CN" altLang="en-US" dirty="0">
                      <a:solidFill>
                        <a:schemeClr val="bg1"/>
                      </a:solidFill>
                    </a:rPr>
                    <a:t>追求确定性</a:t>
                  </a:r>
                  <a:r>
                    <a:rPr lang="zh-CN" altLang="en-US" dirty="0" smtClean="0">
                      <a:solidFill>
                        <a:schemeClr val="bg1"/>
                      </a:solidFill>
                    </a:rPr>
                    <a:t>高但价值相对较低的</a:t>
                  </a:r>
                  <a:r>
                    <a:rPr lang="zh-CN" altLang="en-US" dirty="0">
                      <a:solidFill>
                        <a:schemeClr val="bg1"/>
                      </a:solidFill>
                    </a:rPr>
                    <a:t>东西</a:t>
                  </a:r>
                </a:p>
              </p:txBody>
            </p:sp>
            <p:sp>
              <p:nvSpPr>
                <p:cNvPr id="28" name="矩形 27"/>
                <p:cNvSpPr/>
                <p:nvPr/>
              </p:nvSpPr>
              <p:spPr>
                <a:xfrm>
                  <a:off x="8077727" y="1558361"/>
                  <a:ext cx="1962900" cy="1495794"/>
                </a:xfrm>
                <a:prstGeom prst="rect">
                  <a:avLst/>
                </a:prstGeom>
              </p:spPr>
              <p:txBody>
                <a:bodyPr wrap="square">
                  <a:spAutoFit/>
                </a:bodyPr>
                <a:lstStyle/>
                <a:p>
                  <a:pPr algn="ctr">
                    <a:lnSpc>
                      <a:spcPct val="120000"/>
                    </a:lnSpc>
                    <a:spcBef>
                      <a:spcPts val="600"/>
                    </a:spcBef>
                  </a:pPr>
                  <a:r>
                    <a:rPr lang="zh-CN" altLang="en-US" dirty="0" smtClean="0">
                      <a:solidFill>
                        <a:schemeClr val="bg1"/>
                      </a:solidFill>
                    </a:rPr>
                    <a:t>如果</a:t>
                  </a:r>
                  <a:r>
                    <a:rPr lang="zh-CN" altLang="en-US" dirty="0">
                      <a:solidFill>
                        <a:schemeClr val="bg1"/>
                      </a:solidFill>
                    </a:rPr>
                    <a:t>存在确定性高价值又极大的</a:t>
                  </a:r>
                  <a:r>
                    <a:rPr lang="zh-CN" altLang="en-US" dirty="0" smtClean="0">
                      <a:solidFill>
                        <a:schemeClr val="bg1"/>
                      </a:solidFill>
                    </a:rPr>
                    <a:t>工作，</a:t>
                  </a:r>
                  <a:r>
                    <a:rPr lang="zh-CN" altLang="en-US" sz="2000" b="1" dirty="0" smtClean="0">
                      <a:solidFill>
                        <a:schemeClr val="bg1"/>
                      </a:solidFill>
                    </a:rPr>
                    <a:t>请</a:t>
                  </a:r>
                  <a:r>
                    <a:rPr lang="zh-CN" altLang="en-US" sz="2000" b="1" dirty="0">
                      <a:solidFill>
                        <a:schemeClr val="bg1"/>
                      </a:solidFill>
                    </a:rPr>
                    <a:t>务必带我一起飞</a:t>
                  </a:r>
                  <a:r>
                    <a:rPr lang="zh-CN" altLang="en-US" sz="2000" b="1" dirty="0" smtClean="0">
                      <a:solidFill>
                        <a:schemeClr val="bg1"/>
                      </a:solidFill>
                    </a:rPr>
                    <a:t>！</a:t>
                  </a:r>
                  <a:endParaRPr lang="zh-CN" altLang="en-US" sz="2000" b="1" dirty="0">
                    <a:solidFill>
                      <a:schemeClr val="bg1"/>
                    </a:solidFill>
                  </a:endParaRPr>
                </a:p>
              </p:txBody>
            </p:sp>
          </p:grpSp>
          <p:grpSp>
            <p:nvGrpSpPr>
              <p:cNvPr id="30" name="组合 29"/>
              <p:cNvGrpSpPr/>
              <p:nvPr/>
            </p:nvGrpSpPr>
            <p:grpSpPr>
              <a:xfrm>
                <a:off x="2670957" y="1704703"/>
                <a:ext cx="2106588" cy="2106588"/>
                <a:chOff x="3123883" y="1704703"/>
                <a:chExt cx="2106588" cy="2106588"/>
              </a:xfrm>
            </p:grpSpPr>
            <p:sp>
              <p:nvSpPr>
                <p:cNvPr id="26" name="椭圆 25"/>
                <p:cNvSpPr/>
                <p:nvPr/>
              </p:nvSpPr>
              <p:spPr>
                <a:xfrm>
                  <a:off x="3123883" y="1704703"/>
                  <a:ext cx="2106588" cy="2106588"/>
                </a:xfrm>
                <a:prstGeom prst="ellipse">
                  <a:avLst/>
                </a:prstGeom>
                <a:solidFill>
                  <a:schemeClr val="accent6"/>
                </a:solidFill>
                <a:ln w="31750" cmpd="sng">
                  <a:solidFill>
                    <a:schemeClr val="accent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zh-CN" altLang="en-US"/>
                </a:p>
              </p:txBody>
            </p:sp>
            <p:sp>
              <p:nvSpPr>
                <p:cNvPr id="22" name="矩形 21"/>
                <p:cNvSpPr/>
                <p:nvPr/>
              </p:nvSpPr>
              <p:spPr>
                <a:xfrm>
                  <a:off x="3123883" y="2119361"/>
                  <a:ext cx="2106588" cy="1277273"/>
                </a:xfrm>
                <a:prstGeom prst="rect">
                  <a:avLst/>
                </a:prstGeom>
              </p:spPr>
              <p:txBody>
                <a:bodyPr wrap="square">
                  <a:spAutoFit/>
                </a:bodyPr>
                <a:lstStyle/>
                <a:p>
                  <a:pPr algn="ctr">
                    <a:lnSpc>
                      <a:spcPct val="120000"/>
                    </a:lnSpc>
                    <a:spcBef>
                      <a:spcPts val="600"/>
                    </a:spcBef>
                  </a:pPr>
                  <a:r>
                    <a:rPr lang="zh-CN" altLang="en-US" sz="2400" b="1" dirty="0" smtClean="0">
                      <a:solidFill>
                        <a:schemeClr val="bg1"/>
                      </a:solidFill>
                    </a:rPr>
                    <a:t>策略一</a:t>
                  </a:r>
                  <a:endParaRPr lang="en-US" altLang="zh-CN" sz="2400" b="1" dirty="0" smtClean="0">
                    <a:solidFill>
                      <a:schemeClr val="bg1"/>
                    </a:solidFill>
                  </a:endParaRPr>
                </a:p>
                <a:p>
                  <a:pPr algn="ctr">
                    <a:lnSpc>
                      <a:spcPct val="120000"/>
                    </a:lnSpc>
                    <a:spcBef>
                      <a:spcPts val="600"/>
                    </a:spcBef>
                  </a:pPr>
                  <a:r>
                    <a:rPr lang="zh-CN" altLang="en-US" dirty="0" smtClean="0">
                      <a:solidFill>
                        <a:schemeClr val="bg1"/>
                      </a:solidFill>
                    </a:rPr>
                    <a:t>追求价值极大但</a:t>
                  </a:r>
                  <a:r>
                    <a:rPr lang="zh-CN" altLang="en-US" dirty="0">
                      <a:solidFill>
                        <a:schemeClr val="bg1"/>
                      </a:solidFill>
                    </a:rPr>
                    <a:t>确定性不高的东西</a:t>
                  </a:r>
                </a:p>
              </p:txBody>
            </p:sp>
          </p:grpSp>
          <p:grpSp>
            <p:nvGrpSpPr>
              <p:cNvPr id="31" name="组合 30"/>
              <p:cNvGrpSpPr/>
              <p:nvPr/>
            </p:nvGrpSpPr>
            <p:grpSpPr>
              <a:xfrm>
                <a:off x="4574303" y="2614413"/>
                <a:ext cx="2802675" cy="2802675"/>
                <a:chOff x="5027229" y="2614413"/>
                <a:chExt cx="2802675" cy="2802675"/>
              </a:xfrm>
            </p:grpSpPr>
            <p:sp>
              <p:nvSpPr>
                <p:cNvPr id="27" name="椭圆 26"/>
                <p:cNvSpPr/>
                <p:nvPr/>
              </p:nvSpPr>
              <p:spPr>
                <a:xfrm>
                  <a:off x="5027229" y="2614413"/>
                  <a:ext cx="2802675" cy="2802675"/>
                </a:xfrm>
                <a:prstGeom prst="ellipse">
                  <a:avLst/>
                </a:prstGeom>
                <a:solidFill>
                  <a:schemeClr val="accent6"/>
                </a:solidFill>
                <a:ln w="31750" cmpd="sng">
                  <a:solidFill>
                    <a:schemeClr val="accent6"/>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endParaRPr lang="zh-CN" altLang="en-US"/>
                </a:p>
              </p:txBody>
            </p:sp>
            <p:sp>
              <p:nvSpPr>
                <p:cNvPr id="23" name="矩形 22"/>
                <p:cNvSpPr/>
                <p:nvPr/>
              </p:nvSpPr>
              <p:spPr>
                <a:xfrm>
                  <a:off x="5282386" y="3044715"/>
                  <a:ext cx="2292360" cy="1942070"/>
                </a:xfrm>
                <a:prstGeom prst="rect">
                  <a:avLst/>
                </a:prstGeom>
              </p:spPr>
              <p:txBody>
                <a:bodyPr wrap="square">
                  <a:spAutoFit/>
                </a:bodyPr>
                <a:lstStyle/>
                <a:p>
                  <a:pPr algn="ctr">
                    <a:lnSpc>
                      <a:spcPct val="120000"/>
                    </a:lnSpc>
                    <a:spcBef>
                      <a:spcPts val="600"/>
                    </a:spcBef>
                  </a:pPr>
                  <a:r>
                    <a:rPr lang="zh-CN" altLang="en-US" sz="2400" b="1" dirty="0">
                      <a:solidFill>
                        <a:schemeClr val="bg1"/>
                      </a:solidFill>
                    </a:rPr>
                    <a:t>策略</a:t>
                  </a:r>
                  <a:r>
                    <a:rPr lang="zh-CN" altLang="en-US" sz="2400" b="1" dirty="0" smtClean="0">
                      <a:solidFill>
                        <a:schemeClr val="bg1"/>
                      </a:solidFill>
                    </a:rPr>
                    <a:t>三</a:t>
                  </a:r>
                  <a:endParaRPr lang="en-US" altLang="zh-CN" sz="2400" b="1" dirty="0" smtClean="0">
                    <a:solidFill>
                      <a:schemeClr val="bg1"/>
                    </a:solidFill>
                  </a:endParaRPr>
                </a:p>
                <a:p>
                  <a:pPr>
                    <a:lnSpc>
                      <a:spcPct val="120000"/>
                    </a:lnSpc>
                    <a:spcBef>
                      <a:spcPts val="600"/>
                    </a:spcBef>
                  </a:pPr>
                  <a:r>
                    <a:rPr lang="zh-CN" altLang="en-US" dirty="0" smtClean="0">
                      <a:solidFill>
                        <a:schemeClr val="bg1"/>
                      </a:solidFill>
                    </a:rPr>
                    <a:t>把策略一和策略二结合，在追求一定确定性的小目标的基础上，追求大目标。</a:t>
                  </a:r>
                  <a:endParaRPr lang="zh-CN" altLang="en-US" dirty="0">
                    <a:solidFill>
                      <a:schemeClr val="bg1"/>
                    </a:solidFill>
                  </a:endParaRPr>
                </a:p>
              </p:txBody>
            </p:sp>
          </p:grpSp>
          <p:sp>
            <p:nvSpPr>
              <p:cNvPr id="34" name="椭圆 33"/>
              <p:cNvSpPr/>
              <p:nvPr/>
            </p:nvSpPr>
            <p:spPr>
              <a:xfrm>
                <a:off x="2390209" y="4351039"/>
                <a:ext cx="1669746" cy="1669746"/>
              </a:xfrm>
              <a:prstGeom prst="ellipse">
                <a:avLst/>
              </a:prstGeom>
              <a:solidFill>
                <a:schemeClr val="tx1">
                  <a:lumMod val="65000"/>
                  <a:lumOff val="35000"/>
                </a:schemeClr>
              </a:solidFill>
              <a:ln w="31750" cmpd="sng">
                <a:no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20000"/>
                  </a:lnSpc>
                </a:pPr>
                <a:r>
                  <a:rPr lang="zh-CN" altLang="en-US" dirty="0" smtClean="0"/>
                  <a:t>避免</a:t>
                </a:r>
                <a:endParaRPr lang="en-US" altLang="zh-CN" dirty="0" smtClean="0"/>
              </a:p>
              <a:p>
                <a:pPr algn="ctr">
                  <a:lnSpc>
                    <a:spcPct val="120000"/>
                  </a:lnSpc>
                </a:pPr>
                <a:r>
                  <a:rPr lang="zh-CN" altLang="en-US" dirty="0" smtClean="0"/>
                  <a:t>浪费生命</a:t>
                </a:r>
                <a:endParaRPr lang="zh-CN" altLang="en-US" dirty="0"/>
              </a:p>
            </p:txBody>
          </p:sp>
        </p:grpSp>
      </p:grpSp>
    </p:spTree>
    <p:extLst>
      <p:ext uri="{BB962C8B-B14F-4D97-AF65-F5344CB8AC3E}">
        <p14:creationId xmlns:p14="http://schemas.microsoft.com/office/powerpoint/2010/main" val="40884780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6529387"/>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2671127"/>
            <a:ext cx="10515600" cy="1325563"/>
          </a:xfrm>
        </p:spPr>
        <p:txBody>
          <a:bodyPr>
            <a:normAutofit fontScale="90000"/>
          </a:bodyPr>
          <a:lstStyle/>
          <a:p>
            <a:pPr marR="0" rtl="0">
              <a:lnSpc>
                <a:spcPct val="100000"/>
              </a:lnSpc>
            </a:pPr>
            <a:r>
              <a:rPr lang="zh-CN" altLang="en-US" dirty="0"/>
              <a:t>愿你我在面对死亡时</a:t>
            </a:r>
            <a:r>
              <a:rPr lang="zh-CN" altLang="en-US" dirty="0" smtClean="0"/>
              <a:t>能</a:t>
            </a:r>
            <a:r>
              <a:rPr lang="en-US" altLang="zh-CN" dirty="0" smtClean="0">
                <a:solidFill>
                  <a:schemeClr val="accent4"/>
                </a:solidFill>
              </a:rPr>
              <a:t/>
            </a:r>
            <a:br>
              <a:rPr lang="en-US" altLang="zh-CN" dirty="0" smtClean="0">
                <a:solidFill>
                  <a:schemeClr val="accent4"/>
                </a:solidFill>
              </a:rPr>
            </a:br>
            <a:r>
              <a:rPr lang="zh-CN" altLang="en-US" sz="9800" dirty="0" smtClean="0">
                <a:solidFill>
                  <a:schemeClr val="accent4"/>
                </a:solidFill>
              </a:rPr>
              <a:t>无所畏惧</a:t>
            </a:r>
            <a:r>
              <a:rPr lang="zh-CN" altLang="en-US" sz="9800" dirty="0">
                <a:solidFill>
                  <a:schemeClr val="accent4"/>
                </a:solidFill>
              </a:rPr>
              <a:t>，</a:t>
            </a:r>
            <a:r>
              <a:rPr lang="zh-CN" altLang="en-US" sz="9800" dirty="0">
                <a:solidFill>
                  <a:schemeClr val="accent5">
                    <a:lumMod val="75000"/>
                  </a:schemeClr>
                </a:solidFill>
              </a:rPr>
              <a:t>活</a:t>
            </a:r>
            <a:r>
              <a:rPr lang="zh-CN" altLang="en-US" sz="9800" dirty="0">
                <a:solidFill>
                  <a:schemeClr val="accent2"/>
                </a:solidFill>
              </a:rPr>
              <a:t>在</a:t>
            </a:r>
            <a:r>
              <a:rPr lang="zh-CN" altLang="en-US" sz="9800" dirty="0">
                <a:solidFill>
                  <a:schemeClr val="accent3"/>
                </a:solidFill>
              </a:rPr>
              <a:t>当</a:t>
            </a:r>
            <a:r>
              <a:rPr lang="zh-CN" altLang="en-US" sz="9800" dirty="0">
                <a:solidFill>
                  <a:schemeClr val="accent6"/>
                </a:solidFill>
              </a:rPr>
              <a:t>下</a:t>
            </a:r>
            <a:r>
              <a:rPr lang="zh-CN" altLang="en-US" sz="9800" dirty="0">
                <a:solidFill>
                  <a:schemeClr val="accent4"/>
                </a:solidFill>
              </a:rPr>
              <a:t>。</a:t>
            </a:r>
            <a:endParaRPr lang="zh-CN" altLang="en-US" sz="4900" dirty="0">
              <a:solidFill>
                <a:schemeClr val="accent4"/>
              </a:solidFill>
            </a:endParaRPr>
          </a:p>
        </p:txBody>
      </p:sp>
      <p:sp>
        <p:nvSpPr>
          <p:cNvPr id="5" name="矩形 4"/>
          <p:cNvSpPr/>
          <p:nvPr/>
        </p:nvSpPr>
        <p:spPr>
          <a:xfrm>
            <a:off x="0" y="0"/>
            <a:ext cx="12192000" cy="328612"/>
          </a:xfrm>
          <a:prstGeom prst="rect">
            <a:avLst/>
          </a:prstGeom>
          <a:solidFill>
            <a:schemeClr val="tx1">
              <a:lumMod val="95000"/>
              <a:lumOff val="5000"/>
            </a:schemeClr>
          </a:solidFill>
          <a:ln w="31750" cmpd="sng">
            <a:solidFill>
              <a:schemeClr val="tx1">
                <a:lumMod val="95000"/>
                <a:lumOff val="5000"/>
              </a:schemeClr>
            </a:solidFill>
            <a:headEnd type="oval"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537960" y="4297680"/>
            <a:ext cx="4434840" cy="0"/>
          </a:xfrm>
          <a:prstGeom prst="line">
            <a:avLst/>
          </a:prstGeom>
          <a:ln w="57150" cap="rnd" cmpd="thinThick">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4215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701040" y="2136557"/>
            <a:ext cx="5172210" cy="3039934"/>
          </a:xfrm>
          <a:prstGeom prst="rect">
            <a:avLst/>
          </a:prstGeom>
          <a:noFill/>
          <a:ln w="31750" cmpd="sng">
            <a:solidFill>
              <a:schemeClr val="tx1">
                <a:lumMod val="95000"/>
                <a:lumOff val="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5"/>
          <p:cNvSpPr>
            <a:spLocks noGrp="1"/>
          </p:cNvSpPr>
          <p:nvPr>
            <p:ph type="body" idx="1"/>
          </p:nvPr>
        </p:nvSpPr>
        <p:spPr>
          <a:xfrm>
            <a:off x="839788" y="1052513"/>
            <a:ext cx="5157787" cy="823912"/>
          </a:xfrm>
        </p:spPr>
        <p:txBody>
          <a:bodyPr/>
          <a:lstStyle/>
          <a:p>
            <a:r>
              <a:rPr lang="zh-CN" altLang="en-US" dirty="0"/>
              <a:t>修改前</a:t>
            </a:r>
          </a:p>
        </p:txBody>
      </p:sp>
      <p:pic>
        <p:nvPicPr>
          <p:cNvPr id="14" name="内容占位符 13"/>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839788" y="2268091"/>
            <a:ext cx="4955034" cy="2787207"/>
          </a:xfrm>
          <a:prstGeom prst="rect">
            <a:avLst/>
          </a:prstGeom>
        </p:spPr>
      </p:pic>
      <p:sp>
        <p:nvSpPr>
          <p:cNvPr id="8" name="文本占位符 7"/>
          <p:cNvSpPr>
            <a:spLocks noGrp="1"/>
          </p:cNvSpPr>
          <p:nvPr>
            <p:ph type="body" sz="quarter" idx="3"/>
          </p:nvPr>
        </p:nvSpPr>
        <p:spPr>
          <a:xfrm>
            <a:off x="6516356" y="1052513"/>
            <a:ext cx="5183188" cy="823912"/>
          </a:xfrm>
        </p:spPr>
        <p:txBody>
          <a:bodyPr/>
          <a:lstStyle/>
          <a:p>
            <a:r>
              <a:rPr lang="zh-CN" altLang="en-US" dirty="0" smtClean="0"/>
              <a:t>修改后</a:t>
            </a:r>
            <a:endParaRPr lang="zh-CN" altLang="en-US" dirty="0"/>
          </a:p>
        </p:txBody>
      </p:sp>
      <p:pic>
        <p:nvPicPr>
          <p:cNvPr id="13" name="内容占位符 12"/>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477939" y="2256018"/>
            <a:ext cx="4977779" cy="2800001"/>
          </a:xfrm>
          <a:prstGeom prst="rect">
            <a:avLst/>
          </a:prstGeom>
        </p:spPr>
      </p:pic>
      <p:sp>
        <p:nvSpPr>
          <p:cNvPr id="16" name="矩形 15"/>
          <p:cNvSpPr/>
          <p:nvPr/>
        </p:nvSpPr>
        <p:spPr>
          <a:xfrm>
            <a:off x="6381584" y="2136557"/>
            <a:ext cx="5170488" cy="3038922"/>
          </a:xfrm>
          <a:prstGeom prst="rect">
            <a:avLst/>
          </a:prstGeom>
          <a:noFill/>
          <a:ln w="31750" cmpd="sng">
            <a:solidFill>
              <a:schemeClr val="tx1">
                <a:lumMod val="95000"/>
                <a:lumOff val="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01040" y="1464469"/>
            <a:ext cx="138748" cy="411956"/>
          </a:xfrm>
          <a:prstGeom prst="rect">
            <a:avLst/>
          </a:prstGeom>
          <a:solidFill>
            <a:schemeClr val="tx1">
              <a:lumMod val="95000"/>
              <a:lumOff val="5000"/>
            </a:schemeClr>
          </a:solidFill>
          <a:ln w="31750" cmpd="sng">
            <a:solidFill>
              <a:schemeClr val="tx1">
                <a:lumMod val="95000"/>
                <a:lumOff val="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377608" y="1464469"/>
            <a:ext cx="138748" cy="411956"/>
          </a:xfrm>
          <a:prstGeom prst="rect">
            <a:avLst/>
          </a:prstGeom>
          <a:solidFill>
            <a:schemeClr val="tx1">
              <a:lumMod val="95000"/>
              <a:lumOff val="5000"/>
            </a:schemeClr>
          </a:solidFill>
          <a:ln w="31750" cmpd="sng">
            <a:solidFill>
              <a:schemeClr val="tx1">
                <a:lumMod val="95000"/>
                <a:lumOff val="5000"/>
              </a:schemeClr>
            </a:solidFill>
            <a:headEnd type="none" w="lg" len="lg"/>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81961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3" y="1092485"/>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1"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098"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54"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129" y="3987562"/>
            <a:ext cx="7405675"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29" y="2291753"/>
            <a:ext cx="1574654" cy="1086373"/>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4"/>
            <a:ext cx="1574654" cy="1279207"/>
            <a:chOff x="107380" y="2024805"/>
            <a:chExt cx="1944270" cy="1579471"/>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323411" y="2382195"/>
              <a:ext cx="1728239" cy="1222081"/>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4" cy="1086373"/>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4" cy="1086373"/>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7331703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8" y="3953873"/>
            <a:ext cx="7425926" cy="1301778"/>
            <a:chOff x="0" y="3359571"/>
            <a:chExt cx="9169004" cy="1607344"/>
          </a:xfrm>
        </p:grpSpPr>
        <p:sp>
          <p:nvSpPr>
            <p:cNvPr id="5" name="矩形 4"/>
            <p:cNvSpPr/>
            <p:nvPr/>
          </p:nvSpPr>
          <p:spPr>
            <a:xfrm>
              <a:off x="1245140" y="3973770"/>
              <a:ext cx="4572001" cy="545013"/>
            </a:xfrm>
            <a:prstGeom prst="rect">
              <a:avLst/>
            </a:prstGeom>
          </p:spPr>
          <p:txBody>
            <a:bodyPr>
              <a:spAutoFit/>
            </a:bodyPr>
            <a:lstStyle/>
            <a:p>
              <a:pPr defTabSz="74504"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7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43296" cy="92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43"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3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2"/>
              <a:ext cx="757239" cy="76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857"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540" y="1387104"/>
            <a:ext cx="5481623"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学员寒假读书笔记</a:t>
            </a:r>
            <a:r>
              <a:rPr lang="en-US" altLang="zh-CN" sz="3564" b="1" smtClean="0">
                <a:solidFill>
                  <a:prstClr val="black"/>
                </a:solidFill>
                <a:latin typeface="微软雅黑" panose="020B0503020204020204" pitchFamily="34" charset="-122"/>
                <a:ea typeface="微软雅黑" panose="020B0503020204020204" pitchFamily="34" charset="-122"/>
              </a:rPr>
              <a:t>138</a:t>
            </a:r>
            <a:r>
              <a:rPr lang="zh-CN" altLang="en-US" sz="3564" b="1"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07019779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死亡">
      <a:dk1>
        <a:srgbClr val="000000"/>
      </a:dk1>
      <a:lt1>
        <a:srgbClr val="FFFFFF"/>
      </a:lt1>
      <a:dk2>
        <a:srgbClr val="FFFFFF"/>
      </a:dk2>
      <a:lt2>
        <a:srgbClr val="FFFFFF"/>
      </a:lt2>
      <a:accent1>
        <a:srgbClr val="9D0313"/>
      </a:accent1>
      <a:accent2>
        <a:srgbClr val="027DC0"/>
      </a:accent2>
      <a:accent3>
        <a:srgbClr val="2D460A"/>
      </a:accent3>
      <a:accent4>
        <a:srgbClr val="5F350E"/>
      </a:accent4>
      <a:accent5>
        <a:srgbClr val="BF2117"/>
      </a:accent5>
      <a:accent6>
        <a:srgbClr val="130E2E"/>
      </a:accent6>
      <a:hlink>
        <a:srgbClr val="F49100"/>
      </a:hlink>
      <a:folHlink>
        <a:srgbClr val="85DFD0"/>
      </a:folHlink>
    </a:clrScheme>
    <a:fontScheme name="方正粗宋">
      <a:majorFont>
        <a:latin typeface="方正粗宋简体"/>
        <a:ea typeface="方正粗宋简体"/>
        <a:cs typeface=""/>
      </a:majorFont>
      <a:minorFont>
        <a:latin typeface="华文细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31750" cmpd="sng">
          <a:solidFill>
            <a:schemeClr val="accent2"/>
          </a:solidFill>
          <a:headEnd type="none" w="lg" len="lg"/>
          <a:tailEnd type="none"/>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Template>
  <TotalTime>3020</TotalTime>
  <Words>2814</Words>
  <Application>Microsoft Office PowerPoint</Application>
  <PresentationFormat>宽屏</PresentationFormat>
  <Paragraphs>254</Paragraphs>
  <Slides>35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35</vt:i4>
      </vt:variant>
    </vt:vector>
  </HeadingPairs>
  <TitlesOfParts>
    <vt:vector size="48" baseType="lpstr">
      <vt:lpstr>SentyZHAO 新蒂赵孟頫</vt:lpstr>
      <vt:lpstr>方正粗宋简体</vt:lpstr>
      <vt:lpstr>方正正黑简体</vt:lpstr>
      <vt:lpstr>方正正中黑简体</vt:lpstr>
      <vt:lpstr>华文细黑</vt:lpstr>
      <vt:lpstr>宋体</vt:lpstr>
      <vt:lpstr>微软雅黑</vt:lpstr>
      <vt:lpstr>Arial</vt:lpstr>
      <vt:lpstr>Calibri</vt:lpstr>
      <vt:lpstr>Calibri Light</vt:lpstr>
      <vt:lpstr>Wingdings</vt:lpstr>
      <vt:lpstr>Office 主题</vt:lpstr>
      <vt:lpstr>1_默认设计模板</vt:lpstr>
      <vt:lpstr>PowerPoint 演示文稿</vt:lpstr>
      <vt:lpstr>你可能相信</vt:lpstr>
      <vt:lpstr>你可能不曾想过</vt:lpstr>
      <vt:lpstr>花5分钟同我一起思考死亡吧！  死亡其实和你想的不太一样！</vt:lpstr>
      <vt:lpstr>目录</vt:lpstr>
      <vt:lpstr>   死亡是坏事吗？ IS IT BAD TO BE DEAD?</vt:lpstr>
      <vt:lpstr>什么事对我有坏处？</vt:lpstr>
      <vt:lpstr>死亡的坏处是？</vt:lpstr>
      <vt:lpstr>那么，永生是好事吗？ IS IT GOOD TO BE IMMORTAL？</vt:lpstr>
      <vt:lpstr>永生不见得是好事</vt:lpstr>
      <vt:lpstr>尽管如此，我们希望活的久一点</vt:lpstr>
      <vt:lpstr>也有人不相信有灵魂</vt:lpstr>
      <vt:lpstr>那么，灵魂存在吗？ SO, ARE THERE ANY SOULS?</vt:lpstr>
      <vt:lpstr>如何证明灵魂存在？</vt:lpstr>
      <vt:lpstr>最佳解释推论</vt:lpstr>
      <vt:lpstr>PowerPoint 演示文稿</vt:lpstr>
      <vt:lpstr>PowerPoint 演示文稿</vt:lpstr>
      <vt:lpstr>灵魂并不是最佳的解释</vt:lpstr>
      <vt:lpstr>不管你是否还相信有灵魂，我们思考一下另一个问题：   我们能在死后存活吗？ CAN WE SURVIVE OUR DEATH?</vt:lpstr>
      <vt:lpstr>何谓存活？</vt:lpstr>
      <vt:lpstr>个人同一性的关键是什么？</vt:lpstr>
      <vt:lpstr>PowerPoint 演示文稿</vt:lpstr>
      <vt:lpstr>PowerPoint 演示文稿</vt:lpstr>
      <vt:lpstr>PowerPoint 演示文稿</vt:lpstr>
      <vt:lpstr>    其实，你正在思考的问题是：     死亡的本质是什么？ WHAT IS THE NATURE OF DEATH?</vt:lpstr>
      <vt:lpstr>死亡的本质就是我们失去获得想要的东西的能力。</vt:lpstr>
      <vt:lpstr>PowerPoint 演示文稿</vt:lpstr>
      <vt:lpstr>如果死亡是无可避免的，我们没有灵魂，无法永生，         那我们该如何面对死亡？ HOW DO WE FACE DEATH?</vt:lpstr>
      <vt:lpstr>PowerPoint 演示文稿</vt:lpstr>
      <vt:lpstr>PowerPoint 演示文稿</vt:lpstr>
      <vt:lpstr>PowerPoint 演示文稿</vt:lpstr>
      <vt:lpstr>愿你我在面对死亡时能 无所畏惧，活在当下。</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死亡——和你想的应该不太一样</dc:title>
  <dc:creator>Cao Qing</dc:creator>
  <cp:lastModifiedBy>小巴</cp:lastModifiedBy>
  <cp:revision>286</cp:revision>
  <dcterms:created xsi:type="dcterms:W3CDTF">2014-07-08T11:33:07Z</dcterms:created>
  <dcterms:modified xsi:type="dcterms:W3CDTF">2014-08-13T07:23:10Z</dcterms:modified>
</cp:coreProperties>
</file>