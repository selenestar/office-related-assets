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8" r:id="rId5"/>
    <p:sldId id="265" r:id="rId6"/>
    <p:sldId id="266" r:id="rId7"/>
    <p:sldId id="267" r:id="rId8"/>
    <p:sldId id="263" r:id="rId9"/>
    <p:sldId id="268" r:id="rId10"/>
    <p:sldId id="264" r:id="rId11"/>
    <p:sldId id="259" r:id="rId12"/>
    <p:sldId id="269" r:id="rId13"/>
    <p:sldId id="270" r:id="rId14"/>
    <p:sldId id="271" r:id="rId15"/>
    <p:sldId id="273" r:id="rId1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8CD30"/>
    <a:srgbClr val="CC822B"/>
    <a:srgbClr val="D46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56" y="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1946E-3E82-4A86-BE40-00B1CB60B111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C0B3F-B5C8-4C70-BBE5-65D970070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8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C0B3F-B5C8-4C70-BBE5-65D970070C7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80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C0B3F-B5C8-4C70-BBE5-65D970070C7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582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C0B3F-B5C8-4C70-BBE5-65D970070C7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582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C0B3F-B5C8-4C70-BBE5-65D970070C7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774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C0B3F-B5C8-4C70-BBE5-65D970070C7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58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2014/7/29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444208" y="2355726"/>
            <a:ext cx="2481299" cy="2461577"/>
            <a:chOff x="434517" y="2126397"/>
            <a:chExt cx="2481299" cy="2461577"/>
          </a:xfrm>
        </p:grpSpPr>
        <p:grpSp>
          <p:nvGrpSpPr>
            <p:cNvPr id="1041" name="组合 1040"/>
            <p:cNvGrpSpPr/>
            <p:nvPr/>
          </p:nvGrpSpPr>
          <p:grpSpPr>
            <a:xfrm>
              <a:off x="721576" y="2126397"/>
              <a:ext cx="1729165" cy="1957521"/>
              <a:chOff x="323528" y="236167"/>
              <a:chExt cx="3398888" cy="384775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395536" y="1633968"/>
                <a:ext cx="3024336" cy="2449950"/>
                <a:chOff x="755576" y="864243"/>
                <a:chExt cx="3024336" cy="2449950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1583668" y="2234073"/>
                  <a:ext cx="1368152" cy="93610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1403648" y="2316152"/>
                  <a:ext cx="1728192" cy="5436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5" name="组合 24"/>
                <p:cNvGrpSpPr/>
                <p:nvPr/>
              </p:nvGrpSpPr>
              <p:grpSpPr>
                <a:xfrm>
                  <a:off x="2162733" y="2319722"/>
                  <a:ext cx="210023" cy="684076"/>
                  <a:chOff x="2174555" y="2342085"/>
                  <a:chExt cx="158942" cy="517697"/>
                </a:xfrm>
              </p:grpSpPr>
              <p:sp>
                <p:nvSpPr>
                  <p:cNvPr id="22" name="梯形 21"/>
                  <p:cNvSpPr/>
                  <p:nvPr/>
                </p:nvSpPr>
                <p:spPr>
                  <a:xfrm>
                    <a:off x="2174555" y="2342085"/>
                    <a:ext cx="158942" cy="157083"/>
                  </a:xfrm>
                  <a:custGeom>
                    <a:avLst/>
                    <a:gdLst>
                      <a:gd name="connsiteX0" fmla="*/ 0 w 1440160"/>
                      <a:gd name="connsiteY0" fmla="*/ 1296144 h 1296144"/>
                      <a:gd name="connsiteX1" fmla="*/ 650612 w 1440160"/>
                      <a:gd name="connsiteY1" fmla="*/ 0 h 1296144"/>
                      <a:gd name="connsiteX2" fmla="*/ 789548 w 1440160"/>
                      <a:gd name="connsiteY2" fmla="*/ 0 h 1296144"/>
                      <a:gd name="connsiteX3" fmla="*/ 1440160 w 1440160"/>
                      <a:gd name="connsiteY3" fmla="*/ 1296144 h 1296144"/>
                      <a:gd name="connsiteX4" fmla="*/ 0 w 1440160"/>
                      <a:gd name="connsiteY4" fmla="*/ 1296144 h 1296144"/>
                      <a:gd name="connsiteX0" fmla="*/ 0 w 1440160"/>
                      <a:gd name="connsiteY0" fmla="*/ 1296144 h 1347376"/>
                      <a:gd name="connsiteX1" fmla="*/ 650612 w 1440160"/>
                      <a:gd name="connsiteY1" fmla="*/ 0 h 1347376"/>
                      <a:gd name="connsiteX2" fmla="*/ 789548 w 1440160"/>
                      <a:gd name="connsiteY2" fmla="*/ 0 h 1347376"/>
                      <a:gd name="connsiteX3" fmla="*/ 1440160 w 1440160"/>
                      <a:gd name="connsiteY3" fmla="*/ 1296144 h 1347376"/>
                      <a:gd name="connsiteX4" fmla="*/ 713386 w 1440160"/>
                      <a:gd name="connsiteY4" fmla="*/ 1347107 h 1347376"/>
                      <a:gd name="connsiteX5" fmla="*/ 0 w 1440160"/>
                      <a:gd name="connsiteY5" fmla="*/ 1296144 h 1347376"/>
                      <a:gd name="connsiteX0" fmla="*/ 0 w 1440160"/>
                      <a:gd name="connsiteY0" fmla="*/ 1296144 h 1379942"/>
                      <a:gd name="connsiteX1" fmla="*/ 650612 w 1440160"/>
                      <a:gd name="connsiteY1" fmla="*/ 0 h 1379942"/>
                      <a:gd name="connsiteX2" fmla="*/ 789548 w 1440160"/>
                      <a:gd name="connsiteY2" fmla="*/ 0 h 1379942"/>
                      <a:gd name="connsiteX3" fmla="*/ 1440160 w 1440160"/>
                      <a:gd name="connsiteY3" fmla="*/ 1296144 h 1379942"/>
                      <a:gd name="connsiteX4" fmla="*/ 724271 w 1440160"/>
                      <a:gd name="connsiteY4" fmla="*/ 1379764 h 1379942"/>
                      <a:gd name="connsiteX5" fmla="*/ 0 w 1440160"/>
                      <a:gd name="connsiteY5" fmla="*/ 1296144 h 1379942"/>
                      <a:gd name="connsiteX0" fmla="*/ 0 w 1440160"/>
                      <a:gd name="connsiteY0" fmla="*/ 1296144 h 1423429"/>
                      <a:gd name="connsiteX1" fmla="*/ 650612 w 1440160"/>
                      <a:gd name="connsiteY1" fmla="*/ 0 h 1423429"/>
                      <a:gd name="connsiteX2" fmla="*/ 789548 w 1440160"/>
                      <a:gd name="connsiteY2" fmla="*/ 0 h 1423429"/>
                      <a:gd name="connsiteX3" fmla="*/ 1440160 w 1440160"/>
                      <a:gd name="connsiteY3" fmla="*/ 1296144 h 1423429"/>
                      <a:gd name="connsiteX4" fmla="*/ 702500 w 1440160"/>
                      <a:gd name="connsiteY4" fmla="*/ 1423307 h 1423429"/>
                      <a:gd name="connsiteX5" fmla="*/ 0 w 1440160"/>
                      <a:gd name="connsiteY5" fmla="*/ 1296144 h 1423429"/>
                      <a:gd name="connsiteX0" fmla="*/ 0 w 1440160"/>
                      <a:gd name="connsiteY0" fmla="*/ 1296144 h 1423307"/>
                      <a:gd name="connsiteX1" fmla="*/ 650612 w 1440160"/>
                      <a:gd name="connsiteY1" fmla="*/ 0 h 1423307"/>
                      <a:gd name="connsiteX2" fmla="*/ 789548 w 1440160"/>
                      <a:gd name="connsiteY2" fmla="*/ 0 h 1423307"/>
                      <a:gd name="connsiteX3" fmla="*/ 1440160 w 1440160"/>
                      <a:gd name="connsiteY3" fmla="*/ 1296144 h 1423307"/>
                      <a:gd name="connsiteX4" fmla="*/ 702500 w 1440160"/>
                      <a:gd name="connsiteY4" fmla="*/ 1423307 h 1423307"/>
                      <a:gd name="connsiteX5" fmla="*/ 0 w 1440160"/>
                      <a:gd name="connsiteY5" fmla="*/ 1296144 h 14233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440160" h="1423307">
                        <a:moveTo>
                          <a:pt x="0" y="1296144"/>
                        </a:moveTo>
                        <a:lnTo>
                          <a:pt x="650612" y="0"/>
                        </a:lnTo>
                        <a:lnTo>
                          <a:pt x="789548" y="0"/>
                        </a:lnTo>
                        <a:lnTo>
                          <a:pt x="1440160" y="1296144"/>
                        </a:lnTo>
                        <a:cubicBezTo>
                          <a:pt x="1219673" y="1291360"/>
                          <a:pt x="912102" y="1395433"/>
                          <a:pt x="702500" y="1423307"/>
                        </a:cubicBezTo>
                        <a:lnTo>
                          <a:pt x="0" y="1296144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椭圆 22"/>
                  <p:cNvSpPr/>
                  <p:nvPr/>
                </p:nvSpPr>
                <p:spPr>
                  <a:xfrm>
                    <a:off x="2199088" y="2427359"/>
                    <a:ext cx="110146" cy="432423"/>
                  </a:xfrm>
                  <a:custGeom>
                    <a:avLst/>
                    <a:gdLst>
                      <a:gd name="connsiteX0" fmla="*/ 0 w 230256"/>
                      <a:gd name="connsiteY0" fmla="*/ 460150 h 920300"/>
                      <a:gd name="connsiteX1" fmla="*/ 115128 w 230256"/>
                      <a:gd name="connsiteY1" fmla="*/ 0 h 920300"/>
                      <a:gd name="connsiteX2" fmla="*/ 230256 w 230256"/>
                      <a:gd name="connsiteY2" fmla="*/ 460150 h 920300"/>
                      <a:gd name="connsiteX3" fmla="*/ 115128 w 230256"/>
                      <a:gd name="connsiteY3" fmla="*/ 920300 h 920300"/>
                      <a:gd name="connsiteX4" fmla="*/ 0 w 230256"/>
                      <a:gd name="connsiteY4" fmla="*/ 460150 h 920300"/>
                      <a:gd name="connsiteX0" fmla="*/ 0 w 232626"/>
                      <a:gd name="connsiteY0" fmla="*/ 469660 h 929810"/>
                      <a:gd name="connsiteX1" fmla="*/ 115128 w 232626"/>
                      <a:gd name="connsiteY1" fmla="*/ 9510 h 929810"/>
                      <a:gd name="connsiteX2" fmla="*/ 169523 w 232626"/>
                      <a:gd name="connsiteY2" fmla="*/ 182650 h 929810"/>
                      <a:gd name="connsiteX3" fmla="*/ 230256 w 232626"/>
                      <a:gd name="connsiteY3" fmla="*/ 469660 h 929810"/>
                      <a:gd name="connsiteX4" fmla="*/ 115128 w 232626"/>
                      <a:gd name="connsiteY4" fmla="*/ 929810 h 929810"/>
                      <a:gd name="connsiteX5" fmla="*/ 0 w 232626"/>
                      <a:gd name="connsiteY5" fmla="*/ 469660 h 929810"/>
                      <a:gd name="connsiteX0" fmla="*/ 306 w 232932"/>
                      <a:gd name="connsiteY0" fmla="*/ 460511 h 920661"/>
                      <a:gd name="connsiteX1" fmla="*/ 82743 w 232932"/>
                      <a:gd name="connsiteY1" fmla="*/ 217044 h 920661"/>
                      <a:gd name="connsiteX2" fmla="*/ 115434 w 232932"/>
                      <a:gd name="connsiteY2" fmla="*/ 361 h 920661"/>
                      <a:gd name="connsiteX3" fmla="*/ 169829 w 232932"/>
                      <a:gd name="connsiteY3" fmla="*/ 173501 h 920661"/>
                      <a:gd name="connsiteX4" fmla="*/ 230562 w 232932"/>
                      <a:gd name="connsiteY4" fmla="*/ 460511 h 920661"/>
                      <a:gd name="connsiteX5" fmla="*/ 115434 w 232932"/>
                      <a:gd name="connsiteY5" fmla="*/ 920661 h 920661"/>
                      <a:gd name="connsiteX6" fmla="*/ 306 w 232932"/>
                      <a:gd name="connsiteY6" fmla="*/ 460511 h 920661"/>
                      <a:gd name="connsiteX0" fmla="*/ 1793 w 234419"/>
                      <a:gd name="connsiteY0" fmla="*/ 460150 h 920300"/>
                      <a:gd name="connsiteX1" fmla="*/ 51573 w 234419"/>
                      <a:gd name="connsiteY1" fmla="*/ 173141 h 920300"/>
                      <a:gd name="connsiteX2" fmla="*/ 116921 w 234419"/>
                      <a:gd name="connsiteY2" fmla="*/ 0 h 920300"/>
                      <a:gd name="connsiteX3" fmla="*/ 171316 w 234419"/>
                      <a:gd name="connsiteY3" fmla="*/ 173140 h 920300"/>
                      <a:gd name="connsiteX4" fmla="*/ 232049 w 234419"/>
                      <a:gd name="connsiteY4" fmla="*/ 460150 h 920300"/>
                      <a:gd name="connsiteX5" fmla="*/ 116921 w 234419"/>
                      <a:gd name="connsiteY5" fmla="*/ 920300 h 920300"/>
                      <a:gd name="connsiteX6" fmla="*/ 1793 w 234419"/>
                      <a:gd name="connsiteY6" fmla="*/ 460150 h 920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34419" h="920300">
                        <a:moveTo>
                          <a:pt x="1793" y="460150"/>
                        </a:moveTo>
                        <a:cubicBezTo>
                          <a:pt x="-9098" y="335623"/>
                          <a:pt x="32385" y="249833"/>
                          <a:pt x="51573" y="173141"/>
                        </a:cubicBezTo>
                        <a:cubicBezTo>
                          <a:pt x="70761" y="96449"/>
                          <a:pt x="96964" y="0"/>
                          <a:pt x="116921" y="0"/>
                        </a:cubicBezTo>
                        <a:cubicBezTo>
                          <a:pt x="136878" y="0"/>
                          <a:pt x="152128" y="96448"/>
                          <a:pt x="171316" y="173140"/>
                        </a:cubicBezTo>
                        <a:cubicBezTo>
                          <a:pt x="190504" y="249832"/>
                          <a:pt x="246558" y="335623"/>
                          <a:pt x="232049" y="460150"/>
                        </a:cubicBezTo>
                        <a:cubicBezTo>
                          <a:pt x="217540" y="584677"/>
                          <a:pt x="180504" y="920300"/>
                          <a:pt x="116921" y="920300"/>
                        </a:cubicBezTo>
                        <a:cubicBezTo>
                          <a:pt x="53338" y="920300"/>
                          <a:pt x="12684" y="584677"/>
                          <a:pt x="1793" y="46015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4" name="矩形 13"/>
                <p:cNvSpPr/>
                <p:nvPr/>
              </p:nvSpPr>
              <p:spPr>
                <a:xfrm>
                  <a:off x="2771800" y="2666121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583668" y="2666121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圆角矩形 3"/>
                <p:cNvSpPr/>
                <p:nvPr/>
              </p:nvSpPr>
              <p:spPr>
                <a:xfrm>
                  <a:off x="1115616" y="864243"/>
                  <a:ext cx="2304256" cy="1546280"/>
                </a:xfrm>
                <a:custGeom>
                  <a:avLst/>
                  <a:gdLst>
                    <a:gd name="connsiteX0" fmla="*/ 0 w 2304256"/>
                    <a:gd name="connsiteY0" fmla="*/ 632994 h 1440160"/>
                    <a:gd name="connsiteX1" fmla="*/ 632994 w 2304256"/>
                    <a:gd name="connsiteY1" fmla="*/ 0 h 1440160"/>
                    <a:gd name="connsiteX2" fmla="*/ 1671262 w 2304256"/>
                    <a:gd name="connsiteY2" fmla="*/ 0 h 1440160"/>
                    <a:gd name="connsiteX3" fmla="*/ 2304256 w 2304256"/>
                    <a:gd name="connsiteY3" fmla="*/ 632994 h 1440160"/>
                    <a:gd name="connsiteX4" fmla="*/ 2304256 w 2304256"/>
                    <a:gd name="connsiteY4" fmla="*/ 807166 h 1440160"/>
                    <a:gd name="connsiteX5" fmla="*/ 1671262 w 2304256"/>
                    <a:gd name="connsiteY5" fmla="*/ 1440160 h 1440160"/>
                    <a:gd name="connsiteX6" fmla="*/ 632994 w 2304256"/>
                    <a:gd name="connsiteY6" fmla="*/ 1440160 h 1440160"/>
                    <a:gd name="connsiteX7" fmla="*/ 0 w 2304256"/>
                    <a:gd name="connsiteY7" fmla="*/ 807166 h 1440160"/>
                    <a:gd name="connsiteX8" fmla="*/ 0 w 2304256"/>
                    <a:gd name="connsiteY8" fmla="*/ 632994 h 1440160"/>
                    <a:gd name="connsiteX0" fmla="*/ 0 w 2304256"/>
                    <a:gd name="connsiteY0" fmla="*/ 684397 h 1491563"/>
                    <a:gd name="connsiteX1" fmla="*/ 632994 w 2304256"/>
                    <a:gd name="connsiteY1" fmla="*/ 51403 h 1491563"/>
                    <a:gd name="connsiteX2" fmla="*/ 1192155 w 2304256"/>
                    <a:gd name="connsiteY2" fmla="*/ 0 h 1491563"/>
                    <a:gd name="connsiteX3" fmla="*/ 1671262 w 2304256"/>
                    <a:gd name="connsiteY3" fmla="*/ 51403 h 1491563"/>
                    <a:gd name="connsiteX4" fmla="*/ 2304256 w 2304256"/>
                    <a:gd name="connsiteY4" fmla="*/ 684397 h 1491563"/>
                    <a:gd name="connsiteX5" fmla="*/ 2304256 w 2304256"/>
                    <a:gd name="connsiteY5" fmla="*/ 858569 h 1491563"/>
                    <a:gd name="connsiteX6" fmla="*/ 1671262 w 2304256"/>
                    <a:gd name="connsiteY6" fmla="*/ 1491563 h 1491563"/>
                    <a:gd name="connsiteX7" fmla="*/ 632994 w 2304256"/>
                    <a:gd name="connsiteY7" fmla="*/ 1491563 h 1491563"/>
                    <a:gd name="connsiteX8" fmla="*/ 0 w 2304256"/>
                    <a:gd name="connsiteY8" fmla="*/ 858569 h 1491563"/>
                    <a:gd name="connsiteX9" fmla="*/ 0 w 2304256"/>
                    <a:gd name="connsiteY9" fmla="*/ 684397 h 1491563"/>
                    <a:gd name="connsiteX0" fmla="*/ 0 w 2304256"/>
                    <a:gd name="connsiteY0" fmla="*/ 703032 h 1510198"/>
                    <a:gd name="connsiteX1" fmla="*/ 632994 w 2304256"/>
                    <a:gd name="connsiteY1" fmla="*/ 70038 h 1510198"/>
                    <a:gd name="connsiteX2" fmla="*/ 1007098 w 2304256"/>
                    <a:gd name="connsiteY2" fmla="*/ 7751 h 1510198"/>
                    <a:gd name="connsiteX3" fmla="*/ 1192155 w 2304256"/>
                    <a:gd name="connsiteY3" fmla="*/ 18635 h 1510198"/>
                    <a:gd name="connsiteX4" fmla="*/ 1671262 w 2304256"/>
                    <a:gd name="connsiteY4" fmla="*/ 70038 h 1510198"/>
                    <a:gd name="connsiteX5" fmla="*/ 2304256 w 2304256"/>
                    <a:gd name="connsiteY5" fmla="*/ 703032 h 1510198"/>
                    <a:gd name="connsiteX6" fmla="*/ 2304256 w 2304256"/>
                    <a:gd name="connsiteY6" fmla="*/ 877204 h 1510198"/>
                    <a:gd name="connsiteX7" fmla="*/ 1671262 w 2304256"/>
                    <a:gd name="connsiteY7" fmla="*/ 1510198 h 1510198"/>
                    <a:gd name="connsiteX8" fmla="*/ 632994 w 2304256"/>
                    <a:gd name="connsiteY8" fmla="*/ 1510198 h 1510198"/>
                    <a:gd name="connsiteX9" fmla="*/ 0 w 2304256"/>
                    <a:gd name="connsiteY9" fmla="*/ 877204 h 1510198"/>
                    <a:gd name="connsiteX10" fmla="*/ 0 w 2304256"/>
                    <a:gd name="connsiteY10" fmla="*/ 703032 h 1510198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28889 h 1568493"/>
                    <a:gd name="connsiteX1" fmla="*/ 632994 w 2304256"/>
                    <a:gd name="connsiteY1" fmla="*/ 95895 h 1568493"/>
                    <a:gd name="connsiteX2" fmla="*/ 1007098 w 2304256"/>
                    <a:gd name="connsiteY2" fmla="*/ 33608 h 1568493"/>
                    <a:gd name="connsiteX3" fmla="*/ 1192155 w 2304256"/>
                    <a:gd name="connsiteY3" fmla="*/ 44492 h 1568493"/>
                    <a:gd name="connsiteX4" fmla="*/ 1268355 w 2304256"/>
                    <a:gd name="connsiteY4" fmla="*/ 951 h 1568493"/>
                    <a:gd name="connsiteX5" fmla="*/ 1671262 w 2304256"/>
                    <a:gd name="connsiteY5" fmla="*/ 95895 h 1568493"/>
                    <a:gd name="connsiteX6" fmla="*/ 2304256 w 2304256"/>
                    <a:gd name="connsiteY6" fmla="*/ 728889 h 1568493"/>
                    <a:gd name="connsiteX7" fmla="*/ 2304256 w 2304256"/>
                    <a:gd name="connsiteY7" fmla="*/ 903061 h 1568493"/>
                    <a:gd name="connsiteX8" fmla="*/ 1671262 w 2304256"/>
                    <a:gd name="connsiteY8" fmla="*/ 1536055 h 1568493"/>
                    <a:gd name="connsiteX9" fmla="*/ 1170384 w 2304256"/>
                    <a:gd name="connsiteY9" fmla="*/ 1568493 h 1568493"/>
                    <a:gd name="connsiteX10" fmla="*/ 632994 w 2304256"/>
                    <a:gd name="connsiteY10" fmla="*/ 1536055 h 1568493"/>
                    <a:gd name="connsiteX11" fmla="*/ 0 w 2304256"/>
                    <a:gd name="connsiteY11" fmla="*/ 903061 h 1568493"/>
                    <a:gd name="connsiteX12" fmla="*/ 0 w 2304256"/>
                    <a:gd name="connsiteY12" fmla="*/ 728889 h 1568493"/>
                    <a:gd name="connsiteX0" fmla="*/ 0 w 2304256"/>
                    <a:gd name="connsiteY0" fmla="*/ 730117 h 1569721"/>
                    <a:gd name="connsiteX1" fmla="*/ 632994 w 2304256"/>
                    <a:gd name="connsiteY1" fmla="*/ 97123 h 1569721"/>
                    <a:gd name="connsiteX2" fmla="*/ 1007098 w 2304256"/>
                    <a:gd name="connsiteY2" fmla="*/ 34836 h 1569721"/>
                    <a:gd name="connsiteX3" fmla="*/ 1148613 w 2304256"/>
                    <a:gd name="connsiteY3" fmla="*/ 13063 h 1569721"/>
                    <a:gd name="connsiteX4" fmla="*/ 1268355 w 2304256"/>
                    <a:gd name="connsiteY4" fmla="*/ 2179 h 1569721"/>
                    <a:gd name="connsiteX5" fmla="*/ 1671262 w 2304256"/>
                    <a:gd name="connsiteY5" fmla="*/ 97123 h 1569721"/>
                    <a:gd name="connsiteX6" fmla="*/ 2304256 w 2304256"/>
                    <a:gd name="connsiteY6" fmla="*/ 730117 h 1569721"/>
                    <a:gd name="connsiteX7" fmla="*/ 2304256 w 2304256"/>
                    <a:gd name="connsiteY7" fmla="*/ 904289 h 1569721"/>
                    <a:gd name="connsiteX8" fmla="*/ 1671262 w 2304256"/>
                    <a:gd name="connsiteY8" fmla="*/ 1537283 h 1569721"/>
                    <a:gd name="connsiteX9" fmla="*/ 1170384 w 2304256"/>
                    <a:gd name="connsiteY9" fmla="*/ 1569721 h 1569721"/>
                    <a:gd name="connsiteX10" fmla="*/ 632994 w 2304256"/>
                    <a:gd name="connsiteY10" fmla="*/ 1537283 h 1569721"/>
                    <a:gd name="connsiteX11" fmla="*/ 0 w 2304256"/>
                    <a:gd name="connsiteY11" fmla="*/ 904289 h 1569721"/>
                    <a:gd name="connsiteX12" fmla="*/ 0 w 2304256"/>
                    <a:gd name="connsiteY12" fmla="*/ 730117 h 1569721"/>
                    <a:gd name="connsiteX0" fmla="*/ 0 w 2304256"/>
                    <a:gd name="connsiteY0" fmla="*/ 730238 h 1569842"/>
                    <a:gd name="connsiteX1" fmla="*/ 632994 w 2304256"/>
                    <a:gd name="connsiteY1" fmla="*/ 97244 h 1569842"/>
                    <a:gd name="connsiteX2" fmla="*/ 1007098 w 2304256"/>
                    <a:gd name="connsiteY2" fmla="*/ 34957 h 1569842"/>
                    <a:gd name="connsiteX3" fmla="*/ 1268355 w 2304256"/>
                    <a:gd name="connsiteY3" fmla="*/ 2300 h 1569842"/>
                    <a:gd name="connsiteX4" fmla="*/ 1671262 w 2304256"/>
                    <a:gd name="connsiteY4" fmla="*/ 97244 h 1569842"/>
                    <a:gd name="connsiteX5" fmla="*/ 2304256 w 2304256"/>
                    <a:gd name="connsiteY5" fmla="*/ 730238 h 1569842"/>
                    <a:gd name="connsiteX6" fmla="*/ 2304256 w 2304256"/>
                    <a:gd name="connsiteY6" fmla="*/ 904410 h 1569842"/>
                    <a:gd name="connsiteX7" fmla="*/ 1671262 w 2304256"/>
                    <a:gd name="connsiteY7" fmla="*/ 1537404 h 1569842"/>
                    <a:gd name="connsiteX8" fmla="*/ 1170384 w 2304256"/>
                    <a:gd name="connsiteY8" fmla="*/ 1569842 h 1569842"/>
                    <a:gd name="connsiteX9" fmla="*/ 632994 w 2304256"/>
                    <a:gd name="connsiteY9" fmla="*/ 1537404 h 1569842"/>
                    <a:gd name="connsiteX10" fmla="*/ 0 w 2304256"/>
                    <a:gd name="connsiteY10" fmla="*/ 904410 h 1569842"/>
                    <a:gd name="connsiteX11" fmla="*/ 0 w 2304256"/>
                    <a:gd name="connsiteY11" fmla="*/ 730238 h 1569842"/>
                    <a:gd name="connsiteX0" fmla="*/ 0 w 2304256"/>
                    <a:gd name="connsiteY0" fmla="*/ 707656 h 1547260"/>
                    <a:gd name="connsiteX1" fmla="*/ 632994 w 2304256"/>
                    <a:gd name="connsiteY1" fmla="*/ 74662 h 1547260"/>
                    <a:gd name="connsiteX2" fmla="*/ 1007098 w 2304256"/>
                    <a:gd name="connsiteY2" fmla="*/ 12375 h 1547260"/>
                    <a:gd name="connsiteX3" fmla="*/ 1671262 w 2304256"/>
                    <a:gd name="connsiteY3" fmla="*/ 74662 h 1547260"/>
                    <a:gd name="connsiteX4" fmla="*/ 2304256 w 2304256"/>
                    <a:gd name="connsiteY4" fmla="*/ 707656 h 1547260"/>
                    <a:gd name="connsiteX5" fmla="*/ 2304256 w 2304256"/>
                    <a:gd name="connsiteY5" fmla="*/ 881828 h 1547260"/>
                    <a:gd name="connsiteX6" fmla="*/ 1671262 w 2304256"/>
                    <a:gd name="connsiteY6" fmla="*/ 1514822 h 1547260"/>
                    <a:gd name="connsiteX7" fmla="*/ 1170384 w 2304256"/>
                    <a:gd name="connsiteY7" fmla="*/ 1547260 h 1547260"/>
                    <a:gd name="connsiteX8" fmla="*/ 632994 w 2304256"/>
                    <a:gd name="connsiteY8" fmla="*/ 1514822 h 1547260"/>
                    <a:gd name="connsiteX9" fmla="*/ 0 w 2304256"/>
                    <a:gd name="connsiteY9" fmla="*/ 881828 h 1547260"/>
                    <a:gd name="connsiteX10" fmla="*/ 0 w 2304256"/>
                    <a:gd name="connsiteY10" fmla="*/ 707656 h 1547260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95051 h 1534655"/>
                    <a:gd name="connsiteX1" fmla="*/ 632994 w 2304256"/>
                    <a:gd name="connsiteY1" fmla="*/ 62057 h 1534655"/>
                    <a:gd name="connsiteX2" fmla="*/ 1431641 w 2304256"/>
                    <a:gd name="connsiteY2" fmla="*/ 32428 h 1534655"/>
                    <a:gd name="connsiteX3" fmla="*/ 1671262 w 2304256"/>
                    <a:gd name="connsiteY3" fmla="*/ 62057 h 1534655"/>
                    <a:gd name="connsiteX4" fmla="*/ 2304256 w 2304256"/>
                    <a:gd name="connsiteY4" fmla="*/ 695051 h 1534655"/>
                    <a:gd name="connsiteX5" fmla="*/ 2304256 w 2304256"/>
                    <a:gd name="connsiteY5" fmla="*/ 869223 h 1534655"/>
                    <a:gd name="connsiteX6" fmla="*/ 1671262 w 2304256"/>
                    <a:gd name="connsiteY6" fmla="*/ 1502217 h 1534655"/>
                    <a:gd name="connsiteX7" fmla="*/ 1170384 w 2304256"/>
                    <a:gd name="connsiteY7" fmla="*/ 1534655 h 1534655"/>
                    <a:gd name="connsiteX8" fmla="*/ 632994 w 2304256"/>
                    <a:gd name="connsiteY8" fmla="*/ 1502217 h 1534655"/>
                    <a:gd name="connsiteX9" fmla="*/ 0 w 2304256"/>
                    <a:gd name="connsiteY9" fmla="*/ 869223 h 1534655"/>
                    <a:gd name="connsiteX10" fmla="*/ 0 w 2304256"/>
                    <a:gd name="connsiteY10" fmla="*/ 695051 h 1534655"/>
                    <a:gd name="connsiteX0" fmla="*/ 0 w 2304256"/>
                    <a:gd name="connsiteY0" fmla="*/ 705322 h 1544926"/>
                    <a:gd name="connsiteX1" fmla="*/ 632994 w 2304256"/>
                    <a:gd name="connsiteY1" fmla="*/ 72328 h 1544926"/>
                    <a:gd name="connsiteX2" fmla="*/ 1431641 w 2304256"/>
                    <a:gd name="connsiteY2" fmla="*/ 42699 h 1544926"/>
                    <a:gd name="connsiteX3" fmla="*/ 1671262 w 2304256"/>
                    <a:gd name="connsiteY3" fmla="*/ 72328 h 1544926"/>
                    <a:gd name="connsiteX4" fmla="*/ 2304256 w 2304256"/>
                    <a:gd name="connsiteY4" fmla="*/ 705322 h 1544926"/>
                    <a:gd name="connsiteX5" fmla="*/ 2304256 w 2304256"/>
                    <a:gd name="connsiteY5" fmla="*/ 879494 h 1544926"/>
                    <a:gd name="connsiteX6" fmla="*/ 1671262 w 2304256"/>
                    <a:gd name="connsiteY6" fmla="*/ 1512488 h 1544926"/>
                    <a:gd name="connsiteX7" fmla="*/ 1170384 w 2304256"/>
                    <a:gd name="connsiteY7" fmla="*/ 1544926 h 1544926"/>
                    <a:gd name="connsiteX8" fmla="*/ 632994 w 2304256"/>
                    <a:gd name="connsiteY8" fmla="*/ 1512488 h 1544926"/>
                    <a:gd name="connsiteX9" fmla="*/ 0 w 2304256"/>
                    <a:gd name="connsiteY9" fmla="*/ 879494 h 1544926"/>
                    <a:gd name="connsiteX10" fmla="*/ 0 w 2304256"/>
                    <a:gd name="connsiteY10" fmla="*/ 705322 h 1544926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42300 h 1581904"/>
                    <a:gd name="connsiteX1" fmla="*/ 665651 w 2304256"/>
                    <a:gd name="connsiteY1" fmla="*/ 43992 h 1581904"/>
                    <a:gd name="connsiteX2" fmla="*/ 1671262 w 2304256"/>
                    <a:gd name="connsiteY2" fmla="*/ 109306 h 1581904"/>
                    <a:gd name="connsiteX3" fmla="*/ 2304256 w 2304256"/>
                    <a:gd name="connsiteY3" fmla="*/ 742300 h 1581904"/>
                    <a:gd name="connsiteX4" fmla="*/ 2304256 w 2304256"/>
                    <a:gd name="connsiteY4" fmla="*/ 916472 h 1581904"/>
                    <a:gd name="connsiteX5" fmla="*/ 1671262 w 2304256"/>
                    <a:gd name="connsiteY5" fmla="*/ 1549466 h 1581904"/>
                    <a:gd name="connsiteX6" fmla="*/ 1170384 w 2304256"/>
                    <a:gd name="connsiteY6" fmla="*/ 1581904 h 1581904"/>
                    <a:gd name="connsiteX7" fmla="*/ 632994 w 2304256"/>
                    <a:gd name="connsiteY7" fmla="*/ 1549466 h 1581904"/>
                    <a:gd name="connsiteX8" fmla="*/ 0 w 2304256"/>
                    <a:gd name="connsiteY8" fmla="*/ 916472 h 1581904"/>
                    <a:gd name="connsiteX9" fmla="*/ 0 w 2304256"/>
                    <a:gd name="connsiteY9" fmla="*/ 742300 h 1581904"/>
                    <a:gd name="connsiteX0" fmla="*/ 0 w 2304256"/>
                    <a:gd name="connsiteY0" fmla="*/ 721222 h 1560826"/>
                    <a:gd name="connsiteX1" fmla="*/ 622109 w 2304256"/>
                    <a:gd name="connsiteY1" fmla="*/ 55571 h 1560826"/>
                    <a:gd name="connsiteX2" fmla="*/ 1671262 w 2304256"/>
                    <a:gd name="connsiteY2" fmla="*/ 88228 h 1560826"/>
                    <a:gd name="connsiteX3" fmla="*/ 2304256 w 2304256"/>
                    <a:gd name="connsiteY3" fmla="*/ 721222 h 1560826"/>
                    <a:gd name="connsiteX4" fmla="*/ 2304256 w 2304256"/>
                    <a:gd name="connsiteY4" fmla="*/ 895394 h 1560826"/>
                    <a:gd name="connsiteX5" fmla="*/ 1671262 w 2304256"/>
                    <a:gd name="connsiteY5" fmla="*/ 1528388 h 1560826"/>
                    <a:gd name="connsiteX6" fmla="*/ 1170384 w 2304256"/>
                    <a:gd name="connsiteY6" fmla="*/ 1560826 h 1560826"/>
                    <a:gd name="connsiteX7" fmla="*/ 632994 w 2304256"/>
                    <a:gd name="connsiteY7" fmla="*/ 1528388 h 1560826"/>
                    <a:gd name="connsiteX8" fmla="*/ 0 w 2304256"/>
                    <a:gd name="connsiteY8" fmla="*/ 895394 h 1560826"/>
                    <a:gd name="connsiteX9" fmla="*/ 0 w 2304256"/>
                    <a:gd name="connsiteY9" fmla="*/ 721222 h 1560826"/>
                    <a:gd name="connsiteX0" fmla="*/ 0 w 2304256"/>
                    <a:gd name="connsiteY0" fmla="*/ 708108 h 1547712"/>
                    <a:gd name="connsiteX1" fmla="*/ 622109 w 2304256"/>
                    <a:gd name="connsiteY1" fmla="*/ 42457 h 1547712"/>
                    <a:gd name="connsiteX2" fmla="*/ 1671262 w 2304256"/>
                    <a:gd name="connsiteY2" fmla="*/ 75114 h 1547712"/>
                    <a:gd name="connsiteX3" fmla="*/ 2304256 w 2304256"/>
                    <a:gd name="connsiteY3" fmla="*/ 708108 h 1547712"/>
                    <a:gd name="connsiteX4" fmla="*/ 2304256 w 2304256"/>
                    <a:gd name="connsiteY4" fmla="*/ 882280 h 1547712"/>
                    <a:gd name="connsiteX5" fmla="*/ 1671262 w 2304256"/>
                    <a:gd name="connsiteY5" fmla="*/ 1515274 h 1547712"/>
                    <a:gd name="connsiteX6" fmla="*/ 1170384 w 2304256"/>
                    <a:gd name="connsiteY6" fmla="*/ 1547712 h 1547712"/>
                    <a:gd name="connsiteX7" fmla="*/ 632994 w 2304256"/>
                    <a:gd name="connsiteY7" fmla="*/ 1515274 h 1547712"/>
                    <a:gd name="connsiteX8" fmla="*/ 0 w 2304256"/>
                    <a:gd name="connsiteY8" fmla="*/ 882280 h 1547712"/>
                    <a:gd name="connsiteX9" fmla="*/ 0 w 2304256"/>
                    <a:gd name="connsiteY9" fmla="*/ 708108 h 1547712"/>
                    <a:gd name="connsiteX0" fmla="*/ 0 w 2304256"/>
                    <a:gd name="connsiteY0" fmla="*/ 719542 h 1559146"/>
                    <a:gd name="connsiteX1" fmla="*/ 622109 w 2304256"/>
                    <a:gd name="connsiteY1" fmla="*/ 53891 h 1559146"/>
                    <a:gd name="connsiteX2" fmla="*/ 1714805 w 2304256"/>
                    <a:gd name="connsiteY2" fmla="*/ 64776 h 1559146"/>
                    <a:gd name="connsiteX3" fmla="*/ 2304256 w 2304256"/>
                    <a:gd name="connsiteY3" fmla="*/ 719542 h 1559146"/>
                    <a:gd name="connsiteX4" fmla="*/ 2304256 w 2304256"/>
                    <a:gd name="connsiteY4" fmla="*/ 893714 h 1559146"/>
                    <a:gd name="connsiteX5" fmla="*/ 1671262 w 2304256"/>
                    <a:gd name="connsiteY5" fmla="*/ 1526708 h 1559146"/>
                    <a:gd name="connsiteX6" fmla="*/ 1170384 w 2304256"/>
                    <a:gd name="connsiteY6" fmla="*/ 1559146 h 1559146"/>
                    <a:gd name="connsiteX7" fmla="*/ 632994 w 2304256"/>
                    <a:gd name="connsiteY7" fmla="*/ 1526708 h 1559146"/>
                    <a:gd name="connsiteX8" fmla="*/ 0 w 2304256"/>
                    <a:gd name="connsiteY8" fmla="*/ 893714 h 1559146"/>
                    <a:gd name="connsiteX9" fmla="*/ 0 w 2304256"/>
                    <a:gd name="connsiteY9" fmla="*/ 719542 h 1559146"/>
                    <a:gd name="connsiteX0" fmla="*/ 0 w 2304256"/>
                    <a:gd name="connsiteY0" fmla="*/ 706676 h 1546280"/>
                    <a:gd name="connsiteX1" fmla="*/ 622109 w 2304256"/>
                    <a:gd name="connsiteY1" fmla="*/ 41025 h 1546280"/>
                    <a:gd name="connsiteX2" fmla="*/ 1714805 w 2304256"/>
                    <a:gd name="connsiteY2" fmla="*/ 51910 h 1546280"/>
                    <a:gd name="connsiteX3" fmla="*/ 2304256 w 2304256"/>
                    <a:gd name="connsiteY3" fmla="*/ 706676 h 1546280"/>
                    <a:gd name="connsiteX4" fmla="*/ 2304256 w 2304256"/>
                    <a:gd name="connsiteY4" fmla="*/ 880848 h 1546280"/>
                    <a:gd name="connsiteX5" fmla="*/ 1671262 w 2304256"/>
                    <a:gd name="connsiteY5" fmla="*/ 1513842 h 1546280"/>
                    <a:gd name="connsiteX6" fmla="*/ 1170384 w 2304256"/>
                    <a:gd name="connsiteY6" fmla="*/ 1546280 h 1546280"/>
                    <a:gd name="connsiteX7" fmla="*/ 632994 w 2304256"/>
                    <a:gd name="connsiteY7" fmla="*/ 1513842 h 1546280"/>
                    <a:gd name="connsiteX8" fmla="*/ 0 w 2304256"/>
                    <a:gd name="connsiteY8" fmla="*/ 880848 h 1546280"/>
                    <a:gd name="connsiteX9" fmla="*/ 0 w 2304256"/>
                    <a:gd name="connsiteY9" fmla="*/ 706676 h 154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04256" h="1546280">
                      <a:moveTo>
                        <a:pt x="0" y="706676"/>
                      </a:moveTo>
                      <a:cubicBezTo>
                        <a:pt x="0" y="357083"/>
                        <a:pt x="337831" y="51911"/>
                        <a:pt x="622109" y="41025"/>
                      </a:cubicBezTo>
                      <a:cubicBezTo>
                        <a:pt x="965968" y="-10046"/>
                        <a:pt x="1425375" y="-20931"/>
                        <a:pt x="1714805" y="51910"/>
                      </a:cubicBezTo>
                      <a:cubicBezTo>
                        <a:pt x="2075284" y="128110"/>
                        <a:pt x="2304256" y="357083"/>
                        <a:pt x="2304256" y="706676"/>
                      </a:cubicBezTo>
                      <a:lnTo>
                        <a:pt x="2304256" y="880848"/>
                      </a:lnTo>
                      <a:cubicBezTo>
                        <a:pt x="2304256" y="1230441"/>
                        <a:pt x="2053512" y="1448528"/>
                        <a:pt x="1671262" y="1513842"/>
                      </a:cubicBezTo>
                      <a:cubicBezTo>
                        <a:pt x="1504303" y="1513769"/>
                        <a:pt x="1337343" y="1546353"/>
                        <a:pt x="1170384" y="1546280"/>
                      </a:cubicBezTo>
                      <a:lnTo>
                        <a:pt x="632994" y="1513842"/>
                      </a:lnTo>
                      <a:cubicBezTo>
                        <a:pt x="283401" y="1448528"/>
                        <a:pt x="0" y="1230441"/>
                        <a:pt x="0" y="880848"/>
                      </a:cubicBezTo>
                      <a:lnTo>
                        <a:pt x="0" y="70667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3347864" y="1441985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755576" y="1441985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907704" y="2882145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2483768" y="2882145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梯形 17"/>
                <p:cNvSpPr/>
                <p:nvPr/>
              </p:nvSpPr>
              <p:spPr>
                <a:xfrm>
                  <a:off x="1907704" y="3242185"/>
                  <a:ext cx="165600" cy="72008"/>
                </a:xfrm>
                <a:prstGeom prst="trapezoid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梯形 18"/>
                <p:cNvSpPr/>
                <p:nvPr/>
              </p:nvSpPr>
              <p:spPr>
                <a:xfrm>
                  <a:off x="2483784" y="3242185"/>
                  <a:ext cx="165600" cy="72008"/>
                </a:xfrm>
                <a:prstGeom prst="trapezoid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1304205" y="987574"/>
                  <a:ext cx="1899643" cy="841271"/>
                </a:xfrm>
                <a:custGeom>
                  <a:avLst/>
                  <a:gdLst>
                    <a:gd name="connsiteX0" fmla="*/ 0 w 1548172"/>
                    <a:gd name="connsiteY0" fmla="*/ 282184 h 648072"/>
                    <a:gd name="connsiteX1" fmla="*/ 282184 w 1548172"/>
                    <a:gd name="connsiteY1" fmla="*/ 0 h 648072"/>
                    <a:gd name="connsiteX2" fmla="*/ 1265988 w 1548172"/>
                    <a:gd name="connsiteY2" fmla="*/ 0 h 648072"/>
                    <a:gd name="connsiteX3" fmla="*/ 1548172 w 1548172"/>
                    <a:gd name="connsiteY3" fmla="*/ 282184 h 648072"/>
                    <a:gd name="connsiteX4" fmla="*/ 1548172 w 1548172"/>
                    <a:gd name="connsiteY4" fmla="*/ 365888 h 648072"/>
                    <a:gd name="connsiteX5" fmla="*/ 1265988 w 1548172"/>
                    <a:gd name="connsiteY5" fmla="*/ 648072 h 648072"/>
                    <a:gd name="connsiteX6" fmla="*/ 282184 w 1548172"/>
                    <a:gd name="connsiteY6" fmla="*/ 648072 h 648072"/>
                    <a:gd name="connsiteX7" fmla="*/ 0 w 1548172"/>
                    <a:gd name="connsiteY7" fmla="*/ 365888 h 648072"/>
                    <a:gd name="connsiteX8" fmla="*/ 0 w 1548172"/>
                    <a:gd name="connsiteY8" fmla="*/ 282184 h 648072"/>
                    <a:gd name="connsiteX0" fmla="*/ 0 w 1548172"/>
                    <a:gd name="connsiteY0" fmla="*/ 329395 h 695283"/>
                    <a:gd name="connsiteX1" fmla="*/ 282184 w 1548172"/>
                    <a:gd name="connsiteY1" fmla="*/ 47211 h 695283"/>
                    <a:gd name="connsiteX2" fmla="*/ 762609 w 1548172"/>
                    <a:gd name="connsiteY2" fmla="*/ 0 h 695283"/>
                    <a:gd name="connsiteX3" fmla="*/ 1265988 w 1548172"/>
                    <a:gd name="connsiteY3" fmla="*/ 47211 h 695283"/>
                    <a:gd name="connsiteX4" fmla="*/ 1548172 w 1548172"/>
                    <a:gd name="connsiteY4" fmla="*/ 329395 h 695283"/>
                    <a:gd name="connsiteX5" fmla="*/ 1548172 w 1548172"/>
                    <a:gd name="connsiteY5" fmla="*/ 413099 h 695283"/>
                    <a:gd name="connsiteX6" fmla="*/ 1265988 w 1548172"/>
                    <a:gd name="connsiteY6" fmla="*/ 695283 h 695283"/>
                    <a:gd name="connsiteX7" fmla="*/ 282184 w 1548172"/>
                    <a:gd name="connsiteY7" fmla="*/ 695283 h 695283"/>
                    <a:gd name="connsiteX8" fmla="*/ 0 w 1548172"/>
                    <a:gd name="connsiteY8" fmla="*/ 413099 h 695283"/>
                    <a:gd name="connsiteX9" fmla="*/ 0 w 1548172"/>
                    <a:gd name="connsiteY9" fmla="*/ 329395 h 695283"/>
                    <a:gd name="connsiteX0" fmla="*/ 0 w 1548172"/>
                    <a:gd name="connsiteY0" fmla="*/ 329395 h 695283"/>
                    <a:gd name="connsiteX1" fmla="*/ 282184 w 1548172"/>
                    <a:gd name="connsiteY1" fmla="*/ 47211 h 695283"/>
                    <a:gd name="connsiteX2" fmla="*/ 762609 w 1548172"/>
                    <a:gd name="connsiteY2" fmla="*/ 0 h 695283"/>
                    <a:gd name="connsiteX3" fmla="*/ 1265988 w 1548172"/>
                    <a:gd name="connsiteY3" fmla="*/ 47211 h 695283"/>
                    <a:gd name="connsiteX4" fmla="*/ 1548172 w 1548172"/>
                    <a:gd name="connsiteY4" fmla="*/ 329395 h 695283"/>
                    <a:gd name="connsiteX5" fmla="*/ 1548172 w 1548172"/>
                    <a:gd name="connsiteY5" fmla="*/ 413099 h 695283"/>
                    <a:gd name="connsiteX6" fmla="*/ 1265988 w 1548172"/>
                    <a:gd name="connsiteY6" fmla="*/ 695283 h 695283"/>
                    <a:gd name="connsiteX7" fmla="*/ 282184 w 1548172"/>
                    <a:gd name="connsiteY7" fmla="*/ 695283 h 695283"/>
                    <a:gd name="connsiteX8" fmla="*/ 0 w 1548172"/>
                    <a:gd name="connsiteY8" fmla="*/ 413099 h 695283"/>
                    <a:gd name="connsiteX9" fmla="*/ 0 w 1548172"/>
                    <a:gd name="connsiteY9" fmla="*/ 329395 h 695283"/>
                    <a:gd name="connsiteX0" fmla="*/ 0 w 1548172"/>
                    <a:gd name="connsiteY0" fmla="*/ 329542 h 695430"/>
                    <a:gd name="connsiteX1" fmla="*/ 282184 w 1548172"/>
                    <a:gd name="connsiteY1" fmla="*/ 47358 h 695430"/>
                    <a:gd name="connsiteX2" fmla="*/ 762609 w 1548172"/>
                    <a:gd name="connsiteY2" fmla="*/ 147 h 695430"/>
                    <a:gd name="connsiteX3" fmla="*/ 1265988 w 1548172"/>
                    <a:gd name="connsiteY3" fmla="*/ 47358 h 695430"/>
                    <a:gd name="connsiteX4" fmla="*/ 1548172 w 1548172"/>
                    <a:gd name="connsiteY4" fmla="*/ 329542 h 695430"/>
                    <a:gd name="connsiteX5" fmla="*/ 1548172 w 1548172"/>
                    <a:gd name="connsiteY5" fmla="*/ 413246 h 695430"/>
                    <a:gd name="connsiteX6" fmla="*/ 1265988 w 1548172"/>
                    <a:gd name="connsiteY6" fmla="*/ 695430 h 695430"/>
                    <a:gd name="connsiteX7" fmla="*/ 282184 w 1548172"/>
                    <a:gd name="connsiteY7" fmla="*/ 695430 h 695430"/>
                    <a:gd name="connsiteX8" fmla="*/ 0 w 1548172"/>
                    <a:gd name="connsiteY8" fmla="*/ 413246 h 695430"/>
                    <a:gd name="connsiteX9" fmla="*/ 0 w 1548172"/>
                    <a:gd name="connsiteY9" fmla="*/ 329542 h 695430"/>
                    <a:gd name="connsiteX0" fmla="*/ 0 w 1548172"/>
                    <a:gd name="connsiteY0" fmla="*/ 329542 h 695430"/>
                    <a:gd name="connsiteX1" fmla="*/ 282184 w 1548172"/>
                    <a:gd name="connsiteY1" fmla="*/ 47358 h 695430"/>
                    <a:gd name="connsiteX2" fmla="*/ 762609 w 1548172"/>
                    <a:gd name="connsiteY2" fmla="*/ 147 h 695430"/>
                    <a:gd name="connsiteX3" fmla="*/ 1265988 w 1548172"/>
                    <a:gd name="connsiteY3" fmla="*/ 47358 h 695430"/>
                    <a:gd name="connsiteX4" fmla="*/ 1548172 w 1548172"/>
                    <a:gd name="connsiteY4" fmla="*/ 329542 h 695430"/>
                    <a:gd name="connsiteX5" fmla="*/ 1548172 w 1548172"/>
                    <a:gd name="connsiteY5" fmla="*/ 413246 h 695430"/>
                    <a:gd name="connsiteX6" fmla="*/ 1265988 w 1548172"/>
                    <a:gd name="connsiteY6" fmla="*/ 695430 h 695430"/>
                    <a:gd name="connsiteX7" fmla="*/ 282184 w 1548172"/>
                    <a:gd name="connsiteY7" fmla="*/ 695430 h 695430"/>
                    <a:gd name="connsiteX8" fmla="*/ 0 w 1548172"/>
                    <a:gd name="connsiteY8" fmla="*/ 413246 h 695430"/>
                    <a:gd name="connsiteX9" fmla="*/ 0 w 1548172"/>
                    <a:gd name="connsiteY9" fmla="*/ 329542 h 695430"/>
                    <a:gd name="connsiteX0" fmla="*/ 0 w 1548172"/>
                    <a:gd name="connsiteY0" fmla="*/ 329542 h 695430"/>
                    <a:gd name="connsiteX1" fmla="*/ 282184 w 1548172"/>
                    <a:gd name="connsiteY1" fmla="*/ 47358 h 695430"/>
                    <a:gd name="connsiteX2" fmla="*/ 762609 w 1548172"/>
                    <a:gd name="connsiteY2" fmla="*/ 147 h 695430"/>
                    <a:gd name="connsiteX3" fmla="*/ 1246799 w 1548172"/>
                    <a:gd name="connsiteY3" fmla="*/ 42696 h 695430"/>
                    <a:gd name="connsiteX4" fmla="*/ 1548172 w 1548172"/>
                    <a:gd name="connsiteY4" fmla="*/ 329542 h 695430"/>
                    <a:gd name="connsiteX5" fmla="*/ 1548172 w 1548172"/>
                    <a:gd name="connsiteY5" fmla="*/ 413246 h 695430"/>
                    <a:gd name="connsiteX6" fmla="*/ 1265988 w 1548172"/>
                    <a:gd name="connsiteY6" fmla="*/ 695430 h 695430"/>
                    <a:gd name="connsiteX7" fmla="*/ 282184 w 1548172"/>
                    <a:gd name="connsiteY7" fmla="*/ 695430 h 695430"/>
                    <a:gd name="connsiteX8" fmla="*/ 0 w 1548172"/>
                    <a:gd name="connsiteY8" fmla="*/ 413246 h 695430"/>
                    <a:gd name="connsiteX9" fmla="*/ 0 w 1548172"/>
                    <a:gd name="connsiteY9" fmla="*/ 329542 h 695430"/>
                    <a:gd name="connsiteX0" fmla="*/ 0 w 1548172"/>
                    <a:gd name="connsiteY0" fmla="*/ 329542 h 695430"/>
                    <a:gd name="connsiteX1" fmla="*/ 282184 w 1548172"/>
                    <a:gd name="connsiteY1" fmla="*/ 47358 h 695430"/>
                    <a:gd name="connsiteX2" fmla="*/ 762609 w 1548172"/>
                    <a:gd name="connsiteY2" fmla="*/ 147 h 695430"/>
                    <a:gd name="connsiteX3" fmla="*/ 1246799 w 1548172"/>
                    <a:gd name="connsiteY3" fmla="*/ 42696 h 695430"/>
                    <a:gd name="connsiteX4" fmla="*/ 1548172 w 1548172"/>
                    <a:gd name="connsiteY4" fmla="*/ 329542 h 695430"/>
                    <a:gd name="connsiteX5" fmla="*/ 1548172 w 1548172"/>
                    <a:gd name="connsiteY5" fmla="*/ 413246 h 695430"/>
                    <a:gd name="connsiteX6" fmla="*/ 1265988 w 1548172"/>
                    <a:gd name="connsiteY6" fmla="*/ 695430 h 695430"/>
                    <a:gd name="connsiteX7" fmla="*/ 282184 w 1548172"/>
                    <a:gd name="connsiteY7" fmla="*/ 695430 h 695430"/>
                    <a:gd name="connsiteX8" fmla="*/ 0 w 1548172"/>
                    <a:gd name="connsiteY8" fmla="*/ 413246 h 695430"/>
                    <a:gd name="connsiteX9" fmla="*/ 0 w 1548172"/>
                    <a:gd name="connsiteY9" fmla="*/ 329542 h 695430"/>
                    <a:gd name="connsiteX0" fmla="*/ 0 w 1548172"/>
                    <a:gd name="connsiteY0" fmla="*/ 329542 h 695430"/>
                    <a:gd name="connsiteX1" fmla="*/ 282184 w 1548172"/>
                    <a:gd name="connsiteY1" fmla="*/ 47358 h 695430"/>
                    <a:gd name="connsiteX2" fmla="*/ 762609 w 1548172"/>
                    <a:gd name="connsiteY2" fmla="*/ 147 h 695430"/>
                    <a:gd name="connsiteX3" fmla="*/ 1246799 w 1548172"/>
                    <a:gd name="connsiteY3" fmla="*/ 42696 h 695430"/>
                    <a:gd name="connsiteX4" fmla="*/ 1548172 w 1548172"/>
                    <a:gd name="connsiteY4" fmla="*/ 329542 h 695430"/>
                    <a:gd name="connsiteX5" fmla="*/ 1548172 w 1548172"/>
                    <a:gd name="connsiteY5" fmla="*/ 413246 h 695430"/>
                    <a:gd name="connsiteX6" fmla="*/ 1265988 w 1548172"/>
                    <a:gd name="connsiteY6" fmla="*/ 695430 h 695430"/>
                    <a:gd name="connsiteX7" fmla="*/ 282184 w 1548172"/>
                    <a:gd name="connsiteY7" fmla="*/ 695430 h 695430"/>
                    <a:gd name="connsiteX8" fmla="*/ 0 w 1548172"/>
                    <a:gd name="connsiteY8" fmla="*/ 413246 h 695430"/>
                    <a:gd name="connsiteX9" fmla="*/ 0 w 1548172"/>
                    <a:gd name="connsiteY9" fmla="*/ 329542 h 695430"/>
                    <a:gd name="connsiteX0" fmla="*/ 0 w 1548172"/>
                    <a:gd name="connsiteY0" fmla="*/ 329542 h 695430"/>
                    <a:gd name="connsiteX1" fmla="*/ 282184 w 1548172"/>
                    <a:gd name="connsiteY1" fmla="*/ 47358 h 695430"/>
                    <a:gd name="connsiteX2" fmla="*/ 762609 w 1548172"/>
                    <a:gd name="connsiteY2" fmla="*/ 147 h 695430"/>
                    <a:gd name="connsiteX3" fmla="*/ 1246799 w 1548172"/>
                    <a:gd name="connsiteY3" fmla="*/ 42696 h 695430"/>
                    <a:gd name="connsiteX4" fmla="*/ 1548172 w 1548172"/>
                    <a:gd name="connsiteY4" fmla="*/ 329542 h 695430"/>
                    <a:gd name="connsiteX5" fmla="*/ 1548172 w 1548172"/>
                    <a:gd name="connsiteY5" fmla="*/ 413246 h 695430"/>
                    <a:gd name="connsiteX6" fmla="*/ 1265988 w 1548172"/>
                    <a:gd name="connsiteY6" fmla="*/ 695430 h 695430"/>
                    <a:gd name="connsiteX7" fmla="*/ 282184 w 1548172"/>
                    <a:gd name="connsiteY7" fmla="*/ 695430 h 695430"/>
                    <a:gd name="connsiteX8" fmla="*/ 0 w 1548172"/>
                    <a:gd name="connsiteY8" fmla="*/ 413246 h 695430"/>
                    <a:gd name="connsiteX9" fmla="*/ 0 w 1548172"/>
                    <a:gd name="connsiteY9" fmla="*/ 329542 h 695430"/>
                    <a:gd name="connsiteX0" fmla="*/ 0 w 1548172"/>
                    <a:gd name="connsiteY0" fmla="*/ 329542 h 695430"/>
                    <a:gd name="connsiteX1" fmla="*/ 282184 w 1548172"/>
                    <a:gd name="connsiteY1" fmla="*/ 47358 h 695430"/>
                    <a:gd name="connsiteX2" fmla="*/ 762609 w 1548172"/>
                    <a:gd name="connsiteY2" fmla="*/ 147 h 695430"/>
                    <a:gd name="connsiteX3" fmla="*/ 1246799 w 1548172"/>
                    <a:gd name="connsiteY3" fmla="*/ 42696 h 695430"/>
                    <a:gd name="connsiteX4" fmla="*/ 1548172 w 1548172"/>
                    <a:gd name="connsiteY4" fmla="*/ 329542 h 695430"/>
                    <a:gd name="connsiteX5" fmla="*/ 1548172 w 1548172"/>
                    <a:gd name="connsiteY5" fmla="*/ 413246 h 695430"/>
                    <a:gd name="connsiteX6" fmla="*/ 1265988 w 1548172"/>
                    <a:gd name="connsiteY6" fmla="*/ 695430 h 695430"/>
                    <a:gd name="connsiteX7" fmla="*/ 282184 w 1548172"/>
                    <a:gd name="connsiteY7" fmla="*/ 695430 h 695430"/>
                    <a:gd name="connsiteX8" fmla="*/ 0 w 1548172"/>
                    <a:gd name="connsiteY8" fmla="*/ 413246 h 695430"/>
                    <a:gd name="connsiteX9" fmla="*/ 0 w 1548172"/>
                    <a:gd name="connsiteY9" fmla="*/ 329542 h 695430"/>
                    <a:gd name="connsiteX0" fmla="*/ 0 w 1548172"/>
                    <a:gd name="connsiteY0" fmla="*/ 329395 h 695283"/>
                    <a:gd name="connsiteX1" fmla="*/ 282184 w 1548172"/>
                    <a:gd name="connsiteY1" fmla="*/ 47211 h 695283"/>
                    <a:gd name="connsiteX2" fmla="*/ 762609 w 1548172"/>
                    <a:gd name="connsiteY2" fmla="*/ 0 h 695283"/>
                    <a:gd name="connsiteX3" fmla="*/ 1246799 w 1548172"/>
                    <a:gd name="connsiteY3" fmla="*/ 42549 h 695283"/>
                    <a:gd name="connsiteX4" fmla="*/ 1548172 w 1548172"/>
                    <a:gd name="connsiteY4" fmla="*/ 329395 h 695283"/>
                    <a:gd name="connsiteX5" fmla="*/ 1548172 w 1548172"/>
                    <a:gd name="connsiteY5" fmla="*/ 413099 h 695283"/>
                    <a:gd name="connsiteX6" fmla="*/ 1265988 w 1548172"/>
                    <a:gd name="connsiteY6" fmla="*/ 695283 h 695283"/>
                    <a:gd name="connsiteX7" fmla="*/ 282184 w 1548172"/>
                    <a:gd name="connsiteY7" fmla="*/ 695283 h 695283"/>
                    <a:gd name="connsiteX8" fmla="*/ 0 w 1548172"/>
                    <a:gd name="connsiteY8" fmla="*/ 413099 h 695283"/>
                    <a:gd name="connsiteX9" fmla="*/ 0 w 1548172"/>
                    <a:gd name="connsiteY9" fmla="*/ 329395 h 695283"/>
                    <a:gd name="connsiteX0" fmla="*/ 0 w 1548172"/>
                    <a:gd name="connsiteY0" fmla="*/ 329395 h 695283"/>
                    <a:gd name="connsiteX1" fmla="*/ 282184 w 1548172"/>
                    <a:gd name="connsiteY1" fmla="*/ 47211 h 695283"/>
                    <a:gd name="connsiteX2" fmla="*/ 762609 w 1548172"/>
                    <a:gd name="connsiteY2" fmla="*/ 0 h 695283"/>
                    <a:gd name="connsiteX3" fmla="*/ 1246799 w 1548172"/>
                    <a:gd name="connsiteY3" fmla="*/ 42549 h 695283"/>
                    <a:gd name="connsiteX4" fmla="*/ 1548172 w 1548172"/>
                    <a:gd name="connsiteY4" fmla="*/ 329395 h 695283"/>
                    <a:gd name="connsiteX5" fmla="*/ 1548172 w 1548172"/>
                    <a:gd name="connsiteY5" fmla="*/ 413099 h 695283"/>
                    <a:gd name="connsiteX6" fmla="*/ 1265988 w 1548172"/>
                    <a:gd name="connsiteY6" fmla="*/ 695283 h 695283"/>
                    <a:gd name="connsiteX7" fmla="*/ 282184 w 1548172"/>
                    <a:gd name="connsiteY7" fmla="*/ 695283 h 695283"/>
                    <a:gd name="connsiteX8" fmla="*/ 0 w 1548172"/>
                    <a:gd name="connsiteY8" fmla="*/ 413099 h 695283"/>
                    <a:gd name="connsiteX9" fmla="*/ 0 w 1548172"/>
                    <a:gd name="connsiteY9" fmla="*/ 329395 h 695283"/>
                    <a:gd name="connsiteX0" fmla="*/ 0 w 1548172"/>
                    <a:gd name="connsiteY0" fmla="*/ 330009 h 695897"/>
                    <a:gd name="connsiteX1" fmla="*/ 307769 w 1548172"/>
                    <a:gd name="connsiteY1" fmla="*/ 29174 h 695897"/>
                    <a:gd name="connsiteX2" fmla="*/ 762609 w 1548172"/>
                    <a:gd name="connsiteY2" fmla="*/ 614 h 695897"/>
                    <a:gd name="connsiteX3" fmla="*/ 1246799 w 1548172"/>
                    <a:gd name="connsiteY3" fmla="*/ 43163 h 695897"/>
                    <a:gd name="connsiteX4" fmla="*/ 1548172 w 1548172"/>
                    <a:gd name="connsiteY4" fmla="*/ 330009 h 695897"/>
                    <a:gd name="connsiteX5" fmla="*/ 1548172 w 1548172"/>
                    <a:gd name="connsiteY5" fmla="*/ 413713 h 695897"/>
                    <a:gd name="connsiteX6" fmla="*/ 1265988 w 1548172"/>
                    <a:gd name="connsiteY6" fmla="*/ 695897 h 695897"/>
                    <a:gd name="connsiteX7" fmla="*/ 282184 w 1548172"/>
                    <a:gd name="connsiteY7" fmla="*/ 695897 h 695897"/>
                    <a:gd name="connsiteX8" fmla="*/ 0 w 1548172"/>
                    <a:gd name="connsiteY8" fmla="*/ 413713 h 695897"/>
                    <a:gd name="connsiteX9" fmla="*/ 0 w 1548172"/>
                    <a:gd name="connsiteY9" fmla="*/ 330009 h 695897"/>
                    <a:gd name="connsiteX0" fmla="*/ 18003 w 1566175"/>
                    <a:gd name="connsiteY0" fmla="*/ 330009 h 703170"/>
                    <a:gd name="connsiteX1" fmla="*/ 325772 w 1566175"/>
                    <a:gd name="connsiteY1" fmla="*/ 29174 h 703170"/>
                    <a:gd name="connsiteX2" fmla="*/ 780612 w 1566175"/>
                    <a:gd name="connsiteY2" fmla="*/ 614 h 703170"/>
                    <a:gd name="connsiteX3" fmla="*/ 1264802 w 1566175"/>
                    <a:gd name="connsiteY3" fmla="*/ 43163 h 703170"/>
                    <a:gd name="connsiteX4" fmla="*/ 1566175 w 1566175"/>
                    <a:gd name="connsiteY4" fmla="*/ 330009 h 703170"/>
                    <a:gd name="connsiteX5" fmla="*/ 1566175 w 1566175"/>
                    <a:gd name="connsiteY5" fmla="*/ 413713 h 703170"/>
                    <a:gd name="connsiteX6" fmla="*/ 1283991 w 1566175"/>
                    <a:gd name="connsiteY6" fmla="*/ 695897 h 703170"/>
                    <a:gd name="connsiteX7" fmla="*/ 300187 w 1566175"/>
                    <a:gd name="connsiteY7" fmla="*/ 695897 h 703170"/>
                    <a:gd name="connsiteX8" fmla="*/ 0 w 1566175"/>
                    <a:gd name="connsiteY8" fmla="*/ 597706 h 703170"/>
                    <a:gd name="connsiteX9" fmla="*/ 18003 w 1566175"/>
                    <a:gd name="connsiteY9" fmla="*/ 330009 h 703170"/>
                    <a:gd name="connsiteX0" fmla="*/ 18003 w 1584178"/>
                    <a:gd name="connsiteY0" fmla="*/ 330009 h 713073"/>
                    <a:gd name="connsiteX1" fmla="*/ 325772 w 1584178"/>
                    <a:gd name="connsiteY1" fmla="*/ 29174 h 713073"/>
                    <a:gd name="connsiteX2" fmla="*/ 780612 w 1584178"/>
                    <a:gd name="connsiteY2" fmla="*/ 614 h 713073"/>
                    <a:gd name="connsiteX3" fmla="*/ 1264802 w 1584178"/>
                    <a:gd name="connsiteY3" fmla="*/ 43163 h 713073"/>
                    <a:gd name="connsiteX4" fmla="*/ 1566175 w 1584178"/>
                    <a:gd name="connsiteY4" fmla="*/ 330009 h 713073"/>
                    <a:gd name="connsiteX5" fmla="*/ 1584178 w 1584178"/>
                    <a:gd name="connsiteY5" fmla="*/ 524108 h 713073"/>
                    <a:gd name="connsiteX6" fmla="*/ 1283991 w 1584178"/>
                    <a:gd name="connsiteY6" fmla="*/ 695897 h 713073"/>
                    <a:gd name="connsiteX7" fmla="*/ 300187 w 1584178"/>
                    <a:gd name="connsiteY7" fmla="*/ 695897 h 713073"/>
                    <a:gd name="connsiteX8" fmla="*/ 0 w 1584178"/>
                    <a:gd name="connsiteY8" fmla="*/ 597706 h 713073"/>
                    <a:gd name="connsiteX9" fmla="*/ 18003 w 1584178"/>
                    <a:gd name="connsiteY9" fmla="*/ 330009 h 713073"/>
                    <a:gd name="connsiteX0" fmla="*/ 9001 w 1575176"/>
                    <a:gd name="connsiteY0" fmla="*/ 330009 h 716799"/>
                    <a:gd name="connsiteX1" fmla="*/ 316770 w 1575176"/>
                    <a:gd name="connsiteY1" fmla="*/ 29174 h 716799"/>
                    <a:gd name="connsiteX2" fmla="*/ 771610 w 1575176"/>
                    <a:gd name="connsiteY2" fmla="*/ 614 h 716799"/>
                    <a:gd name="connsiteX3" fmla="*/ 1255800 w 1575176"/>
                    <a:gd name="connsiteY3" fmla="*/ 43163 h 716799"/>
                    <a:gd name="connsiteX4" fmla="*/ 1557173 w 1575176"/>
                    <a:gd name="connsiteY4" fmla="*/ 330009 h 716799"/>
                    <a:gd name="connsiteX5" fmla="*/ 1575176 w 1575176"/>
                    <a:gd name="connsiteY5" fmla="*/ 524108 h 716799"/>
                    <a:gd name="connsiteX6" fmla="*/ 1274989 w 1575176"/>
                    <a:gd name="connsiteY6" fmla="*/ 695897 h 716799"/>
                    <a:gd name="connsiteX7" fmla="*/ 291185 w 1575176"/>
                    <a:gd name="connsiteY7" fmla="*/ 695897 h 716799"/>
                    <a:gd name="connsiteX8" fmla="*/ 0 w 1575176"/>
                    <a:gd name="connsiteY8" fmla="*/ 533308 h 716799"/>
                    <a:gd name="connsiteX9" fmla="*/ 9001 w 1575176"/>
                    <a:gd name="connsiteY9" fmla="*/ 330009 h 716799"/>
                    <a:gd name="connsiteX0" fmla="*/ 9001 w 1575176"/>
                    <a:gd name="connsiteY0" fmla="*/ 330009 h 713073"/>
                    <a:gd name="connsiteX1" fmla="*/ 316770 w 1575176"/>
                    <a:gd name="connsiteY1" fmla="*/ 29174 h 713073"/>
                    <a:gd name="connsiteX2" fmla="*/ 771610 w 1575176"/>
                    <a:gd name="connsiteY2" fmla="*/ 614 h 713073"/>
                    <a:gd name="connsiteX3" fmla="*/ 1255800 w 1575176"/>
                    <a:gd name="connsiteY3" fmla="*/ 43163 h 713073"/>
                    <a:gd name="connsiteX4" fmla="*/ 1557173 w 1575176"/>
                    <a:gd name="connsiteY4" fmla="*/ 330009 h 713073"/>
                    <a:gd name="connsiteX5" fmla="*/ 1575176 w 1575176"/>
                    <a:gd name="connsiteY5" fmla="*/ 524108 h 713073"/>
                    <a:gd name="connsiteX6" fmla="*/ 1274989 w 1575176"/>
                    <a:gd name="connsiteY6" fmla="*/ 695897 h 713073"/>
                    <a:gd name="connsiteX7" fmla="*/ 291185 w 1575176"/>
                    <a:gd name="connsiteY7" fmla="*/ 695897 h 713073"/>
                    <a:gd name="connsiteX8" fmla="*/ 0 w 1575176"/>
                    <a:gd name="connsiteY8" fmla="*/ 597706 h 713073"/>
                    <a:gd name="connsiteX9" fmla="*/ 9001 w 1575176"/>
                    <a:gd name="connsiteY9" fmla="*/ 330009 h 713073"/>
                    <a:gd name="connsiteX0" fmla="*/ 9001 w 1557173"/>
                    <a:gd name="connsiteY0" fmla="*/ 330009 h 708752"/>
                    <a:gd name="connsiteX1" fmla="*/ 316770 w 1557173"/>
                    <a:gd name="connsiteY1" fmla="*/ 29174 h 708752"/>
                    <a:gd name="connsiteX2" fmla="*/ 771610 w 1557173"/>
                    <a:gd name="connsiteY2" fmla="*/ 614 h 708752"/>
                    <a:gd name="connsiteX3" fmla="*/ 1255800 w 1557173"/>
                    <a:gd name="connsiteY3" fmla="*/ 43163 h 708752"/>
                    <a:gd name="connsiteX4" fmla="*/ 1557173 w 1557173"/>
                    <a:gd name="connsiteY4" fmla="*/ 330009 h 708752"/>
                    <a:gd name="connsiteX5" fmla="*/ 1530167 w 1557173"/>
                    <a:gd name="connsiteY5" fmla="*/ 588506 h 708752"/>
                    <a:gd name="connsiteX6" fmla="*/ 1274989 w 1557173"/>
                    <a:gd name="connsiteY6" fmla="*/ 695897 h 708752"/>
                    <a:gd name="connsiteX7" fmla="*/ 291185 w 1557173"/>
                    <a:gd name="connsiteY7" fmla="*/ 695897 h 708752"/>
                    <a:gd name="connsiteX8" fmla="*/ 0 w 1557173"/>
                    <a:gd name="connsiteY8" fmla="*/ 597706 h 708752"/>
                    <a:gd name="connsiteX9" fmla="*/ 9001 w 1557173"/>
                    <a:gd name="connsiteY9" fmla="*/ 330009 h 708752"/>
                    <a:gd name="connsiteX0" fmla="*/ 9001 w 1575176"/>
                    <a:gd name="connsiteY0" fmla="*/ 330009 h 708752"/>
                    <a:gd name="connsiteX1" fmla="*/ 316770 w 1575176"/>
                    <a:gd name="connsiteY1" fmla="*/ 29174 h 708752"/>
                    <a:gd name="connsiteX2" fmla="*/ 771610 w 1575176"/>
                    <a:gd name="connsiteY2" fmla="*/ 614 h 708752"/>
                    <a:gd name="connsiteX3" fmla="*/ 1255800 w 1575176"/>
                    <a:gd name="connsiteY3" fmla="*/ 43163 h 708752"/>
                    <a:gd name="connsiteX4" fmla="*/ 1557173 w 1575176"/>
                    <a:gd name="connsiteY4" fmla="*/ 330009 h 708752"/>
                    <a:gd name="connsiteX5" fmla="*/ 1575176 w 1575176"/>
                    <a:gd name="connsiteY5" fmla="*/ 588506 h 708752"/>
                    <a:gd name="connsiteX6" fmla="*/ 1274989 w 1575176"/>
                    <a:gd name="connsiteY6" fmla="*/ 695897 h 708752"/>
                    <a:gd name="connsiteX7" fmla="*/ 291185 w 1575176"/>
                    <a:gd name="connsiteY7" fmla="*/ 695897 h 708752"/>
                    <a:gd name="connsiteX8" fmla="*/ 0 w 1575176"/>
                    <a:gd name="connsiteY8" fmla="*/ 597706 h 708752"/>
                    <a:gd name="connsiteX9" fmla="*/ 9001 w 1575176"/>
                    <a:gd name="connsiteY9" fmla="*/ 330009 h 708752"/>
                    <a:gd name="connsiteX0" fmla="*/ 9001 w 1582087"/>
                    <a:gd name="connsiteY0" fmla="*/ 330009 h 708752"/>
                    <a:gd name="connsiteX1" fmla="*/ 316770 w 1582087"/>
                    <a:gd name="connsiteY1" fmla="*/ 29174 h 708752"/>
                    <a:gd name="connsiteX2" fmla="*/ 771610 w 1582087"/>
                    <a:gd name="connsiteY2" fmla="*/ 614 h 708752"/>
                    <a:gd name="connsiteX3" fmla="*/ 1255800 w 1582087"/>
                    <a:gd name="connsiteY3" fmla="*/ 43163 h 708752"/>
                    <a:gd name="connsiteX4" fmla="*/ 1557173 w 1582087"/>
                    <a:gd name="connsiteY4" fmla="*/ 330009 h 708752"/>
                    <a:gd name="connsiteX5" fmla="*/ 1575176 w 1582087"/>
                    <a:gd name="connsiteY5" fmla="*/ 588506 h 708752"/>
                    <a:gd name="connsiteX6" fmla="*/ 1274989 w 1582087"/>
                    <a:gd name="connsiteY6" fmla="*/ 695897 h 708752"/>
                    <a:gd name="connsiteX7" fmla="*/ 291185 w 1582087"/>
                    <a:gd name="connsiteY7" fmla="*/ 695897 h 708752"/>
                    <a:gd name="connsiteX8" fmla="*/ 0 w 1582087"/>
                    <a:gd name="connsiteY8" fmla="*/ 597706 h 708752"/>
                    <a:gd name="connsiteX9" fmla="*/ 9001 w 1582087"/>
                    <a:gd name="connsiteY9" fmla="*/ 330009 h 708752"/>
                    <a:gd name="connsiteX0" fmla="*/ 9001 w 1582087"/>
                    <a:gd name="connsiteY0" fmla="*/ 330009 h 708752"/>
                    <a:gd name="connsiteX1" fmla="*/ 316770 w 1582087"/>
                    <a:gd name="connsiteY1" fmla="*/ 29174 h 708752"/>
                    <a:gd name="connsiteX2" fmla="*/ 771610 w 1582087"/>
                    <a:gd name="connsiteY2" fmla="*/ 614 h 708752"/>
                    <a:gd name="connsiteX3" fmla="*/ 1255800 w 1582087"/>
                    <a:gd name="connsiteY3" fmla="*/ 43163 h 708752"/>
                    <a:gd name="connsiteX4" fmla="*/ 1557173 w 1582087"/>
                    <a:gd name="connsiteY4" fmla="*/ 330009 h 708752"/>
                    <a:gd name="connsiteX5" fmla="*/ 1575176 w 1582087"/>
                    <a:gd name="connsiteY5" fmla="*/ 588506 h 708752"/>
                    <a:gd name="connsiteX6" fmla="*/ 1274989 w 1582087"/>
                    <a:gd name="connsiteY6" fmla="*/ 695897 h 708752"/>
                    <a:gd name="connsiteX7" fmla="*/ 291185 w 1582087"/>
                    <a:gd name="connsiteY7" fmla="*/ 695897 h 708752"/>
                    <a:gd name="connsiteX8" fmla="*/ 0 w 1582087"/>
                    <a:gd name="connsiteY8" fmla="*/ 597706 h 708752"/>
                    <a:gd name="connsiteX9" fmla="*/ 9001 w 1582087"/>
                    <a:gd name="connsiteY9" fmla="*/ 330009 h 708752"/>
                    <a:gd name="connsiteX0" fmla="*/ 0 w 1573086"/>
                    <a:gd name="connsiteY0" fmla="*/ 330009 h 709000"/>
                    <a:gd name="connsiteX1" fmla="*/ 307769 w 1573086"/>
                    <a:gd name="connsiteY1" fmla="*/ 29174 h 709000"/>
                    <a:gd name="connsiteX2" fmla="*/ 762609 w 1573086"/>
                    <a:gd name="connsiteY2" fmla="*/ 614 h 709000"/>
                    <a:gd name="connsiteX3" fmla="*/ 1246799 w 1573086"/>
                    <a:gd name="connsiteY3" fmla="*/ 43163 h 709000"/>
                    <a:gd name="connsiteX4" fmla="*/ 1548172 w 1573086"/>
                    <a:gd name="connsiteY4" fmla="*/ 330009 h 709000"/>
                    <a:gd name="connsiteX5" fmla="*/ 1566175 w 1573086"/>
                    <a:gd name="connsiteY5" fmla="*/ 588506 h 709000"/>
                    <a:gd name="connsiteX6" fmla="*/ 1265988 w 1573086"/>
                    <a:gd name="connsiteY6" fmla="*/ 695897 h 709000"/>
                    <a:gd name="connsiteX7" fmla="*/ 282184 w 1573086"/>
                    <a:gd name="connsiteY7" fmla="*/ 695897 h 709000"/>
                    <a:gd name="connsiteX8" fmla="*/ 18725 w 1573086"/>
                    <a:gd name="connsiteY8" fmla="*/ 593658 h 709000"/>
                    <a:gd name="connsiteX9" fmla="*/ 0 w 1573086"/>
                    <a:gd name="connsiteY9" fmla="*/ 330009 h 709000"/>
                    <a:gd name="connsiteX0" fmla="*/ 2642 w 1575728"/>
                    <a:gd name="connsiteY0" fmla="*/ 330009 h 709000"/>
                    <a:gd name="connsiteX1" fmla="*/ 310411 w 1575728"/>
                    <a:gd name="connsiteY1" fmla="*/ 29174 h 709000"/>
                    <a:gd name="connsiteX2" fmla="*/ 765251 w 1575728"/>
                    <a:gd name="connsiteY2" fmla="*/ 614 h 709000"/>
                    <a:gd name="connsiteX3" fmla="*/ 1249441 w 1575728"/>
                    <a:gd name="connsiteY3" fmla="*/ 43163 h 709000"/>
                    <a:gd name="connsiteX4" fmla="*/ 1550814 w 1575728"/>
                    <a:gd name="connsiteY4" fmla="*/ 330009 h 709000"/>
                    <a:gd name="connsiteX5" fmla="*/ 1568817 w 1575728"/>
                    <a:gd name="connsiteY5" fmla="*/ 588506 h 709000"/>
                    <a:gd name="connsiteX6" fmla="*/ 1268630 w 1575728"/>
                    <a:gd name="connsiteY6" fmla="*/ 695897 h 709000"/>
                    <a:gd name="connsiteX7" fmla="*/ 284826 w 1575728"/>
                    <a:gd name="connsiteY7" fmla="*/ 695897 h 709000"/>
                    <a:gd name="connsiteX8" fmla="*/ 21367 w 1575728"/>
                    <a:gd name="connsiteY8" fmla="*/ 593658 h 709000"/>
                    <a:gd name="connsiteX9" fmla="*/ 2642 w 1575728"/>
                    <a:gd name="connsiteY9" fmla="*/ 330009 h 709000"/>
                    <a:gd name="connsiteX0" fmla="*/ 7035 w 1580121"/>
                    <a:gd name="connsiteY0" fmla="*/ 330009 h 709000"/>
                    <a:gd name="connsiteX1" fmla="*/ 314804 w 1580121"/>
                    <a:gd name="connsiteY1" fmla="*/ 29174 h 709000"/>
                    <a:gd name="connsiteX2" fmla="*/ 769644 w 1580121"/>
                    <a:gd name="connsiteY2" fmla="*/ 614 h 709000"/>
                    <a:gd name="connsiteX3" fmla="*/ 1253834 w 1580121"/>
                    <a:gd name="connsiteY3" fmla="*/ 43163 h 709000"/>
                    <a:gd name="connsiteX4" fmla="*/ 1555207 w 1580121"/>
                    <a:gd name="connsiteY4" fmla="*/ 330009 h 709000"/>
                    <a:gd name="connsiteX5" fmla="*/ 1573210 w 1580121"/>
                    <a:gd name="connsiteY5" fmla="*/ 588506 h 709000"/>
                    <a:gd name="connsiteX6" fmla="*/ 1273023 w 1580121"/>
                    <a:gd name="connsiteY6" fmla="*/ 695897 h 709000"/>
                    <a:gd name="connsiteX7" fmla="*/ 289219 w 1580121"/>
                    <a:gd name="connsiteY7" fmla="*/ 695897 h 709000"/>
                    <a:gd name="connsiteX8" fmla="*/ 25760 w 1580121"/>
                    <a:gd name="connsiteY8" fmla="*/ 593658 h 709000"/>
                    <a:gd name="connsiteX9" fmla="*/ 7035 w 1580121"/>
                    <a:gd name="connsiteY9" fmla="*/ 330009 h 709000"/>
                    <a:gd name="connsiteX0" fmla="*/ 4060 w 1577146"/>
                    <a:gd name="connsiteY0" fmla="*/ 330009 h 707096"/>
                    <a:gd name="connsiteX1" fmla="*/ 311829 w 1577146"/>
                    <a:gd name="connsiteY1" fmla="*/ 29174 h 707096"/>
                    <a:gd name="connsiteX2" fmla="*/ 766669 w 1577146"/>
                    <a:gd name="connsiteY2" fmla="*/ 614 h 707096"/>
                    <a:gd name="connsiteX3" fmla="*/ 1250859 w 1577146"/>
                    <a:gd name="connsiteY3" fmla="*/ 43163 h 707096"/>
                    <a:gd name="connsiteX4" fmla="*/ 1552232 w 1577146"/>
                    <a:gd name="connsiteY4" fmla="*/ 330009 h 707096"/>
                    <a:gd name="connsiteX5" fmla="*/ 1570235 w 1577146"/>
                    <a:gd name="connsiteY5" fmla="*/ 588506 h 707096"/>
                    <a:gd name="connsiteX6" fmla="*/ 1270048 w 1577146"/>
                    <a:gd name="connsiteY6" fmla="*/ 695897 h 707096"/>
                    <a:gd name="connsiteX7" fmla="*/ 286244 w 1577146"/>
                    <a:gd name="connsiteY7" fmla="*/ 695897 h 707096"/>
                    <a:gd name="connsiteX8" fmla="*/ 30707 w 1577146"/>
                    <a:gd name="connsiteY8" fmla="*/ 626042 h 707096"/>
                    <a:gd name="connsiteX9" fmla="*/ 4060 w 1577146"/>
                    <a:gd name="connsiteY9" fmla="*/ 330009 h 707096"/>
                    <a:gd name="connsiteX0" fmla="*/ 4060 w 1561869"/>
                    <a:gd name="connsiteY0" fmla="*/ 330009 h 707096"/>
                    <a:gd name="connsiteX1" fmla="*/ 311829 w 1561869"/>
                    <a:gd name="connsiteY1" fmla="*/ 29174 h 707096"/>
                    <a:gd name="connsiteX2" fmla="*/ 766669 w 1561869"/>
                    <a:gd name="connsiteY2" fmla="*/ 614 h 707096"/>
                    <a:gd name="connsiteX3" fmla="*/ 1250859 w 1561869"/>
                    <a:gd name="connsiteY3" fmla="*/ 43163 h 707096"/>
                    <a:gd name="connsiteX4" fmla="*/ 1552232 w 1561869"/>
                    <a:gd name="connsiteY4" fmla="*/ 330009 h 707096"/>
                    <a:gd name="connsiteX5" fmla="*/ 1550431 w 1561869"/>
                    <a:gd name="connsiteY5" fmla="*/ 588506 h 707096"/>
                    <a:gd name="connsiteX6" fmla="*/ 1270048 w 1561869"/>
                    <a:gd name="connsiteY6" fmla="*/ 695897 h 707096"/>
                    <a:gd name="connsiteX7" fmla="*/ 286244 w 1561869"/>
                    <a:gd name="connsiteY7" fmla="*/ 695897 h 707096"/>
                    <a:gd name="connsiteX8" fmla="*/ 30707 w 1561869"/>
                    <a:gd name="connsiteY8" fmla="*/ 626042 h 707096"/>
                    <a:gd name="connsiteX9" fmla="*/ 4060 w 1561869"/>
                    <a:gd name="connsiteY9" fmla="*/ 330009 h 707096"/>
                    <a:gd name="connsiteX0" fmla="*/ 4060 w 1557567"/>
                    <a:gd name="connsiteY0" fmla="*/ 330009 h 704953"/>
                    <a:gd name="connsiteX1" fmla="*/ 311829 w 1557567"/>
                    <a:gd name="connsiteY1" fmla="*/ 29174 h 704953"/>
                    <a:gd name="connsiteX2" fmla="*/ 766669 w 1557567"/>
                    <a:gd name="connsiteY2" fmla="*/ 614 h 704953"/>
                    <a:gd name="connsiteX3" fmla="*/ 1250859 w 1557567"/>
                    <a:gd name="connsiteY3" fmla="*/ 43163 h 704953"/>
                    <a:gd name="connsiteX4" fmla="*/ 1552232 w 1557567"/>
                    <a:gd name="connsiteY4" fmla="*/ 330009 h 704953"/>
                    <a:gd name="connsiteX5" fmla="*/ 1542509 w 1557567"/>
                    <a:gd name="connsiteY5" fmla="*/ 620890 h 704953"/>
                    <a:gd name="connsiteX6" fmla="*/ 1270048 w 1557567"/>
                    <a:gd name="connsiteY6" fmla="*/ 695897 h 704953"/>
                    <a:gd name="connsiteX7" fmla="*/ 286244 w 1557567"/>
                    <a:gd name="connsiteY7" fmla="*/ 695897 h 704953"/>
                    <a:gd name="connsiteX8" fmla="*/ 30707 w 1557567"/>
                    <a:gd name="connsiteY8" fmla="*/ 626042 h 704953"/>
                    <a:gd name="connsiteX9" fmla="*/ 4060 w 1557567"/>
                    <a:gd name="connsiteY9" fmla="*/ 330009 h 704953"/>
                    <a:gd name="connsiteX0" fmla="*/ 4060 w 1557567"/>
                    <a:gd name="connsiteY0" fmla="*/ 330009 h 704953"/>
                    <a:gd name="connsiteX1" fmla="*/ 311829 w 1557567"/>
                    <a:gd name="connsiteY1" fmla="*/ 29174 h 704953"/>
                    <a:gd name="connsiteX2" fmla="*/ 766669 w 1557567"/>
                    <a:gd name="connsiteY2" fmla="*/ 614 h 704953"/>
                    <a:gd name="connsiteX3" fmla="*/ 1250859 w 1557567"/>
                    <a:gd name="connsiteY3" fmla="*/ 43163 h 704953"/>
                    <a:gd name="connsiteX4" fmla="*/ 1552232 w 1557567"/>
                    <a:gd name="connsiteY4" fmla="*/ 330009 h 704953"/>
                    <a:gd name="connsiteX5" fmla="*/ 1542509 w 1557567"/>
                    <a:gd name="connsiteY5" fmla="*/ 620890 h 704953"/>
                    <a:gd name="connsiteX6" fmla="*/ 1270048 w 1557567"/>
                    <a:gd name="connsiteY6" fmla="*/ 695897 h 704953"/>
                    <a:gd name="connsiteX7" fmla="*/ 286244 w 1557567"/>
                    <a:gd name="connsiteY7" fmla="*/ 695897 h 704953"/>
                    <a:gd name="connsiteX8" fmla="*/ 30707 w 1557567"/>
                    <a:gd name="connsiteY8" fmla="*/ 626042 h 704953"/>
                    <a:gd name="connsiteX9" fmla="*/ 4060 w 1557567"/>
                    <a:gd name="connsiteY9" fmla="*/ 330009 h 704953"/>
                    <a:gd name="connsiteX0" fmla="*/ 4060 w 1557567"/>
                    <a:gd name="connsiteY0" fmla="*/ 330009 h 704953"/>
                    <a:gd name="connsiteX1" fmla="*/ 311829 w 1557567"/>
                    <a:gd name="connsiteY1" fmla="*/ 29174 h 704953"/>
                    <a:gd name="connsiteX2" fmla="*/ 766669 w 1557567"/>
                    <a:gd name="connsiteY2" fmla="*/ 614 h 704953"/>
                    <a:gd name="connsiteX3" fmla="*/ 1250859 w 1557567"/>
                    <a:gd name="connsiteY3" fmla="*/ 43163 h 704953"/>
                    <a:gd name="connsiteX4" fmla="*/ 1552232 w 1557567"/>
                    <a:gd name="connsiteY4" fmla="*/ 330009 h 704953"/>
                    <a:gd name="connsiteX5" fmla="*/ 1542509 w 1557567"/>
                    <a:gd name="connsiteY5" fmla="*/ 620890 h 704953"/>
                    <a:gd name="connsiteX6" fmla="*/ 1270048 w 1557567"/>
                    <a:gd name="connsiteY6" fmla="*/ 695897 h 704953"/>
                    <a:gd name="connsiteX7" fmla="*/ 286244 w 1557567"/>
                    <a:gd name="connsiteY7" fmla="*/ 695897 h 704953"/>
                    <a:gd name="connsiteX8" fmla="*/ 30707 w 1557567"/>
                    <a:gd name="connsiteY8" fmla="*/ 626042 h 704953"/>
                    <a:gd name="connsiteX9" fmla="*/ 4060 w 1557567"/>
                    <a:gd name="connsiteY9" fmla="*/ 330009 h 704953"/>
                    <a:gd name="connsiteX0" fmla="*/ 4060 w 1557567"/>
                    <a:gd name="connsiteY0" fmla="*/ 330009 h 704953"/>
                    <a:gd name="connsiteX1" fmla="*/ 311829 w 1557567"/>
                    <a:gd name="connsiteY1" fmla="*/ 29174 h 704953"/>
                    <a:gd name="connsiteX2" fmla="*/ 766669 w 1557567"/>
                    <a:gd name="connsiteY2" fmla="*/ 614 h 704953"/>
                    <a:gd name="connsiteX3" fmla="*/ 1250859 w 1557567"/>
                    <a:gd name="connsiteY3" fmla="*/ 43163 h 704953"/>
                    <a:gd name="connsiteX4" fmla="*/ 1552232 w 1557567"/>
                    <a:gd name="connsiteY4" fmla="*/ 330009 h 704953"/>
                    <a:gd name="connsiteX5" fmla="*/ 1542509 w 1557567"/>
                    <a:gd name="connsiteY5" fmla="*/ 620890 h 704953"/>
                    <a:gd name="connsiteX6" fmla="*/ 1270048 w 1557567"/>
                    <a:gd name="connsiteY6" fmla="*/ 695897 h 704953"/>
                    <a:gd name="connsiteX7" fmla="*/ 286244 w 1557567"/>
                    <a:gd name="connsiteY7" fmla="*/ 695897 h 704953"/>
                    <a:gd name="connsiteX8" fmla="*/ 30707 w 1557567"/>
                    <a:gd name="connsiteY8" fmla="*/ 626042 h 704953"/>
                    <a:gd name="connsiteX9" fmla="*/ 4060 w 1557567"/>
                    <a:gd name="connsiteY9" fmla="*/ 330009 h 704953"/>
                    <a:gd name="connsiteX0" fmla="*/ 4060 w 1557567"/>
                    <a:gd name="connsiteY0" fmla="*/ 330009 h 704953"/>
                    <a:gd name="connsiteX1" fmla="*/ 311829 w 1557567"/>
                    <a:gd name="connsiteY1" fmla="*/ 29174 h 704953"/>
                    <a:gd name="connsiteX2" fmla="*/ 766669 w 1557567"/>
                    <a:gd name="connsiteY2" fmla="*/ 614 h 704953"/>
                    <a:gd name="connsiteX3" fmla="*/ 1250859 w 1557567"/>
                    <a:gd name="connsiteY3" fmla="*/ 43163 h 704953"/>
                    <a:gd name="connsiteX4" fmla="*/ 1552232 w 1557567"/>
                    <a:gd name="connsiteY4" fmla="*/ 330009 h 704953"/>
                    <a:gd name="connsiteX5" fmla="*/ 1542509 w 1557567"/>
                    <a:gd name="connsiteY5" fmla="*/ 620890 h 704953"/>
                    <a:gd name="connsiteX6" fmla="*/ 1270048 w 1557567"/>
                    <a:gd name="connsiteY6" fmla="*/ 695897 h 704953"/>
                    <a:gd name="connsiteX7" fmla="*/ 286244 w 1557567"/>
                    <a:gd name="connsiteY7" fmla="*/ 695897 h 704953"/>
                    <a:gd name="connsiteX8" fmla="*/ 30707 w 1557567"/>
                    <a:gd name="connsiteY8" fmla="*/ 626042 h 704953"/>
                    <a:gd name="connsiteX9" fmla="*/ 4060 w 1557567"/>
                    <a:gd name="connsiteY9" fmla="*/ 330009 h 704953"/>
                    <a:gd name="connsiteX0" fmla="*/ 4060 w 1557567"/>
                    <a:gd name="connsiteY0" fmla="*/ 330009 h 704953"/>
                    <a:gd name="connsiteX1" fmla="*/ 311829 w 1557567"/>
                    <a:gd name="connsiteY1" fmla="*/ 29174 h 704953"/>
                    <a:gd name="connsiteX2" fmla="*/ 766669 w 1557567"/>
                    <a:gd name="connsiteY2" fmla="*/ 614 h 704953"/>
                    <a:gd name="connsiteX3" fmla="*/ 1250859 w 1557567"/>
                    <a:gd name="connsiteY3" fmla="*/ 43163 h 704953"/>
                    <a:gd name="connsiteX4" fmla="*/ 1552232 w 1557567"/>
                    <a:gd name="connsiteY4" fmla="*/ 330009 h 704953"/>
                    <a:gd name="connsiteX5" fmla="*/ 1542509 w 1557567"/>
                    <a:gd name="connsiteY5" fmla="*/ 620890 h 704953"/>
                    <a:gd name="connsiteX6" fmla="*/ 1270048 w 1557567"/>
                    <a:gd name="connsiteY6" fmla="*/ 695897 h 704953"/>
                    <a:gd name="connsiteX7" fmla="*/ 286244 w 1557567"/>
                    <a:gd name="connsiteY7" fmla="*/ 695897 h 704953"/>
                    <a:gd name="connsiteX8" fmla="*/ 30707 w 1557567"/>
                    <a:gd name="connsiteY8" fmla="*/ 626042 h 704953"/>
                    <a:gd name="connsiteX9" fmla="*/ 4060 w 1557567"/>
                    <a:gd name="connsiteY9" fmla="*/ 330009 h 704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57567" h="704953">
                      <a:moveTo>
                        <a:pt x="4060" y="330009"/>
                      </a:moveTo>
                      <a:cubicBezTo>
                        <a:pt x="4060" y="174163"/>
                        <a:pt x="149587" y="66476"/>
                        <a:pt x="311829" y="29174"/>
                      </a:cubicBezTo>
                      <a:cubicBezTo>
                        <a:pt x="531259" y="-9350"/>
                        <a:pt x="592013" y="1837"/>
                        <a:pt x="766669" y="614"/>
                      </a:cubicBezTo>
                      <a:cubicBezTo>
                        <a:pt x="919948" y="1837"/>
                        <a:pt x="1110373" y="9301"/>
                        <a:pt x="1250859" y="43163"/>
                      </a:cubicBezTo>
                      <a:cubicBezTo>
                        <a:pt x="1419498" y="66476"/>
                        <a:pt x="1552232" y="174163"/>
                        <a:pt x="1552232" y="330009"/>
                      </a:cubicBezTo>
                      <a:cubicBezTo>
                        <a:pt x="1558233" y="416175"/>
                        <a:pt x="1563513" y="516325"/>
                        <a:pt x="1542509" y="620890"/>
                      </a:cubicBezTo>
                      <a:cubicBezTo>
                        <a:pt x="1499081" y="678556"/>
                        <a:pt x="1479425" y="683396"/>
                        <a:pt x="1270048" y="695897"/>
                      </a:cubicBezTo>
                      <a:cubicBezTo>
                        <a:pt x="1060671" y="708398"/>
                        <a:pt x="492801" y="707539"/>
                        <a:pt x="286244" y="695897"/>
                      </a:cubicBezTo>
                      <a:cubicBezTo>
                        <a:pt x="79687" y="684255"/>
                        <a:pt x="77738" y="687023"/>
                        <a:pt x="30707" y="626042"/>
                      </a:cubicBezTo>
                      <a:cubicBezTo>
                        <a:pt x="-7222" y="534111"/>
                        <a:pt x="-1581" y="417892"/>
                        <a:pt x="4060" y="330009"/>
                      </a:cubicBez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34" name="TextBox 1033"/>
              <p:cNvSpPr txBox="1"/>
              <p:nvPr/>
            </p:nvSpPr>
            <p:spPr>
              <a:xfrm>
                <a:off x="1726786" y="915566"/>
                <a:ext cx="1584176" cy="58477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/>
                </a:prstTxWarp>
                <a:spAutoFit/>
              </a:bodyPr>
              <a:lstStyle/>
              <a:p>
                <a:r>
                  <a:rPr lang="en-US" altLang="zh-CN" sz="2000" b="1" dirty="0" smtClean="0">
                    <a:solidFill>
                      <a:srgbClr val="F8CD30"/>
                    </a:solidFill>
                    <a:latin typeface="叶根友疾风草书" pitchFamily="2" charset="-122"/>
                    <a:ea typeface="叶根友疾风草书" pitchFamily="2" charset="-122"/>
                  </a:rPr>
                  <a:t>NEW</a:t>
                </a:r>
                <a:endParaRPr lang="zh-CN" altLang="en-US" sz="2000" b="1" dirty="0">
                  <a:solidFill>
                    <a:srgbClr val="F8CD30"/>
                  </a:solidFill>
                  <a:latin typeface="叶根友疾风草书" pitchFamily="2" charset="-122"/>
                  <a:ea typeface="叶根友疾风草书" pitchFamily="2" charset="-122"/>
                </a:endParaRPr>
              </a:p>
            </p:txBody>
          </p:sp>
          <p:sp>
            <p:nvSpPr>
              <p:cNvPr id="1035" name="TextBox 1034"/>
              <p:cNvSpPr txBox="1"/>
              <p:nvPr/>
            </p:nvSpPr>
            <p:spPr>
              <a:xfrm>
                <a:off x="2316963" y="1294998"/>
                <a:ext cx="1405453" cy="58477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/>
                </a:prstTxWarp>
                <a:spAutoFit/>
              </a:bodyPr>
              <a:lstStyle/>
              <a:p>
                <a:r>
                  <a:rPr lang="en-US" altLang="zh-CN" sz="2000" b="1" dirty="0" smtClean="0">
                    <a:solidFill>
                      <a:srgbClr val="F8CD30"/>
                    </a:solidFill>
                    <a:latin typeface="叶根友疾风草书" pitchFamily="2" charset="-122"/>
                    <a:ea typeface="叶根友疾风草书" pitchFamily="2" charset="-122"/>
                  </a:rPr>
                  <a:t>Media</a:t>
                </a:r>
                <a:endParaRPr lang="zh-CN" altLang="en-US" sz="2000" b="1" dirty="0">
                  <a:solidFill>
                    <a:srgbClr val="F8CD30"/>
                  </a:solidFill>
                  <a:latin typeface="叶根友疾风草书" pitchFamily="2" charset="-122"/>
                  <a:ea typeface="叶根友疾风草书" pitchFamily="2" charset="-122"/>
                </a:endParaRPr>
              </a:p>
            </p:txBody>
          </p:sp>
          <p:grpSp>
            <p:nvGrpSpPr>
              <p:cNvPr id="1040" name="组合 1039"/>
              <p:cNvGrpSpPr/>
              <p:nvPr/>
            </p:nvGrpSpPr>
            <p:grpSpPr>
              <a:xfrm>
                <a:off x="323528" y="236167"/>
                <a:ext cx="1257984" cy="1375396"/>
                <a:chOff x="970187" y="236167"/>
                <a:chExt cx="1257984" cy="1375396"/>
              </a:xfrm>
            </p:grpSpPr>
            <p:sp>
              <p:nvSpPr>
                <p:cNvPr id="1036" name="椭圆 1035"/>
                <p:cNvSpPr/>
                <p:nvPr/>
              </p:nvSpPr>
              <p:spPr>
                <a:xfrm rot="8136571" flipH="1">
                  <a:off x="1387868" y="236167"/>
                  <a:ext cx="72000" cy="396000"/>
                </a:xfrm>
                <a:custGeom>
                  <a:avLst/>
                  <a:gdLst>
                    <a:gd name="connsiteX0" fmla="*/ 0 w 159731"/>
                    <a:gd name="connsiteY0" fmla="*/ 271867 h 543734"/>
                    <a:gd name="connsiteX1" fmla="*/ 79866 w 159731"/>
                    <a:gd name="connsiteY1" fmla="*/ 0 h 543734"/>
                    <a:gd name="connsiteX2" fmla="*/ 159732 w 159731"/>
                    <a:gd name="connsiteY2" fmla="*/ 271867 h 543734"/>
                    <a:gd name="connsiteX3" fmla="*/ 79866 w 159731"/>
                    <a:gd name="connsiteY3" fmla="*/ 543734 h 543734"/>
                    <a:gd name="connsiteX4" fmla="*/ 0 w 159731"/>
                    <a:gd name="connsiteY4" fmla="*/ 271867 h 543734"/>
                    <a:gd name="connsiteX0" fmla="*/ 0 w 159732"/>
                    <a:gd name="connsiteY0" fmla="*/ 364231 h 636098"/>
                    <a:gd name="connsiteX1" fmla="*/ 80848 w 159732"/>
                    <a:gd name="connsiteY1" fmla="*/ 0 h 636098"/>
                    <a:gd name="connsiteX2" fmla="*/ 159732 w 159732"/>
                    <a:gd name="connsiteY2" fmla="*/ 364231 h 636098"/>
                    <a:gd name="connsiteX3" fmla="*/ 79866 w 159732"/>
                    <a:gd name="connsiteY3" fmla="*/ 636098 h 636098"/>
                    <a:gd name="connsiteX4" fmla="*/ 0 w 159732"/>
                    <a:gd name="connsiteY4" fmla="*/ 364231 h 636098"/>
                    <a:gd name="connsiteX0" fmla="*/ 0 w 151626"/>
                    <a:gd name="connsiteY0" fmla="*/ 364345 h 636532"/>
                    <a:gd name="connsiteX1" fmla="*/ 80848 w 151626"/>
                    <a:gd name="connsiteY1" fmla="*/ 114 h 636532"/>
                    <a:gd name="connsiteX2" fmla="*/ 151626 w 151626"/>
                    <a:gd name="connsiteY2" fmla="*/ 402748 h 636532"/>
                    <a:gd name="connsiteX3" fmla="*/ 79866 w 151626"/>
                    <a:gd name="connsiteY3" fmla="*/ 636212 h 636532"/>
                    <a:gd name="connsiteX4" fmla="*/ 0 w 151626"/>
                    <a:gd name="connsiteY4" fmla="*/ 364345 h 636532"/>
                    <a:gd name="connsiteX0" fmla="*/ 1 w 120676"/>
                    <a:gd name="connsiteY0" fmla="*/ 349394 h 636920"/>
                    <a:gd name="connsiteX1" fmla="*/ 49898 w 120676"/>
                    <a:gd name="connsiteY1" fmla="*/ 230 h 636920"/>
                    <a:gd name="connsiteX2" fmla="*/ 120676 w 120676"/>
                    <a:gd name="connsiteY2" fmla="*/ 402864 h 636920"/>
                    <a:gd name="connsiteX3" fmla="*/ 48916 w 120676"/>
                    <a:gd name="connsiteY3" fmla="*/ 636328 h 636920"/>
                    <a:gd name="connsiteX4" fmla="*/ 1 w 120676"/>
                    <a:gd name="connsiteY4" fmla="*/ 349394 h 636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676" h="636920">
                      <a:moveTo>
                        <a:pt x="1" y="349394"/>
                      </a:moveTo>
                      <a:cubicBezTo>
                        <a:pt x="165" y="243378"/>
                        <a:pt x="29786" y="-8682"/>
                        <a:pt x="49898" y="230"/>
                      </a:cubicBezTo>
                      <a:cubicBezTo>
                        <a:pt x="70010" y="9142"/>
                        <a:pt x="120676" y="252716"/>
                        <a:pt x="120676" y="402864"/>
                      </a:cubicBezTo>
                      <a:cubicBezTo>
                        <a:pt x="120676" y="553012"/>
                        <a:pt x="69028" y="645240"/>
                        <a:pt x="48916" y="636328"/>
                      </a:cubicBezTo>
                      <a:cubicBezTo>
                        <a:pt x="28804" y="627416"/>
                        <a:pt x="-163" y="455410"/>
                        <a:pt x="1" y="349394"/>
                      </a:cubicBezTo>
                      <a:close/>
                    </a:path>
                  </a:pathLst>
                </a:custGeom>
                <a:solidFill>
                  <a:srgbClr val="F8CD3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 rot="992700">
                  <a:off x="1196884" y="667375"/>
                  <a:ext cx="295511" cy="108000"/>
                </a:xfrm>
                <a:custGeom>
                  <a:avLst/>
                  <a:gdLst>
                    <a:gd name="connsiteX0" fmla="*/ 0 w 616908"/>
                    <a:gd name="connsiteY0" fmla="*/ 86703 h 173405"/>
                    <a:gd name="connsiteX1" fmla="*/ 308454 w 616908"/>
                    <a:gd name="connsiteY1" fmla="*/ 0 h 173405"/>
                    <a:gd name="connsiteX2" fmla="*/ 616908 w 616908"/>
                    <a:gd name="connsiteY2" fmla="*/ 86703 h 173405"/>
                    <a:gd name="connsiteX3" fmla="*/ 308454 w 616908"/>
                    <a:gd name="connsiteY3" fmla="*/ 173406 h 173405"/>
                    <a:gd name="connsiteX4" fmla="*/ 0 w 616908"/>
                    <a:gd name="connsiteY4" fmla="*/ 86703 h 173405"/>
                    <a:gd name="connsiteX0" fmla="*/ 240 w 617148"/>
                    <a:gd name="connsiteY0" fmla="*/ 99102 h 185805"/>
                    <a:gd name="connsiteX1" fmla="*/ 350433 w 617148"/>
                    <a:gd name="connsiteY1" fmla="*/ 0 h 185805"/>
                    <a:gd name="connsiteX2" fmla="*/ 617148 w 617148"/>
                    <a:gd name="connsiteY2" fmla="*/ 99102 h 185805"/>
                    <a:gd name="connsiteX3" fmla="*/ 308694 w 617148"/>
                    <a:gd name="connsiteY3" fmla="*/ 185805 h 185805"/>
                    <a:gd name="connsiteX4" fmla="*/ 240 w 617148"/>
                    <a:gd name="connsiteY4" fmla="*/ 99102 h 185805"/>
                    <a:gd name="connsiteX0" fmla="*/ 595 w 617503"/>
                    <a:gd name="connsiteY0" fmla="*/ 99102 h 162141"/>
                    <a:gd name="connsiteX1" fmla="*/ 350788 w 617503"/>
                    <a:gd name="connsiteY1" fmla="*/ 0 h 162141"/>
                    <a:gd name="connsiteX2" fmla="*/ 617503 w 617503"/>
                    <a:gd name="connsiteY2" fmla="*/ 99102 h 162141"/>
                    <a:gd name="connsiteX3" fmla="*/ 426934 w 617503"/>
                    <a:gd name="connsiteY3" fmla="*/ 162141 h 162141"/>
                    <a:gd name="connsiteX4" fmla="*/ 595 w 617503"/>
                    <a:gd name="connsiteY4" fmla="*/ 99102 h 162141"/>
                    <a:gd name="connsiteX0" fmla="*/ 10 w 616918"/>
                    <a:gd name="connsiteY0" fmla="*/ 107267 h 170306"/>
                    <a:gd name="connsiteX1" fmla="*/ 415913 w 616918"/>
                    <a:gd name="connsiteY1" fmla="*/ 0 h 170306"/>
                    <a:gd name="connsiteX2" fmla="*/ 616918 w 616918"/>
                    <a:gd name="connsiteY2" fmla="*/ 107267 h 170306"/>
                    <a:gd name="connsiteX3" fmla="*/ 426349 w 616918"/>
                    <a:gd name="connsiteY3" fmla="*/ 170306 h 170306"/>
                    <a:gd name="connsiteX4" fmla="*/ 10 w 616918"/>
                    <a:gd name="connsiteY4" fmla="*/ 107267 h 170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6918" h="170306">
                      <a:moveTo>
                        <a:pt x="10" y="107267"/>
                      </a:moveTo>
                      <a:cubicBezTo>
                        <a:pt x="-1729" y="78883"/>
                        <a:pt x="245559" y="0"/>
                        <a:pt x="415913" y="0"/>
                      </a:cubicBezTo>
                      <a:cubicBezTo>
                        <a:pt x="586267" y="0"/>
                        <a:pt x="616918" y="59382"/>
                        <a:pt x="616918" y="107267"/>
                      </a:cubicBezTo>
                      <a:cubicBezTo>
                        <a:pt x="616918" y="155152"/>
                        <a:pt x="596703" y="170306"/>
                        <a:pt x="426349" y="170306"/>
                      </a:cubicBezTo>
                      <a:cubicBezTo>
                        <a:pt x="255995" y="170306"/>
                        <a:pt x="1749" y="135651"/>
                        <a:pt x="10" y="107267"/>
                      </a:cubicBezTo>
                      <a:close/>
                    </a:path>
                  </a:pathLst>
                </a:custGeom>
                <a:solidFill>
                  <a:srgbClr val="F8CD30">
                    <a:alpha val="9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038" name="Picture 10" descr="http://img5.imgtn.bdimg.com/it/u=4252594688,500284909&amp;fm=21&amp;gp=0.jpg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1364" b="90000" l="9898" r="8942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5680" t="15376" r="35292" b="30792"/>
                <a:stretch/>
              </p:blipFill>
              <p:spPr bwMode="auto">
                <a:xfrm rot="21132619">
                  <a:off x="1418065" y="483518"/>
                  <a:ext cx="810106" cy="112804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39" name="椭圆 1038"/>
                <p:cNvSpPr/>
                <p:nvPr/>
              </p:nvSpPr>
              <p:spPr>
                <a:xfrm rot="5280000">
                  <a:off x="1186187" y="708339"/>
                  <a:ext cx="72000" cy="504000"/>
                </a:xfrm>
                <a:custGeom>
                  <a:avLst/>
                  <a:gdLst>
                    <a:gd name="connsiteX0" fmla="*/ 0 w 144016"/>
                    <a:gd name="connsiteY0" fmla="*/ 258793 h 517586"/>
                    <a:gd name="connsiteX1" fmla="*/ 72008 w 144016"/>
                    <a:gd name="connsiteY1" fmla="*/ 0 h 517586"/>
                    <a:gd name="connsiteX2" fmla="*/ 144016 w 144016"/>
                    <a:gd name="connsiteY2" fmla="*/ 258793 h 517586"/>
                    <a:gd name="connsiteX3" fmla="*/ 72008 w 144016"/>
                    <a:gd name="connsiteY3" fmla="*/ 517586 h 517586"/>
                    <a:gd name="connsiteX4" fmla="*/ 0 w 144016"/>
                    <a:gd name="connsiteY4" fmla="*/ 258793 h 517586"/>
                    <a:gd name="connsiteX0" fmla="*/ 0 w 133131"/>
                    <a:gd name="connsiteY0" fmla="*/ 259258 h 518827"/>
                    <a:gd name="connsiteX1" fmla="*/ 72008 w 133131"/>
                    <a:gd name="connsiteY1" fmla="*/ 465 h 518827"/>
                    <a:gd name="connsiteX2" fmla="*/ 133131 w 133131"/>
                    <a:gd name="connsiteY2" fmla="*/ 313686 h 518827"/>
                    <a:gd name="connsiteX3" fmla="*/ 72008 w 133131"/>
                    <a:gd name="connsiteY3" fmla="*/ 518051 h 518827"/>
                    <a:gd name="connsiteX4" fmla="*/ 0 w 133131"/>
                    <a:gd name="connsiteY4" fmla="*/ 259258 h 518827"/>
                    <a:gd name="connsiteX0" fmla="*/ 0 w 122246"/>
                    <a:gd name="connsiteY0" fmla="*/ 196805 h 523898"/>
                    <a:gd name="connsiteX1" fmla="*/ 61123 w 122246"/>
                    <a:gd name="connsiteY1" fmla="*/ 3326 h 523898"/>
                    <a:gd name="connsiteX2" fmla="*/ 122246 w 122246"/>
                    <a:gd name="connsiteY2" fmla="*/ 316547 h 523898"/>
                    <a:gd name="connsiteX3" fmla="*/ 61123 w 122246"/>
                    <a:gd name="connsiteY3" fmla="*/ 520912 h 523898"/>
                    <a:gd name="connsiteX4" fmla="*/ 0 w 122246"/>
                    <a:gd name="connsiteY4" fmla="*/ 196805 h 523898"/>
                    <a:gd name="connsiteX0" fmla="*/ 0 w 123213"/>
                    <a:gd name="connsiteY0" fmla="*/ 196805 h 614905"/>
                    <a:gd name="connsiteX1" fmla="*/ 61123 w 123213"/>
                    <a:gd name="connsiteY1" fmla="*/ 3326 h 614905"/>
                    <a:gd name="connsiteX2" fmla="*/ 122246 w 123213"/>
                    <a:gd name="connsiteY2" fmla="*/ 316547 h 614905"/>
                    <a:gd name="connsiteX3" fmla="*/ 96012 w 123213"/>
                    <a:gd name="connsiteY3" fmla="*/ 603814 h 614905"/>
                    <a:gd name="connsiteX4" fmla="*/ 61123 w 123213"/>
                    <a:gd name="connsiteY4" fmla="*/ 520912 h 614905"/>
                    <a:gd name="connsiteX5" fmla="*/ 0 w 123213"/>
                    <a:gd name="connsiteY5" fmla="*/ 196805 h 614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213" h="614905">
                      <a:moveTo>
                        <a:pt x="0" y="196805"/>
                      </a:moveTo>
                      <a:cubicBezTo>
                        <a:pt x="0" y="53878"/>
                        <a:pt x="40749" y="-16631"/>
                        <a:pt x="61123" y="3326"/>
                      </a:cubicBezTo>
                      <a:cubicBezTo>
                        <a:pt x="81497" y="23283"/>
                        <a:pt x="116431" y="236423"/>
                        <a:pt x="122246" y="316547"/>
                      </a:cubicBezTo>
                      <a:cubicBezTo>
                        <a:pt x="128061" y="396671"/>
                        <a:pt x="106199" y="569753"/>
                        <a:pt x="96012" y="603814"/>
                      </a:cubicBezTo>
                      <a:cubicBezTo>
                        <a:pt x="85825" y="637875"/>
                        <a:pt x="77125" y="588747"/>
                        <a:pt x="61123" y="520912"/>
                      </a:cubicBezTo>
                      <a:cubicBezTo>
                        <a:pt x="45121" y="453077"/>
                        <a:pt x="0" y="339732"/>
                        <a:pt x="0" y="196805"/>
                      </a:cubicBezTo>
                      <a:close/>
                    </a:path>
                  </a:pathLst>
                </a:custGeom>
                <a:solidFill>
                  <a:srgbClr val="F8CD3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4"/>
                <p:cNvSpPr/>
                <p:nvPr/>
              </p:nvSpPr>
              <p:spPr>
                <a:xfrm rot="5220000">
                  <a:off x="1662649" y="337898"/>
                  <a:ext cx="228767" cy="105497"/>
                </a:xfrm>
                <a:custGeom>
                  <a:avLst/>
                  <a:gdLst>
                    <a:gd name="connsiteX0" fmla="*/ 0 w 616908"/>
                    <a:gd name="connsiteY0" fmla="*/ 86703 h 173405"/>
                    <a:gd name="connsiteX1" fmla="*/ 308454 w 616908"/>
                    <a:gd name="connsiteY1" fmla="*/ 0 h 173405"/>
                    <a:gd name="connsiteX2" fmla="*/ 616908 w 616908"/>
                    <a:gd name="connsiteY2" fmla="*/ 86703 h 173405"/>
                    <a:gd name="connsiteX3" fmla="*/ 308454 w 616908"/>
                    <a:gd name="connsiteY3" fmla="*/ 173406 h 173405"/>
                    <a:gd name="connsiteX4" fmla="*/ 0 w 616908"/>
                    <a:gd name="connsiteY4" fmla="*/ 86703 h 173405"/>
                    <a:gd name="connsiteX0" fmla="*/ 240 w 617148"/>
                    <a:gd name="connsiteY0" fmla="*/ 99102 h 185805"/>
                    <a:gd name="connsiteX1" fmla="*/ 350433 w 617148"/>
                    <a:gd name="connsiteY1" fmla="*/ 0 h 185805"/>
                    <a:gd name="connsiteX2" fmla="*/ 617148 w 617148"/>
                    <a:gd name="connsiteY2" fmla="*/ 99102 h 185805"/>
                    <a:gd name="connsiteX3" fmla="*/ 308694 w 617148"/>
                    <a:gd name="connsiteY3" fmla="*/ 185805 h 185805"/>
                    <a:gd name="connsiteX4" fmla="*/ 240 w 617148"/>
                    <a:gd name="connsiteY4" fmla="*/ 99102 h 185805"/>
                    <a:gd name="connsiteX0" fmla="*/ 595 w 617503"/>
                    <a:gd name="connsiteY0" fmla="*/ 99102 h 162141"/>
                    <a:gd name="connsiteX1" fmla="*/ 350788 w 617503"/>
                    <a:gd name="connsiteY1" fmla="*/ 0 h 162141"/>
                    <a:gd name="connsiteX2" fmla="*/ 617503 w 617503"/>
                    <a:gd name="connsiteY2" fmla="*/ 99102 h 162141"/>
                    <a:gd name="connsiteX3" fmla="*/ 426934 w 617503"/>
                    <a:gd name="connsiteY3" fmla="*/ 162141 h 162141"/>
                    <a:gd name="connsiteX4" fmla="*/ 595 w 617503"/>
                    <a:gd name="connsiteY4" fmla="*/ 99102 h 162141"/>
                    <a:gd name="connsiteX0" fmla="*/ 10 w 616918"/>
                    <a:gd name="connsiteY0" fmla="*/ 107267 h 170306"/>
                    <a:gd name="connsiteX1" fmla="*/ 415913 w 616918"/>
                    <a:gd name="connsiteY1" fmla="*/ 0 h 170306"/>
                    <a:gd name="connsiteX2" fmla="*/ 616918 w 616918"/>
                    <a:gd name="connsiteY2" fmla="*/ 107267 h 170306"/>
                    <a:gd name="connsiteX3" fmla="*/ 426349 w 616918"/>
                    <a:gd name="connsiteY3" fmla="*/ 170306 h 170306"/>
                    <a:gd name="connsiteX4" fmla="*/ 10 w 616918"/>
                    <a:gd name="connsiteY4" fmla="*/ 107267 h 170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6918" h="170306">
                      <a:moveTo>
                        <a:pt x="10" y="107267"/>
                      </a:moveTo>
                      <a:cubicBezTo>
                        <a:pt x="-1729" y="78883"/>
                        <a:pt x="245559" y="0"/>
                        <a:pt x="415913" y="0"/>
                      </a:cubicBezTo>
                      <a:cubicBezTo>
                        <a:pt x="586267" y="0"/>
                        <a:pt x="616918" y="59382"/>
                        <a:pt x="616918" y="107267"/>
                      </a:cubicBezTo>
                      <a:cubicBezTo>
                        <a:pt x="616918" y="155152"/>
                        <a:pt x="596703" y="170306"/>
                        <a:pt x="426349" y="170306"/>
                      </a:cubicBezTo>
                      <a:cubicBezTo>
                        <a:pt x="255995" y="170306"/>
                        <a:pt x="1749" y="135651"/>
                        <a:pt x="10" y="107267"/>
                      </a:cubicBezTo>
                      <a:close/>
                    </a:path>
                  </a:pathLst>
                </a:custGeom>
                <a:solidFill>
                  <a:srgbClr val="F8CD30">
                    <a:alpha val="9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" name="TextBox 1"/>
            <p:cNvSpPr txBox="1"/>
            <p:nvPr/>
          </p:nvSpPr>
          <p:spPr>
            <a:xfrm>
              <a:off x="434517" y="4249420"/>
              <a:ext cx="24812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PPT by @MRs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能量帝</a:t>
              </a:r>
              <a:endPara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99592" y="411510"/>
            <a:ext cx="5166059" cy="4214938"/>
            <a:chOff x="3707904" y="374168"/>
            <a:chExt cx="5166059" cy="4214938"/>
          </a:xfrm>
        </p:grpSpPr>
        <p:grpSp>
          <p:nvGrpSpPr>
            <p:cNvPr id="1044" name="组合 1043"/>
            <p:cNvGrpSpPr/>
            <p:nvPr/>
          </p:nvGrpSpPr>
          <p:grpSpPr>
            <a:xfrm>
              <a:off x="4625491" y="1272317"/>
              <a:ext cx="4248472" cy="2680558"/>
              <a:chOff x="4572000" y="1164689"/>
              <a:chExt cx="4248472" cy="2680558"/>
            </a:xfrm>
          </p:grpSpPr>
          <p:sp>
            <p:nvSpPr>
              <p:cNvPr id="1025" name="TextBox 1024"/>
              <p:cNvSpPr txBox="1"/>
              <p:nvPr/>
            </p:nvSpPr>
            <p:spPr>
              <a:xfrm>
                <a:off x="4572000" y="1164689"/>
                <a:ext cx="424847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结合</a:t>
                </a:r>
                <a:r>
                  <a:rPr lang="zh-CN" altLang="en-US" sz="4400" dirty="0" smtClean="0">
                    <a:solidFill>
                      <a:srgbClr val="FFFF00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心理学</a:t>
                </a:r>
                <a:endParaRPr lang="zh-CN" altLang="en-US" sz="4400" dirty="0">
                  <a:solidFill>
                    <a:srgbClr val="FFFF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29" name="TextBox 1028"/>
              <p:cNvSpPr txBox="1"/>
              <p:nvPr/>
            </p:nvSpPr>
            <p:spPr>
              <a:xfrm>
                <a:off x="5940152" y="3075806"/>
                <a:ext cx="22322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400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营销</a:t>
                </a:r>
                <a:endParaRPr lang="zh-CN" altLang="en-US" sz="4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33" name="TextBox 1032"/>
              <p:cNvSpPr txBox="1"/>
              <p:nvPr/>
            </p:nvSpPr>
            <p:spPr>
              <a:xfrm>
                <a:off x="4572000" y="2262520"/>
                <a:ext cx="15841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600" b="1" dirty="0">
                    <a:solidFill>
                      <a:srgbClr val="FFFF00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新</a:t>
                </a:r>
                <a:endParaRPr lang="zh-CN" altLang="en-US" sz="96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2" name="矩形 1041"/>
              <p:cNvSpPr/>
              <p:nvPr/>
            </p:nvSpPr>
            <p:spPr>
              <a:xfrm>
                <a:off x="6012160" y="2460833"/>
                <a:ext cx="1313180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4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媒体</a:t>
                </a:r>
                <a:endParaRPr lang="zh-CN" altLang="en-US" sz="4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3" name="矩形 1042"/>
              <p:cNvSpPr/>
              <p:nvPr/>
            </p:nvSpPr>
            <p:spPr>
              <a:xfrm>
                <a:off x="5665170" y="1853411"/>
                <a:ext cx="59503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3200" dirty="0">
                    <a:solidFill>
                      <a:schemeClr val="bg1"/>
                    </a:solidFill>
                  </a:rPr>
                  <a:t>の</a:t>
                </a:r>
                <a:endParaRPr lang="ja-JP" altLang="en-US" sz="4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3707904" y="374168"/>
              <a:ext cx="4063842" cy="4068000"/>
            </a:xfrm>
            <a:prstGeom prst="rect">
              <a:avLst/>
            </a:prstGeom>
            <a:noFill/>
            <a:ln w="117475" cap="sq" cmpd="thickThin">
              <a:solidFill>
                <a:schemeClr val="bg1"/>
              </a:solidFill>
              <a:miter lim="800000"/>
            </a:ln>
            <a:effectLst>
              <a:outerShdw blurRad="152400" dist="381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rot="21277107">
              <a:off x="4265791" y="521106"/>
              <a:ext cx="4063842" cy="4068000"/>
            </a:xfrm>
            <a:prstGeom prst="rect">
              <a:avLst/>
            </a:prstGeom>
            <a:noFill/>
            <a:ln w="117475" cap="sq" cmpd="thickThin">
              <a:solidFill>
                <a:schemeClr val="bg1"/>
              </a:solidFill>
              <a:miter lim="800000"/>
            </a:ln>
            <a:effectLst>
              <a:outerShdw blurRad="152400" dist="381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51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23528" y="-13354"/>
            <a:ext cx="1872208" cy="5177392"/>
            <a:chOff x="323528" y="-13354"/>
            <a:chExt cx="1872208" cy="5177392"/>
          </a:xfrm>
        </p:grpSpPr>
        <p:sp>
          <p:nvSpPr>
            <p:cNvPr id="52" name="矩形 51"/>
            <p:cNvSpPr/>
            <p:nvPr/>
          </p:nvSpPr>
          <p:spPr>
            <a:xfrm>
              <a:off x="323528" y="-13354"/>
              <a:ext cx="1872208" cy="5177392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539552" y="-1"/>
              <a:ext cx="1425716" cy="516403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755576" y="-13354"/>
              <a:ext cx="1008112" cy="5177391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71600" y="789156"/>
              <a:ext cx="504056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rgbClr val="FFFF66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我对营销的理解</a:t>
              </a:r>
              <a:endParaRPr lang="zh-CN" altLang="en-US" sz="3200" b="1" dirty="0">
                <a:solidFill>
                  <a:srgbClr val="FFFF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443322" y="339502"/>
            <a:ext cx="11449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说服</a:t>
            </a:r>
            <a:endParaRPr lang="en-US" altLang="zh-CN" sz="2800" dirty="0" smtClean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8805" y="3880261"/>
            <a:ext cx="1142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行为</a:t>
            </a:r>
            <a:endParaRPr lang="en-US" altLang="zh-CN" sz="2800" dirty="0" smtClean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触动</a:t>
            </a:r>
            <a:endParaRPr lang="zh-CN" altLang="en-US" sz="2800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516216" y="3313316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的说服行为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41467" y="1713751"/>
            <a:ext cx="1646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单单说服还远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043086" y="1988369"/>
            <a:ext cx="1646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远不够，如何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07078" y="2247598"/>
            <a:ext cx="1646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将说服转化成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006622" y="2506827"/>
            <a:ext cx="1646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实际的购买行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79086" y="2766056"/>
            <a:ext cx="1646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为，即行为触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87086" y="3025284"/>
            <a:ext cx="895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动？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915816" y="159482"/>
            <a:ext cx="5513755" cy="4824536"/>
          </a:xfrm>
          <a:custGeom>
            <a:avLst/>
            <a:gdLst/>
            <a:ahLst/>
            <a:cxnLst/>
            <a:rect l="l" t="t" r="r" b="b"/>
            <a:pathLst>
              <a:path w="5760640" h="5040560">
                <a:moveTo>
                  <a:pt x="1980220" y="0"/>
                </a:moveTo>
                <a:lnTo>
                  <a:pt x="3780420" y="0"/>
                </a:lnTo>
                <a:lnTo>
                  <a:pt x="3720931" y="247474"/>
                </a:lnTo>
                <a:cubicBezTo>
                  <a:pt x="4901695" y="543643"/>
                  <a:pt x="5760640" y="1449207"/>
                  <a:pt x="5760640" y="2520280"/>
                </a:cubicBezTo>
                <a:cubicBezTo>
                  <a:pt x="5760640" y="3591353"/>
                  <a:pt x="4901695" y="4496917"/>
                  <a:pt x="3720931" y="4793087"/>
                </a:cubicBezTo>
                <a:lnTo>
                  <a:pt x="3780420" y="5040560"/>
                </a:lnTo>
                <a:lnTo>
                  <a:pt x="1980220" y="5040560"/>
                </a:lnTo>
                <a:lnTo>
                  <a:pt x="2039709" y="4793087"/>
                </a:lnTo>
                <a:cubicBezTo>
                  <a:pt x="858945" y="4496917"/>
                  <a:pt x="0" y="3591353"/>
                  <a:pt x="0" y="2520280"/>
                </a:cubicBezTo>
                <a:cubicBezTo>
                  <a:pt x="0" y="1449207"/>
                  <a:pt x="858945" y="543643"/>
                  <a:pt x="2039709" y="247474"/>
                </a:cubicBezTo>
                <a:close/>
              </a:path>
            </a:pathLst>
          </a:custGeom>
          <a:noFill/>
          <a:ln w="69850" cmpd="thickThin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463988" y="1493882"/>
            <a:ext cx="2376264" cy="2157988"/>
          </a:xfrm>
          <a:prstGeom prst="ellipse">
            <a:avLst/>
          </a:prstGeom>
          <a:solidFill>
            <a:srgbClr val="00B0F0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660232" y="3045161"/>
            <a:ext cx="1728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都是对消费者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764780" y="1704381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不管是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传统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923304" y="1972537"/>
            <a:ext cx="13211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产品营销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还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912208" y="2240693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是如今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口碑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876256" y="2508849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营销、品牌营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804248" y="2777005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销，归根究底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16016" y="-6022"/>
            <a:ext cx="1124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 smtClean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rPr>
              <a:t>1</a:t>
            </a:r>
            <a:endParaRPr lang="zh-CN" altLang="en-US" sz="9600" b="1" dirty="0">
              <a:solidFill>
                <a:srgbClr val="FFFF00"/>
              </a:solidFill>
              <a:latin typeface="方正粗倩简体" pitchFamily="65" charset="-122"/>
              <a:ea typeface="方正粗倩简体" pitchFamily="65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88024" y="3522370"/>
            <a:ext cx="1124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 smtClean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rPr>
              <a:t>2</a:t>
            </a:r>
            <a:endParaRPr lang="zh-CN" altLang="en-US" sz="9600" b="1" dirty="0">
              <a:solidFill>
                <a:srgbClr val="FFFF00"/>
              </a:solidFill>
              <a:latin typeface="方正粗倩简体" pitchFamily="65" charset="-122"/>
              <a:ea typeface="方正粗倩简体" pitchFamily="65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27984" y="1709906"/>
            <a:ext cx="2448272" cy="1779083"/>
            <a:chOff x="2447756" y="1728771"/>
            <a:chExt cx="2196244" cy="1779083"/>
          </a:xfrm>
        </p:grpSpPr>
        <p:grpSp>
          <p:nvGrpSpPr>
            <p:cNvPr id="24" name="组合 23"/>
            <p:cNvGrpSpPr/>
            <p:nvPr/>
          </p:nvGrpSpPr>
          <p:grpSpPr>
            <a:xfrm>
              <a:off x="2447756" y="1728771"/>
              <a:ext cx="2196244" cy="1743079"/>
              <a:chOff x="395536" y="1880184"/>
              <a:chExt cx="3024336" cy="2400305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1223628" y="3250014"/>
                <a:ext cx="1368152" cy="93610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1043608" y="3332093"/>
                <a:ext cx="1728192" cy="5436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梯形 21"/>
              <p:cNvSpPr/>
              <p:nvPr/>
            </p:nvSpPr>
            <p:spPr>
              <a:xfrm>
                <a:off x="1802693" y="3335663"/>
                <a:ext cx="210023" cy="207567"/>
              </a:xfrm>
              <a:custGeom>
                <a:avLst/>
                <a:gdLst>
                  <a:gd name="connsiteX0" fmla="*/ 0 w 1440160"/>
                  <a:gd name="connsiteY0" fmla="*/ 1296144 h 1296144"/>
                  <a:gd name="connsiteX1" fmla="*/ 650612 w 1440160"/>
                  <a:gd name="connsiteY1" fmla="*/ 0 h 1296144"/>
                  <a:gd name="connsiteX2" fmla="*/ 789548 w 1440160"/>
                  <a:gd name="connsiteY2" fmla="*/ 0 h 1296144"/>
                  <a:gd name="connsiteX3" fmla="*/ 1440160 w 1440160"/>
                  <a:gd name="connsiteY3" fmla="*/ 1296144 h 1296144"/>
                  <a:gd name="connsiteX4" fmla="*/ 0 w 1440160"/>
                  <a:gd name="connsiteY4" fmla="*/ 1296144 h 1296144"/>
                  <a:gd name="connsiteX0" fmla="*/ 0 w 1440160"/>
                  <a:gd name="connsiteY0" fmla="*/ 1296144 h 1347376"/>
                  <a:gd name="connsiteX1" fmla="*/ 650612 w 1440160"/>
                  <a:gd name="connsiteY1" fmla="*/ 0 h 1347376"/>
                  <a:gd name="connsiteX2" fmla="*/ 789548 w 1440160"/>
                  <a:gd name="connsiteY2" fmla="*/ 0 h 1347376"/>
                  <a:gd name="connsiteX3" fmla="*/ 1440160 w 1440160"/>
                  <a:gd name="connsiteY3" fmla="*/ 1296144 h 1347376"/>
                  <a:gd name="connsiteX4" fmla="*/ 713386 w 1440160"/>
                  <a:gd name="connsiteY4" fmla="*/ 1347107 h 1347376"/>
                  <a:gd name="connsiteX5" fmla="*/ 0 w 1440160"/>
                  <a:gd name="connsiteY5" fmla="*/ 1296144 h 1347376"/>
                  <a:gd name="connsiteX0" fmla="*/ 0 w 1440160"/>
                  <a:gd name="connsiteY0" fmla="*/ 1296144 h 1379942"/>
                  <a:gd name="connsiteX1" fmla="*/ 650612 w 1440160"/>
                  <a:gd name="connsiteY1" fmla="*/ 0 h 1379942"/>
                  <a:gd name="connsiteX2" fmla="*/ 789548 w 1440160"/>
                  <a:gd name="connsiteY2" fmla="*/ 0 h 1379942"/>
                  <a:gd name="connsiteX3" fmla="*/ 1440160 w 1440160"/>
                  <a:gd name="connsiteY3" fmla="*/ 1296144 h 1379942"/>
                  <a:gd name="connsiteX4" fmla="*/ 724271 w 1440160"/>
                  <a:gd name="connsiteY4" fmla="*/ 1379764 h 1379942"/>
                  <a:gd name="connsiteX5" fmla="*/ 0 w 1440160"/>
                  <a:gd name="connsiteY5" fmla="*/ 1296144 h 1379942"/>
                  <a:gd name="connsiteX0" fmla="*/ 0 w 1440160"/>
                  <a:gd name="connsiteY0" fmla="*/ 1296144 h 1423429"/>
                  <a:gd name="connsiteX1" fmla="*/ 650612 w 1440160"/>
                  <a:gd name="connsiteY1" fmla="*/ 0 h 1423429"/>
                  <a:gd name="connsiteX2" fmla="*/ 789548 w 1440160"/>
                  <a:gd name="connsiteY2" fmla="*/ 0 h 1423429"/>
                  <a:gd name="connsiteX3" fmla="*/ 1440160 w 1440160"/>
                  <a:gd name="connsiteY3" fmla="*/ 1296144 h 1423429"/>
                  <a:gd name="connsiteX4" fmla="*/ 702500 w 1440160"/>
                  <a:gd name="connsiteY4" fmla="*/ 1423307 h 1423429"/>
                  <a:gd name="connsiteX5" fmla="*/ 0 w 1440160"/>
                  <a:gd name="connsiteY5" fmla="*/ 1296144 h 1423429"/>
                  <a:gd name="connsiteX0" fmla="*/ 0 w 1440160"/>
                  <a:gd name="connsiteY0" fmla="*/ 1296144 h 1423307"/>
                  <a:gd name="connsiteX1" fmla="*/ 650612 w 1440160"/>
                  <a:gd name="connsiteY1" fmla="*/ 0 h 1423307"/>
                  <a:gd name="connsiteX2" fmla="*/ 789548 w 1440160"/>
                  <a:gd name="connsiteY2" fmla="*/ 0 h 1423307"/>
                  <a:gd name="connsiteX3" fmla="*/ 1440160 w 1440160"/>
                  <a:gd name="connsiteY3" fmla="*/ 1296144 h 1423307"/>
                  <a:gd name="connsiteX4" fmla="*/ 702500 w 1440160"/>
                  <a:gd name="connsiteY4" fmla="*/ 1423307 h 1423307"/>
                  <a:gd name="connsiteX5" fmla="*/ 0 w 1440160"/>
                  <a:gd name="connsiteY5" fmla="*/ 1296144 h 1423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0160" h="1423307">
                    <a:moveTo>
                      <a:pt x="0" y="1296144"/>
                    </a:moveTo>
                    <a:lnTo>
                      <a:pt x="650612" y="0"/>
                    </a:lnTo>
                    <a:lnTo>
                      <a:pt x="789548" y="0"/>
                    </a:lnTo>
                    <a:lnTo>
                      <a:pt x="1440160" y="1296144"/>
                    </a:lnTo>
                    <a:cubicBezTo>
                      <a:pt x="1219673" y="1291360"/>
                      <a:pt x="912102" y="1395433"/>
                      <a:pt x="702500" y="1423307"/>
                    </a:cubicBezTo>
                    <a:lnTo>
                      <a:pt x="0" y="12961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22"/>
              <p:cNvSpPr/>
              <p:nvPr/>
            </p:nvSpPr>
            <p:spPr>
              <a:xfrm>
                <a:off x="1835110" y="3448343"/>
                <a:ext cx="145545" cy="571396"/>
              </a:xfrm>
              <a:custGeom>
                <a:avLst/>
                <a:gdLst>
                  <a:gd name="connsiteX0" fmla="*/ 0 w 230256"/>
                  <a:gd name="connsiteY0" fmla="*/ 460150 h 920300"/>
                  <a:gd name="connsiteX1" fmla="*/ 115128 w 230256"/>
                  <a:gd name="connsiteY1" fmla="*/ 0 h 920300"/>
                  <a:gd name="connsiteX2" fmla="*/ 230256 w 230256"/>
                  <a:gd name="connsiteY2" fmla="*/ 460150 h 920300"/>
                  <a:gd name="connsiteX3" fmla="*/ 115128 w 230256"/>
                  <a:gd name="connsiteY3" fmla="*/ 920300 h 920300"/>
                  <a:gd name="connsiteX4" fmla="*/ 0 w 230256"/>
                  <a:gd name="connsiteY4" fmla="*/ 460150 h 920300"/>
                  <a:gd name="connsiteX0" fmla="*/ 0 w 232626"/>
                  <a:gd name="connsiteY0" fmla="*/ 469660 h 929810"/>
                  <a:gd name="connsiteX1" fmla="*/ 115128 w 232626"/>
                  <a:gd name="connsiteY1" fmla="*/ 9510 h 929810"/>
                  <a:gd name="connsiteX2" fmla="*/ 169523 w 232626"/>
                  <a:gd name="connsiteY2" fmla="*/ 182650 h 929810"/>
                  <a:gd name="connsiteX3" fmla="*/ 230256 w 232626"/>
                  <a:gd name="connsiteY3" fmla="*/ 469660 h 929810"/>
                  <a:gd name="connsiteX4" fmla="*/ 115128 w 232626"/>
                  <a:gd name="connsiteY4" fmla="*/ 929810 h 929810"/>
                  <a:gd name="connsiteX5" fmla="*/ 0 w 232626"/>
                  <a:gd name="connsiteY5" fmla="*/ 469660 h 929810"/>
                  <a:gd name="connsiteX0" fmla="*/ 306 w 232932"/>
                  <a:gd name="connsiteY0" fmla="*/ 460511 h 920661"/>
                  <a:gd name="connsiteX1" fmla="*/ 82743 w 232932"/>
                  <a:gd name="connsiteY1" fmla="*/ 217044 h 920661"/>
                  <a:gd name="connsiteX2" fmla="*/ 115434 w 232932"/>
                  <a:gd name="connsiteY2" fmla="*/ 361 h 920661"/>
                  <a:gd name="connsiteX3" fmla="*/ 169829 w 232932"/>
                  <a:gd name="connsiteY3" fmla="*/ 173501 h 920661"/>
                  <a:gd name="connsiteX4" fmla="*/ 230562 w 232932"/>
                  <a:gd name="connsiteY4" fmla="*/ 460511 h 920661"/>
                  <a:gd name="connsiteX5" fmla="*/ 115434 w 232932"/>
                  <a:gd name="connsiteY5" fmla="*/ 920661 h 920661"/>
                  <a:gd name="connsiteX6" fmla="*/ 306 w 232932"/>
                  <a:gd name="connsiteY6" fmla="*/ 460511 h 920661"/>
                  <a:gd name="connsiteX0" fmla="*/ 1793 w 234419"/>
                  <a:gd name="connsiteY0" fmla="*/ 460150 h 920300"/>
                  <a:gd name="connsiteX1" fmla="*/ 51573 w 234419"/>
                  <a:gd name="connsiteY1" fmla="*/ 173141 h 920300"/>
                  <a:gd name="connsiteX2" fmla="*/ 116921 w 234419"/>
                  <a:gd name="connsiteY2" fmla="*/ 0 h 920300"/>
                  <a:gd name="connsiteX3" fmla="*/ 171316 w 234419"/>
                  <a:gd name="connsiteY3" fmla="*/ 173140 h 920300"/>
                  <a:gd name="connsiteX4" fmla="*/ 232049 w 234419"/>
                  <a:gd name="connsiteY4" fmla="*/ 460150 h 920300"/>
                  <a:gd name="connsiteX5" fmla="*/ 116921 w 234419"/>
                  <a:gd name="connsiteY5" fmla="*/ 920300 h 920300"/>
                  <a:gd name="connsiteX6" fmla="*/ 1793 w 234419"/>
                  <a:gd name="connsiteY6" fmla="*/ 460150 h 92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419" h="920300">
                    <a:moveTo>
                      <a:pt x="1793" y="460150"/>
                    </a:moveTo>
                    <a:cubicBezTo>
                      <a:pt x="-9098" y="335623"/>
                      <a:pt x="32385" y="249833"/>
                      <a:pt x="51573" y="173141"/>
                    </a:cubicBezTo>
                    <a:cubicBezTo>
                      <a:pt x="70761" y="96449"/>
                      <a:pt x="96964" y="0"/>
                      <a:pt x="116921" y="0"/>
                    </a:cubicBezTo>
                    <a:cubicBezTo>
                      <a:pt x="136878" y="0"/>
                      <a:pt x="152128" y="96448"/>
                      <a:pt x="171316" y="173140"/>
                    </a:cubicBezTo>
                    <a:cubicBezTo>
                      <a:pt x="190504" y="249832"/>
                      <a:pt x="246558" y="335623"/>
                      <a:pt x="232049" y="460150"/>
                    </a:cubicBezTo>
                    <a:cubicBezTo>
                      <a:pt x="217540" y="584677"/>
                      <a:pt x="180504" y="920300"/>
                      <a:pt x="116921" y="920300"/>
                    </a:cubicBezTo>
                    <a:cubicBezTo>
                      <a:pt x="53338" y="920300"/>
                      <a:pt x="12684" y="584677"/>
                      <a:pt x="1793" y="46015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411760" y="3682062"/>
                <a:ext cx="180020" cy="3600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223628" y="3682062"/>
                <a:ext cx="180020" cy="3600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3"/>
              <p:cNvSpPr/>
              <p:nvPr/>
            </p:nvSpPr>
            <p:spPr>
              <a:xfrm>
                <a:off x="755576" y="1880184"/>
                <a:ext cx="2304256" cy="1546280"/>
              </a:xfrm>
              <a:custGeom>
                <a:avLst/>
                <a:gdLst>
                  <a:gd name="connsiteX0" fmla="*/ 0 w 2304256"/>
                  <a:gd name="connsiteY0" fmla="*/ 632994 h 1440160"/>
                  <a:gd name="connsiteX1" fmla="*/ 632994 w 2304256"/>
                  <a:gd name="connsiteY1" fmla="*/ 0 h 1440160"/>
                  <a:gd name="connsiteX2" fmla="*/ 1671262 w 2304256"/>
                  <a:gd name="connsiteY2" fmla="*/ 0 h 1440160"/>
                  <a:gd name="connsiteX3" fmla="*/ 2304256 w 2304256"/>
                  <a:gd name="connsiteY3" fmla="*/ 632994 h 1440160"/>
                  <a:gd name="connsiteX4" fmla="*/ 2304256 w 2304256"/>
                  <a:gd name="connsiteY4" fmla="*/ 807166 h 1440160"/>
                  <a:gd name="connsiteX5" fmla="*/ 1671262 w 2304256"/>
                  <a:gd name="connsiteY5" fmla="*/ 1440160 h 1440160"/>
                  <a:gd name="connsiteX6" fmla="*/ 632994 w 2304256"/>
                  <a:gd name="connsiteY6" fmla="*/ 1440160 h 1440160"/>
                  <a:gd name="connsiteX7" fmla="*/ 0 w 2304256"/>
                  <a:gd name="connsiteY7" fmla="*/ 807166 h 1440160"/>
                  <a:gd name="connsiteX8" fmla="*/ 0 w 2304256"/>
                  <a:gd name="connsiteY8" fmla="*/ 632994 h 1440160"/>
                  <a:gd name="connsiteX0" fmla="*/ 0 w 2304256"/>
                  <a:gd name="connsiteY0" fmla="*/ 684397 h 1491563"/>
                  <a:gd name="connsiteX1" fmla="*/ 632994 w 2304256"/>
                  <a:gd name="connsiteY1" fmla="*/ 51403 h 1491563"/>
                  <a:gd name="connsiteX2" fmla="*/ 1192155 w 2304256"/>
                  <a:gd name="connsiteY2" fmla="*/ 0 h 1491563"/>
                  <a:gd name="connsiteX3" fmla="*/ 1671262 w 2304256"/>
                  <a:gd name="connsiteY3" fmla="*/ 51403 h 1491563"/>
                  <a:gd name="connsiteX4" fmla="*/ 2304256 w 2304256"/>
                  <a:gd name="connsiteY4" fmla="*/ 684397 h 1491563"/>
                  <a:gd name="connsiteX5" fmla="*/ 2304256 w 2304256"/>
                  <a:gd name="connsiteY5" fmla="*/ 858569 h 1491563"/>
                  <a:gd name="connsiteX6" fmla="*/ 1671262 w 2304256"/>
                  <a:gd name="connsiteY6" fmla="*/ 1491563 h 1491563"/>
                  <a:gd name="connsiteX7" fmla="*/ 632994 w 2304256"/>
                  <a:gd name="connsiteY7" fmla="*/ 1491563 h 1491563"/>
                  <a:gd name="connsiteX8" fmla="*/ 0 w 2304256"/>
                  <a:gd name="connsiteY8" fmla="*/ 858569 h 1491563"/>
                  <a:gd name="connsiteX9" fmla="*/ 0 w 2304256"/>
                  <a:gd name="connsiteY9" fmla="*/ 684397 h 1491563"/>
                  <a:gd name="connsiteX0" fmla="*/ 0 w 2304256"/>
                  <a:gd name="connsiteY0" fmla="*/ 703032 h 1510198"/>
                  <a:gd name="connsiteX1" fmla="*/ 632994 w 2304256"/>
                  <a:gd name="connsiteY1" fmla="*/ 70038 h 1510198"/>
                  <a:gd name="connsiteX2" fmla="*/ 1007098 w 2304256"/>
                  <a:gd name="connsiteY2" fmla="*/ 7751 h 1510198"/>
                  <a:gd name="connsiteX3" fmla="*/ 1192155 w 2304256"/>
                  <a:gd name="connsiteY3" fmla="*/ 18635 h 1510198"/>
                  <a:gd name="connsiteX4" fmla="*/ 1671262 w 2304256"/>
                  <a:gd name="connsiteY4" fmla="*/ 70038 h 1510198"/>
                  <a:gd name="connsiteX5" fmla="*/ 2304256 w 2304256"/>
                  <a:gd name="connsiteY5" fmla="*/ 703032 h 1510198"/>
                  <a:gd name="connsiteX6" fmla="*/ 2304256 w 2304256"/>
                  <a:gd name="connsiteY6" fmla="*/ 877204 h 1510198"/>
                  <a:gd name="connsiteX7" fmla="*/ 1671262 w 2304256"/>
                  <a:gd name="connsiteY7" fmla="*/ 1510198 h 1510198"/>
                  <a:gd name="connsiteX8" fmla="*/ 632994 w 2304256"/>
                  <a:gd name="connsiteY8" fmla="*/ 1510198 h 1510198"/>
                  <a:gd name="connsiteX9" fmla="*/ 0 w 2304256"/>
                  <a:gd name="connsiteY9" fmla="*/ 877204 h 1510198"/>
                  <a:gd name="connsiteX10" fmla="*/ 0 w 2304256"/>
                  <a:gd name="connsiteY10" fmla="*/ 703032 h 1510198"/>
                  <a:gd name="connsiteX0" fmla="*/ 0 w 2304256"/>
                  <a:gd name="connsiteY0" fmla="*/ 703032 h 1542636"/>
                  <a:gd name="connsiteX1" fmla="*/ 632994 w 2304256"/>
                  <a:gd name="connsiteY1" fmla="*/ 70038 h 1542636"/>
                  <a:gd name="connsiteX2" fmla="*/ 1007098 w 2304256"/>
                  <a:gd name="connsiteY2" fmla="*/ 7751 h 1542636"/>
                  <a:gd name="connsiteX3" fmla="*/ 1192155 w 2304256"/>
                  <a:gd name="connsiteY3" fmla="*/ 18635 h 1542636"/>
                  <a:gd name="connsiteX4" fmla="*/ 1671262 w 2304256"/>
                  <a:gd name="connsiteY4" fmla="*/ 70038 h 1542636"/>
                  <a:gd name="connsiteX5" fmla="*/ 2304256 w 2304256"/>
                  <a:gd name="connsiteY5" fmla="*/ 703032 h 1542636"/>
                  <a:gd name="connsiteX6" fmla="*/ 2304256 w 2304256"/>
                  <a:gd name="connsiteY6" fmla="*/ 877204 h 1542636"/>
                  <a:gd name="connsiteX7" fmla="*/ 1671262 w 2304256"/>
                  <a:gd name="connsiteY7" fmla="*/ 1510198 h 1542636"/>
                  <a:gd name="connsiteX8" fmla="*/ 1170384 w 2304256"/>
                  <a:gd name="connsiteY8" fmla="*/ 1542636 h 1542636"/>
                  <a:gd name="connsiteX9" fmla="*/ 632994 w 2304256"/>
                  <a:gd name="connsiteY9" fmla="*/ 1510198 h 1542636"/>
                  <a:gd name="connsiteX10" fmla="*/ 0 w 2304256"/>
                  <a:gd name="connsiteY10" fmla="*/ 877204 h 1542636"/>
                  <a:gd name="connsiteX11" fmla="*/ 0 w 2304256"/>
                  <a:gd name="connsiteY11" fmla="*/ 703032 h 1542636"/>
                  <a:gd name="connsiteX0" fmla="*/ 0 w 2304256"/>
                  <a:gd name="connsiteY0" fmla="*/ 703032 h 1542636"/>
                  <a:gd name="connsiteX1" fmla="*/ 632994 w 2304256"/>
                  <a:gd name="connsiteY1" fmla="*/ 70038 h 1542636"/>
                  <a:gd name="connsiteX2" fmla="*/ 1007098 w 2304256"/>
                  <a:gd name="connsiteY2" fmla="*/ 7751 h 1542636"/>
                  <a:gd name="connsiteX3" fmla="*/ 1192155 w 2304256"/>
                  <a:gd name="connsiteY3" fmla="*/ 18635 h 1542636"/>
                  <a:gd name="connsiteX4" fmla="*/ 1671262 w 2304256"/>
                  <a:gd name="connsiteY4" fmla="*/ 70038 h 1542636"/>
                  <a:gd name="connsiteX5" fmla="*/ 2304256 w 2304256"/>
                  <a:gd name="connsiteY5" fmla="*/ 703032 h 1542636"/>
                  <a:gd name="connsiteX6" fmla="*/ 2304256 w 2304256"/>
                  <a:gd name="connsiteY6" fmla="*/ 877204 h 1542636"/>
                  <a:gd name="connsiteX7" fmla="*/ 1671262 w 2304256"/>
                  <a:gd name="connsiteY7" fmla="*/ 1510198 h 1542636"/>
                  <a:gd name="connsiteX8" fmla="*/ 1170384 w 2304256"/>
                  <a:gd name="connsiteY8" fmla="*/ 1542636 h 1542636"/>
                  <a:gd name="connsiteX9" fmla="*/ 632994 w 2304256"/>
                  <a:gd name="connsiteY9" fmla="*/ 1510198 h 1542636"/>
                  <a:gd name="connsiteX10" fmla="*/ 0 w 2304256"/>
                  <a:gd name="connsiteY10" fmla="*/ 877204 h 1542636"/>
                  <a:gd name="connsiteX11" fmla="*/ 0 w 2304256"/>
                  <a:gd name="connsiteY11" fmla="*/ 703032 h 1542636"/>
                  <a:gd name="connsiteX0" fmla="*/ 0 w 2304256"/>
                  <a:gd name="connsiteY0" fmla="*/ 728889 h 1568493"/>
                  <a:gd name="connsiteX1" fmla="*/ 632994 w 2304256"/>
                  <a:gd name="connsiteY1" fmla="*/ 95895 h 1568493"/>
                  <a:gd name="connsiteX2" fmla="*/ 1007098 w 2304256"/>
                  <a:gd name="connsiteY2" fmla="*/ 33608 h 1568493"/>
                  <a:gd name="connsiteX3" fmla="*/ 1192155 w 2304256"/>
                  <a:gd name="connsiteY3" fmla="*/ 44492 h 1568493"/>
                  <a:gd name="connsiteX4" fmla="*/ 1268355 w 2304256"/>
                  <a:gd name="connsiteY4" fmla="*/ 951 h 1568493"/>
                  <a:gd name="connsiteX5" fmla="*/ 1671262 w 2304256"/>
                  <a:gd name="connsiteY5" fmla="*/ 95895 h 1568493"/>
                  <a:gd name="connsiteX6" fmla="*/ 2304256 w 2304256"/>
                  <a:gd name="connsiteY6" fmla="*/ 728889 h 1568493"/>
                  <a:gd name="connsiteX7" fmla="*/ 2304256 w 2304256"/>
                  <a:gd name="connsiteY7" fmla="*/ 903061 h 1568493"/>
                  <a:gd name="connsiteX8" fmla="*/ 1671262 w 2304256"/>
                  <a:gd name="connsiteY8" fmla="*/ 1536055 h 1568493"/>
                  <a:gd name="connsiteX9" fmla="*/ 1170384 w 2304256"/>
                  <a:gd name="connsiteY9" fmla="*/ 1568493 h 1568493"/>
                  <a:gd name="connsiteX10" fmla="*/ 632994 w 2304256"/>
                  <a:gd name="connsiteY10" fmla="*/ 1536055 h 1568493"/>
                  <a:gd name="connsiteX11" fmla="*/ 0 w 2304256"/>
                  <a:gd name="connsiteY11" fmla="*/ 903061 h 1568493"/>
                  <a:gd name="connsiteX12" fmla="*/ 0 w 2304256"/>
                  <a:gd name="connsiteY12" fmla="*/ 728889 h 1568493"/>
                  <a:gd name="connsiteX0" fmla="*/ 0 w 2304256"/>
                  <a:gd name="connsiteY0" fmla="*/ 730117 h 1569721"/>
                  <a:gd name="connsiteX1" fmla="*/ 632994 w 2304256"/>
                  <a:gd name="connsiteY1" fmla="*/ 97123 h 1569721"/>
                  <a:gd name="connsiteX2" fmla="*/ 1007098 w 2304256"/>
                  <a:gd name="connsiteY2" fmla="*/ 34836 h 1569721"/>
                  <a:gd name="connsiteX3" fmla="*/ 1148613 w 2304256"/>
                  <a:gd name="connsiteY3" fmla="*/ 13063 h 1569721"/>
                  <a:gd name="connsiteX4" fmla="*/ 1268355 w 2304256"/>
                  <a:gd name="connsiteY4" fmla="*/ 2179 h 1569721"/>
                  <a:gd name="connsiteX5" fmla="*/ 1671262 w 2304256"/>
                  <a:gd name="connsiteY5" fmla="*/ 97123 h 1569721"/>
                  <a:gd name="connsiteX6" fmla="*/ 2304256 w 2304256"/>
                  <a:gd name="connsiteY6" fmla="*/ 730117 h 1569721"/>
                  <a:gd name="connsiteX7" fmla="*/ 2304256 w 2304256"/>
                  <a:gd name="connsiteY7" fmla="*/ 904289 h 1569721"/>
                  <a:gd name="connsiteX8" fmla="*/ 1671262 w 2304256"/>
                  <a:gd name="connsiteY8" fmla="*/ 1537283 h 1569721"/>
                  <a:gd name="connsiteX9" fmla="*/ 1170384 w 2304256"/>
                  <a:gd name="connsiteY9" fmla="*/ 1569721 h 1569721"/>
                  <a:gd name="connsiteX10" fmla="*/ 632994 w 2304256"/>
                  <a:gd name="connsiteY10" fmla="*/ 1537283 h 1569721"/>
                  <a:gd name="connsiteX11" fmla="*/ 0 w 2304256"/>
                  <a:gd name="connsiteY11" fmla="*/ 904289 h 1569721"/>
                  <a:gd name="connsiteX12" fmla="*/ 0 w 2304256"/>
                  <a:gd name="connsiteY12" fmla="*/ 730117 h 1569721"/>
                  <a:gd name="connsiteX0" fmla="*/ 0 w 2304256"/>
                  <a:gd name="connsiteY0" fmla="*/ 730238 h 1569842"/>
                  <a:gd name="connsiteX1" fmla="*/ 632994 w 2304256"/>
                  <a:gd name="connsiteY1" fmla="*/ 97244 h 1569842"/>
                  <a:gd name="connsiteX2" fmla="*/ 1007098 w 2304256"/>
                  <a:gd name="connsiteY2" fmla="*/ 34957 h 1569842"/>
                  <a:gd name="connsiteX3" fmla="*/ 1268355 w 2304256"/>
                  <a:gd name="connsiteY3" fmla="*/ 2300 h 1569842"/>
                  <a:gd name="connsiteX4" fmla="*/ 1671262 w 2304256"/>
                  <a:gd name="connsiteY4" fmla="*/ 97244 h 1569842"/>
                  <a:gd name="connsiteX5" fmla="*/ 2304256 w 2304256"/>
                  <a:gd name="connsiteY5" fmla="*/ 730238 h 1569842"/>
                  <a:gd name="connsiteX6" fmla="*/ 2304256 w 2304256"/>
                  <a:gd name="connsiteY6" fmla="*/ 904410 h 1569842"/>
                  <a:gd name="connsiteX7" fmla="*/ 1671262 w 2304256"/>
                  <a:gd name="connsiteY7" fmla="*/ 1537404 h 1569842"/>
                  <a:gd name="connsiteX8" fmla="*/ 1170384 w 2304256"/>
                  <a:gd name="connsiteY8" fmla="*/ 1569842 h 1569842"/>
                  <a:gd name="connsiteX9" fmla="*/ 632994 w 2304256"/>
                  <a:gd name="connsiteY9" fmla="*/ 1537404 h 1569842"/>
                  <a:gd name="connsiteX10" fmla="*/ 0 w 2304256"/>
                  <a:gd name="connsiteY10" fmla="*/ 904410 h 1569842"/>
                  <a:gd name="connsiteX11" fmla="*/ 0 w 2304256"/>
                  <a:gd name="connsiteY11" fmla="*/ 730238 h 1569842"/>
                  <a:gd name="connsiteX0" fmla="*/ 0 w 2304256"/>
                  <a:gd name="connsiteY0" fmla="*/ 707656 h 1547260"/>
                  <a:gd name="connsiteX1" fmla="*/ 632994 w 2304256"/>
                  <a:gd name="connsiteY1" fmla="*/ 74662 h 1547260"/>
                  <a:gd name="connsiteX2" fmla="*/ 1007098 w 2304256"/>
                  <a:gd name="connsiteY2" fmla="*/ 12375 h 1547260"/>
                  <a:gd name="connsiteX3" fmla="*/ 1671262 w 2304256"/>
                  <a:gd name="connsiteY3" fmla="*/ 74662 h 1547260"/>
                  <a:gd name="connsiteX4" fmla="*/ 2304256 w 2304256"/>
                  <a:gd name="connsiteY4" fmla="*/ 707656 h 1547260"/>
                  <a:gd name="connsiteX5" fmla="*/ 2304256 w 2304256"/>
                  <a:gd name="connsiteY5" fmla="*/ 881828 h 1547260"/>
                  <a:gd name="connsiteX6" fmla="*/ 1671262 w 2304256"/>
                  <a:gd name="connsiteY6" fmla="*/ 1514822 h 1547260"/>
                  <a:gd name="connsiteX7" fmla="*/ 1170384 w 2304256"/>
                  <a:gd name="connsiteY7" fmla="*/ 1547260 h 1547260"/>
                  <a:gd name="connsiteX8" fmla="*/ 632994 w 2304256"/>
                  <a:gd name="connsiteY8" fmla="*/ 1514822 h 1547260"/>
                  <a:gd name="connsiteX9" fmla="*/ 0 w 2304256"/>
                  <a:gd name="connsiteY9" fmla="*/ 881828 h 1547260"/>
                  <a:gd name="connsiteX10" fmla="*/ 0 w 2304256"/>
                  <a:gd name="connsiteY10" fmla="*/ 707656 h 1547260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695051 h 1534655"/>
                  <a:gd name="connsiteX1" fmla="*/ 632994 w 2304256"/>
                  <a:gd name="connsiteY1" fmla="*/ 62057 h 1534655"/>
                  <a:gd name="connsiteX2" fmla="*/ 1431641 w 2304256"/>
                  <a:gd name="connsiteY2" fmla="*/ 32428 h 1534655"/>
                  <a:gd name="connsiteX3" fmla="*/ 1671262 w 2304256"/>
                  <a:gd name="connsiteY3" fmla="*/ 62057 h 1534655"/>
                  <a:gd name="connsiteX4" fmla="*/ 2304256 w 2304256"/>
                  <a:gd name="connsiteY4" fmla="*/ 695051 h 1534655"/>
                  <a:gd name="connsiteX5" fmla="*/ 2304256 w 2304256"/>
                  <a:gd name="connsiteY5" fmla="*/ 869223 h 1534655"/>
                  <a:gd name="connsiteX6" fmla="*/ 1671262 w 2304256"/>
                  <a:gd name="connsiteY6" fmla="*/ 1502217 h 1534655"/>
                  <a:gd name="connsiteX7" fmla="*/ 1170384 w 2304256"/>
                  <a:gd name="connsiteY7" fmla="*/ 1534655 h 1534655"/>
                  <a:gd name="connsiteX8" fmla="*/ 632994 w 2304256"/>
                  <a:gd name="connsiteY8" fmla="*/ 1502217 h 1534655"/>
                  <a:gd name="connsiteX9" fmla="*/ 0 w 2304256"/>
                  <a:gd name="connsiteY9" fmla="*/ 869223 h 1534655"/>
                  <a:gd name="connsiteX10" fmla="*/ 0 w 2304256"/>
                  <a:gd name="connsiteY10" fmla="*/ 695051 h 1534655"/>
                  <a:gd name="connsiteX0" fmla="*/ 0 w 2304256"/>
                  <a:gd name="connsiteY0" fmla="*/ 705322 h 1544926"/>
                  <a:gd name="connsiteX1" fmla="*/ 632994 w 2304256"/>
                  <a:gd name="connsiteY1" fmla="*/ 72328 h 1544926"/>
                  <a:gd name="connsiteX2" fmla="*/ 1431641 w 2304256"/>
                  <a:gd name="connsiteY2" fmla="*/ 42699 h 1544926"/>
                  <a:gd name="connsiteX3" fmla="*/ 1671262 w 2304256"/>
                  <a:gd name="connsiteY3" fmla="*/ 72328 h 1544926"/>
                  <a:gd name="connsiteX4" fmla="*/ 2304256 w 2304256"/>
                  <a:gd name="connsiteY4" fmla="*/ 705322 h 1544926"/>
                  <a:gd name="connsiteX5" fmla="*/ 2304256 w 2304256"/>
                  <a:gd name="connsiteY5" fmla="*/ 879494 h 1544926"/>
                  <a:gd name="connsiteX6" fmla="*/ 1671262 w 2304256"/>
                  <a:gd name="connsiteY6" fmla="*/ 1512488 h 1544926"/>
                  <a:gd name="connsiteX7" fmla="*/ 1170384 w 2304256"/>
                  <a:gd name="connsiteY7" fmla="*/ 1544926 h 1544926"/>
                  <a:gd name="connsiteX8" fmla="*/ 632994 w 2304256"/>
                  <a:gd name="connsiteY8" fmla="*/ 1512488 h 1544926"/>
                  <a:gd name="connsiteX9" fmla="*/ 0 w 2304256"/>
                  <a:gd name="connsiteY9" fmla="*/ 879494 h 1544926"/>
                  <a:gd name="connsiteX10" fmla="*/ 0 w 2304256"/>
                  <a:gd name="connsiteY10" fmla="*/ 705322 h 1544926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704187 h 1543791"/>
                  <a:gd name="connsiteX1" fmla="*/ 632994 w 2304256"/>
                  <a:gd name="connsiteY1" fmla="*/ 71193 h 1543791"/>
                  <a:gd name="connsiteX2" fmla="*/ 1671262 w 2304256"/>
                  <a:gd name="connsiteY2" fmla="*/ 71193 h 1543791"/>
                  <a:gd name="connsiteX3" fmla="*/ 2304256 w 2304256"/>
                  <a:gd name="connsiteY3" fmla="*/ 704187 h 1543791"/>
                  <a:gd name="connsiteX4" fmla="*/ 2304256 w 2304256"/>
                  <a:gd name="connsiteY4" fmla="*/ 878359 h 1543791"/>
                  <a:gd name="connsiteX5" fmla="*/ 1671262 w 2304256"/>
                  <a:gd name="connsiteY5" fmla="*/ 1511353 h 1543791"/>
                  <a:gd name="connsiteX6" fmla="*/ 1170384 w 2304256"/>
                  <a:gd name="connsiteY6" fmla="*/ 1543791 h 1543791"/>
                  <a:gd name="connsiteX7" fmla="*/ 632994 w 2304256"/>
                  <a:gd name="connsiteY7" fmla="*/ 1511353 h 1543791"/>
                  <a:gd name="connsiteX8" fmla="*/ 0 w 2304256"/>
                  <a:gd name="connsiteY8" fmla="*/ 878359 h 1543791"/>
                  <a:gd name="connsiteX9" fmla="*/ 0 w 2304256"/>
                  <a:gd name="connsiteY9" fmla="*/ 704187 h 1543791"/>
                  <a:gd name="connsiteX0" fmla="*/ 0 w 2304256"/>
                  <a:gd name="connsiteY0" fmla="*/ 704187 h 1543791"/>
                  <a:gd name="connsiteX1" fmla="*/ 632994 w 2304256"/>
                  <a:gd name="connsiteY1" fmla="*/ 71193 h 1543791"/>
                  <a:gd name="connsiteX2" fmla="*/ 1671262 w 2304256"/>
                  <a:gd name="connsiteY2" fmla="*/ 71193 h 1543791"/>
                  <a:gd name="connsiteX3" fmla="*/ 2304256 w 2304256"/>
                  <a:gd name="connsiteY3" fmla="*/ 704187 h 1543791"/>
                  <a:gd name="connsiteX4" fmla="*/ 2304256 w 2304256"/>
                  <a:gd name="connsiteY4" fmla="*/ 878359 h 1543791"/>
                  <a:gd name="connsiteX5" fmla="*/ 1671262 w 2304256"/>
                  <a:gd name="connsiteY5" fmla="*/ 1511353 h 1543791"/>
                  <a:gd name="connsiteX6" fmla="*/ 1170384 w 2304256"/>
                  <a:gd name="connsiteY6" fmla="*/ 1543791 h 1543791"/>
                  <a:gd name="connsiteX7" fmla="*/ 632994 w 2304256"/>
                  <a:gd name="connsiteY7" fmla="*/ 1511353 h 1543791"/>
                  <a:gd name="connsiteX8" fmla="*/ 0 w 2304256"/>
                  <a:gd name="connsiteY8" fmla="*/ 878359 h 1543791"/>
                  <a:gd name="connsiteX9" fmla="*/ 0 w 2304256"/>
                  <a:gd name="connsiteY9" fmla="*/ 704187 h 1543791"/>
                  <a:gd name="connsiteX0" fmla="*/ 0 w 2304256"/>
                  <a:gd name="connsiteY0" fmla="*/ 704187 h 1543791"/>
                  <a:gd name="connsiteX1" fmla="*/ 632994 w 2304256"/>
                  <a:gd name="connsiteY1" fmla="*/ 71193 h 1543791"/>
                  <a:gd name="connsiteX2" fmla="*/ 1671262 w 2304256"/>
                  <a:gd name="connsiteY2" fmla="*/ 71193 h 1543791"/>
                  <a:gd name="connsiteX3" fmla="*/ 2304256 w 2304256"/>
                  <a:gd name="connsiteY3" fmla="*/ 704187 h 1543791"/>
                  <a:gd name="connsiteX4" fmla="*/ 2304256 w 2304256"/>
                  <a:gd name="connsiteY4" fmla="*/ 878359 h 1543791"/>
                  <a:gd name="connsiteX5" fmla="*/ 1671262 w 2304256"/>
                  <a:gd name="connsiteY5" fmla="*/ 1511353 h 1543791"/>
                  <a:gd name="connsiteX6" fmla="*/ 1170384 w 2304256"/>
                  <a:gd name="connsiteY6" fmla="*/ 1543791 h 1543791"/>
                  <a:gd name="connsiteX7" fmla="*/ 632994 w 2304256"/>
                  <a:gd name="connsiteY7" fmla="*/ 1511353 h 1543791"/>
                  <a:gd name="connsiteX8" fmla="*/ 0 w 2304256"/>
                  <a:gd name="connsiteY8" fmla="*/ 878359 h 1543791"/>
                  <a:gd name="connsiteX9" fmla="*/ 0 w 2304256"/>
                  <a:gd name="connsiteY9" fmla="*/ 704187 h 1543791"/>
                  <a:gd name="connsiteX0" fmla="*/ 0 w 2304256"/>
                  <a:gd name="connsiteY0" fmla="*/ 742300 h 1581904"/>
                  <a:gd name="connsiteX1" fmla="*/ 665651 w 2304256"/>
                  <a:gd name="connsiteY1" fmla="*/ 43992 h 1581904"/>
                  <a:gd name="connsiteX2" fmla="*/ 1671262 w 2304256"/>
                  <a:gd name="connsiteY2" fmla="*/ 109306 h 1581904"/>
                  <a:gd name="connsiteX3" fmla="*/ 2304256 w 2304256"/>
                  <a:gd name="connsiteY3" fmla="*/ 742300 h 1581904"/>
                  <a:gd name="connsiteX4" fmla="*/ 2304256 w 2304256"/>
                  <a:gd name="connsiteY4" fmla="*/ 916472 h 1581904"/>
                  <a:gd name="connsiteX5" fmla="*/ 1671262 w 2304256"/>
                  <a:gd name="connsiteY5" fmla="*/ 1549466 h 1581904"/>
                  <a:gd name="connsiteX6" fmla="*/ 1170384 w 2304256"/>
                  <a:gd name="connsiteY6" fmla="*/ 1581904 h 1581904"/>
                  <a:gd name="connsiteX7" fmla="*/ 632994 w 2304256"/>
                  <a:gd name="connsiteY7" fmla="*/ 1549466 h 1581904"/>
                  <a:gd name="connsiteX8" fmla="*/ 0 w 2304256"/>
                  <a:gd name="connsiteY8" fmla="*/ 916472 h 1581904"/>
                  <a:gd name="connsiteX9" fmla="*/ 0 w 2304256"/>
                  <a:gd name="connsiteY9" fmla="*/ 742300 h 1581904"/>
                  <a:gd name="connsiteX0" fmla="*/ 0 w 2304256"/>
                  <a:gd name="connsiteY0" fmla="*/ 721222 h 1560826"/>
                  <a:gd name="connsiteX1" fmla="*/ 622109 w 2304256"/>
                  <a:gd name="connsiteY1" fmla="*/ 55571 h 1560826"/>
                  <a:gd name="connsiteX2" fmla="*/ 1671262 w 2304256"/>
                  <a:gd name="connsiteY2" fmla="*/ 88228 h 1560826"/>
                  <a:gd name="connsiteX3" fmla="*/ 2304256 w 2304256"/>
                  <a:gd name="connsiteY3" fmla="*/ 721222 h 1560826"/>
                  <a:gd name="connsiteX4" fmla="*/ 2304256 w 2304256"/>
                  <a:gd name="connsiteY4" fmla="*/ 895394 h 1560826"/>
                  <a:gd name="connsiteX5" fmla="*/ 1671262 w 2304256"/>
                  <a:gd name="connsiteY5" fmla="*/ 1528388 h 1560826"/>
                  <a:gd name="connsiteX6" fmla="*/ 1170384 w 2304256"/>
                  <a:gd name="connsiteY6" fmla="*/ 1560826 h 1560826"/>
                  <a:gd name="connsiteX7" fmla="*/ 632994 w 2304256"/>
                  <a:gd name="connsiteY7" fmla="*/ 1528388 h 1560826"/>
                  <a:gd name="connsiteX8" fmla="*/ 0 w 2304256"/>
                  <a:gd name="connsiteY8" fmla="*/ 895394 h 1560826"/>
                  <a:gd name="connsiteX9" fmla="*/ 0 w 2304256"/>
                  <a:gd name="connsiteY9" fmla="*/ 721222 h 1560826"/>
                  <a:gd name="connsiteX0" fmla="*/ 0 w 2304256"/>
                  <a:gd name="connsiteY0" fmla="*/ 708108 h 1547712"/>
                  <a:gd name="connsiteX1" fmla="*/ 622109 w 2304256"/>
                  <a:gd name="connsiteY1" fmla="*/ 42457 h 1547712"/>
                  <a:gd name="connsiteX2" fmla="*/ 1671262 w 2304256"/>
                  <a:gd name="connsiteY2" fmla="*/ 75114 h 1547712"/>
                  <a:gd name="connsiteX3" fmla="*/ 2304256 w 2304256"/>
                  <a:gd name="connsiteY3" fmla="*/ 708108 h 1547712"/>
                  <a:gd name="connsiteX4" fmla="*/ 2304256 w 2304256"/>
                  <a:gd name="connsiteY4" fmla="*/ 882280 h 1547712"/>
                  <a:gd name="connsiteX5" fmla="*/ 1671262 w 2304256"/>
                  <a:gd name="connsiteY5" fmla="*/ 1515274 h 1547712"/>
                  <a:gd name="connsiteX6" fmla="*/ 1170384 w 2304256"/>
                  <a:gd name="connsiteY6" fmla="*/ 1547712 h 1547712"/>
                  <a:gd name="connsiteX7" fmla="*/ 632994 w 2304256"/>
                  <a:gd name="connsiteY7" fmla="*/ 1515274 h 1547712"/>
                  <a:gd name="connsiteX8" fmla="*/ 0 w 2304256"/>
                  <a:gd name="connsiteY8" fmla="*/ 882280 h 1547712"/>
                  <a:gd name="connsiteX9" fmla="*/ 0 w 2304256"/>
                  <a:gd name="connsiteY9" fmla="*/ 708108 h 1547712"/>
                  <a:gd name="connsiteX0" fmla="*/ 0 w 2304256"/>
                  <a:gd name="connsiteY0" fmla="*/ 719542 h 1559146"/>
                  <a:gd name="connsiteX1" fmla="*/ 622109 w 2304256"/>
                  <a:gd name="connsiteY1" fmla="*/ 53891 h 1559146"/>
                  <a:gd name="connsiteX2" fmla="*/ 1714805 w 2304256"/>
                  <a:gd name="connsiteY2" fmla="*/ 64776 h 1559146"/>
                  <a:gd name="connsiteX3" fmla="*/ 2304256 w 2304256"/>
                  <a:gd name="connsiteY3" fmla="*/ 719542 h 1559146"/>
                  <a:gd name="connsiteX4" fmla="*/ 2304256 w 2304256"/>
                  <a:gd name="connsiteY4" fmla="*/ 893714 h 1559146"/>
                  <a:gd name="connsiteX5" fmla="*/ 1671262 w 2304256"/>
                  <a:gd name="connsiteY5" fmla="*/ 1526708 h 1559146"/>
                  <a:gd name="connsiteX6" fmla="*/ 1170384 w 2304256"/>
                  <a:gd name="connsiteY6" fmla="*/ 1559146 h 1559146"/>
                  <a:gd name="connsiteX7" fmla="*/ 632994 w 2304256"/>
                  <a:gd name="connsiteY7" fmla="*/ 1526708 h 1559146"/>
                  <a:gd name="connsiteX8" fmla="*/ 0 w 2304256"/>
                  <a:gd name="connsiteY8" fmla="*/ 893714 h 1559146"/>
                  <a:gd name="connsiteX9" fmla="*/ 0 w 2304256"/>
                  <a:gd name="connsiteY9" fmla="*/ 719542 h 1559146"/>
                  <a:gd name="connsiteX0" fmla="*/ 0 w 2304256"/>
                  <a:gd name="connsiteY0" fmla="*/ 706676 h 1546280"/>
                  <a:gd name="connsiteX1" fmla="*/ 622109 w 2304256"/>
                  <a:gd name="connsiteY1" fmla="*/ 41025 h 1546280"/>
                  <a:gd name="connsiteX2" fmla="*/ 1714805 w 2304256"/>
                  <a:gd name="connsiteY2" fmla="*/ 51910 h 1546280"/>
                  <a:gd name="connsiteX3" fmla="*/ 2304256 w 2304256"/>
                  <a:gd name="connsiteY3" fmla="*/ 706676 h 1546280"/>
                  <a:gd name="connsiteX4" fmla="*/ 2304256 w 2304256"/>
                  <a:gd name="connsiteY4" fmla="*/ 880848 h 1546280"/>
                  <a:gd name="connsiteX5" fmla="*/ 1671262 w 2304256"/>
                  <a:gd name="connsiteY5" fmla="*/ 1513842 h 1546280"/>
                  <a:gd name="connsiteX6" fmla="*/ 1170384 w 2304256"/>
                  <a:gd name="connsiteY6" fmla="*/ 1546280 h 1546280"/>
                  <a:gd name="connsiteX7" fmla="*/ 632994 w 2304256"/>
                  <a:gd name="connsiteY7" fmla="*/ 1513842 h 1546280"/>
                  <a:gd name="connsiteX8" fmla="*/ 0 w 2304256"/>
                  <a:gd name="connsiteY8" fmla="*/ 880848 h 1546280"/>
                  <a:gd name="connsiteX9" fmla="*/ 0 w 2304256"/>
                  <a:gd name="connsiteY9" fmla="*/ 706676 h 1546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04256" h="1546280">
                    <a:moveTo>
                      <a:pt x="0" y="706676"/>
                    </a:moveTo>
                    <a:cubicBezTo>
                      <a:pt x="0" y="357083"/>
                      <a:pt x="337831" y="51911"/>
                      <a:pt x="622109" y="41025"/>
                    </a:cubicBezTo>
                    <a:cubicBezTo>
                      <a:pt x="965968" y="-10046"/>
                      <a:pt x="1425375" y="-20931"/>
                      <a:pt x="1714805" y="51910"/>
                    </a:cubicBezTo>
                    <a:cubicBezTo>
                      <a:pt x="2075284" y="128110"/>
                      <a:pt x="2304256" y="357083"/>
                      <a:pt x="2304256" y="706676"/>
                    </a:cubicBezTo>
                    <a:lnTo>
                      <a:pt x="2304256" y="880848"/>
                    </a:lnTo>
                    <a:cubicBezTo>
                      <a:pt x="2304256" y="1230441"/>
                      <a:pt x="2053512" y="1448528"/>
                      <a:pt x="1671262" y="1513842"/>
                    </a:cubicBezTo>
                    <a:cubicBezTo>
                      <a:pt x="1504303" y="1513769"/>
                      <a:pt x="1337343" y="1546353"/>
                      <a:pt x="1170384" y="1546280"/>
                    </a:cubicBezTo>
                    <a:lnTo>
                      <a:pt x="632994" y="1513842"/>
                    </a:lnTo>
                    <a:cubicBezTo>
                      <a:pt x="283401" y="1448528"/>
                      <a:pt x="0" y="1230441"/>
                      <a:pt x="0" y="880848"/>
                    </a:cubicBezTo>
                    <a:lnTo>
                      <a:pt x="0" y="70667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2987824" y="2457926"/>
                <a:ext cx="432048" cy="50405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395536" y="2457926"/>
                <a:ext cx="432048" cy="50405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547664" y="3898086"/>
                <a:ext cx="165600" cy="3824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2123728" y="3898086"/>
                <a:ext cx="165600" cy="3824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圆角矩形 20"/>
              <p:cNvSpPr/>
              <p:nvPr/>
            </p:nvSpPr>
            <p:spPr>
              <a:xfrm>
                <a:off x="944165" y="2003515"/>
                <a:ext cx="1899643" cy="841271"/>
              </a:xfrm>
              <a:custGeom>
                <a:avLst/>
                <a:gdLst>
                  <a:gd name="connsiteX0" fmla="*/ 0 w 1548172"/>
                  <a:gd name="connsiteY0" fmla="*/ 282184 h 648072"/>
                  <a:gd name="connsiteX1" fmla="*/ 282184 w 1548172"/>
                  <a:gd name="connsiteY1" fmla="*/ 0 h 648072"/>
                  <a:gd name="connsiteX2" fmla="*/ 1265988 w 1548172"/>
                  <a:gd name="connsiteY2" fmla="*/ 0 h 648072"/>
                  <a:gd name="connsiteX3" fmla="*/ 1548172 w 1548172"/>
                  <a:gd name="connsiteY3" fmla="*/ 282184 h 648072"/>
                  <a:gd name="connsiteX4" fmla="*/ 1548172 w 1548172"/>
                  <a:gd name="connsiteY4" fmla="*/ 365888 h 648072"/>
                  <a:gd name="connsiteX5" fmla="*/ 1265988 w 1548172"/>
                  <a:gd name="connsiteY5" fmla="*/ 648072 h 648072"/>
                  <a:gd name="connsiteX6" fmla="*/ 282184 w 1548172"/>
                  <a:gd name="connsiteY6" fmla="*/ 648072 h 648072"/>
                  <a:gd name="connsiteX7" fmla="*/ 0 w 1548172"/>
                  <a:gd name="connsiteY7" fmla="*/ 365888 h 648072"/>
                  <a:gd name="connsiteX8" fmla="*/ 0 w 1548172"/>
                  <a:gd name="connsiteY8" fmla="*/ 282184 h 648072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65988 w 1548172"/>
                  <a:gd name="connsiteY3" fmla="*/ 47211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65988 w 1548172"/>
                  <a:gd name="connsiteY3" fmla="*/ 47211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65988 w 1548172"/>
                  <a:gd name="connsiteY3" fmla="*/ 47358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65988 w 1548172"/>
                  <a:gd name="connsiteY3" fmla="*/ 47358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46799 w 1548172"/>
                  <a:gd name="connsiteY3" fmla="*/ 42549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46799 w 1548172"/>
                  <a:gd name="connsiteY3" fmla="*/ 42549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30009 h 695897"/>
                  <a:gd name="connsiteX1" fmla="*/ 307769 w 1548172"/>
                  <a:gd name="connsiteY1" fmla="*/ 29174 h 695897"/>
                  <a:gd name="connsiteX2" fmla="*/ 762609 w 1548172"/>
                  <a:gd name="connsiteY2" fmla="*/ 614 h 695897"/>
                  <a:gd name="connsiteX3" fmla="*/ 1246799 w 1548172"/>
                  <a:gd name="connsiteY3" fmla="*/ 43163 h 695897"/>
                  <a:gd name="connsiteX4" fmla="*/ 1548172 w 1548172"/>
                  <a:gd name="connsiteY4" fmla="*/ 330009 h 695897"/>
                  <a:gd name="connsiteX5" fmla="*/ 1548172 w 1548172"/>
                  <a:gd name="connsiteY5" fmla="*/ 413713 h 695897"/>
                  <a:gd name="connsiteX6" fmla="*/ 1265988 w 1548172"/>
                  <a:gd name="connsiteY6" fmla="*/ 695897 h 695897"/>
                  <a:gd name="connsiteX7" fmla="*/ 282184 w 1548172"/>
                  <a:gd name="connsiteY7" fmla="*/ 695897 h 695897"/>
                  <a:gd name="connsiteX8" fmla="*/ 0 w 1548172"/>
                  <a:gd name="connsiteY8" fmla="*/ 413713 h 695897"/>
                  <a:gd name="connsiteX9" fmla="*/ 0 w 1548172"/>
                  <a:gd name="connsiteY9" fmla="*/ 330009 h 695897"/>
                  <a:gd name="connsiteX0" fmla="*/ 18003 w 1566175"/>
                  <a:gd name="connsiteY0" fmla="*/ 330009 h 703170"/>
                  <a:gd name="connsiteX1" fmla="*/ 325772 w 1566175"/>
                  <a:gd name="connsiteY1" fmla="*/ 29174 h 703170"/>
                  <a:gd name="connsiteX2" fmla="*/ 780612 w 1566175"/>
                  <a:gd name="connsiteY2" fmla="*/ 614 h 703170"/>
                  <a:gd name="connsiteX3" fmla="*/ 1264802 w 1566175"/>
                  <a:gd name="connsiteY3" fmla="*/ 43163 h 703170"/>
                  <a:gd name="connsiteX4" fmla="*/ 1566175 w 1566175"/>
                  <a:gd name="connsiteY4" fmla="*/ 330009 h 703170"/>
                  <a:gd name="connsiteX5" fmla="*/ 1566175 w 1566175"/>
                  <a:gd name="connsiteY5" fmla="*/ 413713 h 703170"/>
                  <a:gd name="connsiteX6" fmla="*/ 1283991 w 1566175"/>
                  <a:gd name="connsiteY6" fmla="*/ 695897 h 703170"/>
                  <a:gd name="connsiteX7" fmla="*/ 300187 w 1566175"/>
                  <a:gd name="connsiteY7" fmla="*/ 695897 h 703170"/>
                  <a:gd name="connsiteX8" fmla="*/ 0 w 1566175"/>
                  <a:gd name="connsiteY8" fmla="*/ 597706 h 703170"/>
                  <a:gd name="connsiteX9" fmla="*/ 18003 w 1566175"/>
                  <a:gd name="connsiteY9" fmla="*/ 330009 h 703170"/>
                  <a:gd name="connsiteX0" fmla="*/ 18003 w 1584178"/>
                  <a:gd name="connsiteY0" fmla="*/ 330009 h 713073"/>
                  <a:gd name="connsiteX1" fmla="*/ 325772 w 1584178"/>
                  <a:gd name="connsiteY1" fmla="*/ 29174 h 713073"/>
                  <a:gd name="connsiteX2" fmla="*/ 780612 w 1584178"/>
                  <a:gd name="connsiteY2" fmla="*/ 614 h 713073"/>
                  <a:gd name="connsiteX3" fmla="*/ 1264802 w 1584178"/>
                  <a:gd name="connsiteY3" fmla="*/ 43163 h 713073"/>
                  <a:gd name="connsiteX4" fmla="*/ 1566175 w 1584178"/>
                  <a:gd name="connsiteY4" fmla="*/ 330009 h 713073"/>
                  <a:gd name="connsiteX5" fmla="*/ 1584178 w 1584178"/>
                  <a:gd name="connsiteY5" fmla="*/ 524108 h 713073"/>
                  <a:gd name="connsiteX6" fmla="*/ 1283991 w 1584178"/>
                  <a:gd name="connsiteY6" fmla="*/ 695897 h 713073"/>
                  <a:gd name="connsiteX7" fmla="*/ 300187 w 1584178"/>
                  <a:gd name="connsiteY7" fmla="*/ 695897 h 713073"/>
                  <a:gd name="connsiteX8" fmla="*/ 0 w 1584178"/>
                  <a:gd name="connsiteY8" fmla="*/ 597706 h 713073"/>
                  <a:gd name="connsiteX9" fmla="*/ 18003 w 1584178"/>
                  <a:gd name="connsiteY9" fmla="*/ 330009 h 713073"/>
                  <a:gd name="connsiteX0" fmla="*/ 9001 w 1575176"/>
                  <a:gd name="connsiteY0" fmla="*/ 330009 h 716799"/>
                  <a:gd name="connsiteX1" fmla="*/ 316770 w 1575176"/>
                  <a:gd name="connsiteY1" fmla="*/ 29174 h 716799"/>
                  <a:gd name="connsiteX2" fmla="*/ 771610 w 1575176"/>
                  <a:gd name="connsiteY2" fmla="*/ 614 h 716799"/>
                  <a:gd name="connsiteX3" fmla="*/ 1255800 w 1575176"/>
                  <a:gd name="connsiteY3" fmla="*/ 43163 h 716799"/>
                  <a:gd name="connsiteX4" fmla="*/ 1557173 w 1575176"/>
                  <a:gd name="connsiteY4" fmla="*/ 330009 h 716799"/>
                  <a:gd name="connsiteX5" fmla="*/ 1575176 w 1575176"/>
                  <a:gd name="connsiteY5" fmla="*/ 524108 h 716799"/>
                  <a:gd name="connsiteX6" fmla="*/ 1274989 w 1575176"/>
                  <a:gd name="connsiteY6" fmla="*/ 695897 h 716799"/>
                  <a:gd name="connsiteX7" fmla="*/ 291185 w 1575176"/>
                  <a:gd name="connsiteY7" fmla="*/ 695897 h 716799"/>
                  <a:gd name="connsiteX8" fmla="*/ 0 w 1575176"/>
                  <a:gd name="connsiteY8" fmla="*/ 533308 h 716799"/>
                  <a:gd name="connsiteX9" fmla="*/ 9001 w 1575176"/>
                  <a:gd name="connsiteY9" fmla="*/ 330009 h 716799"/>
                  <a:gd name="connsiteX0" fmla="*/ 9001 w 1575176"/>
                  <a:gd name="connsiteY0" fmla="*/ 330009 h 713073"/>
                  <a:gd name="connsiteX1" fmla="*/ 316770 w 1575176"/>
                  <a:gd name="connsiteY1" fmla="*/ 29174 h 713073"/>
                  <a:gd name="connsiteX2" fmla="*/ 771610 w 1575176"/>
                  <a:gd name="connsiteY2" fmla="*/ 614 h 713073"/>
                  <a:gd name="connsiteX3" fmla="*/ 1255800 w 1575176"/>
                  <a:gd name="connsiteY3" fmla="*/ 43163 h 713073"/>
                  <a:gd name="connsiteX4" fmla="*/ 1557173 w 1575176"/>
                  <a:gd name="connsiteY4" fmla="*/ 330009 h 713073"/>
                  <a:gd name="connsiteX5" fmla="*/ 1575176 w 1575176"/>
                  <a:gd name="connsiteY5" fmla="*/ 524108 h 713073"/>
                  <a:gd name="connsiteX6" fmla="*/ 1274989 w 1575176"/>
                  <a:gd name="connsiteY6" fmla="*/ 695897 h 713073"/>
                  <a:gd name="connsiteX7" fmla="*/ 291185 w 1575176"/>
                  <a:gd name="connsiteY7" fmla="*/ 695897 h 713073"/>
                  <a:gd name="connsiteX8" fmla="*/ 0 w 1575176"/>
                  <a:gd name="connsiteY8" fmla="*/ 597706 h 713073"/>
                  <a:gd name="connsiteX9" fmla="*/ 9001 w 1575176"/>
                  <a:gd name="connsiteY9" fmla="*/ 330009 h 713073"/>
                  <a:gd name="connsiteX0" fmla="*/ 9001 w 1557173"/>
                  <a:gd name="connsiteY0" fmla="*/ 330009 h 708752"/>
                  <a:gd name="connsiteX1" fmla="*/ 316770 w 1557173"/>
                  <a:gd name="connsiteY1" fmla="*/ 29174 h 708752"/>
                  <a:gd name="connsiteX2" fmla="*/ 771610 w 1557173"/>
                  <a:gd name="connsiteY2" fmla="*/ 614 h 708752"/>
                  <a:gd name="connsiteX3" fmla="*/ 1255800 w 1557173"/>
                  <a:gd name="connsiteY3" fmla="*/ 43163 h 708752"/>
                  <a:gd name="connsiteX4" fmla="*/ 1557173 w 1557173"/>
                  <a:gd name="connsiteY4" fmla="*/ 330009 h 708752"/>
                  <a:gd name="connsiteX5" fmla="*/ 1530167 w 1557173"/>
                  <a:gd name="connsiteY5" fmla="*/ 588506 h 708752"/>
                  <a:gd name="connsiteX6" fmla="*/ 1274989 w 1557173"/>
                  <a:gd name="connsiteY6" fmla="*/ 695897 h 708752"/>
                  <a:gd name="connsiteX7" fmla="*/ 291185 w 1557173"/>
                  <a:gd name="connsiteY7" fmla="*/ 695897 h 708752"/>
                  <a:gd name="connsiteX8" fmla="*/ 0 w 1557173"/>
                  <a:gd name="connsiteY8" fmla="*/ 597706 h 708752"/>
                  <a:gd name="connsiteX9" fmla="*/ 9001 w 1557173"/>
                  <a:gd name="connsiteY9" fmla="*/ 330009 h 708752"/>
                  <a:gd name="connsiteX0" fmla="*/ 9001 w 1575176"/>
                  <a:gd name="connsiteY0" fmla="*/ 330009 h 708752"/>
                  <a:gd name="connsiteX1" fmla="*/ 316770 w 1575176"/>
                  <a:gd name="connsiteY1" fmla="*/ 29174 h 708752"/>
                  <a:gd name="connsiteX2" fmla="*/ 771610 w 1575176"/>
                  <a:gd name="connsiteY2" fmla="*/ 614 h 708752"/>
                  <a:gd name="connsiteX3" fmla="*/ 1255800 w 1575176"/>
                  <a:gd name="connsiteY3" fmla="*/ 43163 h 708752"/>
                  <a:gd name="connsiteX4" fmla="*/ 1557173 w 1575176"/>
                  <a:gd name="connsiteY4" fmla="*/ 330009 h 708752"/>
                  <a:gd name="connsiteX5" fmla="*/ 1575176 w 1575176"/>
                  <a:gd name="connsiteY5" fmla="*/ 588506 h 708752"/>
                  <a:gd name="connsiteX6" fmla="*/ 1274989 w 1575176"/>
                  <a:gd name="connsiteY6" fmla="*/ 695897 h 708752"/>
                  <a:gd name="connsiteX7" fmla="*/ 291185 w 1575176"/>
                  <a:gd name="connsiteY7" fmla="*/ 695897 h 708752"/>
                  <a:gd name="connsiteX8" fmla="*/ 0 w 1575176"/>
                  <a:gd name="connsiteY8" fmla="*/ 597706 h 708752"/>
                  <a:gd name="connsiteX9" fmla="*/ 9001 w 1575176"/>
                  <a:gd name="connsiteY9" fmla="*/ 330009 h 708752"/>
                  <a:gd name="connsiteX0" fmla="*/ 9001 w 1582087"/>
                  <a:gd name="connsiteY0" fmla="*/ 330009 h 708752"/>
                  <a:gd name="connsiteX1" fmla="*/ 316770 w 1582087"/>
                  <a:gd name="connsiteY1" fmla="*/ 29174 h 708752"/>
                  <a:gd name="connsiteX2" fmla="*/ 771610 w 1582087"/>
                  <a:gd name="connsiteY2" fmla="*/ 614 h 708752"/>
                  <a:gd name="connsiteX3" fmla="*/ 1255800 w 1582087"/>
                  <a:gd name="connsiteY3" fmla="*/ 43163 h 708752"/>
                  <a:gd name="connsiteX4" fmla="*/ 1557173 w 1582087"/>
                  <a:gd name="connsiteY4" fmla="*/ 330009 h 708752"/>
                  <a:gd name="connsiteX5" fmla="*/ 1575176 w 1582087"/>
                  <a:gd name="connsiteY5" fmla="*/ 588506 h 708752"/>
                  <a:gd name="connsiteX6" fmla="*/ 1274989 w 1582087"/>
                  <a:gd name="connsiteY6" fmla="*/ 695897 h 708752"/>
                  <a:gd name="connsiteX7" fmla="*/ 291185 w 1582087"/>
                  <a:gd name="connsiteY7" fmla="*/ 695897 h 708752"/>
                  <a:gd name="connsiteX8" fmla="*/ 0 w 1582087"/>
                  <a:gd name="connsiteY8" fmla="*/ 597706 h 708752"/>
                  <a:gd name="connsiteX9" fmla="*/ 9001 w 1582087"/>
                  <a:gd name="connsiteY9" fmla="*/ 330009 h 708752"/>
                  <a:gd name="connsiteX0" fmla="*/ 9001 w 1582087"/>
                  <a:gd name="connsiteY0" fmla="*/ 330009 h 708752"/>
                  <a:gd name="connsiteX1" fmla="*/ 316770 w 1582087"/>
                  <a:gd name="connsiteY1" fmla="*/ 29174 h 708752"/>
                  <a:gd name="connsiteX2" fmla="*/ 771610 w 1582087"/>
                  <a:gd name="connsiteY2" fmla="*/ 614 h 708752"/>
                  <a:gd name="connsiteX3" fmla="*/ 1255800 w 1582087"/>
                  <a:gd name="connsiteY3" fmla="*/ 43163 h 708752"/>
                  <a:gd name="connsiteX4" fmla="*/ 1557173 w 1582087"/>
                  <a:gd name="connsiteY4" fmla="*/ 330009 h 708752"/>
                  <a:gd name="connsiteX5" fmla="*/ 1575176 w 1582087"/>
                  <a:gd name="connsiteY5" fmla="*/ 588506 h 708752"/>
                  <a:gd name="connsiteX6" fmla="*/ 1274989 w 1582087"/>
                  <a:gd name="connsiteY6" fmla="*/ 695897 h 708752"/>
                  <a:gd name="connsiteX7" fmla="*/ 291185 w 1582087"/>
                  <a:gd name="connsiteY7" fmla="*/ 695897 h 708752"/>
                  <a:gd name="connsiteX8" fmla="*/ 0 w 1582087"/>
                  <a:gd name="connsiteY8" fmla="*/ 597706 h 708752"/>
                  <a:gd name="connsiteX9" fmla="*/ 9001 w 1582087"/>
                  <a:gd name="connsiteY9" fmla="*/ 330009 h 708752"/>
                  <a:gd name="connsiteX0" fmla="*/ 0 w 1573086"/>
                  <a:gd name="connsiteY0" fmla="*/ 330009 h 709000"/>
                  <a:gd name="connsiteX1" fmla="*/ 307769 w 1573086"/>
                  <a:gd name="connsiteY1" fmla="*/ 29174 h 709000"/>
                  <a:gd name="connsiteX2" fmla="*/ 762609 w 1573086"/>
                  <a:gd name="connsiteY2" fmla="*/ 614 h 709000"/>
                  <a:gd name="connsiteX3" fmla="*/ 1246799 w 1573086"/>
                  <a:gd name="connsiteY3" fmla="*/ 43163 h 709000"/>
                  <a:gd name="connsiteX4" fmla="*/ 1548172 w 1573086"/>
                  <a:gd name="connsiteY4" fmla="*/ 330009 h 709000"/>
                  <a:gd name="connsiteX5" fmla="*/ 1566175 w 1573086"/>
                  <a:gd name="connsiteY5" fmla="*/ 588506 h 709000"/>
                  <a:gd name="connsiteX6" fmla="*/ 1265988 w 1573086"/>
                  <a:gd name="connsiteY6" fmla="*/ 695897 h 709000"/>
                  <a:gd name="connsiteX7" fmla="*/ 282184 w 1573086"/>
                  <a:gd name="connsiteY7" fmla="*/ 695897 h 709000"/>
                  <a:gd name="connsiteX8" fmla="*/ 18725 w 1573086"/>
                  <a:gd name="connsiteY8" fmla="*/ 593658 h 709000"/>
                  <a:gd name="connsiteX9" fmla="*/ 0 w 1573086"/>
                  <a:gd name="connsiteY9" fmla="*/ 330009 h 709000"/>
                  <a:gd name="connsiteX0" fmla="*/ 2642 w 1575728"/>
                  <a:gd name="connsiteY0" fmla="*/ 330009 h 709000"/>
                  <a:gd name="connsiteX1" fmla="*/ 310411 w 1575728"/>
                  <a:gd name="connsiteY1" fmla="*/ 29174 h 709000"/>
                  <a:gd name="connsiteX2" fmla="*/ 765251 w 1575728"/>
                  <a:gd name="connsiteY2" fmla="*/ 614 h 709000"/>
                  <a:gd name="connsiteX3" fmla="*/ 1249441 w 1575728"/>
                  <a:gd name="connsiteY3" fmla="*/ 43163 h 709000"/>
                  <a:gd name="connsiteX4" fmla="*/ 1550814 w 1575728"/>
                  <a:gd name="connsiteY4" fmla="*/ 330009 h 709000"/>
                  <a:gd name="connsiteX5" fmla="*/ 1568817 w 1575728"/>
                  <a:gd name="connsiteY5" fmla="*/ 588506 h 709000"/>
                  <a:gd name="connsiteX6" fmla="*/ 1268630 w 1575728"/>
                  <a:gd name="connsiteY6" fmla="*/ 695897 h 709000"/>
                  <a:gd name="connsiteX7" fmla="*/ 284826 w 1575728"/>
                  <a:gd name="connsiteY7" fmla="*/ 695897 h 709000"/>
                  <a:gd name="connsiteX8" fmla="*/ 21367 w 1575728"/>
                  <a:gd name="connsiteY8" fmla="*/ 593658 h 709000"/>
                  <a:gd name="connsiteX9" fmla="*/ 2642 w 1575728"/>
                  <a:gd name="connsiteY9" fmla="*/ 330009 h 709000"/>
                  <a:gd name="connsiteX0" fmla="*/ 7035 w 1580121"/>
                  <a:gd name="connsiteY0" fmla="*/ 330009 h 709000"/>
                  <a:gd name="connsiteX1" fmla="*/ 314804 w 1580121"/>
                  <a:gd name="connsiteY1" fmla="*/ 29174 h 709000"/>
                  <a:gd name="connsiteX2" fmla="*/ 769644 w 1580121"/>
                  <a:gd name="connsiteY2" fmla="*/ 614 h 709000"/>
                  <a:gd name="connsiteX3" fmla="*/ 1253834 w 1580121"/>
                  <a:gd name="connsiteY3" fmla="*/ 43163 h 709000"/>
                  <a:gd name="connsiteX4" fmla="*/ 1555207 w 1580121"/>
                  <a:gd name="connsiteY4" fmla="*/ 330009 h 709000"/>
                  <a:gd name="connsiteX5" fmla="*/ 1573210 w 1580121"/>
                  <a:gd name="connsiteY5" fmla="*/ 588506 h 709000"/>
                  <a:gd name="connsiteX6" fmla="*/ 1273023 w 1580121"/>
                  <a:gd name="connsiteY6" fmla="*/ 695897 h 709000"/>
                  <a:gd name="connsiteX7" fmla="*/ 289219 w 1580121"/>
                  <a:gd name="connsiteY7" fmla="*/ 695897 h 709000"/>
                  <a:gd name="connsiteX8" fmla="*/ 25760 w 1580121"/>
                  <a:gd name="connsiteY8" fmla="*/ 593658 h 709000"/>
                  <a:gd name="connsiteX9" fmla="*/ 7035 w 1580121"/>
                  <a:gd name="connsiteY9" fmla="*/ 330009 h 709000"/>
                  <a:gd name="connsiteX0" fmla="*/ 4060 w 1577146"/>
                  <a:gd name="connsiteY0" fmla="*/ 330009 h 707096"/>
                  <a:gd name="connsiteX1" fmla="*/ 311829 w 1577146"/>
                  <a:gd name="connsiteY1" fmla="*/ 29174 h 707096"/>
                  <a:gd name="connsiteX2" fmla="*/ 766669 w 1577146"/>
                  <a:gd name="connsiteY2" fmla="*/ 614 h 707096"/>
                  <a:gd name="connsiteX3" fmla="*/ 1250859 w 1577146"/>
                  <a:gd name="connsiteY3" fmla="*/ 43163 h 707096"/>
                  <a:gd name="connsiteX4" fmla="*/ 1552232 w 1577146"/>
                  <a:gd name="connsiteY4" fmla="*/ 330009 h 707096"/>
                  <a:gd name="connsiteX5" fmla="*/ 1570235 w 1577146"/>
                  <a:gd name="connsiteY5" fmla="*/ 588506 h 707096"/>
                  <a:gd name="connsiteX6" fmla="*/ 1270048 w 1577146"/>
                  <a:gd name="connsiteY6" fmla="*/ 695897 h 707096"/>
                  <a:gd name="connsiteX7" fmla="*/ 286244 w 1577146"/>
                  <a:gd name="connsiteY7" fmla="*/ 695897 h 707096"/>
                  <a:gd name="connsiteX8" fmla="*/ 30707 w 1577146"/>
                  <a:gd name="connsiteY8" fmla="*/ 626042 h 707096"/>
                  <a:gd name="connsiteX9" fmla="*/ 4060 w 1577146"/>
                  <a:gd name="connsiteY9" fmla="*/ 330009 h 707096"/>
                  <a:gd name="connsiteX0" fmla="*/ 4060 w 1561869"/>
                  <a:gd name="connsiteY0" fmla="*/ 330009 h 707096"/>
                  <a:gd name="connsiteX1" fmla="*/ 311829 w 1561869"/>
                  <a:gd name="connsiteY1" fmla="*/ 29174 h 707096"/>
                  <a:gd name="connsiteX2" fmla="*/ 766669 w 1561869"/>
                  <a:gd name="connsiteY2" fmla="*/ 614 h 707096"/>
                  <a:gd name="connsiteX3" fmla="*/ 1250859 w 1561869"/>
                  <a:gd name="connsiteY3" fmla="*/ 43163 h 707096"/>
                  <a:gd name="connsiteX4" fmla="*/ 1552232 w 1561869"/>
                  <a:gd name="connsiteY4" fmla="*/ 330009 h 707096"/>
                  <a:gd name="connsiteX5" fmla="*/ 1550431 w 1561869"/>
                  <a:gd name="connsiteY5" fmla="*/ 588506 h 707096"/>
                  <a:gd name="connsiteX6" fmla="*/ 1270048 w 1561869"/>
                  <a:gd name="connsiteY6" fmla="*/ 695897 h 707096"/>
                  <a:gd name="connsiteX7" fmla="*/ 286244 w 1561869"/>
                  <a:gd name="connsiteY7" fmla="*/ 695897 h 707096"/>
                  <a:gd name="connsiteX8" fmla="*/ 30707 w 1561869"/>
                  <a:gd name="connsiteY8" fmla="*/ 626042 h 707096"/>
                  <a:gd name="connsiteX9" fmla="*/ 4060 w 1561869"/>
                  <a:gd name="connsiteY9" fmla="*/ 330009 h 707096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57567" h="704953">
                    <a:moveTo>
                      <a:pt x="4060" y="330009"/>
                    </a:moveTo>
                    <a:cubicBezTo>
                      <a:pt x="4060" y="174163"/>
                      <a:pt x="149587" y="66476"/>
                      <a:pt x="311829" y="29174"/>
                    </a:cubicBezTo>
                    <a:cubicBezTo>
                      <a:pt x="531259" y="-9350"/>
                      <a:pt x="592013" y="1837"/>
                      <a:pt x="766669" y="614"/>
                    </a:cubicBezTo>
                    <a:cubicBezTo>
                      <a:pt x="919948" y="1837"/>
                      <a:pt x="1110373" y="9301"/>
                      <a:pt x="1250859" y="43163"/>
                    </a:cubicBezTo>
                    <a:cubicBezTo>
                      <a:pt x="1419498" y="66476"/>
                      <a:pt x="1552232" y="174163"/>
                      <a:pt x="1552232" y="330009"/>
                    </a:cubicBezTo>
                    <a:cubicBezTo>
                      <a:pt x="1558233" y="416175"/>
                      <a:pt x="1563513" y="516325"/>
                      <a:pt x="1542509" y="620890"/>
                    </a:cubicBezTo>
                    <a:cubicBezTo>
                      <a:pt x="1499081" y="678556"/>
                      <a:pt x="1479425" y="683396"/>
                      <a:pt x="1270048" y="695897"/>
                    </a:cubicBezTo>
                    <a:cubicBezTo>
                      <a:pt x="1060671" y="708398"/>
                      <a:pt x="492801" y="707539"/>
                      <a:pt x="286244" y="695897"/>
                    </a:cubicBezTo>
                    <a:cubicBezTo>
                      <a:pt x="79687" y="684255"/>
                      <a:pt x="77738" y="687023"/>
                      <a:pt x="30707" y="626042"/>
                    </a:cubicBezTo>
                    <a:cubicBezTo>
                      <a:pt x="-7222" y="534111"/>
                      <a:pt x="-1581" y="417892"/>
                      <a:pt x="4060" y="33000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梯形 43"/>
            <p:cNvSpPr/>
            <p:nvPr/>
          </p:nvSpPr>
          <p:spPr>
            <a:xfrm>
              <a:off x="3275872" y="3435846"/>
              <a:ext cx="144000" cy="72008"/>
            </a:xfrm>
            <a:prstGeom prst="trapezoi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梯形 44"/>
            <p:cNvSpPr/>
            <p:nvPr/>
          </p:nvSpPr>
          <p:spPr>
            <a:xfrm>
              <a:off x="3690000" y="3435846"/>
              <a:ext cx="136690" cy="72008"/>
            </a:xfrm>
            <a:prstGeom prst="trapezoi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66343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3528" y="-20538"/>
            <a:ext cx="1872208" cy="5184576"/>
            <a:chOff x="323528" y="-20538"/>
            <a:chExt cx="1872208" cy="5184576"/>
          </a:xfrm>
        </p:grpSpPr>
        <p:sp>
          <p:nvSpPr>
            <p:cNvPr id="3" name="矩形 2"/>
            <p:cNvSpPr/>
            <p:nvPr/>
          </p:nvSpPr>
          <p:spPr>
            <a:xfrm>
              <a:off x="323528" y="-13354"/>
              <a:ext cx="1872208" cy="5177392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39552" y="-1"/>
              <a:ext cx="1425716" cy="516403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755576" y="-20538"/>
              <a:ext cx="1008112" cy="5177391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1600" y="306000"/>
              <a:ext cx="504056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rgbClr val="FFFF66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影响说服效果三因素</a:t>
              </a:r>
              <a:endParaRPr lang="zh-CN" altLang="en-US" sz="3200" b="1" dirty="0">
                <a:solidFill>
                  <a:srgbClr val="FFFF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2771800" y="2499742"/>
            <a:ext cx="5184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9792" y="1698943"/>
            <a:ext cx="5256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影响说服效果的</a:t>
            </a:r>
            <a:r>
              <a:rPr lang="zh-CN" altLang="en-US" sz="4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说服者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因素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2771800" y="3361912"/>
            <a:ext cx="5184000" cy="19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99792" y="2582018"/>
            <a:ext cx="5472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影响说服效果的</a:t>
            </a:r>
            <a:r>
              <a:rPr lang="zh-CN" altLang="en-US" sz="4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说服信息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因素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2771800" y="4215740"/>
            <a:ext cx="5184000" cy="1219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99792" y="3435846"/>
            <a:ext cx="5472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影响说服效果的</a:t>
            </a:r>
            <a:r>
              <a:rPr lang="zh-CN" altLang="en-US" sz="4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被说服者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因素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39258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403648" y="506165"/>
            <a:ext cx="7560840" cy="769441"/>
            <a:chOff x="804520" y="279688"/>
            <a:chExt cx="7560840" cy="769441"/>
          </a:xfrm>
        </p:grpSpPr>
        <p:sp>
          <p:nvSpPr>
            <p:cNvPr id="16" name="TextBox 15"/>
            <p:cNvSpPr txBox="1"/>
            <p:nvPr/>
          </p:nvSpPr>
          <p:spPr>
            <a:xfrm>
              <a:off x="1020544" y="279688"/>
              <a:ext cx="73448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影响说服效果的</a:t>
              </a:r>
              <a:r>
                <a:rPr lang="zh-CN" altLang="en-US" sz="4400" b="1" spc="300" dirty="0" smtClean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说服者</a:t>
              </a:r>
              <a:r>
                <a:rPr lang="zh-CN" altLang="en-US" sz="3200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因素</a:t>
              </a:r>
              <a:endParaRPr lang="zh-CN" altLang="en-US" sz="3200" b="1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半闭框 12"/>
            <p:cNvSpPr/>
            <p:nvPr/>
          </p:nvSpPr>
          <p:spPr>
            <a:xfrm>
              <a:off x="804520" y="375534"/>
              <a:ext cx="288000" cy="252000"/>
            </a:xfrm>
            <a:prstGeom prst="halfFram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/>
            <p:cNvSpPr/>
            <p:nvPr/>
          </p:nvSpPr>
          <p:spPr>
            <a:xfrm flipH="1" flipV="1">
              <a:off x="6853192" y="771550"/>
              <a:ext cx="288000" cy="252000"/>
            </a:xfrm>
            <a:prstGeom prst="halfFram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040561" y="1919321"/>
            <a:ext cx="3131839" cy="952947"/>
            <a:chOff x="5040561" y="2172220"/>
            <a:chExt cx="3131839" cy="952947"/>
          </a:xfrm>
        </p:grpSpPr>
        <p:sp>
          <p:nvSpPr>
            <p:cNvPr id="9" name="矩形 8"/>
            <p:cNvSpPr/>
            <p:nvPr/>
          </p:nvSpPr>
          <p:spPr>
            <a:xfrm>
              <a:off x="5040561" y="2172220"/>
              <a:ext cx="3131839" cy="759570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spc="-15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             可靠性</a:t>
              </a:r>
              <a:endParaRPr lang="zh-CN" altLang="en-US" sz="3200" spc="-15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148064" y="2571750"/>
              <a:ext cx="1089526" cy="55341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48064" y="2427734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rPr>
                <a:t>T</a:t>
              </a:r>
              <a:r>
                <a:rPr lang="en-US" altLang="zh-CN" sz="3600" dirty="0" smtClean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rPr>
                <a:t>wo</a:t>
              </a:r>
              <a:endParaRPr lang="zh-CN" altLang="en-US" sz="3600" dirty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797157" y="3075806"/>
            <a:ext cx="3359019" cy="1296144"/>
            <a:chOff x="2699792" y="3147814"/>
            <a:chExt cx="3359019" cy="1296144"/>
          </a:xfrm>
        </p:grpSpPr>
        <p:sp>
          <p:nvSpPr>
            <p:cNvPr id="11" name="矩形 10"/>
            <p:cNvSpPr/>
            <p:nvPr/>
          </p:nvSpPr>
          <p:spPr>
            <a:xfrm>
              <a:off x="2699792" y="3678873"/>
              <a:ext cx="3359019" cy="765085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受欢迎程度</a:t>
              </a:r>
              <a:endParaRPr lang="zh-CN" altLang="en-US" sz="3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347864" y="3219822"/>
              <a:ext cx="2085773" cy="55341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91880" y="3147814"/>
              <a:ext cx="20162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 smtClean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rPr>
                <a:t>three</a:t>
              </a:r>
              <a:endParaRPr lang="zh-CN" altLang="en-US" sz="4400" dirty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931187" y="1919321"/>
            <a:ext cx="3131839" cy="759569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张海山锐谐体" pitchFamily="2" charset="-122"/>
              <a:ea typeface="张海山锐谐体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38890" y="2306365"/>
            <a:ext cx="1089526" cy="5534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838890" y="221345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rPr>
              <a:t>One</a:t>
            </a:r>
            <a:endParaRPr lang="zh-CN" altLang="en-US" sz="3600" dirty="0">
              <a:solidFill>
                <a:srgbClr val="FFFF00"/>
              </a:solidFill>
              <a:latin typeface="方正粗倩简体" pitchFamily="65" charset="-122"/>
              <a:ea typeface="方正粗倩简体" pitchFamily="65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6682" y="1923678"/>
            <a:ext cx="19230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400" spc="-15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专家资格</a:t>
            </a:r>
            <a:endParaRPr lang="zh-CN" altLang="en-US" sz="3400" spc="-15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等腰三角形 22"/>
          <p:cNvSpPr/>
          <p:nvPr/>
        </p:nvSpPr>
        <p:spPr>
          <a:xfrm flipV="1">
            <a:off x="4175447" y="2678891"/>
            <a:ext cx="756593" cy="540931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549622" y="4227934"/>
            <a:ext cx="0" cy="91556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7092280" y="2643758"/>
            <a:ext cx="0" cy="25922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927873" y="2571750"/>
            <a:ext cx="0" cy="25922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5846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7544" y="1707654"/>
            <a:ext cx="3228625" cy="792000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4985" y="954000"/>
            <a:ext cx="3414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</a:t>
            </a:r>
            <a:r>
              <a:rPr lang="zh-CN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某些方面具有</a:t>
            </a:r>
            <a:r>
              <a:rPr lang="zh-CN" altLang="zh-CN" sz="2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专长</a:t>
            </a:r>
            <a:r>
              <a:rPr lang="zh-CN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的人在说服他人时更为</a:t>
            </a:r>
            <a:r>
              <a:rPr lang="zh-CN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有效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376" y="557828"/>
            <a:ext cx="1939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专家资格</a:t>
            </a:r>
            <a:endParaRPr lang="zh-CN" altLang="en-US" sz="28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32" name="组合 1031"/>
          <p:cNvGrpSpPr/>
          <p:nvPr/>
        </p:nvGrpSpPr>
        <p:grpSpPr>
          <a:xfrm>
            <a:off x="1907703" y="4190379"/>
            <a:ext cx="5328593" cy="792000"/>
            <a:chOff x="5046957" y="517857"/>
            <a:chExt cx="3989226" cy="830273"/>
          </a:xfrm>
        </p:grpSpPr>
        <p:sp>
          <p:nvSpPr>
            <p:cNvPr id="60" name="矩形 59"/>
            <p:cNvSpPr/>
            <p:nvPr/>
          </p:nvSpPr>
          <p:spPr>
            <a:xfrm>
              <a:off x="5046957" y="517857"/>
              <a:ext cx="3972854" cy="830273"/>
            </a:xfrm>
            <a:prstGeom prst="rect">
              <a:avLst/>
            </a:prstGeom>
            <a:noFill/>
            <a:ln w="22225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90391" y="571911"/>
              <a:ext cx="3945792" cy="735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专业方向不同的人在各个领域的影响度不 同         </a:t>
              </a:r>
              <a:r>
                <a:rPr lang="en-US" altLang="zh-CN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,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在选择名人进行营销时不可仅考虑其强大的名气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888713" y="1816703"/>
            <a:ext cx="3528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spc="3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大叔推荐书籍一级棒</a:t>
            </a:r>
            <a:endParaRPr lang="en-US" altLang="zh-CN" sz="1700" spc="3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700" spc="3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大叔推荐面膜蒙圈圈</a:t>
            </a:r>
            <a:endParaRPr lang="zh-CN" altLang="en-US" sz="17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30" name="组合 1029"/>
          <p:cNvGrpSpPr/>
          <p:nvPr/>
        </p:nvGrpSpPr>
        <p:grpSpPr>
          <a:xfrm rot="21039059">
            <a:off x="3118275" y="2283360"/>
            <a:ext cx="987966" cy="800308"/>
            <a:chOff x="5479008" y="1213804"/>
            <a:chExt cx="2196244" cy="1779083"/>
          </a:xfrm>
        </p:grpSpPr>
        <p:grpSp>
          <p:nvGrpSpPr>
            <p:cNvPr id="39" name="组合 38"/>
            <p:cNvGrpSpPr/>
            <p:nvPr/>
          </p:nvGrpSpPr>
          <p:grpSpPr>
            <a:xfrm>
              <a:off x="5479008" y="1213804"/>
              <a:ext cx="2196244" cy="1779083"/>
              <a:chOff x="2447756" y="1728771"/>
              <a:chExt cx="2196244" cy="1779083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2447756" y="1728771"/>
                <a:ext cx="2196244" cy="1743079"/>
                <a:chOff x="395536" y="1880184"/>
                <a:chExt cx="3024336" cy="2400305"/>
              </a:xfrm>
            </p:grpSpPr>
            <p:sp>
              <p:nvSpPr>
                <p:cNvPr id="43" name="椭圆 42"/>
                <p:cNvSpPr/>
                <p:nvPr/>
              </p:nvSpPr>
              <p:spPr>
                <a:xfrm>
                  <a:off x="1223628" y="3250014"/>
                  <a:ext cx="1368152" cy="93610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>
                  <a:off x="1043608" y="3332093"/>
                  <a:ext cx="1728192" cy="5436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梯形 21"/>
                <p:cNvSpPr/>
                <p:nvPr/>
              </p:nvSpPr>
              <p:spPr>
                <a:xfrm>
                  <a:off x="1802693" y="3335663"/>
                  <a:ext cx="210023" cy="207567"/>
                </a:xfrm>
                <a:custGeom>
                  <a:avLst/>
                  <a:gdLst>
                    <a:gd name="connsiteX0" fmla="*/ 0 w 1440160"/>
                    <a:gd name="connsiteY0" fmla="*/ 1296144 h 1296144"/>
                    <a:gd name="connsiteX1" fmla="*/ 650612 w 1440160"/>
                    <a:gd name="connsiteY1" fmla="*/ 0 h 1296144"/>
                    <a:gd name="connsiteX2" fmla="*/ 789548 w 1440160"/>
                    <a:gd name="connsiteY2" fmla="*/ 0 h 1296144"/>
                    <a:gd name="connsiteX3" fmla="*/ 1440160 w 1440160"/>
                    <a:gd name="connsiteY3" fmla="*/ 1296144 h 1296144"/>
                    <a:gd name="connsiteX4" fmla="*/ 0 w 1440160"/>
                    <a:gd name="connsiteY4" fmla="*/ 1296144 h 1296144"/>
                    <a:gd name="connsiteX0" fmla="*/ 0 w 1440160"/>
                    <a:gd name="connsiteY0" fmla="*/ 1296144 h 1347376"/>
                    <a:gd name="connsiteX1" fmla="*/ 650612 w 1440160"/>
                    <a:gd name="connsiteY1" fmla="*/ 0 h 1347376"/>
                    <a:gd name="connsiteX2" fmla="*/ 789548 w 1440160"/>
                    <a:gd name="connsiteY2" fmla="*/ 0 h 1347376"/>
                    <a:gd name="connsiteX3" fmla="*/ 1440160 w 1440160"/>
                    <a:gd name="connsiteY3" fmla="*/ 1296144 h 1347376"/>
                    <a:gd name="connsiteX4" fmla="*/ 713386 w 1440160"/>
                    <a:gd name="connsiteY4" fmla="*/ 1347107 h 1347376"/>
                    <a:gd name="connsiteX5" fmla="*/ 0 w 1440160"/>
                    <a:gd name="connsiteY5" fmla="*/ 1296144 h 1347376"/>
                    <a:gd name="connsiteX0" fmla="*/ 0 w 1440160"/>
                    <a:gd name="connsiteY0" fmla="*/ 1296144 h 1379942"/>
                    <a:gd name="connsiteX1" fmla="*/ 650612 w 1440160"/>
                    <a:gd name="connsiteY1" fmla="*/ 0 h 1379942"/>
                    <a:gd name="connsiteX2" fmla="*/ 789548 w 1440160"/>
                    <a:gd name="connsiteY2" fmla="*/ 0 h 1379942"/>
                    <a:gd name="connsiteX3" fmla="*/ 1440160 w 1440160"/>
                    <a:gd name="connsiteY3" fmla="*/ 1296144 h 1379942"/>
                    <a:gd name="connsiteX4" fmla="*/ 724271 w 1440160"/>
                    <a:gd name="connsiteY4" fmla="*/ 1379764 h 1379942"/>
                    <a:gd name="connsiteX5" fmla="*/ 0 w 1440160"/>
                    <a:gd name="connsiteY5" fmla="*/ 1296144 h 1379942"/>
                    <a:gd name="connsiteX0" fmla="*/ 0 w 1440160"/>
                    <a:gd name="connsiteY0" fmla="*/ 1296144 h 1423429"/>
                    <a:gd name="connsiteX1" fmla="*/ 650612 w 1440160"/>
                    <a:gd name="connsiteY1" fmla="*/ 0 h 1423429"/>
                    <a:gd name="connsiteX2" fmla="*/ 789548 w 1440160"/>
                    <a:gd name="connsiteY2" fmla="*/ 0 h 1423429"/>
                    <a:gd name="connsiteX3" fmla="*/ 1440160 w 1440160"/>
                    <a:gd name="connsiteY3" fmla="*/ 1296144 h 1423429"/>
                    <a:gd name="connsiteX4" fmla="*/ 702500 w 1440160"/>
                    <a:gd name="connsiteY4" fmla="*/ 1423307 h 1423429"/>
                    <a:gd name="connsiteX5" fmla="*/ 0 w 1440160"/>
                    <a:gd name="connsiteY5" fmla="*/ 1296144 h 1423429"/>
                    <a:gd name="connsiteX0" fmla="*/ 0 w 1440160"/>
                    <a:gd name="connsiteY0" fmla="*/ 1296144 h 1423307"/>
                    <a:gd name="connsiteX1" fmla="*/ 650612 w 1440160"/>
                    <a:gd name="connsiteY1" fmla="*/ 0 h 1423307"/>
                    <a:gd name="connsiteX2" fmla="*/ 789548 w 1440160"/>
                    <a:gd name="connsiteY2" fmla="*/ 0 h 1423307"/>
                    <a:gd name="connsiteX3" fmla="*/ 1440160 w 1440160"/>
                    <a:gd name="connsiteY3" fmla="*/ 1296144 h 1423307"/>
                    <a:gd name="connsiteX4" fmla="*/ 702500 w 1440160"/>
                    <a:gd name="connsiteY4" fmla="*/ 1423307 h 1423307"/>
                    <a:gd name="connsiteX5" fmla="*/ 0 w 1440160"/>
                    <a:gd name="connsiteY5" fmla="*/ 1296144 h 142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160" h="1423307">
                      <a:moveTo>
                        <a:pt x="0" y="1296144"/>
                      </a:moveTo>
                      <a:lnTo>
                        <a:pt x="650612" y="0"/>
                      </a:lnTo>
                      <a:lnTo>
                        <a:pt x="789548" y="0"/>
                      </a:lnTo>
                      <a:lnTo>
                        <a:pt x="1440160" y="1296144"/>
                      </a:lnTo>
                      <a:cubicBezTo>
                        <a:pt x="1219673" y="1291360"/>
                        <a:pt x="912102" y="1395433"/>
                        <a:pt x="702500" y="1423307"/>
                      </a:cubicBezTo>
                      <a:lnTo>
                        <a:pt x="0" y="129614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椭圆 22"/>
                <p:cNvSpPr/>
                <p:nvPr/>
              </p:nvSpPr>
              <p:spPr>
                <a:xfrm>
                  <a:off x="1835110" y="3448343"/>
                  <a:ext cx="145545" cy="571396"/>
                </a:xfrm>
                <a:custGeom>
                  <a:avLst/>
                  <a:gdLst>
                    <a:gd name="connsiteX0" fmla="*/ 0 w 230256"/>
                    <a:gd name="connsiteY0" fmla="*/ 460150 h 920300"/>
                    <a:gd name="connsiteX1" fmla="*/ 115128 w 230256"/>
                    <a:gd name="connsiteY1" fmla="*/ 0 h 920300"/>
                    <a:gd name="connsiteX2" fmla="*/ 230256 w 230256"/>
                    <a:gd name="connsiteY2" fmla="*/ 460150 h 920300"/>
                    <a:gd name="connsiteX3" fmla="*/ 115128 w 230256"/>
                    <a:gd name="connsiteY3" fmla="*/ 920300 h 920300"/>
                    <a:gd name="connsiteX4" fmla="*/ 0 w 230256"/>
                    <a:gd name="connsiteY4" fmla="*/ 460150 h 920300"/>
                    <a:gd name="connsiteX0" fmla="*/ 0 w 232626"/>
                    <a:gd name="connsiteY0" fmla="*/ 469660 h 929810"/>
                    <a:gd name="connsiteX1" fmla="*/ 115128 w 232626"/>
                    <a:gd name="connsiteY1" fmla="*/ 9510 h 929810"/>
                    <a:gd name="connsiteX2" fmla="*/ 169523 w 232626"/>
                    <a:gd name="connsiteY2" fmla="*/ 182650 h 929810"/>
                    <a:gd name="connsiteX3" fmla="*/ 230256 w 232626"/>
                    <a:gd name="connsiteY3" fmla="*/ 469660 h 929810"/>
                    <a:gd name="connsiteX4" fmla="*/ 115128 w 232626"/>
                    <a:gd name="connsiteY4" fmla="*/ 929810 h 929810"/>
                    <a:gd name="connsiteX5" fmla="*/ 0 w 232626"/>
                    <a:gd name="connsiteY5" fmla="*/ 469660 h 929810"/>
                    <a:gd name="connsiteX0" fmla="*/ 306 w 232932"/>
                    <a:gd name="connsiteY0" fmla="*/ 460511 h 920661"/>
                    <a:gd name="connsiteX1" fmla="*/ 82743 w 232932"/>
                    <a:gd name="connsiteY1" fmla="*/ 217044 h 920661"/>
                    <a:gd name="connsiteX2" fmla="*/ 115434 w 232932"/>
                    <a:gd name="connsiteY2" fmla="*/ 361 h 920661"/>
                    <a:gd name="connsiteX3" fmla="*/ 169829 w 232932"/>
                    <a:gd name="connsiteY3" fmla="*/ 173501 h 920661"/>
                    <a:gd name="connsiteX4" fmla="*/ 230562 w 232932"/>
                    <a:gd name="connsiteY4" fmla="*/ 460511 h 920661"/>
                    <a:gd name="connsiteX5" fmla="*/ 115434 w 232932"/>
                    <a:gd name="connsiteY5" fmla="*/ 920661 h 920661"/>
                    <a:gd name="connsiteX6" fmla="*/ 306 w 232932"/>
                    <a:gd name="connsiteY6" fmla="*/ 460511 h 920661"/>
                    <a:gd name="connsiteX0" fmla="*/ 1793 w 234419"/>
                    <a:gd name="connsiteY0" fmla="*/ 460150 h 920300"/>
                    <a:gd name="connsiteX1" fmla="*/ 51573 w 234419"/>
                    <a:gd name="connsiteY1" fmla="*/ 173141 h 920300"/>
                    <a:gd name="connsiteX2" fmla="*/ 116921 w 234419"/>
                    <a:gd name="connsiteY2" fmla="*/ 0 h 920300"/>
                    <a:gd name="connsiteX3" fmla="*/ 171316 w 234419"/>
                    <a:gd name="connsiteY3" fmla="*/ 173140 h 920300"/>
                    <a:gd name="connsiteX4" fmla="*/ 232049 w 234419"/>
                    <a:gd name="connsiteY4" fmla="*/ 460150 h 920300"/>
                    <a:gd name="connsiteX5" fmla="*/ 116921 w 234419"/>
                    <a:gd name="connsiteY5" fmla="*/ 920300 h 920300"/>
                    <a:gd name="connsiteX6" fmla="*/ 1793 w 234419"/>
                    <a:gd name="connsiteY6" fmla="*/ 460150 h 920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4419" h="920300">
                      <a:moveTo>
                        <a:pt x="1793" y="460150"/>
                      </a:moveTo>
                      <a:cubicBezTo>
                        <a:pt x="-9098" y="335623"/>
                        <a:pt x="32385" y="249833"/>
                        <a:pt x="51573" y="173141"/>
                      </a:cubicBezTo>
                      <a:cubicBezTo>
                        <a:pt x="70761" y="96449"/>
                        <a:pt x="96964" y="0"/>
                        <a:pt x="116921" y="0"/>
                      </a:cubicBezTo>
                      <a:cubicBezTo>
                        <a:pt x="136878" y="0"/>
                        <a:pt x="152128" y="96448"/>
                        <a:pt x="171316" y="173140"/>
                      </a:cubicBezTo>
                      <a:cubicBezTo>
                        <a:pt x="190504" y="249832"/>
                        <a:pt x="246558" y="335623"/>
                        <a:pt x="232049" y="460150"/>
                      </a:cubicBezTo>
                      <a:cubicBezTo>
                        <a:pt x="217540" y="584677"/>
                        <a:pt x="180504" y="920300"/>
                        <a:pt x="116921" y="920300"/>
                      </a:cubicBezTo>
                      <a:cubicBezTo>
                        <a:pt x="53338" y="920300"/>
                        <a:pt x="12684" y="584677"/>
                        <a:pt x="1793" y="4601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2411760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1223628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圆角矩形 3"/>
                <p:cNvSpPr/>
                <p:nvPr/>
              </p:nvSpPr>
              <p:spPr>
                <a:xfrm>
                  <a:off x="755576" y="1880184"/>
                  <a:ext cx="2304256" cy="1546280"/>
                </a:xfrm>
                <a:custGeom>
                  <a:avLst/>
                  <a:gdLst>
                    <a:gd name="connsiteX0" fmla="*/ 0 w 2304256"/>
                    <a:gd name="connsiteY0" fmla="*/ 632994 h 1440160"/>
                    <a:gd name="connsiteX1" fmla="*/ 632994 w 2304256"/>
                    <a:gd name="connsiteY1" fmla="*/ 0 h 1440160"/>
                    <a:gd name="connsiteX2" fmla="*/ 1671262 w 2304256"/>
                    <a:gd name="connsiteY2" fmla="*/ 0 h 1440160"/>
                    <a:gd name="connsiteX3" fmla="*/ 2304256 w 2304256"/>
                    <a:gd name="connsiteY3" fmla="*/ 632994 h 1440160"/>
                    <a:gd name="connsiteX4" fmla="*/ 2304256 w 2304256"/>
                    <a:gd name="connsiteY4" fmla="*/ 807166 h 1440160"/>
                    <a:gd name="connsiteX5" fmla="*/ 1671262 w 2304256"/>
                    <a:gd name="connsiteY5" fmla="*/ 1440160 h 1440160"/>
                    <a:gd name="connsiteX6" fmla="*/ 632994 w 2304256"/>
                    <a:gd name="connsiteY6" fmla="*/ 1440160 h 1440160"/>
                    <a:gd name="connsiteX7" fmla="*/ 0 w 2304256"/>
                    <a:gd name="connsiteY7" fmla="*/ 807166 h 1440160"/>
                    <a:gd name="connsiteX8" fmla="*/ 0 w 2304256"/>
                    <a:gd name="connsiteY8" fmla="*/ 632994 h 1440160"/>
                    <a:gd name="connsiteX0" fmla="*/ 0 w 2304256"/>
                    <a:gd name="connsiteY0" fmla="*/ 684397 h 1491563"/>
                    <a:gd name="connsiteX1" fmla="*/ 632994 w 2304256"/>
                    <a:gd name="connsiteY1" fmla="*/ 51403 h 1491563"/>
                    <a:gd name="connsiteX2" fmla="*/ 1192155 w 2304256"/>
                    <a:gd name="connsiteY2" fmla="*/ 0 h 1491563"/>
                    <a:gd name="connsiteX3" fmla="*/ 1671262 w 2304256"/>
                    <a:gd name="connsiteY3" fmla="*/ 51403 h 1491563"/>
                    <a:gd name="connsiteX4" fmla="*/ 2304256 w 2304256"/>
                    <a:gd name="connsiteY4" fmla="*/ 684397 h 1491563"/>
                    <a:gd name="connsiteX5" fmla="*/ 2304256 w 2304256"/>
                    <a:gd name="connsiteY5" fmla="*/ 858569 h 1491563"/>
                    <a:gd name="connsiteX6" fmla="*/ 1671262 w 2304256"/>
                    <a:gd name="connsiteY6" fmla="*/ 1491563 h 1491563"/>
                    <a:gd name="connsiteX7" fmla="*/ 632994 w 2304256"/>
                    <a:gd name="connsiteY7" fmla="*/ 1491563 h 1491563"/>
                    <a:gd name="connsiteX8" fmla="*/ 0 w 2304256"/>
                    <a:gd name="connsiteY8" fmla="*/ 858569 h 1491563"/>
                    <a:gd name="connsiteX9" fmla="*/ 0 w 2304256"/>
                    <a:gd name="connsiteY9" fmla="*/ 684397 h 1491563"/>
                    <a:gd name="connsiteX0" fmla="*/ 0 w 2304256"/>
                    <a:gd name="connsiteY0" fmla="*/ 703032 h 1510198"/>
                    <a:gd name="connsiteX1" fmla="*/ 632994 w 2304256"/>
                    <a:gd name="connsiteY1" fmla="*/ 70038 h 1510198"/>
                    <a:gd name="connsiteX2" fmla="*/ 1007098 w 2304256"/>
                    <a:gd name="connsiteY2" fmla="*/ 7751 h 1510198"/>
                    <a:gd name="connsiteX3" fmla="*/ 1192155 w 2304256"/>
                    <a:gd name="connsiteY3" fmla="*/ 18635 h 1510198"/>
                    <a:gd name="connsiteX4" fmla="*/ 1671262 w 2304256"/>
                    <a:gd name="connsiteY4" fmla="*/ 70038 h 1510198"/>
                    <a:gd name="connsiteX5" fmla="*/ 2304256 w 2304256"/>
                    <a:gd name="connsiteY5" fmla="*/ 703032 h 1510198"/>
                    <a:gd name="connsiteX6" fmla="*/ 2304256 w 2304256"/>
                    <a:gd name="connsiteY6" fmla="*/ 877204 h 1510198"/>
                    <a:gd name="connsiteX7" fmla="*/ 1671262 w 2304256"/>
                    <a:gd name="connsiteY7" fmla="*/ 1510198 h 1510198"/>
                    <a:gd name="connsiteX8" fmla="*/ 632994 w 2304256"/>
                    <a:gd name="connsiteY8" fmla="*/ 1510198 h 1510198"/>
                    <a:gd name="connsiteX9" fmla="*/ 0 w 2304256"/>
                    <a:gd name="connsiteY9" fmla="*/ 877204 h 1510198"/>
                    <a:gd name="connsiteX10" fmla="*/ 0 w 2304256"/>
                    <a:gd name="connsiteY10" fmla="*/ 703032 h 1510198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28889 h 1568493"/>
                    <a:gd name="connsiteX1" fmla="*/ 632994 w 2304256"/>
                    <a:gd name="connsiteY1" fmla="*/ 95895 h 1568493"/>
                    <a:gd name="connsiteX2" fmla="*/ 1007098 w 2304256"/>
                    <a:gd name="connsiteY2" fmla="*/ 33608 h 1568493"/>
                    <a:gd name="connsiteX3" fmla="*/ 1192155 w 2304256"/>
                    <a:gd name="connsiteY3" fmla="*/ 44492 h 1568493"/>
                    <a:gd name="connsiteX4" fmla="*/ 1268355 w 2304256"/>
                    <a:gd name="connsiteY4" fmla="*/ 951 h 1568493"/>
                    <a:gd name="connsiteX5" fmla="*/ 1671262 w 2304256"/>
                    <a:gd name="connsiteY5" fmla="*/ 95895 h 1568493"/>
                    <a:gd name="connsiteX6" fmla="*/ 2304256 w 2304256"/>
                    <a:gd name="connsiteY6" fmla="*/ 728889 h 1568493"/>
                    <a:gd name="connsiteX7" fmla="*/ 2304256 w 2304256"/>
                    <a:gd name="connsiteY7" fmla="*/ 903061 h 1568493"/>
                    <a:gd name="connsiteX8" fmla="*/ 1671262 w 2304256"/>
                    <a:gd name="connsiteY8" fmla="*/ 1536055 h 1568493"/>
                    <a:gd name="connsiteX9" fmla="*/ 1170384 w 2304256"/>
                    <a:gd name="connsiteY9" fmla="*/ 1568493 h 1568493"/>
                    <a:gd name="connsiteX10" fmla="*/ 632994 w 2304256"/>
                    <a:gd name="connsiteY10" fmla="*/ 1536055 h 1568493"/>
                    <a:gd name="connsiteX11" fmla="*/ 0 w 2304256"/>
                    <a:gd name="connsiteY11" fmla="*/ 903061 h 1568493"/>
                    <a:gd name="connsiteX12" fmla="*/ 0 w 2304256"/>
                    <a:gd name="connsiteY12" fmla="*/ 728889 h 1568493"/>
                    <a:gd name="connsiteX0" fmla="*/ 0 w 2304256"/>
                    <a:gd name="connsiteY0" fmla="*/ 730117 h 1569721"/>
                    <a:gd name="connsiteX1" fmla="*/ 632994 w 2304256"/>
                    <a:gd name="connsiteY1" fmla="*/ 97123 h 1569721"/>
                    <a:gd name="connsiteX2" fmla="*/ 1007098 w 2304256"/>
                    <a:gd name="connsiteY2" fmla="*/ 34836 h 1569721"/>
                    <a:gd name="connsiteX3" fmla="*/ 1148613 w 2304256"/>
                    <a:gd name="connsiteY3" fmla="*/ 13063 h 1569721"/>
                    <a:gd name="connsiteX4" fmla="*/ 1268355 w 2304256"/>
                    <a:gd name="connsiteY4" fmla="*/ 2179 h 1569721"/>
                    <a:gd name="connsiteX5" fmla="*/ 1671262 w 2304256"/>
                    <a:gd name="connsiteY5" fmla="*/ 97123 h 1569721"/>
                    <a:gd name="connsiteX6" fmla="*/ 2304256 w 2304256"/>
                    <a:gd name="connsiteY6" fmla="*/ 730117 h 1569721"/>
                    <a:gd name="connsiteX7" fmla="*/ 2304256 w 2304256"/>
                    <a:gd name="connsiteY7" fmla="*/ 904289 h 1569721"/>
                    <a:gd name="connsiteX8" fmla="*/ 1671262 w 2304256"/>
                    <a:gd name="connsiteY8" fmla="*/ 1537283 h 1569721"/>
                    <a:gd name="connsiteX9" fmla="*/ 1170384 w 2304256"/>
                    <a:gd name="connsiteY9" fmla="*/ 1569721 h 1569721"/>
                    <a:gd name="connsiteX10" fmla="*/ 632994 w 2304256"/>
                    <a:gd name="connsiteY10" fmla="*/ 1537283 h 1569721"/>
                    <a:gd name="connsiteX11" fmla="*/ 0 w 2304256"/>
                    <a:gd name="connsiteY11" fmla="*/ 904289 h 1569721"/>
                    <a:gd name="connsiteX12" fmla="*/ 0 w 2304256"/>
                    <a:gd name="connsiteY12" fmla="*/ 730117 h 1569721"/>
                    <a:gd name="connsiteX0" fmla="*/ 0 w 2304256"/>
                    <a:gd name="connsiteY0" fmla="*/ 730238 h 1569842"/>
                    <a:gd name="connsiteX1" fmla="*/ 632994 w 2304256"/>
                    <a:gd name="connsiteY1" fmla="*/ 97244 h 1569842"/>
                    <a:gd name="connsiteX2" fmla="*/ 1007098 w 2304256"/>
                    <a:gd name="connsiteY2" fmla="*/ 34957 h 1569842"/>
                    <a:gd name="connsiteX3" fmla="*/ 1268355 w 2304256"/>
                    <a:gd name="connsiteY3" fmla="*/ 2300 h 1569842"/>
                    <a:gd name="connsiteX4" fmla="*/ 1671262 w 2304256"/>
                    <a:gd name="connsiteY4" fmla="*/ 97244 h 1569842"/>
                    <a:gd name="connsiteX5" fmla="*/ 2304256 w 2304256"/>
                    <a:gd name="connsiteY5" fmla="*/ 730238 h 1569842"/>
                    <a:gd name="connsiteX6" fmla="*/ 2304256 w 2304256"/>
                    <a:gd name="connsiteY6" fmla="*/ 904410 h 1569842"/>
                    <a:gd name="connsiteX7" fmla="*/ 1671262 w 2304256"/>
                    <a:gd name="connsiteY7" fmla="*/ 1537404 h 1569842"/>
                    <a:gd name="connsiteX8" fmla="*/ 1170384 w 2304256"/>
                    <a:gd name="connsiteY8" fmla="*/ 1569842 h 1569842"/>
                    <a:gd name="connsiteX9" fmla="*/ 632994 w 2304256"/>
                    <a:gd name="connsiteY9" fmla="*/ 1537404 h 1569842"/>
                    <a:gd name="connsiteX10" fmla="*/ 0 w 2304256"/>
                    <a:gd name="connsiteY10" fmla="*/ 904410 h 1569842"/>
                    <a:gd name="connsiteX11" fmla="*/ 0 w 2304256"/>
                    <a:gd name="connsiteY11" fmla="*/ 730238 h 1569842"/>
                    <a:gd name="connsiteX0" fmla="*/ 0 w 2304256"/>
                    <a:gd name="connsiteY0" fmla="*/ 707656 h 1547260"/>
                    <a:gd name="connsiteX1" fmla="*/ 632994 w 2304256"/>
                    <a:gd name="connsiteY1" fmla="*/ 74662 h 1547260"/>
                    <a:gd name="connsiteX2" fmla="*/ 1007098 w 2304256"/>
                    <a:gd name="connsiteY2" fmla="*/ 12375 h 1547260"/>
                    <a:gd name="connsiteX3" fmla="*/ 1671262 w 2304256"/>
                    <a:gd name="connsiteY3" fmla="*/ 74662 h 1547260"/>
                    <a:gd name="connsiteX4" fmla="*/ 2304256 w 2304256"/>
                    <a:gd name="connsiteY4" fmla="*/ 707656 h 1547260"/>
                    <a:gd name="connsiteX5" fmla="*/ 2304256 w 2304256"/>
                    <a:gd name="connsiteY5" fmla="*/ 881828 h 1547260"/>
                    <a:gd name="connsiteX6" fmla="*/ 1671262 w 2304256"/>
                    <a:gd name="connsiteY6" fmla="*/ 1514822 h 1547260"/>
                    <a:gd name="connsiteX7" fmla="*/ 1170384 w 2304256"/>
                    <a:gd name="connsiteY7" fmla="*/ 1547260 h 1547260"/>
                    <a:gd name="connsiteX8" fmla="*/ 632994 w 2304256"/>
                    <a:gd name="connsiteY8" fmla="*/ 1514822 h 1547260"/>
                    <a:gd name="connsiteX9" fmla="*/ 0 w 2304256"/>
                    <a:gd name="connsiteY9" fmla="*/ 881828 h 1547260"/>
                    <a:gd name="connsiteX10" fmla="*/ 0 w 2304256"/>
                    <a:gd name="connsiteY10" fmla="*/ 707656 h 1547260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95051 h 1534655"/>
                    <a:gd name="connsiteX1" fmla="*/ 632994 w 2304256"/>
                    <a:gd name="connsiteY1" fmla="*/ 62057 h 1534655"/>
                    <a:gd name="connsiteX2" fmla="*/ 1431641 w 2304256"/>
                    <a:gd name="connsiteY2" fmla="*/ 32428 h 1534655"/>
                    <a:gd name="connsiteX3" fmla="*/ 1671262 w 2304256"/>
                    <a:gd name="connsiteY3" fmla="*/ 62057 h 1534655"/>
                    <a:gd name="connsiteX4" fmla="*/ 2304256 w 2304256"/>
                    <a:gd name="connsiteY4" fmla="*/ 695051 h 1534655"/>
                    <a:gd name="connsiteX5" fmla="*/ 2304256 w 2304256"/>
                    <a:gd name="connsiteY5" fmla="*/ 869223 h 1534655"/>
                    <a:gd name="connsiteX6" fmla="*/ 1671262 w 2304256"/>
                    <a:gd name="connsiteY6" fmla="*/ 1502217 h 1534655"/>
                    <a:gd name="connsiteX7" fmla="*/ 1170384 w 2304256"/>
                    <a:gd name="connsiteY7" fmla="*/ 1534655 h 1534655"/>
                    <a:gd name="connsiteX8" fmla="*/ 632994 w 2304256"/>
                    <a:gd name="connsiteY8" fmla="*/ 1502217 h 1534655"/>
                    <a:gd name="connsiteX9" fmla="*/ 0 w 2304256"/>
                    <a:gd name="connsiteY9" fmla="*/ 869223 h 1534655"/>
                    <a:gd name="connsiteX10" fmla="*/ 0 w 2304256"/>
                    <a:gd name="connsiteY10" fmla="*/ 695051 h 1534655"/>
                    <a:gd name="connsiteX0" fmla="*/ 0 w 2304256"/>
                    <a:gd name="connsiteY0" fmla="*/ 705322 h 1544926"/>
                    <a:gd name="connsiteX1" fmla="*/ 632994 w 2304256"/>
                    <a:gd name="connsiteY1" fmla="*/ 72328 h 1544926"/>
                    <a:gd name="connsiteX2" fmla="*/ 1431641 w 2304256"/>
                    <a:gd name="connsiteY2" fmla="*/ 42699 h 1544926"/>
                    <a:gd name="connsiteX3" fmla="*/ 1671262 w 2304256"/>
                    <a:gd name="connsiteY3" fmla="*/ 72328 h 1544926"/>
                    <a:gd name="connsiteX4" fmla="*/ 2304256 w 2304256"/>
                    <a:gd name="connsiteY4" fmla="*/ 705322 h 1544926"/>
                    <a:gd name="connsiteX5" fmla="*/ 2304256 w 2304256"/>
                    <a:gd name="connsiteY5" fmla="*/ 879494 h 1544926"/>
                    <a:gd name="connsiteX6" fmla="*/ 1671262 w 2304256"/>
                    <a:gd name="connsiteY6" fmla="*/ 1512488 h 1544926"/>
                    <a:gd name="connsiteX7" fmla="*/ 1170384 w 2304256"/>
                    <a:gd name="connsiteY7" fmla="*/ 1544926 h 1544926"/>
                    <a:gd name="connsiteX8" fmla="*/ 632994 w 2304256"/>
                    <a:gd name="connsiteY8" fmla="*/ 1512488 h 1544926"/>
                    <a:gd name="connsiteX9" fmla="*/ 0 w 2304256"/>
                    <a:gd name="connsiteY9" fmla="*/ 879494 h 1544926"/>
                    <a:gd name="connsiteX10" fmla="*/ 0 w 2304256"/>
                    <a:gd name="connsiteY10" fmla="*/ 705322 h 1544926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42300 h 1581904"/>
                    <a:gd name="connsiteX1" fmla="*/ 665651 w 2304256"/>
                    <a:gd name="connsiteY1" fmla="*/ 43992 h 1581904"/>
                    <a:gd name="connsiteX2" fmla="*/ 1671262 w 2304256"/>
                    <a:gd name="connsiteY2" fmla="*/ 109306 h 1581904"/>
                    <a:gd name="connsiteX3" fmla="*/ 2304256 w 2304256"/>
                    <a:gd name="connsiteY3" fmla="*/ 742300 h 1581904"/>
                    <a:gd name="connsiteX4" fmla="*/ 2304256 w 2304256"/>
                    <a:gd name="connsiteY4" fmla="*/ 916472 h 1581904"/>
                    <a:gd name="connsiteX5" fmla="*/ 1671262 w 2304256"/>
                    <a:gd name="connsiteY5" fmla="*/ 1549466 h 1581904"/>
                    <a:gd name="connsiteX6" fmla="*/ 1170384 w 2304256"/>
                    <a:gd name="connsiteY6" fmla="*/ 1581904 h 1581904"/>
                    <a:gd name="connsiteX7" fmla="*/ 632994 w 2304256"/>
                    <a:gd name="connsiteY7" fmla="*/ 1549466 h 1581904"/>
                    <a:gd name="connsiteX8" fmla="*/ 0 w 2304256"/>
                    <a:gd name="connsiteY8" fmla="*/ 916472 h 1581904"/>
                    <a:gd name="connsiteX9" fmla="*/ 0 w 2304256"/>
                    <a:gd name="connsiteY9" fmla="*/ 742300 h 1581904"/>
                    <a:gd name="connsiteX0" fmla="*/ 0 w 2304256"/>
                    <a:gd name="connsiteY0" fmla="*/ 721222 h 1560826"/>
                    <a:gd name="connsiteX1" fmla="*/ 622109 w 2304256"/>
                    <a:gd name="connsiteY1" fmla="*/ 55571 h 1560826"/>
                    <a:gd name="connsiteX2" fmla="*/ 1671262 w 2304256"/>
                    <a:gd name="connsiteY2" fmla="*/ 88228 h 1560826"/>
                    <a:gd name="connsiteX3" fmla="*/ 2304256 w 2304256"/>
                    <a:gd name="connsiteY3" fmla="*/ 721222 h 1560826"/>
                    <a:gd name="connsiteX4" fmla="*/ 2304256 w 2304256"/>
                    <a:gd name="connsiteY4" fmla="*/ 895394 h 1560826"/>
                    <a:gd name="connsiteX5" fmla="*/ 1671262 w 2304256"/>
                    <a:gd name="connsiteY5" fmla="*/ 1528388 h 1560826"/>
                    <a:gd name="connsiteX6" fmla="*/ 1170384 w 2304256"/>
                    <a:gd name="connsiteY6" fmla="*/ 1560826 h 1560826"/>
                    <a:gd name="connsiteX7" fmla="*/ 632994 w 2304256"/>
                    <a:gd name="connsiteY7" fmla="*/ 1528388 h 1560826"/>
                    <a:gd name="connsiteX8" fmla="*/ 0 w 2304256"/>
                    <a:gd name="connsiteY8" fmla="*/ 895394 h 1560826"/>
                    <a:gd name="connsiteX9" fmla="*/ 0 w 2304256"/>
                    <a:gd name="connsiteY9" fmla="*/ 721222 h 1560826"/>
                    <a:gd name="connsiteX0" fmla="*/ 0 w 2304256"/>
                    <a:gd name="connsiteY0" fmla="*/ 708108 h 1547712"/>
                    <a:gd name="connsiteX1" fmla="*/ 622109 w 2304256"/>
                    <a:gd name="connsiteY1" fmla="*/ 42457 h 1547712"/>
                    <a:gd name="connsiteX2" fmla="*/ 1671262 w 2304256"/>
                    <a:gd name="connsiteY2" fmla="*/ 75114 h 1547712"/>
                    <a:gd name="connsiteX3" fmla="*/ 2304256 w 2304256"/>
                    <a:gd name="connsiteY3" fmla="*/ 708108 h 1547712"/>
                    <a:gd name="connsiteX4" fmla="*/ 2304256 w 2304256"/>
                    <a:gd name="connsiteY4" fmla="*/ 882280 h 1547712"/>
                    <a:gd name="connsiteX5" fmla="*/ 1671262 w 2304256"/>
                    <a:gd name="connsiteY5" fmla="*/ 1515274 h 1547712"/>
                    <a:gd name="connsiteX6" fmla="*/ 1170384 w 2304256"/>
                    <a:gd name="connsiteY6" fmla="*/ 1547712 h 1547712"/>
                    <a:gd name="connsiteX7" fmla="*/ 632994 w 2304256"/>
                    <a:gd name="connsiteY7" fmla="*/ 1515274 h 1547712"/>
                    <a:gd name="connsiteX8" fmla="*/ 0 w 2304256"/>
                    <a:gd name="connsiteY8" fmla="*/ 882280 h 1547712"/>
                    <a:gd name="connsiteX9" fmla="*/ 0 w 2304256"/>
                    <a:gd name="connsiteY9" fmla="*/ 708108 h 1547712"/>
                    <a:gd name="connsiteX0" fmla="*/ 0 w 2304256"/>
                    <a:gd name="connsiteY0" fmla="*/ 719542 h 1559146"/>
                    <a:gd name="connsiteX1" fmla="*/ 622109 w 2304256"/>
                    <a:gd name="connsiteY1" fmla="*/ 53891 h 1559146"/>
                    <a:gd name="connsiteX2" fmla="*/ 1714805 w 2304256"/>
                    <a:gd name="connsiteY2" fmla="*/ 64776 h 1559146"/>
                    <a:gd name="connsiteX3" fmla="*/ 2304256 w 2304256"/>
                    <a:gd name="connsiteY3" fmla="*/ 719542 h 1559146"/>
                    <a:gd name="connsiteX4" fmla="*/ 2304256 w 2304256"/>
                    <a:gd name="connsiteY4" fmla="*/ 893714 h 1559146"/>
                    <a:gd name="connsiteX5" fmla="*/ 1671262 w 2304256"/>
                    <a:gd name="connsiteY5" fmla="*/ 1526708 h 1559146"/>
                    <a:gd name="connsiteX6" fmla="*/ 1170384 w 2304256"/>
                    <a:gd name="connsiteY6" fmla="*/ 1559146 h 1559146"/>
                    <a:gd name="connsiteX7" fmla="*/ 632994 w 2304256"/>
                    <a:gd name="connsiteY7" fmla="*/ 1526708 h 1559146"/>
                    <a:gd name="connsiteX8" fmla="*/ 0 w 2304256"/>
                    <a:gd name="connsiteY8" fmla="*/ 893714 h 1559146"/>
                    <a:gd name="connsiteX9" fmla="*/ 0 w 2304256"/>
                    <a:gd name="connsiteY9" fmla="*/ 719542 h 1559146"/>
                    <a:gd name="connsiteX0" fmla="*/ 0 w 2304256"/>
                    <a:gd name="connsiteY0" fmla="*/ 706676 h 1546280"/>
                    <a:gd name="connsiteX1" fmla="*/ 622109 w 2304256"/>
                    <a:gd name="connsiteY1" fmla="*/ 41025 h 1546280"/>
                    <a:gd name="connsiteX2" fmla="*/ 1714805 w 2304256"/>
                    <a:gd name="connsiteY2" fmla="*/ 51910 h 1546280"/>
                    <a:gd name="connsiteX3" fmla="*/ 2304256 w 2304256"/>
                    <a:gd name="connsiteY3" fmla="*/ 706676 h 1546280"/>
                    <a:gd name="connsiteX4" fmla="*/ 2304256 w 2304256"/>
                    <a:gd name="connsiteY4" fmla="*/ 880848 h 1546280"/>
                    <a:gd name="connsiteX5" fmla="*/ 1671262 w 2304256"/>
                    <a:gd name="connsiteY5" fmla="*/ 1513842 h 1546280"/>
                    <a:gd name="connsiteX6" fmla="*/ 1170384 w 2304256"/>
                    <a:gd name="connsiteY6" fmla="*/ 1546280 h 1546280"/>
                    <a:gd name="connsiteX7" fmla="*/ 632994 w 2304256"/>
                    <a:gd name="connsiteY7" fmla="*/ 1513842 h 1546280"/>
                    <a:gd name="connsiteX8" fmla="*/ 0 w 2304256"/>
                    <a:gd name="connsiteY8" fmla="*/ 880848 h 1546280"/>
                    <a:gd name="connsiteX9" fmla="*/ 0 w 2304256"/>
                    <a:gd name="connsiteY9" fmla="*/ 706676 h 154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04256" h="1546280">
                      <a:moveTo>
                        <a:pt x="0" y="706676"/>
                      </a:moveTo>
                      <a:cubicBezTo>
                        <a:pt x="0" y="357083"/>
                        <a:pt x="337831" y="51911"/>
                        <a:pt x="622109" y="41025"/>
                      </a:cubicBezTo>
                      <a:cubicBezTo>
                        <a:pt x="965968" y="-10046"/>
                        <a:pt x="1425375" y="-20931"/>
                        <a:pt x="1714805" y="51910"/>
                      </a:cubicBezTo>
                      <a:cubicBezTo>
                        <a:pt x="2075284" y="128110"/>
                        <a:pt x="2304256" y="357083"/>
                        <a:pt x="2304256" y="706676"/>
                      </a:cubicBezTo>
                      <a:lnTo>
                        <a:pt x="2304256" y="880848"/>
                      </a:lnTo>
                      <a:cubicBezTo>
                        <a:pt x="2304256" y="1230441"/>
                        <a:pt x="2053512" y="1448528"/>
                        <a:pt x="1671262" y="1513842"/>
                      </a:cubicBezTo>
                      <a:cubicBezTo>
                        <a:pt x="1504303" y="1513769"/>
                        <a:pt x="1337343" y="1546353"/>
                        <a:pt x="1170384" y="1546280"/>
                      </a:cubicBezTo>
                      <a:lnTo>
                        <a:pt x="632994" y="1513842"/>
                      </a:lnTo>
                      <a:cubicBezTo>
                        <a:pt x="283401" y="1448528"/>
                        <a:pt x="0" y="1230441"/>
                        <a:pt x="0" y="880848"/>
                      </a:cubicBezTo>
                      <a:lnTo>
                        <a:pt x="0" y="70667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2987824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395536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1547664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2123728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1" name="梯形 40"/>
              <p:cNvSpPr/>
              <p:nvPr/>
            </p:nvSpPr>
            <p:spPr>
              <a:xfrm>
                <a:off x="3275872" y="3435846"/>
                <a:ext cx="1440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梯形 41"/>
              <p:cNvSpPr/>
              <p:nvPr/>
            </p:nvSpPr>
            <p:spPr>
              <a:xfrm>
                <a:off x="3690000" y="3435846"/>
                <a:ext cx="13669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5" name="新月形 54"/>
            <p:cNvSpPr/>
            <p:nvPr/>
          </p:nvSpPr>
          <p:spPr>
            <a:xfrm rot="5400000">
              <a:off x="6188930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新月形 55"/>
            <p:cNvSpPr/>
            <p:nvPr/>
          </p:nvSpPr>
          <p:spPr>
            <a:xfrm rot="5400000">
              <a:off x="6837002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新月形 56"/>
            <p:cNvSpPr/>
            <p:nvPr/>
          </p:nvSpPr>
          <p:spPr>
            <a:xfrm rot="16200000">
              <a:off x="6422939" y="1643276"/>
              <a:ext cx="348420" cy="500415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1927873" y="-20538"/>
            <a:ext cx="0" cy="1003756"/>
          </a:xfrm>
          <a:prstGeom prst="line">
            <a:avLst/>
          </a:prstGeom>
          <a:ln w="1905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7084416" y="-20538"/>
            <a:ext cx="7864" cy="1677818"/>
          </a:xfrm>
          <a:prstGeom prst="line">
            <a:avLst/>
          </a:prstGeom>
          <a:ln w="1905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44208" y="1657280"/>
            <a:ext cx="1651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可靠性</a:t>
            </a:r>
            <a:endParaRPr lang="zh-CN" altLang="en-US" sz="28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508104" y="2196000"/>
            <a:ext cx="33123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</a:t>
            </a:r>
            <a:r>
              <a:rPr lang="zh-CN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说服</a:t>
            </a:r>
            <a:r>
              <a:rPr lang="zh-CN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者是否值得他人</a:t>
            </a:r>
            <a:r>
              <a:rPr lang="zh-CN" altLang="zh-CN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信赖</a:t>
            </a:r>
            <a:r>
              <a:rPr lang="en-US" altLang="zh-CN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也</a:t>
            </a:r>
            <a:r>
              <a:rPr lang="zh-CN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对说服效果产生影响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409228" y="2166779"/>
            <a:ext cx="3243427" cy="765011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4549622" y="0"/>
            <a:ext cx="0" cy="3670349"/>
          </a:xfrm>
          <a:prstGeom prst="line">
            <a:avLst/>
          </a:prstGeom>
          <a:ln w="1905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72974" y="3670349"/>
            <a:ext cx="2295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受欢迎程度</a:t>
            </a:r>
            <a:endParaRPr lang="zh-CN" altLang="en-US" sz="28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 rot="21039059">
            <a:off x="8020300" y="1491181"/>
            <a:ext cx="945900" cy="793743"/>
            <a:chOff x="5479008" y="1149929"/>
            <a:chExt cx="2196244" cy="1842958"/>
          </a:xfrm>
        </p:grpSpPr>
        <p:grpSp>
          <p:nvGrpSpPr>
            <p:cNvPr id="64" name="组合 63"/>
            <p:cNvGrpSpPr/>
            <p:nvPr/>
          </p:nvGrpSpPr>
          <p:grpSpPr>
            <a:xfrm>
              <a:off x="5479008" y="1149929"/>
              <a:ext cx="2196244" cy="1842958"/>
              <a:chOff x="2447756" y="1664896"/>
              <a:chExt cx="2196244" cy="1842958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2447756" y="1664896"/>
                <a:ext cx="2196244" cy="1806954"/>
                <a:chOff x="395536" y="1792225"/>
                <a:chExt cx="3024336" cy="2488264"/>
              </a:xfrm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1223628" y="3250014"/>
                  <a:ext cx="1368152" cy="93610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1043608" y="3332093"/>
                  <a:ext cx="1728192" cy="5436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梯形 21"/>
                <p:cNvSpPr/>
                <p:nvPr/>
              </p:nvSpPr>
              <p:spPr>
                <a:xfrm>
                  <a:off x="1802693" y="3335663"/>
                  <a:ext cx="210023" cy="207567"/>
                </a:xfrm>
                <a:custGeom>
                  <a:avLst/>
                  <a:gdLst>
                    <a:gd name="connsiteX0" fmla="*/ 0 w 1440160"/>
                    <a:gd name="connsiteY0" fmla="*/ 1296144 h 1296144"/>
                    <a:gd name="connsiteX1" fmla="*/ 650612 w 1440160"/>
                    <a:gd name="connsiteY1" fmla="*/ 0 h 1296144"/>
                    <a:gd name="connsiteX2" fmla="*/ 789548 w 1440160"/>
                    <a:gd name="connsiteY2" fmla="*/ 0 h 1296144"/>
                    <a:gd name="connsiteX3" fmla="*/ 1440160 w 1440160"/>
                    <a:gd name="connsiteY3" fmla="*/ 1296144 h 1296144"/>
                    <a:gd name="connsiteX4" fmla="*/ 0 w 1440160"/>
                    <a:gd name="connsiteY4" fmla="*/ 1296144 h 1296144"/>
                    <a:gd name="connsiteX0" fmla="*/ 0 w 1440160"/>
                    <a:gd name="connsiteY0" fmla="*/ 1296144 h 1347376"/>
                    <a:gd name="connsiteX1" fmla="*/ 650612 w 1440160"/>
                    <a:gd name="connsiteY1" fmla="*/ 0 h 1347376"/>
                    <a:gd name="connsiteX2" fmla="*/ 789548 w 1440160"/>
                    <a:gd name="connsiteY2" fmla="*/ 0 h 1347376"/>
                    <a:gd name="connsiteX3" fmla="*/ 1440160 w 1440160"/>
                    <a:gd name="connsiteY3" fmla="*/ 1296144 h 1347376"/>
                    <a:gd name="connsiteX4" fmla="*/ 713386 w 1440160"/>
                    <a:gd name="connsiteY4" fmla="*/ 1347107 h 1347376"/>
                    <a:gd name="connsiteX5" fmla="*/ 0 w 1440160"/>
                    <a:gd name="connsiteY5" fmla="*/ 1296144 h 1347376"/>
                    <a:gd name="connsiteX0" fmla="*/ 0 w 1440160"/>
                    <a:gd name="connsiteY0" fmla="*/ 1296144 h 1379942"/>
                    <a:gd name="connsiteX1" fmla="*/ 650612 w 1440160"/>
                    <a:gd name="connsiteY1" fmla="*/ 0 h 1379942"/>
                    <a:gd name="connsiteX2" fmla="*/ 789548 w 1440160"/>
                    <a:gd name="connsiteY2" fmla="*/ 0 h 1379942"/>
                    <a:gd name="connsiteX3" fmla="*/ 1440160 w 1440160"/>
                    <a:gd name="connsiteY3" fmla="*/ 1296144 h 1379942"/>
                    <a:gd name="connsiteX4" fmla="*/ 724271 w 1440160"/>
                    <a:gd name="connsiteY4" fmla="*/ 1379764 h 1379942"/>
                    <a:gd name="connsiteX5" fmla="*/ 0 w 1440160"/>
                    <a:gd name="connsiteY5" fmla="*/ 1296144 h 1379942"/>
                    <a:gd name="connsiteX0" fmla="*/ 0 w 1440160"/>
                    <a:gd name="connsiteY0" fmla="*/ 1296144 h 1423429"/>
                    <a:gd name="connsiteX1" fmla="*/ 650612 w 1440160"/>
                    <a:gd name="connsiteY1" fmla="*/ 0 h 1423429"/>
                    <a:gd name="connsiteX2" fmla="*/ 789548 w 1440160"/>
                    <a:gd name="connsiteY2" fmla="*/ 0 h 1423429"/>
                    <a:gd name="connsiteX3" fmla="*/ 1440160 w 1440160"/>
                    <a:gd name="connsiteY3" fmla="*/ 1296144 h 1423429"/>
                    <a:gd name="connsiteX4" fmla="*/ 702500 w 1440160"/>
                    <a:gd name="connsiteY4" fmla="*/ 1423307 h 1423429"/>
                    <a:gd name="connsiteX5" fmla="*/ 0 w 1440160"/>
                    <a:gd name="connsiteY5" fmla="*/ 1296144 h 1423429"/>
                    <a:gd name="connsiteX0" fmla="*/ 0 w 1440160"/>
                    <a:gd name="connsiteY0" fmla="*/ 1296144 h 1423307"/>
                    <a:gd name="connsiteX1" fmla="*/ 650612 w 1440160"/>
                    <a:gd name="connsiteY1" fmla="*/ 0 h 1423307"/>
                    <a:gd name="connsiteX2" fmla="*/ 789548 w 1440160"/>
                    <a:gd name="connsiteY2" fmla="*/ 0 h 1423307"/>
                    <a:gd name="connsiteX3" fmla="*/ 1440160 w 1440160"/>
                    <a:gd name="connsiteY3" fmla="*/ 1296144 h 1423307"/>
                    <a:gd name="connsiteX4" fmla="*/ 702500 w 1440160"/>
                    <a:gd name="connsiteY4" fmla="*/ 1423307 h 1423307"/>
                    <a:gd name="connsiteX5" fmla="*/ 0 w 1440160"/>
                    <a:gd name="connsiteY5" fmla="*/ 1296144 h 142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160" h="1423307">
                      <a:moveTo>
                        <a:pt x="0" y="1296144"/>
                      </a:moveTo>
                      <a:lnTo>
                        <a:pt x="650612" y="0"/>
                      </a:lnTo>
                      <a:lnTo>
                        <a:pt x="789548" y="0"/>
                      </a:lnTo>
                      <a:lnTo>
                        <a:pt x="1440160" y="1296144"/>
                      </a:lnTo>
                      <a:cubicBezTo>
                        <a:pt x="1219673" y="1291360"/>
                        <a:pt x="912102" y="1395433"/>
                        <a:pt x="702500" y="1423307"/>
                      </a:cubicBezTo>
                      <a:lnTo>
                        <a:pt x="0" y="129614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22"/>
                <p:cNvSpPr/>
                <p:nvPr/>
              </p:nvSpPr>
              <p:spPr>
                <a:xfrm>
                  <a:off x="1835110" y="3448343"/>
                  <a:ext cx="145545" cy="571396"/>
                </a:xfrm>
                <a:custGeom>
                  <a:avLst/>
                  <a:gdLst>
                    <a:gd name="connsiteX0" fmla="*/ 0 w 230256"/>
                    <a:gd name="connsiteY0" fmla="*/ 460150 h 920300"/>
                    <a:gd name="connsiteX1" fmla="*/ 115128 w 230256"/>
                    <a:gd name="connsiteY1" fmla="*/ 0 h 920300"/>
                    <a:gd name="connsiteX2" fmla="*/ 230256 w 230256"/>
                    <a:gd name="connsiteY2" fmla="*/ 460150 h 920300"/>
                    <a:gd name="connsiteX3" fmla="*/ 115128 w 230256"/>
                    <a:gd name="connsiteY3" fmla="*/ 920300 h 920300"/>
                    <a:gd name="connsiteX4" fmla="*/ 0 w 230256"/>
                    <a:gd name="connsiteY4" fmla="*/ 460150 h 920300"/>
                    <a:gd name="connsiteX0" fmla="*/ 0 w 232626"/>
                    <a:gd name="connsiteY0" fmla="*/ 469660 h 929810"/>
                    <a:gd name="connsiteX1" fmla="*/ 115128 w 232626"/>
                    <a:gd name="connsiteY1" fmla="*/ 9510 h 929810"/>
                    <a:gd name="connsiteX2" fmla="*/ 169523 w 232626"/>
                    <a:gd name="connsiteY2" fmla="*/ 182650 h 929810"/>
                    <a:gd name="connsiteX3" fmla="*/ 230256 w 232626"/>
                    <a:gd name="connsiteY3" fmla="*/ 469660 h 929810"/>
                    <a:gd name="connsiteX4" fmla="*/ 115128 w 232626"/>
                    <a:gd name="connsiteY4" fmla="*/ 929810 h 929810"/>
                    <a:gd name="connsiteX5" fmla="*/ 0 w 232626"/>
                    <a:gd name="connsiteY5" fmla="*/ 469660 h 929810"/>
                    <a:gd name="connsiteX0" fmla="*/ 306 w 232932"/>
                    <a:gd name="connsiteY0" fmla="*/ 460511 h 920661"/>
                    <a:gd name="connsiteX1" fmla="*/ 82743 w 232932"/>
                    <a:gd name="connsiteY1" fmla="*/ 217044 h 920661"/>
                    <a:gd name="connsiteX2" fmla="*/ 115434 w 232932"/>
                    <a:gd name="connsiteY2" fmla="*/ 361 h 920661"/>
                    <a:gd name="connsiteX3" fmla="*/ 169829 w 232932"/>
                    <a:gd name="connsiteY3" fmla="*/ 173501 h 920661"/>
                    <a:gd name="connsiteX4" fmla="*/ 230562 w 232932"/>
                    <a:gd name="connsiteY4" fmla="*/ 460511 h 920661"/>
                    <a:gd name="connsiteX5" fmla="*/ 115434 w 232932"/>
                    <a:gd name="connsiteY5" fmla="*/ 920661 h 920661"/>
                    <a:gd name="connsiteX6" fmla="*/ 306 w 232932"/>
                    <a:gd name="connsiteY6" fmla="*/ 460511 h 920661"/>
                    <a:gd name="connsiteX0" fmla="*/ 1793 w 234419"/>
                    <a:gd name="connsiteY0" fmla="*/ 460150 h 920300"/>
                    <a:gd name="connsiteX1" fmla="*/ 51573 w 234419"/>
                    <a:gd name="connsiteY1" fmla="*/ 173141 h 920300"/>
                    <a:gd name="connsiteX2" fmla="*/ 116921 w 234419"/>
                    <a:gd name="connsiteY2" fmla="*/ 0 h 920300"/>
                    <a:gd name="connsiteX3" fmla="*/ 171316 w 234419"/>
                    <a:gd name="connsiteY3" fmla="*/ 173140 h 920300"/>
                    <a:gd name="connsiteX4" fmla="*/ 232049 w 234419"/>
                    <a:gd name="connsiteY4" fmla="*/ 460150 h 920300"/>
                    <a:gd name="connsiteX5" fmla="*/ 116921 w 234419"/>
                    <a:gd name="connsiteY5" fmla="*/ 920300 h 920300"/>
                    <a:gd name="connsiteX6" fmla="*/ 1793 w 234419"/>
                    <a:gd name="connsiteY6" fmla="*/ 460150 h 920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4419" h="920300">
                      <a:moveTo>
                        <a:pt x="1793" y="460150"/>
                      </a:moveTo>
                      <a:cubicBezTo>
                        <a:pt x="-9098" y="335623"/>
                        <a:pt x="32385" y="249833"/>
                        <a:pt x="51573" y="173141"/>
                      </a:cubicBezTo>
                      <a:cubicBezTo>
                        <a:pt x="70761" y="96449"/>
                        <a:pt x="96964" y="0"/>
                        <a:pt x="116921" y="0"/>
                      </a:cubicBezTo>
                      <a:cubicBezTo>
                        <a:pt x="136878" y="0"/>
                        <a:pt x="152128" y="96448"/>
                        <a:pt x="171316" y="173140"/>
                      </a:cubicBezTo>
                      <a:cubicBezTo>
                        <a:pt x="190504" y="249832"/>
                        <a:pt x="246558" y="335623"/>
                        <a:pt x="232049" y="460150"/>
                      </a:cubicBezTo>
                      <a:cubicBezTo>
                        <a:pt x="217540" y="584677"/>
                        <a:pt x="180504" y="920300"/>
                        <a:pt x="116921" y="920300"/>
                      </a:cubicBezTo>
                      <a:cubicBezTo>
                        <a:pt x="53338" y="920300"/>
                        <a:pt x="12684" y="584677"/>
                        <a:pt x="1793" y="4601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2411760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1223628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圆角矩形 3"/>
                <p:cNvSpPr/>
                <p:nvPr/>
              </p:nvSpPr>
              <p:spPr>
                <a:xfrm>
                  <a:off x="770058" y="1792225"/>
                  <a:ext cx="2304256" cy="1546279"/>
                </a:xfrm>
                <a:custGeom>
                  <a:avLst/>
                  <a:gdLst>
                    <a:gd name="connsiteX0" fmla="*/ 0 w 2304256"/>
                    <a:gd name="connsiteY0" fmla="*/ 632994 h 1440160"/>
                    <a:gd name="connsiteX1" fmla="*/ 632994 w 2304256"/>
                    <a:gd name="connsiteY1" fmla="*/ 0 h 1440160"/>
                    <a:gd name="connsiteX2" fmla="*/ 1671262 w 2304256"/>
                    <a:gd name="connsiteY2" fmla="*/ 0 h 1440160"/>
                    <a:gd name="connsiteX3" fmla="*/ 2304256 w 2304256"/>
                    <a:gd name="connsiteY3" fmla="*/ 632994 h 1440160"/>
                    <a:gd name="connsiteX4" fmla="*/ 2304256 w 2304256"/>
                    <a:gd name="connsiteY4" fmla="*/ 807166 h 1440160"/>
                    <a:gd name="connsiteX5" fmla="*/ 1671262 w 2304256"/>
                    <a:gd name="connsiteY5" fmla="*/ 1440160 h 1440160"/>
                    <a:gd name="connsiteX6" fmla="*/ 632994 w 2304256"/>
                    <a:gd name="connsiteY6" fmla="*/ 1440160 h 1440160"/>
                    <a:gd name="connsiteX7" fmla="*/ 0 w 2304256"/>
                    <a:gd name="connsiteY7" fmla="*/ 807166 h 1440160"/>
                    <a:gd name="connsiteX8" fmla="*/ 0 w 2304256"/>
                    <a:gd name="connsiteY8" fmla="*/ 632994 h 1440160"/>
                    <a:gd name="connsiteX0" fmla="*/ 0 w 2304256"/>
                    <a:gd name="connsiteY0" fmla="*/ 684397 h 1491563"/>
                    <a:gd name="connsiteX1" fmla="*/ 632994 w 2304256"/>
                    <a:gd name="connsiteY1" fmla="*/ 51403 h 1491563"/>
                    <a:gd name="connsiteX2" fmla="*/ 1192155 w 2304256"/>
                    <a:gd name="connsiteY2" fmla="*/ 0 h 1491563"/>
                    <a:gd name="connsiteX3" fmla="*/ 1671262 w 2304256"/>
                    <a:gd name="connsiteY3" fmla="*/ 51403 h 1491563"/>
                    <a:gd name="connsiteX4" fmla="*/ 2304256 w 2304256"/>
                    <a:gd name="connsiteY4" fmla="*/ 684397 h 1491563"/>
                    <a:gd name="connsiteX5" fmla="*/ 2304256 w 2304256"/>
                    <a:gd name="connsiteY5" fmla="*/ 858569 h 1491563"/>
                    <a:gd name="connsiteX6" fmla="*/ 1671262 w 2304256"/>
                    <a:gd name="connsiteY6" fmla="*/ 1491563 h 1491563"/>
                    <a:gd name="connsiteX7" fmla="*/ 632994 w 2304256"/>
                    <a:gd name="connsiteY7" fmla="*/ 1491563 h 1491563"/>
                    <a:gd name="connsiteX8" fmla="*/ 0 w 2304256"/>
                    <a:gd name="connsiteY8" fmla="*/ 858569 h 1491563"/>
                    <a:gd name="connsiteX9" fmla="*/ 0 w 2304256"/>
                    <a:gd name="connsiteY9" fmla="*/ 684397 h 1491563"/>
                    <a:gd name="connsiteX0" fmla="*/ 0 w 2304256"/>
                    <a:gd name="connsiteY0" fmla="*/ 703032 h 1510198"/>
                    <a:gd name="connsiteX1" fmla="*/ 632994 w 2304256"/>
                    <a:gd name="connsiteY1" fmla="*/ 70038 h 1510198"/>
                    <a:gd name="connsiteX2" fmla="*/ 1007098 w 2304256"/>
                    <a:gd name="connsiteY2" fmla="*/ 7751 h 1510198"/>
                    <a:gd name="connsiteX3" fmla="*/ 1192155 w 2304256"/>
                    <a:gd name="connsiteY3" fmla="*/ 18635 h 1510198"/>
                    <a:gd name="connsiteX4" fmla="*/ 1671262 w 2304256"/>
                    <a:gd name="connsiteY4" fmla="*/ 70038 h 1510198"/>
                    <a:gd name="connsiteX5" fmla="*/ 2304256 w 2304256"/>
                    <a:gd name="connsiteY5" fmla="*/ 703032 h 1510198"/>
                    <a:gd name="connsiteX6" fmla="*/ 2304256 w 2304256"/>
                    <a:gd name="connsiteY6" fmla="*/ 877204 h 1510198"/>
                    <a:gd name="connsiteX7" fmla="*/ 1671262 w 2304256"/>
                    <a:gd name="connsiteY7" fmla="*/ 1510198 h 1510198"/>
                    <a:gd name="connsiteX8" fmla="*/ 632994 w 2304256"/>
                    <a:gd name="connsiteY8" fmla="*/ 1510198 h 1510198"/>
                    <a:gd name="connsiteX9" fmla="*/ 0 w 2304256"/>
                    <a:gd name="connsiteY9" fmla="*/ 877204 h 1510198"/>
                    <a:gd name="connsiteX10" fmla="*/ 0 w 2304256"/>
                    <a:gd name="connsiteY10" fmla="*/ 703032 h 1510198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28889 h 1568493"/>
                    <a:gd name="connsiteX1" fmla="*/ 632994 w 2304256"/>
                    <a:gd name="connsiteY1" fmla="*/ 95895 h 1568493"/>
                    <a:gd name="connsiteX2" fmla="*/ 1007098 w 2304256"/>
                    <a:gd name="connsiteY2" fmla="*/ 33608 h 1568493"/>
                    <a:gd name="connsiteX3" fmla="*/ 1192155 w 2304256"/>
                    <a:gd name="connsiteY3" fmla="*/ 44492 h 1568493"/>
                    <a:gd name="connsiteX4" fmla="*/ 1268355 w 2304256"/>
                    <a:gd name="connsiteY4" fmla="*/ 951 h 1568493"/>
                    <a:gd name="connsiteX5" fmla="*/ 1671262 w 2304256"/>
                    <a:gd name="connsiteY5" fmla="*/ 95895 h 1568493"/>
                    <a:gd name="connsiteX6" fmla="*/ 2304256 w 2304256"/>
                    <a:gd name="connsiteY6" fmla="*/ 728889 h 1568493"/>
                    <a:gd name="connsiteX7" fmla="*/ 2304256 w 2304256"/>
                    <a:gd name="connsiteY7" fmla="*/ 903061 h 1568493"/>
                    <a:gd name="connsiteX8" fmla="*/ 1671262 w 2304256"/>
                    <a:gd name="connsiteY8" fmla="*/ 1536055 h 1568493"/>
                    <a:gd name="connsiteX9" fmla="*/ 1170384 w 2304256"/>
                    <a:gd name="connsiteY9" fmla="*/ 1568493 h 1568493"/>
                    <a:gd name="connsiteX10" fmla="*/ 632994 w 2304256"/>
                    <a:gd name="connsiteY10" fmla="*/ 1536055 h 1568493"/>
                    <a:gd name="connsiteX11" fmla="*/ 0 w 2304256"/>
                    <a:gd name="connsiteY11" fmla="*/ 903061 h 1568493"/>
                    <a:gd name="connsiteX12" fmla="*/ 0 w 2304256"/>
                    <a:gd name="connsiteY12" fmla="*/ 728889 h 1568493"/>
                    <a:gd name="connsiteX0" fmla="*/ 0 w 2304256"/>
                    <a:gd name="connsiteY0" fmla="*/ 730117 h 1569721"/>
                    <a:gd name="connsiteX1" fmla="*/ 632994 w 2304256"/>
                    <a:gd name="connsiteY1" fmla="*/ 97123 h 1569721"/>
                    <a:gd name="connsiteX2" fmla="*/ 1007098 w 2304256"/>
                    <a:gd name="connsiteY2" fmla="*/ 34836 h 1569721"/>
                    <a:gd name="connsiteX3" fmla="*/ 1148613 w 2304256"/>
                    <a:gd name="connsiteY3" fmla="*/ 13063 h 1569721"/>
                    <a:gd name="connsiteX4" fmla="*/ 1268355 w 2304256"/>
                    <a:gd name="connsiteY4" fmla="*/ 2179 h 1569721"/>
                    <a:gd name="connsiteX5" fmla="*/ 1671262 w 2304256"/>
                    <a:gd name="connsiteY5" fmla="*/ 97123 h 1569721"/>
                    <a:gd name="connsiteX6" fmla="*/ 2304256 w 2304256"/>
                    <a:gd name="connsiteY6" fmla="*/ 730117 h 1569721"/>
                    <a:gd name="connsiteX7" fmla="*/ 2304256 w 2304256"/>
                    <a:gd name="connsiteY7" fmla="*/ 904289 h 1569721"/>
                    <a:gd name="connsiteX8" fmla="*/ 1671262 w 2304256"/>
                    <a:gd name="connsiteY8" fmla="*/ 1537283 h 1569721"/>
                    <a:gd name="connsiteX9" fmla="*/ 1170384 w 2304256"/>
                    <a:gd name="connsiteY9" fmla="*/ 1569721 h 1569721"/>
                    <a:gd name="connsiteX10" fmla="*/ 632994 w 2304256"/>
                    <a:gd name="connsiteY10" fmla="*/ 1537283 h 1569721"/>
                    <a:gd name="connsiteX11" fmla="*/ 0 w 2304256"/>
                    <a:gd name="connsiteY11" fmla="*/ 904289 h 1569721"/>
                    <a:gd name="connsiteX12" fmla="*/ 0 w 2304256"/>
                    <a:gd name="connsiteY12" fmla="*/ 730117 h 1569721"/>
                    <a:gd name="connsiteX0" fmla="*/ 0 w 2304256"/>
                    <a:gd name="connsiteY0" fmla="*/ 730238 h 1569842"/>
                    <a:gd name="connsiteX1" fmla="*/ 632994 w 2304256"/>
                    <a:gd name="connsiteY1" fmla="*/ 97244 h 1569842"/>
                    <a:gd name="connsiteX2" fmla="*/ 1007098 w 2304256"/>
                    <a:gd name="connsiteY2" fmla="*/ 34957 h 1569842"/>
                    <a:gd name="connsiteX3" fmla="*/ 1268355 w 2304256"/>
                    <a:gd name="connsiteY3" fmla="*/ 2300 h 1569842"/>
                    <a:gd name="connsiteX4" fmla="*/ 1671262 w 2304256"/>
                    <a:gd name="connsiteY4" fmla="*/ 97244 h 1569842"/>
                    <a:gd name="connsiteX5" fmla="*/ 2304256 w 2304256"/>
                    <a:gd name="connsiteY5" fmla="*/ 730238 h 1569842"/>
                    <a:gd name="connsiteX6" fmla="*/ 2304256 w 2304256"/>
                    <a:gd name="connsiteY6" fmla="*/ 904410 h 1569842"/>
                    <a:gd name="connsiteX7" fmla="*/ 1671262 w 2304256"/>
                    <a:gd name="connsiteY7" fmla="*/ 1537404 h 1569842"/>
                    <a:gd name="connsiteX8" fmla="*/ 1170384 w 2304256"/>
                    <a:gd name="connsiteY8" fmla="*/ 1569842 h 1569842"/>
                    <a:gd name="connsiteX9" fmla="*/ 632994 w 2304256"/>
                    <a:gd name="connsiteY9" fmla="*/ 1537404 h 1569842"/>
                    <a:gd name="connsiteX10" fmla="*/ 0 w 2304256"/>
                    <a:gd name="connsiteY10" fmla="*/ 904410 h 1569842"/>
                    <a:gd name="connsiteX11" fmla="*/ 0 w 2304256"/>
                    <a:gd name="connsiteY11" fmla="*/ 730238 h 1569842"/>
                    <a:gd name="connsiteX0" fmla="*/ 0 w 2304256"/>
                    <a:gd name="connsiteY0" fmla="*/ 707656 h 1547260"/>
                    <a:gd name="connsiteX1" fmla="*/ 632994 w 2304256"/>
                    <a:gd name="connsiteY1" fmla="*/ 74662 h 1547260"/>
                    <a:gd name="connsiteX2" fmla="*/ 1007098 w 2304256"/>
                    <a:gd name="connsiteY2" fmla="*/ 12375 h 1547260"/>
                    <a:gd name="connsiteX3" fmla="*/ 1671262 w 2304256"/>
                    <a:gd name="connsiteY3" fmla="*/ 74662 h 1547260"/>
                    <a:gd name="connsiteX4" fmla="*/ 2304256 w 2304256"/>
                    <a:gd name="connsiteY4" fmla="*/ 707656 h 1547260"/>
                    <a:gd name="connsiteX5" fmla="*/ 2304256 w 2304256"/>
                    <a:gd name="connsiteY5" fmla="*/ 881828 h 1547260"/>
                    <a:gd name="connsiteX6" fmla="*/ 1671262 w 2304256"/>
                    <a:gd name="connsiteY6" fmla="*/ 1514822 h 1547260"/>
                    <a:gd name="connsiteX7" fmla="*/ 1170384 w 2304256"/>
                    <a:gd name="connsiteY7" fmla="*/ 1547260 h 1547260"/>
                    <a:gd name="connsiteX8" fmla="*/ 632994 w 2304256"/>
                    <a:gd name="connsiteY8" fmla="*/ 1514822 h 1547260"/>
                    <a:gd name="connsiteX9" fmla="*/ 0 w 2304256"/>
                    <a:gd name="connsiteY9" fmla="*/ 881828 h 1547260"/>
                    <a:gd name="connsiteX10" fmla="*/ 0 w 2304256"/>
                    <a:gd name="connsiteY10" fmla="*/ 707656 h 1547260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95051 h 1534655"/>
                    <a:gd name="connsiteX1" fmla="*/ 632994 w 2304256"/>
                    <a:gd name="connsiteY1" fmla="*/ 62057 h 1534655"/>
                    <a:gd name="connsiteX2" fmla="*/ 1431641 w 2304256"/>
                    <a:gd name="connsiteY2" fmla="*/ 32428 h 1534655"/>
                    <a:gd name="connsiteX3" fmla="*/ 1671262 w 2304256"/>
                    <a:gd name="connsiteY3" fmla="*/ 62057 h 1534655"/>
                    <a:gd name="connsiteX4" fmla="*/ 2304256 w 2304256"/>
                    <a:gd name="connsiteY4" fmla="*/ 695051 h 1534655"/>
                    <a:gd name="connsiteX5" fmla="*/ 2304256 w 2304256"/>
                    <a:gd name="connsiteY5" fmla="*/ 869223 h 1534655"/>
                    <a:gd name="connsiteX6" fmla="*/ 1671262 w 2304256"/>
                    <a:gd name="connsiteY6" fmla="*/ 1502217 h 1534655"/>
                    <a:gd name="connsiteX7" fmla="*/ 1170384 w 2304256"/>
                    <a:gd name="connsiteY7" fmla="*/ 1534655 h 1534655"/>
                    <a:gd name="connsiteX8" fmla="*/ 632994 w 2304256"/>
                    <a:gd name="connsiteY8" fmla="*/ 1502217 h 1534655"/>
                    <a:gd name="connsiteX9" fmla="*/ 0 w 2304256"/>
                    <a:gd name="connsiteY9" fmla="*/ 869223 h 1534655"/>
                    <a:gd name="connsiteX10" fmla="*/ 0 w 2304256"/>
                    <a:gd name="connsiteY10" fmla="*/ 695051 h 1534655"/>
                    <a:gd name="connsiteX0" fmla="*/ 0 w 2304256"/>
                    <a:gd name="connsiteY0" fmla="*/ 705322 h 1544926"/>
                    <a:gd name="connsiteX1" fmla="*/ 632994 w 2304256"/>
                    <a:gd name="connsiteY1" fmla="*/ 72328 h 1544926"/>
                    <a:gd name="connsiteX2" fmla="*/ 1431641 w 2304256"/>
                    <a:gd name="connsiteY2" fmla="*/ 42699 h 1544926"/>
                    <a:gd name="connsiteX3" fmla="*/ 1671262 w 2304256"/>
                    <a:gd name="connsiteY3" fmla="*/ 72328 h 1544926"/>
                    <a:gd name="connsiteX4" fmla="*/ 2304256 w 2304256"/>
                    <a:gd name="connsiteY4" fmla="*/ 705322 h 1544926"/>
                    <a:gd name="connsiteX5" fmla="*/ 2304256 w 2304256"/>
                    <a:gd name="connsiteY5" fmla="*/ 879494 h 1544926"/>
                    <a:gd name="connsiteX6" fmla="*/ 1671262 w 2304256"/>
                    <a:gd name="connsiteY6" fmla="*/ 1512488 h 1544926"/>
                    <a:gd name="connsiteX7" fmla="*/ 1170384 w 2304256"/>
                    <a:gd name="connsiteY7" fmla="*/ 1544926 h 1544926"/>
                    <a:gd name="connsiteX8" fmla="*/ 632994 w 2304256"/>
                    <a:gd name="connsiteY8" fmla="*/ 1512488 h 1544926"/>
                    <a:gd name="connsiteX9" fmla="*/ 0 w 2304256"/>
                    <a:gd name="connsiteY9" fmla="*/ 879494 h 1544926"/>
                    <a:gd name="connsiteX10" fmla="*/ 0 w 2304256"/>
                    <a:gd name="connsiteY10" fmla="*/ 705322 h 1544926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42300 h 1581904"/>
                    <a:gd name="connsiteX1" fmla="*/ 665651 w 2304256"/>
                    <a:gd name="connsiteY1" fmla="*/ 43992 h 1581904"/>
                    <a:gd name="connsiteX2" fmla="*/ 1671262 w 2304256"/>
                    <a:gd name="connsiteY2" fmla="*/ 109306 h 1581904"/>
                    <a:gd name="connsiteX3" fmla="*/ 2304256 w 2304256"/>
                    <a:gd name="connsiteY3" fmla="*/ 742300 h 1581904"/>
                    <a:gd name="connsiteX4" fmla="*/ 2304256 w 2304256"/>
                    <a:gd name="connsiteY4" fmla="*/ 916472 h 1581904"/>
                    <a:gd name="connsiteX5" fmla="*/ 1671262 w 2304256"/>
                    <a:gd name="connsiteY5" fmla="*/ 1549466 h 1581904"/>
                    <a:gd name="connsiteX6" fmla="*/ 1170384 w 2304256"/>
                    <a:gd name="connsiteY6" fmla="*/ 1581904 h 1581904"/>
                    <a:gd name="connsiteX7" fmla="*/ 632994 w 2304256"/>
                    <a:gd name="connsiteY7" fmla="*/ 1549466 h 1581904"/>
                    <a:gd name="connsiteX8" fmla="*/ 0 w 2304256"/>
                    <a:gd name="connsiteY8" fmla="*/ 916472 h 1581904"/>
                    <a:gd name="connsiteX9" fmla="*/ 0 w 2304256"/>
                    <a:gd name="connsiteY9" fmla="*/ 742300 h 1581904"/>
                    <a:gd name="connsiteX0" fmla="*/ 0 w 2304256"/>
                    <a:gd name="connsiteY0" fmla="*/ 721222 h 1560826"/>
                    <a:gd name="connsiteX1" fmla="*/ 622109 w 2304256"/>
                    <a:gd name="connsiteY1" fmla="*/ 55571 h 1560826"/>
                    <a:gd name="connsiteX2" fmla="*/ 1671262 w 2304256"/>
                    <a:gd name="connsiteY2" fmla="*/ 88228 h 1560826"/>
                    <a:gd name="connsiteX3" fmla="*/ 2304256 w 2304256"/>
                    <a:gd name="connsiteY3" fmla="*/ 721222 h 1560826"/>
                    <a:gd name="connsiteX4" fmla="*/ 2304256 w 2304256"/>
                    <a:gd name="connsiteY4" fmla="*/ 895394 h 1560826"/>
                    <a:gd name="connsiteX5" fmla="*/ 1671262 w 2304256"/>
                    <a:gd name="connsiteY5" fmla="*/ 1528388 h 1560826"/>
                    <a:gd name="connsiteX6" fmla="*/ 1170384 w 2304256"/>
                    <a:gd name="connsiteY6" fmla="*/ 1560826 h 1560826"/>
                    <a:gd name="connsiteX7" fmla="*/ 632994 w 2304256"/>
                    <a:gd name="connsiteY7" fmla="*/ 1528388 h 1560826"/>
                    <a:gd name="connsiteX8" fmla="*/ 0 w 2304256"/>
                    <a:gd name="connsiteY8" fmla="*/ 895394 h 1560826"/>
                    <a:gd name="connsiteX9" fmla="*/ 0 w 2304256"/>
                    <a:gd name="connsiteY9" fmla="*/ 721222 h 1560826"/>
                    <a:gd name="connsiteX0" fmla="*/ 0 w 2304256"/>
                    <a:gd name="connsiteY0" fmla="*/ 708108 h 1547712"/>
                    <a:gd name="connsiteX1" fmla="*/ 622109 w 2304256"/>
                    <a:gd name="connsiteY1" fmla="*/ 42457 h 1547712"/>
                    <a:gd name="connsiteX2" fmla="*/ 1671262 w 2304256"/>
                    <a:gd name="connsiteY2" fmla="*/ 75114 h 1547712"/>
                    <a:gd name="connsiteX3" fmla="*/ 2304256 w 2304256"/>
                    <a:gd name="connsiteY3" fmla="*/ 708108 h 1547712"/>
                    <a:gd name="connsiteX4" fmla="*/ 2304256 w 2304256"/>
                    <a:gd name="connsiteY4" fmla="*/ 882280 h 1547712"/>
                    <a:gd name="connsiteX5" fmla="*/ 1671262 w 2304256"/>
                    <a:gd name="connsiteY5" fmla="*/ 1515274 h 1547712"/>
                    <a:gd name="connsiteX6" fmla="*/ 1170384 w 2304256"/>
                    <a:gd name="connsiteY6" fmla="*/ 1547712 h 1547712"/>
                    <a:gd name="connsiteX7" fmla="*/ 632994 w 2304256"/>
                    <a:gd name="connsiteY7" fmla="*/ 1515274 h 1547712"/>
                    <a:gd name="connsiteX8" fmla="*/ 0 w 2304256"/>
                    <a:gd name="connsiteY8" fmla="*/ 882280 h 1547712"/>
                    <a:gd name="connsiteX9" fmla="*/ 0 w 2304256"/>
                    <a:gd name="connsiteY9" fmla="*/ 708108 h 1547712"/>
                    <a:gd name="connsiteX0" fmla="*/ 0 w 2304256"/>
                    <a:gd name="connsiteY0" fmla="*/ 719542 h 1559146"/>
                    <a:gd name="connsiteX1" fmla="*/ 622109 w 2304256"/>
                    <a:gd name="connsiteY1" fmla="*/ 53891 h 1559146"/>
                    <a:gd name="connsiteX2" fmla="*/ 1714805 w 2304256"/>
                    <a:gd name="connsiteY2" fmla="*/ 64776 h 1559146"/>
                    <a:gd name="connsiteX3" fmla="*/ 2304256 w 2304256"/>
                    <a:gd name="connsiteY3" fmla="*/ 719542 h 1559146"/>
                    <a:gd name="connsiteX4" fmla="*/ 2304256 w 2304256"/>
                    <a:gd name="connsiteY4" fmla="*/ 893714 h 1559146"/>
                    <a:gd name="connsiteX5" fmla="*/ 1671262 w 2304256"/>
                    <a:gd name="connsiteY5" fmla="*/ 1526708 h 1559146"/>
                    <a:gd name="connsiteX6" fmla="*/ 1170384 w 2304256"/>
                    <a:gd name="connsiteY6" fmla="*/ 1559146 h 1559146"/>
                    <a:gd name="connsiteX7" fmla="*/ 632994 w 2304256"/>
                    <a:gd name="connsiteY7" fmla="*/ 1526708 h 1559146"/>
                    <a:gd name="connsiteX8" fmla="*/ 0 w 2304256"/>
                    <a:gd name="connsiteY8" fmla="*/ 893714 h 1559146"/>
                    <a:gd name="connsiteX9" fmla="*/ 0 w 2304256"/>
                    <a:gd name="connsiteY9" fmla="*/ 719542 h 1559146"/>
                    <a:gd name="connsiteX0" fmla="*/ 0 w 2304256"/>
                    <a:gd name="connsiteY0" fmla="*/ 706676 h 1546280"/>
                    <a:gd name="connsiteX1" fmla="*/ 622109 w 2304256"/>
                    <a:gd name="connsiteY1" fmla="*/ 41025 h 1546280"/>
                    <a:gd name="connsiteX2" fmla="*/ 1714805 w 2304256"/>
                    <a:gd name="connsiteY2" fmla="*/ 51910 h 1546280"/>
                    <a:gd name="connsiteX3" fmla="*/ 2304256 w 2304256"/>
                    <a:gd name="connsiteY3" fmla="*/ 706676 h 1546280"/>
                    <a:gd name="connsiteX4" fmla="*/ 2304256 w 2304256"/>
                    <a:gd name="connsiteY4" fmla="*/ 880848 h 1546280"/>
                    <a:gd name="connsiteX5" fmla="*/ 1671262 w 2304256"/>
                    <a:gd name="connsiteY5" fmla="*/ 1513842 h 1546280"/>
                    <a:gd name="connsiteX6" fmla="*/ 1170384 w 2304256"/>
                    <a:gd name="connsiteY6" fmla="*/ 1546280 h 1546280"/>
                    <a:gd name="connsiteX7" fmla="*/ 632994 w 2304256"/>
                    <a:gd name="connsiteY7" fmla="*/ 1513842 h 1546280"/>
                    <a:gd name="connsiteX8" fmla="*/ 0 w 2304256"/>
                    <a:gd name="connsiteY8" fmla="*/ 880848 h 1546280"/>
                    <a:gd name="connsiteX9" fmla="*/ 0 w 2304256"/>
                    <a:gd name="connsiteY9" fmla="*/ 706676 h 154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04256" h="1546280">
                      <a:moveTo>
                        <a:pt x="0" y="706676"/>
                      </a:moveTo>
                      <a:cubicBezTo>
                        <a:pt x="0" y="357083"/>
                        <a:pt x="337831" y="51911"/>
                        <a:pt x="622109" y="41025"/>
                      </a:cubicBezTo>
                      <a:cubicBezTo>
                        <a:pt x="965968" y="-10046"/>
                        <a:pt x="1425375" y="-20931"/>
                        <a:pt x="1714805" y="51910"/>
                      </a:cubicBezTo>
                      <a:cubicBezTo>
                        <a:pt x="2075284" y="128110"/>
                        <a:pt x="2304256" y="357083"/>
                        <a:pt x="2304256" y="706676"/>
                      </a:cubicBezTo>
                      <a:lnTo>
                        <a:pt x="2304256" y="880848"/>
                      </a:lnTo>
                      <a:cubicBezTo>
                        <a:pt x="2304256" y="1230441"/>
                        <a:pt x="2053512" y="1448528"/>
                        <a:pt x="1671262" y="1513842"/>
                      </a:cubicBezTo>
                      <a:cubicBezTo>
                        <a:pt x="1504303" y="1513769"/>
                        <a:pt x="1337343" y="1546353"/>
                        <a:pt x="1170384" y="1546280"/>
                      </a:cubicBezTo>
                      <a:lnTo>
                        <a:pt x="632994" y="1513842"/>
                      </a:lnTo>
                      <a:cubicBezTo>
                        <a:pt x="283401" y="1448528"/>
                        <a:pt x="0" y="1230441"/>
                        <a:pt x="0" y="880848"/>
                      </a:cubicBezTo>
                      <a:lnTo>
                        <a:pt x="0" y="70667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2987824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395536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1547664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2123728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9" name="梯形 68"/>
              <p:cNvSpPr/>
              <p:nvPr/>
            </p:nvSpPr>
            <p:spPr>
              <a:xfrm>
                <a:off x="3275872" y="3435846"/>
                <a:ext cx="1440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梯形 69"/>
              <p:cNvSpPr/>
              <p:nvPr/>
            </p:nvSpPr>
            <p:spPr>
              <a:xfrm>
                <a:off x="3690000" y="3435846"/>
                <a:ext cx="13669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5" name="新月形 64"/>
            <p:cNvSpPr/>
            <p:nvPr/>
          </p:nvSpPr>
          <p:spPr>
            <a:xfrm rot="5400000">
              <a:off x="6188930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新月形 65"/>
            <p:cNvSpPr/>
            <p:nvPr/>
          </p:nvSpPr>
          <p:spPr>
            <a:xfrm rot="5400000">
              <a:off x="6837002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新月形 66"/>
            <p:cNvSpPr/>
            <p:nvPr/>
          </p:nvSpPr>
          <p:spPr>
            <a:xfrm rot="16200000">
              <a:off x="6422939" y="1643276"/>
              <a:ext cx="348420" cy="500415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81"/>
          <p:cNvGrpSpPr/>
          <p:nvPr/>
        </p:nvGrpSpPr>
        <p:grpSpPr>
          <a:xfrm rot="21039059">
            <a:off x="6592247" y="3795437"/>
            <a:ext cx="945900" cy="793743"/>
            <a:chOff x="5479008" y="1149929"/>
            <a:chExt cx="2196244" cy="1842958"/>
          </a:xfrm>
        </p:grpSpPr>
        <p:grpSp>
          <p:nvGrpSpPr>
            <p:cNvPr id="83" name="组合 82"/>
            <p:cNvGrpSpPr/>
            <p:nvPr/>
          </p:nvGrpSpPr>
          <p:grpSpPr>
            <a:xfrm>
              <a:off x="5479008" y="1149929"/>
              <a:ext cx="2196244" cy="1842958"/>
              <a:chOff x="2447756" y="1664896"/>
              <a:chExt cx="2196244" cy="1842958"/>
            </a:xfrm>
          </p:grpSpPr>
          <p:grpSp>
            <p:nvGrpSpPr>
              <p:cNvPr id="87" name="组合 86"/>
              <p:cNvGrpSpPr/>
              <p:nvPr/>
            </p:nvGrpSpPr>
            <p:grpSpPr>
              <a:xfrm>
                <a:off x="2447756" y="1664896"/>
                <a:ext cx="2196244" cy="1806954"/>
                <a:chOff x="395536" y="1792225"/>
                <a:chExt cx="3024336" cy="2488264"/>
              </a:xfrm>
            </p:grpSpPr>
            <p:sp>
              <p:nvSpPr>
                <p:cNvPr id="90" name="椭圆 89"/>
                <p:cNvSpPr/>
                <p:nvPr/>
              </p:nvSpPr>
              <p:spPr>
                <a:xfrm>
                  <a:off x="1223628" y="3250014"/>
                  <a:ext cx="1368152" cy="93610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椭圆 90"/>
                <p:cNvSpPr/>
                <p:nvPr/>
              </p:nvSpPr>
              <p:spPr>
                <a:xfrm>
                  <a:off x="1043608" y="3332093"/>
                  <a:ext cx="1728192" cy="5436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梯形 21"/>
                <p:cNvSpPr/>
                <p:nvPr/>
              </p:nvSpPr>
              <p:spPr>
                <a:xfrm>
                  <a:off x="1802693" y="3335663"/>
                  <a:ext cx="210023" cy="207567"/>
                </a:xfrm>
                <a:custGeom>
                  <a:avLst/>
                  <a:gdLst>
                    <a:gd name="connsiteX0" fmla="*/ 0 w 1440160"/>
                    <a:gd name="connsiteY0" fmla="*/ 1296144 h 1296144"/>
                    <a:gd name="connsiteX1" fmla="*/ 650612 w 1440160"/>
                    <a:gd name="connsiteY1" fmla="*/ 0 h 1296144"/>
                    <a:gd name="connsiteX2" fmla="*/ 789548 w 1440160"/>
                    <a:gd name="connsiteY2" fmla="*/ 0 h 1296144"/>
                    <a:gd name="connsiteX3" fmla="*/ 1440160 w 1440160"/>
                    <a:gd name="connsiteY3" fmla="*/ 1296144 h 1296144"/>
                    <a:gd name="connsiteX4" fmla="*/ 0 w 1440160"/>
                    <a:gd name="connsiteY4" fmla="*/ 1296144 h 1296144"/>
                    <a:gd name="connsiteX0" fmla="*/ 0 w 1440160"/>
                    <a:gd name="connsiteY0" fmla="*/ 1296144 h 1347376"/>
                    <a:gd name="connsiteX1" fmla="*/ 650612 w 1440160"/>
                    <a:gd name="connsiteY1" fmla="*/ 0 h 1347376"/>
                    <a:gd name="connsiteX2" fmla="*/ 789548 w 1440160"/>
                    <a:gd name="connsiteY2" fmla="*/ 0 h 1347376"/>
                    <a:gd name="connsiteX3" fmla="*/ 1440160 w 1440160"/>
                    <a:gd name="connsiteY3" fmla="*/ 1296144 h 1347376"/>
                    <a:gd name="connsiteX4" fmla="*/ 713386 w 1440160"/>
                    <a:gd name="connsiteY4" fmla="*/ 1347107 h 1347376"/>
                    <a:gd name="connsiteX5" fmla="*/ 0 w 1440160"/>
                    <a:gd name="connsiteY5" fmla="*/ 1296144 h 1347376"/>
                    <a:gd name="connsiteX0" fmla="*/ 0 w 1440160"/>
                    <a:gd name="connsiteY0" fmla="*/ 1296144 h 1379942"/>
                    <a:gd name="connsiteX1" fmla="*/ 650612 w 1440160"/>
                    <a:gd name="connsiteY1" fmla="*/ 0 h 1379942"/>
                    <a:gd name="connsiteX2" fmla="*/ 789548 w 1440160"/>
                    <a:gd name="connsiteY2" fmla="*/ 0 h 1379942"/>
                    <a:gd name="connsiteX3" fmla="*/ 1440160 w 1440160"/>
                    <a:gd name="connsiteY3" fmla="*/ 1296144 h 1379942"/>
                    <a:gd name="connsiteX4" fmla="*/ 724271 w 1440160"/>
                    <a:gd name="connsiteY4" fmla="*/ 1379764 h 1379942"/>
                    <a:gd name="connsiteX5" fmla="*/ 0 w 1440160"/>
                    <a:gd name="connsiteY5" fmla="*/ 1296144 h 1379942"/>
                    <a:gd name="connsiteX0" fmla="*/ 0 w 1440160"/>
                    <a:gd name="connsiteY0" fmla="*/ 1296144 h 1423429"/>
                    <a:gd name="connsiteX1" fmla="*/ 650612 w 1440160"/>
                    <a:gd name="connsiteY1" fmla="*/ 0 h 1423429"/>
                    <a:gd name="connsiteX2" fmla="*/ 789548 w 1440160"/>
                    <a:gd name="connsiteY2" fmla="*/ 0 h 1423429"/>
                    <a:gd name="connsiteX3" fmla="*/ 1440160 w 1440160"/>
                    <a:gd name="connsiteY3" fmla="*/ 1296144 h 1423429"/>
                    <a:gd name="connsiteX4" fmla="*/ 702500 w 1440160"/>
                    <a:gd name="connsiteY4" fmla="*/ 1423307 h 1423429"/>
                    <a:gd name="connsiteX5" fmla="*/ 0 w 1440160"/>
                    <a:gd name="connsiteY5" fmla="*/ 1296144 h 1423429"/>
                    <a:gd name="connsiteX0" fmla="*/ 0 w 1440160"/>
                    <a:gd name="connsiteY0" fmla="*/ 1296144 h 1423307"/>
                    <a:gd name="connsiteX1" fmla="*/ 650612 w 1440160"/>
                    <a:gd name="connsiteY1" fmla="*/ 0 h 1423307"/>
                    <a:gd name="connsiteX2" fmla="*/ 789548 w 1440160"/>
                    <a:gd name="connsiteY2" fmla="*/ 0 h 1423307"/>
                    <a:gd name="connsiteX3" fmla="*/ 1440160 w 1440160"/>
                    <a:gd name="connsiteY3" fmla="*/ 1296144 h 1423307"/>
                    <a:gd name="connsiteX4" fmla="*/ 702500 w 1440160"/>
                    <a:gd name="connsiteY4" fmla="*/ 1423307 h 1423307"/>
                    <a:gd name="connsiteX5" fmla="*/ 0 w 1440160"/>
                    <a:gd name="connsiteY5" fmla="*/ 1296144 h 142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160" h="1423307">
                      <a:moveTo>
                        <a:pt x="0" y="1296144"/>
                      </a:moveTo>
                      <a:lnTo>
                        <a:pt x="650612" y="0"/>
                      </a:lnTo>
                      <a:lnTo>
                        <a:pt x="789548" y="0"/>
                      </a:lnTo>
                      <a:lnTo>
                        <a:pt x="1440160" y="1296144"/>
                      </a:lnTo>
                      <a:cubicBezTo>
                        <a:pt x="1219673" y="1291360"/>
                        <a:pt x="912102" y="1395433"/>
                        <a:pt x="702500" y="1423307"/>
                      </a:cubicBezTo>
                      <a:lnTo>
                        <a:pt x="0" y="129614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椭圆 22"/>
                <p:cNvSpPr/>
                <p:nvPr/>
              </p:nvSpPr>
              <p:spPr>
                <a:xfrm>
                  <a:off x="1835110" y="3448343"/>
                  <a:ext cx="145545" cy="571396"/>
                </a:xfrm>
                <a:custGeom>
                  <a:avLst/>
                  <a:gdLst>
                    <a:gd name="connsiteX0" fmla="*/ 0 w 230256"/>
                    <a:gd name="connsiteY0" fmla="*/ 460150 h 920300"/>
                    <a:gd name="connsiteX1" fmla="*/ 115128 w 230256"/>
                    <a:gd name="connsiteY1" fmla="*/ 0 h 920300"/>
                    <a:gd name="connsiteX2" fmla="*/ 230256 w 230256"/>
                    <a:gd name="connsiteY2" fmla="*/ 460150 h 920300"/>
                    <a:gd name="connsiteX3" fmla="*/ 115128 w 230256"/>
                    <a:gd name="connsiteY3" fmla="*/ 920300 h 920300"/>
                    <a:gd name="connsiteX4" fmla="*/ 0 w 230256"/>
                    <a:gd name="connsiteY4" fmla="*/ 460150 h 920300"/>
                    <a:gd name="connsiteX0" fmla="*/ 0 w 232626"/>
                    <a:gd name="connsiteY0" fmla="*/ 469660 h 929810"/>
                    <a:gd name="connsiteX1" fmla="*/ 115128 w 232626"/>
                    <a:gd name="connsiteY1" fmla="*/ 9510 h 929810"/>
                    <a:gd name="connsiteX2" fmla="*/ 169523 w 232626"/>
                    <a:gd name="connsiteY2" fmla="*/ 182650 h 929810"/>
                    <a:gd name="connsiteX3" fmla="*/ 230256 w 232626"/>
                    <a:gd name="connsiteY3" fmla="*/ 469660 h 929810"/>
                    <a:gd name="connsiteX4" fmla="*/ 115128 w 232626"/>
                    <a:gd name="connsiteY4" fmla="*/ 929810 h 929810"/>
                    <a:gd name="connsiteX5" fmla="*/ 0 w 232626"/>
                    <a:gd name="connsiteY5" fmla="*/ 469660 h 929810"/>
                    <a:gd name="connsiteX0" fmla="*/ 306 w 232932"/>
                    <a:gd name="connsiteY0" fmla="*/ 460511 h 920661"/>
                    <a:gd name="connsiteX1" fmla="*/ 82743 w 232932"/>
                    <a:gd name="connsiteY1" fmla="*/ 217044 h 920661"/>
                    <a:gd name="connsiteX2" fmla="*/ 115434 w 232932"/>
                    <a:gd name="connsiteY2" fmla="*/ 361 h 920661"/>
                    <a:gd name="connsiteX3" fmla="*/ 169829 w 232932"/>
                    <a:gd name="connsiteY3" fmla="*/ 173501 h 920661"/>
                    <a:gd name="connsiteX4" fmla="*/ 230562 w 232932"/>
                    <a:gd name="connsiteY4" fmla="*/ 460511 h 920661"/>
                    <a:gd name="connsiteX5" fmla="*/ 115434 w 232932"/>
                    <a:gd name="connsiteY5" fmla="*/ 920661 h 920661"/>
                    <a:gd name="connsiteX6" fmla="*/ 306 w 232932"/>
                    <a:gd name="connsiteY6" fmla="*/ 460511 h 920661"/>
                    <a:gd name="connsiteX0" fmla="*/ 1793 w 234419"/>
                    <a:gd name="connsiteY0" fmla="*/ 460150 h 920300"/>
                    <a:gd name="connsiteX1" fmla="*/ 51573 w 234419"/>
                    <a:gd name="connsiteY1" fmla="*/ 173141 h 920300"/>
                    <a:gd name="connsiteX2" fmla="*/ 116921 w 234419"/>
                    <a:gd name="connsiteY2" fmla="*/ 0 h 920300"/>
                    <a:gd name="connsiteX3" fmla="*/ 171316 w 234419"/>
                    <a:gd name="connsiteY3" fmla="*/ 173140 h 920300"/>
                    <a:gd name="connsiteX4" fmla="*/ 232049 w 234419"/>
                    <a:gd name="connsiteY4" fmla="*/ 460150 h 920300"/>
                    <a:gd name="connsiteX5" fmla="*/ 116921 w 234419"/>
                    <a:gd name="connsiteY5" fmla="*/ 920300 h 920300"/>
                    <a:gd name="connsiteX6" fmla="*/ 1793 w 234419"/>
                    <a:gd name="connsiteY6" fmla="*/ 460150 h 920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4419" h="920300">
                      <a:moveTo>
                        <a:pt x="1793" y="460150"/>
                      </a:moveTo>
                      <a:cubicBezTo>
                        <a:pt x="-9098" y="335623"/>
                        <a:pt x="32385" y="249833"/>
                        <a:pt x="51573" y="173141"/>
                      </a:cubicBezTo>
                      <a:cubicBezTo>
                        <a:pt x="70761" y="96449"/>
                        <a:pt x="96964" y="0"/>
                        <a:pt x="116921" y="0"/>
                      </a:cubicBezTo>
                      <a:cubicBezTo>
                        <a:pt x="136878" y="0"/>
                        <a:pt x="152128" y="96448"/>
                        <a:pt x="171316" y="173140"/>
                      </a:cubicBezTo>
                      <a:cubicBezTo>
                        <a:pt x="190504" y="249832"/>
                        <a:pt x="246558" y="335623"/>
                        <a:pt x="232049" y="460150"/>
                      </a:cubicBezTo>
                      <a:cubicBezTo>
                        <a:pt x="217540" y="584677"/>
                        <a:pt x="180504" y="920300"/>
                        <a:pt x="116921" y="920300"/>
                      </a:cubicBezTo>
                      <a:cubicBezTo>
                        <a:pt x="53338" y="920300"/>
                        <a:pt x="12684" y="584677"/>
                        <a:pt x="1793" y="4601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2411760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矩形 94"/>
                <p:cNvSpPr/>
                <p:nvPr/>
              </p:nvSpPr>
              <p:spPr>
                <a:xfrm>
                  <a:off x="1223628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圆角矩形 3"/>
                <p:cNvSpPr/>
                <p:nvPr/>
              </p:nvSpPr>
              <p:spPr>
                <a:xfrm>
                  <a:off x="770058" y="1792225"/>
                  <a:ext cx="2304256" cy="1546279"/>
                </a:xfrm>
                <a:custGeom>
                  <a:avLst/>
                  <a:gdLst>
                    <a:gd name="connsiteX0" fmla="*/ 0 w 2304256"/>
                    <a:gd name="connsiteY0" fmla="*/ 632994 h 1440160"/>
                    <a:gd name="connsiteX1" fmla="*/ 632994 w 2304256"/>
                    <a:gd name="connsiteY1" fmla="*/ 0 h 1440160"/>
                    <a:gd name="connsiteX2" fmla="*/ 1671262 w 2304256"/>
                    <a:gd name="connsiteY2" fmla="*/ 0 h 1440160"/>
                    <a:gd name="connsiteX3" fmla="*/ 2304256 w 2304256"/>
                    <a:gd name="connsiteY3" fmla="*/ 632994 h 1440160"/>
                    <a:gd name="connsiteX4" fmla="*/ 2304256 w 2304256"/>
                    <a:gd name="connsiteY4" fmla="*/ 807166 h 1440160"/>
                    <a:gd name="connsiteX5" fmla="*/ 1671262 w 2304256"/>
                    <a:gd name="connsiteY5" fmla="*/ 1440160 h 1440160"/>
                    <a:gd name="connsiteX6" fmla="*/ 632994 w 2304256"/>
                    <a:gd name="connsiteY6" fmla="*/ 1440160 h 1440160"/>
                    <a:gd name="connsiteX7" fmla="*/ 0 w 2304256"/>
                    <a:gd name="connsiteY7" fmla="*/ 807166 h 1440160"/>
                    <a:gd name="connsiteX8" fmla="*/ 0 w 2304256"/>
                    <a:gd name="connsiteY8" fmla="*/ 632994 h 1440160"/>
                    <a:gd name="connsiteX0" fmla="*/ 0 w 2304256"/>
                    <a:gd name="connsiteY0" fmla="*/ 684397 h 1491563"/>
                    <a:gd name="connsiteX1" fmla="*/ 632994 w 2304256"/>
                    <a:gd name="connsiteY1" fmla="*/ 51403 h 1491563"/>
                    <a:gd name="connsiteX2" fmla="*/ 1192155 w 2304256"/>
                    <a:gd name="connsiteY2" fmla="*/ 0 h 1491563"/>
                    <a:gd name="connsiteX3" fmla="*/ 1671262 w 2304256"/>
                    <a:gd name="connsiteY3" fmla="*/ 51403 h 1491563"/>
                    <a:gd name="connsiteX4" fmla="*/ 2304256 w 2304256"/>
                    <a:gd name="connsiteY4" fmla="*/ 684397 h 1491563"/>
                    <a:gd name="connsiteX5" fmla="*/ 2304256 w 2304256"/>
                    <a:gd name="connsiteY5" fmla="*/ 858569 h 1491563"/>
                    <a:gd name="connsiteX6" fmla="*/ 1671262 w 2304256"/>
                    <a:gd name="connsiteY6" fmla="*/ 1491563 h 1491563"/>
                    <a:gd name="connsiteX7" fmla="*/ 632994 w 2304256"/>
                    <a:gd name="connsiteY7" fmla="*/ 1491563 h 1491563"/>
                    <a:gd name="connsiteX8" fmla="*/ 0 w 2304256"/>
                    <a:gd name="connsiteY8" fmla="*/ 858569 h 1491563"/>
                    <a:gd name="connsiteX9" fmla="*/ 0 w 2304256"/>
                    <a:gd name="connsiteY9" fmla="*/ 684397 h 1491563"/>
                    <a:gd name="connsiteX0" fmla="*/ 0 w 2304256"/>
                    <a:gd name="connsiteY0" fmla="*/ 703032 h 1510198"/>
                    <a:gd name="connsiteX1" fmla="*/ 632994 w 2304256"/>
                    <a:gd name="connsiteY1" fmla="*/ 70038 h 1510198"/>
                    <a:gd name="connsiteX2" fmla="*/ 1007098 w 2304256"/>
                    <a:gd name="connsiteY2" fmla="*/ 7751 h 1510198"/>
                    <a:gd name="connsiteX3" fmla="*/ 1192155 w 2304256"/>
                    <a:gd name="connsiteY3" fmla="*/ 18635 h 1510198"/>
                    <a:gd name="connsiteX4" fmla="*/ 1671262 w 2304256"/>
                    <a:gd name="connsiteY4" fmla="*/ 70038 h 1510198"/>
                    <a:gd name="connsiteX5" fmla="*/ 2304256 w 2304256"/>
                    <a:gd name="connsiteY5" fmla="*/ 703032 h 1510198"/>
                    <a:gd name="connsiteX6" fmla="*/ 2304256 w 2304256"/>
                    <a:gd name="connsiteY6" fmla="*/ 877204 h 1510198"/>
                    <a:gd name="connsiteX7" fmla="*/ 1671262 w 2304256"/>
                    <a:gd name="connsiteY7" fmla="*/ 1510198 h 1510198"/>
                    <a:gd name="connsiteX8" fmla="*/ 632994 w 2304256"/>
                    <a:gd name="connsiteY8" fmla="*/ 1510198 h 1510198"/>
                    <a:gd name="connsiteX9" fmla="*/ 0 w 2304256"/>
                    <a:gd name="connsiteY9" fmla="*/ 877204 h 1510198"/>
                    <a:gd name="connsiteX10" fmla="*/ 0 w 2304256"/>
                    <a:gd name="connsiteY10" fmla="*/ 703032 h 1510198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28889 h 1568493"/>
                    <a:gd name="connsiteX1" fmla="*/ 632994 w 2304256"/>
                    <a:gd name="connsiteY1" fmla="*/ 95895 h 1568493"/>
                    <a:gd name="connsiteX2" fmla="*/ 1007098 w 2304256"/>
                    <a:gd name="connsiteY2" fmla="*/ 33608 h 1568493"/>
                    <a:gd name="connsiteX3" fmla="*/ 1192155 w 2304256"/>
                    <a:gd name="connsiteY3" fmla="*/ 44492 h 1568493"/>
                    <a:gd name="connsiteX4" fmla="*/ 1268355 w 2304256"/>
                    <a:gd name="connsiteY4" fmla="*/ 951 h 1568493"/>
                    <a:gd name="connsiteX5" fmla="*/ 1671262 w 2304256"/>
                    <a:gd name="connsiteY5" fmla="*/ 95895 h 1568493"/>
                    <a:gd name="connsiteX6" fmla="*/ 2304256 w 2304256"/>
                    <a:gd name="connsiteY6" fmla="*/ 728889 h 1568493"/>
                    <a:gd name="connsiteX7" fmla="*/ 2304256 w 2304256"/>
                    <a:gd name="connsiteY7" fmla="*/ 903061 h 1568493"/>
                    <a:gd name="connsiteX8" fmla="*/ 1671262 w 2304256"/>
                    <a:gd name="connsiteY8" fmla="*/ 1536055 h 1568493"/>
                    <a:gd name="connsiteX9" fmla="*/ 1170384 w 2304256"/>
                    <a:gd name="connsiteY9" fmla="*/ 1568493 h 1568493"/>
                    <a:gd name="connsiteX10" fmla="*/ 632994 w 2304256"/>
                    <a:gd name="connsiteY10" fmla="*/ 1536055 h 1568493"/>
                    <a:gd name="connsiteX11" fmla="*/ 0 w 2304256"/>
                    <a:gd name="connsiteY11" fmla="*/ 903061 h 1568493"/>
                    <a:gd name="connsiteX12" fmla="*/ 0 w 2304256"/>
                    <a:gd name="connsiteY12" fmla="*/ 728889 h 1568493"/>
                    <a:gd name="connsiteX0" fmla="*/ 0 w 2304256"/>
                    <a:gd name="connsiteY0" fmla="*/ 730117 h 1569721"/>
                    <a:gd name="connsiteX1" fmla="*/ 632994 w 2304256"/>
                    <a:gd name="connsiteY1" fmla="*/ 97123 h 1569721"/>
                    <a:gd name="connsiteX2" fmla="*/ 1007098 w 2304256"/>
                    <a:gd name="connsiteY2" fmla="*/ 34836 h 1569721"/>
                    <a:gd name="connsiteX3" fmla="*/ 1148613 w 2304256"/>
                    <a:gd name="connsiteY3" fmla="*/ 13063 h 1569721"/>
                    <a:gd name="connsiteX4" fmla="*/ 1268355 w 2304256"/>
                    <a:gd name="connsiteY4" fmla="*/ 2179 h 1569721"/>
                    <a:gd name="connsiteX5" fmla="*/ 1671262 w 2304256"/>
                    <a:gd name="connsiteY5" fmla="*/ 97123 h 1569721"/>
                    <a:gd name="connsiteX6" fmla="*/ 2304256 w 2304256"/>
                    <a:gd name="connsiteY6" fmla="*/ 730117 h 1569721"/>
                    <a:gd name="connsiteX7" fmla="*/ 2304256 w 2304256"/>
                    <a:gd name="connsiteY7" fmla="*/ 904289 h 1569721"/>
                    <a:gd name="connsiteX8" fmla="*/ 1671262 w 2304256"/>
                    <a:gd name="connsiteY8" fmla="*/ 1537283 h 1569721"/>
                    <a:gd name="connsiteX9" fmla="*/ 1170384 w 2304256"/>
                    <a:gd name="connsiteY9" fmla="*/ 1569721 h 1569721"/>
                    <a:gd name="connsiteX10" fmla="*/ 632994 w 2304256"/>
                    <a:gd name="connsiteY10" fmla="*/ 1537283 h 1569721"/>
                    <a:gd name="connsiteX11" fmla="*/ 0 w 2304256"/>
                    <a:gd name="connsiteY11" fmla="*/ 904289 h 1569721"/>
                    <a:gd name="connsiteX12" fmla="*/ 0 w 2304256"/>
                    <a:gd name="connsiteY12" fmla="*/ 730117 h 1569721"/>
                    <a:gd name="connsiteX0" fmla="*/ 0 w 2304256"/>
                    <a:gd name="connsiteY0" fmla="*/ 730238 h 1569842"/>
                    <a:gd name="connsiteX1" fmla="*/ 632994 w 2304256"/>
                    <a:gd name="connsiteY1" fmla="*/ 97244 h 1569842"/>
                    <a:gd name="connsiteX2" fmla="*/ 1007098 w 2304256"/>
                    <a:gd name="connsiteY2" fmla="*/ 34957 h 1569842"/>
                    <a:gd name="connsiteX3" fmla="*/ 1268355 w 2304256"/>
                    <a:gd name="connsiteY3" fmla="*/ 2300 h 1569842"/>
                    <a:gd name="connsiteX4" fmla="*/ 1671262 w 2304256"/>
                    <a:gd name="connsiteY4" fmla="*/ 97244 h 1569842"/>
                    <a:gd name="connsiteX5" fmla="*/ 2304256 w 2304256"/>
                    <a:gd name="connsiteY5" fmla="*/ 730238 h 1569842"/>
                    <a:gd name="connsiteX6" fmla="*/ 2304256 w 2304256"/>
                    <a:gd name="connsiteY6" fmla="*/ 904410 h 1569842"/>
                    <a:gd name="connsiteX7" fmla="*/ 1671262 w 2304256"/>
                    <a:gd name="connsiteY7" fmla="*/ 1537404 h 1569842"/>
                    <a:gd name="connsiteX8" fmla="*/ 1170384 w 2304256"/>
                    <a:gd name="connsiteY8" fmla="*/ 1569842 h 1569842"/>
                    <a:gd name="connsiteX9" fmla="*/ 632994 w 2304256"/>
                    <a:gd name="connsiteY9" fmla="*/ 1537404 h 1569842"/>
                    <a:gd name="connsiteX10" fmla="*/ 0 w 2304256"/>
                    <a:gd name="connsiteY10" fmla="*/ 904410 h 1569842"/>
                    <a:gd name="connsiteX11" fmla="*/ 0 w 2304256"/>
                    <a:gd name="connsiteY11" fmla="*/ 730238 h 1569842"/>
                    <a:gd name="connsiteX0" fmla="*/ 0 w 2304256"/>
                    <a:gd name="connsiteY0" fmla="*/ 707656 h 1547260"/>
                    <a:gd name="connsiteX1" fmla="*/ 632994 w 2304256"/>
                    <a:gd name="connsiteY1" fmla="*/ 74662 h 1547260"/>
                    <a:gd name="connsiteX2" fmla="*/ 1007098 w 2304256"/>
                    <a:gd name="connsiteY2" fmla="*/ 12375 h 1547260"/>
                    <a:gd name="connsiteX3" fmla="*/ 1671262 w 2304256"/>
                    <a:gd name="connsiteY3" fmla="*/ 74662 h 1547260"/>
                    <a:gd name="connsiteX4" fmla="*/ 2304256 w 2304256"/>
                    <a:gd name="connsiteY4" fmla="*/ 707656 h 1547260"/>
                    <a:gd name="connsiteX5" fmla="*/ 2304256 w 2304256"/>
                    <a:gd name="connsiteY5" fmla="*/ 881828 h 1547260"/>
                    <a:gd name="connsiteX6" fmla="*/ 1671262 w 2304256"/>
                    <a:gd name="connsiteY6" fmla="*/ 1514822 h 1547260"/>
                    <a:gd name="connsiteX7" fmla="*/ 1170384 w 2304256"/>
                    <a:gd name="connsiteY7" fmla="*/ 1547260 h 1547260"/>
                    <a:gd name="connsiteX8" fmla="*/ 632994 w 2304256"/>
                    <a:gd name="connsiteY8" fmla="*/ 1514822 h 1547260"/>
                    <a:gd name="connsiteX9" fmla="*/ 0 w 2304256"/>
                    <a:gd name="connsiteY9" fmla="*/ 881828 h 1547260"/>
                    <a:gd name="connsiteX10" fmla="*/ 0 w 2304256"/>
                    <a:gd name="connsiteY10" fmla="*/ 707656 h 1547260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95051 h 1534655"/>
                    <a:gd name="connsiteX1" fmla="*/ 632994 w 2304256"/>
                    <a:gd name="connsiteY1" fmla="*/ 62057 h 1534655"/>
                    <a:gd name="connsiteX2" fmla="*/ 1431641 w 2304256"/>
                    <a:gd name="connsiteY2" fmla="*/ 32428 h 1534655"/>
                    <a:gd name="connsiteX3" fmla="*/ 1671262 w 2304256"/>
                    <a:gd name="connsiteY3" fmla="*/ 62057 h 1534655"/>
                    <a:gd name="connsiteX4" fmla="*/ 2304256 w 2304256"/>
                    <a:gd name="connsiteY4" fmla="*/ 695051 h 1534655"/>
                    <a:gd name="connsiteX5" fmla="*/ 2304256 w 2304256"/>
                    <a:gd name="connsiteY5" fmla="*/ 869223 h 1534655"/>
                    <a:gd name="connsiteX6" fmla="*/ 1671262 w 2304256"/>
                    <a:gd name="connsiteY6" fmla="*/ 1502217 h 1534655"/>
                    <a:gd name="connsiteX7" fmla="*/ 1170384 w 2304256"/>
                    <a:gd name="connsiteY7" fmla="*/ 1534655 h 1534655"/>
                    <a:gd name="connsiteX8" fmla="*/ 632994 w 2304256"/>
                    <a:gd name="connsiteY8" fmla="*/ 1502217 h 1534655"/>
                    <a:gd name="connsiteX9" fmla="*/ 0 w 2304256"/>
                    <a:gd name="connsiteY9" fmla="*/ 869223 h 1534655"/>
                    <a:gd name="connsiteX10" fmla="*/ 0 w 2304256"/>
                    <a:gd name="connsiteY10" fmla="*/ 695051 h 1534655"/>
                    <a:gd name="connsiteX0" fmla="*/ 0 w 2304256"/>
                    <a:gd name="connsiteY0" fmla="*/ 705322 h 1544926"/>
                    <a:gd name="connsiteX1" fmla="*/ 632994 w 2304256"/>
                    <a:gd name="connsiteY1" fmla="*/ 72328 h 1544926"/>
                    <a:gd name="connsiteX2" fmla="*/ 1431641 w 2304256"/>
                    <a:gd name="connsiteY2" fmla="*/ 42699 h 1544926"/>
                    <a:gd name="connsiteX3" fmla="*/ 1671262 w 2304256"/>
                    <a:gd name="connsiteY3" fmla="*/ 72328 h 1544926"/>
                    <a:gd name="connsiteX4" fmla="*/ 2304256 w 2304256"/>
                    <a:gd name="connsiteY4" fmla="*/ 705322 h 1544926"/>
                    <a:gd name="connsiteX5" fmla="*/ 2304256 w 2304256"/>
                    <a:gd name="connsiteY5" fmla="*/ 879494 h 1544926"/>
                    <a:gd name="connsiteX6" fmla="*/ 1671262 w 2304256"/>
                    <a:gd name="connsiteY6" fmla="*/ 1512488 h 1544926"/>
                    <a:gd name="connsiteX7" fmla="*/ 1170384 w 2304256"/>
                    <a:gd name="connsiteY7" fmla="*/ 1544926 h 1544926"/>
                    <a:gd name="connsiteX8" fmla="*/ 632994 w 2304256"/>
                    <a:gd name="connsiteY8" fmla="*/ 1512488 h 1544926"/>
                    <a:gd name="connsiteX9" fmla="*/ 0 w 2304256"/>
                    <a:gd name="connsiteY9" fmla="*/ 879494 h 1544926"/>
                    <a:gd name="connsiteX10" fmla="*/ 0 w 2304256"/>
                    <a:gd name="connsiteY10" fmla="*/ 705322 h 1544926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42300 h 1581904"/>
                    <a:gd name="connsiteX1" fmla="*/ 665651 w 2304256"/>
                    <a:gd name="connsiteY1" fmla="*/ 43992 h 1581904"/>
                    <a:gd name="connsiteX2" fmla="*/ 1671262 w 2304256"/>
                    <a:gd name="connsiteY2" fmla="*/ 109306 h 1581904"/>
                    <a:gd name="connsiteX3" fmla="*/ 2304256 w 2304256"/>
                    <a:gd name="connsiteY3" fmla="*/ 742300 h 1581904"/>
                    <a:gd name="connsiteX4" fmla="*/ 2304256 w 2304256"/>
                    <a:gd name="connsiteY4" fmla="*/ 916472 h 1581904"/>
                    <a:gd name="connsiteX5" fmla="*/ 1671262 w 2304256"/>
                    <a:gd name="connsiteY5" fmla="*/ 1549466 h 1581904"/>
                    <a:gd name="connsiteX6" fmla="*/ 1170384 w 2304256"/>
                    <a:gd name="connsiteY6" fmla="*/ 1581904 h 1581904"/>
                    <a:gd name="connsiteX7" fmla="*/ 632994 w 2304256"/>
                    <a:gd name="connsiteY7" fmla="*/ 1549466 h 1581904"/>
                    <a:gd name="connsiteX8" fmla="*/ 0 w 2304256"/>
                    <a:gd name="connsiteY8" fmla="*/ 916472 h 1581904"/>
                    <a:gd name="connsiteX9" fmla="*/ 0 w 2304256"/>
                    <a:gd name="connsiteY9" fmla="*/ 742300 h 1581904"/>
                    <a:gd name="connsiteX0" fmla="*/ 0 w 2304256"/>
                    <a:gd name="connsiteY0" fmla="*/ 721222 h 1560826"/>
                    <a:gd name="connsiteX1" fmla="*/ 622109 w 2304256"/>
                    <a:gd name="connsiteY1" fmla="*/ 55571 h 1560826"/>
                    <a:gd name="connsiteX2" fmla="*/ 1671262 w 2304256"/>
                    <a:gd name="connsiteY2" fmla="*/ 88228 h 1560826"/>
                    <a:gd name="connsiteX3" fmla="*/ 2304256 w 2304256"/>
                    <a:gd name="connsiteY3" fmla="*/ 721222 h 1560826"/>
                    <a:gd name="connsiteX4" fmla="*/ 2304256 w 2304256"/>
                    <a:gd name="connsiteY4" fmla="*/ 895394 h 1560826"/>
                    <a:gd name="connsiteX5" fmla="*/ 1671262 w 2304256"/>
                    <a:gd name="connsiteY5" fmla="*/ 1528388 h 1560826"/>
                    <a:gd name="connsiteX6" fmla="*/ 1170384 w 2304256"/>
                    <a:gd name="connsiteY6" fmla="*/ 1560826 h 1560826"/>
                    <a:gd name="connsiteX7" fmla="*/ 632994 w 2304256"/>
                    <a:gd name="connsiteY7" fmla="*/ 1528388 h 1560826"/>
                    <a:gd name="connsiteX8" fmla="*/ 0 w 2304256"/>
                    <a:gd name="connsiteY8" fmla="*/ 895394 h 1560826"/>
                    <a:gd name="connsiteX9" fmla="*/ 0 w 2304256"/>
                    <a:gd name="connsiteY9" fmla="*/ 721222 h 1560826"/>
                    <a:gd name="connsiteX0" fmla="*/ 0 w 2304256"/>
                    <a:gd name="connsiteY0" fmla="*/ 708108 h 1547712"/>
                    <a:gd name="connsiteX1" fmla="*/ 622109 w 2304256"/>
                    <a:gd name="connsiteY1" fmla="*/ 42457 h 1547712"/>
                    <a:gd name="connsiteX2" fmla="*/ 1671262 w 2304256"/>
                    <a:gd name="connsiteY2" fmla="*/ 75114 h 1547712"/>
                    <a:gd name="connsiteX3" fmla="*/ 2304256 w 2304256"/>
                    <a:gd name="connsiteY3" fmla="*/ 708108 h 1547712"/>
                    <a:gd name="connsiteX4" fmla="*/ 2304256 w 2304256"/>
                    <a:gd name="connsiteY4" fmla="*/ 882280 h 1547712"/>
                    <a:gd name="connsiteX5" fmla="*/ 1671262 w 2304256"/>
                    <a:gd name="connsiteY5" fmla="*/ 1515274 h 1547712"/>
                    <a:gd name="connsiteX6" fmla="*/ 1170384 w 2304256"/>
                    <a:gd name="connsiteY6" fmla="*/ 1547712 h 1547712"/>
                    <a:gd name="connsiteX7" fmla="*/ 632994 w 2304256"/>
                    <a:gd name="connsiteY7" fmla="*/ 1515274 h 1547712"/>
                    <a:gd name="connsiteX8" fmla="*/ 0 w 2304256"/>
                    <a:gd name="connsiteY8" fmla="*/ 882280 h 1547712"/>
                    <a:gd name="connsiteX9" fmla="*/ 0 w 2304256"/>
                    <a:gd name="connsiteY9" fmla="*/ 708108 h 1547712"/>
                    <a:gd name="connsiteX0" fmla="*/ 0 w 2304256"/>
                    <a:gd name="connsiteY0" fmla="*/ 719542 h 1559146"/>
                    <a:gd name="connsiteX1" fmla="*/ 622109 w 2304256"/>
                    <a:gd name="connsiteY1" fmla="*/ 53891 h 1559146"/>
                    <a:gd name="connsiteX2" fmla="*/ 1714805 w 2304256"/>
                    <a:gd name="connsiteY2" fmla="*/ 64776 h 1559146"/>
                    <a:gd name="connsiteX3" fmla="*/ 2304256 w 2304256"/>
                    <a:gd name="connsiteY3" fmla="*/ 719542 h 1559146"/>
                    <a:gd name="connsiteX4" fmla="*/ 2304256 w 2304256"/>
                    <a:gd name="connsiteY4" fmla="*/ 893714 h 1559146"/>
                    <a:gd name="connsiteX5" fmla="*/ 1671262 w 2304256"/>
                    <a:gd name="connsiteY5" fmla="*/ 1526708 h 1559146"/>
                    <a:gd name="connsiteX6" fmla="*/ 1170384 w 2304256"/>
                    <a:gd name="connsiteY6" fmla="*/ 1559146 h 1559146"/>
                    <a:gd name="connsiteX7" fmla="*/ 632994 w 2304256"/>
                    <a:gd name="connsiteY7" fmla="*/ 1526708 h 1559146"/>
                    <a:gd name="connsiteX8" fmla="*/ 0 w 2304256"/>
                    <a:gd name="connsiteY8" fmla="*/ 893714 h 1559146"/>
                    <a:gd name="connsiteX9" fmla="*/ 0 w 2304256"/>
                    <a:gd name="connsiteY9" fmla="*/ 719542 h 1559146"/>
                    <a:gd name="connsiteX0" fmla="*/ 0 w 2304256"/>
                    <a:gd name="connsiteY0" fmla="*/ 706676 h 1546280"/>
                    <a:gd name="connsiteX1" fmla="*/ 622109 w 2304256"/>
                    <a:gd name="connsiteY1" fmla="*/ 41025 h 1546280"/>
                    <a:gd name="connsiteX2" fmla="*/ 1714805 w 2304256"/>
                    <a:gd name="connsiteY2" fmla="*/ 51910 h 1546280"/>
                    <a:gd name="connsiteX3" fmla="*/ 2304256 w 2304256"/>
                    <a:gd name="connsiteY3" fmla="*/ 706676 h 1546280"/>
                    <a:gd name="connsiteX4" fmla="*/ 2304256 w 2304256"/>
                    <a:gd name="connsiteY4" fmla="*/ 880848 h 1546280"/>
                    <a:gd name="connsiteX5" fmla="*/ 1671262 w 2304256"/>
                    <a:gd name="connsiteY5" fmla="*/ 1513842 h 1546280"/>
                    <a:gd name="connsiteX6" fmla="*/ 1170384 w 2304256"/>
                    <a:gd name="connsiteY6" fmla="*/ 1546280 h 1546280"/>
                    <a:gd name="connsiteX7" fmla="*/ 632994 w 2304256"/>
                    <a:gd name="connsiteY7" fmla="*/ 1513842 h 1546280"/>
                    <a:gd name="connsiteX8" fmla="*/ 0 w 2304256"/>
                    <a:gd name="connsiteY8" fmla="*/ 880848 h 1546280"/>
                    <a:gd name="connsiteX9" fmla="*/ 0 w 2304256"/>
                    <a:gd name="connsiteY9" fmla="*/ 706676 h 154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04256" h="1546280">
                      <a:moveTo>
                        <a:pt x="0" y="706676"/>
                      </a:moveTo>
                      <a:cubicBezTo>
                        <a:pt x="0" y="357083"/>
                        <a:pt x="337831" y="51911"/>
                        <a:pt x="622109" y="41025"/>
                      </a:cubicBezTo>
                      <a:cubicBezTo>
                        <a:pt x="965968" y="-10046"/>
                        <a:pt x="1425375" y="-20931"/>
                        <a:pt x="1714805" y="51910"/>
                      </a:cubicBezTo>
                      <a:cubicBezTo>
                        <a:pt x="2075284" y="128110"/>
                        <a:pt x="2304256" y="357083"/>
                        <a:pt x="2304256" y="706676"/>
                      </a:cubicBezTo>
                      <a:lnTo>
                        <a:pt x="2304256" y="880848"/>
                      </a:lnTo>
                      <a:cubicBezTo>
                        <a:pt x="2304256" y="1230441"/>
                        <a:pt x="2053512" y="1448528"/>
                        <a:pt x="1671262" y="1513842"/>
                      </a:cubicBezTo>
                      <a:cubicBezTo>
                        <a:pt x="1504303" y="1513769"/>
                        <a:pt x="1337343" y="1546353"/>
                        <a:pt x="1170384" y="1546280"/>
                      </a:cubicBezTo>
                      <a:lnTo>
                        <a:pt x="632994" y="1513842"/>
                      </a:lnTo>
                      <a:cubicBezTo>
                        <a:pt x="283401" y="1448528"/>
                        <a:pt x="0" y="1230441"/>
                        <a:pt x="0" y="880848"/>
                      </a:cubicBezTo>
                      <a:lnTo>
                        <a:pt x="0" y="70667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椭圆 96"/>
                <p:cNvSpPr/>
                <p:nvPr/>
              </p:nvSpPr>
              <p:spPr>
                <a:xfrm>
                  <a:off x="2987824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椭圆 97"/>
                <p:cNvSpPr/>
                <p:nvPr/>
              </p:nvSpPr>
              <p:spPr>
                <a:xfrm>
                  <a:off x="395536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矩形 98"/>
                <p:cNvSpPr/>
                <p:nvPr/>
              </p:nvSpPr>
              <p:spPr>
                <a:xfrm>
                  <a:off x="1547664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>
                  <a:off x="2123728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8" name="梯形 87"/>
              <p:cNvSpPr/>
              <p:nvPr/>
            </p:nvSpPr>
            <p:spPr>
              <a:xfrm>
                <a:off x="3275872" y="3435846"/>
                <a:ext cx="1440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梯形 88"/>
              <p:cNvSpPr/>
              <p:nvPr/>
            </p:nvSpPr>
            <p:spPr>
              <a:xfrm>
                <a:off x="3690000" y="3435846"/>
                <a:ext cx="13669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新月形 83"/>
            <p:cNvSpPr/>
            <p:nvPr/>
          </p:nvSpPr>
          <p:spPr>
            <a:xfrm rot="5400000">
              <a:off x="6188930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新月形 84"/>
            <p:cNvSpPr/>
            <p:nvPr/>
          </p:nvSpPr>
          <p:spPr>
            <a:xfrm rot="5400000">
              <a:off x="6837002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新月形 85"/>
            <p:cNvSpPr/>
            <p:nvPr/>
          </p:nvSpPr>
          <p:spPr>
            <a:xfrm rot="16200000">
              <a:off x="6422939" y="1643276"/>
              <a:ext cx="348420" cy="500415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01" name="直接连接符 100"/>
          <p:cNvCxnSpPr/>
          <p:nvPr/>
        </p:nvCxnSpPr>
        <p:spPr>
          <a:xfrm>
            <a:off x="1187624" y="2715766"/>
            <a:ext cx="0" cy="2427734"/>
          </a:xfrm>
          <a:prstGeom prst="line">
            <a:avLst/>
          </a:prstGeom>
          <a:ln w="19050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7956376" y="3147814"/>
            <a:ext cx="0" cy="2088232"/>
          </a:xfrm>
          <a:prstGeom prst="line">
            <a:avLst/>
          </a:prstGeom>
          <a:ln w="19050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2" descr="http://pic13.nipic.com/20110422/7174467_171153224332_2.jpg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4557" l="0" r="100000">
                        <a14:foregroundMark x1="50684" y1="56921" x2="50684" y2="56921"/>
                        <a14:foregroundMark x1="22461" y1="40902" x2="22461" y2="409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04291"/>
            <a:ext cx="457164" cy="26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622439" y="2044281"/>
            <a:ext cx="349161" cy="455461"/>
            <a:chOff x="539552" y="1993432"/>
            <a:chExt cx="349161" cy="455461"/>
          </a:xfrm>
        </p:grpSpPr>
        <p:pic>
          <p:nvPicPr>
            <p:cNvPr id="104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864" b="99320" l="9890" r="8956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432" y="1993432"/>
              <a:ext cx="307281" cy="455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5" name="TextBox 104"/>
            <p:cNvSpPr txBox="1"/>
            <p:nvPr/>
          </p:nvSpPr>
          <p:spPr>
            <a:xfrm>
              <a:off x="539552" y="2017172"/>
              <a:ext cx="216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？</a:t>
              </a:r>
              <a:endPara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882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4103945" y="123986"/>
            <a:ext cx="936106" cy="9144002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48064" y="1565321"/>
            <a:ext cx="309634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相比陌生人，熟人之间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可靠性最高，因此如今注重口口相传的口碑营销。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95448" y="393507"/>
            <a:ext cx="90281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口碑</a:t>
            </a:r>
            <a:endParaRPr lang="en-US" altLang="zh-CN" sz="2800" b="1" dirty="0" smtClean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营销</a:t>
            </a:r>
            <a:endParaRPr lang="zh-CN" altLang="en-US" sz="2800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47693" y="2556000"/>
            <a:ext cx="988275" cy="995332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55576" y="1851670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但是</a:t>
            </a:r>
            <a:endParaRPr lang="zh-CN" altLang="en-US" sz="28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3568" y="2427734"/>
            <a:ext cx="2291330" cy="164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普通人的专家资格低，因此要像秋叶大叔的学员一样，让身边的人看到自己进步的真实成果，提高说服力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！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028384" y="4308312"/>
            <a:ext cx="893253" cy="723586"/>
            <a:chOff x="5479008" y="1213804"/>
            <a:chExt cx="2196244" cy="1779083"/>
          </a:xfrm>
        </p:grpSpPr>
        <p:grpSp>
          <p:nvGrpSpPr>
            <p:cNvPr id="23" name="组合 22"/>
            <p:cNvGrpSpPr/>
            <p:nvPr/>
          </p:nvGrpSpPr>
          <p:grpSpPr>
            <a:xfrm>
              <a:off x="5479008" y="1213804"/>
              <a:ext cx="2196244" cy="1779083"/>
              <a:chOff x="2447756" y="1728771"/>
              <a:chExt cx="2196244" cy="1779083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2447756" y="1728771"/>
                <a:ext cx="2196244" cy="1743079"/>
                <a:chOff x="395536" y="1880184"/>
                <a:chExt cx="3024336" cy="2400305"/>
              </a:xfrm>
            </p:grpSpPr>
            <p:sp>
              <p:nvSpPr>
                <p:cNvPr id="30" name="椭圆 29"/>
                <p:cNvSpPr/>
                <p:nvPr/>
              </p:nvSpPr>
              <p:spPr>
                <a:xfrm>
                  <a:off x="1223628" y="3250014"/>
                  <a:ext cx="1368152" cy="93610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>
                  <a:off x="1043609" y="3332093"/>
                  <a:ext cx="1728193" cy="54363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梯形 21"/>
                <p:cNvSpPr/>
                <p:nvPr/>
              </p:nvSpPr>
              <p:spPr>
                <a:xfrm>
                  <a:off x="1802693" y="3335663"/>
                  <a:ext cx="210023" cy="207567"/>
                </a:xfrm>
                <a:custGeom>
                  <a:avLst/>
                  <a:gdLst>
                    <a:gd name="connsiteX0" fmla="*/ 0 w 1440160"/>
                    <a:gd name="connsiteY0" fmla="*/ 1296144 h 1296144"/>
                    <a:gd name="connsiteX1" fmla="*/ 650612 w 1440160"/>
                    <a:gd name="connsiteY1" fmla="*/ 0 h 1296144"/>
                    <a:gd name="connsiteX2" fmla="*/ 789548 w 1440160"/>
                    <a:gd name="connsiteY2" fmla="*/ 0 h 1296144"/>
                    <a:gd name="connsiteX3" fmla="*/ 1440160 w 1440160"/>
                    <a:gd name="connsiteY3" fmla="*/ 1296144 h 1296144"/>
                    <a:gd name="connsiteX4" fmla="*/ 0 w 1440160"/>
                    <a:gd name="connsiteY4" fmla="*/ 1296144 h 1296144"/>
                    <a:gd name="connsiteX0" fmla="*/ 0 w 1440160"/>
                    <a:gd name="connsiteY0" fmla="*/ 1296144 h 1347376"/>
                    <a:gd name="connsiteX1" fmla="*/ 650612 w 1440160"/>
                    <a:gd name="connsiteY1" fmla="*/ 0 h 1347376"/>
                    <a:gd name="connsiteX2" fmla="*/ 789548 w 1440160"/>
                    <a:gd name="connsiteY2" fmla="*/ 0 h 1347376"/>
                    <a:gd name="connsiteX3" fmla="*/ 1440160 w 1440160"/>
                    <a:gd name="connsiteY3" fmla="*/ 1296144 h 1347376"/>
                    <a:gd name="connsiteX4" fmla="*/ 713386 w 1440160"/>
                    <a:gd name="connsiteY4" fmla="*/ 1347107 h 1347376"/>
                    <a:gd name="connsiteX5" fmla="*/ 0 w 1440160"/>
                    <a:gd name="connsiteY5" fmla="*/ 1296144 h 1347376"/>
                    <a:gd name="connsiteX0" fmla="*/ 0 w 1440160"/>
                    <a:gd name="connsiteY0" fmla="*/ 1296144 h 1379942"/>
                    <a:gd name="connsiteX1" fmla="*/ 650612 w 1440160"/>
                    <a:gd name="connsiteY1" fmla="*/ 0 h 1379942"/>
                    <a:gd name="connsiteX2" fmla="*/ 789548 w 1440160"/>
                    <a:gd name="connsiteY2" fmla="*/ 0 h 1379942"/>
                    <a:gd name="connsiteX3" fmla="*/ 1440160 w 1440160"/>
                    <a:gd name="connsiteY3" fmla="*/ 1296144 h 1379942"/>
                    <a:gd name="connsiteX4" fmla="*/ 724271 w 1440160"/>
                    <a:gd name="connsiteY4" fmla="*/ 1379764 h 1379942"/>
                    <a:gd name="connsiteX5" fmla="*/ 0 w 1440160"/>
                    <a:gd name="connsiteY5" fmla="*/ 1296144 h 1379942"/>
                    <a:gd name="connsiteX0" fmla="*/ 0 w 1440160"/>
                    <a:gd name="connsiteY0" fmla="*/ 1296144 h 1423429"/>
                    <a:gd name="connsiteX1" fmla="*/ 650612 w 1440160"/>
                    <a:gd name="connsiteY1" fmla="*/ 0 h 1423429"/>
                    <a:gd name="connsiteX2" fmla="*/ 789548 w 1440160"/>
                    <a:gd name="connsiteY2" fmla="*/ 0 h 1423429"/>
                    <a:gd name="connsiteX3" fmla="*/ 1440160 w 1440160"/>
                    <a:gd name="connsiteY3" fmla="*/ 1296144 h 1423429"/>
                    <a:gd name="connsiteX4" fmla="*/ 702500 w 1440160"/>
                    <a:gd name="connsiteY4" fmla="*/ 1423307 h 1423429"/>
                    <a:gd name="connsiteX5" fmla="*/ 0 w 1440160"/>
                    <a:gd name="connsiteY5" fmla="*/ 1296144 h 1423429"/>
                    <a:gd name="connsiteX0" fmla="*/ 0 w 1440160"/>
                    <a:gd name="connsiteY0" fmla="*/ 1296144 h 1423307"/>
                    <a:gd name="connsiteX1" fmla="*/ 650612 w 1440160"/>
                    <a:gd name="connsiteY1" fmla="*/ 0 h 1423307"/>
                    <a:gd name="connsiteX2" fmla="*/ 789548 w 1440160"/>
                    <a:gd name="connsiteY2" fmla="*/ 0 h 1423307"/>
                    <a:gd name="connsiteX3" fmla="*/ 1440160 w 1440160"/>
                    <a:gd name="connsiteY3" fmla="*/ 1296144 h 1423307"/>
                    <a:gd name="connsiteX4" fmla="*/ 702500 w 1440160"/>
                    <a:gd name="connsiteY4" fmla="*/ 1423307 h 1423307"/>
                    <a:gd name="connsiteX5" fmla="*/ 0 w 1440160"/>
                    <a:gd name="connsiteY5" fmla="*/ 1296144 h 142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160" h="1423307">
                      <a:moveTo>
                        <a:pt x="0" y="1296144"/>
                      </a:moveTo>
                      <a:lnTo>
                        <a:pt x="650612" y="0"/>
                      </a:lnTo>
                      <a:lnTo>
                        <a:pt x="789548" y="0"/>
                      </a:lnTo>
                      <a:lnTo>
                        <a:pt x="1440160" y="1296144"/>
                      </a:lnTo>
                      <a:cubicBezTo>
                        <a:pt x="1219673" y="1291360"/>
                        <a:pt x="912102" y="1395433"/>
                        <a:pt x="702500" y="1423307"/>
                      </a:cubicBezTo>
                      <a:lnTo>
                        <a:pt x="0" y="129614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22"/>
                <p:cNvSpPr/>
                <p:nvPr/>
              </p:nvSpPr>
              <p:spPr>
                <a:xfrm>
                  <a:off x="1835110" y="3448343"/>
                  <a:ext cx="145545" cy="571396"/>
                </a:xfrm>
                <a:custGeom>
                  <a:avLst/>
                  <a:gdLst>
                    <a:gd name="connsiteX0" fmla="*/ 0 w 230256"/>
                    <a:gd name="connsiteY0" fmla="*/ 460150 h 920300"/>
                    <a:gd name="connsiteX1" fmla="*/ 115128 w 230256"/>
                    <a:gd name="connsiteY1" fmla="*/ 0 h 920300"/>
                    <a:gd name="connsiteX2" fmla="*/ 230256 w 230256"/>
                    <a:gd name="connsiteY2" fmla="*/ 460150 h 920300"/>
                    <a:gd name="connsiteX3" fmla="*/ 115128 w 230256"/>
                    <a:gd name="connsiteY3" fmla="*/ 920300 h 920300"/>
                    <a:gd name="connsiteX4" fmla="*/ 0 w 230256"/>
                    <a:gd name="connsiteY4" fmla="*/ 460150 h 920300"/>
                    <a:gd name="connsiteX0" fmla="*/ 0 w 232626"/>
                    <a:gd name="connsiteY0" fmla="*/ 469660 h 929810"/>
                    <a:gd name="connsiteX1" fmla="*/ 115128 w 232626"/>
                    <a:gd name="connsiteY1" fmla="*/ 9510 h 929810"/>
                    <a:gd name="connsiteX2" fmla="*/ 169523 w 232626"/>
                    <a:gd name="connsiteY2" fmla="*/ 182650 h 929810"/>
                    <a:gd name="connsiteX3" fmla="*/ 230256 w 232626"/>
                    <a:gd name="connsiteY3" fmla="*/ 469660 h 929810"/>
                    <a:gd name="connsiteX4" fmla="*/ 115128 w 232626"/>
                    <a:gd name="connsiteY4" fmla="*/ 929810 h 929810"/>
                    <a:gd name="connsiteX5" fmla="*/ 0 w 232626"/>
                    <a:gd name="connsiteY5" fmla="*/ 469660 h 929810"/>
                    <a:gd name="connsiteX0" fmla="*/ 306 w 232932"/>
                    <a:gd name="connsiteY0" fmla="*/ 460511 h 920661"/>
                    <a:gd name="connsiteX1" fmla="*/ 82743 w 232932"/>
                    <a:gd name="connsiteY1" fmla="*/ 217044 h 920661"/>
                    <a:gd name="connsiteX2" fmla="*/ 115434 w 232932"/>
                    <a:gd name="connsiteY2" fmla="*/ 361 h 920661"/>
                    <a:gd name="connsiteX3" fmla="*/ 169829 w 232932"/>
                    <a:gd name="connsiteY3" fmla="*/ 173501 h 920661"/>
                    <a:gd name="connsiteX4" fmla="*/ 230562 w 232932"/>
                    <a:gd name="connsiteY4" fmla="*/ 460511 h 920661"/>
                    <a:gd name="connsiteX5" fmla="*/ 115434 w 232932"/>
                    <a:gd name="connsiteY5" fmla="*/ 920661 h 920661"/>
                    <a:gd name="connsiteX6" fmla="*/ 306 w 232932"/>
                    <a:gd name="connsiteY6" fmla="*/ 460511 h 920661"/>
                    <a:gd name="connsiteX0" fmla="*/ 1793 w 234419"/>
                    <a:gd name="connsiteY0" fmla="*/ 460150 h 920300"/>
                    <a:gd name="connsiteX1" fmla="*/ 51573 w 234419"/>
                    <a:gd name="connsiteY1" fmla="*/ 173141 h 920300"/>
                    <a:gd name="connsiteX2" fmla="*/ 116921 w 234419"/>
                    <a:gd name="connsiteY2" fmla="*/ 0 h 920300"/>
                    <a:gd name="connsiteX3" fmla="*/ 171316 w 234419"/>
                    <a:gd name="connsiteY3" fmla="*/ 173140 h 920300"/>
                    <a:gd name="connsiteX4" fmla="*/ 232049 w 234419"/>
                    <a:gd name="connsiteY4" fmla="*/ 460150 h 920300"/>
                    <a:gd name="connsiteX5" fmla="*/ 116921 w 234419"/>
                    <a:gd name="connsiteY5" fmla="*/ 920300 h 920300"/>
                    <a:gd name="connsiteX6" fmla="*/ 1793 w 234419"/>
                    <a:gd name="connsiteY6" fmla="*/ 460150 h 920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4419" h="920300">
                      <a:moveTo>
                        <a:pt x="1793" y="460150"/>
                      </a:moveTo>
                      <a:cubicBezTo>
                        <a:pt x="-9098" y="335623"/>
                        <a:pt x="32385" y="249833"/>
                        <a:pt x="51573" y="173141"/>
                      </a:cubicBezTo>
                      <a:cubicBezTo>
                        <a:pt x="70761" y="96449"/>
                        <a:pt x="96964" y="0"/>
                        <a:pt x="116921" y="0"/>
                      </a:cubicBezTo>
                      <a:cubicBezTo>
                        <a:pt x="136878" y="0"/>
                        <a:pt x="152128" y="96448"/>
                        <a:pt x="171316" y="173140"/>
                      </a:cubicBezTo>
                      <a:cubicBezTo>
                        <a:pt x="190504" y="249832"/>
                        <a:pt x="246558" y="335623"/>
                        <a:pt x="232049" y="460150"/>
                      </a:cubicBezTo>
                      <a:cubicBezTo>
                        <a:pt x="217540" y="584677"/>
                        <a:pt x="180504" y="920300"/>
                        <a:pt x="116921" y="920300"/>
                      </a:cubicBezTo>
                      <a:cubicBezTo>
                        <a:pt x="53338" y="920300"/>
                        <a:pt x="12684" y="584677"/>
                        <a:pt x="1793" y="4601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2411760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1223628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圆角矩形 3"/>
                <p:cNvSpPr/>
                <p:nvPr/>
              </p:nvSpPr>
              <p:spPr>
                <a:xfrm>
                  <a:off x="755576" y="1880184"/>
                  <a:ext cx="2304256" cy="1546280"/>
                </a:xfrm>
                <a:custGeom>
                  <a:avLst/>
                  <a:gdLst>
                    <a:gd name="connsiteX0" fmla="*/ 0 w 2304256"/>
                    <a:gd name="connsiteY0" fmla="*/ 632994 h 1440160"/>
                    <a:gd name="connsiteX1" fmla="*/ 632994 w 2304256"/>
                    <a:gd name="connsiteY1" fmla="*/ 0 h 1440160"/>
                    <a:gd name="connsiteX2" fmla="*/ 1671262 w 2304256"/>
                    <a:gd name="connsiteY2" fmla="*/ 0 h 1440160"/>
                    <a:gd name="connsiteX3" fmla="*/ 2304256 w 2304256"/>
                    <a:gd name="connsiteY3" fmla="*/ 632994 h 1440160"/>
                    <a:gd name="connsiteX4" fmla="*/ 2304256 w 2304256"/>
                    <a:gd name="connsiteY4" fmla="*/ 807166 h 1440160"/>
                    <a:gd name="connsiteX5" fmla="*/ 1671262 w 2304256"/>
                    <a:gd name="connsiteY5" fmla="*/ 1440160 h 1440160"/>
                    <a:gd name="connsiteX6" fmla="*/ 632994 w 2304256"/>
                    <a:gd name="connsiteY6" fmla="*/ 1440160 h 1440160"/>
                    <a:gd name="connsiteX7" fmla="*/ 0 w 2304256"/>
                    <a:gd name="connsiteY7" fmla="*/ 807166 h 1440160"/>
                    <a:gd name="connsiteX8" fmla="*/ 0 w 2304256"/>
                    <a:gd name="connsiteY8" fmla="*/ 632994 h 1440160"/>
                    <a:gd name="connsiteX0" fmla="*/ 0 w 2304256"/>
                    <a:gd name="connsiteY0" fmla="*/ 684397 h 1491563"/>
                    <a:gd name="connsiteX1" fmla="*/ 632994 w 2304256"/>
                    <a:gd name="connsiteY1" fmla="*/ 51403 h 1491563"/>
                    <a:gd name="connsiteX2" fmla="*/ 1192155 w 2304256"/>
                    <a:gd name="connsiteY2" fmla="*/ 0 h 1491563"/>
                    <a:gd name="connsiteX3" fmla="*/ 1671262 w 2304256"/>
                    <a:gd name="connsiteY3" fmla="*/ 51403 h 1491563"/>
                    <a:gd name="connsiteX4" fmla="*/ 2304256 w 2304256"/>
                    <a:gd name="connsiteY4" fmla="*/ 684397 h 1491563"/>
                    <a:gd name="connsiteX5" fmla="*/ 2304256 w 2304256"/>
                    <a:gd name="connsiteY5" fmla="*/ 858569 h 1491563"/>
                    <a:gd name="connsiteX6" fmla="*/ 1671262 w 2304256"/>
                    <a:gd name="connsiteY6" fmla="*/ 1491563 h 1491563"/>
                    <a:gd name="connsiteX7" fmla="*/ 632994 w 2304256"/>
                    <a:gd name="connsiteY7" fmla="*/ 1491563 h 1491563"/>
                    <a:gd name="connsiteX8" fmla="*/ 0 w 2304256"/>
                    <a:gd name="connsiteY8" fmla="*/ 858569 h 1491563"/>
                    <a:gd name="connsiteX9" fmla="*/ 0 w 2304256"/>
                    <a:gd name="connsiteY9" fmla="*/ 684397 h 1491563"/>
                    <a:gd name="connsiteX0" fmla="*/ 0 w 2304256"/>
                    <a:gd name="connsiteY0" fmla="*/ 703032 h 1510198"/>
                    <a:gd name="connsiteX1" fmla="*/ 632994 w 2304256"/>
                    <a:gd name="connsiteY1" fmla="*/ 70038 h 1510198"/>
                    <a:gd name="connsiteX2" fmla="*/ 1007098 w 2304256"/>
                    <a:gd name="connsiteY2" fmla="*/ 7751 h 1510198"/>
                    <a:gd name="connsiteX3" fmla="*/ 1192155 w 2304256"/>
                    <a:gd name="connsiteY3" fmla="*/ 18635 h 1510198"/>
                    <a:gd name="connsiteX4" fmla="*/ 1671262 w 2304256"/>
                    <a:gd name="connsiteY4" fmla="*/ 70038 h 1510198"/>
                    <a:gd name="connsiteX5" fmla="*/ 2304256 w 2304256"/>
                    <a:gd name="connsiteY5" fmla="*/ 703032 h 1510198"/>
                    <a:gd name="connsiteX6" fmla="*/ 2304256 w 2304256"/>
                    <a:gd name="connsiteY6" fmla="*/ 877204 h 1510198"/>
                    <a:gd name="connsiteX7" fmla="*/ 1671262 w 2304256"/>
                    <a:gd name="connsiteY7" fmla="*/ 1510198 h 1510198"/>
                    <a:gd name="connsiteX8" fmla="*/ 632994 w 2304256"/>
                    <a:gd name="connsiteY8" fmla="*/ 1510198 h 1510198"/>
                    <a:gd name="connsiteX9" fmla="*/ 0 w 2304256"/>
                    <a:gd name="connsiteY9" fmla="*/ 877204 h 1510198"/>
                    <a:gd name="connsiteX10" fmla="*/ 0 w 2304256"/>
                    <a:gd name="connsiteY10" fmla="*/ 703032 h 1510198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28889 h 1568493"/>
                    <a:gd name="connsiteX1" fmla="*/ 632994 w 2304256"/>
                    <a:gd name="connsiteY1" fmla="*/ 95895 h 1568493"/>
                    <a:gd name="connsiteX2" fmla="*/ 1007098 w 2304256"/>
                    <a:gd name="connsiteY2" fmla="*/ 33608 h 1568493"/>
                    <a:gd name="connsiteX3" fmla="*/ 1192155 w 2304256"/>
                    <a:gd name="connsiteY3" fmla="*/ 44492 h 1568493"/>
                    <a:gd name="connsiteX4" fmla="*/ 1268355 w 2304256"/>
                    <a:gd name="connsiteY4" fmla="*/ 951 h 1568493"/>
                    <a:gd name="connsiteX5" fmla="*/ 1671262 w 2304256"/>
                    <a:gd name="connsiteY5" fmla="*/ 95895 h 1568493"/>
                    <a:gd name="connsiteX6" fmla="*/ 2304256 w 2304256"/>
                    <a:gd name="connsiteY6" fmla="*/ 728889 h 1568493"/>
                    <a:gd name="connsiteX7" fmla="*/ 2304256 w 2304256"/>
                    <a:gd name="connsiteY7" fmla="*/ 903061 h 1568493"/>
                    <a:gd name="connsiteX8" fmla="*/ 1671262 w 2304256"/>
                    <a:gd name="connsiteY8" fmla="*/ 1536055 h 1568493"/>
                    <a:gd name="connsiteX9" fmla="*/ 1170384 w 2304256"/>
                    <a:gd name="connsiteY9" fmla="*/ 1568493 h 1568493"/>
                    <a:gd name="connsiteX10" fmla="*/ 632994 w 2304256"/>
                    <a:gd name="connsiteY10" fmla="*/ 1536055 h 1568493"/>
                    <a:gd name="connsiteX11" fmla="*/ 0 w 2304256"/>
                    <a:gd name="connsiteY11" fmla="*/ 903061 h 1568493"/>
                    <a:gd name="connsiteX12" fmla="*/ 0 w 2304256"/>
                    <a:gd name="connsiteY12" fmla="*/ 728889 h 1568493"/>
                    <a:gd name="connsiteX0" fmla="*/ 0 w 2304256"/>
                    <a:gd name="connsiteY0" fmla="*/ 730117 h 1569721"/>
                    <a:gd name="connsiteX1" fmla="*/ 632994 w 2304256"/>
                    <a:gd name="connsiteY1" fmla="*/ 97123 h 1569721"/>
                    <a:gd name="connsiteX2" fmla="*/ 1007098 w 2304256"/>
                    <a:gd name="connsiteY2" fmla="*/ 34836 h 1569721"/>
                    <a:gd name="connsiteX3" fmla="*/ 1148613 w 2304256"/>
                    <a:gd name="connsiteY3" fmla="*/ 13063 h 1569721"/>
                    <a:gd name="connsiteX4" fmla="*/ 1268355 w 2304256"/>
                    <a:gd name="connsiteY4" fmla="*/ 2179 h 1569721"/>
                    <a:gd name="connsiteX5" fmla="*/ 1671262 w 2304256"/>
                    <a:gd name="connsiteY5" fmla="*/ 97123 h 1569721"/>
                    <a:gd name="connsiteX6" fmla="*/ 2304256 w 2304256"/>
                    <a:gd name="connsiteY6" fmla="*/ 730117 h 1569721"/>
                    <a:gd name="connsiteX7" fmla="*/ 2304256 w 2304256"/>
                    <a:gd name="connsiteY7" fmla="*/ 904289 h 1569721"/>
                    <a:gd name="connsiteX8" fmla="*/ 1671262 w 2304256"/>
                    <a:gd name="connsiteY8" fmla="*/ 1537283 h 1569721"/>
                    <a:gd name="connsiteX9" fmla="*/ 1170384 w 2304256"/>
                    <a:gd name="connsiteY9" fmla="*/ 1569721 h 1569721"/>
                    <a:gd name="connsiteX10" fmla="*/ 632994 w 2304256"/>
                    <a:gd name="connsiteY10" fmla="*/ 1537283 h 1569721"/>
                    <a:gd name="connsiteX11" fmla="*/ 0 w 2304256"/>
                    <a:gd name="connsiteY11" fmla="*/ 904289 h 1569721"/>
                    <a:gd name="connsiteX12" fmla="*/ 0 w 2304256"/>
                    <a:gd name="connsiteY12" fmla="*/ 730117 h 1569721"/>
                    <a:gd name="connsiteX0" fmla="*/ 0 w 2304256"/>
                    <a:gd name="connsiteY0" fmla="*/ 730238 h 1569842"/>
                    <a:gd name="connsiteX1" fmla="*/ 632994 w 2304256"/>
                    <a:gd name="connsiteY1" fmla="*/ 97244 h 1569842"/>
                    <a:gd name="connsiteX2" fmla="*/ 1007098 w 2304256"/>
                    <a:gd name="connsiteY2" fmla="*/ 34957 h 1569842"/>
                    <a:gd name="connsiteX3" fmla="*/ 1268355 w 2304256"/>
                    <a:gd name="connsiteY3" fmla="*/ 2300 h 1569842"/>
                    <a:gd name="connsiteX4" fmla="*/ 1671262 w 2304256"/>
                    <a:gd name="connsiteY4" fmla="*/ 97244 h 1569842"/>
                    <a:gd name="connsiteX5" fmla="*/ 2304256 w 2304256"/>
                    <a:gd name="connsiteY5" fmla="*/ 730238 h 1569842"/>
                    <a:gd name="connsiteX6" fmla="*/ 2304256 w 2304256"/>
                    <a:gd name="connsiteY6" fmla="*/ 904410 h 1569842"/>
                    <a:gd name="connsiteX7" fmla="*/ 1671262 w 2304256"/>
                    <a:gd name="connsiteY7" fmla="*/ 1537404 h 1569842"/>
                    <a:gd name="connsiteX8" fmla="*/ 1170384 w 2304256"/>
                    <a:gd name="connsiteY8" fmla="*/ 1569842 h 1569842"/>
                    <a:gd name="connsiteX9" fmla="*/ 632994 w 2304256"/>
                    <a:gd name="connsiteY9" fmla="*/ 1537404 h 1569842"/>
                    <a:gd name="connsiteX10" fmla="*/ 0 w 2304256"/>
                    <a:gd name="connsiteY10" fmla="*/ 904410 h 1569842"/>
                    <a:gd name="connsiteX11" fmla="*/ 0 w 2304256"/>
                    <a:gd name="connsiteY11" fmla="*/ 730238 h 1569842"/>
                    <a:gd name="connsiteX0" fmla="*/ 0 w 2304256"/>
                    <a:gd name="connsiteY0" fmla="*/ 707656 h 1547260"/>
                    <a:gd name="connsiteX1" fmla="*/ 632994 w 2304256"/>
                    <a:gd name="connsiteY1" fmla="*/ 74662 h 1547260"/>
                    <a:gd name="connsiteX2" fmla="*/ 1007098 w 2304256"/>
                    <a:gd name="connsiteY2" fmla="*/ 12375 h 1547260"/>
                    <a:gd name="connsiteX3" fmla="*/ 1671262 w 2304256"/>
                    <a:gd name="connsiteY3" fmla="*/ 74662 h 1547260"/>
                    <a:gd name="connsiteX4" fmla="*/ 2304256 w 2304256"/>
                    <a:gd name="connsiteY4" fmla="*/ 707656 h 1547260"/>
                    <a:gd name="connsiteX5" fmla="*/ 2304256 w 2304256"/>
                    <a:gd name="connsiteY5" fmla="*/ 881828 h 1547260"/>
                    <a:gd name="connsiteX6" fmla="*/ 1671262 w 2304256"/>
                    <a:gd name="connsiteY6" fmla="*/ 1514822 h 1547260"/>
                    <a:gd name="connsiteX7" fmla="*/ 1170384 w 2304256"/>
                    <a:gd name="connsiteY7" fmla="*/ 1547260 h 1547260"/>
                    <a:gd name="connsiteX8" fmla="*/ 632994 w 2304256"/>
                    <a:gd name="connsiteY8" fmla="*/ 1514822 h 1547260"/>
                    <a:gd name="connsiteX9" fmla="*/ 0 w 2304256"/>
                    <a:gd name="connsiteY9" fmla="*/ 881828 h 1547260"/>
                    <a:gd name="connsiteX10" fmla="*/ 0 w 2304256"/>
                    <a:gd name="connsiteY10" fmla="*/ 707656 h 1547260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95051 h 1534655"/>
                    <a:gd name="connsiteX1" fmla="*/ 632994 w 2304256"/>
                    <a:gd name="connsiteY1" fmla="*/ 62057 h 1534655"/>
                    <a:gd name="connsiteX2" fmla="*/ 1431641 w 2304256"/>
                    <a:gd name="connsiteY2" fmla="*/ 32428 h 1534655"/>
                    <a:gd name="connsiteX3" fmla="*/ 1671262 w 2304256"/>
                    <a:gd name="connsiteY3" fmla="*/ 62057 h 1534655"/>
                    <a:gd name="connsiteX4" fmla="*/ 2304256 w 2304256"/>
                    <a:gd name="connsiteY4" fmla="*/ 695051 h 1534655"/>
                    <a:gd name="connsiteX5" fmla="*/ 2304256 w 2304256"/>
                    <a:gd name="connsiteY5" fmla="*/ 869223 h 1534655"/>
                    <a:gd name="connsiteX6" fmla="*/ 1671262 w 2304256"/>
                    <a:gd name="connsiteY6" fmla="*/ 1502217 h 1534655"/>
                    <a:gd name="connsiteX7" fmla="*/ 1170384 w 2304256"/>
                    <a:gd name="connsiteY7" fmla="*/ 1534655 h 1534655"/>
                    <a:gd name="connsiteX8" fmla="*/ 632994 w 2304256"/>
                    <a:gd name="connsiteY8" fmla="*/ 1502217 h 1534655"/>
                    <a:gd name="connsiteX9" fmla="*/ 0 w 2304256"/>
                    <a:gd name="connsiteY9" fmla="*/ 869223 h 1534655"/>
                    <a:gd name="connsiteX10" fmla="*/ 0 w 2304256"/>
                    <a:gd name="connsiteY10" fmla="*/ 695051 h 1534655"/>
                    <a:gd name="connsiteX0" fmla="*/ 0 w 2304256"/>
                    <a:gd name="connsiteY0" fmla="*/ 705322 h 1544926"/>
                    <a:gd name="connsiteX1" fmla="*/ 632994 w 2304256"/>
                    <a:gd name="connsiteY1" fmla="*/ 72328 h 1544926"/>
                    <a:gd name="connsiteX2" fmla="*/ 1431641 w 2304256"/>
                    <a:gd name="connsiteY2" fmla="*/ 42699 h 1544926"/>
                    <a:gd name="connsiteX3" fmla="*/ 1671262 w 2304256"/>
                    <a:gd name="connsiteY3" fmla="*/ 72328 h 1544926"/>
                    <a:gd name="connsiteX4" fmla="*/ 2304256 w 2304256"/>
                    <a:gd name="connsiteY4" fmla="*/ 705322 h 1544926"/>
                    <a:gd name="connsiteX5" fmla="*/ 2304256 w 2304256"/>
                    <a:gd name="connsiteY5" fmla="*/ 879494 h 1544926"/>
                    <a:gd name="connsiteX6" fmla="*/ 1671262 w 2304256"/>
                    <a:gd name="connsiteY6" fmla="*/ 1512488 h 1544926"/>
                    <a:gd name="connsiteX7" fmla="*/ 1170384 w 2304256"/>
                    <a:gd name="connsiteY7" fmla="*/ 1544926 h 1544926"/>
                    <a:gd name="connsiteX8" fmla="*/ 632994 w 2304256"/>
                    <a:gd name="connsiteY8" fmla="*/ 1512488 h 1544926"/>
                    <a:gd name="connsiteX9" fmla="*/ 0 w 2304256"/>
                    <a:gd name="connsiteY9" fmla="*/ 879494 h 1544926"/>
                    <a:gd name="connsiteX10" fmla="*/ 0 w 2304256"/>
                    <a:gd name="connsiteY10" fmla="*/ 705322 h 1544926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42300 h 1581904"/>
                    <a:gd name="connsiteX1" fmla="*/ 665651 w 2304256"/>
                    <a:gd name="connsiteY1" fmla="*/ 43992 h 1581904"/>
                    <a:gd name="connsiteX2" fmla="*/ 1671262 w 2304256"/>
                    <a:gd name="connsiteY2" fmla="*/ 109306 h 1581904"/>
                    <a:gd name="connsiteX3" fmla="*/ 2304256 w 2304256"/>
                    <a:gd name="connsiteY3" fmla="*/ 742300 h 1581904"/>
                    <a:gd name="connsiteX4" fmla="*/ 2304256 w 2304256"/>
                    <a:gd name="connsiteY4" fmla="*/ 916472 h 1581904"/>
                    <a:gd name="connsiteX5" fmla="*/ 1671262 w 2304256"/>
                    <a:gd name="connsiteY5" fmla="*/ 1549466 h 1581904"/>
                    <a:gd name="connsiteX6" fmla="*/ 1170384 w 2304256"/>
                    <a:gd name="connsiteY6" fmla="*/ 1581904 h 1581904"/>
                    <a:gd name="connsiteX7" fmla="*/ 632994 w 2304256"/>
                    <a:gd name="connsiteY7" fmla="*/ 1549466 h 1581904"/>
                    <a:gd name="connsiteX8" fmla="*/ 0 w 2304256"/>
                    <a:gd name="connsiteY8" fmla="*/ 916472 h 1581904"/>
                    <a:gd name="connsiteX9" fmla="*/ 0 w 2304256"/>
                    <a:gd name="connsiteY9" fmla="*/ 742300 h 1581904"/>
                    <a:gd name="connsiteX0" fmla="*/ 0 w 2304256"/>
                    <a:gd name="connsiteY0" fmla="*/ 721222 h 1560826"/>
                    <a:gd name="connsiteX1" fmla="*/ 622109 w 2304256"/>
                    <a:gd name="connsiteY1" fmla="*/ 55571 h 1560826"/>
                    <a:gd name="connsiteX2" fmla="*/ 1671262 w 2304256"/>
                    <a:gd name="connsiteY2" fmla="*/ 88228 h 1560826"/>
                    <a:gd name="connsiteX3" fmla="*/ 2304256 w 2304256"/>
                    <a:gd name="connsiteY3" fmla="*/ 721222 h 1560826"/>
                    <a:gd name="connsiteX4" fmla="*/ 2304256 w 2304256"/>
                    <a:gd name="connsiteY4" fmla="*/ 895394 h 1560826"/>
                    <a:gd name="connsiteX5" fmla="*/ 1671262 w 2304256"/>
                    <a:gd name="connsiteY5" fmla="*/ 1528388 h 1560826"/>
                    <a:gd name="connsiteX6" fmla="*/ 1170384 w 2304256"/>
                    <a:gd name="connsiteY6" fmla="*/ 1560826 h 1560826"/>
                    <a:gd name="connsiteX7" fmla="*/ 632994 w 2304256"/>
                    <a:gd name="connsiteY7" fmla="*/ 1528388 h 1560826"/>
                    <a:gd name="connsiteX8" fmla="*/ 0 w 2304256"/>
                    <a:gd name="connsiteY8" fmla="*/ 895394 h 1560826"/>
                    <a:gd name="connsiteX9" fmla="*/ 0 w 2304256"/>
                    <a:gd name="connsiteY9" fmla="*/ 721222 h 1560826"/>
                    <a:gd name="connsiteX0" fmla="*/ 0 w 2304256"/>
                    <a:gd name="connsiteY0" fmla="*/ 708108 h 1547712"/>
                    <a:gd name="connsiteX1" fmla="*/ 622109 w 2304256"/>
                    <a:gd name="connsiteY1" fmla="*/ 42457 h 1547712"/>
                    <a:gd name="connsiteX2" fmla="*/ 1671262 w 2304256"/>
                    <a:gd name="connsiteY2" fmla="*/ 75114 h 1547712"/>
                    <a:gd name="connsiteX3" fmla="*/ 2304256 w 2304256"/>
                    <a:gd name="connsiteY3" fmla="*/ 708108 h 1547712"/>
                    <a:gd name="connsiteX4" fmla="*/ 2304256 w 2304256"/>
                    <a:gd name="connsiteY4" fmla="*/ 882280 h 1547712"/>
                    <a:gd name="connsiteX5" fmla="*/ 1671262 w 2304256"/>
                    <a:gd name="connsiteY5" fmla="*/ 1515274 h 1547712"/>
                    <a:gd name="connsiteX6" fmla="*/ 1170384 w 2304256"/>
                    <a:gd name="connsiteY6" fmla="*/ 1547712 h 1547712"/>
                    <a:gd name="connsiteX7" fmla="*/ 632994 w 2304256"/>
                    <a:gd name="connsiteY7" fmla="*/ 1515274 h 1547712"/>
                    <a:gd name="connsiteX8" fmla="*/ 0 w 2304256"/>
                    <a:gd name="connsiteY8" fmla="*/ 882280 h 1547712"/>
                    <a:gd name="connsiteX9" fmla="*/ 0 w 2304256"/>
                    <a:gd name="connsiteY9" fmla="*/ 708108 h 1547712"/>
                    <a:gd name="connsiteX0" fmla="*/ 0 w 2304256"/>
                    <a:gd name="connsiteY0" fmla="*/ 719542 h 1559146"/>
                    <a:gd name="connsiteX1" fmla="*/ 622109 w 2304256"/>
                    <a:gd name="connsiteY1" fmla="*/ 53891 h 1559146"/>
                    <a:gd name="connsiteX2" fmla="*/ 1714805 w 2304256"/>
                    <a:gd name="connsiteY2" fmla="*/ 64776 h 1559146"/>
                    <a:gd name="connsiteX3" fmla="*/ 2304256 w 2304256"/>
                    <a:gd name="connsiteY3" fmla="*/ 719542 h 1559146"/>
                    <a:gd name="connsiteX4" fmla="*/ 2304256 w 2304256"/>
                    <a:gd name="connsiteY4" fmla="*/ 893714 h 1559146"/>
                    <a:gd name="connsiteX5" fmla="*/ 1671262 w 2304256"/>
                    <a:gd name="connsiteY5" fmla="*/ 1526708 h 1559146"/>
                    <a:gd name="connsiteX6" fmla="*/ 1170384 w 2304256"/>
                    <a:gd name="connsiteY6" fmla="*/ 1559146 h 1559146"/>
                    <a:gd name="connsiteX7" fmla="*/ 632994 w 2304256"/>
                    <a:gd name="connsiteY7" fmla="*/ 1526708 h 1559146"/>
                    <a:gd name="connsiteX8" fmla="*/ 0 w 2304256"/>
                    <a:gd name="connsiteY8" fmla="*/ 893714 h 1559146"/>
                    <a:gd name="connsiteX9" fmla="*/ 0 w 2304256"/>
                    <a:gd name="connsiteY9" fmla="*/ 719542 h 1559146"/>
                    <a:gd name="connsiteX0" fmla="*/ 0 w 2304256"/>
                    <a:gd name="connsiteY0" fmla="*/ 706676 h 1546280"/>
                    <a:gd name="connsiteX1" fmla="*/ 622109 w 2304256"/>
                    <a:gd name="connsiteY1" fmla="*/ 41025 h 1546280"/>
                    <a:gd name="connsiteX2" fmla="*/ 1714805 w 2304256"/>
                    <a:gd name="connsiteY2" fmla="*/ 51910 h 1546280"/>
                    <a:gd name="connsiteX3" fmla="*/ 2304256 w 2304256"/>
                    <a:gd name="connsiteY3" fmla="*/ 706676 h 1546280"/>
                    <a:gd name="connsiteX4" fmla="*/ 2304256 w 2304256"/>
                    <a:gd name="connsiteY4" fmla="*/ 880848 h 1546280"/>
                    <a:gd name="connsiteX5" fmla="*/ 1671262 w 2304256"/>
                    <a:gd name="connsiteY5" fmla="*/ 1513842 h 1546280"/>
                    <a:gd name="connsiteX6" fmla="*/ 1170384 w 2304256"/>
                    <a:gd name="connsiteY6" fmla="*/ 1546280 h 1546280"/>
                    <a:gd name="connsiteX7" fmla="*/ 632994 w 2304256"/>
                    <a:gd name="connsiteY7" fmla="*/ 1513842 h 1546280"/>
                    <a:gd name="connsiteX8" fmla="*/ 0 w 2304256"/>
                    <a:gd name="connsiteY8" fmla="*/ 880848 h 1546280"/>
                    <a:gd name="connsiteX9" fmla="*/ 0 w 2304256"/>
                    <a:gd name="connsiteY9" fmla="*/ 706676 h 154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04256" h="1546280">
                      <a:moveTo>
                        <a:pt x="0" y="706676"/>
                      </a:moveTo>
                      <a:cubicBezTo>
                        <a:pt x="0" y="357083"/>
                        <a:pt x="337831" y="51911"/>
                        <a:pt x="622109" y="41025"/>
                      </a:cubicBezTo>
                      <a:cubicBezTo>
                        <a:pt x="965968" y="-10046"/>
                        <a:pt x="1425375" y="-20931"/>
                        <a:pt x="1714805" y="51910"/>
                      </a:cubicBezTo>
                      <a:cubicBezTo>
                        <a:pt x="2075284" y="128110"/>
                        <a:pt x="2304256" y="357083"/>
                        <a:pt x="2304256" y="706676"/>
                      </a:cubicBezTo>
                      <a:lnTo>
                        <a:pt x="2304256" y="880848"/>
                      </a:lnTo>
                      <a:cubicBezTo>
                        <a:pt x="2304256" y="1230441"/>
                        <a:pt x="2053512" y="1448528"/>
                        <a:pt x="1671262" y="1513842"/>
                      </a:cubicBezTo>
                      <a:cubicBezTo>
                        <a:pt x="1504303" y="1513769"/>
                        <a:pt x="1337343" y="1546353"/>
                        <a:pt x="1170384" y="1546280"/>
                      </a:cubicBezTo>
                      <a:lnTo>
                        <a:pt x="632994" y="1513842"/>
                      </a:lnTo>
                      <a:cubicBezTo>
                        <a:pt x="283401" y="1448528"/>
                        <a:pt x="0" y="1230441"/>
                        <a:pt x="0" y="880848"/>
                      </a:cubicBezTo>
                      <a:lnTo>
                        <a:pt x="0" y="70667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2987824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395536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1547664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2123728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8" name="梯形 27"/>
              <p:cNvSpPr/>
              <p:nvPr/>
            </p:nvSpPr>
            <p:spPr>
              <a:xfrm>
                <a:off x="3275872" y="3435846"/>
                <a:ext cx="1440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梯形 28"/>
              <p:cNvSpPr/>
              <p:nvPr/>
            </p:nvSpPr>
            <p:spPr>
              <a:xfrm>
                <a:off x="3690000" y="3435846"/>
                <a:ext cx="13669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新月形 23"/>
            <p:cNvSpPr/>
            <p:nvPr/>
          </p:nvSpPr>
          <p:spPr>
            <a:xfrm rot="5400000">
              <a:off x="6188930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新月形 24"/>
            <p:cNvSpPr/>
            <p:nvPr/>
          </p:nvSpPr>
          <p:spPr>
            <a:xfrm rot="5400000">
              <a:off x="6837002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新月形 25"/>
            <p:cNvSpPr/>
            <p:nvPr/>
          </p:nvSpPr>
          <p:spPr>
            <a:xfrm rot="16200000">
              <a:off x="6422939" y="1643276"/>
              <a:ext cx="348420" cy="500415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804248" y="4308312"/>
            <a:ext cx="893253" cy="723586"/>
            <a:chOff x="5479008" y="1213804"/>
            <a:chExt cx="2196244" cy="1779083"/>
          </a:xfrm>
        </p:grpSpPr>
        <p:grpSp>
          <p:nvGrpSpPr>
            <p:cNvPr id="44" name="组合 43"/>
            <p:cNvGrpSpPr/>
            <p:nvPr/>
          </p:nvGrpSpPr>
          <p:grpSpPr>
            <a:xfrm>
              <a:off x="5479008" y="1213804"/>
              <a:ext cx="2196244" cy="1779083"/>
              <a:chOff x="2447756" y="1728771"/>
              <a:chExt cx="2196244" cy="1779083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2447756" y="1728771"/>
                <a:ext cx="2196244" cy="1743079"/>
                <a:chOff x="395536" y="1880184"/>
                <a:chExt cx="3024336" cy="2400305"/>
              </a:xfrm>
            </p:grpSpPr>
            <p:sp>
              <p:nvSpPr>
                <p:cNvPr id="51" name="椭圆 50"/>
                <p:cNvSpPr/>
                <p:nvPr/>
              </p:nvSpPr>
              <p:spPr>
                <a:xfrm>
                  <a:off x="1223628" y="3250014"/>
                  <a:ext cx="1368152" cy="93610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1043609" y="3332093"/>
                  <a:ext cx="1728193" cy="54363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梯形 21"/>
                <p:cNvSpPr/>
                <p:nvPr/>
              </p:nvSpPr>
              <p:spPr>
                <a:xfrm>
                  <a:off x="1802693" y="3335663"/>
                  <a:ext cx="210023" cy="207567"/>
                </a:xfrm>
                <a:custGeom>
                  <a:avLst/>
                  <a:gdLst>
                    <a:gd name="connsiteX0" fmla="*/ 0 w 1440160"/>
                    <a:gd name="connsiteY0" fmla="*/ 1296144 h 1296144"/>
                    <a:gd name="connsiteX1" fmla="*/ 650612 w 1440160"/>
                    <a:gd name="connsiteY1" fmla="*/ 0 h 1296144"/>
                    <a:gd name="connsiteX2" fmla="*/ 789548 w 1440160"/>
                    <a:gd name="connsiteY2" fmla="*/ 0 h 1296144"/>
                    <a:gd name="connsiteX3" fmla="*/ 1440160 w 1440160"/>
                    <a:gd name="connsiteY3" fmla="*/ 1296144 h 1296144"/>
                    <a:gd name="connsiteX4" fmla="*/ 0 w 1440160"/>
                    <a:gd name="connsiteY4" fmla="*/ 1296144 h 1296144"/>
                    <a:gd name="connsiteX0" fmla="*/ 0 w 1440160"/>
                    <a:gd name="connsiteY0" fmla="*/ 1296144 h 1347376"/>
                    <a:gd name="connsiteX1" fmla="*/ 650612 w 1440160"/>
                    <a:gd name="connsiteY1" fmla="*/ 0 h 1347376"/>
                    <a:gd name="connsiteX2" fmla="*/ 789548 w 1440160"/>
                    <a:gd name="connsiteY2" fmla="*/ 0 h 1347376"/>
                    <a:gd name="connsiteX3" fmla="*/ 1440160 w 1440160"/>
                    <a:gd name="connsiteY3" fmla="*/ 1296144 h 1347376"/>
                    <a:gd name="connsiteX4" fmla="*/ 713386 w 1440160"/>
                    <a:gd name="connsiteY4" fmla="*/ 1347107 h 1347376"/>
                    <a:gd name="connsiteX5" fmla="*/ 0 w 1440160"/>
                    <a:gd name="connsiteY5" fmla="*/ 1296144 h 1347376"/>
                    <a:gd name="connsiteX0" fmla="*/ 0 w 1440160"/>
                    <a:gd name="connsiteY0" fmla="*/ 1296144 h 1379942"/>
                    <a:gd name="connsiteX1" fmla="*/ 650612 w 1440160"/>
                    <a:gd name="connsiteY1" fmla="*/ 0 h 1379942"/>
                    <a:gd name="connsiteX2" fmla="*/ 789548 w 1440160"/>
                    <a:gd name="connsiteY2" fmla="*/ 0 h 1379942"/>
                    <a:gd name="connsiteX3" fmla="*/ 1440160 w 1440160"/>
                    <a:gd name="connsiteY3" fmla="*/ 1296144 h 1379942"/>
                    <a:gd name="connsiteX4" fmla="*/ 724271 w 1440160"/>
                    <a:gd name="connsiteY4" fmla="*/ 1379764 h 1379942"/>
                    <a:gd name="connsiteX5" fmla="*/ 0 w 1440160"/>
                    <a:gd name="connsiteY5" fmla="*/ 1296144 h 1379942"/>
                    <a:gd name="connsiteX0" fmla="*/ 0 w 1440160"/>
                    <a:gd name="connsiteY0" fmla="*/ 1296144 h 1423429"/>
                    <a:gd name="connsiteX1" fmla="*/ 650612 w 1440160"/>
                    <a:gd name="connsiteY1" fmla="*/ 0 h 1423429"/>
                    <a:gd name="connsiteX2" fmla="*/ 789548 w 1440160"/>
                    <a:gd name="connsiteY2" fmla="*/ 0 h 1423429"/>
                    <a:gd name="connsiteX3" fmla="*/ 1440160 w 1440160"/>
                    <a:gd name="connsiteY3" fmla="*/ 1296144 h 1423429"/>
                    <a:gd name="connsiteX4" fmla="*/ 702500 w 1440160"/>
                    <a:gd name="connsiteY4" fmla="*/ 1423307 h 1423429"/>
                    <a:gd name="connsiteX5" fmla="*/ 0 w 1440160"/>
                    <a:gd name="connsiteY5" fmla="*/ 1296144 h 1423429"/>
                    <a:gd name="connsiteX0" fmla="*/ 0 w 1440160"/>
                    <a:gd name="connsiteY0" fmla="*/ 1296144 h 1423307"/>
                    <a:gd name="connsiteX1" fmla="*/ 650612 w 1440160"/>
                    <a:gd name="connsiteY1" fmla="*/ 0 h 1423307"/>
                    <a:gd name="connsiteX2" fmla="*/ 789548 w 1440160"/>
                    <a:gd name="connsiteY2" fmla="*/ 0 h 1423307"/>
                    <a:gd name="connsiteX3" fmla="*/ 1440160 w 1440160"/>
                    <a:gd name="connsiteY3" fmla="*/ 1296144 h 1423307"/>
                    <a:gd name="connsiteX4" fmla="*/ 702500 w 1440160"/>
                    <a:gd name="connsiteY4" fmla="*/ 1423307 h 1423307"/>
                    <a:gd name="connsiteX5" fmla="*/ 0 w 1440160"/>
                    <a:gd name="connsiteY5" fmla="*/ 1296144 h 142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160" h="1423307">
                      <a:moveTo>
                        <a:pt x="0" y="1296144"/>
                      </a:moveTo>
                      <a:lnTo>
                        <a:pt x="650612" y="0"/>
                      </a:lnTo>
                      <a:lnTo>
                        <a:pt x="789548" y="0"/>
                      </a:lnTo>
                      <a:lnTo>
                        <a:pt x="1440160" y="1296144"/>
                      </a:lnTo>
                      <a:cubicBezTo>
                        <a:pt x="1219673" y="1291360"/>
                        <a:pt x="912102" y="1395433"/>
                        <a:pt x="702500" y="1423307"/>
                      </a:cubicBezTo>
                      <a:lnTo>
                        <a:pt x="0" y="129614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椭圆 22"/>
                <p:cNvSpPr/>
                <p:nvPr/>
              </p:nvSpPr>
              <p:spPr>
                <a:xfrm>
                  <a:off x="1835110" y="3448343"/>
                  <a:ext cx="145545" cy="571396"/>
                </a:xfrm>
                <a:custGeom>
                  <a:avLst/>
                  <a:gdLst>
                    <a:gd name="connsiteX0" fmla="*/ 0 w 230256"/>
                    <a:gd name="connsiteY0" fmla="*/ 460150 h 920300"/>
                    <a:gd name="connsiteX1" fmla="*/ 115128 w 230256"/>
                    <a:gd name="connsiteY1" fmla="*/ 0 h 920300"/>
                    <a:gd name="connsiteX2" fmla="*/ 230256 w 230256"/>
                    <a:gd name="connsiteY2" fmla="*/ 460150 h 920300"/>
                    <a:gd name="connsiteX3" fmla="*/ 115128 w 230256"/>
                    <a:gd name="connsiteY3" fmla="*/ 920300 h 920300"/>
                    <a:gd name="connsiteX4" fmla="*/ 0 w 230256"/>
                    <a:gd name="connsiteY4" fmla="*/ 460150 h 920300"/>
                    <a:gd name="connsiteX0" fmla="*/ 0 w 232626"/>
                    <a:gd name="connsiteY0" fmla="*/ 469660 h 929810"/>
                    <a:gd name="connsiteX1" fmla="*/ 115128 w 232626"/>
                    <a:gd name="connsiteY1" fmla="*/ 9510 h 929810"/>
                    <a:gd name="connsiteX2" fmla="*/ 169523 w 232626"/>
                    <a:gd name="connsiteY2" fmla="*/ 182650 h 929810"/>
                    <a:gd name="connsiteX3" fmla="*/ 230256 w 232626"/>
                    <a:gd name="connsiteY3" fmla="*/ 469660 h 929810"/>
                    <a:gd name="connsiteX4" fmla="*/ 115128 w 232626"/>
                    <a:gd name="connsiteY4" fmla="*/ 929810 h 929810"/>
                    <a:gd name="connsiteX5" fmla="*/ 0 w 232626"/>
                    <a:gd name="connsiteY5" fmla="*/ 469660 h 929810"/>
                    <a:gd name="connsiteX0" fmla="*/ 306 w 232932"/>
                    <a:gd name="connsiteY0" fmla="*/ 460511 h 920661"/>
                    <a:gd name="connsiteX1" fmla="*/ 82743 w 232932"/>
                    <a:gd name="connsiteY1" fmla="*/ 217044 h 920661"/>
                    <a:gd name="connsiteX2" fmla="*/ 115434 w 232932"/>
                    <a:gd name="connsiteY2" fmla="*/ 361 h 920661"/>
                    <a:gd name="connsiteX3" fmla="*/ 169829 w 232932"/>
                    <a:gd name="connsiteY3" fmla="*/ 173501 h 920661"/>
                    <a:gd name="connsiteX4" fmla="*/ 230562 w 232932"/>
                    <a:gd name="connsiteY4" fmla="*/ 460511 h 920661"/>
                    <a:gd name="connsiteX5" fmla="*/ 115434 w 232932"/>
                    <a:gd name="connsiteY5" fmla="*/ 920661 h 920661"/>
                    <a:gd name="connsiteX6" fmla="*/ 306 w 232932"/>
                    <a:gd name="connsiteY6" fmla="*/ 460511 h 920661"/>
                    <a:gd name="connsiteX0" fmla="*/ 1793 w 234419"/>
                    <a:gd name="connsiteY0" fmla="*/ 460150 h 920300"/>
                    <a:gd name="connsiteX1" fmla="*/ 51573 w 234419"/>
                    <a:gd name="connsiteY1" fmla="*/ 173141 h 920300"/>
                    <a:gd name="connsiteX2" fmla="*/ 116921 w 234419"/>
                    <a:gd name="connsiteY2" fmla="*/ 0 h 920300"/>
                    <a:gd name="connsiteX3" fmla="*/ 171316 w 234419"/>
                    <a:gd name="connsiteY3" fmla="*/ 173140 h 920300"/>
                    <a:gd name="connsiteX4" fmla="*/ 232049 w 234419"/>
                    <a:gd name="connsiteY4" fmla="*/ 460150 h 920300"/>
                    <a:gd name="connsiteX5" fmla="*/ 116921 w 234419"/>
                    <a:gd name="connsiteY5" fmla="*/ 920300 h 920300"/>
                    <a:gd name="connsiteX6" fmla="*/ 1793 w 234419"/>
                    <a:gd name="connsiteY6" fmla="*/ 460150 h 920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4419" h="920300">
                      <a:moveTo>
                        <a:pt x="1793" y="460150"/>
                      </a:moveTo>
                      <a:cubicBezTo>
                        <a:pt x="-9098" y="335623"/>
                        <a:pt x="32385" y="249833"/>
                        <a:pt x="51573" y="173141"/>
                      </a:cubicBezTo>
                      <a:cubicBezTo>
                        <a:pt x="70761" y="96449"/>
                        <a:pt x="96964" y="0"/>
                        <a:pt x="116921" y="0"/>
                      </a:cubicBezTo>
                      <a:cubicBezTo>
                        <a:pt x="136878" y="0"/>
                        <a:pt x="152128" y="96448"/>
                        <a:pt x="171316" y="173140"/>
                      </a:cubicBezTo>
                      <a:cubicBezTo>
                        <a:pt x="190504" y="249832"/>
                        <a:pt x="246558" y="335623"/>
                        <a:pt x="232049" y="460150"/>
                      </a:cubicBezTo>
                      <a:cubicBezTo>
                        <a:pt x="217540" y="584677"/>
                        <a:pt x="180504" y="920300"/>
                        <a:pt x="116921" y="920300"/>
                      </a:cubicBezTo>
                      <a:cubicBezTo>
                        <a:pt x="53338" y="920300"/>
                        <a:pt x="12684" y="584677"/>
                        <a:pt x="1793" y="4601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2411760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1223628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圆角矩形 3"/>
                <p:cNvSpPr/>
                <p:nvPr/>
              </p:nvSpPr>
              <p:spPr>
                <a:xfrm>
                  <a:off x="755576" y="1880184"/>
                  <a:ext cx="2304256" cy="1546280"/>
                </a:xfrm>
                <a:custGeom>
                  <a:avLst/>
                  <a:gdLst>
                    <a:gd name="connsiteX0" fmla="*/ 0 w 2304256"/>
                    <a:gd name="connsiteY0" fmla="*/ 632994 h 1440160"/>
                    <a:gd name="connsiteX1" fmla="*/ 632994 w 2304256"/>
                    <a:gd name="connsiteY1" fmla="*/ 0 h 1440160"/>
                    <a:gd name="connsiteX2" fmla="*/ 1671262 w 2304256"/>
                    <a:gd name="connsiteY2" fmla="*/ 0 h 1440160"/>
                    <a:gd name="connsiteX3" fmla="*/ 2304256 w 2304256"/>
                    <a:gd name="connsiteY3" fmla="*/ 632994 h 1440160"/>
                    <a:gd name="connsiteX4" fmla="*/ 2304256 w 2304256"/>
                    <a:gd name="connsiteY4" fmla="*/ 807166 h 1440160"/>
                    <a:gd name="connsiteX5" fmla="*/ 1671262 w 2304256"/>
                    <a:gd name="connsiteY5" fmla="*/ 1440160 h 1440160"/>
                    <a:gd name="connsiteX6" fmla="*/ 632994 w 2304256"/>
                    <a:gd name="connsiteY6" fmla="*/ 1440160 h 1440160"/>
                    <a:gd name="connsiteX7" fmla="*/ 0 w 2304256"/>
                    <a:gd name="connsiteY7" fmla="*/ 807166 h 1440160"/>
                    <a:gd name="connsiteX8" fmla="*/ 0 w 2304256"/>
                    <a:gd name="connsiteY8" fmla="*/ 632994 h 1440160"/>
                    <a:gd name="connsiteX0" fmla="*/ 0 w 2304256"/>
                    <a:gd name="connsiteY0" fmla="*/ 684397 h 1491563"/>
                    <a:gd name="connsiteX1" fmla="*/ 632994 w 2304256"/>
                    <a:gd name="connsiteY1" fmla="*/ 51403 h 1491563"/>
                    <a:gd name="connsiteX2" fmla="*/ 1192155 w 2304256"/>
                    <a:gd name="connsiteY2" fmla="*/ 0 h 1491563"/>
                    <a:gd name="connsiteX3" fmla="*/ 1671262 w 2304256"/>
                    <a:gd name="connsiteY3" fmla="*/ 51403 h 1491563"/>
                    <a:gd name="connsiteX4" fmla="*/ 2304256 w 2304256"/>
                    <a:gd name="connsiteY4" fmla="*/ 684397 h 1491563"/>
                    <a:gd name="connsiteX5" fmla="*/ 2304256 w 2304256"/>
                    <a:gd name="connsiteY5" fmla="*/ 858569 h 1491563"/>
                    <a:gd name="connsiteX6" fmla="*/ 1671262 w 2304256"/>
                    <a:gd name="connsiteY6" fmla="*/ 1491563 h 1491563"/>
                    <a:gd name="connsiteX7" fmla="*/ 632994 w 2304256"/>
                    <a:gd name="connsiteY7" fmla="*/ 1491563 h 1491563"/>
                    <a:gd name="connsiteX8" fmla="*/ 0 w 2304256"/>
                    <a:gd name="connsiteY8" fmla="*/ 858569 h 1491563"/>
                    <a:gd name="connsiteX9" fmla="*/ 0 w 2304256"/>
                    <a:gd name="connsiteY9" fmla="*/ 684397 h 1491563"/>
                    <a:gd name="connsiteX0" fmla="*/ 0 w 2304256"/>
                    <a:gd name="connsiteY0" fmla="*/ 703032 h 1510198"/>
                    <a:gd name="connsiteX1" fmla="*/ 632994 w 2304256"/>
                    <a:gd name="connsiteY1" fmla="*/ 70038 h 1510198"/>
                    <a:gd name="connsiteX2" fmla="*/ 1007098 w 2304256"/>
                    <a:gd name="connsiteY2" fmla="*/ 7751 h 1510198"/>
                    <a:gd name="connsiteX3" fmla="*/ 1192155 w 2304256"/>
                    <a:gd name="connsiteY3" fmla="*/ 18635 h 1510198"/>
                    <a:gd name="connsiteX4" fmla="*/ 1671262 w 2304256"/>
                    <a:gd name="connsiteY4" fmla="*/ 70038 h 1510198"/>
                    <a:gd name="connsiteX5" fmla="*/ 2304256 w 2304256"/>
                    <a:gd name="connsiteY5" fmla="*/ 703032 h 1510198"/>
                    <a:gd name="connsiteX6" fmla="*/ 2304256 w 2304256"/>
                    <a:gd name="connsiteY6" fmla="*/ 877204 h 1510198"/>
                    <a:gd name="connsiteX7" fmla="*/ 1671262 w 2304256"/>
                    <a:gd name="connsiteY7" fmla="*/ 1510198 h 1510198"/>
                    <a:gd name="connsiteX8" fmla="*/ 632994 w 2304256"/>
                    <a:gd name="connsiteY8" fmla="*/ 1510198 h 1510198"/>
                    <a:gd name="connsiteX9" fmla="*/ 0 w 2304256"/>
                    <a:gd name="connsiteY9" fmla="*/ 877204 h 1510198"/>
                    <a:gd name="connsiteX10" fmla="*/ 0 w 2304256"/>
                    <a:gd name="connsiteY10" fmla="*/ 703032 h 1510198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28889 h 1568493"/>
                    <a:gd name="connsiteX1" fmla="*/ 632994 w 2304256"/>
                    <a:gd name="connsiteY1" fmla="*/ 95895 h 1568493"/>
                    <a:gd name="connsiteX2" fmla="*/ 1007098 w 2304256"/>
                    <a:gd name="connsiteY2" fmla="*/ 33608 h 1568493"/>
                    <a:gd name="connsiteX3" fmla="*/ 1192155 w 2304256"/>
                    <a:gd name="connsiteY3" fmla="*/ 44492 h 1568493"/>
                    <a:gd name="connsiteX4" fmla="*/ 1268355 w 2304256"/>
                    <a:gd name="connsiteY4" fmla="*/ 951 h 1568493"/>
                    <a:gd name="connsiteX5" fmla="*/ 1671262 w 2304256"/>
                    <a:gd name="connsiteY5" fmla="*/ 95895 h 1568493"/>
                    <a:gd name="connsiteX6" fmla="*/ 2304256 w 2304256"/>
                    <a:gd name="connsiteY6" fmla="*/ 728889 h 1568493"/>
                    <a:gd name="connsiteX7" fmla="*/ 2304256 w 2304256"/>
                    <a:gd name="connsiteY7" fmla="*/ 903061 h 1568493"/>
                    <a:gd name="connsiteX8" fmla="*/ 1671262 w 2304256"/>
                    <a:gd name="connsiteY8" fmla="*/ 1536055 h 1568493"/>
                    <a:gd name="connsiteX9" fmla="*/ 1170384 w 2304256"/>
                    <a:gd name="connsiteY9" fmla="*/ 1568493 h 1568493"/>
                    <a:gd name="connsiteX10" fmla="*/ 632994 w 2304256"/>
                    <a:gd name="connsiteY10" fmla="*/ 1536055 h 1568493"/>
                    <a:gd name="connsiteX11" fmla="*/ 0 w 2304256"/>
                    <a:gd name="connsiteY11" fmla="*/ 903061 h 1568493"/>
                    <a:gd name="connsiteX12" fmla="*/ 0 w 2304256"/>
                    <a:gd name="connsiteY12" fmla="*/ 728889 h 1568493"/>
                    <a:gd name="connsiteX0" fmla="*/ 0 w 2304256"/>
                    <a:gd name="connsiteY0" fmla="*/ 730117 h 1569721"/>
                    <a:gd name="connsiteX1" fmla="*/ 632994 w 2304256"/>
                    <a:gd name="connsiteY1" fmla="*/ 97123 h 1569721"/>
                    <a:gd name="connsiteX2" fmla="*/ 1007098 w 2304256"/>
                    <a:gd name="connsiteY2" fmla="*/ 34836 h 1569721"/>
                    <a:gd name="connsiteX3" fmla="*/ 1148613 w 2304256"/>
                    <a:gd name="connsiteY3" fmla="*/ 13063 h 1569721"/>
                    <a:gd name="connsiteX4" fmla="*/ 1268355 w 2304256"/>
                    <a:gd name="connsiteY4" fmla="*/ 2179 h 1569721"/>
                    <a:gd name="connsiteX5" fmla="*/ 1671262 w 2304256"/>
                    <a:gd name="connsiteY5" fmla="*/ 97123 h 1569721"/>
                    <a:gd name="connsiteX6" fmla="*/ 2304256 w 2304256"/>
                    <a:gd name="connsiteY6" fmla="*/ 730117 h 1569721"/>
                    <a:gd name="connsiteX7" fmla="*/ 2304256 w 2304256"/>
                    <a:gd name="connsiteY7" fmla="*/ 904289 h 1569721"/>
                    <a:gd name="connsiteX8" fmla="*/ 1671262 w 2304256"/>
                    <a:gd name="connsiteY8" fmla="*/ 1537283 h 1569721"/>
                    <a:gd name="connsiteX9" fmla="*/ 1170384 w 2304256"/>
                    <a:gd name="connsiteY9" fmla="*/ 1569721 h 1569721"/>
                    <a:gd name="connsiteX10" fmla="*/ 632994 w 2304256"/>
                    <a:gd name="connsiteY10" fmla="*/ 1537283 h 1569721"/>
                    <a:gd name="connsiteX11" fmla="*/ 0 w 2304256"/>
                    <a:gd name="connsiteY11" fmla="*/ 904289 h 1569721"/>
                    <a:gd name="connsiteX12" fmla="*/ 0 w 2304256"/>
                    <a:gd name="connsiteY12" fmla="*/ 730117 h 1569721"/>
                    <a:gd name="connsiteX0" fmla="*/ 0 w 2304256"/>
                    <a:gd name="connsiteY0" fmla="*/ 730238 h 1569842"/>
                    <a:gd name="connsiteX1" fmla="*/ 632994 w 2304256"/>
                    <a:gd name="connsiteY1" fmla="*/ 97244 h 1569842"/>
                    <a:gd name="connsiteX2" fmla="*/ 1007098 w 2304256"/>
                    <a:gd name="connsiteY2" fmla="*/ 34957 h 1569842"/>
                    <a:gd name="connsiteX3" fmla="*/ 1268355 w 2304256"/>
                    <a:gd name="connsiteY3" fmla="*/ 2300 h 1569842"/>
                    <a:gd name="connsiteX4" fmla="*/ 1671262 w 2304256"/>
                    <a:gd name="connsiteY4" fmla="*/ 97244 h 1569842"/>
                    <a:gd name="connsiteX5" fmla="*/ 2304256 w 2304256"/>
                    <a:gd name="connsiteY5" fmla="*/ 730238 h 1569842"/>
                    <a:gd name="connsiteX6" fmla="*/ 2304256 w 2304256"/>
                    <a:gd name="connsiteY6" fmla="*/ 904410 h 1569842"/>
                    <a:gd name="connsiteX7" fmla="*/ 1671262 w 2304256"/>
                    <a:gd name="connsiteY7" fmla="*/ 1537404 h 1569842"/>
                    <a:gd name="connsiteX8" fmla="*/ 1170384 w 2304256"/>
                    <a:gd name="connsiteY8" fmla="*/ 1569842 h 1569842"/>
                    <a:gd name="connsiteX9" fmla="*/ 632994 w 2304256"/>
                    <a:gd name="connsiteY9" fmla="*/ 1537404 h 1569842"/>
                    <a:gd name="connsiteX10" fmla="*/ 0 w 2304256"/>
                    <a:gd name="connsiteY10" fmla="*/ 904410 h 1569842"/>
                    <a:gd name="connsiteX11" fmla="*/ 0 w 2304256"/>
                    <a:gd name="connsiteY11" fmla="*/ 730238 h 1569842"/>
                    <a:gd name="connsiteX0" fmla="*/ 0 w 2304256"/>
                    <a:gd name="connsiteY0" fmla="*/ 707656 h 1547260"/>
                    <a:gd name="connsiteX1" fmla="*/ 632994 w 2304256"/>
                    <a:gd name="connsiteY1" fmla="*/ 74662 h 1547260"/>
                    <a:gd name="connsiteX2" fmla="*/ 1007098 w 2304256"/>
                    <a:gd name="connsiteY2" fmla="*/ 12375 h 1547260"/>
                    <a:gd name="connsiteX3" fmla="*/ 1671262 w 2304256"/>
                    <a:gd name="connsiteY3" fmla="*/ 74662 h 1547260"/>
                    <a:gd name="connsiteX4" fmla="*/ 2304256 w 2304256"/>
                    <a:gd name="connsiteY4" fmla="*/ 707656 h 1547260"/>
                    <a:gd name="connsiteX5" fmla="*/ 2304256 w 2304256"/>
                    <a:gd name="connsiteY5" fmla="*/ 881828 h 1547260"/>
                    <a:gd name="connsiteX6" fmla="*/ 1671262 w 2304256"/>
                    <a:gd name="connsiteY6" fmla="*/ 1514822 h 1547260"/>
                    <a:gd name="connsiteX7" fmla="*/ 1170384 w 2304256"/>
                    <a:gd name="connsiteY7" fmla="*/ 1547260 h 1547260"/>
                    <a:gd name="connsiteX8" fmla="*/ 632994 w 2304256"/>
                    <a:gd name="connsiteY8" fmla="*/ 1514822 h 1547260"/>
                    <a:gd name="connsiteX9" fmla="*/ 0 w 2304256"/>
                    <a:gd name="connsiteY9" fmla="*/ 881828 h 1547260"/>
                    <a:gd name="connsiteX10" fmla="*/ 0 w 2304256"/>
                    <a:gd name="connsiteY10" fmla="*/ 707656 h 1547260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95051 h 1534655"/>
                    <a:gd name="connsiteX1" fmla="*/ 632994 w 2304256"/>
                    <a:gd name="connsiteY1" fmla="*/ 62057 h 1534655"/>
                    <a:gd name="connsiteX2" fmla="*/ 1431641 w 2304256"/>
                    <a:gd name="connsiteY2" fmla="*/ 32428 h 1534655"/>
                    <a:gd name="connsiteX3" fmla="*/ 1671262 w 2304256"/>
                    <a:gd name="connsiteY3" fmla="*/ 62057 h 1534655"/>
                    <a:gd name="connsiteX4" fmla="*/ 2304256 w 2304256"/>
                    <a:gd name="connsiteY4" fmla="*/ 695051 h 1534655"/>
                    <a:gd name="connsiteX5" fmla="*/ 2304256 w 2304256"/>
                    <a:gd name="connsiteY5" fmla="*/ 869223 h 1534655"/>
                    <a:gd name="connsiteX6" fmla="*/ 1671262 w 2304256"/>
                    <a:gd name="connsiteY6" fmla="*/ 1502217 h 1534655"/>
                    <a:gd name="connsiteX7" fmla="*/ 1170384 w 2304256"/>
                    <a:gd name="connsiteY7" fmla="*/ 1534655 h 1534655"/>
                    <a:gd name="connsiteX8" fmla="*/ 632994 w 2304256"/>
                    <a:gd name="connsiteY8" fmla="*/ 1502217 h 1534655"/>
                    <a:gd name="connsiteX9" fmla="*/ 0 w 2304256"/>
                    <a:gd name="connsiteY9" fmla="*/ 869223 h 1534655"/>
                    <a:gd name="connsiteX10" fmla="*/ 0 w 2304256"/>
                    <a:gd name="connsiteY10" fmla="*/ 695051 h 1534655"/>
                    <a:gd name="connsiteX0" fmla="*/ 0 w 2304256"/>
                    <a:gd name="connsiteY0" fmla="*/ 705322 h 1544926"/>
                    <a:gd name="connsiteX1" fmla="*/ 632994 w 2304256"/>
                    <a:gd name="connsiteY1" fmla="*/ 72328 h 1544926"/>
                    <a:gd name="connsiteX2" fmla="*/ 1431641 w 2304256"/>
                    <a:gd name="connsiteY2" fmla="*/ 42699 h 1544926"/>
                    <a:gd name="connsiteX3" fmla="*/ 1671262 w 2304256"/>
                    <a:gd name="connsiteY3" fmla="*/ 72328 h 1544926"/>
                    <a:gd name="connsiteX4" fmla="*/ 2304256 w 2304256"/>
                    <a:gd name="connsiteY4" fmla="*/ 705322 h 1544926"/>
                    <a:gd name="connsiteX5" fmla="*/ 2304256 w 2304256"/>
                    <a:gd name="connsiteY5" fmla="*/ 879494 h 1544926"/>
                    <a:gd name="connsiteX6" fmla="*/ 1671262 w 2304256"/>
                    <a:gd name="connsiteY6" fmla="*/ 1512488 h 1544926"/>
                    <a:gd name="connsiteX7" fmla="*/ 1170384 w 2304256"/>
                    <a:gd name="connsiteY7" fmla="*/ 1544926 h 1544926"/>
                    <a:gd name="connsiteX8" fmla="*/ 632994 w 2304256"/>
                    <a:gd name="connsiteY8" fmla="*/ 1512488 h 1544926"/>
                    <a:gd name="connsiteX9" fmla="*/ 0 w 2304256"/>
                    <a:gd name="connsiteY9" fmla="*/ 879494 h 1544926"/>
                    <a:gd name="connsiteX10" fmla="*/ 0 w 2304256"/>
                    <a:gd name="connsiteY10" fmla="*/ 705322 h 1544926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42300 h 1581904"/>
                    <a:gd name="connsiteX1" fmla="*/ 665651 w 2304256"/>
                    <a:gd name="connsiteY1" fmla="*/ 43992 h 1581904"/>
                    <a:gd name="connsiteX2" fmla="*/ 1671262 w 2304256"/>
                    <a:gd name="connsiteY2" fmla="*/ 109306 h 1581904"/>
                    <a:gd name="connsiteX3" fmla="*/ 2304256 w 2304256"/>
                    <a:gd name="connsiteY3" fmla="*/ 742300 h 1581904"/>
                    <a:gd name="connsiteX4" fmla="*/ 2304256 w 2304256"/>
                    <a:gd name="connsiteY4" fmla="*/ 916472 h 1581904"/>
                    <a:gd name="connsiteX5" fmla="*/ 1671262 w 2304256"/>
                    <a:gd name="connsiteY5" fmla="*/ 1549466 h 1581904"/>
                    <a:gd name="connsiteX6" fmla="*/ 1170384 w 2304256"/>
                    <a:gd name="connsiteY6" fmla="*/ 1581904 h 1581904"/>
                    <a:gd name="connsiteX7" fmla="*/ 632994 w 2304256"/>
                    <a:gd name="connsiteY7" fmla="*/ 1549466 h 1581904"/>
                    <a:gd name="connsiteX8" fmla="*/ 0 w 2304256"/>
                    <a:gd name="connsiteY8" fmla="*/ 916472 h 1581904"/>
                    <a:gd name="connsiteX9" fmla="*/ 0 w 2304256"/>
                    <a:gd name="connsiteY9" fmla="*/ 742300 h 1581904"/>
                    <a:gd name="connsiteX0" fmla="*/ 0 w 2304256"/>
                    <a:gd name="connsiteY0" fmla="*/ 721222 h 1560826"/>
                    <a:gd name="connsiteX1" fmla="*/ 622109 w 2304256"/>
                    <a:gd name="connsiteY1" fmla="*/ 55571 h 1560826"/>
                    <a:gd name="connsiteX2" fmla="*/ 1671262 w 2304256"/>
                    <a:gd name="connsiteY2" fmla="*/ 88228 h 1560826"/>
                    <a:gd name="connsiteX3" fmla="*/ 2304256 w 2304256"/>
                    <a:gd name="connsiteY3" fmla="*/ 721222 h 1560826"/>
                    <a:gd name="connsiteX4" fmla="*/ 2304256 w 2304256"/>
                    <a:gd name="connsiteY4" fmla="*/ 895394 h 1560826"/>
                    <a:gd name="connsiteX5" fmla="*/ 1671262 w 2304256"/>
                    <a:gd name="connsiteY5" fmla="*/ 1528388 h 1560826"/>
                    <a:gd name="connsiteX6" fmla="*/ 1170384 w 2304256"/>
                    <a:gd name="connsiteY6" fmla="*/ 1560826 h 1560826"/>
                    <a:gd name="connsiteX7" fmla="*/ 632994 w 2304256"/>
                    <a:gd name="connsiteY7" fmla="*/ 1528388 h 1560826"/>
                    <a:gd name="connsiteX8" fmla="*/ 0 w 2304256"/>
                    <a:gd name="connsiteY8" fmla="*/ 895394 h 1560826"/>
                    <a:gd name="connsiteX9" fmla="*/ 0 w 2304256"/>
                    <a:gd name="connsiteY9" fmla="*/ 721222 h 1560826"/>
                    <a:gd name="connsiteX0" fmla="*/ 0 w 2304256"/>
                    <a:gd name="connsiteY0" fmla="*/ 708108 h 1547712"/>
                    <a:gd name="connsiteX1" fmla="*/ 622109 w 2304256"/>
                    <a:gd name="connsiteY1" fmla="*/ 42457 h 1547712"/>
                    <a:gd name="connsiteX2" fmla="*/ 1671262 w 2304256"/>
                    <a:gd name="connsiteY2" fmla="*/ 75114 h 1547712"/>
                    <a:gd name="connsiteX3" fmla="*/ 2304256 w 2304256"/>
                    <a:gd name="connsiteY3" fmla="*/ 708108 h 1547712"/>
                    <a:gd name="connsiteX4" fmla="*/ 2304256 w 2304256"/>
                    <a:gd name="connsiteY4" fmla="*/ 882280 h 1547712"/>
                    <a:gd name="connsiteX5" fmla="*/ 1671262 w 2304256"/>
                    <a:gd name="connsiteY5" fmla="*/ 1515274 h 1547712"/>
                    <a:gd name="connsiteX6" fmla="*/ 1170384 w 2304256"/>
                    <a:gd name="connsiteY6" fmla="*/ 1547712 h 1547712"/>
                    <a:gd name="connsiteX7" fmla="*/ 632994 w 2304256"/>
                    <a:gd name="connsiteY7" fmla="*/ 1515274 h 1547712"/>
                    <a:gd name="connsiteX8" fmla="*/ 0 w 2304256"/>
                    <a:gd name="connsiteY8" fmla="*/ 882280 h 1547712"/>
                    <a:gd name="connsiteX9" fmla="*/ 0 w 2304256"/>
                    <a:gd name="connsiteY9" fmla="*/ 708108 h 1547712"/>
                    <a:gd name="connsiteX0" fmla="*/ 0 w 2304256"/>
                    <a:gd name="connsiteY0" fmla="*/ 719542 h 1559146"/>
                    <a:gd name="connsiteX1" fmla="*/ 622109 w 2304256"/>
                    <a:gd name="connsiteY1" fmla="*/ 53891 h 1559146"/>
                    <a:gd name="connsiteX2" fmla="*/ 1714805 w 2304256"/>
                    <a:gd name="connsiteY2" fmla="*/ 64776 h 1559146"/>
                    <a:gd name="connsiteX3" fmla="*/ 2304256 w 2304256"/>
                    <a:gd name="connsiteY3" fmla="*/ 719542 h 1559146"/>
                    <a:gd name="connsiteX4" fmla="*/ 2304256 w 2304256"/>
                    <a:gd name="connsiteY4" fmla="*/ 893714 h 1559146"/>
                    <a:gd name="connsiteX5" fmla="*/ 1671262 w 2304256"/>
                    <a:gd name="connsiteY5" fmla="*/ 1526708 h 1559146"/>
                    <a:gd name="connsiteX6" fmla="*/ 1170384 w 2304256"/>
                    <a:gd name="connsiteY6" fmla="*/ 1559146 h 1559146"/>
                    <a:gd name="connsiteX7" fmla="*/ 632994 w 2304256"/>
                    <a:gd name="connsiteY7" fmla="*/ 1526708 h 1559146"/>
                    <a:gd name="connsiteX8" fmla="*/ 0 w 2304256"/>
                    <a:gd name="connsiteY8" fmla="*/ 893714 h 1559146"/>
                    <a:gd name="connsiteX9" fmla="*/ 0 w 2304256"/>
                    <a:gd name="connsiteY9" fmla="*/ 719542 h 1559146"/>
                    <a:gd name="connsiteX0" fmla="*/ 0 w 2304256"/>
                    <a:gd name="connsiteY0" fmla="*/ 706676 h 1546280"/>
                    <a:gd name="connsiteX1" fmla="*/ 622109 w 2304256"/>
                    <a:gd name="connsiteY1" fmla="*/ 41025 h 1546280"/>
                    <a:gd name="connsiteX2" fmla="*/ 1714805 w 2304256"/>
                    <a:gd name="connsiteY2" fmla="*/ 51910 h 1546280"/>
                    <a:gd name="connsiteX3" fmla="*/ 2304256 w 2304256"/>
                    <a:gd name="connsiteY3" fmla="*/ 706676 h 1546280"/>
                    <a:gd name="connsiteX4" fmla="*/ 2304256 w 2304256"/>
                    <a:gd name="connsiteY4" fmla="*/ 880848 h 1546280"/>
                    <a:gd name="connsiteX5" fmla="*/ 1671262 w 2304256"/>
                    <a:gd name="connsiteY5" fmla="*/ 1513842 h 1546280"/>
                    <a:gd name="connsiteX6" fmla="*/ 1170384 w 2304256"/>
                    <a:gd name="connsiteY6" fmla="*/ 1546280 h 1546280"/>
                    <a:gd name="connsiteX7" fmla="*/ 632994 w 2304256"/>
                    <a:gd name="connsiteY7" fmla="*/ 1513842 h 1546280"/>
                    <a:gd name="connsiteX8" fmla="*/ 0 w 2304256"/>
                    <a:gd name="connsiteY8" fmla="*/ 880848 h 1546280"/>
                    <a:gd name="connsiteX9" fmla="*/ 0 w 2304256"/>
                    <a:gd name="connsiteY9" fmla="*/ 706676 h 154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04256" h="1546280">
                      <a:moveTo>
                        <a:pt x="0" y="706676"/>
                      </a:moveTo>
                      <a:cubicBezTo>
                        <a:pt x="0" y="357083"/>
                        <a:pt x="337831" y="51911"/>
                        <a:pt x="622109" y="41025"/>
                      </a:cubicBezTo>
                      <a:cubicBezTo>
                        <a:pt x="965968" y="-10046"/>
                        <a:pt x="1425375" y="-20931"/>
                        <a:pt x="1714805" y="51910"/>
                      </a:cubicBezTo>
                      <a:cubicBezTo>
                        <a:pt x="2075284" y="128110"/>
                        <a:pt x="2304256" y="357083"/>
                        <a:pt x="2304256" y="706676"/>
                      </a:cubicBezTo>
                      <a:lnTo>
                        <a:pt x="2304256" y="880848"/>
                      </a:lnTo>
                      <a:cubicBezTo>
                        <a:pt x="2304256" y="1230441"/>
                        <a:pt x="2053512" y="1448528"/>
                        <a:pt x="1671262" y="1513842"/>
                      </a:cubicBezTo>
                      <a:cubicBezTo>
                        <a:pt x="1504303" y="1513769"/>
                        <a:pt x="1337343" y="1546353"/>
                        <a:pt x="1170384" y="1546280"/>
                      </a:cubicBezTo>
                      <a:lnTo>
                        <a:pt x="632994" y="1513842"/>
                      </a:lnTo>
                      <a:cubicBezTo>
                        <a:pt x="283401" y="1448528"/>
                        <a:pt x="0" y="1230441"/>
                        <a:pt x="0" y="880848"/>
                      </a:cubicBezTo>
                      <a:lnTo>
                        <a:pt x="0" y="70667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2987824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395536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>
                  <a:off x="1547664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2123728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9" name="梯形 48"/>
              <p:cNvSpPr/>
              <p:nvPr/>
            </p:nvSpPr>
            <p:spPr>
              <a:xfrm>
                <a:off x="3275872" y="3435846"/>
                <a:ext cx="1440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梯形 49"/>
              <p:cNvSpPr/>
              <p:nvPr/>
            </p:nvSpPr>
            <p:spPr>
              <a:xfrm>
                <a:off x="3690000" y="3435846"/>
                <a:ext cx="13669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新月形 44"/>
            <p:cNvSpPr/>
            <p:nvPr/>
          </p:nvSpPr>
          <p:spPr>
            <a:xfrm rot="5400000">
              <a:off x="6188930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新月形 45"/>
            <p:cNvSpPr/>
            <p:nvPr/>
          </p:nvSpPr>
          <p:spPr>
            <a:xfrm rot="5400000">
              <a:off x="6837002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新月形 46"/>
            <p:cNvSpPr/>
            <p:nvPr/>
          </p:nvSpPr>
          <p:spPr>
            <a:xfrm rot="16200000">
              <a:off x="6422939" y="1643276"/>
              <a:ext cx="348420" cy="500415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580112" y="4308312"/>
            <a:ext cx="893253" cy="723586"/>
            <a:chOff x="5479008" y="1213804"/>
            <a:chExt cx="2196244" cy="1779083"/>
          </a:xfrm>
        </p:grpSpPr>
        <p:grpSp>
          <p:nvGrpSpPr>
            <p:cNvPr id="63" name="组合 62"/>
            <p:cNvGrpSpPr/>
            <p:nvPr/>
          </p:nvGrpSpPr>
          <p:grpSpPr>
            <a:xfrm>
              <a:off x="5479008" y="1213804"/>
              <a:ext cx="2196244" cy="1779083"/>
              <a:chOff x="2447756" y="1728771"/>
              <a:chExt cx="2196244" cy="1779083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2447756" y="1728771"/>
                <a:ext cx="2196244" cy="1743079"/>
                <a:chOff x="395536" y="1880184"/>
                <a:chExt cx="3024336" cy="2400305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1223628" y="3250014"/>
                  <a:ext cx="1368152" cy="93610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1043609" y="3332093"/>
                  <a:ext cx="1728193" cy="54363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梯形 21"/>
                <p:cNvSpPr/>
                <p:nvPr/>
              </p:nvSpPr>
              <p:spPr>
                <a:xfrm>
                  <a:off x="1802693" y="3335663"/>
                  <a:ext cx="210023" cy="207567"/>
                </a:xfrm>
                <a:custGeom>
                  <a:avLst/>
                  <a:gdLst>
                    <a:gd name="connsiteX0" fmla="*/ 0 w 1440160"/>
                    <a:gd name="connsiteY0" fmla="*/ 1296144 h 1296144"/>
                    <a:gd name="connsiteX1" fmla="*/ 650612 w 1440160"/>
                    <a:gd name="connsiteY1" fmla="*/ 0 h 1296144"/>
                    <a:gd name="connsiteX2" fmla="*/ 789548 w 1440160"/>
                    <a:gd name="connsiteY2" fmla="*/ 0 h 1296144"/>
                    <a:gd name="connsiteX3" fmla="*/ 1440160 w 1440160"/>
                    <a:gd name="connsiteY3" fmla="*/ 1296144 h 1296144"/>
                    <a:gd name="connsiteX4" fmla="*/ 0 w 1440160"/>
                    <a:gd name="connsiteY4" fmla="*/ 1296144 h 1296144"/>
                    <a:gd name="connsiteX0" fmla="*/ 0 w 1440160"/>
                    <a:gd name="connsiteY0" fmla="*/ 1296144 h 1347376"/>
                    <a:gd name="connsiteX1" fmla="*/ 650612 w 1440160"/>
                    <a:gd name="connsiteY1" fmla="*/ 0 h 1347376"/>
                    <a:gd name="connsiteX2" fmla="*/ 789548 w 1440160"/>
                    <a:gd name="connsiteY2" fmla="*/ 0 h 1347376"/>
                    <a:gd name="connsiteX3" fmla="*/ 1440160 w 1440160"/>
                    <a:gd name="connsiteY3" fmla="*/ 1296144 h 1347376"/>
                    <a:gd name="connsiteX4" fmla="*/ 713386 w 1440160"/>
                    <a:gd name="connsiteY4" fmla="*/ 1347107 h 1347376"/>
                    <a:gd name="connsiteX5" fmla="*/ 0 w 1440160"/>
                    <a:gd name="connsiteY5" fmla="*/ 1296144 h 1347376"/>
                    <a:gd name="connsiteX0" fmla="*/ 0 w 1440160"/>
                    <a:gd name="connsiteY0" fmla="*/ 1296144 h 1379942"/>
                    <a:gd name="connsiteX1" fmla="*/ 650612 w 1440160"/>
                    <a:gd name="connsiteY1" fmla="*/ 0 h 1379942"/>
                    <a:gd name="connsiteX2" fmla="*/ 789548 w 1440160"/>
                    <a:gd name="connsiteY2" fmla="*/ 0 h 1379942"/>
                    <a:gd name="connsiteX3" fmla="*/ 1440160 w 1440160"/>
                    <a:gd name="connsiteY3" fmla="*/ 1296144 h 1379942"/>
                    <a:gd name="connsiteX4" fmla="*/ 724271 w 1440160"/>
                    <a:gd name="connsiteY4" fmla="*/ 1379764 h 1379942"/>
                    <a:gd name="connsiteX5" fmla="*/ 0 w 1440160"/>
                    <a:gd name="connsiteY5" fmla="*/ 1296144 h 1379942"/>
                    <a:gd name="connsiteX0" fmla="*/ 0 w 1440160"/>
                    <a:gd name="connsiteY0" fmla="*/ 1296144 h 1423429"/>
                    <a:gd name="connsiteX1" fmla="*/ 650612 w 1440160"/>
                    <a:gd name="connsiteY1" fmla="*/ 0 h 1423429"/>
                    <a:gd name="connsiteX2" fmla="*/ 789548 w 1440160"/>
                    <a:gd name="connsiteY2" fmla="*/ 0 h 1423429"/>
                    <a:gd name="connsiteX3" fmla="*/ 1440160 w 1440160"/>
                    <a:gd name="connsiteY3" fmla="*/ 1296144 h 1423429"/>
                    <a:gd name="connsiteX4" fmla="*/ 702500 w 1440160"/>
                    <a:gd name="connsiteY4" fmla="*/ 1423307 h 1423429"/>
                    <a:gd name="connsiteX5" fmla="*/ 0 w 1440160"/>
                    <a:gd name="connsiteY5" fmla="*/ 1296144 h 1423429"/>
                    <a:gd name="connsiteX0" fmla="*/ 0 w 1440160"/>
                    <a:gd name="connsiteY0" fmla="*/ 1296144 h 1423307"/>
                    <a:gd name="connsiteX1" fmla="*/ 650612 w 1440160"/>
                    <a:gd name="connsiteY1" fmla="*/ 0 h 1423307"/>
                    <a:gd name="connsiteX2" fmla="*/ 789548 w 1440160"/>
                    <a:gd name="connsiteY2" fmla="*/ 0 h 1423307"/>
                    <a:gd name="connsiteX3" fmla="*/ 1440160 w 1440160"/>
                    <a:gd name="connsiteY3" fmla="*/ 1296144 h 1423307"/>
                    <a:gd name="connsiteX4" fmla="*/ 702500 w 1440160"/>
                    <a:gd name="connsiteY4" fmla="*/ 1423307 h 1423307"/>
                    <a:gd name="connsiteX5" fmla="*/ 0 w 1440160"/>
                    <a:gd name="connsiteY5" fmla="*/ 1296144 h 142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160" h="1423307">
                      <a:moveTo>
                        <a:pt x="0" y="1296144"/>
                      </a:moveTo>
                      <a:lnTo>
                        <a:pt x="650612" y="0"/>
                      </a:lnTo>
                      <a:lnTo>
                        <a:pt x="789548" y="0"/>
                      </a:lnTo>
                      <a:lnTo>
                        <a:pt x="1440160" y="1296144"/>
                      </a:lnTo>
                      <a:cubicBezTo>
                        <a:pt x="1219673" y="1291360"/>
                        <a:pt x="912102" y="1395433"/>
                        <a:pt x="702500" y="1423307"/>
                      </a:cubicBezTo>
                      <a:lnTo>
                        <a:pt x="0" y="129614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22"/>
                <p:cNvSpPr/>
                <p:nvPr/>
              </p:nvSpPr>
              <p:spPr>
                <a:xfrm>
                  <a:off x="1835110" y="3448343"/>
                  <a:ext cx="145545" cy="571396"/>
                </a:xfrm>
                <a:custGeom>
                  <a:avLst/>
                  <a:gdLst>
                    <a:gd name="connsiteX0" fmla="*/ 0 w 230256"/>
                    <a:gd name="connsiteY0" fmla="*/ 460150 h 920300"/>
                    <a:gd name="connsiteX1" fmla="*/ 115128 w 230256"/>
                    <a:gd name="connsiteY1" fmla="*/ 0 h 920300"/>
                    <a:gd name="connsiteX2" fmla="*/ 230256 w 230256"/>
                    <a:gd name="connsiteY2" fmla="*/ 460150 h 920300"/>
                    <a:gd name="connsiteX3" fmla="*/ 115128 w 230256"/>
                    <a:gd name="connsiteY3" fmla="*/ 920300 h 920300"/>
                    <a:gd name="connsiteX4" fmla="*/ 0 w 230256"/>
                    <a:gd name="connsiteY4" fmla="*/ 460150 h 920300"/>
                    <a:gd name="connsiteX0" fmla="*/ 0 w 232626"/>
                    <a:gd name="connsiteY0" fmla="*/ 469660 h 929810"/>
                    <a:gd name="connsiteX1" fmla="*/ 115128 w 232626"/>
                    <a:gd name="connsiteY1" fmla="*/ 9510 h 929810"/>
                    <a:gd name="connsiteX2" fmla="*/ 169523 w 232626"/>
                    <a:gd name="connsiteY2" fmla="*/ 182650 h 929810"/>
                    <a:gd name="connsiteX3" fmla="*/ 230256 w 232626"/>
                    <a:gd name="connsiteY3" fmla="*/ 469660 h 929810"/>
                    <a:gd name="connsiteX4" fmla="*/ 115128 w 232626"/>
                    <a:gd name="connsiteY4" fmla="*/ 929810 h 929810"/>
                    <a:gd name="connsiteX5" fmla="*/ 0 w 232626"/>
                    <a:gd name="connsiteY5" fmla="*/ 469660 h 929810"/>
                    <a:gd name="connsiteX0" fmla="*/ 306 w 232932"/>
                    <a:gd name="connsiteY0" fmla="*/ 460511 h 920661"/>
                    <a:gd name="connsiteX1" fmla="*/ 82743 w 232932"/>
                    <a:gd name="connsiteY1" fmla="*/ 217044 h 920661"/>
                    <a:gd name="connsiteX2" fmla="*/ 115434 w 232932"/>
                    <a:gd name="connsiteY2" fmla="*/ 361 h 920661"/>
                    <a:gd name="connsiteX3" fmla="*/ 169829 w 232932"/>
                    <a:gd name="connsiteY3" fmla="*/ 173501 h 920661"/>
                    <a:gd name="connsiteX4" fmla="*/ 230562 w 232932"/>
                    <a:gd name="connsiteY4" fmla="*/ 460511 h 920661"/>
                    <a:gd name="connsiteX5" fmla="*/ 115434 w 232932"/>
                    <a:gd name="connsiteY5" fmla="*/ 920661 h 920661"/>
                    <a:gd name="connsiteX6" fmla="*/ 306 w 232932"/>
                    <a:gd name="connsiteY6" fmla="*/ 460511 h 920661"/>
                    <a:gd name="connsiteX0" fmla="*/ 1793 w 234419"/>
                    <a:gd name="connsiteY0" fmla="*/ 460150 h 920300"/>
                    <a:gd name="connsiteX1" fmla="*/ 51573 w 234419"/>
                    <a:gd name="connsiteY1" fmla="*/ 173141 h 920300"/>
                    <a:gd name="connsiteX2" fmla="*/ 116921 w 234419"/>
                    <a:gd name="connsiteY2" fmla="*/ 0 h 920300"/>
                    <a:gd name="connsiteX3" fmla="*/ 171316 w 234419"/>
                    <a:gd name="connsiteY3" fmla="*/ 173140 h 920300"/>
                    <a:gd name="connsiteX4" fmla="*/ 232049 w 234419"/>
                    <a:gd name="connsiteY4" fmla="*/ 460150 h 920300"/>
                    <a:gd name="connsiteX5" fmla="*/ 116921 w 234419"/>
                    <a:gd name="connsiteY5" fmla="*/ 920300 h 920300"/>
                    <a:gd name="connsiteX6" fmla="*/ 1793 w 234419"/>
                    <a:gd name="connsiteY6" fmla="*/ 460150 h 920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4419" h="920300">
                      <a:moveTo>
                        <a:pt x="1793" y="460150"/>
                      </a:moveTo>
                      <a:cubicBezTo>
                        <a:pt x="-9098" y="335623"/>
                        <a:pt x="32385" y="249833"/>
                        <a:pt x="51573" y="173141"/>
                      </a:cubicBezTo>
                      <a:cubicBezTo>
                        <a:pt x="70761" y="96449"/>
                        <a:pt x="96964" y="0"/>
                        <a:pt x="116921" y="0"/>
                      </a:cubicBezTo>
                      <a:cubicBezTo>
                        <a:pt x="136878" y="0"/>
                        <a:pt x="152128" y="96448"/>
                        <a:pt x="171316" y="173140"/>
                      </a:cubicBezTo>
                      <a:cubicBezTo>
                        <a:pt x="190504" y="249832"/>
                        <a:pt x="246558" y="335623"/>
                        <a:pt x="232049" y="460150"/>
                      </a:cubicBezTo>
                      <a:cubicBezTo>
                        <a:pt x="217540" y="584677"/>
                        <a:pt x="180504" y="920300"/>
                        <a:pt x="116921" y="920300"/>
                      </a:cubicBezTo>
                      <a:cubicBezTo>
                        <a:pt x="53338" y="920300"/>
                        <a:pt x="12684" y="584677"/>
                        <a:pt x="1793" y="4601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/>
                <p:cNvSpPr/>
                <p:nvPr/>
              </p:nvSpPr>
              <p:spPr>
                <a:xfrm>
                  <a:off x="2411760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1223628" y="3682062"/>
                  <a:ext cx="180020" cy="36004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圆角矩形 3"/>
                <p:cNvSpPr/>
                <p:nvPr/>
              </p:nvSpPr>
              <p:spPr>
                <a:xfrm>
                  <a:off x="755576" y="1880184"/>
                  <a:ext cx="2304256" cy="1546280"/>
                </a:xfrm>
                <a:custGeom>
                  <a:avLst/>
                  <a:gdLst>
                    <a:gd name="connsiteX0" fmla="*/ 0 w 2304256"/>
                    <a:gd name="connsiteY0" fmla="*/ 632994 h 1440160"/>
                    <a:gd name="connsiteX1" fmla="*/ 632994 w 2304256"/>
                    <a:gd name="connsiteY1" fmla="*/ 0 h 1440160"/>
                    <a:gd name="connsiteX2" fmla="*/ 1671262 w 2304256"/>
                    <a:gd name="connsiteY2" fmla="*/ 0 h 1440160"/>
                    <a:gd name="connsiteX3" fmla="*/ 2304256 w 2304256"/>
                    <a:gd name="connsiteY3" fmla="*/ 632994 h 1440160"/>
                    <a:gd name="connsiteX4" fmla="*/ 2304256 w 2304256"/>
                    <a:gd name="connsiteY4" fmla="*/ 807166 h 1440160"/>
                    <a:gd name="connsiteX5" fmla="*/ 1671262 w 2304256"/>
                    <a:gd name="connsiteY5" fmla="*/ 1440160 h 1440160"/>
                    <a:gd name="connsiteX6" fmla="*/ 632994 w 2304256"/>
                    <a:gd name="connsiteY6" fmla="*/ 1440160 h 1440160"/>
                    <a:gd name="connsiteX7" fmla="*/ 0 w 2304256"/>
                    <a:gd name="connsiteY7" fmla="*/ 807166 h 1440160"/>
                    <a:gd name="connsiteX8" fmla="*/ 0 w 2304256"/>
                    <a:gd name="connsiteY8" fmla="*/ 632994 h 1440160"/>
                    <a:gd name="connsiteX0" fmla="*/ 0 w 2304256"/>
                    <a:gd name="connsiteY0" fmla="*/ 684397 h 1491563"/>
                    <a:gd name="connsiteX1" fmla="*/ 632994 w 2304256"/>
                    <a:gd name="connsiteY1" fmla="*/ 51403 h 1491563"/>
                    <a:gd name="connsiteX2" fmla="*/ 1192155 w 2304256"/>
                    <a:gd name="connsiteY2" fmla="*/ 0 h 1491563"/>
                    <a:gd name="connsiteX3" fmla="*/ 1671262 w 2304256"/>
                    <a:gd name="connsiteY3" fmla="*/ 51403 h 1491563"/>
                    <a:gd name="connsiteX4" fmla="*/ 2304256 w 2304256"/>
                    <a:gd name="connsiteY4" fmla="*/ 684397 h 1491563"/>
                    <a:gd name="connsiteX5" fmla="*/ 2304256 w 2304256"/>
                    <a:gd name="connsiteY5" fmla="*/ 858569 h 1491563"/>
                    <a:gd name="connsiteX6" fmla="*/ 1671262 w 2304256"/>
                    <a:gd name="connsiteY6" fmla="*/ 1491563 h 1491563"/>
                    <a:gd name="connsiteX7" fmla="*/ 632994 w 2304256"/>
                    <a:gd name="connsiteY7" fmla="*/ 1491563 h 1491563"/>
                    <a:gd name="connsiteX8" fmla="*/ 0 w 2304256"/>
                    <a:gd name="connsiteY8" fmla="*/ 858569 h 1491563"/>
                    <a:gd name="connsiteX9" fmla="*/ 0 w 2304256"/>
                    <a:gd name="connsiteY9" fmla="*/ 684397 h 1491563"/>
                    <a:gd name="connsiteX0" fmla="*/ 0 w 2304256"/>
                    <a:gd name="connsiteY0" fmla="*/ 703032 h 1510198"/>
                    <a:gd name="connsiteX1" fmla="*/ 632994 w 2304256"/>
                    <a:gd name="connsiteY1" fmla="*/ 70038 h 1510198"/>
                    <a:gd name="connsiteX2" fmla="*/ 1007098 w 2304256"/>
                    <a:gd name="connsiteY2" fmla="*/ 7751 h 1510198"/>
                    <a:gd name="connsiteX3" fmla="*/ 1192155 w 2304256"/>
                    <a:gd name="connsiteY3" fmla="*/ 18635 h 1510198"/>
                    <a:gd name="connsiteX4" fmla="*/ 1671262 w 2304256"/>
                    <a:gd name="connsiteY4" fmla="*/ 70038 h 1510198"/>
                    <a:gd name="connsiteX5" fmla="*/ 2304256 w 2304256"/>
                    <a:gd name="connsiteY5" fmla="*/ 703032 h 1510198"/>
                    <a:gd name="connsiteX6" fmla="*/ 2304256 w 2304256"/>
                    <a:gd name="connsiteY6" fmla="*/ 877204 h 1510198"/>
                    <a:gd name="connsiteX7" fmla="*/ 1671262 w 2304256"/>
                    <a:gd name="connsiteY7" fmla="*/ 1510198 h 1510198"/>
                    <a:gd name="connsiteX8" fmla="*/ 632994 w 2304256"/>
                    <a:gd name="connsiteY8" fmla="*/ 1510198 h 1510198"/>
                    <a:gd name="connsiteX9" fmla="*/ 0 w 2304256"/>
                    <a:gd name="connsiteY9" fmla="*/ 877204 h 1510198"/>
                    <a:gd name="connsiteX10" fmla="*/ 0 w 2304256"/>
                    <a:gd name="connsiteY10" fmla="*/ 703032 h 1510198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03032 h 1542636"/>
                    <a:gd name="connsiteX1" fmla="*/ 632994 w 2304256"/>
                    <a:gd name="connsiteY1" fmla="*/ 70038 h 1542636"/>
                    <a:gd name="connsiteX2" fmla="*/ 1007098 w 2304256"/>
                    <a:gd name="connsiteY2" fmla="*/ 7751 h 1542636"/>
                    <a:gd name="connsiteX3" fmla="*/ 1192155 w 2304256"/>
                    <a:gd name="connsiteY3" fmla="*/ 18635 h 1542636"/>
                    <a:gd name="connsiteX4" fmla="*/ 1671262 w 2304256"/>
                    <a:gd name="connsiteY4" fmla="*/ 70038 h 1542636"/>
                    <a:gd name="connsiteX5" fmla="*/ 2304256 w 2304256"/>
                    <a:gd name="connsiteY5" fmla="*/ 703032 h 1542636"/>
                    <a:gd name="connsiteX6" fmla="*/ 2304256 w 2304256"/>
                    <a:gd name="connsiteY6" fmla="*/ 877204 h 1542636"/>
                    <a:gd name="connsiteX7" fmla="*/ 1671262 w 2304256"/>
                    <a:gd name="connsiteY7" fmla="*/ 1510198 h 1542636"/>
                    <a:gd name="connsiteX8" fmla="*/ 1170384 w 2304256"/>
                    <a:gd name="connsiteY8" fmla="*/ 1542636 h 1542636"/>
                    <a:gd name="connsiteX9" fmla="*/ 632994 w 2304256"/>
                    <a:gd name="connsiteY9" fmla="*/ 1510198 h 1542636"/>
                    <a:gd name="connsiteX10" fmla="*/ 0 w 2304256"/>
                    <a:gd name="connsiteY10" fmla="*/ 877204 h 1542636"/>
                    <a:gd name="connsiteX11" fmla="*/ 0 w 2304256"/>
                    <a:gd name="connsiteY11" fmla="*/ 703032 h 1542636"/>
                    <a:gd name="connsiteX0" fmla="*/ 0 w 2304256"/>
                    <a:gd name="connsiteY0" fmla="*/ 728889 h 1568493"/>
                    <a:gd name="connsiteX1" fmla="*/ 632994 w 2304256"/>
                    <a:gd name="connsiteY1" fmla="*/ 95895 h 1568493"/>
                    <a:gd name="connsiteX2" fmla="*/ 1007098 w 2304256"/>
                    <a:gd name="connsiteY2" fmla="*/ 33608 h 1568493"/>
                    <a:gd name="connsiteX3" fmla="*/ 1192155 w 2304256"/>
                    <a:gd name="connsiteY3" fmla="*/ 44492 h 1568493"/>
                    <a:gd name="connsiteX4" fmla="*/ 1268355 w 2304256"/>
                    <a:gd name="connsiteY4" fmla="*/ 951 h 1568493"/>
                    <a:gd name="connsiteX5" fmla="*/ 1671262 w 2304256"/>
                    <a:gd name="connsiteY5" fmla="*/ 95895 h 1568493"/>
                    <a:gd name="connsiteX6" fmla="*/ 2304256 w 2304256"/>
                    <a:gd name="connsiteY6" fmla="*/ 728889 h 1568493"/>
                    <a:gd name="connsiteX7" fmla="*/ 2304256 w 2304256"/>
                    <a:gd name="connsiteY7" fmla="*/ 903061 h 1568493"/>
                    <a:gd name="connsiteX8" fmla="*/ 1671262 w 2304256"/>
                    <a:gd name="connsiteY8" fmla="*/ 1536055 h 1568493"/>
                    <a:gd name="connsiteX9" fmla="*/ 1170384 w 2304256"/>
                    <a:gd name="connsiteY9" fmla="*/ 1568493 h 1568493"/>
                    <a:gd name="connsiteX10" fmla="*/ 632994 w 2304256"/>
                    <a:gd name="connsiteY10" fmla="*/ 1536055 h 1568493"/>
                    <a:gd name="connsiteX11" fmla="*/ 0 w 2304256"/>
                    <a:gd name="connsiteY11" fmla="*/ 903061 h 1568493"/>
                    <a:gd name="connsiteX12" fmla="*/ 0 w 2304256"/>
                    <a:gd name="connsiteY12" fmla="*/ 728889 h 1568493"/>
                    <a:gd name="connsiteX0" fmla="*/ 0 w 2304256"/>
                    <a:gd name="connsiteY0" fmla="*/ 730117 h 1569721"/>
                    <a:gd name="connsiteX1" fmla="*/ 632994 w 2304256"/>
                    <a:gd name="connsiteY1" fmla="*/ 97123 h 1569721"/>
                    <a:gd name="connsiteX2" fmla="*/ 1007098 w 2304256"/>
                    <a:gd name="connsiteY2" fmla="*/ 34836 h 1569721"/>
                    <a:gd name="connsiteX3" fmla="*/ 1148613 w 2304256"/>
                    <a:gd name="connsiteY3" fmla="*/ 13063 h 1569721"/>
                    <a:gd name="connsiteX4" fmla="*/ 1268355 w 2304256"/>
                    <a:gd name="connsiteY4" fmla="*/ 2179 h 1569721"/>
                    <a:gd name="connsiteX5" fmla="*/ 1671262 w 2304256"/>
                    <a:gd name="connsiteY5" fmla="*/ 97123 h 1569721"/>
                    <a:gd name="connsiteX6" fmla="*/ 2304256 w 2304256"/>
                    <a:gd name="connsiteY6" fmla="*/ 730117 h 1569721"/>
                    <a:gd name="connsiteX7" fmla="*/ 2304256 w 2304256"/>
                    <a:gd name="connsiteY7" fmla="*/ 904289 h 1569721"/>
                    <a:gd name="connsiteX8" fmla="*/ 1671262 w 2304256"/>
                    <a:gd name="connsiteY8" fmla="*/ 1537283 h 1569721"/>
                    <a:gd name="connsiteX9" fmla="*/ 1170384 w 2304256"/>
                    <a:gd name="connsiteY9" fmla="*/ 1569721 h 1569721"/>
                    <a:gd name="connsiteX10" fmla="*/ 632994 w 2304256"/>
                    <a:gd name="connsiteY10" fmla="*/ 1537283 h 1569721"/>
                    <a:gd name="connsiteX11" fmla="*/ 0 w 2304256"/>
                    <a:gd name="connsiteY11" fmla="*/ 904289 h 1569721"/>
                    <a:gd name="connsiteX12" fmla="*/ 0 w 2304256"/>
                    <a:gd name="connsiteY12" fmla="*/ 730117 h 1569721"/>
                    <a:gd name="connsiteX0" fmla="*/ 0 w 2304256"/>
                    <a:gd name="connsiteY0" fmla="*/ 730238 h 1569842"/>
                    <a:gd name="connsiteX1" fmla="*/ 632994 w 2304256"/>
                    <a:gd name="connsiteY1" fmla="*/ 97244 h 1569842"/>
                    <a:gd name="connsiteX2" fmla="*/ 1007098 w 2304256"/>
                    <a:gd name="connsiteY2" fmla="*/ 34957 h 1569842"/>
                    <a:gd name="connsiteX3" fmla="*/ 1268355 w 2304256"/>
                    <a:gd name="connsiteY3" fmla="*/ 2300 h 1569842"/>
                    <a:gd name="connsiteX4" fmla="*/ 1671262 w 2304256"/>
                    <a:gd name="connsiteY4" fmla="*/ 97244 h 1569842"/>
                    <a:gd name="connsiteX5" fmla="*/ 2304256 w 2304256"/>
                    <a:gd name="connsiteY5" fmla="*/ 730238 h 1569842"/>
                    <a:gd name="connsiteX6" fmla="*/ 2304256 w 2304256"/>
                    <a:gd name="connsiteY6" fmla="*/ 904410 h 1569842"/>
                    <a:gd name="connsiteX7" fmla="*/ 1671262 w 2304256"/>
                    <a:gd name="connsiteY7" fmla="*/ 1537404 h 1569842"/>
                    <a:gd name="connsiteX8" fmla="*/ 1170384 w 2304256"/>
                    <a:gd name="connsiteY8" fmla="*/ 1569842 h 1569842"/>
                    <a:gd name="connsiteX9" fmla="*/ 632994 w 2304256"/>
                    <a:gd name="connsiteY9" fmla="*/ 1537404 h 1569842"/>
                    <a:gd name="connsiteX10" fmla="*/ 0 w 2304256"/>
                    <a:gd name="connsiteY10" fmla="*/ 904410 h 1569842"/>
                    <a:gd name="connsiteX11" fmla="*/ 0 w 2304256"/>
                    <a:gd name="connsiteY11" fmla="*/ 730238 h 1569842"/>
                    <a:gd name="connsiteX0" fmla="*/ 0 w 2304256"/>
                    <a:gd name="connsiteY0" fmla="*/ 707656 h 1547260"/>
                    <a:gd name="connsiteX1" fmla="*/ 632994 w 2304256"/>
                    <a:gd name="connsiteY1" fmla="*/ 74662 h 1547260"/>
                    <a:gd name="connsiteX2" fmla="*/ 1007098 w 2304256"/>
                    <a:gd name="connsiteY2" fmla="*/ 12375 h 1547260"/>
                    <a:gd name="connsiteX3" fmla="*/ 1671262 w 2304256"/>
                    <a:gd name="connsiteY3" fmla="*/ 74662 h 1547260"/>
                    <a:gd name="connsiteX4" fmla="*/ 2304256 w 2304256"/>
                    <a:gd name="connsiteY4" fmla="*/ 707656 h 1547260"/>
                    <a:gd name="connsiteX5" fmla="*/ 2304256 w 2304256"/>
                    <a:gd name="connsiteY5" fmla="*/ 881828 h 1547260"/>
                    <a:gd name="connsiteX6" fmla="*/ 1671262 w 2304256"/>
                    <a:gd name="connsiteY6" fmla="*/ 1514822 h 1547260"/>
                    <a:gd name="connsiteX7" fmla="*/ 1170384 w 2304256"/>
                    <a:gd name="connsiteY7" fmla="*/ 1547260 h 1547260"/>
                    <a:gd name="connsiteX8" fmla="*/ 632994 w 2304256"/>
                    <a:gd name="connsiteY8" fmla="*/ 1514822 h 1547260"/>
                    <a:gd name="connsiteX9" fmla="*/ 0 w 2304256"/>
                    <a:gd name="connsiteY9" fmla="*/ 881828 h 1547260"/>
                    <a:gd name="connsiteX10" fmla="*/ 0 w 2304256"/>
                    <a:gd name="connsiteY10" fmla="*/ 707656 h 1547260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95051 h 1534655"/>
                    <a:gd name="connsiteX1" fmla="*/ 632994 w 2304256"/>
                    <a:gd name="connsiteY1" fmla="*/ 62057 h 1534655"/>
                    <a:gd name="connsiteX2" fmla="*/ 1431641 w 2304256"/>
                    <a:gd name="connsiteY2" fmla="*/ 32428 h 1534655"/>
                    <a:gd name="connsiteX3" fmla="*/ 1671262 w 2304256"/>
                    <a:gd name="connsiteY3" fmla="*/ 62057 h 1534655"/>
                    <a:gd name="connsiteX4" fmla="*/ 2304256 w 2304256"/>
                    <a:gd name="connsiteY4" fmla="*/ 695051 h 1534655"/>
                    <a:gd name="connsiteX5" fmla="*/ 2304256 w 2304256"/>
                    <a:gd name="connsiteY5" fmla="*/ 869223 h 1534655"/>
                    <a:gd name="connsiteX6" fmla="*/ 1671262 w 2304256"/>
                    <a:gd name="connsiteY6" fmla="*/ 1502217 h 1534655"/>
                    <a:gd name="connsiteX7" fmla="*/ 1170384 w 2304256"/>
                    <a:gd name="connsiteY7" fmla="*/ 1534655 h 1534655"/>
                    <a:gd name="connsiteX8" fmla="*/ 632994 w 2304256"/>
                    <a:gd name="connsiteY8" fmla="*/ 1502217 h 1534655"/>
                    <a:gd name="connsiteX9" fmla="*/ 0 w 2304256"/>
                    <a:gd name="connsiteY9" fmla="*/ 869223 h 1534655"/>
                    <a:gd name="connsiteX10" fmla="*/ 0 w 2304256"/>
                    <a:gd name="connsiteY10" fmla="*/ 695051 h 1534655"/>
                    <a:gd name="connsiteX0" fmla="*/ 0 w 2304256"/>
                    <a:gd name="connsiteY0" fmla="*/ 705322 h 1544926"/>
                    <a:gd name="connsiteX1" fmla="*/ 632994 w 2304256"/>
                    <a:gd name="connsiteY1" fmla="*/ 72328 h 1544926"/>
                    <a:gd name="connsiteX2" fmla="*/ 1431641 w 2304256"/>
                    <a:gd name="connsiteY2" fmla="*/ 42699 h 1544926"/>
                    <a:gd name="connsiteX3" fmla="*/ 1671262 w 2304256"/>
                    <a:gd name="connsiteY3" fmla="*/ 72328 h 1544926"/>
                    <a:gd name="connsiteX4" fmla="*/ 2304256 w 2304256"/>
                    <a:gd name="connsiteY4" fmla="*/ 705322 h 1544926"/>
                    <a:gd name="connsiteX5" fmla="*/ 2304256 w 2304256"/>
                    <a:gd name="connsiteY5" fmla="*/ 879494 h 1544926"/>
                    <a:gd name="connsiteX6" fmla="*/ 1671262 w 2304256"/>
                    <a:gd name="connsiteY6" fmla="*/ 1512488 h 1544926"/>
                    <a:gd name="connsiteX7" fmla="*/ 1170384 w 2304256"/>
                    <a:gd name="connsiteY7" fmla="*/ 1544926 h 1544926"/>
                    <a:gd name="connsiteX8" fmla="*/ 632994 w 2304256"/>
                    <a:gd name="connsiteY8" fmla="*/ 1512488 h 1544926"/>
                    <a:gd name="connsiteX9" fmla="*/ 0 w 2304256"/>
                    <a:gd name="connsiteY9" fmla="*/ 879494 h 1544926"/>
                    <a:gd name="connsiteX10" fmla="*/ 0 w 2304256"/>
                    <a:gd name="connsiteY10" fmla="*/ 705322 h 1544926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632994 h 1472598"/>
                    <a:gd name="connsiteX1" fmla="*/ 632994 w 2304256"/>
                    <a:gd name="connsiteY1" fmla="*/ 0 h 1472598"/>
                    <a:gd name="connsiteX2" fmla="*/ 1671262 w 2304256"/>
                    <a:gd name="connsiteY2" fmla="*/ 0 h 1472598"/>
                    <a:gd name="connsiteX3" fmla="*/ 2304256 w 2304256"/>
                    <a:gd name="connsiteY3" fmla="*/ 632994 h 1472598"/>
                    <a:gd name="connsiteX4" fmla="*/ 2304256 w 2304256"/>
                    <a:gd name="connsiteY4" fmla="*/ 807166 h 1472598"/>
                    <a:gd name="connsiteX5" fmla="*/ 1671262 w 2304256"/>
                    <a:gd name="connsiteY5" fmla="*/ 1440160 h 1472598"/>
                    <a:gd name="connsiteX6" fmla="*/ 1170384 w 2304256"/>
                    <a:gd name="connsiteY6" fmla="*/ 1472598 h 1472598"/>
                    <a:gd name="connsiteX7" fmla="*/ 632994 w 2304256"/>
                    <a:gd name="connsiteY7" fmla="*/ 1440160 h 1472598"/>
                    <a:gd name="connsiteX8" fmla="*/ 0 w 2304256"/>
                    <a:gd name="connsiteY8" fmla="*/ 807166 h 1472598"/>
                    <a:gd name="connsiteX9" fmla="*/ 0 w 2304256"/>
                    <a:gd name="connsiteY9" fmla="*/ 632994 h 1472598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04187 h 1543791"/>
                    <a:gd name="connsiteX1" fmla="*/ 632994 w 2304256"/>
                    <a:gd name="connsiteY1" fmla="*/ 71193 h 1543791"/>
                    <a:gd name="connsiteX2" fmla="*/ 1671262 w 2304256"/>
                    <a:gd name="connsiteY2" fmla="*/ 71193 h 1543791"/>
                    <a:gd name="connsiteX3" fmla="*/ 2304256 w 2304256"/>
                    <a:gd name="connsiteY3" fmla="*/ 704187 h 1543791"/>
                    <a:gd name="connsiteX4" fmla="*/ 2304256 w 2304256"/>
                    <a:gd name="connsiteY4" fmla="*/ 878359 h 1543791"/>
                    <a:gd name="connsiteX5" fmla="*/ 1671262 w 2304256"/>
                    <a:gd name="connsiteY5" fmla="*/ 1511353 h 1543791"/>
                    <a:gd name="connsiteX6" fmla="*/ 1170384 w 2304256"/>
                    <a:gd name="connsiteY6" fmla="*/ 1543791 h 1543791"/>
                    <a:gd name="connsiteX7" fmla="*/ 632994 w 2304256"/>
                    <a:gd name="connsiteY7" fmla="*/ 1511353 h 1543791"/>
                    <a:gd name="connsiteX8" fmla="*/ 0 w 2304256"/>
                    <a:gd name="connsiteY8" fmla="*/ 878359 h 1543791"/>
                    <a:gd name="connsiteX9" fmla="*/ 0 w 2304256"/>
                    <a:gd name="connsiteY9" fmla="*/ 704187 h 1543791"/>
                    <a:gd name="connsiteX0" fmla="*/ 0 w 2304256"/>
                    <a:gd name="connsiteY0" fmla="*/ 742300 h 1581904"/>
                    <a:gd name="connsiteX1" fmla="*/ 665651 w 2304256"/>
                    <a:gd name="connsiteY1" fmla="*/ 43992 h 1581904"/>
                    <a:gd name="connsiteX2" fmla="*/ 1671262 w 2304256"/>
                    <a:gd name="connsiteY2" fmla="*/ 109306 h 1581904"/>
                    <a:gd name="connsiteX3" fmla="*/ 2304256 w 2304256"/>
                    <a:gd name="connsiteY3" fmla="*/ 742300 h 1581904"/>
                    <a:gd name="connsiteX4" fmla="*/ 2304256 w 2304256"/>
                    <a:gd name="connsiteY4" fmla="*/ 916472 h 1581904"/>
                    <a:gd name="connsiteX5" fmla="*/ 1671262 w 2304256"/>
                    <a:gd name="connsiteY5" fmla="*/ 1549466 h 1581904"/>
                    <a:gd name="connsiteX6" fmla="*/ 1170384 w 2304256"/>
                    <a:gd name="connsiteY6" fmla="*/ 1581904 h 1581904"/>
                    <a:gd name="connsiteX7" fmla="*/ 632994 w 2304256"/>
                    <a:gd name="connsiteY7" fmla="*/ 1549466 h 1581904"/>
                    <a:gd name="connsiteX8" fmla="*/ 0 w 2304256"/>
                    <a:gd name="connsiteY8" fmla="*/ 916472 h 1581904"/>
                    <a:gd name="connsiteX9" fmla="*/ 0 w 2304256"/>
                    <a:gd name="connsiteY9" fmla="*/ 742300 h 1581904"/>
                    <a:gd name="connsiteX0" fmla="*/ 0 w 2304256"/>
                    <a:gd name="connsiteY0" fmla="*/ 721222 h 1560826"/>
                    <a:gd name="connsiteX1" fmla="*/ 622109 w 2304256"/>
                    <a:gd name="connsiteY1" fmla="*/ 55571 h 1560826"/>
                    <a:gd name="connsiteX2" fmla="*/ 1671262 w 2304256"/>
                    <a:gd name="connsiteY2" fmla="*/ 88228 h 1560826"/>
                    <a:gd name="connsiteX3" fmla="*/ 2304256 w 2304256"/>
                    <a:gd name="connsiteY3" fmla="*/ 721222 h 1560826"/>
                    <a:gd name="connsiteX4" fmla="*/ 2304256 w 2304256"/>
                    <a:gd name="connsiteY4" fmla="*/ 895394 h 1560826"/>
                    <a:gd name="connsiteX5" fmla="*/ 1671262 w 2304256"/>
                    <a:gd name="connsiteY5" fmla="*/ 1528388 h 1560826"/>
                    <a:gd name="connsiteX6" fmla="*/ 1170384 w 2304256"/>
                    <a:gd name="connsiteY6" fmla="*/ 1560826 h 1560826"/>
                    <a:gd name="connsiteX7" fmla="*/ 632994 w 2304256"/>
                    <a:gd name="connsiteY7" fmla="*/ 1528388 h 1560826"/>
                    <a:gd name="connsiteX8" fmla="*/ 0 w 2304256"/>
                    <a:gd name="connsiteY8" fmla="*/ 895394 h 1560826"/>
                    <a:gd name="connsiteX9" fmla="*/ 0 w 2304256"/>
                    <a:gd name="connsiteY9" fmla="*/ 721222 h 1560826"/>
                    <a:gd name="connsiteX0" fmla="*/ 0 w 2304256"/>
                    <a:gd name="connsiteY0" fmla="*/ 708108 h 1547712"/>
                    <a:gd name="connsiteX1" fmla="*/ 622109 w 2304256"/>
                    <a:gd name="connsiteY1" fmla="*/ 42457 h 1547712"/>
                    <a:gd name="connsiteX2" fmla="*/ 1671262 w 2304256"/>
                    <a:gd name="connsiteY2" fmla="*/ 75114 h 1547712"/>
                    <a:gd name="connsiteX3" fmla="*/ 2304256 w 2304256"/>
                    <a:gd name="connsiteY3" fmla="*/ 708108 h 1547712"/>
                    <a:gd name="connsiteX4" fmla="*/ 2304256 w 2304256"/>
                    <a:gd name="connsiteY4" fmla="*/ 882280 h 1547712"/>
                    <a:gd name="connsiteX5" fmla="*/ 1671262 w 2304256"/>
                    <a:gd name="connsiteY5" fmla="*/ 1515274 h 1547712"/>
                    <a:gd name="connsiteX6" fmla="*/ 1170384 w 2304256"/>
                    <a:gd name="connsiteY6" fmla="*/ 1547712 h 1547712"/>
                    <a:gd name="connsiteX7" fmla="*/ 632994 w 2304256"/>
                    <a:gd name="connsiteY7" fmla="*/ 1515274 h 1547712"/>
                    <a:gd name="connsiteX8" fmla="*/ 0 w 2304256"/>
                    <a:gd name="connsiteY8" fmla="*/ 882280 h 1547712"/>
                    <a:gd name="connsiteX9" fmla="*/ 0 w 2304256"/>
                    <a:gd name="connsiteY9" fmla="*/ 708108 h 1547712"/>
                    <a:gd name="connsiteX0" fmla="*/ 0 w 2304256"/>
                    <a:gd name="connsiteY0" fmla="*/ 719542 h 1559146"/>
                    <a:gd name="connsiteX1" fmla="*/ 622109 w 2304256"/>
                    <a:gd name="connsiteY1" fmla="*/ 53891 h 1559146"/>
                    <a:gd name="connsiteX2" fmla="*/ 1714805 w 2304256"/>
                    <a:gd name="connsiteY2" fmla="*/ 64776 h 1559146"/>
                    <a:gd name="connsiteX3" fmla="*/ 2304256 w 2304256"/>
                    <a:gd name="connsiteY3" fmla="*/ 719542 h 1559146"/>
                    <a:gd name="connsiteX4" fmla="*/ 2304256 w 2304256"/>
                    <a:gd name="connsiteY4" fmla="*/ 893714 h 1559146"/>
                    <a:gd name="connsiteX5" fmla="*/ 1671262 w 2304256"/>
                    <a:gd name="connsiteY5" fmla="*/ 1526708 h 1559146"/>
                    <a:gd name="connsiteX6" fmla="*/ 1170384 w 2304256"/>
                    <a:gd name="connsiteY6" fmla="*/ 1559146 h 1559146"/>
                    <a:gd name="connsiteX7" fmla="*/ 632994 w 2304256"/>
                    <a:gd name="connsiteY7" fmla="*/ 1526708 h 1559146"/>
                    <a:gd name="connsiteX8" fmla="*/ 0 w 2304256"/>
                    <a:gd name="connsiteY8" fmla="*/ 893714 h 1559146"/>
                    <a:gd name="connsiteX9" fmla="*/ 0 w 2304256"/>
                    <a:gd name="connsiteY9" fmla="*/ 719542 h 1559146"/>
                    <a:gd name="connsiteX0" fmla="*/ 0 w 2304256"/>
                    <a:gd name="connsiteY0" fmla="*/ 706676 h 1546280"/>
                    <a:gd name="connsiteX1" fmla="*/ 622109 w 2304256"/>
                    <a:gd name="connsiteY1" fmla="*/ 41025 h 1546280"/>
                    <a:gd name="connsiteX2" fmla="*/ 1714805 w 2304256"/>
                    <a:gd name="connsiteY2" fmla="*/ 51910 h 1546280"/>
                    <a:gd name="connsiteX3" fmla="*/ 2304256 w 2304256"/>
                    <a:gd name="connsiteY3" fmla="*/ 706676 h 1546280"/>
                    <a:gd name="connsiteX4" fmla="*/ 2304256 w 2304256"/>
                    <a:gd name="connsiteY4" fmla="*/ 880848 h 1546280"/>
                    <a:gd name="connsiteX5" fmla="*/ 1671262 w 2304256"/>
                    <a:gd name="connsiteY5" fmla="*/ 1513842 h 1546280"/>
                    <a:gd name="connsiteX6" fmla="*/ 1170384 w 2304256"/>
                    <a:gd name="connsiteY6" fmla="*/ 1546280 h 1546280"/>
                    <a:gd name="connsiteX7" fmla="*/ 632994 w 2304256"/>
                    <a:gd name="connsiteY7" fmla="*/ 1513842 h 1546280"/>
                    <a:gd name="connsiteX8" fmla="*/ 0 w 2304256"/>
                    <a:gd name="connsiteY8" fmla="*/ 880848 h 1546280"/>
                    <a:gd name="connsiteX9" fmla="*/ 0 w 2304256"/>
                    <a:gd name="connsiteY9" fmla="*/ 706676 h 154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04256" h="1546280">
                      <a:moveTo>
                        <a:pt x="0" y="706676"/>
                      </a:moveTo>
                      <a:cubicBezTo>
                        <a:pt x="0" y="357083"/>
                        <a:pt x="337831" y="51911"/>
                        <a:pt x="622109" y="41025"/>
                      </a:cubicBezTo>
                      <a:cubicBezTo>
                        <a:pt x="965968" y="-10046"/>
                        <a:pt x="1425375" y="-20931"/>
                        <a:pt x="1714805" y="51910"/>
                      </a:cubicBezTo>
                      <a:cubicBezTo>
                        <a:pt x="2075284" y="128110"/>
                        <a:pt x="2304256" y="357083"/>
                        <a:pt x="2304256" y="706676"/>
                      </a:cubicBezTo>
                      <a:lnTo>
                        <a:pt x="2304256" y="880848"/>
                      </a:lnTo>
                      <a:cubicBezTo>
                        <a:pt x="2304256" y="1230441"/>
                        <a:pt x="2053512" y="1448528"/>
                        <a:pt x="1671262" y="1513842"/>
                      </a:cubicBezTo>
                      <a:cubicBezTo>
                        <a:pt x="1504303" y="1513769"/>
                        <a:pt x="1337343" y="1546353"/>
                        <a:pt x="1170384" y="1546280"/>
                      </a:cubicBezTo>
                      <a:lnTo>
                        <a:pt x="632994" y="1513842"/>
                      </a:lnTo>
                      <a:cubicBezTo>
                        <a:pt x="283401" y="1448528"/>
                        <a:pt x="0" y="1230441"/>
                        <a:pt x="0" y="880848"/>
                      </a:cubicBezTo>
                      <a:lnTo>
                        <a:pt x="0" y="70667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2987824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395536" y="2457926"/>
                  <a:ext cx="432048" cy="50405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1547664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2123728" y="3898086"/>
                  <a:ext cx="165600" cy="38240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8" name="梯形 67"/>
              <p:cNvSpPr/>
              <p:nvPr/>
            </p:nvSpPr>
            <p:spPr>
              <a:xfrm>
                <a:off x="3275872" y="3435846"/>
                <a:ext cx="1440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梯形 68"/>
              <p:cNvSpPr/>
              <p:nvPr/>
            </p:nvSpPr>
            <p:spPr>
              <a:xfrm>
                <a:off x="3690000" y="3435846"/>
                <a:ext cx="13669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4" name="新月形 63"/>
            <p:cNvSpPr/>
            <p:nvPr/>
          </p:nvSpPr>
          <p:spPr>
            <a:xfrm rot="5400000">
              <a:off x="6188930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新月形 64"/>
            <p:cNvSpPr/>
            <p:nvPr/>
          </p:nvSpPr>
          <p:spPr>
            <a:xfrm rot="5400000">
              <a:off x="6837002" y="1344364"/>
              <a:ext cx="108012" cy="402544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新月形 65"/>
            <p:cNvSpPr/>
            <p:nvPr/>
          </p:nvSpPr>
          <p:spPr>
            <a:xfrm rot="16200000">
              <a:off x="6422939" y="1643276"/>
              <a:ext cx="348420" cy="500415"/>
            </a:xfrm>
            <a:prstGeom prst="mo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4" name="直接连接符 83"/>
          <p:cNvCxnSpPr/>
          <p:nvPr/>
        </p:nvCxnSpPr>
        <p:spPr>
          <a:xfrm>
            <a:off x="1181630" y="-99697"/>
            <a:ext cx="0" cy="1940514"/>
          </a:xfrm>
          <a:prstGeom prst="line">
            <a:avLst/>
          </a:prstGeom>
          <a:ln w="1905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956376" y="0"/>
            <a:ext cx="0" cy="1275606"/>
          </a:xfrm>
          <a:prstGeom prst="line">
            <a:avLst/>
          </a:prstGeom>
          <a:ln w="1905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半闭框 92"/>
          <p:cNvSpPr/>
          <p:nvPr/>
        </p:nvSpPr>
        <p:spPr>
          <a:xfrm>
            <a:off x="11326860" y="-452586"/>
            <a:ext cx="116233" cy="252000"/>
          </a:xfrm>
          <a:prstGeom prst="halfFram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39552" y="2427734"/>
            <a:ext cx="2664296" cy="1649682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148064" y="1469490"/>
            <a:ext cx="2994559" cy="1174268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0" name="直接连接符 99"/>
          <p:cNvCxnSpPr/>
          <p:nvPr/>
        </p:nvCxnSpPr>
        <p:spPr>
          <a:xfrm>
            <a:off x="0" y="3075806"/>
            <a:ext cx="395536" cy="0"/>
          </a:xfrm>
          <a:prstGeom prst="line">
            <a:avLst/>
          </a:prstGeom>
          <a:ln w="1905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5450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 rot="5400000">
            <a:off x="4103945" y="123986"/>
            <a:ext cx="936106" cy="9144002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9165" y="1405106"/>
            <a:ext cx="21602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发微</a:t>
            </a:r>
            <a:r>
              <a:rPr lang="zh-CN" altLang="en-US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博免费送货</a:t>
            </a:r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165" y="1909162"/>
            <a:ext cx="3672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晒照片送一个月免费保修期</a:t>
            </a:r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60" y="4011910"/>
            <a:ext cx="3672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 smtClean="0">
                <a:solidFill>
                  <a:schemeClr val="bg1"/>
                </a:solidFill>
                <a:latin typeface="张海山锐谐体" pitchFamily="2" charset="-122"/>
                <a:ea typeface="张海山锐谐体" pitchFamily="2" charset="-122"/>
              </a:rPr>
              <a:t>。。。。。。</a:t>
            </a:r>
            <a:endParaRPr lang="zh-CN" altLang="en-US" sz="2200" b="1" dirty="0">
              <a:solidFill>
                <a:schemeClr val="bg1"/>
              </a:solidFill>
              <a:latin typeface="张海山锐谐体" pitchFamily="2" charset="-122"/>
              <a:ea typeface="张海山锐谐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9165" y="2413218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给评价、提建议下次购买</a:t>
            </a:r>
            <a:r>
              <a:rPr lang="en-US" altLang="zh-CN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9.9</a:t>
            </a:r>
            <a:r>
              <a:rPr lang="zh-CN" altLang="en-US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折</a:t>
            </a:r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74810" y="4352786"/>
            <a:ext cx="65943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如何提高品牌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互动、塑造品牌</a:t>
            </a:r>
            <a:r>
              <a:rPr lang="zh-CN" altLang="en-US" sz="32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形象？</a:t>
            </a:r>
            <a:endParaRPr lang="zh-CN" altLang="en-US" sz="3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800" b="1" dirty="0">
              <a:solidFill>
                <a:srgbClr val="00B0F0"/>
              </a:solidFill>
              <a:latin typeface="张海山锐谐体" pitchFamily="2" charset="-122"/>
              <a:ea typeface="张海山锐谐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7544" y="2932951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。。。。。。</a:t>
            </a:r>
            <a:endParaRPr lang="zh-CN" altLang="en-US" sz="2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9165" y="555526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例如美的可以：</a:t>
            </a:r>
            <a:endParaRPr lang="zh-CN" altLang="en-US" sz="36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156176" y="2283718"/>
            <a:ext cx="3056875" cy="1569660"/>
            <a:chOff x="6156176" y="2340000"/>
            <a:chExt cx="3056875" cy="1569660"/>
          </a:xfrm>
        </p:grpSpPr>
        <p:grpSp>
          <p:nvGrpSpPr>
            <p:cNvPr id="10" name="组合 9"/>
            <p:cNvGrpSpPr/>
            <p:nvPr/>
          </p:nvGrpSpPr>
          <p:grpSpPr>
            <a:xfrm>
              <a:off x="6156176" y="2340000"/>
              <a:ext cx="3056875" cy="1569660"/>
              <a:chOff x="6516184" y="2340000"/>
              <a:chExt cx="3056875" cy="1569660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7682594" y="2472447"/>
                <a:ext cx="189046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dirty="0" smtClean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事实</a:t>
                </a:r>
                <a:endParaRPr lang="en-US" altLang="zh-CN" sz="4000" dirty="0" smtClean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r>
                  <a:rPr lang="zh-CN" altLang="en-US" sz="4000" dirty="0" smtClean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说话</a:t>
                </a:r>
                <a:endParaRPr lang="zh-CN" altLang="en-US" sz="4000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6516184" y="2340000"/>
                <a:ext cx="144015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600" dirty="0" smtClean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用</a:t>
                </a:r>
                <a:endParaRPr lang="zh-CN" altLang="en-US" sz="9600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8" name="矩形 27"/>
            <p:cNvSpPr/>
            <p:nvPr/>
          </p:nvSpPr>
          <p:spPr>
            <a:xfrm>
              <a:off x="6156176" y="2388234"/>
              <a:ext cx="2448272" cy="1521426"/>
            </a:xfrm>
            <a:prstGeom prst="rect">
              <a:avLst/>
            </a:prstGeom>
            <a:noFill/>
            <a:ln w="22225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9" name="直接连接符 28"/>
          <p:cNvCxnSpPr/>
          <p:nvPr/>
        </p:nvCxnSpPr>
        <p:spPr>
          <a:xfrm flipH="1">
            <a:off x="8784976" y="3075806"/>
            <a:ext cx="395536" cy="0"/>
          </a:xfrm>
          <a:prstGeom prst="line">
            <a:avLst/>
          </a:prstGeom>
          <a:ln w="1905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040244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899592" y="495712"/>
            <a:ext cx="7344816" cy="851902"/>
            <a:chOff x="486491" y="279688"/>
            <a:chExt cx="6722917" cy="851902"/>
          </a:xfrm>
        </p:grpSpPr>
        <p:sp>
          <p:nvSpPr>
            <p:cNvPr id="24" name="TextBox 23"/>
            <p:cNvSpPr txBox="1"/>
            <p:nvPr/>
          </p:nvSpPr>
          <p:spPr>
            <a:xfrm>
              <a:off x="653902" y="279688"/>
              <a:ext cx="65555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影响说服效果的</a:t>
              </a:r>
              <a:r>
                <a:rPr lang="zh-CN" altLang="en-US" sz="4400" b="1" spc="300" dirty="0" smtClean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说服信息</a:t>
              </a:r>
              <a:r>
                <a:rPr lang="zh-CN" altLang="en-US" sz="3200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因素</a:t>
              </a:r>
              <a:endParaRPr lang="zh-CN" altLang="en-US" sz="3200" b="1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半闭框 25"/>
            <p:cNvSpPr/>
            <p:nvPr/>
          </p:nvSpPr>
          <p:spPr>
            <a:xfrm>
              <a:off x="486491" y="316380"/>
              <a:ext cx="288000" cy="252000"/>
            </a:xfrm>
            <a:prstGeom prst="halfFram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半闭框 26"/>
            <p:cNvSpPr/>
            <p:nvPr/>
          </p:nvSpPr>
          <p:spPr>
            <a:xfrm flipH="1" flipV="1">
              <a:off x="6484388" y="879590"/>
              <a:ext cx="288000" cy="252000"/>
            </a:xfrm>
            <a:prstGeom prst="halfFram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6512" y="2088600"/>
            <a:ext cx="9217024" cy="1635278"/>
            <a:chOff x="-36512" y="1584544"/>
            <a:chExt cx="9217024" cy="1635278"/>
          </a:xfrm>
        </p:grpSpPr>
        <p:sp>
          <p:nvSpPr>
            <p:cNvPr id="11" name="矩形 10"/>
            <p:cNvSpPr/>
            <p:nvPr/>
          </p:nvSpPr>
          <p:spPr>
            <a:xfrm>
              <a:off x="2483768" y="1923679"/>
              <a:ext cx="3972015" cy="1008112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可接受性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6372200" y="1923678"/>
              <a:ext cx="2808312" cy="1008112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  呈现方式</a:t>
              </a:r>
              <a:endPara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" y="1923678"/>
              <a:ext cx="3203847" cy="1008112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相关性</a:t>
              </a:r>
              <a:endPara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-36512" y="1584544"/>
              <a:ext cx="1089526" cy="55341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-27106" y="1620000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rPr>
                <a:t>One</a:t>
              </a:r>
              <a:endParaRPr lang="zh-CN" altLang="en-US" sz="3600" dirty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402354" y="2666405"/>
              <a:ext cx="1089526" cy="55341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94000" y="2520000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rPr>
                <a:t>T</a:t>
              </a:r>
              <a:r>
                <a:rPr lang="en-US" altLang="zh-CN" sz="3600" dirty="0" smtClean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rPr>
                <a:t>wo</a:t>
              </a:r>
              <a:endParaRPr lang="zh-CN" altLang="en-US" sz="3600" dirty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580112" y="1635646"/>
              <a:ext cx="1368152" cy="55341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26000" y="1656000"/>
              <a:ext cx="20162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rPr>
                <a:t>three</a:t>
              </a:r>
              <a:endParaRPr lang="zh-CN" altLang="en-US" sz="3600" dirty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28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/>
          <p:cNvSpPr/>
          <p:nvPr/>
        </p:nvSpPr>
        <p:spPr>
          <a:xfrm>
            <a:off x="6264188" y="1077873"/>
            <a:ext cx="2448272" cy="1936958"/>
          </a:xfrm>
          <a:prstGeom prst="rect">
            <a:avLst/>
          </a:prstGeom>
          <a:noFill/>
          <a:ln w="22225" cap="sq">
            <a:solidFill>
              <a:schemeClr val="bg1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439684" y="1581928"/>
            <a:ext cx="2448272" cy="1349861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3384000" y="1329030"/>
            <a:ext cx="2448272" cy="1685801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39684" y="1658554"/>
            <a:ext cx="2520280" cy="105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9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个体对与自身高度相关、相似的信息有更多的兴趣及更深记忆</a:t>
            </a:r>
            <a:endParaRPr lang="zh-CN" altLang="en-US" sz="1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806065"/>
            <a:ext cx="9143999" cy="629781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rgbClr val="00B0F0"/>
              </a:solidFill>
              <a:latin typeface="张海山锐谐体" pitchFamily="2" charset="-122"/>
              <a:ea typeface="张海山锐谐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28184" y="1419622"/>
            <a:ext cx="2520280" cy="105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9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个体对预期负面结果的恐惧远大于对预期正面结果的渴望</a:t>
            </a:r>
            <a:endParaRPr lang="zh-CN" altLang="en-US" sz="1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92012" y="1548537"/>
            <a:ext cx="2520280" cy="105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9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一定的夸张有助于提高说服力，而过度的夸张则会带来反效果</a:t>
            </a:r>
            <a:endParaRPr lang="zh-CN" altLang="en-US" sz="1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704348" y="3496889"/>
            <a:ext cx="0" cy="483083"/>
          </a:xfrm>
          <a:prstGeom prst="line">
            <a:avLst/>
          </a:prstGeom>
          <a:ln w="25400">
            <a:solidFill>
              <a:schemeClr val="bg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48064" y="4011910"/>
            <a:ext cx="370790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选择美的，</a:t>
            </a:r>
            <a:r>
              <a:rPr lang="zh-CN" altLang="en-US" sz="17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将有更好的质量保证</a:t>
            </a:r>
            <a:endParaRPr lang="zh-CN" altLang="en-US" sz="17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68736" y="3507854"/>
            <a:ext cx="5036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张海山锐谐体" pitchFamily="2" charset="-122"/>
                <a:ea typeface="张海山锐谐体" pitchFamily="2" charset="-122"/>
              </a:rPr>
              <a:t>Eg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48064" y="4365411"/>
            <a:ext cx="417646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不选择美的，您将花费更多的维修费用</a:t>
            </a:r>
            <a:endParaRPr lang="zh-CN" altLang="en-US" sz="17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2" name="Picture 2" descr="http://www.dxf5.com/pic.asp?url=http://www.iconpng.com/png/pictonic-pancake-icons/oxp-check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391984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组合 23"/>
          <p:cNvGrpSpPr/>
          <p:nvPr/>
        </p:nvGrpSpPr>
        <p:grpSpPr>
          <a:xfrm>
            <a:off x="4860032" y="4067984"/>
            <a:ext cx="288000" cy="288000"/>
            <a:chOff x="2915816" y="1851670"/>
            <a:chExt cx="2304256" cy="2304256"/>
          </a:xfrm>
        </p:grpSpPr>
        <p:sp>
          <p:nvSpPr>
            <p:cNvPr id="25" name="椭圆 24"/>
            <p:cNvSpPr/>
            <p:nvPr/>
          </p:nvSpPr>
          <p:spPr>
            <a:xfrm>
              <a:off x="2915816" y="1851670"/>
              <a:ext cx="2304256" cy="23042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Picture 2" descr="http://www.dxf5.com/pic.asp?url=http://www.iconpng.com/png/pictonic-pancake-icons/oxp-check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6239" y="2067694"/>
              <a:ext cx="557649" cy="557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矩形 26"/>
            <p:cNvSpPr/>
            <p:nvPr/>
          </p:nvSpPr>
          <p:spPr>
            <a:xfrm rot="18900000">
              <a:off x="3873391" y="2106830"/>
              <a:ext cx="278753" cy="16835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 rot="13500000">
              <a:off x="3902279" y="2188295"/>
              <a:ext cx="278753" cy="16835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779912" y="2809840"/>
            <a:ext cx="1872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可</a:t>
            </a:r>
            <a:r>
              <a:rPr lang="zh-CN" altLang="en-US" sz="30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接受</a:t>
            </a:r>
            <a:r>
              <a:rPr lang="zh-CN" altLang="en-US" sz="3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0232" y="2809840"/>
            <a:ext cx="19797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呈现方式</a:t>
            </a:r>
            <a:endParaRPr lang="zh-CN" altLang="en-US" sz="3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7584" y="2809840"/>
            <a:ext cx="15841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相关性</a:t>
            </a:r>
            <a:endParaRPr lang="zh-CN" altLang="en-US" sz="3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51520" y="1005865"/>
            <a:ext cx="112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rPr>
              <a:t>1</a:t>
            </a:r>
            <a:endParaRPr lang="zh-CN" altLang="en-US" sz="3600" b="1" dirty="0">
              <a:solidFill>
                <a:srgbClr val="FFFF00"/>
              </a:solidFill>
              <a:latin typeface="方正粗倩简体" pitchFamily="65" charset="-122"/>
              <a:ea typeface="方正粗倩简体" pitchFamily="65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247996" y="776885"/>
            <a:ext cx="112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rPr>
              <a:t>2</a:t>
            </a:r>
            <a:endParaRPr lang="zh-CN" altLang="en-US" sz="3600" b="1" dirty="0">
              <a:solidFill>
                <a:srgbClr val="FFFF00"/>
              </a:solidFill>
              <a:latin typeface="方正粗倩简体" pitchFamily="65" charset="-122"/>
              <a:ea typeface="方正粗倩简体" pitchFamily="65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156176" y="501809"/>
            <a:ext cx="112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FFFF00"/>
                </a:solidFill>
                <a:latin typeface="方正粗倩简体" pitchFamily="65" charset="-122"/>
                <a:ea typeface="方正粗倩简体" pitchFamily="65" charset="-122"/>
              </a:rPr>
              <a:t>3</a:t>
            </a:r>
            <a:endParaRPr lang="zh-CN" altLang="en-US" sz="3600" b="1" dirty="0">
              <a:solidFill>
                <a:srgbClr val="FFFF00"/>
              </a:solidFill>
              <a:latin typeface="方正粗倩简体" pitchFamily="65" charset="-122"/>
              <a:ea typeface="方正粗倩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50957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1115616" y="459736"/>
            <a:ext cx="7344816" cy="815870"/>
            <a:chOff x="354669" y="279688"/>
            <a:chExt cx="6722917" cy="815870"/>
          </a:xfrm>
        </p:grpSpPr>
        <p:sp>
          <p:nvSpPr>
            <p:cNvPr id="24" name="TextBox 23"/>
            <p:cNvSpPr txBox="1"/>
            <p:nvPr/>
          </p:nvSpPr>
          <p:spPr>
            <a:xfrm>
              <a:off x="522080" y="279688"/>
              <a:ext cx="65555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影响说服效果的</a:t>
              </a:r>
              <a:r>
                <a:rPr lang="zh-CN" altLang="en-US" sz="4400" b="1" spc="300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被</a:t>
              </a:r>
              <a:r>
                <a:rPr lang="zh-CN" altLang="en-US" sz="4400" b="1" spc="300" dirty="0" smtClean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说服者</a:t>
              </a:r>
              <a:r>
                <a:rPr lang="zh-CN" altLang="en-US" sz="3200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因素</a:t>
              </a:r>
              <a:endParaRPr lang="zh-CN" altLang="en-US" sz="3200" b="1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半闭框 25"/>
            <p:cNvSpPr/>
            <p:nvPr/>
          </p:nvSpPr>
          <p:spPr>
            <a:xfrm>
              <a:off x="354669" y="316380"/>
              <a:ext cx="288000" cy="252000"/>
            </a:xfrm>
            <a:prstGeom prst="halfFram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半闭框 26"/>
            <p:cNvSpPr/>
            <p:nvPr/>
          </p:nvSpPr>
          <p:spPr>
            <a:xfrm flipH="1" flipV="1">
              <a:off x="6394121" y="843558"/>
              <a:ext cx="288000" cy="252000"/>
            </a:xfrm>
            <a:prstGeom prst="halfFram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27584" y="1995686"/>
            <a:ext cx="7471874" cy="1872208"/>
            <a:chOff x="899592" y="1995686"/>
            <a:chExt cx="7471874" cy="1872208"/>
          </a:xfrm>
        </p:grpSpPr>
        <p:grpSp>
          <p:nvGrpSpPr>
            <p:cNvPr id="4" name="组合 3"/>
            <p:cNvGrpSpPr/>
            <p:nvPr/>
          </p:nvGrpSpPr>
          <p:grpSpPr>
            <a:xfrm>
              <a:off x="6307401" y="2350579"/>
              <a:ext cx="2064065" cy="1085267"/>
              <a:chOff x="5508104" y="1840922"/>
              <a:chExt cx="2205640" cy="1159706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5544617" y="2211710"/>
                <a:ext cx="2169127" cy="7889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sys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  </a:t>
                </a:r>
                <a:r>
                  <a:rPr lang="zh-CN" altLang="en-US" sz="2000" b="1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免疫程度</a:t>
                </a:r>
                <a:endParaRPr lang="zh-CN" altLang="en-US" sz="2000" b="1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5508105" y="1840922"/>
                <a:ext cx="923364" cy="467182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508104" y="1904514"/>
                <a:ext cx="16561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rgbClr val="FFFF00"/>
                    </a:solidFill>
                    <a:latin typeface="方正粗倩简体" pitchFamily="65" charset="-122"/>
                    <a:ea typeface="方正粗倩简体" pitchFamily="65" charset="-122"/>
                  </a:rPr>
                  <a:t>three</a:t>
                </a:r>
                <a:endParaRPr lang="zh-CN" altLang="en-US" sz="2000" dirty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363185" y="2260948"/>
              <a:ext cx="2592288" cy="1390922"/>
              <a:chOff x="827584" y="1828900"/>
              <a:chExt cx="2592288" cy="1390922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827585" y="2211710"/>
                <a:ext cx="2592287" cy="10081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sys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200" b="1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人格特征</a:t>
                </a:r>
                <a:endParaRPr lang="zh-CN" altLang="en-US" sz="3200" b="1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827584" y="1851670"/>
                <a:ext cx="982755" cy="48140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50835" y="1828900"/>
                <a:ext cx="13319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 smtClean="0">
                    <a:solidFill>
                      <a:srgbClr val="FFFF00"/>
                    </a:solidFill>
                    <a:latin typeface="方正粗倩简体" pitchFamily="65" charset="-122"/>
                    <a:ea typeface="方正粗倩简体" pitchFamily="65" charset="-122"/>
                  </a:rPr>
                  <a:t>two</a:t>
                </a:r>
                <a:endParaRPr lang="zh-CN" altLang="en-US" sz="3200" dirty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899592" y="1995686"/>
              <a:ext cx="3967649" cy="1872208"/>
              <a:chOff x="2627784" y="2545036"/>
              <a:chExt cx="3719059" cy="1754906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2627784" y="3102809"/>
                <a:ext cx="3719059" cy="11971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4400" b="1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投入程度</a:t>
                </a:r>
                <a:endParaRPr lang="zh-CN" altLang="en-US" sz="4400" b="1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2627784" y="2715766"/>
                <a:ext cx="1296144" cy="481408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627784" y="2545036"/>
                <a:ext cx="201622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 smtClean="0">
                    <a:solidFill>
                      <a:srgbClr val="FFFF00"/>
                    </a:solidFill>
                    <a:latin typeface="方正粗倩简体" pitchFamily="65" charset="-122"/>
                    <a:ea typeface="方正粗倩简体" pitchFamily="65" charset="-122"/>
                  </a:rPr>
                  <a:t>ONE</a:t>
                </a:r>
                <a:endParaRPr lang="zh-CN" altLang="en-US" sz="4400" dirty="0">
                  <a:solidFill>
                    <a:srgbClr val="FFFF00"/>
                  </a:solidFill>
                  <a:latin typeface="方正粗倩简体" pitchFamily="65" charset="-122"/>
                  <a:ea typeface="方正粗倩简体" pitchFamily="65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8881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164495" y="771550"/>
            <a:ext cx="5304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例如此次美的和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秋叶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大叔合作的</a:t>
            </a:r>
            <a:endParaRPr lang="en-US" altLang="zh-CN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一页纸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大赛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021975" y="2907396"/>
            <a:ext cx="1294441" cy="1608570"/>
            <a:chOff x="323528" y="236167"/>
            <a:chExt cx="3096344" cy="3847751"/>
          </a:xfrm>
        </p:grpSpPr>
        <p:grpSp>
          <p:nvGrpSpPr>
            <p:cNvPr id="21" name="组合 20"/>
            <p:cNvGrpSpPr/>
            <p:nvPr/>
          </p:nvGrpSpPr>
          <p:grpSpPr>
            <a:xfrm>
              <a:off x="395536" y="1633968"/>
              <a:ext cx="3024336" cy="2449950"/>
              <a:chOff x="755576" y="864243"/>
              <a:chExt cx="3024336" cy="2449950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1583668" y="2234073"/>
                <a:ext cx="1368152" cy="93610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1403648" y="2316152"/>
                <a:ext cx="1728192" cy="5436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2162733" y="2319722"/>
                <a:ext cx="210023" cy="684076"/>
                <a:chOff x="2174555" y="2342085"/>
                <a:chExt cx="158942" cy="517697"/>
              </a:xfrm>
            </p:grpSpPr>
            <p:sp>
              <p:nvSpPr>
                <p:cNvPr id="43" name="梯形 21"/>
                <p:cNvSpPr/>
                <p:nvPr/>
              </p:nvSpPr>
              <p:spPr>
                <a:xfrm>
                  <a:off x="2174555" y="2342085"/>
                  <a:ext cx="158942" cy="157083"/>
                </a:xfrm>
                <a:custGeom>
                  <a:avLst/>
                  <a:gdLst>
                    <a:gd name="connsiteX0" fmla="*/ 0 w 1440160"/>
                    <a:gd name="connsiteY0" fmla="*/ 1296144 h 1296144"/>
                    <a:gd name="connsiteX1" fmla="*/ 650612 w 1440160"/>
                    <a:gd name="connsiteY1" fmla="*/ 0 h 1296144"/>
                    <a:gd name="connsiteX2" fmla="*/ 789548 w 1440160"/>
                    <a:gd name="connsiteY2" fmla="*/ 0 h 1296144"/>
                    <a:gd name="connsiteX3" fmla="*/ 1440160 w 1440160"/>
                    <a:gd name="connsiteY3" fmla="*/ 1296144 h 1296144"/>
                    <a:gd name="connsiteX4" fmla="*/ 0 w 1440160"/>
                    <a:gd name="connsiteY4" fmla="*/ 1296144 h 1296144"/>
                    <a:gd name="connsiteX0" fmla="*/ 0 w 1440160"/>
                    <a:gd name="connsiteY0" fmla="*/ 1296144 h 1347376"/>
                    <a:gd name="connsiteX1" fmla="*/ 650612 w 1440160"/>
                    <a:gd name="connsiteY1" fmla="*/ 0 h 1347376"/>
                    <a:gd name="connsiteX2" fmla="*/ 789548 w 1440160"/>
                    <a:gd name="connsiteY2" fmla="*/ 0 h 1347376"/>
                    <a:gd name="connsiteX3" fmla="*/ 1440160 w 1440160"/>
                    <a:gd name="connsiteY3" fmla="*/ 1296144 h 1347376"/>
                    <a:gd name="connsiteX4" fmla="*/ 713386 w 1440160"/>
                    <a:gd name="connsiteY4" fmla="*/ 1347107 h 1347376"/>
                    <a:gd name="connsiteX5" fmla="*/ 0 w 1440160"/>
                    <a:gd name="connsiteY5" fmla="*/ 1296144 h 1347376"/>
                    <a:gd name="connsiteX0" fmla="*/ 0 w 1440160"/>
                    <a:gd name="connsiteY0" fmla="*/ 1296144 h 1379942"/>
                    <a:gd name="connsiteX1" fmla="*/ 650612 w 1440160"/>
                    <a:gd name="connsiteY1" fmla="*/ 0 h 1379942"/>
                    <a:gd name="connsiteX2" fmla="*/ 789548 w 1440160"/>
                    <a:gd name="connsiteY2" fmla="*/ 0 h 1379942"/>
                    <a:gd name="connsiteX3" fmla="*/ 1440160 w 1440160"/>
                    <a:gd name="connsiteY3" fmla="*/ 1296144 h 1379942"/>
                    <a:gd name="connsiteX4" fmla="*/ 724271 w 1440160"/>
                    <a:gd name="connsiteY4" fmla="*/ 1379764 h 1379942"/>
                    <a:gd name="connsiteX5" fmla="*/ 0 w 1440160"/>
                    <a:gd name="connsiteY5" fmla="*/ 1296144 h 1379942"/>
                    <a:gd name="connsiteX0" fmla="*/ 0 w 1440160"/>
                    <a:gd name="connsiteY0" fmla="*/ 1296144 h 1423429"/>
                    <a:gd name="connsiteX1" fmla="*/ 650612 w 1440160"/>
                    <a:gd name="connsiteY1" fmla="*/ 0 h 1423429"/>
                    <a:gd name="connsiteX2" fmla="*/ 789548 w 1440160"/>
                    <a:gd name="connsiteY2" fmla="*/ 0 h 1423429"/>
                    <a:gd name="connsiteX3" fmla="*/ 1440160 w 1440160"/>
                    <a:gd name="connsiteY3" fmla="*/ 1296144 h 1423429"/>
                    <a:gd name="connsiteX4" fmla="*/ 702500 w 1440160"/>
                    <a:gd name="connsiteY4" fmla="*/ 1423307 h 1423429"/>
                    <a:gd name="connsiteX5" fmla="*/ 0 w 1440160"/>
                    <a:gd name="connsiteY5" fmla="*/ 1296144 h 1423429"/>
                    <a:gd name="connsiteX0" fmla="*/ 0 w 1440160"/>
                    <a:gd name="connsiteY0" fmla="*/ 1296144 h 1423307"/>
                    <a:gd name="connsiteX1" fmla="*/ 650612 w 1440160"/>
                    <a:gd name="connsiteY1" fmla="*/ 0 h 1423307"/>
                    <a:gd name="connsiteX2" fmla="*/ 789548 w 1440160"/>
                    <a:gd name="connsiteY2" fmla="*/ 0 h 1423307"/>
                    <a:gd name="connsiteX3" fmla="*/ 1440160 w 1440160"/>
                    <a:gd name="connsiteY3" fmla="*/ 1296144 h 1423307"/>
                    <a:gd name="connsiteX4" fmla="*/ 702500 w 1440160"/>
                    <a:gd name="connsiteY4" fmla="*/ 1423307 h 1423307"/>
                    <a:gd name="connsiteX5" fmla="*/ 0 w 1440160"/>
                    <a:gd name="connsiteY5" fmla="*/ 1296144 h 142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160" h="1423307">
                      <a:moveTo>
                        <a:pt x="0" y="1296144"/>
                      </a:moveTo>
                      <a:lnTo>
                        <a:pt x="650612" y="0"/>
                      </a:lnTo>
                      <a:lnTo>
                        <a:pt x="789548" y="0"/>
                      </a:lnTo>
                      <a:lnTo>
                        <a:pt x="1440160" y="1296144"/>
                      </a:lnTo>
                      <a:cubicBezTo>
                        <a:pt x="1219673" y="1291360"/>
                        <a:pt x="912102" y="1395433"/>
                        <a:pt x="702500" y="1423307"/>
                      </a:cubicBezTo>
                      <a:lnTo>
                        <a:pt x="0" y="129614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椭圆 22"/>
                <p:cNvSpPr/>
                <p:nvPr/>
              </p:nvSpPr>
              <p:spPr>
                <a:xfrm>
                  <a:off x="2199088" y="2427359"/>
                  <a:ext cx="110146" cy="432423"/>
                </a:xfrm>
                <a:custGeom>
                  <a:avLst/>
                  <a:gdLst>
                    <a:gd name="connsiteX0" fmla="*/ 0 w 230256"/>
                    <a:gd name="connsiteY0" fmla="*/ 460150 h 920300"/>
                    <a:gd name="connsiteX1" fmla="*/ 115128 w 230256"/>
                    <a:gd name="connsiteY1" fmla="*/ 0 h 920300"/>
                    <a:gd name="connsiteX2" fmla="*/ 230256 w 230256"/>
                    <a:gd name="connsiteY2" fmla="*/ 460150 h 920300"/>
                    <a:gd name="connsiteX3" fmla="*/ 115128 w 230256"/>
                    <a:gd name="connsiteY3" fmla="*/ 920300 h 920300"/>
                    <a:gd name="connsiteX4" fmla="*/ 0 w 230256"/>
                    <a:gd name="connsiteY4" fmla="*/ 460150 h 920300"/>
                    <a:gd name="connsiteX0" fmla="*/ 0 w 232626"/>
                    <a:gd name="connsiteY0" fmla="*/ 469660 h 929810"/>
                    <a:gd name="connsiteX1" fmla="*/ 115128 w 232626"/>
                    <a:gd name="connsiteY1" fmla="*/ 9510 h 929810"/>
                    <a:gd name="connsiteX2" fmla="*/ 169523 w 232626"/>
                    <a:gd name="connsiteY2" fmla="*/ 182650 h 929810"/>
                    <a:gd name="connsiteX3" fmla="*/ 230256 w 232626"/>
                    <a:gd name="connsiteY3" fmla="*/ 469660 h 929810"/>
                    <a:gd name="connsiteX4" fmla="*/ 115128 w 232626"/>
                    <a:gd name="connsiteY4" fmla="*/ 929810 h 929810"/>
                    <a:gd name="connsiteX5" fmla="*/ 0 w 232626"/>
                    <a:gd name="connsiteY5" fmla="*/ 469660 h 929810"/>
                    <a:gd name="connsiteX0" fmla="*/ 306 w 232932"/>
                    <a:gd name="connsiteY0" fmla="*/ 460511 h 920661"/>
                    <a:gd name="connsiteX1" fmla="*/ 82743 w 232932"/>
                    <a:gd name="connsiteY1" fmla="*/ 217044 h 920661"/>
                    <a:gd name="connsiteX2" fmla="*/ 115434 w 232932"/>
                    <a:gd name="connsiteY2" fmla="*/ 361 h 920661"/>
                    <a:gd name="connsiteX3" fmla="*/ 169829 w 232932"/>
                    <a:gd name="connsiteY3" fmla="*/ 173501 h 920661"/>
                    <a:gd name="connsiteX4" fmla="*/ 230562 w 232932"/>
                    <a:gd name="connsiteY4" fmla="*/ 460511 h 920661"/>
                    <a:gd name="connsiteX5" fmla="*/ 115434 w 232932"/>
                    <a:gd name="connsiteY5" fmla="*/ 920661 h 920661"/>
                    <a:gd name="connsiteX6" fmla="*/ 306 w 232932"/>
                    <a:gd name="connsiteY6" fmla="*/ 460511 h 920661"/>
                    <a:gd name="connsiteX0" fmla="*/ 1793 w 234419"/>
                    <a:gd name="connsiteY0" fmla="*/ 460150 h 920300"/>
                    <a:gd name="connsiteX1" fmla="*/ 51573 w 234419"/>
                    <a:gd name="connsiteY1" fmla="*/ 173141 h 920300"/>
                    <a:gd name="connsiteX2" fmla="*/ 116921 w 234419"/>
                    <a:gd name="connsiteY2" fmla="*/ 0 h 920300"/>
                    <a:gd name="connsiteX3" fmla="*/ 171316 w 234419"/>
                    <a:gd name="connsiteY3" fmla="*/ 173140 h 920300"/>
                    <a:gd name="connsiteX4" fmla="*/ 232049 w 234419"/>
                    <a:gd name="connsiteY4" fmla="*/ 460150 h 920300"/>
                    <a:gd name="connsiteX5" fmla="*/ 116921 w 234419"/>
                    <a:gd name="connsiteY5" fmla="*/ 920300 h 920300"/>
                    <a:gd name="connsiteX6" fmla="*/ 1793 w 234419"/>
                    <a:gd name="connsiteY6" fmla="*/ 460150 h 920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4419" h="920300">
                      <a:moveTo>
                        <a:pt x="1793" y="460150"/>
                      </a:moveTo>
                      <a:cubicBezTo>
                        <a:pt x="-9098" y="335623"/>
                        <a:pt x="32385" y="249833"/>
                        <a:pt x="51573" y="173141"/>
                      </a:cubicBezTo>
                      <a:cubicBezTo>
                        <a:pt x="70761" y="96449"/>
                        <a:pt x="96964" y="0"/>
                        <a:pt x="116921" y="0"/>
                      </a:cubicBezTo>
                      <a:cubicBezTo>
                        <a:pt x="136878" y="0"/>
                        <a:pt x="152128" y="96448"/>
                        <a:pt x="171316" y="173140"/>
                      </a:cubicBezTo>
                      <a:cubicBezTo>
                        <a:pt x="190504" y="249832"/>
                        <a:pt x="246558" y="335623"/>
                        <a:pt x="232049" y="460150"/>
                      </a:cubicBezTo>
                      <a:cubicBezTo>
                        <a:pt x="217540" y="584677"/>
                        <a:pt x="180504" y="920300"/>
                        <a:pt x="116921" y="920300"/>
                      </a:cubicBezTo>
                      <a:cubicBezTo>
                        <a:pt x="53338" y="920300"/>
                        <a:pt x="12684" y="584677"/>
                        <a:pt x="1793" y="4601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3" name="矩形 32"/>
              <p:cNvSpPr/>
              <p:nvPr/>
            </p:nvSpPr>
            <p:spPr>
              <a:xfrm>
                <a:off x="2771800" y="2666121"/>
                <a:ext cx="180020" cy="3600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583668" y="2666121"/>
                <a:ext cx="180020" cy="36004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"/>
              <p:cNvSpPr/>
              <p:nvPr/>
            </p:nvSpPr>
            <p:spPr>
              <a:xfrm>
                <a:off x="1115616" y="864243"/>
                <a:ext cx="2304256" cy="1546280"/>
              </a:xfrm>
              <a:custGeom>
                <a:avLst/>
                <a:gdLst>
                  <a:gd name="connsiteX0" fmla="*/ 0 w 2304256"/>
                  <a:gd name="connsiteY0" fmla="*/ 632994 h 1440160"/>
                  <a:gd name="connsiteX1" fmla="*/ 632994 w 2304256"/>
                  <a:gd name="connsiteY1" fmla="*/ 0 h 1440160"/>
                  <a:gd name="connsiteX2" fmla="*/ 1671262 w 2304256"/>
                  <a:gd name="connsiteY2" fmla="*/ 0 h 1440160"/>
                  <a:gd name="connsiteX3" fmla="*/ 2304256 w 2304256"/>
                  <a:gd name="connsiteY3" fmla="*/ 632994 h 1440160"/>
                  <a:gd name="connsiteX4" fmla="*/ 2304256 w 2304256"/>
                  <a:gd name="connsiteY4" fmla="*/ 807166 h 1440160"/>
                  <a:gd name="connsiteX5" fmla="*/ 1671262 w 2304256"/>
                  <a:gd name="connsiteY5" fmla="*/ 1440160 h 1440160"/>
                  <a:gd name="connsiteX6" fmla="*/ 632994 w 2304256"/>
                  <a:gd name="connsiteY6" fmla="*/ 1440160 h 1440160"/>
                  <a:gd name="connsiteX7" fmla="*/ 0 w 2304256"/>
                  <a:gd name="connsiteY7" fmla="*/ 807166 h 1440160"/>
                  <a:gd name="connsiteX8" fmla="*/ 0 w 2304256"/>
                  <a:gd name="connsiteY8" fmla="*/ 632994 h 1440160"/>
                  <a:gd name="connsiteX0" fmla="*/ 0 w 2304256"/>
                  <a:gd name="connsiteY0" fmla="*/ 684397 h 1491563"/>
                  <a:gd name="connsiteX1" fmla="*/ 632994 w 2304256"/>
                  <a:gd name="connsiteY1" fmla="*/ 51403 h 1491563"/>
                  <a:gd name="connsiteX2" fmla="*/ 1192155 w 2304256"/>
                  <a:gd name="connsiteY2" fmla="*/ 0 h 1491563"/>
                  <a:gd name="connsiteX3" fmla="*/ 1671262 w 2304256"/>
                  <a:gd name="connsiteY3" fmla="*/ 51403 h 1491563"/>
                  <a:gd name="connsiteX4" fmla="*/ 2304256 w 2304256"/>
                  <a:gd name="connsiteY4" fmla="*/ 684397 h 1491563"/>
                  <a:gd name="connsiteX5" fmla="*/ 2304256 w 2304256"/>
                  <a:gd name="connsiteY5" fmla="*/ 858569 h 1491563"/>
                  <a:gd name="connsiteX6" fmla="*/ 1671262 w 2304256"/>
                  <a:gd name="connsiteY6" fmla="*/ 1491563 h 1491563"/>
                  <a:gd name="connsiteX7" fmla="*/ 632994 w 2304256"/>
                  <a:gd name="connsiteY7" fmla="*/ 1491563 h 1491563"/>
                  <a:gd name="connsiteX8" fmla="*/ 0 w 2304256"/>
                  <a:gd name="connsiteY8" fmla="*/ 858569 h 1491563"/>
                  <a:gd name="connsiteX9" fmla="*/ 0 w 2304256"/>
                  <a:gd name="connsiteY9" fmla="*/ 684397 h 1491563"/>
                  <a:gd name="connsiteX0" fmla="*/ 0 w 2304256"/>
                  <a:gd name="connsiteY0" fmla="*/ 703032 h 1510198"/>
                  <a:gd name="connsiteX1" fmla="*/ 632994 w 2304256"/>
                  <a:gd name="connsiteY1" fmla="*/ 70038 h 1510198"/>
                  <a:gd name="connsiteX2" fmla="*/ 1007098 w 2304256"/>
                  <a:gd name="connsiteY2" fmla="*/ 7751 h 1510198"/>
                  <a:gd name="connsiteX3" fmla="*/ 1192155 w 2304256"/>
                  <a:gd name="connsiteY3" fmla="*/ 18635 h 1510198"/>
                  <a:gd name="connsiteX4" fmla="*/ 1671262 w 2304256"/>
                  <a:gd name="connsiteY4" fmla="*/ 70038 h 1510198"/>
                  <a:gd name="connsiteX5" fmla="*/ 2304256 w 2304256"/>
                  <a:gd name="connsiteY5" fmla="*/ 703032 h 1510198"/>
                  <a:gd name="connsiteX6" fmla="*/ 2304256 w 2304256"/>
                  <a:gd name="connsiteY6" fmla="*/ 877204 h 1510198"/>
                  <a:gd name="connsiteX7" fmla="*/ 1671262 w 2304256"/>
                  <a:gd name="connsiteY7" fmla="*/ 1510198 h 1510198"/>
                  <a:gd name="connsiteX8" fmla="*/ 632994 w 2304256"/>
                  <a:gd name="connsiteY8" fmla="*/ 1510198 h 1510198"/>
                  <a:gd name="connsiteX9" fmla="*/ 0 w 2304256"/>
                  <a:gd name="connsiteY9" fmla="*/ 877204 h 1510198"/>
                  <a:gd name="connsiteX10" fmla="*/ 0 w 2304256"/>
                  <a:gd name="connsiteY10" fmla="*/ 703032 h 1510198"/>
                  <a:gd name="connsiteX0" fmla="*/ 0 w 2304256"/>
                  <a:gd name="connsiteY0" fmla="*/ 703032 h 1542636"/>
                  <a:gd name="connsiteX1" fmla="*/ 632994 w 2304256"/>
                  <a:gd name="connsiteY1" fmla="*/ 70038 h 1542636"/>
                  <a:gd name="connsiteX2" fmla="*/ 1007098 w 2304256"/>
                  <a:gd name="connsiteY2" fmla="*/ 7751 h 1542636"/>
                  <a:gd name="connsiteX3" fmla="*/ 1192155 w 2304256"/>
                  <a:gd name="connsiteY3" fmla="*/ 18635 h 1542636"/>
                  <a:gd name="connsiteX4" fmla="*/ 1671262 w 2304256"/>
                  <a:gd name="connsiteY4" fmla="*/ 70038 h 1542636"/>
                  <a:gd name="connsiteX5" fmla="*/ 2304256 w 2304256"/>
                  <a:gd name="connsiteY5" fmla="*/ 703032 h 1542636"/>
                  <a:gd name="connsiteX6" fmla="*/ 2304256 w 2304256"/>
                  <a:gd name="connsiteY6" fmla="*/ 877204 h 1542636"/>
                  <a:gd name="connsiteX7" fmla="*/ 1671262 w 2304256"/>
                  <a:gd name="connsiteY7" fmla="*/ 1510198 h 1542636"/>
                  <a:gd name="connsiteX8" fmla="*/ 1170384 w 2304256"/>
                  <a:gd name="connsiteY8" fmla="*/ 1542636 h 1542636"/>
                  <a:gd name="connsiteX9" fmla="*/ 632994 w 2304256"/>
                  <a:gd name="connsiteY9" fmla="*/ 1510198 h 1542636"/>
                  <a:gd name="connsiteX10" fmla="*/ 0 w 2304256"/>
                  <a:gd name="connsiteY10" fmla="*/ 877204 h 1542636"/>
                  <a:gd name="connsiteX11" fmla="*/ 0 w 2304256"/>
                  <a:gd name="connsiteY11" fmla="*/ 703032 h 1542636"/>
                  <a:gd name="connsiteX0" fmla="*/ 0 w 2304256"/>
                  <a:gd name="connsiteY0" fmla="*/ 703032 h 1542636"/>
                  <a:gd name="connsiteX1" fmla="*/ 632994 w 2304256"/>
                  <a:gd name="connsiteY1" fmla="*/ 70038 h 1542636"/>
                  <a:gd name="connsiteX2" fmla="*/ 1007098 w 2304256"/>
                  <a:gd name="connsiteY2" fmla="*/ 7751 h 1542636"/>
                  <a:gd name="connsiteX3" fmla="*/ 1192155 w 2304256"/>
                  <a:gd name="connsiteY3" fmla="*/ 18635 h 1542636"/>
                  <a:gd name="connsiteX4" fmla="*/ 1671262 w 2304256"/>
                  <a:gd name="connsiteY4" fmla="*/ 70038 h 1542636"/>
                  <a:gd name="connsiteX5" fmla="*/ 2304256 w 2304256"/>
                  <a:gd name="connsiteY5" fmla="*/ 703032 h 1542636"/>
                  <a:gd name="connsiteX6" fmla="*/ 2304256 w 2304256"/>
                  <a:gd name="connsiteY6" fmla="*/ 877204 h 1542636"/>
                  <a:gd name="connsiteX7" fmla="*/ 1671262 w 2304256"/>
                  <a:gd name="connsiteY7" fmla="*/ 1510198 h 1542636"/>
                  <a:gd name="connsiteX8" fmla="*/ 1170384 w 2304256"/>
                  <a:gd name="connsiteY8" fmla="*/ 1542636 h 1542636"/>
                  <a:gd name="connsiteX9" fmla="*/ 632994 w 2304256"/>
                  <a:gd name="connsiteY9" fmla="*/ 1510198 h 1542636"/>
                  <a:gd name="connsiteX10" fmla="*/ 0 w 2304256"/>
                  <a:gd name="connsiteY10" fmla="*/ 877204 h 1542636"/>
                  <a:gd name="connsiteX11" fmla="*/ 0 w 2304256"/>
                  <a:gd name="connsiteY11" fmla="*/ 703032 h 1542636"/>
                  <a:gd name="connsiteX0" fmla="*/ 0 w 2304256"/>
                  <a:gd name="connsiteY0" fmla="*/ 728889 h 1568493"/>
                  <a:gd name="connsiteX1" fmla="*/ 632994 w 2304256"/>
                  <a:gd name="connsiteY1" fmla="*/ 95895 h 1568493"/>
                  <a:gd name="connsiteX2" fmla="*/ 1007098 w 2304256"/>
                  <a:gd name="connsiteY2" fmla="*/ 33608 h 1568493"/>
                  <a:gd name="connsiteX3" fmla="*/ 1192155 w 2304256"/>
                  <a:gd name="connsiteY3" fmla="*/ 44492 h 1568493"/>
                  <a:gd name="connsiteX4" fmla="*/ 1268355 w 2304256"/>
                  <a:gd name="connsiteY4" fmla="*/ 951 h 1568493"/>
                  <a:gd name="connsiteX5" fmla="*/ 1671262 w 2304256"/>
                  <a:gd name="connsiteY5" fmla="*/ 95895 h 1568493"/>
                  <a:gd name="connsiteX6" fmla="*/ 2304256 w 2304256"/>
                  <a:gd name="connsiteY6" fmla="*/ 728889 h 1568493"/>
                  <a:gd name="connsiteX7" fmla="*/ 2304256 w 2304256"/>
                  <a:gd name="connsiteY7" fmla="*/ 903061 h 1568493"/>
                  <a:gd name="connsiteX8" fmla="*/ 1671262 w 2304256"/>
                  <a:gd name="connsiteY8" fmla="*/ 1536055 h 1568493"/>
                  <a:gd name="connsiteX9" fmla="*/ 1170384 w 2304256"/>
                  <a:gd name="connsiteY9" fmla="*/ 1568493 h 1568493"/>
                  <a:gd name="connsiteX10" fmla="*/ 632994 w 2304256"/>
                  <a:gd name="connsiteY10" fmla="*/ 1536055 h 1568493"/>
                  <a:gd name="connsiteX11" fmla="*/ 0 w 2304256"/>
                  <a:gd name="connsiteY11" fmla="*/ 903061 h 1568493"/>
                  <a:gd name="connsiteX12" fmla="*/ 0 w 2304256"/>
                  <a:gd name="connsiteY12" fmla="*/ 728889 h 1568493"/>
                  <a:gd name="connsiteX0" fmla="*/ 0 w 2304256"/>
                  <a:gd name="connsiteY0" fmla="*/ 730117 h 1569721"/>
                  <a:gd name="connsiteX1" fmla="*/ 632994 w 2304256"/>
                  <a:gd name="connsiteY1" fmla="*/ 97123 h 1569721"/>
                  <a:gd name="connsiteX2" fmla="*/ 1007098 w 2304256"/>
                  <a:gd name="connsiteY2" fmla="*/ 34836 h 1569721"/>
                  <a:gd name="connsiteX3" fmla="*/ 1148613 w 2304256"/>
                  <a:gd name="connsiteY3" fmla="*/ 13063 h 1569721"/>
                  <a:gd name="connsiteX4" fmla="*/ 1268355 w 2304256"/>
                  <a:gd name="connsiteY4" fmla="*/ 2179 h 1569721"/>
                  <a:gd name="connsiteX5" fmla="*/ 1671262 w 2304256"/>
                  <a:gd name="connsiteY5" fmla="*/ 97123 h 1569721"/>
                  <a:gd name="connsiteX6" fmla="*/ 2304256 w 2304256"/>
                  <a:gd name="connsiteY6" fmla="*/ 730117 h 1569721"/>
                  <a:gd name="connsiteX7" fmla="*/ 2304256 w 2304256"/>
                  <a:gd name="connsiteY7" fmla="*/ 904289 h 1569721"/>
                  <a:gd name="connsiteX8" fmla="*/ 1671262 w 2304256"/>
                  <a:gd name="connsiteY8" fmla="*/ 1537283 h 1569721"/>
                  <a:gd name="connsiteX9" fmla="*/ 1170384 w 2304256"/>
                  <a:gd name="connsiteY9" fmla="*/ 1569721 h 1569721"/>
                  <a:gd name="connsiteX10" fmla="*/ 632994 w 2304256"/>
                  <a:gd name="connsiteY10" fmla="*/ 1537283 h 1569721"/>
                  <a:gd name="connsiteX11" fmla="*/ 0 w 2304256"/>
                  <a:gd name="connsiteY11" fmla="*/ 904289 h 1569721"/>
                  <a:gd name="connsiteX12" fmla="*/ 0 w 2304256"/>
                  <a:gd name="connsiteY12" fmla="*/ 730117 h 1569721"/>
                  <a:gd name="connsiteX0" fmla="*/ 0 w 2304256"/>
                  <a:gd name="connsiteY0" fmla="*/ 730238 h 1569842"/>
                  <a:gd name="connsiteX1" fmla="*/ 632994 w 2304256"/>
                  <a:gd name="connsiteY1" fmla="*/ 97244 h 1569842"/>
                  <a:gd name="connsiteX2" fmla="*/ 1007098 w 2304256"/>
                  <a:gd name="connsiteY2" fmla="*/ 34957 h 1569842"/>
                  <a:gd name="connsiteX3" fmla="*/ 1268355 w 2304256"/>
                  <a:gd name="connsiteY3" fmla="*/ 2300 h 1569842"/>
                  <a:gd name="connsiteX4" fmla="*/ 1671262 w 2304256"/>
                  <a:gd name="connsiteY4" fmla="*/ 97244 h 1569842"/>
                  <a:gd name="connsiteX5" fmla="*/ 2304256 w 2304256"/>
                  <a:gd name="connsiteY5" fmla="*/ 730238 h 1569842"/>
                  <a:gd name="connsiteX6" fmla="*/ 2304256 w 2304256"/>
                  <a:gd name="connsiteY6" fmla="*/ 904410 h 1569842"/>
                  <a:gd name="connsiteX7" fmla="*/ 1671262 w 2304256"/>
                  <a:gd name="connsiteY7" fmla="*/ 1537404 h 1569842"/>
                  <a:gd name="connsiteX8" fmla="*/ 1170384 w 2304256"/>
                  <a:gd name="connsiteY8" fmla="*/ 1569842 h 1569842"/>
                  <a:gd name="connsiteX9" fmla="*/ 632994 w 2304256"/>
                  <a:gd name="connsiteY9" fmla="*/ 1537404 h 1569842"/>
                  <a:gd name="connsiteX10" fmla="*/ 0 w 2304256"/>
                  <a:gd name="connsiteY10" fmla="*/ 904410 h 1569842"/>
                  <a:gd name="connsiteX11" fmla="*/ 0 w 2304256"/>
                  <a:gd name="connsiteY11" fmla="*/ 730238 h 1569842"/>
                  <a:gd name="connsiteX0" fmla="*/ 0 w 2304256"/>
                  <a:gd name="connsiteY0" fmla="*/ 707656 h 1547260"/>
                  <a:gd name="connsiteX1" fmla="*/ 632994 w 2304256"/>
                  <a:gd name="connsiteY1" fmla="*/ 74662 h 1547260"/>
                  <a:gd name="connsiteX2" fmla="*/ 1007098 w 2304256"/>
                  <a:gd name="connsiteY2" fmla="*/ 12375 h 1547260"/>
                  <a:gd name="connsiteX3" fmla="*/ 1671262 w 2304256"/>
                  <a:gd name="connsiteY3" fmla="*/ 74662 h 1547260"/>
                  <a:gd name="connsiteX4" fmla="*/ 2304256 w 2304256"/>
                  <a:gd name="connsiteY4" fmla="*/ 707656 h 1547260"/>
                  <a:gd name="connsiteX5" fmla="*/ 2304256 w 2304256"/>
                  <a:gd name="connsiteY5" fmla="*/ 881828 h 1547260"/>
                  <a:gd name="connsiteX6" fmla="*/ 1671262 w 2304256"/>
                  <a:gd name="connsiteY6" fmla="*/ 1514822 h 1547260"/>
                  <a:gd name="connsiteX7" fmla="*/ 1170384 w 2304256"/>
                  <a:gd name="connsiteY7" fmla="*/ 1547260 h 1547260"/>
                  <a:gd name="connsiteX8" fmla="*/ 632994 w 2304256"/>
                  <a:gd name="connsiteY8" fmla="*/ 1514822 h 1547260"/>
                  <a:gd name="connsiteX9" fmla="*/ 0 w 2304256"/>
                  <a:gd name="connsiteY9" fmla="*/ 881828 h 1547260"/>
                  <a:gd name="connsiteX10" fmla="*/ 0 w 2304256"/>
                  <a:gd name="connsiteY10" fmla="*/ 707656 h 1547260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695051 h 1534655"/>
                  <a:gd name="connsiteX1" fmla="*/ 632994 w 2304256"/>
                  <a:gd name="connsiteY1" fmla="*/ 62057 h 1534655"/>
                  <a:gd name="connsiteX2" fmla="*/ 1431641 w 2304256"/>
                  <a:gd name="connsiteY2" fmla="*/ 32428 h 1534655"/>
                  <a:gd name="connsiteX3" fmla="*/ 1671262 w 2304256"/>
                  <a:gd name="connsiteY3" fmla="*/ 62057 h 1534655"/>
                  <a:gd name="connsiteX4" fmla="*/ 2304256 w 2304256"/>
                  <a:gd name="connsiteY4" fmla="*/ 695051 h 1534655"/>
                  <a:gd name="connsiteX5" fmla="*/ 2304256 w 2304256"/>
                  <a:gd name="connsiteY5" fmla="*/ 869223 h 1534655"/>
                  <a:gd name="connsiteX6" fmla="*/ 1671262 w 2304256"/>
                  <a:gd name="connsiteY6" fmla="*/ 1502217 h 1534655"/>
                  <a:gd name="connsiteX7" fmla="*/ 1170384 w 2304256"/>
                  <a:gd name="connsiteY7" fmla="*/ 1534655 h 1534655"/>
                  <a:gd name="connsiteX8" fmla="*/ 632994 w 2304256"/>
                  <a:gd name="connsiteY8" fmla="*/ 1502217 h 1534655"/>
                  <a:gd name="connsiteX9" fmla="*/ 0 w 2304256"/>
                  <a:gd name="connsiteY9" fmla="*/ 869223 h 1534655"/>
                  <a:gd name="connsiteX10" fmla="*/ 0 w 2304256"/>
                  <a:gd name="connsiteY10" fmla="*/ 695051 h 1534655"/>
                  <a:gd name="connsiteX0" fmla="*/ 0 w 2304256"/>
                  <a:gd name="connsiteY0" fmla="*/ 705322 h 1544926"/>
                  <a:gd name="connsiteX1" fmla="*/ 632994 w 2304256"/>
                  <a:gd name="connsiteY1" fmla="*/ 72328 h 1544926"/>
                  <a:gd name="connsiteX2" fmla="*/ 1431641 w 2304256"/>
                  <a:gd name="connsiteY2" fmla="*/ 42699 h 1544926"/>
                  <a:gd name="connsiteX3" fmla="*/ 1671262 w 2304256"/>
                  <a:gd name="connsiteY3" fmla="*/ 72328 h 1544926"/>
                  <a:gd name="connsiteX4" fmla="*/ 2304256 w 2304256"/>
                  <a:gd name="connsiteY4" fmla="*/ 705322 h 1544926"/>
                  <a:gd name="connsiteX5" fmla="*/ 2304256 w 2304256"/>
                  <a:gd name="connsiteY5" fmla="*/ 879494 h 1544926"/>
                  <a:gd name="connsiteX6" fmla="*/ 1671262 w 2304256"/>
                  <a:gd name="connsiteY6" fmla="*/ 1512488 h 1544926"/>
                  <a:gd name="connsiteX7" fmla="*/ 1170384 w 2304256"/>
                  <a:gd name="connsiteY7" fmla="*/ 1544926 h 1544926"/>
                  <a:gd name="connsiteX8" fmla="*/ 632994 w 2304256"/>
                  <a:gd name="connsiteY8" fmla="*/ 1512488 h 1544926"/>
                  <a:gd name="connsiteX9" fmla="*/ 0 w 2304256"/>
                  <a:gd name="connsiteY9" fmla="*/ 879494 h 1544926"/>
                  <a:gd name="connsiteX10" fmla="*/ 0 w 2304256"/>
                  <a:gd name="connsiteY10" fmla="*/ 705322 h 1544926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632994 h 1472598"/>
                  <a:gd name="connsiteX1" fmla="*/ 632994 w 2304256"/>
                  <a:gd name="connsiteY1" fmla="*/ 0 h 1472598"/>
                  <a:gd name="connsiteX2" fmla="*/ 1671262 w 2304256"/>
                  <a:gd name="connsiteY2" fmla="*/ 0 h 1472598"/>
                  <a:gd name="connsiteX3" fmla="*/ 2304256 w 2304256"/>
                  <a:gd name="connsiteY3" fmla="*/ 632994 h 1472598"/>
                  <a:gd name="connsiteX4" fmla="*/ 2304256 w 2304256"/>
                  <a:gd name="connsiteY4" fmla="*/ 807166 h 1472598"/>
                  <a:gd name="connsiteX5" fmla="*/ 1671262 w 2304256"/>
                  <a:gd name="connsiteY5" fmla="*/ 1440160 h 1472598"/>
                  <a:gd name="connsiteX6" fmla="*/ 1170384 w 2304256"/>
                  <a:gd name="connsiteY6" fmla="*/ 1472598 h 1472598"/>
                  <a:gd name="connsiteX7" fmla="*/ 632994 w 2304256"/>
                  <a:gd name="connsiteY7" fmla="*/ 1440160 h 1472598"/>
                  <a:gd name="connsiteX8" fmla="*/ 0 w 2304256"/>
                  <a:gd name="connsiteY8" fmla="*/ 807166 h 1472598"/>
                  <a:gd name="connsiteX9" fmla="*/ 0 w 2304256"/>
                  <a:gd name="connsiteY9" fmla="*/ 632994 h 1472598"/>
                  <a:gd name="connsiteX0" fmla="*/ 0 w 2304256"/>
                  <a:gd name="connsiteY0" fmla="*/ 704187 h 1543791"/>
                  <a:gd name="connsiteX1" fmla="*/ 632994 w 2304256"/>
                  <a:gd name="connsiteY1" fmla="*/ 71193 h 1543791"/>
                  <a:gd name="connsiteX2" fmla="*/ 1671262 w 2304256"/>
                  <a:gd name="connsiteY2" fmla="*/ 71193 h 1543791"/>
                  <a:gd name="connsiteX3" fmla="*/ 2304256 w 2304256"/>
                  <a:gd name="connsiteY3" fmla="*/ 704187 h 1543791"/>
                  <a:gd name="connsiteX4" fmla="*/ 2304256 w 2304256"/>
                  <a:gd name="connsiteY4" fmla="*/ 878359 h 1543791"/>
                  <a:gd name="connsiteX5" fmla="*/ 1671262 w 2304256"/>
                  <a:gd name="connsiteY5" fmla="*/ 1511353 h 1543791"/>
                  <a:gd name="connsiteX6" fmla="*/ 1170384 w 2304256"/>
                  <a:gd name="connsiteY6" fmla="*/ 1543791 h 1543791"/>
                  <a:gd name="connsiteX7" fmla="*/ 632994 w 2304256"/>
                  <a:gd name="connsiteY7" fmla="*/ 1511353 h 1543791"/>
                  <a:gd name="connsiteX8" fmla="*/ 0 w 2304256"/>
                  <a:gd name="connsiteY8" fmla="*/ 878359 h 1543791"/>
                  <a:gd name="connsiteX9" fmla="*/ 0 w 2304256"/>
                  <a:gd name="connsiteY9" fmla="*/ 704187 h 1543791"/>
                  <a:gd name="connsiteX0" fmla="*/ 0 w 2304256"/>
                  <a:gd name="connsiteY0" fmla="*/ 704187 h 1543791"/>
                  <a:gd name="connsiteX1" fmla="*/ 632994 w 2304256"/>
                  <a:gd name="connsiteY1" fmla="*/ 71193 h 1543791"/>
                  <a:gd name="connsiteX2" fmla="*/ 1671262 w 2304256"/>
                  <a:gd name="connsiteY2" fmla="*/ 71193 h 1543791"/>
                  <a:gd name="connsiteX3" fmla="*/ 2304256 w 2304256"/>
                  <a:gd name="connsiteY3" fmla="*/ 704187 h 1543791"/>
                  <a:gd name="connsiteX4" fmla="*/ 2304256 w 2304256"/>
                  <a:gd name="connsiteY4" fmla="*/ 878359 h 1543791"/>
                  <a:gd name="connsiteX5" fmla="*/ 1671262 w 2304256"/>
                  <a:gd name="connsiteY5" fmla="*/ 1511353 h 1543791"/>
                  <a:gd name="connsiteX6" fmla="*/ 1170384 w 2304256"/>
                  <a:gd name="connsiteY6" fmla="*/ 1543791 h 1543791"/>
                  <a:gd name="connsiteX7" fmla="*/ 632994 w 2304256"/>
                  <a:gd name="connsiteY7" fmla="*/ 1511353 h 1543791"/>
                  <a:gd name="connsiteX8" fmla="*/ 0 w 2304256"/>
                  <a:gd name="connsiteY8" fmla="*/ 878359 h 1543791"/>
                  <a:gd name="connsiteX9" fmla="*/ 0 w 2304256"/>
                  <a:gd name="connsiteY9" fmla="*/ 704187 h 1543791"/>
                  <a:gd name="connsiteX0" fmla="*/ 0 w 2304256"/>
                  <a:gd name="connsiteY0" fmla="*/ 704187 h 1543791"/>
                  <a:gd name="connsiteX1" fmla="*/ 632994 w 2304256"/>
                  <a:gd name="connsiteY1" fmla="*/ 71193 h 1543791"/>
                  <a:gd name="connsiteX2" fmla="*/ 1671262 w 2304256"/>
                  <a:gd name="connsiteY2" fmla="*/ 71193 h 1543791"/>
                  <a:gd name="connsiteX3" fmla="*/ 2304256 w 2304256"/>
                  <a:gd name="connsiteY3" fmla="*/ 704187 h 1543791"/>
                  <a:gd name="connsiteX4" fmla="*/ 2304256 w 2304256"/>
                  <a:gd name="connsiteY4" fmla="*/ 878359 h 1543791"/>
                  <a:gd name="connsiteX5" fmla="*/ 1671262 w 2304256"/>
                  <a:gd name="connsiteY5" fmla="*/ 1511353 h 1543791"/>
                  <a:gd name="connsiteX6" fmla="*/ 1170384 w 2304256"/>
                  <a:gd name="connsiteY6" fmla="*/ 1543791 h 1543791"/>
                  <a:gd name="connsiteX7" fmla="*/ 632994 w 2304256"/>
                  <a:gd name="connsiteY7" fmla="*/ 1511353 h 1543791"/>
                  <a:gd name="connsiteX8" fmla="*/ 0 w 2304256"/>
                  <a:gd name="connsiteY8" fmla="*/ 878359 h 1543791"/>
                  <a:gd name="connsiteX9" fmla="*/ 0 w 2304256"/>
                  <a:gd name="connsiteY9" fmla="*/ 704187 h 1543791"/>
                  <a:gd name="connsiteX0" fmla="*/ 0 w 2304256"/>
                  <a:gd name="connsiteY0" fmla="*/ 742300 h 1581904"/>
                  <a:gd name="connsiteX1" fmla="*/ 665651 w 2304256"/>
                  <a:gd name="connsiteY1" fmla="*/ 43992 h 1581904"/>
                  <a:gd name="connsiteX2" fmla="*/ 1671262 w 2304256"/>
                  <a:gd name="connsiteY2" fmla="*/ 109306 h 1581904"/>
                  <a:gd name="connsiteX3" fmla="*/ 2304256 w 2304256"/>
                  <a:gd name="connsiteY3" fmla="*/ 742300 h 1581904"/>
                  <a:gd name="connsiteX4" fmla="*/ 2304256 w 2304256"/>
                  <a:gd name="connsiteY4" fmla="*/ 916472 h 1581904"/>
                  <a:gd name="connsiteX5" fmla="*/ 1671262 w 2304256"/>
                  <a:gd name="connsiteY5" fmla="*/ 1549466 h 1581904"/>
                  <a:gd name="connsiteX6" fmla="*/ 1170384 w 2304256"/>
                  <a:gd name="connsiteY6" fmla="*/ 1581904 h 1581904"/>
                  <a:gd name="connsiteX7" fmla="*/ 632994 w 2304256"/>
                  <a:gd name="connsiteY7" fmla="*/ 1549466 h 1581904"/>
                  <a:gd name="connsiteX8" fmla="*/ 0 w 2304256"/>
                  <a:gd name="connsiteY8" fmla="*/ 916472 h 1581904"/>
                  <a:gd name="connsiteX9" fmla="*/ 0 w 2304256"/>
                  <a:gd name="connsiteY9" fmla="*/ 742300 h 1581904"/>
                  <a:gd name="connsiteX0" fmla="*/ 0 w 2304256"/>
                  <a:gd name="connsiteY0" fmla="*/ 721222 h 1560826"/>
                  <a:gd name="connsiteX1" fmla="*/ 622109 w 2304256"/>
                  <a:gd name="connsiteY1" fmla="*/ 55571 h 1560826"/>
                  <a:gd name="connsiteX2" fmla="*/ 1671262 w 2304256"/>
                  <a:gd name="connsiteY2" fmla="*/ 88228 h 1560826"/>
                  <a:gd name="connsiteX3" fmla="*/ 2304256 w 2304256"/>
                  <a:gd name="connsiteY3" fmla="*/ 721222 h 1560826"/>
                  <a:gd name="connsiteX4" fmla="*/ 2304256 w 2304256"/>
                  <a:gd name="connsiteY4" fmla="*/ 895394 h 1560826"/>
                  <a:gd name="connsiteX5" fmla="*/ 1671262 w 2304256"/>
                  <a:gd name="connsiteY5" fmla="*/ 1528388 h 1560826"/>
                  <a:gd name="connsiteX6" fmla="*/ 1170384 w 2304256"/>
                  <a:gd name="connsiteY6" fmla="*/ 1560826 h 1560826"/>
                  <a:gd name="connsiteX7" fmla="*/ 632994 w 2304256"/>
                  <a:gd name="connsiteY7" fmla="*/ 1528388 h 1560826"/>
                  <a:gd name="connsiteX8" fmla="*/ 0 w 2304256"/>
                  <a:gd name="connsiteY8" fmla="*/ 895394 h 1560826"/>
                  <a:gd name="connsiteX9" fmla="*/ 0 w 2304256"/>
                  <a:gd name="connsiteY9" fmla="*/ 721222 h 1560826"/>
                  <a:gd name="connsiteX0" fmla="*/ 0 w 2304256"/>
                  <a:gd name="connsiteY0" fmla="*/ 708108 h 1547712"/>
                  <a:gd name="connsiteX1" fmla="*/ 622109 w 2304256"/>
                  <a:gd name="connsiteY1" fmla="*/ 42457 h 1547712"/>
                  <a:gd name="connsiteX2" fmla="*/ 1671262 w 2304256"/>
                  <a:gd name="connsiteY2" fmla="*/ 75114 h 1547712"/>
                  <a:gd name="connsiteX3" fmla="*/ 2304256 w 2304256"/>
                  <a:gd name="connsiteY3" fmla="*/ 708108 h 1547712"/>
                  <a:gd name="connsiteX4" fmla="*/ 2304256 w 2304256"/>
                  <a:gd name="connsiteY4" fmla="*/ 882280 h 1547712"/>
                  <a:gd name="connsiteX5" fmla="*/ 1671262 w 2304256"/>
                  <a:gd name="connsiteY5" fmla="*/ 1515274 h 1547712"/>
                  <a:gd name="connsiteX6" fmla="*/ 1170384 w 2304256"/>
                  <a:gd name="connsiteY6" fmla="*/ 1547712 h 1547712"/>
                  <a:gd name="connsiteX7" fmla="*/ 632994 w 2304256"/>
                  <a:gd name="connsiteY7" fmla="*/ 1515274 h 1547712"/>
                  <a:gd name="connsiteX8" fmla="*/ 0 w 2304256"/>
                  <a:gd name="connsiteY8" fmla="*/ 882280 h 1547712"/>
                  <a:gd name="connsiteX9" fmla="*/ 0 w 2304256"/>
                  <a:gd name="connsiteY9" fmla="*/ 708108 h 1547712"/>
                  <a:gd name="connsiteX0" fmla="*/ 0 w 2304256"/>
                  <a:gd name="connsiteY0" fmla="*/ 719542 h 1559146"/>
                  <a:gd name="connsiteX1" fmla="*/ 622109 w 2304256"/>
                  <a:gd name="connsiteY1" fmla="*/ 53891 h 1559146"/>
                  <a:gd name="connsiteX2" fmla="*/ 1714805 w 2304256"/>
                  <a:gd name="connsiteY2" fmla="*/ 64776 h 1559146"/>
                  <a:gd name="connsiteX3" fmla="*/ 2304256 w 2304256"/>
                  <a:gd name="connsiteY3" fmla="*/ 719542 h 1559146"/>
                  <a:gd name="connsiteX4" fmla="*/ 2304256 w 2304256"/>
                  <a:gd name="connsiteY4" fmla="*/ 893714 h 1559146"/>
                  <a:gd name="connsiteX5" fmla="*/ 1671262 w 2304256"/>
                  <a:gd name="connsiteY5" fmla="*/ 1526708 h 1559146"/>
                  <a:gd name="connsiteX6" fmla="*/ 1170384 w 2304256"/>
                  <a:gd name="connsiteY6" fmla="*/ 1559146 h 1559146"/>
                  <a:gd name="connsiteX7" fmla="*/ 632994 w 2304256"/>
                  <a:gd name="connsiteY7" fmla="*/ 1526708 h 1559146"/>
                  <a:gd name="connsiteX8" fmla="*/ 0 w 2304256"/>
                  <a:gd name="connsiteY8" fmla="*/ 893714 h 1559146"/>
                  <a:gd name="connsiteX9" fmla="*/ 0 w 2304256"/>
                  <a:gd name="connsiteY9" fmla="*/ 719542 h 1559146"/>
                  <a:gd name="connsiteX0" fmla="*/ 0 w 2304256"/>
                  <a:gd name="connsiteY0" fmla="*/ 706676 h 1546280"/>
                  <a:gd name="connsiteX1" fmla="*/ 622109 w 2304256"/>
                  <a:gd name="connsiteY1" fmla="*/ 41025 h 1546280"/>
                  <a:gd name="connsiteX2" fmla="*/ 1714805 w 2304256"/>
                  <a:gd name="connsiteY2" fmla="*/ 51910 h 1546280"/>
                  <a:gd name="connsiteX3" fmla="*/ 2304256 w 2304256"/>
                  <a:gd name="connsiteY3" fmla="*/ 706676 h 1546280"/>
                  <a:gd name="connsiteX4" fmla="*/ 2304256 w 2304256"/>
                  <a:gd name="connsiteY4" fmla="*/ 880848 h 1546280"/>
                  <a:gd name="connsiteX5" fmla="*/ 1671262 w 2304256"/>
                  <a:gd name="connsiteY5" fmla="*/ 1513842 h 1546280"/>
                  <a:gd name="connsiteX6" fmla="*/ 1170384 w 2304256"/>
                  <a:gd name="connsiteY6" fmla="*/ 1546280 h 1546280"/>
                  <a:gd name="connsiteX7" fmla="*/ 632994 w 2304256"/>
                  <a:gd name="connsiteY7" fmla="*/ 1513842 h 1546280"/>
                  <a:gd name="connsiteX8" fmla="*/ 0 w 2304256"/>
                  <a:gd name="connsiteY8" fmla="*/ 880848 h 1546280"/>
                  <a:gd name="connsiteX9" fmla="*/ 0 w 2304256"/>
                  <a:gd name="connsiteY9" fmla="*/ 706676 h 1546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04256" h="1546280">
                    <a:moveTo>
                      <a:pt x="0" y="706676"/>
                    </a:moveTo>
                    <a:cubicBezTo>
                      <a:pt x="0" y="357083"/>
                      <a:pt x="337831" y="51911"/>
                      <a:pt x="622109" y="41025"/>
                    </a:cubicBezTo>
                    <a:cubicBezTo>
                      <a:pt x="965968" y="-10046"/>
                      <a:pt x="1425375" y="-20931"/>
                      <a:pt x="1714805" y="51910"/>
                    </a:cubicBezTo>
                    <a:cubicBezTo>
                      <a:pt x="2075284" y="128110"/>
                      <a:pt x="2304256" y="357083"/>
                      <a:pt x="2304256" y="706676"/>
                    </a:cubicBezTo>
                    <a:lnTo>
                      <a:pt x="2304256" y="880848"/>
                    </a:lnTo>
                    <a:cubicBezTo>
                      <a:pt x="2304256" y="1230441"/>
                      <a:pt x="2053512" y="1448528"/>
                      <a:pt x="1671262" y="1513842"/>
                    </a:cubicBezTo>
                    <a:cubicBezTo>
                      <a:pt x="1504303" y="1513769"/>
                      <a:pt x="1337343" y="1546353"/>
                      <a:pt x="1170384" y="1546280"/>
                    </a:cubicBezTo>
                    <a:lnTo>
                      <a:pt x="632994" y="1513842"/>
                    </a:lnTo>
                    <a:cubicBezTo>
                      <a:pt x="283401" y="1448528"/>
                      <a:pt x="0" y="1230441"/>
                      <a:pt x="0" y="880848"/>
                    </a:cubicBezTo>
                    <a:lnTo>
                      <a:pt x="0" y="70667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3347864" y="1441985"/>
                <a:ext cx="432048" cy="50405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755576" y="1441985"/>
                <a:ext cx="432048" cy="50405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907704" y="2882145"/>
                <a:ext cx="165600" cy="3824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2483768" y="2882145"/>
                <a:ext cx="165600" cy="38240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梯形 39"/>
              <p:cNvSpPr/>
              <p:nvPr/>
            </p:nvSpPr>
            <p:spPr>
              <a:xfrm>
                <a:off x="1907704" y="3242185"/>
                <a:ext cx="1656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梯形 40"/>
              <p:cNvSpPr/>
              <p:nvPr/>
            </p:nvSpPr>
            <p:spPr>
              <a:xfrm>
                <a:off x="2483784" y="3242185"/>
                <a:ext cx="165600" cy="72008"/>
              </a:xfrm>
              <a:prstGeom prst="trapezoid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圆角矩形 20"/>
              <p:cNvSpPr/>
              <p:nvPr/>
            </p:nvSpPr>
            <p:spPr>
              <a:xfrm>
                <a:off x="1304205" y="987574"/>
                <a:ext cx="1899643" cy="841271"/>
              </a:xfrm>
              <a:custGeom>
                <a:avLst/>
                <a:gdLst>
                  <a:gd name="connsiteX0" fmla="*/ 0 w 1548172"/>
                  <a:gd name="connsiteY0" fmla="*/ 282184 h 648072"/>
                  <a:gd name="connsiteX1" fmla="*/ 282184 w 1548172"/>
                  <a:gd name="connsiteY1" fmla="*/ 0 h 648072"/>
                  <a:gd name="connsiteX2" fmla="*/ 1265988 w 1548172"/>
                  <a:gd name="connsiteY2" fmla="*/ 0 h 648072"/>
                  <a:gd name="connsiteX3" fmla="*/ 1548172 w 1548172"/>
                  <a:gd name="connsiteY3" fmla="*/ 282184 h 648072"/>
                  <a:gd name="connsiteX4" fmla="*/ 1548172 w 1548172"/>
                  <a:gd name="connsiteY4" fmla="*/ 365888 h 648072"/>
                  <a:gd name="connsiteX5" fmla="*/ 1265988 w 1548172"/>
                  <a:gd name="connsiteY5" fmla="*/ 648072 h 648072"/>
                  <a:gd name="connsiteX6" fmla="*/ 282184 w 1548172"/>
                  <a:gd name="connsiteY6" fmla="*/ 648072 h 648072"/>
                  <a:gd name="connsiteX7" fmla="*/ 0 w 1548172"/>
                  <a:gd name="connsiteY7" fmla="*/ 365888 h 648072"/>
                  <a:gd name="connsiteX8" fmla="*/ 0 w 1548172"/>
                  <a:gd name="connsiteY8" fmla="*/ 282184 h 648072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65988 w 1548172"/>
                  <a:gd name="connsiteY3" fmla="*/ 47211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65988 w 1548172"/>
                  <a:gd name="connsiteY3" fmla="*/ 47211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65988 w 1548172"/>
                  <a:gd name="connsiteY3" fmla="*/ 47358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65988 w 1548172"/>
                  <a:gd name="connsiteY3" fmla="*/ 47358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542 h 695430"/>
                  <a:gd name="connsiteX1" fmla="*/ 282184 w 1548172"/>
                  <a:gd name="connsiteY1" fmla="*/ 47358 h 695430"/>
                  <a:gd name="connsiteX2" fmla="*/ 762609 w 1548172"/>
                  <a:gd name="connsiteY2" fmla="*/ 147 h 695430"/>
                  <a:gd name="connsiteX3" fmla="*/ 1246799 w 1548172"/>
                  <a:gd name="connsiteY3" fmla="*/ 42696 h 695430"/>
                  <a:gd name="connsiteX4" fmla="*/ 1548172 w 1548172"/>
                  <a:gd name="connsiteY4" fmla="*/ 329542 h 695430"/>
                  <a:gd name="connsiteX5" fmla="*/ 1548172 w 1548172"/>
                  <a:gd name="connsiteY5" fmla="*/ 413246 h 695430"/>
                  <a:gd name="connsiteX6" fmla="*/ 1265988 w 1548172"/>
                  <a:gd name="connsiteY6" fmla="*/ 695430 h 695430"/>
                  <a:gd name="connsiteX7" fmla="*/ 282184 w 1548172"/>
                  <a:gd name="connsiteY7" fmla="*/ 695430 h 695430"/>
                  <a:gd name="connsiteX8" fmla="*/ 0 w 1548172"/>
                  <a:gd name="connsiteY8" fmla="*/ 413246 h 695430"/>
                  <a:gd name="connsiteX9" fmla="*/ 0 w 1548172"/>
                  <a:gd name="connsiteY9" fmla="*/ 329542 h 695430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46799 w 1548172"/>
                  <a:gd name="connsiteY3" fmla="*/ 42549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29395 h 695283"/>
                  <a:gd name="connsiteX1" fmla="*/ 282184 w 1548172"/>
                  <a:gd name="connsiteY1" fmla="*/ 47211 h 695283"/>
                  <a:gd name="connsiteX2" fmla="*/ 762609 w 1548172"/>
                  <a:gd name="connsiteY2" fmla="*/ 0 h 695283"/>
                  <a:gd name="connsiteX3" fmla="*/ 1246799 w 1548172"/>
                  <a:gd name="connsiteY3" fmla="*/ 42549 h 695283"/>
                  <a:gd name="connsiteX4" fmla="*/ 1548172 w 1548172"/>
                  <a:gd name="connsiteY4" fmla="*/ 329395 h 695283"/>
                  <a:gd name="connsiteX5" fmla="*/ 1548172 w 1548172"/>
                  <a:gd name="connsiteY5" fmla="*/ 413099 h 695283"/>
                  <a:gd name="connsiteX6" fmla="*/ 1265988 w 1548172"/>
                  <a:gd name="connsiteY6" fmla="*/ 695283 h 695283"/>
                  <a:gd name="connsiteX7" fmla="*/ 282184 w 1548172"/>
                  <a:gd name="connsiteY7" fmla="*/ 695283 h 695283"/>
                  <a:gd name="connsiteX8" fmla="*/ 0 w 1548172"/>
                  <a:gd name="connsiteY8" fmla="*/ 413099 h 695283"/>
                  <a:gd name="connsiteX9" fmla="*/ 0 w 1548172"/>
                  <a:gd name="connsiteY9" fmla="*/ 329395 h 695283"/>
                  <a:gd name="connsiteX0" fmla="*/ 0 w 1548172"/>
                  <a:gd name="connsiteY0" fmla="*/ 330009 h 695897"/>
                  <a:gd name="connsiteX1" fmla="*/ 307769 w 1548172"/>
                  <a:gd name="connsiteY1" fmla="*/ 29174 h 695897"/>
                  <a:gd name="connsiteX2" fmla="*/ 762609 w 1548172"/>
                  <a:gd name="connsiteY2" fmla="*/ 614 h 695897"/>
                  <a:gd name="connsiteX3" fmla="*/ 1246799 w 1548172"/>
                  <a:gd name="connsiteY3" fmla="*/ 43163 h 695897"/>
                  <a:gd name="connsiteX4" fmla="*/ 1548172 w 1548172"/>
                  <a:gd name="connsiteY4" fmla="*/ 330009 h 695897"/>
                  <a:gd name="connsiteX5" fmla="*/ 1548172 w 1548172"/>
                  <a:gd name="connsiteY5" fmla="*/ 413713 h 695897"/>
                  <a:gd name="connsiteX6" fmla="*/ 1265988 w 1548172"/>
                  <a:gd name="connsiteY6" fmla="*/ 695897 h 695897"/>
                  <a:gd name="connsiteX7" fmla="*/ 282184 w 1548172"/>
                  <a:gd name="connsiteY7" fmla="*/ 695897 h 695897"/>
                  <a:gd name="connsiteX8" fmla="*/ 0 w 1548172"/>
                  <a:gd name="connsiteY8" fmla="*/ 413713 h 695897"/>
                  <a:gd name="connsiteX9" fmla="*/ 0 w 1548172"/>
                  <a:gd name="connsiteY9" fmla="*/ 330009 h 695897"/>
                  <a:gd name="connsiteX0" fmla="*/ 18003 w 1566175"/>
                  <a:gd name="connsiteY0" fmla="*/ 330009 h 703170"/>
                  <a:gd name="connsiteX1" fmla="*/ 325772 w 1566175"/>
                  <a:gd name="connsiteY1" fmla="*/ 29174 h 703170"/>
                  <a:gd name="connsiteX2" fmla="*/ 780612 w 1566175"/>
                  <a:gd name="connsiteY2" fmla="*/ 614 h 703170"/>
                  <a:gd name="connsiteX3" fmla="*/ 1264802 w 1566175"/>
                  <a:gd name="connsiteY3" fmla="*/ 43163 h 703170"/>
                  <a:gd name="connsiteX4" fmla="*/ 1566175 w 1566175"/>
                  <a:gd name="connsiteY4" fmla="*/ 330009 h 703170"/>
                  <a:gd name="connsiteX5" fmla="*/ 1566175 w 1566175"/>
                  <a:gd name="connsiteY5" fmla="*/ 413713 h 703170"/>
                  <a:gd name="connsiteX6" fmla="*/ 1283991 w 1566175"/>
                  <a:gd name="connsiteY6" fmla="*/ 695897 h 703170"/>
                  <a:gd name="connsiteX7" fmla="*/ 300187 w 1566175"/>
                  <a:gd name="connsiteY7" fmla="*/ 695897 h 703170"/>
                  <a:gd name="connsiteX8" fmla="*/ 0 w 1566175"/>
                  <a:gd name="connsiteY8" fmla="*/ 597706 h 703170"/>
                  <a:gd name="connsiteX9" fmla="*/ 18003 w 1566175"/>
                  <a:gd name="connsiteY9" fmla="*/ 330009 h 703170"/>
                  <a:gd name="connsiteX0" fmla="*/ 18003 w 1584178"/>
                  <a:gd name="connsiteY0" fmla="*/ 330009 h 713073"/>
                  <a:gd name="connsiteX1" fmla="*/ 325772 w 1584178"/>
                  <a:gd name="connsiteY1" fmla="*/ 29174 h 713073"/>
                  <a:gd name="connsiteX2" fmla="*/ 780612 w 1584178"/>
                  <a:gd name="connsiteY2" fmla="*/ 614 h 713073"/>
                  <a:gd name="connsiteX3" fmla="*/ 1264802 w 1584178"/>
                  <a:gd name="connsiteY3" fmla="*/ 43163 h 713073"/>
                  <a:gd name="connsiteX4" fmla="*/ 1566175 w 1584178"/>
                  <a:gd name="connsiteY4" fmla="*/ 330009 h 713073"/>
                  <a:gd name="connsiteX5" fmla="*/ 1584178 w 1584178"/>
                  <a:gd name="connsiteY5" fmla="*/ 524108 h 713073"/>
                  <a:gd name="connsiteX6" fmla="*/ 1283991 w 1584178"/>
                  <a:gd name="connsiteY6" fmla="*/ 695897 h 713073"/>
                  <a:gd name="connsiteX7" fmla="*/ 300187 w 1584178"/>
                  <a:gd name="connsiteY7" fmla="*/ 695897 h 713073"/>
                  <a:gd name="connsiteX8" fmla="*/ 0 w 1584178"/>
                  <a:gd name="connsiteY8" fmla="*/ 597706 h 713073"/>
                  <a:gd name="connsiteX9" fmla="*/ 18003 w 1584178"/>
                  <a:gd name="connsiteY9" fmla="*/ 330009 h 713073"/>
                  <a:gd name="connsiteX0" fmla="*/ 9001 w 1575176"/>
                  <a:gd name="connsiteY0" fmla="*/ 330009 h 716799"/>
                  <a:gd name="connsiteX1" fmla="*/ 316770 w 1575176"/>
                  <a:gd name="connsiteY1" fmla="*/ 29174 h 716799"/>
                  <a:gd name="connsiteX2" fmla="*/ 771610 w 1575176"/>
                  <a:gd name="connsiteY2" fmla="*/ 614 h 716799"/>
                  <a:gd name="connsiteX3" fmla="*/ 1255800 w 1575176"/>
                  <a:gd name="connsiteY3" fmla="*/ 43163 h 716799"/>
                  <a:gd name="connsiteX4" fmla="*/ 1557173 w 1575176"/>
                  <a:gd name="connsiteY4" fmla="*/ 330009 h 716799"/>
                  <a:gd name="connsiteX5" fmla="*/ 1575176 w 1575176"/>
                  <a:gd name="connsiteY5" fmla="*/ 524108 h 716799"/>
                  <a:gd name="connsiteX6" fmla="*/ 1274989 w 1575176"/>
                  <a:gd name="connsiteY6" fmla="*/ 695897 h 716799"/>
                  <a:gd name="connsiteX7" fmla="*/ 291185 w 1575176"/>
                  <a:gd name="connsiteY7" fmla="*/ 695897 h 716799"/>
                  <a:gd name="connsiteX8" fmla="*/ 0 w 1575176"/>
                  <a:gd name="connsiteY8" fmla="*/ 533308 h 716799"/>
                  <a:gd name="connsiteX9" fmla="*/ 9001 w 1575176"/>
                  <a:gd name="connsiteY9" fmla="*/ 330009 h 716799"/>
                  <a:gd name="connsiteX0" fmla="*/ 9001 w 1575176"/>
                  <a:gd name="connsiteY0" fmla="*/ 330009 h 713073"/>
                  <a:gd name="connsiteX1" fmla="*/ 316770 w 1575176"/>
                  <a:gd name="connsiteY1" fmla="*/ 29174 h 713073"/>
                  <a:gd name="connsiteX2" fmla="*/ 771610 w 1575176"/>
                  <a:gd name="connsiteY2" fmla="*/ 614 h 713073"/>
                  <a:gd name="connsiteX3" fmla="*/ 1255800 w 1575176"/>
                  <a:gd name="connsiteY3" fmla="*/ 43163 h 713073"/>
                  <a:gd name="connsiteX4" fmla="*/ 1557173 w 1575176"/>
                  <a:gd name="connsiteY4" fmla="*/ 330009 h 713073"/>
                  <a:gd name="connsiteX5" fmla="*/ 1575176 w 1575176"/>
                  <a:gd name="connsiteY5" fmla="*/ 524108 h 713073"/>
                  <a:gd name="connsiteX6" fmla="*/ 1274989 w 1575176"/>
                  <a:gd name="connsiteY6" fmla="*/ 695897 h 713073"/>
                  <a:gd name="connsiteX7" fmla="*/ 291185 w 1575176"/>
                  <a:gd name="connsiteY7" fmla="*/ 695897 h 713073"/>
                  <a:gd name="connsiteX8" fmla="*/ 0 w 1575176"/>
                  <a:gd name="connsiteY8" fmla="*/ 597706 h 713073"/>
                  <a:gd name="connsiteX9" fmla="*/ 9001 w 1575176"/>
                  <a:gd name="connsiteY9" fmla="*/ 330009 h 713073"/>
                  <a:gd name="connsiteX0" fmla="*/ 9001 w 1557173"/>
                  <a:gd name="connsiteY0" fmla="*/ 330009 h 708752"/>
                  <a:gd name="connsiteX1" fmla="*/ 316770 w 1557173"/>
                  <a:gd name="connsiteY1" fmla="*/ 29174 h 708752"/>
                  <a:gd name="connsiteX2" fmla="*/ 771610 w 1557173"/>
                  <a:gd name="connsiteY2" fmla="*/ 614 h 708752"/>
                  <a:gd name="connsiteX3" fmla="*/ 1255800 w 1557173"/>
                  <a:gd name="connsiteY3" fmla="*/ 43163 h 708752"/>
                  <a:gd name="connsiteX4" fmla="*/ 1557173 w 1557173"/>
                  <a:gd name="connsiteY4" fmla="*/ 330009 h 708752"/>
                  <a:gd name="connsiteX5" fmla="*/ 1530167 w 1557173"/>
                  <a:gd name="connsiteY5" fmla="*/ 588506 h 708752"/>
                  <a:gd name="connsiteX6" fmla="*/ 1274989 w 1557173"/>
                  <a:gd name="connsiteY6" fmla="*/ 695897 h 708752"/>
                  <a:gd name="connsiteX7" fmla="*/ 291185 w 1557173"/>
                  <a:gd name="connsiteY7" fmla="*/ 695897 h 708752"/>
                  <a:gd name="connsiteX8" fmla="*/ 0 w 1557173"/>
                  <a:gd name="connsiteY8" fmla="*/ 597706 h 708752"/>
                  <a:gd name="connsiteX9" fmla="*/ 9001 w 1557173"/>
                  <a:gd name="connsiteY9" fmla="*/ 330009 h 708752"/>
                  <a:gd name="connsiteX0" fmla="*/ 9001 w 1575176"/>
                  <a:gd name="connsiteY0" fmla="*/ 330009 h 708752"/>
                  <a:gd name="connsiteX1" fmla="*/ 316770 w 1575176"/>
                  <a:gd name="connsiteY1" fmla="*/ 29174 h 708752"/>
                  <a:gd name="connsiteX2" fmla="*/ 771610 w 1575176"/>
                  <a:gd name="connsiteY2" fmla="*/ 614 h 708752"/>
                  <a:gd name="connsiteX3" fmla="*/ 1255800 w 1575176"/>
                  <a:gd name="connsiteY3" fmla="*/ 43163 h 708752"/>
                  <a:gd name="connsiteX4" fmla="*/ 1557173 w 1575176"/>
                  <a:gd name="connsiteY4" fmla="*/ 330009 h 708752"/>
                  <a:gd name="connsiteX5" fmla="*/ 1575176 w 1575176"/>
                  <a:gd name="connsiteY5" fmla="*/ 588506 h 708752"/>
                  <a:gd name="connsiteX6" fmla="*/ 1274989 w 1575176"/>
                  <a:gd name="connsiteY6" fmla="*/ 695897 h 708752"/>
                  <a:gd name="connsiteX7" fmla="*/ 291185 w 1575176"/>
                  <a:gd name="connsiteY7" fmla="*/ 695897 h 708752"/>
                  <a:gd name="connsiteX8" fmla="*/ 0 w 1575176"/>
                  <a:gd name="connsiteY8" fmla="*/ 597706 h 708752"/>
                  <a:gd name="connsiteX9" fmla="*/ 9001 w 1575176"/>
                  <a:gd name="connsiteY9" fmla="*/ 330009 h 708752"/>
                  <a:gd name="connsiteX0" fmla="*/ 9001 w 1582087"/>
                  <a:gd name="connsiteY0" fmla="*/ 330009 h 708752"/>
                  <a:gd name="connsiteX1" fmla="*/ 316770 w 1582087"/>
                  <a:gd name="connsiteY1" fmla="*/ 29174 h 708752"/>
                  <a:gd name="connsiteX2" fmla="*/ 771610 w 1582087"/>
                  <a:gd name="connsiteY2" fmla="*/ 614 h 708752"/>
                  <a:gd name="connsiteX3" fmla="*/ 1255800 w 1582087"/>
                  <a:gd name="connsiteY3" fmla="*/ 43163 h 708752"/>
                  <a:gd name="connsiteX4" fmla="*/ 1557173 w 1582087"/>
                  <a:gd name="connsiteY4" fmla="*/ 330009 h 708752"/>
                  <a:gd name="connsiteX5" fmla="*/ 1575176 w 1582087"/>
                  <a:gd name="connsiteY5" fmla="*/ 588506 h 708752"/>
                  <a:gd name="connsiteX6" fmla="*/ 1274989 w 1582087"/>
                  <a:gd name="connsiteY6" fmla="*/ 695897 h 708752"/>
                  <a:gd name="connsiteX7" fmla="*/ 291185 w 1582087"/>
                  <a:gd name="connsiteY7" fmla="*/ 695897 h 708752"/>
                  <a:gd name="connsiteX8" fmla="*/ 0 w 1582087"/>
                  <a:gd name="connsiteY8" fmla="*/ 597706 h 708752"/>
                  <a:gd name="connsiteX9" fmla="*/ 9001 w 1582087"/>
                  <a:gd name="connsiteY9" fmla="*/ 330009 h 708752"/>
                  <a:gd name="connsiteX0" fmla="*/ 9001 w 1582087"/>
                  <a:gd name="connsiteY0" fmla="*/ 330009 h 708752"/>
                  <a:gd name="connsiteX1" fmla="*/ 316770 w 1582087"/>
                  <a:gd name="connsiteY1" fmla="*/ 29174 h 708752"/>
                  <a:gd name="connsiteX2" fmla="*/ 771610 w 1582087"/>
                  <a:gd name="connsiteY2" fmla="*/ 614 h 708752"/>
                  <a:gd name="connsiteX3" fmla="*/ 1255800 w 1582087"/>
                  <a:gd name="connsiteY3" fmla="*/ 43163 h 708752"/>
                  <a:gd name="connsiteX4" fmla="*/ 1557173 w 1582087"/>
                  <a:gd name="connsiteY4" fmla="*/ 330009 h 708752"/>
                  <a:gd name="connsiteX5" fmla="*/ 1575176 w 1582087"/>
                  <a:gd name="connsiteY5" fmla="*/ 588506 h 708752"/>
                  <a:gd name="connsiteX6" fmla="*/ 1274989 w 1582087"/>
                  <a:gd name="connsiteY6" fmla="*/ 695897 h 708752"/>
                  <a:gd name="connsiteX7" fmla="*/ 291185 w 1582087"/>
                  <a:gd name="connsiteY7" fmla="*/ 695897 h 708752"/>
                  <a:gd name="connsiteX8" fmla="*/ 0 w 1582087"/>
                  <a:gd name="connsiteY8" fmla="*/ 597706 h 708752"/>
                  <a:gd name="connsiteX9" fmla="*/ 9001 w 1582087"/>
                  <a:gd name="connsiteY9" fmla="*/ 330009 h 708752"/>
                  <a:gd name="connsiteX0" fmla="*/ 0 w 1573086"/>
                  <a:gd name="connsiteY0" fmla="*/ 330009 h 709000"/>
                  <a:gd name="connsiteX1" fmla="*/ 307769 w 1573086"/>
                  <a:gd name="connsiteY1" fmla="*/ 29174 h 709000"/>
                  <a:gd name="connsiteX2" fmla="*/ 762609 w 1573086"/>
                  <a:gd name="connsiteY2" fmla="*/ 614 h 709000"/>
                  <a:gd name="connsiteX3" fmla="*/ 1246799 w 1573086"/>
                  <a:gd name="connsiteY3" fmla="*/ 43163 h 709000"/>
                  <a:gd name="connsiteX4" fmla="*/ 1548172 w 1573086"/>
                  <a:gd name="connsiteY4" fmla="*/ 330009 h 709000"/>
                  <a:gd name="connsiteX5" fmla="*/ 1566175 w 1573086"/>
                  <a:gd name="connsiteY5" fmla="*/ 588506 h 709000"/>
                  <a:gd name="connsiteX6" fmla="*/ 1265988 w 1573086"/>
                  <a:gd name="connsiteY6" fmla="*/ 695897 h 709000"/>
                  <a:gd name="connsiteX7" fmla="*/ 282184 w 1573086"/>
                  <a:gd name="connsiteY7" fmla="*/ 695897 h 709000"/>
                  <a:gd name="connsiteX8" fmla="*/ 18725 w 1573086"/>
                  <a:gd name="connsiteY8" fmla="*/ 593658 h 709000"/>
                  <a:gd name="connsiteX9" fmla="*/ 0 w 1573086"/>
                  <a:gd name="connsiteY9" fmla="*/ 330009 h 709000"/>
                  <a:gd name="connsiteX0" fmla="*/ 2642 w 1575728"/>
                  <a:gd name="connsiteY0" fmla="*/ 330009 h 709000"/>
                  <a:gd name="connsiteX1" fmla="*/ 310411 w 1575728"/>
                  <a:gd name="connsiteY1" fmla="*/ 29174 h 709000"/>
                  <a:gd name="connsiteX2" fmla="*/ 765251 w 1575728"/>
                  <a:gd name="connsiteY2" fmla="*/ 614 h 709000"/>
                  <a:gd name="connsiteX3" fmla="*/ 1249441 w 1575728"/>
                  <a:gd name="connsiteY3" fmla="*/ 43163 h 709000"/>
                  <a:gd name="connsiteX4" fmla="*/ 1550814 w 1575728"/>
                  <a:gd name="connsiteY4" fmla="*/ 330009 h 709000"/>
                  <a:gd name="connsiteX5" fmla="*/ 1568817 w 1575728"/>
                  <a:gd name="connsiteY5" fmla="*/ 588506 h 709000"/>
                  <a:gd name="connsiteX6" fmla="*/ 1268630 w 1575728"/>
                  <a:gd name="connsiteY6" fmla="*/ 695897 h 709000"/>
                  <a:gd name="connsiteX7" fmla="*/ 284826 w 1575728"/>
                  <a:gd name="connsiteY7" fmla="*/ 695897 h 709000"/>
                  <a:gd name="connsiteX8" fmla="*/ 21367 w 1575728"/>
                  <a:gd name="connsiteY8" fmla="*/ 593658 h 709000"/>
                  <a:gd name="connsiteX9" fmla="*/ 2642 w 1575728"/>
                  <a:gd name="connsiteY9" fmla="*/ 330009 h 709000"/>
                  <a:gd name="connsiteX0" fmla="*/ 7035 w 1580121"/>
                  <a:gd name="connsiteY0" fmla="*/ 330009 h 709000"/>
                  <a:gd name="connsiteX1" fmla="*/ 314804 w 1580121"/>
                  <a:gd name="connsiteY1" fmla="*/ 29174 h 709000"/>
                  <a:gd name="connsiteX2" fmla="*/ 769644 w 1580121"/>
                  <a:gd name="connsiteY2" fmla="*/ 614 h 709000"/>
                  <a:gd name="connsiteX3" fmla="*/ 1253834 w 1580121"/>
                  <a:gd name="connsiteY3" fmla="*/ 43163 h 709000"/>
                  <a:gd name="connsiteX4" fmla="*/ 1555207 w 1580121"/>
                  <a:gd name="connsiteY4" fmla="*/ 330009 h 709000"/>
                  <a:gd name="connsiteX5" fmla="*/ 1573210 w 1580121"/>
                  <a:gd name="connsiteY5" fmla="*/ 588506 h 709000"/>
                  <a:gd name="connsiteX6" fmla="*/ 1273023 w 1580121"/>
                  <a:gd name="connsiteY6" fmla="*/ 695897 h 709000"/>
                  <a:gd name="connsiteX7" fmla="*/ 289219 w 1580121"/>
                  <a:gd name="connsiteY7" fmla="*/ 695897 h 709000"/>
                  <a:gd name="connsiteX8" fmla="*/ 25760 w 1580121"/>
                  <a:gd name="connsiteY8" fmla="*/ 593658 h 709000"/>
                  <a:gd name="connsiteX9" fmla="*/ 7035 w 1580121"/>
                  <a:gd name="connsiteY9" fmla="*/ 330009 h 709000"/>
                  <a:gd name="connsiteX0" fmla="*/ 4060 w 1577146"/>
                  <a:gd name="connsiteY0" fmla="*/ 330009 h 707096"/>
                  <a:gd name="connsiteX1" fmla="*/ 311829 w 1577146"/>
                  <a:gd name="connsiteY1" fmla="*/ 29174 h 707096"/>
                  <a:gd name="connsiteX2" fmla="*/ 766669 w 1577146"/>
                  <a:gd name="connsiteY2" fmla="*/ 614 h 707096"/>
                  <a:gd name="connsiteX3" fmla="*/ 1250859 w 1577146"/>
                  <a:gd name="connsiteY3" fmla="*/ 43163 h 707096"/>
                  <a:gd name="connsiteX4" fmla="*/ 1552232 w 1577146"/>
                  <a:gd name="connsiteY4" fmla="*/ 330009 h 707096"/>
                  <a:gd name="connsiteX5" fmla="*/ 1570235 w 1577146"/>
                  <a:gd name="connsiteY5" fmla="*/ 588506 h 707096"/>
                  <a:gd name="connsiteX6" fmla="*/ 1270048 w 1577146"/>
                  <a:gd name="connsiteY6" fmla="*/ 695897 h 707096"/>
                  <a:gd name="connsiteX7" fmla="*/ 286244 w 1577146"/>
                  <a:gd name="connsiteY7" fmla="*/ 695897 h 707096"/>
                  <a:gd name="connsiteX8" fmla="*/ 30707 w 1577146"/>
                  <a:gd name="connsiteY8" fmla="*/ 626042 h 707096"/>
                  <a:gd name="connsiteX9" fmla="*/ 4060 w 1577146"/>
                  <a:gd name="connsiteY9" fmla="*/ 330009 h 707096"/>
                  <a:gd name="connsiteX0" fmla="*/ 4060 w 1561869"/>
                  <a:gd name="connsiteY0" fmla="*/ 330009 h 707096"/>
                  <a:gd name="connsiteX1" fmla="*/ 311829 w 1561869"/>
                  <a:gd name="connsiteY1" fmla="*/ 29174 h 707096"/>
                  <a:gd name="connsiteX2" fmla="*/ 766669 w 1561869"/>
                  <a:gd name="connsiteY2" fmla="*/ 614 h 707096"/>
                  <a:gd name="connsiteX3" fmla="*/ 1250859 w 1561869"/>
                  <a:gd name="connsiteY3" fmla="*/ 43163 h 707096"/>
                  <a:gd name="connsiteX4" fmla="*/ 1552232 w 1561869"/>
                  <a:gd name="connsiteY4" fmla="*/ 330009 h 707096"/>
                  <a:gd name="connsiteX5" fmla="*/ 1550431 w 1561869"/>
                  <a:gd name="connsiteY5" fmla="*/ 588506 h 707096"/>
                  <a:gd name="connsiteX6" fmla="*/ 1270048 w 1561869"/>
                  <a:gd name="connsiteY6" fmla="*/ 695897 h 707096"/>
                  <a:gd name="connsiteX7" fmla="*/ 286244 w 1561869"/>
                  <a:gd name="connsiteY7" fmla="*/ 695897 h 707096"/>
                  <a:gd name="connsiteX8" fmla="*/ 30707 w 1561869"/>
                  <a:gd name="connsiteY8" fmla="*/ 626042 h 707096"/>
                  <a:gd name="connsiteX9" fmla="*/ 4060 w 1561869"/>
                  <a:gd name="connsiteY9" fmla="*/ 330009 h 707096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  <a:gd name="connsiteX0" fmla="*/ 4060 w 1557567"/>
                  <a:gd name="connsiteY0" fmla="*/ 330009 h 704953"/>
                  <a:gd name="connsiteX1" fmla="*/ 311829 w 1557567"/>
                  <a:gd name="connsiteY1" fmla="*/ 29174 h 704953"/>
                  <a:gd name="connsiteX2" fmla="*/ 766669 w 1557567"/>
                  <a:gd name="connsiteY2" fmla="*/ 614 h 704953"/>
                  <a:gd name="connsiteX3" fmla="*/ 1250859 w 1557567"/>
                  <a:gd name="connsiteY3" fmla="*/ 43163 h 704953"/>
                  <a:gd name="connsiteX4" fmla="*/ 1552232 w 1557567"/>
                  <a:gd name="connsiteY4" fmla="*/ 330009 h 704953"/>
                  <a:gd name="connsiteX5" fmla="*/ 1542509 w 1557567"/>
                  <a:gd name="connsiteY5" fmla="*/ 620890 h 704953"/>
                  <a:gd name="connsiteX6" fmla="*/ 1270048 w 1557567"/>
                  <a:gd name="connsiteY6" fmla="*/ 695897 h 704953"/>
                  <a:gd name="connsiteX7" fmla="*/ 286244 w 1557567"/>
                  <a:gd name="connsiteY7" fmla="*/ 695897 h 704953"/>
                  <a:gd name="connsiteX8" fmla="*/ 30707 w 1557567"/>
                  <a:gd name="connsiteY8" fmla="*/ 626042 h 704953"/>
                  <a:gd name="connsiteX9" fmla="*/ 4060 w 1557567"/>
                  <a:gd name="connsiteY9" fmla="*/ 330009 h 704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57567" h="704953">
                    <a:moveTo>
                      <a:pt x="4060" y="330009"/>
                    </a:moveTo>
                    <a:cubicBezTo>
                      <a:pt x="4060" y="174163"/>
                      <a:pt x="149587" y="66476"/>
                      <a:pt x="311829" y="29174"/>
                    </a:cubicBezTo>
                    <a:cubicBezTo>
                      <a:pt x="531259" y="-9350"/>
                      <a:pt x="592013" y="1837"/>
                      <a:pt x="766669" y="614"/>
                    </a:cubicBezTo>
                    <a:cubicBezTo>
                      <a:pt x="919948" y="1837"/>
                      <a:pt x="1110373" y="9301"/>
                      <a:pt x="1250859" y="43163"/>
                    </a:cubicBezTo>
                    <a:cubicBezTo>
                      <a:pt x="1419498" y="66476"/>
                      <a:pt x="1552232" y="174163"/>
                      <a:pt x="1552232" y="330009"/>
                    </a:cubicBezTo>
                    <a:cubicBezTo>
                      <a:pt x="1558233" y="416175"/>
                      <a:pt x="1563513" y="516325"/>
                      <a:pt x="1542509" y="620890"/>
                    </a:cubicBezTo>
                    <a:cubicBezTo>
                      <a:pt x="1499081" y="678556"/>
                      <a:pt x="1479425" y="683396"/>
                      <a:pt x="1270048" y="695897"/>
                    </a:cubicBezTo>
                    <a:cubicBezTo>
                      <a:pt x="1060671" y="708398"/>
                      <a:pt x="492801" y="707539"/>
                      <a:pt x="286244" y="695897"/>
                    </a:cubicBezTo>
                    <a:cubicBezTo>
                      <a:pt x="79687" y="684255"/>
                      <a:pt x="77738" y="687023"/>
                      <a:pt x="30707" y="626042"/>
                    </a:cubicBezTo>
                    <a:cubicBezTo>
                      <a:pt x="-7222" y="534111"/>
                      <a:pt x="-1581" y="417892"/>
                      <a:pt x="4060" y="33000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1726786" y="915566"/>
              <a:ext cx="1584176" cy="5847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endParaRPr lang="zh-CN" altLang="en-US" sz="3200" b="1" dirty="0">
                <a:solidFill>
                  <a:srgbClr val="F8CD30"/>
                </a:solidFill>
                <a:latin typeface="叶根友疾风草书" pitchFamily="2" charset="-122"/>
                <a:ea typeface="叶根友疾风草书" pitchFamily="2" charset="-122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50173" y="1203598"/>
              <a:ext cx="1405454" cy="58477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r>
                <a:rPr lang="en-US" altLang="zh-CN" sz="3200" b="1" dirty="0" smtClean="0">
                  <a:solidFill>
                    <a:srgbClr val="F8CD30"/>
                  </a:solidFill>
                  <a:latin typeface="叶根友疾风草书" pitchFamily="2" charset="-122"/>
                  <a:ea typeface="叶根友疾风草书" pitchFamily="2" charset="-122"/>
                </a:rPr>
                <a:t>Midea</a:t>
              </a:r>
              <a:endParaRPr lang="zh-CN" altLang="en-US" sz="3200" b="1" dirty="0">
                <a:solidFill>
                  <a:srgbClr val="F8CD30"/>
                </a:solidFill>
                <a:latin typeface="叶根友疾风草书" pitchFamily="2" charset="-122"/>
                <a:ea typeface="叶根友疾风草书" pitchFamily="2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323528" y="236167"/>
              <a:ext cx="1257984" cy="1375396"/>
              <a:chOff x="970187" y="236167"/>
              <a:chExt cx="1257984" cy="1375396"/>
            </a:xfrm>
          </p:grpSpPr>
          <p:sp>
            <p:nvSpPr>
              <p:cNvPr id="25" name="椭圆 1035"/>
              <p:cNvSpPr/>
              <p:nvPr/>
            </p:nvSpPr>
            <p:spPr>
              <a:xfrm rot="8136571" flipH="1">
                <a:off x="1387868" y="236167"/>
                <a:ext cx="72000" cy="396000"/>
              </a:xfrm>
              <a:custGeom>
                <a:avLst/>
                <a:gdLst>
                  <a:gd name="connsiteX0" fmla="*/ 0 w 159731"/>
                  <a:gd name="connsiteY0" fmla="*/ 271867 h 543734"/>
                  <a:gd name="connsiteX1" fmla="*/ 79866 w 159731"/>
                  <a:gd name="connsiteY1" fmla="*/ 0 h 543734"/>
                  <a:gd name="connsiteX2" fmla="*/ 159732 w 159731"/>
                  <a:gd name="connsiteY2" fmla="*/ 271867 h 543734"/>
                  <a:gd name="connsiteX3" fmla="*/ 79866 w 159731"/>
                  <a:gd name="connsiteY3" fmla="*/ 543734 h 543734"/>
                  <a:gd name="connsiteX4" fmla="*/ 0 w 159731"/>
                  <a:gd name="connsiteY4" fmla="*/ 271867 h 543734"/>
                  <a:gd name="connsiteX0" fmla="*/ 0 w 159732"/>
                  <a:gd name="connsiteY0" fmla="*/ 364231 h 636098"/>
                  <a:gd name="connsiteX1" fmla="*/ 80848 w 159732"/>
                  <a:gd name="connsiteY1" fmla="*/ 0 h 636098"/>
                  <a:gd name="connsiteX2" fmla="*/ 159732 w 159732"/>
                  <a:gd name="connsiteY2" fmla="*/ 364231 h 636098"/>
                  <a:gd name="connsiteX3" fmla="*/ 79866 w 159732"/>
                  <a:gd name="connsiteY3" fmla="*/ 636098 h 636098"/>
                  <a:gd name="connsiteX4" fmla="*/ 0 w 159732"/>
                  <a:gd name="connsiteY4" fmla="*/ 364231 h 636098"/>
                  <a:gd name="connsiteX0" fmla="*/ 0 w 151626"/>
                  <a:gd name="connsiteY0" fmla="*/ 364345 h 636532"/>
                  <a:gd name="connsiteX1" fmla="*/ 80848 w 151626"/>
                  <a:gd name="connsiteY1" fmla="*/ 114 h 636532"/>
                  <a:gd name="connsiteX2" fmla="*/ 151626 w 151626"/>
                  <a:gd name="connsiteY2" fmla="*/ 402748 h 636532"/>
                  <a:gd name="connsiteX3" fmla="*/ 79866 w 151626"/>
                  <a:gd name="connsiteY3" fmla="*/ 636212 h 636532"/>
                  <a:gd name="connsiteX4" fmla="*/ 0 w 151626"/>
                  <a:gd name="connsiteY4" fmla="*/ 364345 h 636532"/>
                  <a:gd name="connsiteX0" fmla="*/ 1 w 120676"/>
                  <a:gd name="connsiteY0" fmla="*/ 349394 h 636920"/>
                  <a:gd name="connsiteX1" fmla="*/ 49898 w 120676"/>
                  <a:gd name="connsiteY1" fmla="*/ 230 h 636920"/>
                  <a:gd name="connsiteX2" fmla="*/ 120676 w 120676"/>
                  <a:gd name="connsiteY2" fmla="*/ 402864 h 636920"/>
                  <a:gd name="connsiteX3" fmla="*/ 48916 w 120676"/>
                  <a:gd name="connsiteY3" fmla="*/ 636328 h 636920"/>
                  <a:gd name="connsiteX4" fmla="*/ 1 w 120676"/>
                  <a:gd name="connsiteY4" fmla="*/ 349394 h 636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676" h="636920">
                    <a:moveTo>
                      <a:pt x="1" y="349394"/>
                    </a:moveTo>
                    <a:cubicBezTo>
                      <a:pt x="165" y="243378"/>
                      <a:pt x="29786" y="-8682"/>
                      <a:pt x="49898" y="230"/>
                    </a:cubicBezTo>
                    <a:cubicBezTo>
                      <a:pt x="70010" y="9142"/>
                      <a:pt x="120676" y="252716"/>
                      <a:pt x="120676" y="402864"/>
                    </a:cubicBezTo>
                    <a:cubicBezTo>
                      <a:pt x="120676" y="553012"/>
                      <a:pt x="69028" y="645240"/>
                      <a:pt x="48916" y="636328"/>
                    </a:cubicBezTo>
                    <a:cubicBezTo>
                      <a:pt x="28804" y="627416"/>
                      <a:pt x="-163" y="455410"/>
                      <a:pt x="1" y="349394"/>
                    </a:cubicBezTo>
                    <a:close/>
                  </a:path>
                </a:pathLst>
              </a:custGeom>
              <a:solidFill>
                <a:srgbClr val="F8CD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44"/>
              <p:cNvSpPr/>
              <p:nvPr/>
            </p:nvSpPr>
            <p:spPr>
              <a:xfrm rot="992700">
                <a:off x="1196884" y="667375"/>
                <a:ext cx="295511" cy="108000"/>
              </a:xfrm>
              <a:custGeom>
                <a:avLst/>
                <a:gdLst>
                  <a:gd name="connsiteX0" fmla="*/ 0 w 616908"/>
                  <a:gd name="connsiteY0" fmla="*/ 86703 h 173405"/>
                  <a:gd name="connsiteX1" fmla="*/ 308454 w 616908"/>
                  <a:gd name="connsiteY1" fmla="*/ 0 h 173405"/>
                  <a:gd name="connsiteX2" fmla="*/ 616908 w 616908"/>
                  <a:gd name="connsiteY2" fmla="*/ 86703 h 173405"/>
                  <a:gd name="connsiteX3" fmla="*/ 308454 w 616908"/>
                  <a:gd name="connsiteY3" fmla="*/ 173406 h 173405"/>
                  <a:gd name="connsiteX4" fmla="*/ 0 w 616908"/>
                  <a:gd name="connsiteY4" fmla="*/ 86703 h 173405"/>
                  <a:gd name="connsiteX0" fmla="*/ 240 w 617148"/>
                  <a:gd name="connsiteY0" fmla="*/ 99102 h 185805"/>
                  <a:gd name="connsiteX1" fmla="*/ 350433 w 617148"/>
                  <a:gd name="connsiteY1" fmla="*/ 0 h 185805"/>
                  <a:gd name="connsiteX2" fmla="*/ 617148 w 617148"/>
                  <a:gd name="connsiteY2" fmla="*/ 99102 h 185805"/>
                  <a:gd name="connsiteX3" fmla="*/ 308694 w 617148"/>
                  <a:gd name="connsiteY3" fmla="*/ 185805 h 185805"/>
                  <a:gd name="connsiteX4" fmla="*/ 240 w 617148"/>
                  <a:gd name="connsiteY4" fmla="*/ 99102 h 185805"/>
                  <a:gd name="connsiteX0" fmla="*/ 595 w 617503"/>
                  <a:gd name="connsiteY0" fmla="*/ 99102 h 162141"/>
                  <a:gd name="connsiteX1" fmla="*/ 350788 w 617503"/>
                  <a:gd name="connsiteY1" fmla="*/ 0 h 162141"/>
                  <a:gd name="connsiteX2" fmla="*/ 617503 w 617503"/>
                  <a:gd name="connsiteY2" fmla="*/ 99102 h 162141"/>
                  <a:gd name="connsiteX3" fmla="*/ 426934 w 617503"/>
                  <a:gd name="connsiteY3" fmla="*/ 162141 h 162141"/>
                  <a:gd name="connsiteX4" fmla="*/ 595 w 617503"/>
                  <a:gd name="connsiteY4" fmla="*/ 99102 h 162141"/>
                  <a:gd name="connsiteX0" fmla="*/ 10 w 616918"/>
                  <a:gd name="connsiteY0" fmla="*/ 107267 h 170306"/>
                  <a:gd name="connsiteX1" fmla="*/ 415913 w 616918"/>
                  <a:gd name="connsiteY1" fmla="*/ 0 h 170306"/>
                  <a:gd name="connsiteX2" fmla="*/ 616918 w 616918"/>
                  <a:gd name="connsiteY2" fmla="*/ 107267 h 170306"/>
                  <a:gd name="connsiteX3" fmla="*/ 426349 w 616918"/>
                  <a:gd name="connsiteY3" fmla="*/ 170306 h 170306"/>
                  <a:gd name="connsiteX4" fmla="*/ 10 w 616918"/>
                  <a:gd name="connsiteY4" fmla="*/ 107267 h 170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6918" h="170306">
                    <a:moveTo>
                      <a:pt x="10" y="107267"/>
                    </a:moveTo>
                    <a:cubicBezTo>
                      <a:pt x="-1729" y="78883"/>
                      <a:pt x="245559" y="0"/>
                      <a:pt x="415913" y="0"/>
                    </a:cubicBezTo>
                    <a:cubicBezTo>
                      <a:pt x="586267" y="0"/>
                      <a:pt x="616918" y="59382"/>
                      <a:pt x="616918" y="107267"/>
                    </a:cubicBezTo>
                    <a:cubicBezTo>
                      <a:pt x="616918" y="155152"/>
                      <a:pt x="596703" y="170306"/>
                      <a:pt x="426349" y="170306"/>
                    </a:cubicBezTo>
                    <a:cubicBezTo>
                      <a:pt x="255995" y="170306"/>
                      <a:pt x="1749" y="135651"/>
                      <a:pt x="10" y="107267"/>
                    </a:cubicBezTo>
                    <a:close/>
                  </a:path>
                </a:pathLst>
              </a:custGeom>
              <a:solidFill>
                <a:srgbClr val="F8CD30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7" name="Picture 10" descr="http://img5.imgtn.bdimg.com/it/u=4252594688,500284909&amp;fm=21&amp;gp=0.jp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1364" b="90000" l="9898" r="8942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80" t="15376" r="35292" b="30792"/>
              <a:stretch/>
            </p:blipFill>
            <p:spPr bwMode="auto">
              <a:xfrm rot="21132619">
                <a:off x="1418065" y="483518"/>
                <a:ext cx="810106" cy="11280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椭圆 1038"/>
              <p:cNvSpPr/>
              <p:nvPr/>
            </p:nvSpPr>
            <p:spPr>
              <a:xfrm rot="5280000">
                <a:off x="1186187" y="708339"/>
                <a:ext cx="72000" cy="504000"/>
              </a:xfrm>
              <a:custGeom>
                <a:avLst/>
                <a:gdLst>
                  <a:gd name="connsiteX0" fmla="*/ 0 w 144016"/>
                  <a:gd name="connsiteY0" fmla="*/ 258793 h 517586"/>
                  <a:gd name="connsiteX1" fmla="*/ 72008 w 144016"/>
                  <a:gd name="connsiteY1" fmla="*/ 0 h 517586"/>
                  <a:gd name="connsiteX2" fmla="*/ 144016 w 144016"/>
                  <a:gd name="connsiteY2" fmla="*/ 258793 h 517586"/>
                  <a:gd name="connsiteX3" fmla="*/ 72008 w 144016"/>
                  <a:gd name="connsiteY3" fmla="*/ 517586 h 517586"/>
                  <a:gd name="connsiteX4" fmla="*/ 0 w 144016"/>
                  <a:gd name="connsiteY4" fmla="*/ 258793 h 517586"/>
                  <a:gd name="connsiteX0" fmla="*/ 0 w 133131"/>
                  <a:gd name="connsiteY0" fmla="*/ 259258 h 518827"/>
                  <a:gd name="connsiteX1" fmla="*/ 72008 w 133131"/>
                  <a:gd name="connsiteY1" fmla="*/ 465 h 518827"/>
                  <a:gd name="connsiteX2" fmla="*/ 133131 w 133131"/>
                  <a:gd name="connsiteY2" fmla="*/ 313686 h 518827"/>
                  <a:gd name="connsiteX3" fmla="*/ 72008 w 133131"/>
                  <a:gd name="connsiteY3" fmla="*/ 518051 h 518827"/>
                  <a:gd name="connsiteX4" fmla="*/ 0 w 133131"/>
                  <a:gd name="connsiteY4" fmla="*/ 259258 h 518827"/>
                  <a:gd name="connsiteX0" fmla="*/ 0 w 122246"/>
                  <a:gd name="connsiteY0" fmla="*/ 196805 h 523898"/>
                  <a:gd name="connsiteX1" fmla="*/ 61123 w 122246"/>
                  <a:gd name="connsiteY1" fmla="*/ 3326 h 523898"/>
                  <a:gd name="connsiteX2" fmla="*/ 122246 w 122246"/>
                  <a:gd name="connsiteY2" fmla="*/ 316547 h 523898"/>
                  <a:gd name="connsiteX3" fmla="*/ 61123 w 122246"/>
                  <a:gd name="connsiteY3" fmla="*/ 520912 h 523898"/>
                  <a:gd name="connsiteX4" fmla="*/ 0 w 122246"/>
                  <a:gd name="connsiteY4" fmla="*/ 196805 h 523898"/>
                  <a:gd name="connsiteX0" fmla="*/ 0 w 123213"/>
                  <a:gd name="connsiteY0" fmla="*/ 196805 h 614905"/>
                  <a:gd name="connsiteX1" fmla="*/ 61123 w 123213"/>
                  <a:gd name="connsiteY1" fmla="*/ 3326 h 614905"/>
                  <a:gd name="connsiteX2" fmla="*/ 122246 w 123213"/>
                  <a:gd name="connsiteY2" fmla="*/ 316547 h 614905"/>
                  <a:gd name="connsiteX3" fmla="*/ 96012 w 123213"/>
                  <a:gd name="connsiteY3" fmla="*/ 603814 h 614905"/>
                  <a:gd name="connsiteX4" fmla="*/ 61123 w 123213"/>
                  <a:gd name="connsiteY4" fmla="*/ 520912 h 614905"/>
                  <a:gd name="connsiteX5" fmla="*/ 0 w 123213"/>
                  <a:gd name="connsiteY5" fmla="*/ 196805 h 614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213" h="614905">
                    <a:moveTo>
                      <a:pt x="0" y="196805"/>
                    </a:moveTo>
                    <a:cubicBezTo>
                      <a:pt x="0" y="53878"/>
                      <a:pt x="40749" y="-16631"/>
                      <a:pt x="61123" y="3326"/>
                    </a:cubicBezTo>
                    <a:cubicBezTo>
                      <a:pt x="81497" y="23283"/>
                      <a:pt x="116431" y="236423"/>
                      <a:pt x="122246" y="316547"/>
                    </a:cubicBezTo>
                    <a:cubicBezTo>
                      <a:pt x="128061" y="396671"/>
                      <a:pt x="106199" y="569753"/>
                      <a:pt x="96012" y="603814"/>
                    </a:cubicBezTo>
                    <a:cubicBezTo>
                      <a:pt x="85825" y="637875"/>
                      <a:pt x="77125" y="588747"/>
                      <a:pt x="61123" y="520912"/>
                    </a:cubicBezTo>
                    <a:cubicBezTo>
                      <a:pt x="45121" y="453077"/>
                      <a:pt x="0" y="339732"/>
                      <a:pt x="0" y="196805"/>
                    </a:cubicBezTo>
                    <a:close/>
                  </a:path>
                </a:pathLst>
              </a:custGeom>
              <a:solidFill>
                <a:srgbClr val="F8CD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44"/>
              <p:cNvSpPr/>
              <p:nvPr/>
            </p:nvSpPr>
            <p:spPr>
              <a:xfrm rot="5220000">
                <a:off x="1662649" y="337898"/>
                <a:ext cx="228767" cy="105497"/>
              </a:xfrm>
              <a:custGeom>
                <a:avLst/>
                <a:gdLst>
                  <a:gd name="connsiteX0" fmla="*/ 0 w 616908"/>
                  <a:gd name="connsiteY0" fmla="*/ 86703 h 173405"/>
                  <a:gd name="connsiteX1" fmla="*/ 308454 w 616908"/>
                  <a:gd name="connsiteY1" fmla="*/ 0 h 173405"/>
                  <a:gd name="connsiteX2" fmla="*/ 616908 w 616908"/>
                  <a:gd name="connsiteY2" fmla="*/ 86703 h 173405"/>
                  <a:gd name="connsiteX3" fmla="*/ 308454 w 616908"/>
                  <a:gd name="connsiteY3" fmla="*/ 173406 h 173405"/>
                  <a:gd name="connsiteX4" fmla="*/ 0 w 616908"/>
                  <a:gd name="connsiteY4" fmla="*/ 86703 h 173405"/>
                  <a:gd name="connsiteX0" fmla="*/ 240 w 617148"/>
                  <a:gd name="connsiteY0" fmla="*/ 99102 h 185805"/>
                  <a:gd name="connsiteX1" fmla="*/ 350433 w 617148"/>
                  <a:gd name="connsiteY1" fmla="*/ 0 h 185805"/>
                  <a:gd name="connsiteX2" fmla="*/ 617148 w 617148"/>
                  <a:gd name="connsiteY2" fmla="*/ 99102 h 185805"/>
                  <a:gd name="connsiteX3" fmla="*/ 308694 w 617148"/>
                  <a:gd name="connsiteY3" fmla="*/ 185805 h 185805"/>
                  <a:gd name="connsiteX4" fmla="*/ 240 w 617148"/>
                  <a:gd name="connsiteY4" fmla="*/ 99102 h 185805"/>
                  <a:gd name="connsiteX0" fmla="*/ 595 w 617503"/>
                  <a:gd name="connsiteY0" fmla="*/ 99102 h 162141"/>
                  <a:gd name="connsiteX1" fmla="*/ 350788 w 617503"/>
                  <a:gd name="connsiteY1" fmla="*/ 0 h 162141"/>
                  <a:gd name="connsiteX2" fmla="*/ 617503 w 617503"/>
                  <a:gd name="connsiteY2" fmla="*/ 99102 h 162141"/>
                  <a:gd name="connsiteX3" fmla="*/ 426934 w 617503"/>
                  <a:gd name="connsiteY3" fmla="*/ 162141 h 162141"/>
                  <a:gd name="connsiteX4" fmla="*/ 595 w 617503"/>
                  <a:gd name="connsiteY4" fmla="*/ 99102 h 162141"/>
                  <a:gd name="connsiteX0" fmla="*/ 10 w 616918"/>
                  <a:gd name="connsiteY0" fmla="*/ 107267 h 170306"/>
                  <a:gd name="connsiteX1" fmla="*/ 415913 w 616918"/>
                  <a:gd name="connsiteY1" fmla="*/ 0 h 170306"/>
                  <a:gd name="connsiteX2" fmla="*/ 616918 w 616918"/>
                  <a:gd name="connsiteY2" fmla="*/ 107267 h 170306"/>
                  <a:gd name="connsiteX3" fmla="*/ 426349 w 616918"/>
                  <a:gd name="connsiteY3" fmla="*/ 170306 h 170306"/>
                  <a:gd name="connsiteX4" fmla="*/ 10 w 616918"/>
                  <a:gd name="connsiteY4" fmla="*/ 107267 h 170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6918" h="170306">
                    <a:moveTo>
                      <a:pt x="10" y="107267"/>
                    </a:moveTo>
                    <a:cubicBezTo>
                      <a:pt x="-1729" y="78883"/>
                      <a:pt x="245559" y="0"/>
                      <a:pt x="415913" y="0"/>
                    </a:cubicBezTo>
                    <a:cubicBezTo>
                      <a:pt x="586267" y="0"/>
                      <a:pt x="616918" y="59382"/>
                      <a:pt x="616918" y="107267"/>
                    </a:cubicBezTo>
                    <a:cubicBezTo>
                      <a:pt x="616918" y="155152"/>
                      <a:pt x="596703" y="170306"/>
                      <a:pt x="426349" y="170306"/>
                    </a:cubicBezTo>
                    <a:cubicBezTo>
                      <a:pt x="255995" y="170306"/>
                      <a:pt x="1749" y="135651"/>
                      <a:pt x="10" y="107267"/>
                    </a:cubicBezTo>
                    <a:close/>
                  </a:path>
                </a:pathLst>
              </a:custGeom>
              <a:solidFill>
                <a:srgbClr val="F8CD30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9" name="TextBox 18"/>
          <p:cNvSpPr txBox="1"/>
          <p:nvPr/>
        </p:nvSpPr>
        <p:spPr>
          <a:xfrm>
            <a:off x="4139952" y="1903933"/>
            <a:ext cx="51783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以后的以后。。。</a:t>
            </a:r>
            <a:endParaRPr lang="en-US" altLang="zh-CN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爸比：咱们这次买什么牌子的？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67828" y="666011"/>
            <a:ext cx="2596060" cy="3705939"/>
            <a:chOff x="967828" y="635595"/>
            <a:chExt cx="2596060" cy="3705939"/>
          </a:xfrm>
        </p:grpSpPr>
        <p:grpSp>
          <p:nvGrpSpPr>
            <p:cNvPr id="3" name="组合 2"/>
            <p:cNvGrpSpPr/>
            <p:nvPr/>
          </p:nvGrpSpPr>
          <p:grpSpPr>
            <a:xfrm>
              <a:off x="1547665" y="635595"/>
              <a:ext cx="2016223" cy="2819965"/>
              <a:chOff x="2394357" y="1594912"/>
              <a:chExt cx="2016223" cy="2819965"/>
            </a:xfrm>
          </p:grpSpPr>
          <p:sp>
            <p:nvSpPr>
              <p:cNvPr id="13" name="矩形 12"/>
              <p:cNvSpPr/>
              <p:nvPr/>
            </p:nvSpPr>
            <p:spPr>
              <a:xfrm rot="5400000">
                <a:off x="1984372" y="2004897"/>
                <a:ext cx="2819965" cy="19999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sys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 b="1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483181" y="1802875"/>
                <a:ext cx="1927399" cy="22252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21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个体</a:t>
                </a:r>
                <a:r>
                  <a:rPr lang="zh-CN" altLang="zh-CN" sz="2100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对</a:t>
                </a:r>
                <a:r>
                  <a:rPr lang="zh-CN" altLang="zh-CN" sz="21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自己有所参与和投入的事物有更为积极的印象，会产生更好的说服</a:t>
                </a:r>
                <a:r>
                  <a:rPr lang="zh-CN" altLang="zh-CN" sz="2100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效果</a:t>
                </a:r>
                <a:r>
                  <a:rPr lang="zh-CN" altLang="en-US" sz="2100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。</a:t>
                </a:r>
                <a:endParaRPr lang="zh-CN" altLang="en-US" sz="21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21439948">
              <a:off x="967828" y="2932862"/>
              <a:ext cx="1339869" cy="1408672"/>
              <a:chOff x="483450" y="1394646"/>
              <a:chExt cx="1302596" cy="1248078"/>
            </a:xfrm>
          </p:grpSpPr>
          <p:sp>
            <p:nvSpPr>
              <p:cNvPr id="8" name="矩形 7"/>
              <p:cNvSpPr/>
              <p:nvPr/>
            </p:nvSpPr>
            <p:spPr>
              <a:xfrm rot="2138473">
                <a:off x="524461" y="1394646"/>
                <a:ext cx="986305" cy="11753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 b="1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 rot="2127732">
                <a:off x="483450" y="1565506"/>
                <a:ext cx="1302596" cy="107721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 smtClean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投入程度</a:t>
                </a:r>
                <a:endParaRPr lang="zh-CN" altLang="en-US" sz="3200" b="1" dirty="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" name="椭圆 4"/>
            <p:cNvSpPr/>
            <p:nvPr/>
          </p:nvSpPr>
          <p:spPr>
            <a:xfrm>
              <a:off x="1763688" y="3075806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glow rad="254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1077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339752" y="683704"/>
            <a:ext cx="4206755" cy="2536118"/>
            <a:chOff x="1910096" y="499757"/>
            <a:chExt cx="4251134" cy="2562872"/>
          </a:xfrm>
        </p:grpSpPr>
        <p:sp>
          <p:nvSpPr>
            <p:cNvPr id="2" name="矩形 1"/>
            <p:cNvSpPr/>
            <p:nvPr/>
          </p:nvSpPr>
          <p:spPr>
            <a:xfrm rot="6626435">
              <a:off x="1838462" y="571391"/>
              <a:ext cx="2562872" cy="241960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  <a:prstDash val="solid"/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 rot="20315729">
              <a:off x="4248905" y="581729"/>
              <a:ext cx="1912325" cy="21423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B0F0"/>
              </a:solidFill>
              <a:prstDash val="solid"/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 rot="1200000">
              <a:off x="2497122" y="1149434"/>
              <a:ext cx="1602332" cy="147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4000" b="1" spc="6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免疫程度</a:t>
              </a:r>
              <a:endParaRPr lang="zh-CN" altLang="en-US" sz="4000" b="1" spc="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 rot="20340000">
              <a:off x="4607130" y="972434"/>
              <a:ext cx="129614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spc="3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人格特征</a:t>
              </a:r>
              <a:endParaRPr lang="zh-CN" altLang="en-US" sz="3600" b="1" spc="3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385646" y="3892247"/>
            <a:ext cx="6372708" cy="12409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578921" y="4065915"/>
            <a:ext cx="4441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通过中间媒介，不单独接触本人，无法控制。</a:t>
            </a:r>
            <a:endParaRPr lang="zh-CN" altLang="en-US" sz="28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662803" y="3334138"/>
            <a:ext cx="1725621" cy="1397852"/>
            <a:chOff x="971600" y="3168931"/>
            <a:chExt cx="2196244" cy="1779083"/>
          </a:xfrm>
        </p:grpSpPr>
        <p:grpSp>
          <p:nvGrpSpPr>
            <p:cNvPr id="9" name="组合 8"/>
            <p:cNvGrpSpPr/>
            <p:nvPr/>
          </p:nvGrpSpPr>
          <p:grpSpPr>
            <a:xfrm>
              <a:off x="971600" y="3168931"/>
              <a:ext cx="2196244" cy="1779083"/>
              <a:chOff x="5479008" y="1213804"/>
              <a:chExt cx="2196244" cy="1779083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5479008" y="1213804"/>
                <a:ext cx="2196244" cy="1779083"/>
                <a:chOff x="2447756" y="1728771"/>
                <a:chExt cx="2196244" cy="1779083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2447756" y="1728771"/>
                  <a:ext cx="2196244" cy="1743079"/>
                  <a:chOff x="395536" y="1880184"/>
                  <a:chExt cx="3024336" cy="2400305"/>
                </a:xfrm>
              </p:grpSpPr>
              <p:sp>
                <p:nvSpPr>
                  <p:cNvPr id="17" name="椭圆 16"/>
                  <p:cNvSpPr/>
                  <p:nvPr/>
                </p:nvSpPr>
                <p:spPr>
                  <a:xfrm>
                    <a:off x="1223628" y="3250014"/>
                    <a:ext cx="1368152" cy="936104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椭圆 17"/>
                  <p:cNvSpPr/>
                  <p:nvPr/>
                </p:nvSpPr>
                <p:spPr>
                  <a:xfrm>
                    <a:off x="1043608" y="3332093"/>
                    <a:ext cx="1728192" cy="54363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" name="梯形 21"/>
                  <p:cNvSpPr/>
                  <p:nvPr/>
                </p:nvSpPr>
                <p:spPr>
                  <a:xfrm>
                    <a:off x="1802693" y="3335663"/>
                    <a:ext cx="210023" cy="207567"/>
                  </a:xfrm>
                  <a:custGeom>
                    <a:avLst/>
                    <a:gdLst>
                      <a:gd name="connsiteX0" fmla="*/ 0 w 1440160"/>
                      <a:gd name="connsiteY0" fmla="*/ 1296144 h 1296144"/>
                      <a:gd name="connsiteX1" fmla="*/ 650612 w 1440160"/>
                      <a:gd name="connsiteY1" fmla="*/ 0 h 1296144"/>
                      <a:gd name="connsiteX2" fmla="*/ 789548 w 1440160"/>
                      <a:gd name="connsiteY2" fmla="*/ 0 h 1296144"/>
                      <a:gd name="connsiteX3" fmla="*/ 1440160 w 1440160"/>
                      <a:gd name="connsiteY3" fmla="*/ 1296144 h 1296144"/>
                      <a:gd name="connsiteX4" fmla="*/ 0 w 1440160"/>
                      <a:gd name="connsiteY4" fmla="*/ 1296144 h 1296144"/>
                      <a:gd name="connsiteX0" fmla="*/ 0 w 1440160"/>
                      <a:gd name="connsiteY0" fmla="*/ 1296144 h 1347376"/>
                      <a:gd name="connsiteX1" fmla="*/ 650612 w 1440160"/>
                      <a:gd name="connsiteY1" fmla="*/ 0 h 1347376"/>
                      <a:gd name="connsiteX2" fmla="*/ 789548 w 1440160"/>
                      <a:gd name="connsiteY2" fmla="*/ 0 h 1347376"/>
                      <a:gd name="connsiteX3" fmla="*/ 1440160 w 1440160"/>
                      <a:gd name="connsiteY3" fmla="*/ 1296144 h 1347376"/>
                      <a:gd name="connsiteX4" fmla="*/ 713386 w 1440160"/>
                      <a:gd name="connsiteY4" fmla="*/ 1347107 h 1347376"/>
                      <a:gd name="connsiteX5" fmla="*/ 0 w 1440160"/>
                      <a:gd name="connsiteY5" fmla="*/ 1296144 h 1347376"/>
                      <a:gd name="connsiteX0" fmla="*/ 0 w 1440160"/>
                      <a:gd name="connsiteY0" fmla="*/ 1296144 h 1379942"/>
                      <a:gd name="connsiteX1" fmla="*/ 650612 w 1440160"/>
                      <a:gd name="connsiteY1" fmla="*/ 0 h 1379942"/>
                      <a:gd name="connsiteX2" fmla="*/ 789548 w 1440160"/>
                      <a:gd name="connsiteY2" fmla="*/ 0 h 1379942"/>
                      <a:gd name="connsiteX3" fmla="*/ 1440160 w 1440160"/>
                      <a:gd name="connsiteY3" fmla="*/ 1296144 h 1379942"/>
                      <a:gd name="connsiteX4" fmla="*/ 724271 w 1440160"/>
                      <a:gd name="connsiteY4" fmla="*/ 1379764 h 1379942"/>
                      <a:gd name="connsiteX5" fmla="*/ 0 w 1440160"/>
                      <a:gd name="connsiteY5" fmla="*/ 1296144 h 1379942"/>
                      <a:gd name="connsiteX0" fmla="*/ 0 w 1440160"/>
                      <a:gd name="connsiteY0" fmla="*/ 1296144 h 1423429"/>
                      <a:gd name="connsiteX1" fmla="*/ 650612 w 1440160"/>
                      <a:gd name="connsiteY1" fmla="*/ 0 h 1423429"/>
                      <a:gd name="connsiteX2" fmla="*/ 789548 w 1440160"/>
                      <a:gd name="connsiteY2" fmla="*/ 0 h 1423429"/>
                      <a:gd name="connsiteX3" fmla="*/ 1440160 w 1440160"/>
                      <a:gd name="connsiteY3" fmla="*/ 1296144 h 1423429"/>
                      <a:gd name="connsiteX4" fmla="*/ 702500 w 1440160"/>
                      <a:gd name="connsiteY4" fmla="*/ 1423307 h 1423429"/>
                      <a:gd name="connsiteX5" fmla="*/ 0 w 1440160"/>
                      <a:gd name="connsiteY5" fmla="*/ 1296144 h 1423429"/>
                      <a:gd name="connsiteX0" fmla="*/ 0 w 1440160"/>
                      <a:gd name="connsiteY0" fmla="*/ 1296144 h 1423307"/>
                      <a:gd name="connsiteX1" fmla="*/ 650612 w 1440160"/>
                      <a:gd name="connsiteY1" fmla="*/ 0 h 1423307"/>
                      <a:gd name="connsiteX2" fmla="*/ 789548 w 1440160"/>
                      <a:gd name="connsiteY2" fmla="*/ 0 h 1423307"/>
                      <a:gd name="connsiteX3" fmla="*/ 1440160 w 1440160"/>
                      <a:gd name="connsiteY3" fmla="*/ 1296144 h 1423307"/>
                      <a:gd name="connsiteX4" fmla="*/ 702500 w 1440160"/>
                      <a:gd name="connsiteY4" fmla="*/ 1423307 h 1423307"/>
                      <a:gd name="connsiteX5" fmla="*/ 0 w 1440160"/>
                      <a:gd name="connsiteY5" fmla="*/ 1296144 h 14233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440160" h="1423307">
                        <a:moveTo>
                          <a:pt x="0" y="1296144"/>
                        </a:moveTo>
                        <a:lnTo>
                          <a:pt x="650612" y="0"/>
                        </a:lnTo>
                        <a:lnTo>
                          <a:pt x="789548" y="0"/>
                        </a:lnTo>
                        <a:lnTo>
                          <a:pt x="1440160" y="1296144"/>
                        </a:lnTo>
                        <a:cubicBezTo>
                          <a:pt x="1219673" y="1291360"/>
                          <a:pt x="912102" y="1395433"/>
                          <a:pt x="702500" y="1423307"/>
                        </a:cubicBezTo>
                        <a:lnTo>
                          <a:pt x="0" y="1296144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椭圆 22"/>
                  <p:cNvSpPr/>
                  <p:nvPr/>
                </p:nvSpPr>
                <p:spPr>
                  <a:xfrm>
                    <a:off x="1835110" y="3448343"/>
                    <a:ext cx="145545" cy="571396"/>
                  </a:xfrm>
                  <a:custGeom>
                    <a:avLst/>
                    <a:gdLst>
                      <a:gd name="connsiteX0" fmla="*/ 0 w 230256"/>
                      <a:gd name="connsiteY0" fmla="*/ 460150 h 920300"/>
                      <a:gd name="connsiteX1" fmla="*/ 115128 w 230256"/>
                      <a:gd name="connsiteY1" fmla="*/ 0 h 920300"/>
                      <a:gd name="connsiteX2" fmla="*/ 230256 w 230256"/>
                      <a:gd name="connsiteY2" fmla="*/ 460150 h 920300"/>
                      <a:gd name="connsiteX3" fmla="*/ 115128 w 230256"/>
                      <a:gd name="connsiteY3" fmla="*/ 920300 h 920300"/>
                      <a:gd name="connsiteX4" fmla="*/ 0 w 230256"/>
                      <a:gd name="connsiteY4" fmla="*/ 460150 h 920300"/>
                      <a:gd name="connsiteX0" fmla="*/ 0 w 232626"/>
                      <a:gd name="connsiteY0" fmla="*/ 469660 h 929810"/>
                      <a:gd name="connsiteX1" fmla="*/ 115128 w 232626"/>
                      <a:gd name="connsiteY1" fmla="*/ 9510 h 929810"/>
                      <a:gd name="connsiteX2" fmla="*/ 169523 w 232626"/>
                      <a:gd name="connsiteY2" fmla="*/ 182650 h 929810"/>
                      <a:gd name="connsiteX3" fmla="*/ 230256 w 232626"/>
                      <a:gd name="connsiteY3" fmla="*/ 469660 h 929810"/>
                      <a:gd name="connsiteX4" fmla="*/ 115128 w 232626"/>
                      <a:gd name="connsiteY4" fmla="*/ 929810 h 929810"/>
                      <a:gd name="connsiteX5" fmla="*/ 0 w 232626"/>
                      <a:gd name="connsiteY5" fmla="*/ 469660 h 929810"/>
                      <a:gd name="connsiteX0" fmla="*/ 306 w 232932"/>
                      <a:gd name="connsiteY0" fmla="*/ 460511 h 920661"/>
                      <a:gd name="connsiteX1" fmla="*/ 82743 w 232932"/>
                      <a:gd name="connsiteY1" fmla="*/ 217044 h 920661"/>
                      <a:gd name="connsiteX2" fmla="*/ 115434 w 232932"/>
                      <a:gd name="connsiteY2" fmla="*/ 361 h 920661"/>
                      <a:gd name="connsiteX3" fmla="*/ 169829 w 232932"/>
                      <a:gd name="connsiteY3" fmla="*/ 173501 h 920661"/>
                      <a:gd name="connsiteX4" fmla="*/ 230562 w 232932"/>
                      <a:gd name="connsiteY4" fmla="*/ 460511 h 920661"/>
                      <a:gd name="connsiteX5" fmla="*/ 115434 w 232932"/>
                      <a:gd name="connsiteY5" fmla="*/ 920661 h 920661"/>
                      <a:gd name="connsiteX6" fmla="*/ 306 w 232932"/>
                      <a:gd name="connsiteY6" fmla="*/ 460511 h 920661"/>
                      <a:gd name="connsiteX0" fmla="*/ 1793 w 234419"/>
                      <a:gd name="connsiteY0" fmla="*/ 460150 h 920300"/>
                      <a:gd name="connsiteX1" fmla="*/ 51573 w 234419"/>
                      <a:gd name="connsiteY1" fmla="*/ 173141 h 920300"/>
                      <a:gd name="connsiteX2" fmla="*/ 116921 w 234419"/>
                      <a:gd name="connsiteY2" fmla="*/ 0 h 920300"/>
                      <a:gd name="connsiteX3" fmla="*/ 171316 w 234419"/>
                      <a:gd name="connsiteY3" fmla="*/ 173140 h 920300"/>
                      <a:gd name="connsiteX4" fmla="*/ 232049 w 234419"/>
                      <a:gd name="connsiteY4" fmla="*/ 460150 h 920300"/>
                      <a:gd name="connsiteX5" fmla="*/ 116921 w 234419"/>
                      <a:gd name="connsiteY5" fmla="*/ 920300 h 920300"/>
                      <a:gd name="connsiteX6" fmla="*/ 1793 w 234419"/>
                      <a:gd name="connsiteY6" fmla="*/ 460150 h 920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34419" h="920300">
                        <a:moveTo>
                          <a:pt x="1793" y="460150"/>
                        </a:moveTo>
                        <a:cubicBezTo>
                          <a:pt x="-9098" y="335623"/>
                          <a:pt x="32385" y="249833"/>
                          <a:pt x="51573" y="173141"/>
                        </a:cubicBezTo>
                        <a:cubicBezTo>
                          <a:pt x="70761" y="96449"/>
                          <a:pt x="96964" y="0"/>
                          <a:pt x="116921" y="0"/>
                        </a:cubicBezTo>
                        <a:cubicBezTo>
                          <a:pt x="136878" y="0"/>
                          <a:pt x="152128" y="96448"/>
                          <a:pt x="171316" y="173140"/>
                        </a:cubicBezTo>
                        <a:cubicBezTo>
                          <a:pt x="190504" y="249832"/>
                          <a:pt x="246558" y="335623"/>
                          <a:pt x="232049" y="460150"/>
                        </a:cubicBezTo>
                        <a:cubicBezTo>
                          <a:pt x="217540" y="584677"/>
                          <a:pt x="180504" y="920300"/>
                          <a:pt x="116921" y="920300"/>
                        </a:cubicBezTo>
                        <a:cubicBezTo>
                          <a:pt x="53338" y="920300"/>
                          <a:pt x="12684" y="584677"/>
                          <a:pt x="1793" y="46015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矩形 20"/>
                  <p:cNvSpPr/>
                  <p:nvPr/>
                </p:nvSpPr>
                <p:spPr>
                  <a:xfrm>
                    <a:off x="2411760" y="3682062"/>
                    <a:ext cx="180020" cy="36004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矩形 21"/>
                  <p:cNvSpPr/>
                  <p:nvPr/>
                </p:nvSpPr>
                <p:spPr>
                  <a:xfrm>
                    <a:off x="1223628" y="3682062"/>
                    <a:ext cx="180020" cy="36004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圆角矩形 3"/>
                  <p:cNvSpPr/>
                  <p:nvPr/>
                </p:nvSpPr>
                <p:spPr>
                  <a:xfrm>
                    <a:off x="769635" y="1880184"/>
                    <a:ext cx="2304256" cy="1546279"/>
                  </a:xfrm>
                  <a:custGeom>
                    <a:avLst/>
                    <a:gdLst>
                      <a:gd name="connsiteX0" fmla="*/ 0 w 2304256"/>
                      <a:gd name="connsiteY0" fmla="*/ 632994 h 1440160"/>
                      <a:gd name="connsiteX1" fmla="*/ 632994 w 2304256"/>
                      <a:gd name="connsiteY1" fmla="*/ 0 h 1440160"/>
                      <a:gd name="connsiteX2" fmla="*/ 1671262 w 2304256"/>
                      <a:gd name="connsiteY2" fmla="*/ 0 h 1440160"/>
                      <a:gd name="connsiteX3" fmla="*/ 2304256 w 2304256"/>
                      <a:gd name="connsiteY3" fmla="*/ 632994 h 1440160"/>
                      <a:gd name="connsiteX4" fmla="*/ 2304256 w 2304256"/>
                      <a:gd name="connsiteY4" fmla="*/ 807166 h 1440160"/>
                      <a:gd name="connsiteX5" fmla="*/ 1671262 w 2304256"/>
                      <a:gd name="connsiteY5" fmla="*/ 1440160 h 1440160"/>
                      <a:gd name="connsiteX6" fmla="*/ 632994 w 2304256"/>
                      <a:gd name="connsiteY6" fmla="*/ 1440160 h 1440160"/>
                      <a:gd name="connsiteX7" fmla="*/ 0 w 2304256"/>
                      <a:gd name="connsiteY7" fmla="*/ 807166 h 1440160"/>
                      <a:gd name="connsiteX8" fmla="*/ 0 w 2304256"/>
                      <a:gd name="connsiteY8" fmla="*/ 632994 h 1440160"/>
                      <a:gd name="connsiteX0" fmla="*/ 0 w 2304256"/>
                      <a:gd name="connsiteY0" fmla="*/ 684397 h 1491563"/>
                      <a:gd name="connsiteX1" fmla="*/ 632994 w 2304256"/>
                      <a:gd name="connsiteY1" fmla="*/ 51403 h 1491563"/>
                      <a:gd name="connsiteX2" fmla="*/ 1192155 w 2304256"/>
                      <a:gd name="connsiteY2" fmla="*/ 0 h 1491563"/>
                      <a:gd name="connsiteX3" fmla="*/ 1671262 w 2304256"/>
                      <a:gd name="connsiteY3" fmla="*/ 51403 h 1491563"/>
                      <a:gd name="connsiteX4" fmla="*/ 2304256 w 2304256"/>
                      <a:gd name="connsiteY4" fmla="*/ 684397 h 1491563"/>
                      <a:gd name="connsiteX5" fmla="*/ 2304256 w 2304256"/>
                      <a:gd name="connsiteY5" fmla="*/ 858569 h 1491563"/>
                      <a:gd name="connsiteX6" fmla="*/ 1671262 w 2304256"/>
                      <a:gd name="connsiteY6" fmla="*/ 1491563 h 1491563"/>
                      <a:gd name="connsiteX7" fmla="*/ 632994 w 2304256"/>
                      <a:gd name="connsiteY7" fmla="*/ 1491563 h 1491563"/>
                      <a:gd name="connsiteX8" fmla="*/ 0 w 2304256"/>
                      <a:gd name="connsiteY8" fmla="*/ 858569 h 1491563"/>
                      <a:gd name="connsiteX9" fmla="*/ 0 w 2304256"/>
                      <a:gd name="connsiteY9" fmla="*/ 684397 h 1491563"/>
                      <a:gd name="connsiteX0" fmla="*/ 0 w 2304256"/>
                      <a:gd name="connsiteY0" fmla="*/ 703032 h 1510198"/>
                      <a:gd name="connsiteX1" fmla="*/ 632994 w 2304256"/>
                      <a:gd name="connsiteY1" fmla="*/ 70038 h 1510198"/>
                      <a:gd name="connsiteX2" fmla="*/ 1007098 w 2304256"/>
                      <a:gd name="connsiteY2" fmla="*/ 7751 h 1510198"/>
                      <a:gd name="connsiteX3" fmla="*/ 1192155 w 2304256"/>
                      <a:gd name="connsiteY3" fmla="*/ 18635 h 1510198"/>
                      <a:gd name="connsiteX4" fmla="*/ 1671262 w 2304256"/>
                      <a:gd name="connsiteY4" fmla="*/ 70038 h 1510198"/>
                      <a:gd name="connsiteX5" fmla="*/ 2304256 w 2304256"/>
                      <a:gd name="connsiteY5" fmla="*/ 703032 h 1510198"/>
                      <a:gd name="connsiteX6" fmla="*/ 2304256 w 2304256"/>
                      <a:gd name="connsiteY6" fmla="*/ 877204 h 1510198"/>
                      <a:gd name="connsiteX7" fmla="*/ 1671262 w 2304256"/>
                      <a:gd name="connsiteY7" fmla="*/ 1510198 h 1510198"/>
                      <a:gd name="connsiteX8" fmla="*/ 632994 w 2304256"/>
                      <a:gd name="connsiteY8" fmla="*/ 1510198 h 1510198"/>
                      <a:gd name="connsiteX9" fmla="*/ 0 w 2304256"/>
                      <a:gd name="connsiteY9" fmla="*/ 877204 h 1510198"/>
                      <a:gd name="connsiteX10" fmla="*/ 0 w 2304256"/>
                      <a:gd name="connsiteY10" fmla="*/ 703032 h 1510198"/>
                      <a:gd name="connsiteX0" fmla="*/ 0 w 2304256"/>
                      <a:gd name="connsiteY0" fmla="*/ 703032 h 1542636"/>
                      <a:gd name="connsiteX1" fmla="*/ 632994 w 2304256"/>
                      <a:gd name="connsiteY1" fmla="*/ 70038 h 1542636"/>
                      <a:gd name="connsiteX2" fmla="*/ 1007098 w 2304256"/>
                      <a:gd name="connsiteY2" fmla="*/ 7751 h 1542636"/>
                      <a:gd name="connsiteX3" fmla="*/ 1192155 w 2304256"/>
                      <a:gd name="connsiteY3" fmla="*/ 18635 h 1542636"/>
                      <a:gd name="connsiteX4" fmla="*/ 1671262 w 2304256"/>
                      <a:gd name="connsiteY4" fmla="*/ 70038 h 1542636"/>
                      <a:gd name="connsiteX5" fmla="*/ 2304256 w 2304256"/>
                      <a:gd name="connsiteY5" fmla="*/ 703032 h 1542636"/>
                      <a:gd name="connsiteX6" fmla="*/ 2304256 w 2304256"/>
                      <a:gd name="connsiteY6" fmla="*/ 877204 h 1542636"/>
                      <a:gd name="connsiteX7" fmla="*/ 1671262 w 2304256"/>
                      <a:gd name="connsiteY7" fmla="*/ 1510198 h 1542636"/>
                      <a:gd name="connsiteX8" fmla="*/ 1170384 w 2304256"/>
                      <a:gd name="connsiteY8" fmla="*/ 1542636 h 1542636"/>
                      <a:gd name="connsiteX9" fmla="*/ 632994 w 2304256"/>
                      <a:gd name="connsiteY9" fmla="*/ 1510198 h 1542636"/>
                      <a:gd name="connsiteX10" fmla="*/ 0 w 2304256"/>
                      <a:gd name="connsiteY10" fmla="*/ 877204 h 1542636"/>
                      <a:gd name="connsiteX11" fmla="*/ 0 w 2304256"/>
                      <a:gd name="connsiteY11" fmla="*/ 703032 h 1542636"/>
                      <a:gd name="connsiteX0" fmla="*/ 0 w 2304256"/>
                      <a:gd name="connsiteY0" fmla="*/ 703032 h 1542636"/>
                      <a:gd name="connsiteX1" fmla="*/ 632994 w 2304256"/>
                      <a:gd name="connsiteY1" fmla="*/ 70038 h 1542636"/>
                      <a:gd name="connsiteX2" fmla="*/ 1007098 w 2304256"/>
                      <a:gd name="connsiteY2" fmla="*/ 7751 h 1542636"/>
                      <a:gd name="connsiteX3" fmla="*/ 1192155 w 2304256"/>
                      <a:gd name="connsiteY3" fmla="*/ 18635 h 1542636"/>
                      <a:gd name="connsiteX4" fmla="*/ 1671262 w 2304256"/>
                      <a:gd name="connsiteY4" fmla="*/ 70038 h 1542636"/>
                      <a:gd name="connsiteX5" fmla="*/ 2304256 w 2304256"/>
                      <a:gd name="connsiteY5" fmla="*/ 703032 h 1542636"/>
                      <a:gd name="connsiteX6" fmla="*/ 2304256 w 2304256"/>
                      <a:gd name="connsiteY6" fmla="*/ 877204 h 1542636"/>
                      <a:gd name="connsiteX7" fmla="*/ 1671262 w 2304256"/>
                      <a:gd name="connsiteY7" fmla="*/ 1510198 h 1542636"/>
                      <a:gd name="connsiteX8" fmla="*/ 1170384 w 2304256"/>
                      <a:gd name="connsiteY8" fmla="*/ 1542636 h 1542636"/>
                      <a:gd name="connsiteX9" fmla="*/ 632994 w 2304256"/>
                      <a:gd name="connsiteY9" fmla="*/ 1510198 h 1542636"/>
                      <a:gd name="connsiteX10" fmla="*/ 0 w 2304256"/>
                      <a:gd name="connsiteY10" fmla="*/ 877204 h 1542636"/>
                      <a:gd name="connsiteX11" fmla="*/ 0 w 2304256"/>
                      <a:gd name="connsiteY11" fmla="*/ 703032 h 1542636"/>
                      <a:gd name="connsiteX0" fmla="*/ 0 w 2304256"/>
                      <a:gd name="connsiteY0" fmla="*/ 728889 h 1568493"/>
                      <a:gd name="connsiteX1" fmla="*/ 632994 w 2304256"/>
                      <a:gd name="connsiteY1" fmla="*/ 95895 h 1568493"/>
                      <a:gd name="connsiteX2" fmla="*/ 1007098 w 2304256"/>
                      <a:gd name="connsiteY2" fmla="*/ 33608 h 1568493"/>
                      <a:gd name="connsiteX3" fmla="*/ 1192155 w 2304256"/>
                      <a:gd name="connsiteY3" fmla="*/ 44492 h 1568493"/>
                      <a:gd name="connsiteX4" fmla="*/ 1268355 w 2304256"/>
                      <a:gd name="connsiteY4" fmla="*/ 951 h 1568493"/>
                      <a:gd name="connsiteX5" fmla="*/ 1671262 w 2304256"/>
                      <a:gd name="connsiteY5" fmla="*/ 95895 h 1568493"/>
                      <a:gd name="connsiteX6" fmla="*/ 2304256 w 2304256"/>
                      <a:gd name="connsiteY6" fmla="*/ 728889 h 1568493"/>
                      <a:gd name="connsiteX7" fmla="*/ 2304256 w 2304256"/>
                      <a:gd name="connsiteY7" fmla="*/ 903061 h 1568493"/>
                      <a:gd name="connsiteX8" fmla="*/ 1671262 w 2304256"/>
                      <a:gd name="connsiteY8" fmla="*/ 1536055 h 1568493"/>
                      <a:gd name="connsiteX9" fmla="*/ 1170384 w 2304256"/>
                      <a:gd name="connsiteY9" fmla="*/ 1568493 h 1568493"/>
                      <a:gd name="connsiteX10" fmla="*/ 632994 w 2304256"/>
                      <a:gd name="connsiteY10" fmla="*/ 1536055 h 1568493"/>
                      <a:gd name="connsiteX11" fmla="*/ 0 w 2304256"/>
                      <a:gd name="connsiteY11" fmla="*/ 903061 h 1568493"/>
                      <a:gd name="connsiteX12" fmla="*/ 0 w 2304256"/>
                      <a:gd name="connsiteY12" fmla="*/ 728889 h 1568493"/>
                      <a:gd name="connsiteX0" fmla="*/ 0 w 2304256"/>
                      <a:gd name="connsiteY0" fmla="*/ 730117 h 1569721"/>
                      <a:gd name="connsiteX1" fmla="*/ 632994 w 2304256"/>
                      <a:gd name="connsiteY1" fmla="*/ 97123 h 1569721"/>
                      <a:gd name="connsiteX2" fmla="*/ 1007098 w 2304256"/>
                      <a:gd name="connsiteY2" fmla="*/ 34836 h 1569721"/>
                      <a:gd name="connsiteX3" fmla="*/ 1148613 w 2304256"/>
                      <a:gd name="connsiteY3" fmla="*/ 13063 h 1569721"/>
                      <a:gd name="connsiteX4" fmla="*/ 1268355 w 2304256"/>
                      <a:gd name="connsiteY4" fmla="*/ 2179 h 1569721"/>
                      <a:gd name="connsiteX5" fmla="*/ 1671262 w 2304256"/>
                      <a:gd name="connsiteY5" fmla="*/ 97123 h 1569721"/>
                      <a:gd name="connsiteX6" fmla="*/ 2304256 w 2304256"/>
                      <a:gd name="connsiteY6" fmla="*/ 730117 h 1569721"/>
                      <a:gd name="connsiteX7" fmla="*/ 2304256 w 2304256"/>
                      <a:gd name="connsiteY7" fmla="*/ 904289 h 1569721"/>
                      <a:gd name="connsiteX8" fmla="*/ 1671262 w 2304256"/>
                      <a:gd name="connsiteY8" fmla="*/ 1537283 h 1569721"/>
                      <a:gd name="connsiteX9" fmla="*/ 1170384 w 2304256"/>
                      <a:gd name="connsiteY9" fmla="*/ 1569721 h 1569721"/>
                      <a:gd name="connsiteX10" fmla="*/ 632994 w 2304256"/>
                      <a:gd name="connsiteY10" fmla="*/ 1537283 h 1569721"/>
                      <a:gd name="connsiteX11" fmla="*/ 0 w 2304256"/>
                      <a:gd name="connsiteY11" fmla="*/ 904289 h 1569721"/>
                      <a:gd name="connsiteX12" fmla="*/ 0 w 2304256"/>
                      <a:gd name="connsiteY12" fmla="*/ 730117 h 1569721"/>
                      <a:gd name="connsiteX0" fmla="*/ 0 w 2304256"/>
                      <a:gd name="connsiteY0" fmla="*/ 730238 h 1569842"/>
                      <a:gd name="connsiteX1" fmla="*/ 632994 w 2304256"/>
                      <a:gd name="connsiteY1" fmla="*/ 97244 h 1569842"/>
                      <a:gd name="connsiteX2" fmla="*/ 1007098 w 2304256"/>
                      <a:gd name="connsiteY2" fmla="*/ 34957 h 1569842"/>
                      <a:gd name="connsiteX3" fmla="*/ 1268355 w 2304256"/>
                      <a:gd name="connsiteY3" fmla="*/ 2300 h 1569842"/>
                      <a:gd name="connsiteX4" fmla="*/ 1671262 w 2304256"/>
                      <a:gd name="connsiteY4" fmla="*/ 97244 h 1569842"/>
                      <a:gd name="connsiteX5" fmla="*/ 2304256 w 2304256"/>
                      <a:gd name="connsiteY5" fmla="*/ 730238 h 1569842"/>
                      <a:gd name="connsiteX6" fmla="*/ 2304256 w 2304256"/>
                      <a:gd name="connsiteY6" fmla="*/ 904410 h 1569842"/>
                      <a:gd name="connsiteX7" fmla="*/ 1671262 w 2304256"/>
                      <a:gd name="connsiteY7" fmla="*/ 1537404 h 1569842"/>
                      <a:gd name="connsiteX8" fmla="*/ 1170384 w 2304256"/>
                      <a:gd name="connsiteY8" fmla="*/ 1569842 h 1569842"/>
                      <a:gd name="connsiteX9" fmla="*/ 632994 w 2304256"/>
                      <a:gd name="connsiteY9" fmla="*/ 1537404 h 1569842"/>
                      <a:gd name="connsiteX10" fmla="*/ 0 w 2304256"/>
                      <a:gd name="connsiteY10" fmla="*/ 904410 h 1569842"/>
                      <a:gd name="connsiteX11" fmla="*/ 0 w 2304256"/>
                      <a:gd name="connsiteY11" fmla="*/ 730238 h 1569842"/>
                      <a:gd name="connsiteX0" fmla="*/ 0 w 2304256"/>
                      <a:gd name="connsiteY0" fmla="*/ 707656 h 1547260"/>
                      <a:gd name="connsiteX1" fmla="*/ 632994 w 2304256"/>
                      <a:gd name="connsiteY1" fmla="*/ 74662 h 1547260"/>
                      <a:gd name="connsiteX2" fmla="*/ 1007098 w 2304256"/>
                      <a:gd name="connsiteY2" fmla="*/ 12375 h 1547260"/>
                      <a:gd name="connsiteX3" fmla="*/ 1671262 w 2304256"/>
                      <a:gd name="connsiteY3" fmla="*/ 74662 h 1547260"/>
                      <a:gd name="connsiteX4" fmla="*/ 2304256 w 2304256"/>
                      <a:gd name="connsiteY4" fmla="*/ 707656 h 1547260"/>
                      <a:gd name="connsiteX5" fmla="*/ 2304256 w 2304256"/>
                      <a:gd name="connsiteY5" fmla="*/ 881828 h 1547260"/>
                      <a:gd name="connsiteX6" fmla="*/ 1671262 w 2304256"/>
                      <a:gd name="connsiteY6" fmla="*/ 1514822 h 1547260"/>
                      <a:gd name="connsiteX7" fmla="*/ 1170384 w 2304256"/>
                      <a:gd name="connsiteY7" fmla="*/ 1547260 h 1547260"/>
                      <a:gd name="connsiteX8" fmla="*/ 632994 w 2304256"/>
                      <a:gd name="connsiteY8" fmla="*/ 1514822 h 1547260"/>
                      <a:gd name="connsiteX9" fmla="*/ 0 w 2304256"/>
                      <a:gd name="connsiteY9" fmla="*/ 881828 h 1547260"/>
                      <a:gd name="connsiteX10" fmla="*/ 0 w 2304256"/>
                      <a:gd name="connsiteY10" fmla="*/ 707656 h 1547260"/>
                      <a:gd name="connsiteX0" fmla="*/ 0 w 2304256"/>
                      <a:gd name="connsiteY0" fmla="*/ 632994 h 1472598"/>
                      <a:gd name="connsiteX1" fmla="*/ 632994 w 2304256"/>
                      <a:gd name="connsiteY1" fmla="*/ 0 h 1472598"/>
                      <a:gd name="connsiteX2" fmla="*/ 1671262 w 2304256"/>
                      <a:gd name="connsiteY2" fmla="*/ 0 h 1472598"/>
                      <a:gd name="connsiteX3" fmla="*/ 2304256 w 2304256"/>
                      <a:gd name="connsiteY3" fmla="*/ 632994 h 1472598"/>
                      <a:gd name="connsiteX4" fmla="*/ 2304256 w 2304256"/>
                      <a:gd name="connsiteY4" fmla="*/ 807166 h 1472598"/>
                      <a:gd name="connsiteX5" fmla="*/ 1671262 w 2304256"/>
                      <a:gd name="connsiteY5" fmla="*/ 1440160 h 1472598"/>
                      <a:gd name="connsiteX6" fmla="*/ 1170384 w 2304256"/>
                      <a:gd name="connsiteY6" fmla="*/ 1472598 h 1472598"/>
                      <a:gd name="connsiteX7" fmla="*/ 632994 w 2304256"/>
                      <a:gd name="connsiteY7" fmla="*/ 1440160 h 1472598"/>
                      <a:gd name="connsiteX8" fmla="*/ 0 w 2304256"/>
                      <a:gd name="connsiteY8" fmla="*/ 807166 h 1472598"/>
                      <a:gd name="connsiteX9" fmla="*/ 0 w 2304256"/>
                      <a:gd name="connsiteY9" fmla="*/ 632994 h 1472598"/>
                      <a:gd name="connsiteX0" fmla="*/ 0 w 2304256"/>
                      <a:gd name="connsiteY0" fmla="*/ 632994 h 1472598"/>
                      <a:gd name="connsiteX1" fmla="*/ 632994 w 2304256"/>
                      <a:gd name="connsiteY1" fmla="*/ 0 h 1472598"/>
                      <a:gd name="connsiteX2" fmla="*/ 1671262 w 2304256"/>
                      <a:gd name="connsiteY2" fmla="*/ 0 h 1472598"/>
                      <a:gd name="connsiteX3" fmla="*/ 2304256 w 2304256"/>
                      <a:gd name="connsiteY3" fmla="*/ 632994 h 1472598"/>
                      <a:gd name="connsiteX4" fmla="*/ 2304256 w 2304256"/>
                      <a:gd name="connsiteY4" fmla="*/ 807166 h 1472598"/>
                      <a:gd name="connsiteX5" fmla="*/ 1671262 w 2304256"/>
                      <a:gd name="connsiteY5" fmla="*/ 1440160 h 1472598"/>
                      <a:gd name="connsiteX6" fmla="*/ 1170384 w 2304256"/>
                      <a:gd name="connsiteY6" fmla="*/ 1472598 h 1472598"/>
                      <a:gd name="connsiteX7" fmla="*/ 632994 w 2304256"/>
                      <a:gd name="connsiteY7" fmla="*/ 1440160 h 1472598"/>
                      <a:gd name="connsiteX8" fmla="*/ 0 w 2304256"/>
                      <a:gd name="connsiteY8" fmla="*/ 807166 h 1472598"/>
                      <a:gd name="connsiteX9" fmla="*/ 0 w 2304256"/>
                      <a:gd name="connsiteY9" fmla="*/ 632994 h 1472598"/>
                      <a:gd name="connsiteX0" fmla="*/ 0 w 2304256"/>
                      <a:gd name="connsiteY0" fmla="*/ 695051 h 1534655"/>
                      <a:gd name="connsiteX1" fmla="*/ 632994 w 2304256"/>
                      <a:gd name="connsiteY1" fmla="*/ 62057 h 1534655"/>
                      <a:gd name="connsiteX2" fmla="*/ 1431641 w 2304256"/>
                      <a:gd name="connsiteY2" fmla="*/ 32428 h 1534655"/>
                      <a:gd name="connsiteX3" fmla="*/ 1671262 w 2304256"/>
                      <a:gd name="connsiteY3" fmla="*/ 62057 h 1534655"/>
                      <a:gd name="connsiteX4" fmla="*/ 2304256 w 2304256"/>
                      <a:gd name="connsiteY4" fmla="*/ 695051 h 1534655"/>
                      <a:gd name="connsiteX5" fmla="*/ 2304256 w 2304256"/>
                      <a:gd name="connsiteY5" fmla="*/ 869223 h 1534655"/>
                      <a:gd name="connsiteX6" fmla="*/ 1671262 w 2304256"/>
                      <a:gd name="connsiteY6" fmla="*/ 1502217 h 1534655"/>
                      <a:gd name="connsiteX7" fmla="*/ 1170384 w 2304256"/>
                      <a:gd name="connsiteY7" fmla="*/ 1534655 h 1534655"/>
                      <a:gd name="connsiteX8" fmla="*/ 632994 w 2304256"/>
                      <a:gd name="connsiteY8" fmla="*/ 1502217 h 1534655"/>
                      <a:gd name="connsiteX9" fmla="*/ 0 w 2304256"/>
                      <a:gd name="connsiteY9" fmla="*/ 869223 h 1534655"/>
                      <a:gd name="connsiteX10" fmla="*/ 0 w 2304256"/>
                      <a:gd name="connsiteY10" fmla="*/ 695051 h 1534655"/>
                      <a:gd name="connsiteX0" fmla="*/ 0 w 2304256"/>
                      <a:gd name="connsiteY0" fmla="*/ 705322 h 1544926"/>
                      <a:gd name="connsiteX1" fmla="*/ 632994 w 2304256"/>
                      <a:gd name="connsiteY1" fmla="*/ 72328 h 1544926"/>
                      <a:gd name="connsiteX2" fmla="*/ 1431641 w 2304256"/>
                      <a:gd name="connsiteY2" fmla="*/ 42699 h 1544926"/>
                      <a:gd name="connsiteX3" fmla="*/ 1671262 w 2304256"/>
                      <a:gd name="connsiteY3" fmla="*/ 72328 h 1544926"/>
                      <a:gd name="connsiteX4" fmla="*/ 2304256 w 2304256"/>
                      <a:gd name="connsiteY4" fmla="*/ 705322 h 1544926"/>
                      <a:gd name="connsiteX5" fmla="*/ 2304256 w 2304256"/>
                      <a:gd name="connsiteY5" fmla="*/ 879494 h 1544926"/>
                      <a:gd name="connsiteX6" fmla="*/ 1671262 w 2304256"/>
                      <a:gd name="connsiteY6" fmla="*/ 1512488 h 1544926"/>
                      <a:gd name="connsiteX7" fmla="*/ 1170384 w 2304256"/>
                      <a:gd name="connsiteY7" fmla="*/ 1544926 h 1544926"/>
                      <a:gd name="connsiteX8" fmla="*/ 632994 w 2304256"/>
                      <a:gd name="connsiteY8" fmla="*/ 1512488 h 1544926"/>
                      <a:gd name="connsiteX9" fmla="*/ 0 w 2304256"/>
                      <a:gd name="connsiteY9" fmla="*/ 879494 h 1544926"/>
                      <a:gd name="connsiteX10" fmla="*/ 0 w 2304256"/>
                      <a:gd name="connsiteY10" fmla="*/ 705322 h 1544926"/>
                      <a:gd name="connsiteX0" fmla="*/ 0 w 2304256"/>
                      <a:gd name="connsiteY0" fmla="*/ 632994 h 1472598"/>
                      <a:gd name="connsiteX1" fmla="*/ 632994 w 2304256"/>
                      <a:gd name="connsiteY1" fmla="*/ 0 h 1472598"/>
                      <a:gd name="connsiteX2" fmla="*/ 1671262 w 2304256"/>
                      <a:gd name="connsiteY2" fmla="*/ 0 h 1472598"/>
                      <a:gd name="connsiteX3" fmla="*/ 2304256 w 2304256"/>
                      <a:gd name="connsiteY3" fmla="*/ 632994 h 1472598"/>
                      <a:gd name="connsiteX4" fmla="*/ 2304256 w 2304256"/>
                      <a:gd name="connsiteY4" fmla="*/ 807166 h 1472598"/>
                      <a:gd name="connsiteX5" fmla="*/ 1671262 w 2304256"/>
                      <a:gd name="connsiteY5" fmla="*/ 1440160 h 1472598"/>
                      <a:gd name="connsiteX6" fmla="*/ 1170384 w 2304256"/>
                      <a:gd name="connsiteY6" fmla="*/ 1472598 h 1472598"/>
                      <a:gd name="connsiteX7" fmla="*/ 632994 w 2304256"/>
                      <a:gd name="connsiteY7" fmla="*/ 1440160 h 1472598"/>
                      <a:gd name="connsiteX8" fmla="*/ 0 w 2304256"/>
                      <a:gd name="connsiteY8" fmla="*/ 807166 h 1472598"/>
                      <a:gd name="connsiteX9" fmla="*/ 0 w 2304256"/>
                      <a:gd name="connsiteY9" fmla="*/ 632994 h 1472598"/>
                      <a:gd name="connsiteX0" fmla="*/ 0 w 2304256"/>
                      <a:gd name="connsiteY0" fmla="*/ 632994 h 1472598"/>
                      <a:gd name="connsiteX1" fmla="*/ 632994 w 2304256"/>
                      <a:gd name="connsiteY1" fmla="*/ 0 h 1472598"/>
                      <a:gd name="connsiteX2" fmla="*/ 1671262 w 2304256"/>
                      <a:gd name="connsiteY2" fmla="*/ 0 h 1472598"/>
                      <a:gd name="connsiteX3" fmla="*/ 2304256 w 2304256"/>
                      <a:gd name="connsiteY3" fmla="*/ 632994 h 1472598"/>
                      <a:gd name="connsiteX4" fmla="*/ 2304256 w 2304256"/>
                      <a:gd name="connsiteY4" fmla="*/ 807166 h 1472598"/>
                      <a:gd name="connsiteX5" fmla="*/ 1671262 w 2304256"/>
                      <a:gd name="connsiteY5" fmla="*/ 1440160 h 1472598"/>
                      <a:gd name="connsiteX6" fmla="*/ 1170384 w 2304256"/>
                      <a:gd name="connsiteY6" fmla="*/ 1472598 h 1472598"/>
                      <a:gd name="connsiteX7" fmla="*/ 632994 w 2304256"/>
                      <a:gd name="connsiteY7" fmla="*/ 1440160 h 1472598"/>
                      <a:gd name="connsiteX8" fmla="*/ 0 w 2304256"/>
                      <a:gd name="connsiteY8" fmla="*/ 807166 h 1472598"/>
                      <a:gd name="connsiteX9" fmla="*/ 0 w 2304256"/>
                      <a:gd name="connsiteY9" fmla="*/ 632994 h 1472598"/>
                      <a:gd name="connsiteX0" fmla="*/ 0 w 2304256"/>
                      <a:gd name="connsiteY0" fmla="*/ 704187 h 1543791"/>
                      <a:gd name="connsiteX1" fmla="*/ 632994 w 2304256"/>
                      <a:gd name="connsiteY1" fmla="*/ 71193 h 1543791"/>
                      <a:gd name="connsiteX2" fmla="*/ 1671262 w 2304256"/>
                      <a:gd name="connsiteY2" fmla="*/ 71193 h 1543791"/>
                      <a:gd name="connsiteX3" fmla="*/ 2304256 w 2304256"/>
                      <a:gd name="connsiteY3" fmla="*/ 704187 h 1543791"/>
                      <a:gd name="connsiteX4" fmla="*/ 2304256 w 2304256"/>
                      <a:gd name="connsiteY4" fmla="*/ 878359 h 1543791"/>
                      <a:gd name="connsiteX5" fmla="*/ 1671262 w 2304256"/>
                      <a:gd name="connsiteY5" fmla="*/ 1511353 h 1543791"/>
                      <a:gd name="connsiteX6" fmla="*/ 1170384 w 2304256"/>
                      <a:gd name="connsiteY6" fmla="*/ 1543791 h 1543791"/>
                      <a:gd name="connsiteX7" fmla="*/ 632994 w 2304256"/>
                      <a:gd name="connsiteY7" fmla="*/ 1511353 h 1543791"/>
                      <a:gd name="connsiteX8" fmla="*/ 0 w 2304256"/>
                      <a:gd name="connsiteY8" fmla="*/ 878359 h 1543791"/>
                      <a:gd name="connsiteX9" fmla="*/ 0 w 2304256"/>
                      <a:gd name="connsiteY9" fmla="*/ 704187 h 1543791"/>
                      <a:gd name="connsiteX0" fmla="*/ 0 w 2304256"/>
                      <a:gd name="connsiteY0" fmla="*/ 704187 h 1543791"/>
                      <a:gd name="connsiteX1" fmla="*/ 632994 w 2304256"/>
                      <a:gd name="connsiteY1" fmla="*/ 71193 h 1543791"/>
                      <a:gd name="connsiteX2" fmla="*/ 1671262 w 2304256"/>
                      <a:gd name="connsiteY2" fmla="*/ 71193 h 1543791"/>
                      <a:gd name="connsiteX3" fmla="*/ 2304256 w 2304256"/>
                      <a:gd name="connsiteY3" fmla="*/ 704187 h 1543791"/>
                      <a:gd name="connsiteX4" fmla="*/ 2304256 w 2304256"/>
                      <a:gd name="connsiteY4" fmla="*/ 878359 h 1543791"/>
                      <a:gd name="connsiteX5" fmla="*/ 1671262 w 2304256"/>
                      <a:gd name="connsiteY5" fmla="*/ 1511353 h 1543791"/>
                      <a:gd name="connsiteX6" fmla="*/ 1170384 w 2304256"/>
                      <a:gd name="connsiteY6" fmla="*/ 1543791 h 1543791"/>
                      <a:gd name="connsiteX7" fmla="*/ 632994 w 2304256"/>
                      <a:gd name="connsiteY7" fmla="*/ 1511353 h 1543791"/>
                      <a:gd name="connsiteX8" fmla="*/ 0 w 2304256"/>
                      <a:gd name="connsiteY8" fmla="*/ 878359 h 1543791"/>
                      <a:gd name="connsiteX9" fmla="*/ 0 w 2304256"/>
                      <a:gd name="connsiteY9" fmla="*/ 704187 h 1543791"/>
                      <a:gd name="connsiteX0" fmla="*/ 0 w 2304256"/>
                      <a:gd name="connsiteY0" fmla="*/ 704187 h 1543791"/>
                      <a:gd name="connsiteX1" fmla="*/ 632994 w 2304256"/>
                      <a:gd name="connsiteY1" fmla="*/ 71193 h 1543791"/>
                      <a:gd name="connsiteX2" fmla="*/ 1671262 w 2304256"/>
                      <a:gd name="connsiteY2" fmla="*/ 71193 h 1543791"/>
                      <a:gd name="connsiteX3" fmla="*/ 2304256 w 2304256"/>
                      <a:gd name="connsiteY3" fmla="*/ 704187 h 1543791"/>
                      <a:gd name="connsiteX4" fmla="*/ 2304256 w 2304256"/>
                      <a:gd name="connsiteY4" fmla="*/ 878359 h 1543791"/>
                      <a:gd name="connsiteX5" fmla="*/ 1671262 w 2304256"/>
                      <a:gd name="connsiteY5" fmla="*/ 1511353 h 1543791"/>
                      <a:gd name="connsiteX6" fmla="*/ 1170384 w 2304256"/>
                      <a:gd name="connsiteY6" fmla="*/ 1543791 h 1543791"/>
                      <a:gd name="connsiteX7" fmla="*/ 632994 w 2304256"/>
                      <a:gd name="connsiteY7" fmla="*/ 1511353 h 1543791"/>
                      <a:gd name="connsiteX8" fmla="*/ 0 w 2304256"/>
                      <a:gd name="connsiteY8" fmla="*/ 878359 h 1543791"/>
                      <a:gd name="connsiteX9" fmla="*/ 0 w 2304256"/>
                      <a:gd name="connsiteY9" fmla="*/ 704187 h 1543791"/>
                      <a:gd name="connsiteX0" fmla="*/ 0 w 2304256"/>
                      <a:gd name="connsiteY0" fmla="*/ 742300 h 1581904"/>
                      <a:gd name="connsiteX1" fmla="*/ 665651 w 2304256"/>
                      <a:gd name="connsiteY1" fmla="*/ 43992 h 1581904"/>
                      <a:gd name="connsiteX2" fmla="*/ 1671262 w 2304256"/>
                      <a:gd name="connsiteY2" fmla="*/ 109306 h 1581904"/>
                      <a:gd name="connsiteX3" fmla="*/ 2304256 w 2304256"/>
                      <a:gd name="connsiteY3" fmla="*/ 742300 h 1581904"/>
                      <a:gd name="connsiteX4" fmla="*/ 2304256 w 2304256"/>
                      <a:gd name="connsiteY4" fmla="*/ 916472 h 1581904"/>
                      <a:gd name="connsiteX5" fmla="*/ 1671262 w 2304256"/>
                      <a:gd name="connsiteY5" fmla="*/ 1549466 h 1581904"/>
                      <a:gd name="connsiteX6" fmla="*/ 1170384 w 2304256"/>
                      <a:gd name="connsiteY6" fmla="*/ 1581904 h 1581904"/>
                      <a:gd name="connsiteX7" fmla="*/ 632994 w 2304256"/>
                      <a:gd name="connsiteY7" fmla="*/ 1549466 h 1581904"/>
                      <a:gd name="connsiteX8" fmla="*/ 0 w 2304256"/>
                      <a:gd name="connsiteY8" fmla="*/ 916472 h 1581904"/>
                      <a:gd name="connsiteX9" fmla="*/ 0 w 2304256"/>
                      <a:gd name="connsiteY9" fmla="*/ 742300 h 1581904"/>
                      <a:gd name="connsiteX0" fmla="*/ 0 w 2304256"/>
                      <a:gd name="connsiteY0" fmla="*/ 721222 h 1560826"/>
                      <a:gd name="connsiteX1" fmla="*/ 622109 w 2304256"/>
                      <a:gd name="connsiteY1" fmla="*/ 55571 h 1560826"/>
                      <a:gd name="connsiteX2" fmla="*/ 1671262 w 2304256"/>
                      <a:gd name="connsiteY2" fmla="*/ 88228 h 1560826"/>
                      <a:gd name="connsiteX3" fmla="*/ 2304256 w 2304256"/>
                      <a:gd name="connsiteY3" fmla="*/ 721222 h 1560826"/>
                      <a:gd name="connsiteX4" fmla="*/ 2304256 w 2304256"/>
                      <a:gd name="connsiteY4" fmla="*/ 895394 h 1560826"/>
                      <a:gd name="connsiteX5" fmla="*/ 1671262 w 2304256"/>
                      <a:gd name="connsiteY5" fmla="*/ 1528388 h 1560826"/>
                      <a:gd name="connsiteX6" fmla="*/ 1170384 w 2304256"/>
                      <a:gd name="connsiteY6" fmla="*/ 1560826 h 1560826"/>
                      <a:gd name="connsiteX7" fmla="*/ 632994 w 2304256"/>
                      <a:gd name="connsiteY7" fmla="*/ 1528388 h 1560826"/>
                      <a:gd name="connsiteX8" fmla="*/ 0 w 2304256"/>
                      <a:gd name="connsiteY8" fmla="*/ 895394 h 1560826"/>
                      <a:gd name="connsiteX9" fmla="*/ 0 w 2304256"/>
                      <a:gd name="connsiteY9" fmla="*/ 721222 h 1560826"/>
                      <a:gd name="connsiteX0" fmla="*/ 0 w 2304256"/>
                      <a:gd name="connsiteY0" fmla="*/ 708108 h 1547712"/>
                      <a:gd name="connsiteX1" fmla="*/ 622109 w 2304256"/>
                      <a:gd name="connsiteY1" fmla="*/ 42457 h 1547712"/>
                      <a:gd name="connsiteX2" fmla="*/ 1671262 w 2304256"/>
                      <a:gd name="connsiteY2" fmla="*/ 75114 h 1547712"/>
                      <a:gd name="connsiteX3" fmla="*/ 2304256 w 2304256"/>
                      <a:gd name="connsiteY3" fmla="*/ 708108 h 1547712"/>
                      <a:gd name="connsiteX4" fmla="*/ 2304256 w 2304256"/>
                      <a:gd name="connsiteY4" fmla="*/ 882280 h 1547712"/>
                      <a:gd name="connsiteX5" fmla="*/ 1671262 w 2304256"/>
                      <a:gd name="connsiteY5" fmla="*/ 1515274 h 1547712"/>
                      <a:gd name="connsiteX6" fmla="*/ 1170384 w 2304256"/>
                      <a:gd name="connsiteY6" fmla="*/ 1547712 h 1547712"/>
                      <a:gd name="connsiteX7" fmla="*/ 632994 w 2304256"/>
                      <a:gd name="connsiteY7" fmla="*/ 1515274 h 1547712"/>
                      <a:gd name="connsiteX8" fmla="*/ 0 w 2304256"/>
                      <a:gd name="connsiteY8" fmla="*/ 882280 h 1547712"/>
                      <a:gd name="connsiteX9" fmla="*/ 0 w 2304256"/>
                      <a:gd name="connsiteY9" fmla="*/ 708108 h 1547712"/>
                      <a:gd name="connsiteX0" fmla="*/ 0 w 2304256"/>
                      <a:gd name="connsiteY0" fmla="*/ 719542 h 1559146"/>
                      <a:gd name="connsiteX1" fmla="*/ 622109 w 2304256"/>
                      <a:gd name="connsiteY1" fmla="*/ 53891 h 1559146"/>
                      <a:gd name="connsiteX2" fmla="*/ 1714805 w 2304256"/>
                      <a:gd name="connsiteY2" fmla="*/ 64776 h 1559146"/>
                      <a:gd name="connsiteX3" fmla="*/ 2304256 w 2304256"/>
                      <a:gd name="connsiteY3" fmla="*/ 719542 h 1559146"/>
                      <a:gd name="connsiteX4" fmla="*/ 2304256 w 2304256"/>
                      <a:gd name="connsiteY4" fmla="*/ 893714 h 1559146"/>
                      <a:gd name="connsiteX5" fmla="*/ 1671262 w 2304256"/>
                      <a:gd name="connsiteY5" fmla="*/ 1526708 h 1559146"/>
                      <a:gd name="connsiteX6" fmla="*/ 1170384 w 2304256"/>
                      <a:gd name="connsiteY6" fmla="*/ 1559146 h 1559146"/>
                      <a:gd name="connsiteX7" fmla="*/ 632994 w 2304256"/>
                      <a:gd name="connsiteY7" fmla="*/ 1526708 h 1559146"/>
                      <a:gd name="connsiteX8" fmla="*/ 0 w 2304256"/>
                      <a:gd name="connsiteY8" fmla="*/ 893714 h 1559146"/>
                      <a:gd name="connsiteX9" fmla="*/ 0 w 2304256"/>
                      <a:gd name="connsiteY9" fmla="*/ 719542 h 1559146"/>
                      <a:gd name="connsiteX0" fmla="*/ 0 w 2304256"/>
                      <a:gd name="connsiteY0" fmla="*/ 706676 h 1546280"/>
                      <a:gd name="connsiteX1" fmla="*/ 622109 w 2304256"/>
                      <a:gd name="connsiteY1" fmla="*/ 41025 h 1546280"/>
                      <a:gd name="connsiteX2" fmla="*/ 1714805 w 2304256"/>
                      <a:gd name="connsiteY2" fmla="*/ 51910 h 1546280"/>
                      <a:gd name="connsiteX3" fmla="*/ 2304256 w 2304256"/>
                      <a:gd name="connsiteY3" fmla="*/ 706676 h 1546280"/>
                      <a:gd name="connsiteX4" fmla="*/ 2304256 w 2304256"/>
                      <a:gd name="connsiteY4" fmla="*/ 880848 h 1546280"/>
                      <a:gd name="connsiteX5" fmla="*/ 1671262 w 2304256"/>
                      <a:gd name="connsiteY5" fmla="*/ 1513842 h 1546280"/>
                      <a:gd name="connsiteX6" fmla="*/ 1170384 w 2304256"/>
                      <a:gd name="connsiteY6" fmla="*/ 1546280 h 1546280"/>
                      <a:gd name="connsiteX7" fmla="*/ 632994 w 2304256"/>
                      <a:gd name="connsiteY7" fmla="*/ 1513842 h 1546280"/>
                      <a:gd name="connsiteX8" fmla="*/ 0 w 2304256"/>
                      <a:gd name="connsiteY8" fmla="*/ 880848 h 1546280"/>
                      <a:gd name="connsiteX9" fmla="*/ 0 w 2304256"/>
                      <a:gd name="connsiteY9" fmla="*/ 706676 h 1546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304256" h="1546280">
                        <a:moveTo>
                          <a:pt x="0" y="706676"/>
                        </a:moveTo>
                        <a:cubicBezTo>
                          <a:pt x="0" y="357083"/>
                          <a:pt x="337831" y="51911"/>
                          <a:pt x="622109" y="41025"/>
                        </a:cubicBezTo>
                        <a:cubicBezTo>
                          <a:pt x="965968" y="-10046"/>
                          <a:pt x="1425375" y="-20931"/>
                          <a:pt x="1714805" y="51910"/>
                        </a:cubicBezTo>
                        <a:cubicBezTo>
                          <a:pt x="2075284" y="128110"/>
                          <a:pt x="2304256" y="357083"/>
                          <a:pt x="2304256" y="706676"/>
                        </a:cubicBezTo>
                        <a:lnTo>
                          <a:pt x="2304256" y="880848"/>
                        </a:lnTo>
                        <a:cubicBezTo>
                          <a:pt x="2304256" y="1230441"/>
                          <a:pt x="2053512" y="1448528"/>
                          <a:pt x="1671262" y="1513842"/>
                        </a:cubicBezTo>
                        <a:cubicBezTo>
                          <a:pt x="1504303" y="1513769"/>
                          <a:pt x="1337343" y="1546353"/>
                          <a:pt x="1170384" y="1546280"/>
                        </a:cubicBezTo>
                        <a:lnTo>
                          <a:pt x="632994" y="1513842"/>
                        </a:lnTo>
                        <a:cubicBezTo>
                          <a:pt x="283401" y="1448528"/>
                          <a:pt x="0" y="1230441"/>
                          <a:pt x="0" y="880848"/>
                        </a:cubicBezTo>
                        <a:lnTo>
                          <a:pt x="0" y="706676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" name="椭圆 23"/>
                  <p:cNvSpPr/>
                  <p:nvPr/>
                </p:nvSpPr>
                <p:spPr>
                  <a:xfrm>
                    <a:off x="2987824" y="2457926"/>
                    <a:ext cx="432048" cy="50405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椭圆 24"/>
                  <p:cNvSpPr/>
                  <p:nvPr/>
                </p:nvSpPr>
                <p:spPr>
                  <a:xfrm>
                    <a:off x="395536" y="2457926"/>
                    <a:ext cx="432048" cy="50405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矩形 25"/>
                  <p:cNvSpPr/>
                  <p:nvPr/>
                </p:nvSpPr>
                <p:spPr>
                  <a:xfrm>
                    <a:off x="1547664" y="3898086"/>
                    <a:ext cx="165600" cy="382403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 dirty="0"/>
                  </a:p>
                </p:txBody>
              </p:sp>
              <p:sp>
                <p:nvSpPr>
                  <p:cNvPr id="27" name="矩形 26"/>
                  <p:cNvSpPr/>
                  <p:nvPr/>
                </p:nvSpPr>
                <p:spPr>
                  <a:xfrm>
                    <a:off x="2123728" y="3898086"/>
                    <a:ext cx="165600" cy="382403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5" name="梯形 14"/>
                <p:cNvSpPr/>
                <p:nvPr/>
              </p:nvSpPr>
              <p:spPr>
                <a:xfrm>
                  <a:off x="3275872" y="3435846"/>
                  <a:ext cx="144000" cy="72008"/>
                </a:xfrm>
                <a:prstGeom prst="trapezoid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梯形 15"/>
                <p:cNvSpPr/>
                <p:nvPr/>
              </p:nvSpPr>
              <p:spPr>
                <a:xfrm>
                  <a:off x="3690000" y="3435846"/>
                  <a:ext cx="136690" cy="72008"/>
                </a:xfrm>
                <a:prstGeom prst="trapezoid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新月形 12"/>
              <p:cNvSpPr/>
              <p:nvPr/>
            </p:nvSpPr>
            <p:spPr>
              <a:xfrm rot="5400000">
                <a:off x="6555688" y="1704019"/>
                <a:ext cx="82918" cy="500415"/>
              </a:xfrm>
              <a:prstGeom prst="mo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1595045" y="3534143"/>
              <a:ext cx="33689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218882" y="3534143"/>
              <a:ext cx="33689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35394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27493" y="3716327"/>
            <a:ext cx="3928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rgbClr val="FFFF00"/>
                </a:solidFill>
                <a:latin typeface="张海山锐谐体" pitchFamily="2" charset="-122"/>
                <a:ea typeface="张海山锐谐体" pitchFamily="2" charset="-122"/>
              </a:rPr>
              <a:t>通通不要</a:t>
            </a:r>
            <a:endParaRPr lang="zh-CN" altLang="en-US" sz="5400" dirty="0">
              <a:solidFill>
                <a:srgbClr val="FFFF00"/>
              </a:solidFill>
              <a:latin typeface="张海山锐谐体" pitchFamily="2" charset="-122"/>
              <a:ea typeface="张海山锐谐体" pitchFamily="2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3465352" y="218716"/>
            <a:ext cx="4347008" cy="2857090"/>
            <a:chOff x="2663992" y="-98493"/>
            <a:chExt cx="3564192" cy="2342581"/>
          </a:xfrm>
        </p:grpSpPr>
        <p:grpSp>
          <p:nvGrpSpPr>
            <p:cNvPr id="48" name="组合 47"/>
            <p:cNvGrpSpPr/>
            <p:nvPr/>
          </p:nvGrpSpPr>
          <p:grpSpPr>
            <a:xfrm>
              <a:off x="2663992" y="415312"/>
              <a:ext cx="3564192" cy="1413303"/>
              <a:chOff x="1907704" y="1908338"/>
              <a:chExt cx="3564192" cy="1413303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3978640" y="2139702"/>
                <a:ext cx="1439752" cy="42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生物理论</a:t>
                </a:r>
                <a:endParaRPr lang="zh-CN" alt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959728" y="2614141"/>
                <a:ext cx="1512168" cy="42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学习理论</a:t>
                </a:r>
                <a:endParaRPr lang="zh-CN" alt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943504" y="2139702"/>
                <a:ext cx="1656184" cy="42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诱因理论</a:t>
                </a:r>
                <a:endParaRPr lang="zh-CN" alt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943504" y="2614141"/>
                <a:ext cx="1629817" cy="42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强化理论</a:t>
                </a:r>
                <a:endParaRPr lang="zh-CN" alt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1907704" y="1908338"/>
                <a:ext cx="3528392" cy="141330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3304592" y="-98493"/>
              <a:ext cx="2105676" cy="2342581"/>
              <a:chOff x="3899029" y="840634"/>
              <a:chExt cx="214199" cy="238298"/>
            </a:xfrm>
            <a:solidFill>
              <a:schemeClr val="bg1"/>
            </a:solidFill>
          </p:grpSpPr>
          <p:sp>
            <p:nvSpPr>
              <p:cNvPr id="69" name="矩形 68"/>
              <p:cNvSpPr/>
              <p:nvPr/>
            </p:nvSpPr>
            <p:spPr>
              <a:xfrm rot="18900000">
                <a:off x="3975254" y="840634"/>
                <a:ext cx="34840" cy="23829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/>
              <p:nvPr/>
            </p:nvSpPr>
            <p:spPr>
              <a:xfrm rot="13500000">
                <a:off x="3988709" y="854782"/>
                <a:ext cx="34840" cy="21419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2" name="TextBox 71"/>
          <p:cNvSpPr txBox="1"/>
          <p:nvPr/>
        </p:nvSpPr>
        <p:spPr>
          <a:xfrm>
            <a:off x="3694436" y="3003798"/>
            <a:ext cx="5486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仔细研究过这些理论后决定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 rot="900000">
            <a:off x="6879659" y="3596855"/>
            <a:ext cx="864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 smtClean="0">
                <a:solidFill>
                  <a:srgbClr val="FFFF00"/>
                </a:solidFill>
                <a:latin typeface="张海山锐谐体" pitchFamily="2" charset="-122"/>
                <a:ea typeface="张海山锐谐体" pitchFamily="2" charset="-122"/>
              </a:rPr>
              <a:t>!</a:t>
            </a:r>
            <a:endParaRPr lang="zh-CN" altLang="en-US" sz="7200" dirty="0">
              <a:solidFill>
                <a:srgbClr val="FFFF00"/>
              </a:solidFill>
              <a:latin typeface="张海山锐谐体" pitchFamily="2" charset="-122"/>
              <a:ea typeface="张海山锐谐体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323528" y="-13354"/>
            <a:ext cx="1872208" cy="5177392"/>
            <a:chOff x="323528" y="-13354"/>
            <a:chExt cx="1872208" cy="5177392"/>
          </a:xfrm>
        </p:grpSpPr>
        <p:sp>
          <p:nvSpPr>
            <p:cNvPr id="50" name="矩形 49"/>
            <p:cNvSpPr/>
            <p:nvPr/>
          </p:nvSpPr>
          <p:spPr>
            <a:xfrm>
              <a:off x="323528" y="-13354"/>
              <a:ext cx="1872208" cy="5177392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539552" y="-1"/>
              <a:ext cx="1425716" cy="516403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755576" y="-13354"/>
              <a:ext cx="1008112" cy="5177391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71600" y="559405"/>
              <a:ext cx="504056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rgbClr val="FFFF66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决定行为的</a:t>
              </a:r>
              <a:endParaRPr lang="en-US" altLang="zh-CN" sz="3200" b="1" dirty="0" smtClean="0">
                <a:solidFill>
                  <a:srgbClr val="FFFF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3200" b="1" dirty="0">
                  <a:solidFill>
                    <a:srgbClr val="FFFF66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四</a:t>
              </a:r>
              <a:r>
                <a:rPr lang="zh-CN" altLang="en-US" sz="3200" b="1" dirty="0" smtClean="0">
                  <a:solidFill>
                    <a:srgbClr val="FFFF66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因素</a:t>
              </a:r>
              <a:endParaRPr lang="zh-CN" altLang="en-US" sz="3200" b="1" dirty="0">
                <a:solidFill>
                  <a:srgbClr val="FFFF6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107658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7584" y="699541"/>
            <a:ext cx="917969" cy="983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3194642" y="2715766"/>
            <a:ext cx="5265790" cy="1761812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19872" y="2731383"/>
            <a:ext cx="38529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过硬</a:t>
            </a:r>
            <a:r>
              <a:rPr lang="zh-CN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的产品</a:t>
            </a:r>
            <a:r>
              <a:rPr lang="zh-CN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质量</a:t>
            </a:r>
            <a:r>
              <a:rPr lang="zh-CN" alt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极</a:t>
            </a:r>
            <a:r>
              <a:rPr lang="zh-CN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佳的服务</a:t>
            </a:r>
            <a:r>
              <a:rPr lang="zh-CN" altLang="zh-CN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体验</a:t>
            </a:r>
            <a:endParaRPr lang="en-US" altLang="zh-CN" sz="28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35696" y="731480"/>
            <a:ext cx="669674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微博上</a:t>
            </a:r>
            <a:r>
              <a:rPr lang="zh-CN" altLang="en-US" sz="19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用户意见的快速回应、用户</a:t>
            </a:r>
            <a:r>
              <a:rPr lang="zh-CN" altLang="en-US" sz="19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建议的积极</a:t>
            </a:r>
            <a:r>
              <a:rPr lang="zh-CN" altLang="en-US" sz="19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互动  。。。 </a:t>
            </a:r>
            <a:endParaRPr lang="zh-CN" altLang="en-US" sz="1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39311" y="1246570"/>
            <a:ext cx="712517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微信上</a:t>
            </a:r>
            <a:r>
              <a:rPr lang="zh-CN" altLang="en-US" sz="19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各产品详尽信息的推</a:t>
            </a:r>
            <a:r>
              <a:rPr lang="zh-CN" altLang="en-US" sz="19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送、常见问题的关键字</a:t>
            </a:r>
            <a:r>
              <a:rPr lang="zh-CN" altLang="en-US" sz="19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检索  。。。</a:t>
            </a:r>
            <a:endParaRPr lang="zh-CN" altLang="en-US" sz="1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419872" y="3685490"/>
            <a:ext cx="511256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2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永远是</a:t>
            </a:r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所有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任何</a:t>
            </a:r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营销的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必要</a:t>
            </a:r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前提</a:t>
            </a:r>
            <a:r>
              <a:rPr lang="zh-CN" altLang="zh-CN" sz="22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endParaRPr lang="en-US" altLang="zh-CN" sz="22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所有最终</a:t>
            </a:r>
            <a:r>
              <a:rPr lang="zh-CN" altLang="en-US" sz="22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购买</a:t>
            </a:r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行为</a:t>
            </a:r>
            <a:r>
              <a:rPr lang="zh-CN" altLang="zh-CN" sz="22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根本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决定性</a:t>
            </a:r>
            <a:r>
              <a:rPr lang="zh-CN" altLang="zh-CN" sz="22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因素</a:t>
            </a:r>
            <a:r>
              <a:rPr lang="zh-CN" altLang="en-US" sz="2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1691679" y="2859782"/>
            <a:ext cx="1502963" cy="1446550"/>
            <a:chOff x="2121276" y="1947485"/>
            <a:chExt cx="1419465" cy="1347154"/>
          </a:xfrm>
        </p:grpSpPr>
        <p:sp>
          <p:nvSpPr>
            <p:cNvPr id="28" name="TextBox 27"/>
            <p:cNvSpPr txBox="1"/>
            <p:nvPr/>
          </p:nvSpPr>
          <p:spPr>
            <a:xfrm>
              <a:off x="2156008" y="1947485"/>
              <a:ext cx="1384733" cy="1347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营销真谛</a:t>
              </a:r>
              <a:endParaRPr lang="zh-CN" altLang="en-US" sz="4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2121276" y="1986002"/>
              <a:ext cx="1299951" cy="1308637"/>
            </a:xfrm>
            <a:prstGeom prst="rect">
              <a:avLst/>
            </a:prstGeom>
            <a:noFill/>
            <a:ln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827584" y="699542"/>
            <a:ext cx="1152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需要的是</a:t>
            </a:r>
            <a:endParaRPr lang="zh-CN" altLang="en-US" sz="28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4918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22930"/>
            <a:ext cx="9144000" cy="2029726"/>
          </a:xfrm>
          <a:prstGeom prst="rect">
            <a:avLst/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1920" y="1779662"/>
            <a:ext cx="5616624" cy="1365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走进心理学</a:t>
            </a:r>
            <a:endParaRPr lang="en-US" altLang="zh-CN" sz="3600" b="1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6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走进新媒体营销</a:t>
            </a:r>
            <a:endParaRPr lang="zh-CN" altLang="en-US" sz="3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51920" y="3804885"/>
            <a:ext cx="46805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THE END</a:t>
            </a:r>
            <a:endParaRPr lang="zh-CN" altLang="en-US" sz="60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 descr="http://4www.golden-book.com/ProductImage/060201-060230/9787115138804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4110">
            <a:off x="1442172" y="1208524"/>
            <a:ext cx="1938131" cy="248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53524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600" dirty="0">
            <a:solidFill>
              <a:srgbClr val="FFFF00"/>
            </a:solidFill>
            <a:latin typeface="方正粗倩简体" pitchFamily="65" charset="-122"/>
            <a:ea typeface="方正粗倩简体" pitchFamily="65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580</Words>
  <Application>Microsoft Office PowerPoint</Application>
  <PresentationFormat>全屏显示(16:9)</PresentationFormat>
  <Paragraphs>124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ＭＳ Ｐゴシック</vt:lpstr>
      <vt:lpstr>方正粗倩简体</vt:lpstr>
      <vt:lpstr>宋体</vt:lpstr>
      <vt:lpstr>微软雅黑</vt:lpstr>
      <vt:lpstr>叶根友疾风草书</vt:lpstr>
      <vt:lpstr>张海山锐谐体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小巴</cp:lastModifiedBy>
  <cp:revision>108</cp:revision>
  <dcterms:created xsi:type="dcterms:W3CDTF">2014-07-19T11:28:22Z</dcterms:created>
  <dcterms:modified xsi:type="dcterms:W3CDTF">2014-07-29T06:41:56Z</dcterms:modified>
</cp:coreProperties>
</file>