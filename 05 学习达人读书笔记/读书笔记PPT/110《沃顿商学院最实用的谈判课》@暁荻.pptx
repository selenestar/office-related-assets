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1" r:id="rId13"/>
    <p:sldId id="266" r:id="rId14"/>
    <p:sldId id="267" r:id="rId15"/>
    <p:sldId id="272" r:id="rId16"/>
    <p:sldId id="268" r:id="rId17"/>
    <p:sldId id="273" r:id="rId18"/>
    <p:sldId id="269" r:id="rId19"/>
    <p:sldId id="270" r:id="rId20"/>
    <p:sldId id="274" r:id="rId21"/>
    <p:sldId id="275" r:id="rId22"/>
  </p:sldIdLst>
  <p:sldSz cx="9144000" cy="5715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  <a:srgbClr val="E5030E"/>
    <a:srgbClr val="28797D"/>
    <a:srgbClr val="8F348F"/>
    <a:srgbClr val="217E34"/>
    <a:srgbClr val="1AB2F2"/>
    <a:srgbClr val="FBB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1" autoAdjust="0"/>
    <p:restoredTop sz="94151" autoAdjust="0"/>
  </p:normalViewPr>
  <p:slideViewPr>
    <p:cSldViewPr>
      <p:cViewPr varScale="1">
        <p:scale>
          <a:sx n="88" d="100"/>
          <a:sy n="88" d="100"/>
        </p:scale>
        <p:origin x="954" y="9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F2B0B-CB96-471C-9697-ACC02CC77DFA}" type="datetimeFigureOut">
              <a:rPr lang="zh-CN" altLang="en-US" smtClean="0"/>
              <a:t>2014/5/21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A45B72-1158-473B-B0B2-8B385677C4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78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A45B72-1158-473B-B0B2-8B385677C49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986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A45B72-1158-473B-B0B2-8B385677C49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453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A45B72-1158-473B-B0B2-8B385677C49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439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E78BA-1165-4232-B1B7-D919BF8BD126}" type="datetimeFigureOut">
              <a:rPr lang="zh-CN" altLang="en-US" smtClean="0"/>
              <a:t>2014/5/21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8C130-20AC-4970-94EB-F828396C4F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8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E78BA-1165-4232-B1B7-D919BF8BD126}" type="datetimeFigureOut">
              <a:rPr lang="zh-CN" altLang="en-US" smtClean="0"/>
              <a:t>2014/5/21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8C130-20AC-4970-94EB-F828396C4F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086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E78BA-1165-4232-B1B7-D919BF8BD126}" type="datetimeFigureOut">
              <a:rPr lang="zh-CN" altLang="en-US" smtClean="0"/>
              <a:t>2014/5/21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8C130-20AC-4970-94EB-F828396C4F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82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E78BA-1165-4232-B1B7-D919BF8BD126}" type="datetimeFigureOut">
              <a:rPr lang="zh-CN" altLang="en-US" smtClean="0"/>
              <a:t>2014/5/21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8C130-20AC-4970-94EB-F828396C4F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36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E78BA-1165-4232-B1B7-D919BF8BD126}" type="datetimeFigureOut">
              <a:rPr lang="zh-CN" altLang="en-US" smtClean="0"/>
              <a:t>2014/5/21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8C130-20AC-4970-94EB-F828396C4F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213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E78BA-1165-4232-B1B7-D919BF8BD126}" type="datetimeFigureOut">
              <a:rPr lang="zh-CN" altLang="en-US" smtClean="0"/>
              <a:t>2014/5/21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8C130-20AC-4970-94EB-F828396C4F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294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E78BA-1165-4232-B1B7-D919BF8BD126}" type="datetimeFigureOut">
              <a:rPr lang="zh-CN" altLang="en-US" smtClean="0"/>
              <a:t>2014/5/21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8C130-20AC-4970-94EB-F828396C4F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832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E78BA-1165-4232-B1B7-D919BF8BD126}" type="datetimeFigureOut">
              <a:rPr lang="zh-CN" altLang="en-US" smtClean="0"/>
              <a:t>2014/5/21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8C130-20AC-4970-94EB-F828396C4F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783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E78BA-1165-4232-B1B7-D919BF8BD126}" type="datetimeFigureOut">
              <a:rPr lang="zh-CN" altLang="en-US" smtClean="0"/>
              <a:t>2014/5/21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8C130-20AC-4970-94EB-F828396C4F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8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E78BA-1165-4232-B1B7-D919BF8BD126}" type="datetimeFigureOut">
              <a:rPr lang="zh-CN" altLang="en-US" smtClean="0"/>
              <a:t>2014/5/21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8C130-20AC-4970-94EB-F828396C4F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135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E78BA-1165-4232-B1B7-D919BF8BD126}" type="datetimeFigureOut">
              <a:rPr lang="zh-CN" altLang="en-US" smtClean="0"/>
              <a:t>2014/5/21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8C130-20AC-4970-94EB-F828396C4F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797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3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9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84C2EC-F852-470A-A9DD-86F0A59AC289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1443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BA8B93-8351-4898-BB24-564053CE230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85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B5B81E-7CF0-4F5B-9FF8-B9F51549063A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346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5"/>
            <a:ext cx="3886200" cy="362611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5"/>
            <a:ext cx="3886200" cy="362611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D4D57-6B8A-480D-AA65-EF318E8BA923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16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70"/>
            <a:ext cx="3868340" cy="6865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400970"/>
            <a:ext cx="3887391" cy="6865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087563"/>
            <a:ext cx="3887391" cy="307049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F1E0D-3DB7-4B98-B5A2-0BD6175C0CFB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6863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7E9454-2E4F-4179-AC26-B45346A8E5E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7664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A2A7E-54E6-4B9A-B9F2-26045CE35D3E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1143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4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499"/>
            <a:ext cx="2949178" cy="317632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F94B2-F66F-4EE6-B1E1-D241C68DB758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3961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4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499"/>
            <a:ext cx="2949178" cy="317632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B78EF-B977-4F0E-A8A5-6144ED39888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5751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183D7-0B93-4594-ACC5-74436FEF7CD1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0622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1"/>
            <a:ext cx="1971675" cy="484319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04271"/>
            <a:ext cx="5800725" cy="484319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8372D8-672D-457D-A7E8-104FA1A9EB7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154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E78BA-1165-4232-B1B7-D919BF8BD126}" type="datetimeFigureOut">
              <a:rPr lang="zh-CN" altLang="en-US" smtClean="0"/>
              <a:t>2014/5/21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8C130-20AC-4970-94EB-F828396C4F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79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5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B7F8D54-5516-4B2E-AB95-6F67C90F4696}" type="slidenum">
              <a:rPr lang="zh-CN" altLang="zh-CN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539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椭圆 66"/>
          <p:cNvSpPr/>
          <p:nvPr/>
        </p:nvSpPr>
        <p:spPr>
          <a:xfrm>
            <a:off x="254083" y="4251550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1379316" y="4242017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/>
          <p:cNvSpPr/>
          <p:nvPr/>
        </p:nvSpPr>
        <p:spPr>
          <a:xfrm>
            <a:off x="2493710" y="4251550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/>
          <p:cNvSpPr/>
          <p:nvPr/>
        </p:nvSpPr>
        <p:spPr>
          <a:xfrm>
            <a:off x="5864312" y="4242017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/>
          <p:cNvSpPr/>
          <p:nvPr/>
        </p:nvSpPr>
        <p:spPr>
          <a:xfrm>
            <a:off x="6994812" y="4245827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/>
          <p:cNvSpPr/>
          <p:nvPr/>
        </p:nvSpPr>
        <p:spPr>
          <a:xfrm>
            <a:off x="8100778" y="4242016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794" y="2962546"/>
            <a:ext cx="2045367" cy="2416802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58" t="15591" r="-132" b="8268"/>
          <a:stretch/>
        </p:blipFill>
        <p:spPr>
          <a:xfrm>
            <a:off x="-72189" y="0"/>
            <a:ext cx="9312442" cy="4054642"/>
          </a:xfrm>
          <a:custGeom>
            <a:avLst/>
            <a:gdLst>
              <a:gd name="connsiteX0" fmla="*/ 0 w 9218443"/>
              <a:gd name="connsiteY0" fmla="*/ 0 h 4054642"/>
              <a:gd name="connsiteX1" fmla="*/ 9218443 w 9218443"/>
              <a:gd name="connsiteY1" fmla="*/ 0 h 4054642"/>
              <a:gd name="connsiteX2" fmla="*/ 9218443 w 9218443"/>
              <a:gd name="connsiteY2" fmla="*/ 4054642 h 4054642"/>
              <a:gd name="connsiteX3" fmla="*/ 6115423 w 9218443"/>
              <a:gd name="connsiteY3" fmla="*/ 4054642 h 4054642"/>
              <a:gd name="connsiteX4" fmla="*/ 4647570 w 9218443"/>
              <a:gd name="connsiteY4" fmla="*/ 2586789 h 4054642"/>
              <a:gd name="connsiteX5" fmla="*/ 3179717 w 9218443"/>
              <a:gd name="connsiteY5" fmla="*/ 4054642 h 4054642"/>
              <a:gd name="connsiteX6" fmla="*/ 0 w 9218443"/>
              <a:gd name="connsiteY6" fmla="*/ 4054642 h 405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18443" h="4054642">
                <a:moveTo>
                  <a:pt x="0" y="0"/>
                </a:moveTo>
                <a:lnTo>
                  <a:pt x="9218443" y="0"/>
                </a:lnTo>
                <a:lnTo>
                  <a:pt x="9218443" y="4054642"/>
                </a:lnTo>
                <a:lnTo>
                  <a:pt x="6115423" y="4054642"/>
                </a:lnTo>
                <a:cubicBezTo>
                  <a:pt x="6115423" y="3243969"/>
                  <a:pt x="5458243" y="2586789"/>
                  <a:pt x="4647570" y="2586789"/>
                </a:cubicBezTo>
                <a:cubicBezTo>
                  <a:pt x="3836897" y="2586789"/>
                  <a:pt x="3179717" y="3243969"/>
                  <a:pt x="3179717" y="4054642"/>
                </a:cubicBezTo>
                <a:lnTo>
                  <a:pt x="0" y="4054642"/>
                </a:lnTo>
                <a:close/>
              </a:path>
            </a:pathLst>
          </a:custGeom>
        </p:spPr>
      </p:pic>
      <p:sp>
        <p:nvSpPr>
          <p:cNvPr id="74" name="文本框 73"/>
          <p:cNvSpPr txBox="1"/>
          <p:nvPr/>
        </p:nvSpPr>
        <p:spPr>
          <a:xfrm>
            <a:off x="1564105" y="1395663"/>
            <a:ext cx="184731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81" name="文本框 80"/>
          <p:cNvSpPr txBox="1"/>
          <p:nvPr/>
        </p:nvSpPr>
        <p:spPr>
          <a:xfrm>
            <a:off x="3027260" y="542373"/>
            <a:ext cx="32624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沃顿商学院</a:t>
            </a:r>
            <a:endParaRPr lang="en-US" altLang="zh-CN" sz="4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最实用谈判课</a:t>
            </a:r>
          </a:p>
        </p:txBody>
      </p:sp>
      <p:cxnSp>
        <p:nvCxnSpPr>
          <p:cNvPr id="83" name="直接连接符 82"/>
          <p:cNvCxnSpPr/>
          <p:nvPr/>
        </p:nvCxnSpPr>
        <p:spPr>
          <a:xfrm>
            <a:off x="854242" y="1900989"/>
            <a:ext cx="76708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1957835" y="1936167"/>
            <a:ext cx="5705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作者：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G. 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理查德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尔    翻译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：林民旺    </a:t>
            </a:r>
            <a:r>
              <a:rPr lang="en-US" altLang="zh-CN" sz="1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：暁荻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1" name="组合 180"/>
          <p:cNvGrpSpPr/>
          <p:nvPr/>
        </p:nvGrpSpPr>
        <p:grpSpPr>
          <a:xfrm>
            <a:off x="5994886" y="4387848"/>
            <a:ext cx="647682" cy="647682"/>
            <a:chOff x="5925978" y="4289874"/>
            <a:chExt cx="799484" cy="799484"/>
          </a:xfrm>
        </p:grpSpPr>
        <p:sp>
          <p:nvSpPr>
            <p:cNvPr id="78" name="椭圆 77"/>
            <p:cNvSpPr/>
            <p:nvPr/>
          </p:nvSpPr>
          <p:spPr>
            <a:xfrm>
              <a:off x="5925978" y="4289874"/>
              <a:ext cx="799484" cy="799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1" name="Group 657"/>
            <p:cNvGrpSpPr>
              <a:grpSpLocks/>
            </p:cNvGrpSpPr>
            <p:nvPr/>
          </p:nvGrpSpPr>
          <p:grpSpPr bwMode="auto">
            <a:xfrm>
              <a:off x="5988282" y="4503675"/>
              <a:ext cx="674876" cy="373314"/>
              <a:chOff x="3646" y="4088"/>
              <a:chExt cx="1003" cy="555"/>
            </a:xfrm>
            <a:solidFill>
              <a:schemeClr val="bg1"/>
            </a:solidFill>
          </p:grpSpPr>
          <p:grpSp>
            <p:nvGrpSpPr>
              <p:cNvPr id="102" name="Group 655"/>
              <p:cNvGrpSpPr>
                <a:grpSpLocks/>
              </p:cNvGrpSpPr>
              <p:nvPr/>
            </p:nvGrpSpPr>
            <p:grpSpPr bwMode="auto">
              <a:xfrm>
                <a:off x="3646" y="4088"/>
                <a:ext cx="1003" cy="555"/>
                <a:chOff x="3132" y="4264"/>
                <a:chExt cx="1125" cy="623"/>
              </a:xfrm>
              <a:grpFill/>
            </p:grpSpPr>
            <p:sp>
              <p:nvSpPr>
                <p:cNvPr id="104" name="Freeform 652"/>
                <p:cNvSpPr>
                  <a:spLocks noEditPoints="1"/>
                </p:cNvSpPr>
                <p:nvPr/>
              </p:nvSpPr>
              <p:spPr bwMode="auto">
                <a:xfrm>
                  <a:off x="3132" y="4264"/>
                  <a:ext cx="1125" cy="623"/>
                </a:xfrm>
                <a:custGeom>
                  <a:avLst/>
                  <a:gdLst>
                    <a:gd name="T0" fmla="*/ 15972 w 16875"/>
                    <a:gd name="T1" fmla="*/ 6015 h 9345"/>
                    <a:gd name="T2" fmla="*/ 14508 w 16875"/>
                    <a:gd name="T3" fmla="*/ 7426 h 9345"/>
                    <a:gd name="T4" fmla="*/ 10994 w 16875"/>
                    <a:gd name="T5" fmla="*/ 9069 h 9345"/>
                    <a:gd name="T6" fmla="*/ 6792 w 16875"/>
                    <a:gd name="T7" fmla="*/ 9233 h 9345"/>
                    <a:gd name="T8" fmla="*/ 3091 w 16875"/>
                    <a:gd name="T9" fmla="*/ 7919 h 9345"/>
                    <a:gd name="T10" fmla="*/ 1152 w 16875"/>
                    <a:gd name="T11" fmla="*/ 6297 h 9345"/>
                    <a:gd name="T12" fmla="*/ 148 w 16875"/>
                    <a:gd name="T13" fmla="*/ 4932 h 9345"/>
                    <a:gd name="T14" fmla="*/ 793 w 16875"/>
                    <a:gd name="T15" fmla="*/ 3484 h 9345"/>
                    <a:gd name="T16" fmla="*/ 2037 w 16875"/>
                    <a:gd name="T17" fmla="*/ 2194 h 9345"/>
                    <a:gd name="T18" fmla="*/ 5470 w 16875"/>
                    <a:gd name="T19" fmla="*/ 386 h 9345"/>
                    <a:gd name="T20" fmla="*/ 9642 w 16875"/>
                    <a:gd name="T21" fmla="*/ 57 h 9345"/>
                    <a:gd name="T22" fmla="*/ 13427 w 16875"/>
                    <a:gd name="T23" fmla="*/ 1207 h 9345"/>
                    <a:gd name="T24" fmla="*/ 15608 w 16875"/>
                    <a:gd name="T25" fmla="*/ 2918 h 9345"/>
                    <a:gd name="T26" fmla="*/ 16629 w 16875"/>
                    <a:gd name="T27" fmla="*/ 4261 h 9345"/>
                    <a:gd name="T28" fmla="*/ 14588 w 16875"/>
                    <a:gd name="T29" fmla="*/ 3690 h 9345"/>
                    <a:gd name="T30" fmla="*/ 12754 w 16875"/>
                    <a:gd name="T31" fmla="*/ 2138 h 9345"/>
                    <a:gd name="T32" fmla="*/ 10331 w 16875"/>
                    <a:gd name="T33" fmla="*/ 1226 h 9345"/>
                    <a:gd name="T34" fmla="*/ 10980 w 16875"/>
                    <a:gd name="T35" fmla="*/ 1741 h 9345"/>
                    <a:gd name="T36" fmla="*/ 11802 w 16875"/>
                    <a:gd name="T37" fmla="*/ 2677 h 9345"/>
                    <a:gd name="T38" fmla="*/ 12280 w 16875"/>
                    <a:gd name="T39" fmla="*/ 3836 h 9345"/>
                    <a:gd name="T40" fmla="*/ 12348 w 16875"/>
                    <a:gd name="T41" fmla="*/ 5103 h 9345"/>
                    <a:gd name="T42" fmla="*/ 12014 w 16875"/>
                    <a:gd name="T43" fmla="*/ 6287 h 9345"/>
                    <a:gd name="T44" fmla="*/ 11301 w 16875"/>
                    <a:gd name="T45" fmla="*/ 7314 h 9345"/>
                    <a:gd name="T46" fmla="*/ 10320 w 16875"/>
                    <a:gd name="T47" fmla="*/ 8055 h 9345"/>
                    <a:gd name="T48" fmla="*/ 12817 w 16875"/>
                    <a:gd name="T49" fmla="*/ 7206 h 9345"/>
                    <a:gd name="T50" fmla="*/ 15271 w 16875"/>
                    <a:gd name="T51" fmla="*/ 4679 h 9345"/>
                    <a:gd name="T52" fmla="*/ 11297 w 16875"/>
                    <a:gd name="T53" fmla="*/ 3445 h 9345"/>
                    <a:gd name="T54" fmla="*/ 10465 w 16875"/>
                    <a:gd name="T55" fmla="*/ 2365 h 9345"/>
                    <a:gd name="T56" fmla="*/ 9279 w 16875"/>
                    <a:gd name="T57" fmla="*/ 1736 h 9345"/>
                    <a:gd name="T58" fmla="*/ 8143 w 16875"/>
                    <a:gd name="T59" fmla="*/ 1643 h 9345"/>
                    <a:gd name="T60" fmla="*/ 7226 w 16875"/>
                    <a:gd name="T61" fmla="*/ 1872 h 9345"/>
                    <a:gd name="T62" fmla="*/ 3736 w 16875"/>
                    <a:gd name="T63" fmla="*/ 2352 h 9345"/>
                    <a:gd name="T64" fmla="*/ 1728 w 16875"/>
                    <a:gd name="T65" fmla="*/ 4888 h 9345"/>
                    <a:gd name="T66" fmla="*/ 2599 w 16875"/>
                    <a:gd name="T67" fmla="*/ 6014 h 9345"/>
                    <a:gd name="T68" fmla="*/ 4344 w 16875"/>
                    <a:gd name="T69" fmla="*/ 7341 h 9345"/>
                    <a:gd name="T70" fmla="*/ 6796 w 16875"/>
                    <a:gd name="T71" fmla="*/ 8178 h 9345"/>
                    <a:gd name="T72" fmla="*/ 5763 w 16875"/>
                    <a:gd name="T73" fmla="*/ 7505 h 9345"/>
                    <a:gd name="T74" fmla="*/ 4988 w 16875"/>
                    <a:gd name="T75" fmla="*/ 6533 h 9345"/>
                    <a:gd name="T76" fmla="*/ 4566 w 16875"/>
                    <a:gd name="T77" fmla="*/ 5377 h 9345"/>
                    <a:gd name="T78" fmla="*/ 4566 w 16875"/>
                    <a:gd name="T79" fmla="*/ 3989 h 9345"/>
                    <a:gd name="T80" fmla="*/ 5362 w 16875"/>
                    <a:gd name="T81" fmla="*/ 4184 h 9345"/>
                    <a:gd name="T82" fmla="*/ 5427 w 16875"/>
                    <a:gd name="T83" fmla="*/ 5504 h 9345"/>
                    <a:gd name="T84" fmla="*/ 6072 w 16875"/>
                    <a:gd name="T85" fmla="*/ 6666 h 9345"/>
                    <a:gd name="T86" fmla="*/ 7174 w 16875"/>
                    <a:gd name="T87" fmla="*/ 7473 h 9345"/>
                    <a:gd name="T88" fmla="*/ 8518 w 16875"/>
                    <a:gd name="T89" fmla="*/ 7724 h 9345"/>
                    <a:gd name="T90" fmla="*/ 9836 w 16875"/>
                    <a:gd name="T91" fmla="*/ 7411 h 9345"/>
                    <a:gd name="T92" fmla="*/ 10903 w 16875"/>
                    <a:gd name="T93" fmla="*/ 6549 h 9345"/>
                    <a:gd name="T94" fmla="*/ 11482 w 16875"/>
                    <a:gd name="T95" fmla="*/ 5361 h 9345"/>
                    <a:gd name="T96" fmla="*/ 10754 w 16875"/>
                    <a:gd name="T97" fmla="*/ 5137 h 9345"/>
                    <a:gd name="T98" fmla="*/ 10340 w 16875"/>
                    <a:gd name="T99" fmla="*/ 6045 h 9345"/>
                    <a:gd name="T100" fmla="*/ 9545 w 16875"/>
                    <a:gd name="T101" fmla="*/ 6723 h 9345"/>
                    <a:gd name="T102" fmla="*/ 8558 w 16875"/>
                    <a:gd name="T103" fmla="*/ 6984 h 9345"/>
                    <a:gd name="T104" fmla="*/ 7528 w 16875"/>
                    <a:gd name="T105" fmla="*/ 6817 h 9345"/>
                    <a:gd name="T106" fmla="*/ 6683 w 16875"/>
                    <a:gd name="T107" fmla="*/ 6223 h 9345"/>
                    <a:gd name="T108" fmla="*/ 6174 w 16875"/>
                    <a:gd name="T109" fmla="*/ 5354 h 9345"/>
                    <a:gd name="T110" fmla="*/ 6099 w 16875"/>
                    <a:gd name="T111" fmla="*/ 4366 h 9345"/>
                    <a:gd name="T112" fmla="*/ 7843 w 16875"/>
                    <a:gd name="T113" fmla="*/ 2446 h 9345"/>
                    <a:gd name="T114" fmla="*/ 8906 w 16875"/>
                    <a:gd name="T115" fmla="*/ 2411 h 9345"/>
                    <a:gd name="T116" fmla="*/ 9835 w 16875"/>
                    <a:gd name="T117" fmla="*/ 2815 h 9345"/>
                    <a:gd name="T118" fmla="*/ 10527 w 16875"/>
                    <a:gd name="T119" fmla="*/ 3593 h 9345"/>
                    <a:gd name="T120" fmla="*/ 10795 w 16875"/>
                    <a:gd name="T121" fmla="*/ 4561 h 93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6875" h="9345">
                      <a:moveTo>
                        <a:pt x="16875" y="4679"/>
                      </a:moveTo>
                      <a:lnTo>
                        <a:pt x="16828" y="4764"/>
                      </a:lnTo>
                      <a:lnTo>
                        <a:pt x="16779" y="4849"/>
                      </a:lnTo>
                      <a:lnTo>
                        <a:pt x="16729" y="4932"/>
                      </a:lnTo>
                      <a:lnTo>
                        <a:pt x="16680" y="5014"/>
                      </a:lnTo>
                      <a:lnTo>
                        <a:pt x="16629" y="5095"/>
                      </a:lnTo>
                      <a:lnTo>
                        <a:pt x="16579" y="5176"/>
                      </a:lnTo>
                      <a:lnTo>
                        <a:pt x="16526" y="5256"/>
                      </a:lnTo>
                      <a:lnTo>
                        <a:pt x="16474" y="5335"/>
                      </a:lnTo>
                      <a:lnTo>
                        <a:pt x="16420" y="5415"/>
                      </a:lnTo>
                      <a:lnTo>
                        <a:pt x="16368" y="5493"/>
                      </a:lnTo>
                      <a:lnTo>
                        <a:pt x="16313" y="5569"/>
                      </a:lnTo>
                      <a:lnTo>
                        <a:pt x="16258" y="5645"/>
                      </a:lnTo>
                      <a:lnTo>
                        <a:pt x="16202" y="5721"/>
                      </a:lnTo>
                      <a:lnTo>
                        <a:pt x="16145" y="5795"/>
                      </a:lnTo>
                      <a:lnTo>
                        <a:pt x="16088" y="5870"/>
                      </a:lnTo>
                      <a:lnTo>
                        <a:pt x="16031" y="5943"/>
                      </a:lnTo>
                      <a:lnTo>
                        <a:pt x="15972" y="6015"/>
                      </a:lnTo>
                      <a:lnTo>
                        <a:pt x="15913" y="6086"/>
                      </a:lnTo>
                      <a:lnTo>
                        <a:pt x="15854" y="6158"/>
                      </a:lnTo>
                      <a:lnTo>
                        <a:pt x="15793" y="6227"/>
                      </a:lnTo>
                      <a:lnTo>
                        <a:pt x="15732" y="6297"/>
                      </a:lnTo>
                      <a:lnTo>
                        <a:pt x="15671" y="6365"/>
                      </a:lnTo>
                      <a:lnTo>
                        <a:pt x="15608" y="6433"/>
                      </a:lnTo>
                      <a:lnTo>
                        <a:pt x="15545" y="6499"/>
                      </a:lnTo>
                      <a:lnTo>
                        <a:pt x="15481" y="6566"/>
                      </a:lnTo>
                      <a:lnTo>
                        <a:pt x="15416" y="6631"/>
                      </a:lnTo>
                      <a:lnTo>
                        <a:pt x="15352" y="6695"/>
                      </a:lnTo>
                      <a:lnTo>
                        <a:pt x="15286" y="6759"/>
                      </a:lnTo>
                      <a:lnTo>
                        <a:pt x="15219" y="6823"/>
                      </a:lnTo>
                      <a:lnTo>
                        <a:pt x="15152" y="6885"/>
                      </a:lnTo>
                      <a:lnTo>
                        <a:pt x="15084" y="6946"/>
                      </a:lnTo>
                      <a:lnTo>
                        <a:pt x="15016" y="7007"/>
                      </a:lnTo>
                      <a:lnTo>
                        <a:pt x="14849" y="7152"/>
                      </a:lnTo>
                      <a:lnTo>
                        <a:pt x="14680" y="7291"/>
                      </a:lnTo>
                      <a:lnTo>
                        <a:pt x="14508" y="7426"/>
                      </a:lnTo>
                      <a:lnTo>
                        <a:pt x="14334" y="7555"/>
                      </a:lnTo>
                      <a:lnTo>
                        <a:pt x="14158" y="7681"/>
                      </a:lnTo>
                      <a:lnTo>
                        <a:pt x="13979" y="7802"/>
                      </a:lnTo>
                      <a:lnTo>
                        <a:pt x="13797" y="7919"/>
                      </a:lnTo>
                      <a:lnTo>
                        <a:pt x="13614" y="8031"/>
                      </a:lnTo>
                      <a:lnTo>
                        <a:pt x="13427" y="8138"/>
                      </a:lnTo>
                      <a:lnTo>
                        <a:pt x="13238" y="8240"/>
                      </a:lnTo>
                      <a:lnTo>
                        <a:pt x="13046" y="8338"/>
                      </a:lnTo>
                      <a:lnTo>
                        <a:pt x="12852" y="8432"/>
                      </a:lnTo>
                      <a:lnTo>
                        <a:pt x="12656" y="8522"/>
                      </a:lnTo>
                      <a:lnTo>
                        <a:pt x="12457" y="8606"/>
                      </a:lnTo>
                      <a:lnTo>
                        <a:pt x="12255" y="8686"/>
                      </a:lnTo>
                      <a:lnTo>
                        <a:pt x="12051" y="8761"/>
                      </a:lnTo>
                      <a:lnTo>
                        <a:pt x="11845" y="8832"/>
                      </a:lnTo>
                      <a:lnTo>
                        <a:pt x="11635" y="8898"/>
                      </a:lnTo>
                      <a:lnTo>
                        <a:pt x="11424" y="8959"/>
                      </a:lnTo>
                      <a:lnTo>
                        <a:pt x="11210" y="9016"/>
                      </a:lnTo>
                      <a:lnTo>
                        <a:pt x="10994" y="9069"/>
                      </a:lnTo>
                      <a:lnTo>
                        <a:pt x="10775" y="9117"/>
                      </a:lnTo>
                      <a:lnTo>
                        <a:pt x="10553" y="9161"/>
                      </a:lnTo>
                      <a:lnTo>
                        <a:pt x="10329" y="9200"/>
                      </a:lnTo>
                      <a:lnTo>
                        <a:pt x="10103" y="9233"/>
                      </a:lnTo>
                      <a:lnTo>
                        <a:pt x="9874" y="9263"/>
                      </a:lnTo>
                      <a:lnTo>
                        <a:pt x="9642" y="9288"/>
                      </a:lnTo>
                      <a:lnTo>
                        <a:pt x="9408" y="9308"/>
                      </a:lnTo>
                      <a:lnTo>
                        <a:pt x="9172" y="9325"/>
                      </a:lnTo>
                      <a:lnTo>
                        <a:pt x="8933" y="9336"/>
                      </a:lnTo>
                      <a:lnTo>
                        <a:pt x="8692" y="9343"/>
                      </a:lnTo>
                      <a:lnTo>
                        <a:pt x="8448" y="9345"/>
                      </a:lnTo>
                      <a:lnTo>
                        <a:pt x="8203" y="9343"/>
                      </a:lnTo>
                      <a:lnTo>
                        <a:pt x="7962" y="9336"/>
                      </a:lnTo>
                      <a:lnTo>
                        <a:pt x="7723" y="9325"/>
                      </a:lnTo>
                      <a:lnTo>
                        <a:pt x="7487" y="9308"/>
                      </a:lnTo>
                      <a:lnTo>
                        <a:pt x="7253" y="9288"/>
                      </a:lnTo>
                      <a:lnTo>
                        <a:pt x="7021" y="9263"/>
                      </a:lnTo>
                      <a:lnTo>
                        <a:pt x="6792" y="9233"/>
                      </a:lnTo>
                      <a:lnTo>
                        <a:pt x="6565" y="9200"/>
                      </a:lnTo>
                      <a:lnTo>
                        <a:pt x="6341" y="9161"/>
                      </a:lnTo>
                      <a:lnTo>
                        <a:pt x="6119" y="9117"/>
                      </a:lnTo>
                      <a:lnTo>
                        <a:pt x="5900" y="9069"/>
                      </a:lnTo>
                      <a:lnTo>
                        <a:pt x="5684" y="9016"/>
                      </a:lnTo>
                      <a:lnTo>
                        <a:pt x="5470" y="8959"/>
                      </a:lnTo>
                      <a:lnTo>
                        <a:pt x="5258" y="8898"/>
                      </a:lnTo>
                      <a:lnTo>
                        <a:pt x="5048" y="8832"/>
                      </a:lnTo>
                      <a:lnTo>
                        <a:pt x="4841" y="8761"/>
                      </a:lnTo>
                      <a:lnTo>
                        <a:pt x="4636" y="8686"/>
                      </a:lnTo>
                      <a:lnTo>
                        <a:pt x="4435" y="8606"/>
                      </a:lnTo>
                      <a:lnTo>
                        <a:pt x="4236" y="8522"/>
                      </a:lnTo>
                      <a:lnTo>
                        <a:pt x="4038" y="8432"/>
                      </a:lnTo>
                      <a:lnTo>
                        <a:pt x="3844" y="8338"/>
                      </a:lnTo>
                      <a:lnTo>
                        <a:pt x="3652" y="8240"/>
                      </a:lnTo>
                      <a:lnTo>
                        <a:pt x="3463" y="8138"/>
                      </a:lnTo>
                      <a:lnTo>
                        <a:pt x="3276" y="8031"/>
                      </a:lnTo>
                      <a:lnTo>
                        <a:pt x="3091" y="7919"/>
                      </a:lnTo>
                      <a:lnTo>
                        <a:pt x="2909" y="7802"/>
                      </a:lnTo>
                      <a:lnTo>
                        <a:pt x="2730" y="7681"/>
                      </a:lnTo>
                      <a:lnTo>
                        <a:pt x="2552" y="7555"/>
                      </a:lnTo>
                      <a:lnTo>
                        <a:pt x="2378" y="7426"/>
                      </a:lnTo>
                      <a:lnTo>
                        <a:pt x="2206" y="7291"/>
                      </a:lnTo>
                      <a:lnTo>
                        <a:pt x="2037" y="7152"/>
                      </a:lnTo>
                      <a:lnTo>
                        <a:pt x="1869" y="7007"/>
                      </a:lnTo>
                      <a:lnTo>
                        <a:pt x="1800" y="6946"/>
                      </a:lnTo>
                      <a:lnTo>
                        <a:pt x="1733" y="6885"/>
                      </a:lnTo>
                      <a:lnTo>
                        <a:pt x="1665" y="6823"/>
                      </a:lnTo>
                      <a:lnTo>
                        <a:pt x="1599" y="6759"/>
                      </a:lnTo>
                      <a:lnTo>
                        <a:pt x="1534" y="6695"/>
                      </a:lnTo>
                      <a:lnTo>
                        <a:pt x="1468" y="6631"/>
                      </a:lnTo>
                      <a:lnTo>
                        <a:pt x="1404" y="6566"/>
                      </a:lnTo>
                      <a:lnTo>
                        <a:pt x="1339" y="6499"/>
                      </a:lnTo>
                      <a:lnTo>
                        <a:pt x="1276" y="6433"/>
                      </a:lnTo>
                      <a:lnTo>
                        <a:pt x="1214" y="6365"/>
                      </a:lnTo>
                      <a:lnTo>
                        <a:pt x="1152" y="6297"/>
                      </a:lnTo>
                      <a:lnTo>
                        <a:pt x="1091" y="6227"/>
                      </a:lnTo>
                      <a:lnTo>
                        <a:pt x="1029" y="6158"/>
                      </a:lnTo>
                      <a:lnTo>
                        <a:pt x="969" y="6086"/>
                      </a:lnTo>
                      <a:lnTo>
                        <a:pt x="910" y="6015"/>
                      </a:lnTo>
                      <a:lnTo>
                        <a:pt x="851" y="5943"/>
                      </a:lnTo>
                      <a:lnTo>
                        <a:pt x="793" y="5870"/>
                      </a:lnTo>
                      <a:lnTo>
                        <a:pt x="736" y="5795"/>
                      </a:lnTo>
                      <a:lnTo>
                        <a:pt x="679" y="5721"/>
                      </a:lnTo>
                      <a:lnTo>
                        <a:pt x="623" y="5645"/>
                      </a:lnTo>
                      <a:lnTo>
                        <a:pt x="567" y="5569"/>
                      </a:lnTo>
                      <a:lnTo>
                        <a:pt x="513" y="5493"/>
                      </a:lnTo>
                      <a:lnTo>
                        <a:pt x="459" y="5415"/>
                      </a:lnTo>
                      <a:lnTo>
                        <a:pt x="405" y="5335"/>
                      </a:lnTo>
                      <a:lnTo>
                        <a:pt x="352" y="5256"/>
                      </a:lnTo>
                      <a:lnTo>
                        <a:pt x="301" y="5176"/>
                      </a:lnTo>
                      <a:lnTo>
                        <a:pt x="249" y="5095"/>
                      </a:lnTo>
                      <a:lnTo>
                        <a:pt x="197" y="5014"/>
                      </a:lnTo>
                      <a:lnTo>
                        <a:pt x="148" y="4932"/>
                      </a:lnTo>
                      <a:lnTo>
                        <a:pt x="97" y="4849"/>
                      </a:lnTo>
                      <a:lnTo>
                        <a:pt x="49" y="4764"/>
                      </a:lnTo>
                      <a:lnTo>
                        <a:pt x="0" y="4679"/>
                      </a:lnTo>
                      <a:lnTo>
                        <a:pt x="49" y="4595"/>
                      </a:lnTo>
                      <a:lnTo>
                        <a:pt x="97" y="4510"/>
                      </a:lnTo>
                      <a:lnTo>
                        <a:pt x="148" y="4426"/>
                      </a:lnTo>
                      <a:lnTo>
                        <a:pt x="197" y="4344"/>
                      </a:lnTo>
                      <a:lnTo>
                        <a:pt x="249" y="4261"/>
                      </a:lnTo>
                      <a:lnTo>
                        <a:pt x="301" y="4180"/>
                      </a:lnTo>
                      <a:lnTo>
                        <a:pt x="352" y="4100"/>
                      </a:lnTo>
                      <a:lnTo>
                        <a:pt x="405" y="4020"/>
                      </a:lnTo>
                      <a:lnTo>
                        <a:pt x="459" y="3941"/>
                      </a:lnTo>
                      <a:lnTo>
                        <a:pt x="513" y="3863"/>
                      </a:lnTo>
                      <a:lnTo>
                        <a:pt x="567" y="3786"/>
                      </a:lnTo>
                      <a:lnTo>
                        <a:pt x="623" y="3709"/>
                      </a:lnTo>
                      <a:lnTo>
                        <a:pt x="679" y="3633"/>
                      </a:lnTo>
                      <a:lnTo>
                        <a:pt x="736" y="3558"/>
                      </a:lnTo>
                      <a:lnTo>
                        <a:pt x="793" y="3484"/>
                      </a:lnTo>
                      <a:lnTo>
                        <a:pt x="851" y="3411"/>
                      </a:lnTo>
                      <a:lnTo>
                        <a:pt x="910" y="3338"/>
                      </a:lnTo>
                      <a:lnTo>
                        <a:pt x="969" y="3265"/>
                      </a:lnTo>
                      <a:lnTo>
                        <a:pt x="1029" y="3195"/>
                      </a:lnTo>
                      <a:lnTo>
                        <a:pt x="1091" y="3124"/>
                      </a:lnTo>
                      <a:lnTo>
                        <a:pt x="1152" y="3055"/>
                      </a:lnTo>
                      <a:lnTo>
                        <a:pt x="1214" y="2986"/>
                      </a:lnTo>
                      <a:lnTo>
                        <a:pt x="1276" y="2918"/>
                      </a:lnTo>
                      <a:lnTo>
                        <a:pt x="1339" y="2850"/>
                      </a:lnTo>
                      <a:lnTo>
                        <a:pt x="1404" y="2784"/>
                      </a:lnTo>
                      <a:lnTo>
                        <a:pt x="1468" y="2717"/>
                      </a:lnTo>
                      <a:lnTo>
                        <a:pt x="1534" y="2652"/>
                      </a:lnTo>
                      <a:lnTo>
                        <a:pt x="1599" y="2588"/>
                      </a:lnTo>
                      <a:lnTo>
                        <a:pt x="1665" y="2524"/>
                      </a:lnTo>
                      <a:lnTo>
                        <a:pt x="1733" y="2461"/>
                      </a:lnTo>
                      <a:lnTo>
                        <a:pt x="1800" y="2399"/>
                      </a:lnTo>
                      <a:lnTo>
                        <a:pt x="1869" y="2338"/>
                      </a:lnTo>
                      <a:lnTo>
                        <a:pt x="2037" y="2194"/>
                      </a:lnTo>
                      <a:lnTo>
                        <a:pt x="2206" y="2054"/>
                      </a:lnTo>
                      <a:lnTo>
                        <a:pt x="2378" y="1919"/>
                      </a:lnTo>
                      <a:lnTo>
                        <a:pt x="2552" y="1790"/>
                      </a:lnTo>
                      <a:lnTo>
                        <a:pt x="2730" y="1664"/>
                      </a:lnTo>
                      <a:lnTo>
                        <a:pt x="2909" y="1543"/>
                      </a:lnTo>
                      <a:lnTo>
                        <a:pt x="3091" y="1426"/>
                      </a:lnTo>
                      <a:lnTo>
                        <a:pt x="3276" y="1314"/>
                      </a:lnTo>
                      <a:lnTo>
                        <a:pt x="3463" y="1207"/>
                      </a:lnTo>
                      <a:lnTo>
                        <a:pt x="3652" y="1105"/>
                      </a:lnTo>
                      <a:lnTo>
                        <a:pt x="3844" y="1007"/>
                      </a:lnTo>
                      <a:lnTo>
                        <a:pt x="4038" y="913"/>
                      </a:lnTo>
                      <a:lnTo>
                        <a:pt x="4236" y="824"/>
                      </a:lnTo>
                      <a:lnTo>
                        <a:pt x="4435" y="739"/>
                      </a:lnTo>
                      <a:lnTo>
                        <a:pt x="4636" y="660"/>
                      </a:lnTo>
                      <a:lnTo>
                        <a:pt x="4841" y="584"/>
                      </a:lnTo>
                      <a:lnTo>
                        <a:pt x="5048" y="513"/>
                      </a:lnTo>
                      <a:lnTo>
                        <a:pt x="5258" y="447"/>
                      </a:lnTo>
                      <a:lnTo>
                        <a:pt x="5470" y="386"/>
                      </a:lnTo>
                      <a:lnTo>
                        <a:pt x="5684" y="329"/>
                      </a:lnTo>
                      <a:lnTo>
                        <a:pt x="5900" y="276"/>
                      </a:lnTo>
                      <a:lnTo>
                        <a:pt x="6119" y="228"/>
                      </a:lnTo>
                      <a:lnTo>
                        <a:pt x="6341" y="184"/>
                      </a:lnTo>
                      <a:lnTo>
                        <a:pt x="6565" y="145"/>
                      </a:lnTo>
                      <a:lnTo>
                        <a:pt x="6792" y="112"/>
                      </a:lnTo>
                      <a:lnTo>
                        <a:pt x="7021" y="82"/>
                      </a:lnTo>
                      <a:lnTo>
                        <a:pt x="7253" y="57"/>
                      </a:lnTo>
                      <a:lnTo>
                        <a:pt x="7487" y="37"/>
                      </a:lnTo>
                      <a:lnTo>
                        <a:pt x="7723" y="20"/>
                      </a:lnTo>
                      <a:lnTo>
                        <a:pt x="7962" y="9"/>
                      </a:lnTo>
                      <a:lnTo>
                        <a:pt x="8203" y="2"/>
                      </a:lnTo>
                      <a:lnTo>
                        <a:pt x="8448" y="0"/>
                      </a:lnTo>
                      <a:lnTo>
                        <a:pt x="8692" y="2"/>
                      </a:lnTo>
                      <a:lnTo>
                        <a:pt x="8933" y="9"/>
                      </a:lnTo>
                      <a:lnTo>
                        <a:pt x="9172" y="20"/>
                      </a:lnTo>
                      <a:lnTo>
                        <a:pt x="9408" y="37"/>
                      </a:lnTo>
                      <a:lnTo>
                        <a:pt x="9642" y="57"/>
                      </a:lnTo>
                      <a:lnTo>
                        <a:pt x="9874" y="82"/>
                      </a:lnTo>
                      <a:lnTo>
                        <a:pt x="10103" y="112"/>
                      </a:lnTo>
                      <a:lnTo>
                        <a:pt x="10329" y="145"/>
                      </a:lnTo>
                      <a:lnTo>
                        <a:pt x="10553" y="184"/>
                      </a:lnTo>
                      <a:lnTo>
                        <a:pt x="10775" y="228"/>
                      </a:lnTo>
                      <a:lnTo>
                        <a:pt x="10994" y="276"/>
                      </a:lnTo>
                      <a:lnTo>
                        <a:pt x="11210" y="329"/>
                      </a:lnTo>
                      <a:lnTo>
                        <a:pt x="11424" y="386"/>
                      </a:lnTo>
                      <a:lnTo>
                        <a:pt x="11635" y="447"/>
                      </a:lnTo>
                      <a:lnTo>
                        <a:pt x="11845" y="513"/>
                      </a:lnTo>
                      <a:lnTo>
                        <a:pt x="12051" y="584"/>
                      </a:lnTo>
                      <a:lnTo>
                        <a:pt x="12255" y="660"/>
                      </a:lnTo>
                      <a:lnTo>
                        <a:pt x="12457" y="739"/>
                      </a:lnTo>
                      <a:lnTo>
                        <a:pt x="12656" y="824"/>
                      </a:lnTo>
                      <a:lnTo>
                        <a:pt x="12852" y="913"/>
                      </a:lnTo>
                      <a:lnTo>
                        <a:pt x="13046" y="1007"/>
                      </a:lnTo>
                      <a:lnTo>
                        <a:pt x="13238" y="1105"/>
                      </a:lnTo>
                      <a:lnTo>
                        <a:pt x="13427" y="1207"/>
                      </a:lnTo>
                      <a:lnTo>
                        <a:pt x="13614" y="1314"/>
                      </a:lnTo>
                      <a:lnTo>
                        <a:pt x="13797" y="1426"/>
                      </a:lnTo>
                      <a:lnTo>
                        <a:pt x="13979" y="1543"/>
                      </a:lnTo>
                      <a:lnTo>
                        <a:pt x="14158" y="1664"/>
                      </a:lnTo>
                      <a:lnTo>
                        <a:pt x="14334" y="1790"/>
                      </a:lnTo>
                      <a:lnTo>
                        <a:pt x="14508" y="1919"/>
                      </a:lnTo>
                      <a:lnTo>
                        <a:pt x="14680" y="2054"/>
                      </a:lnTo>
                      <a:lnTo>
                        <a:pt x="14849" y="2194"/>
                      </a:lnTo>
                      <a:lnTo>
                        <a:pt x="15016" y="2338"/>
                      </a:lnTo>
                      <a:lnTo>
                        <a:pt x="15084" y="2399"/>
                      </a:lnTo>
                      <a:lnTo>
                        <a:pt x="15152" y="2461"/>
                      </a:lnTo>
                      <a:lnTo>
                        <a:pt x="15219" y="2524"/>
                      </a:lnTo>
                      <a:lnTo>
                        <a:pt x="15286" y="2588"/>
                      </a:lnTo>
                      <a:lnTo>
                        <a:pt x="15352" y="2652"/>
                      </a:lnTo>
                      <a:lnTo>
                        <a:pt x="15416" y="2717"/>
                      </a:lnTo>
                      <a:lnTo>
                        <a:pt x="15481" y="2784"/>
                      </a:lnTo>
                      <a:lnTo>
                        <a:pt x="15545" y="2850"/>
                      </a:lnTo>
                      <a:lnTo>
                        <a:pt x="15608" y="2918"/>
                      </a:lnTo>
                      <a:lnTo>
                        <a:pt x="15671" y="2986"/>
                      </a:lnTo>
                      <a:lnTo>
                        <a:pt x="15732" y="3055"/>
                      </a:lnTo>
                      <a:lnTo>
                        <a:pt x="15793" y="3124"/>
                      </a:lnTo>
                      <a:lnTo>
                        <a:pt x="15854" y="3195"/>
                      </a:lnTo>
                      <a:lnTo>
                        <a:pt x="15913" y="3265"/>
                      </a:lnTo>
                      <a:lnTo>
                        <a:pt x="15972" y="3338"/>
                      </a:lnTo>
                      <a:lnTo>
                        <a:pt x="16031" y="3411"/>
                      </a:lnTo>
                      <a:lnTo>
                        <a:pt x="16088" y="3484"/>
                      </a:lnTo>
                      <a:lnTo>
                        <a:pt x="16145" y="3558"/>
                      </a:lnTo>
                      <a:lnTo>
                        <a:pt x="16202" y="3633"/>
                      </a:lnTo>
                      <a:lnTo>
                        <a:pt x="16258" y="3709"/>
                      </a:lnTo>
                      <a:lnTo>
                        <a:pt x="16313" y="3786"/>
                      </a:lnTo>
                      <a:lnTo>
                        <a:pt x="16368" y="3863"/>
                      </a:lnTo>
                      <a:lnTo>
                        <a:pt x="16420" y="3941"/>
                      </a:lnTo>
                      <a:lnTo>
                        <a:pt x="16474" y="4020"/>
                      </a:lnTo>
                      <a:lnTo>
                        <a:pt x="16526" y="4100"/>
                      </a:lnTo>
                      <a:lnTo>
                        <a:pt x="16579" y="4180"/>
                      </a:lnTo>
                      <a:lnTo>
                        <a:pt x="16629" y="4261"/>
                      </a:lnTo>
                      <a:lnTo>
                        <a:pt x="16680" y="4344"/>
                      </a:lnTo>
                      <a:lnTo>
                        <a:pt x="16729" y="4426"/>
                      </a:lnTo>
                      <a:lnTo>
                        <a:pt x="16779" y="4510"/>
                      </a:lnTo>
                      <a:lnTo>
                        <a:pt x="16828" y="4595"/>
                      </a:lnTo>
                      <a:lnTo>
                        <a:pt x="16875" y="4679"/>
                      </a:lnTo>
                      <a:close/>
                      <a:moveTo>
                        <a:pt x="15271" y="4679"/>
                      </a:moveTo>
                      <a:lnTo>
                        <a:pt x="15210" y="4574"/>
                      </a:lnTo>
                      <a:lnTo>
                        <a:pt x="15147" y="4470"/>
                      </a:lnTo>
                      <a:lnTo>
                        <a:pt x="15116" y="4420"/>
                      </a:lnTo>
                      <a:lnTo>
                        <a:pt x="15084" y="4368"/>
                      </a:lnTo>
                      <a:lnTo>
                        <a:pt x="15051" y="4317"/>
                      </a:lnTo>
                      <a:lnTo>
                        <a:pt x="15018" y="4268"/>
                      </a:lnTo>
                      <a:lnTo>
                        <a:pt x="14950" y="4168"/>
                      </a:lnTo>
                      <a:lnTo>
                        <a:pt x="14882" y="4070"/>
                      </a:lnTo>
                      <a:lnTo>
                        <a:pt x="14811" y="3973"/>
                      </a:lnTo>
                      <a:lnTo>
                        <a:pt x="14738" y="3877"/>
                      </a:lnTo>
                      <a:lnTo>
                        <a:pt x="14664" y="3783"/>
                      </a:lnTo>
                      <a:lnTo>
                        <a:pt x="14588" y="3690"/>
                      </a:lnTo>
                      <a:lnTo>
                        <a:pt x="14511" y="3598"/>
                      </a:lnTo>
                      <a:lnTo>
                        <a:pt x="14433" y="3509"/>
                      </a:lnTo>
                      <a:lnTo>
                        <a:pt x="14352" y="3420"/>
                      </a:lnTo>
                      <a:lnTo>
                        <a:pt x="14271" y="3333"/>
                      </a:lnTo>
                      <a:lnTo>
                        <a:pt x="14188" y="3247"/>
                      </a:lnTo>
                      <a:lnTo>
                        <a:pt x="14103" y="3163"/>
                      </a:lnTo>
                      <a:lnTo>
                        <a:pt x="13999" y="3065"/>
                      </a:lnTo>
                      <a:lnTo>
                        <a:pt x="13892" y="2969"/>
                      </a:lnTo>
                      <a:lnTo>
                        <a:pt x="13786" y="2875"/>
                      </a:lnTo>
                      <a:lnTo>
                        <a:pt x="13677" y="2784"/>
                      </a:lnTo>
                      <a:lnTo>
                        <a:pt x="13566" y="2695"/>
                      </a:lnTo>
                      <a:lnTo>
                        <a:pt x="13455" y="2609"/>
                      </a:lnTo>
                      <a:lnTo>
                        <a:pt x="13342" y="2524"/>
                      </a:lnTo>
                      <a:lnTo>
                        <a:pt x="13228" y="2442"/>
                      </a:lnTo>
                      <a:lnTo>
                        <a:pt x="13111" y="2363"/>
                      </a:lnTo>
                      <a:lnTo>
                        <a:pt x="12994" y="2285"/>
                      </a:lnTo>
                      <a:lnTo>
                        <a:pt x="12875" y="2210"/>
                      </a:lnTo>
                      <a:lnTo>
                        <a:pt x="12754" y="2138"/>
                      </a:lnTo>
                      <a:lnTo>
                        <a:pt x="12632" y="2067"/>
                      </a:lnTo>
                      <a:lnTo>
                        <a:pt x="12509" y="1999"/>
                      </a:lnTo>
                      <a:lnTo>
                        <a:pt x="12384" y="1933"/>
                      </a:lnTo>
                      <a:lnTo>
                        <a:pt x="12258" y="1870"/>
                      </a:lnTo>
                      <a:lnTo>
                        <a:pt x="12129" y="1809"/>
                      </a:lnTo>
                      <a:lnTo>
                        <a:pt x="12000" y="1750"/>
                      </a:lnTo>
                      <a:lnTo>
                        <a:pt x="11869" y="1694"/>
                      </a:lnTo>
                      <a:lnTo>
                        <a:pt x="11737" y="1640"/>
                      </a:lnTo>
                      <a:lnTo>
                        <a:pt x="11603" y="1587"/>
                      </a:lnTo>
                      <a:lnTo>
                        <a:pt x="11468" y="1538"/>
                      </a:lnTo>
                      <a:lnTo>
                        <a:pt x="11331" y="1491"/>
                      </a:lnTo>
                      <a:lnTo>
                        <a:pt x="11192" y="1446"/>
                      </a:lnTo>
                      <a:lnTo>
                        <a:pt x="11052" y="1404"/>
                      </a:lnTo>
                      <a:lnTo>
                        <a:pt x="10911" y="1363"/>
                      </a:lnTo>
                      <a:lnTo>
                        <a:pt x="10768" y="1326"/>
                      </a:lnTo>
                      <a:lnTo>
                        <a:pt x="10624" y="1290"/>
                      </a:lnTo>
                      <a:lnTo>
                        <a:pt x="10478" y="1256"/>
                      </a:lnTo>
                      <a:lnTo>
                        <a:pt x="10331" y="1226"/>
                      </a:lnTo>
                      <a:lnTo>
                        <a:pt x="10182" y="1197"/>
                      </a:lnTo>
                      <a:lnTo>
                        <a:pt x="10031" y="1171"/>
                      </a:lnTo>
                      <a:lnTo>
                        <a:pt x="10097" y="1199"/>
                      </a:lnTo>
                      <a:lnTo>
                        <a:pt x="10162" y="1229"/>
                      </a:lnTo>
                      <a:lnTo>
                        <a:pt x="10225" y="1259"/>
                      </a:lnTo>
                      <a:lnTo>
                        <a:pt x="10288" y="1290"/>
                      </a:lnTo>
                      <a:lnTo>
                        <a:pt x="10351" y="1323"/>
                      </a:lnTo>
                      <a:lnTo>
                        <a:pt x="10412" y="1355"/>
                      </a:lnTo>
                      <a:lnTo>
                        <a:pt x="10472" y="1390"/>
                      </a:lnTo>
                      <a:lnTo>
                        <a:pt x="10532" y="1425"/>
                      </a:lnTo>
                      <a:lnTo>
                        <a:pt x="10591" y="1462"/>
                      </a:lnTo>
                      <a:lnTo>
                        <a:pt x="10649" y="1499"/>
                      </a:lnTo>
                      <a:lnTo>
                        <a:pt x="10706" y="1537"/>
                      </a:lnTo>
                      <a:lnTo>
                        <a:pt x="10763" y="1576"/>
                      </a:lnTo>
                      <a:lnTo>
                        <a:pt x="10818" y="1616"/>
                      </a:lnTo>
                      <a:lnTo>
                        <a:pt x="10874" y="1657"/>
                      </a:lnTo>
                      <a:lnTo>
                        <a:pt x="10928" y="1698"/>
                      </a:lnTo>
                      <a:lnTo>
                        <a:pt x="10980" y="1741"/>
                      </a:lnTo>
                      <a:lnTo>
                        <a:pt x="11033" y="1786"/>
                      </a:lnTo>
                      <a:lnTo>
                        <a:pt x="11085" y="1830"/>
                      </a:lnTo>
                      <a:lnTo>
                        <a:pt x="11135" y="1875"/>
                      </a:lnTo>
                      <a:lnTo>
                        <a:pt x="11186" y="1923"/>
                      </a:lnTo>
                      <a:lnTo>
                        <a:pt x="11235" y="1970"/>
                      </a:lnTo>
                      <a:lnTo>
                        <a:pt x="11283" y="2018"/>
                      </a:lnTo>
                      <a:lnTo>
                        <a:pt x="11331" y="2068"/>
                      </a:lnTo>
                      <a:lnTo>
                        <a:pt x="11378" y="2119"/>
                      </a:lnTo>
                      <a:lnTo>
                        <a:pt x="11423" y="2169"/>
                      </a:lnTo>
                      <a:lnTo>
                        <a:pt x="11469" y="2222"/>
                      </a:lnTo>
                      <a:lnTo>
                        <a:pt x="11513" y="2276"/>
                      </a:lnTo>
                      <a:lnTo>
                        <a:pt x="11557" y="2329"/>
                      </a:lnTo>
                      <a:lnTo>
                        <a:pt x="11599" y="2385"/>
                      </a:lnTo>
                      <a:lnTo>
                        <a:pt x="11642" y="2441"/>
                      </a:lnTo>
                      <a:lnTo>
                        <a:pt x="11683" y="2498"/>
                      </a:lnTo>
                      <a:lnTo>
                        <a:pt x="11723" y="2556"/>
                      </a:lnTo>
                      <a:lnTo>
                        <a:pt x="11763" y="2616"/>
                      </a:lnTo>
                      <a:lnTo>
                        <a:pt x="11802" y="2677"/>
                      </a:lnTo>
                      <a:lnTo>
                        <a:pt x="11839" y="2738"/>
                      </a:lnTo>
                      <a:lnTo>
                        <a:pt x="11876" y="2799"/>
                      </a:lnTo>
                      <a:lnTo>
                        <a:pt x="11911" y="2862"/>
                      </a:lnTo>
                      <a:lnTo>
                        <a:pt x="11943" y="2924"/>
                      </a:lnTo>
                      <a:lnTo>
                        <a:pt x="11976" y="2986"/>
                      </a:lnTo>
                      <a:lnTo>
                        <a:pt x="12007" y="3049"/>
                      </a:lnTo>
                      <a:lnTo>
                        <a:pt x="12037" y="3113"/>
                      </a:lnTo>
                      <a:lnTo>
                        <a:pt x="12066" y="3176"/>
                      </a:lnTo>
                      <a:lnTo>
                        <a:pt x="12092" y="3240"/>
                      </a:lnTo>
                      <a:lnTo>
                        <a:pt x="12118" y="3305"/>
                      </a:lnTo>
                      <a:lnTo>
                        <a:pt x="12143" y="3370"/>
                      </a:lnTo>
                      <a:lnTo>
                        <a:pt x="12167" y="3435"/>
                      </a:lnTo>
                      <a:lnTo>
                        <a:pt x="12189" y="3501"/>
                      </a:lnTo>
                      <a:lnTo>
                        <a:pt x="12209" y="3567"/>
                      </a:lnTo>
                      <a:lnTo>
                        <a:pt x="12229" y="3634"/>
                      </a:lnTo>
                      <a:lnTo>
                        <a:pt x="12247" y="3701"/>
                      </a:lnTo>
                      <a:lnTo>
                        <a:pt x="12264" y="3768"/>
                      </a:lnTo>
                      <a:lnTo>
                        <a:pt x="12280" y="3836"/>
                      </a:lnTo>
                      <a:lnTo>
                        <a:pt x="12294" y="3904"/>
                      </a:lnTo>
                      <a:lnTo>
                        <a:pt x="12308" y="3973"/>
                      </a:lnTo>
                      <a:lnTo>
                        <a:pt x="12320" y="4041"/>
                      </a:lnTo>
                      <a:lnTo>
                        <a:pt x="12330" y="4111"/>
                      </a:lnTo>
                      <a:lnTo>
                        <a:pt x="12340" y="4180"/>
                      </a:lnTo>
                      <a:lnTo>
                        <a:pt x="12348" y="4251"/>
                      </a:lnTo>
                      <a:lnTo>
                        <a:pt x="12356" y="4322"/>
                      </a:lnTo>
                      <a:lnTo>
                        <a:pt x="12361" y="4392"/>
                      </a:lnTo>
                      <a:lnTo>
                        <a:pt x="12365" y="4463"/>
                      </a:lnTo>
                      <a:lnTo>
                        <a:pt x="12368" y="4534"/>
                      </a:lnTo>
                      <a:lnTo>
                        <a:pt x="12370" y="4607"/>
                      </a:lnTo>
                      <a:lnTo>
                        <a:pt x="12370" y="4679"/>
                      </a:lnTo>
                      <a:lnTo>
                        <a:pt x="12370" y="4750"/>
                      </a:lnTo>
                      <a:lnTo>
                        <a:pt x="12368" y="4822"/>
                      </a:lnTo>
                      <a:lnTo>
                        <a:pt x="12365" y="4893"/>
                      </a:lnTo>
                      <a:lnTo>
                        <a:pt x="12361" y="4962"/>
                      </a:lnTo>
                      <a:lnTo>
                        <a:pt x="12356" y="5033"/>
                      </a:lnTo>
                      <a:lnTo>
                        <a:pt x="12348" y="5103"/>
                      </a:lnTo>
                      <a:lnTo>
                        <a:pt x="12341" y="5171"/>
                      </a:lnTo>
                      <a:lnTo>
                        <a:pt x="12331" y="5241"/>
                      </a:lnTo>
                      <a:lnTo>
                        <a:pt x="12321" y="5308"/>
                      </a:lnTo>
                      <a:lnTo>
                        <a:pt x="12309" y="5377"/>
                      </a:lnTo>
                      <a:lnTo>
                        <a:pt x="12296" y="5444"/>
                      </a:lnTo>
                      <a:lnTo>
                        <a:pt x="12282" y="5512"/>
                      </a:lnTo>
                      <a:lnTo>
                        <a:pt x="12266" y="5578"/>
                      </a:lnTo>
                      <a:lnTo>
                        <a:pt x="12249" y="5644"/>
                      </a:lnTo>
                      <a:lnTo>
                        <a:pt x="12231" y="5711"/>
                      </a:lnTo>
                      <a:lnTo>
                        <a:pt x="12212" y="5776"/>
                      </a:lnTo>
                      <a:lnTo>
                        <a:pt x="12192" y="5841"/>
                      </a:lnTo>
                      <a:lnTo>
                        <a:pt x="12170" y="5906"/>
                      </a:lnTo>
                      <a:lnTo>
                        <a:pt x="12147" y="5971"/>
                      </a:lnTo>
                      <a:lnTo>
                        <a:pt x="12124" y="6034"/>
                      </a:lnTo>
                      <a:lnTo>
                        <a:pt x="12097" y="6099"/>
                      </a:lnTo>
                      <a:lnTo>
                        <a:pt x="12071" y="6162"/>
                      </a:lnTo>
                      <a:lnTo>
                        <a:pt x="12043" y="6224"/>
                      </a:lnTo>
                      <a:lnTo>
                        <a:pt x="12014" y="6287"/>
                      </a:lnTo>
                      <a:lnTo>
                        <a:pt x="11983" y="6348"/>
                      </a:lnTo>
                      <a:lnTo>
                        <a:pt x="11952" y="6411"/>
                      </a:lnTo>
                      <a:lnTo>
                        <a:pt x="11919" y="6472"/>
                      </a:lnTo>
                      <a:lnTo>
                        <a:pt x="11885" y="6533"/>
                      </a:lnTo>
                      <a:lnTo>
                        <a:pt x="11850" y="6593"/>
                      </a:lnTo>
                      <a:lnTo>
                        <a:pt x="11814" y="6653"/>
                      </a:lnTo>
                      <a:lnTo>
                        <a:pt x="11776" y="6713"/>
                      </a:lnTo>
                      <a:lnTo>
                        <a:pt x="11737" y="6772"/>
                      </a:lnTo>
                      <a:lnTo>
                        <a:pt x="11696" y="6831"/>
                      </a:lnTo>
                      <a:lnTo>
                        <a:pt x="11655" y="6888"/>
                      </a:lnTo>
                      <a:lnTo>
                        <a:pt x="11614" y="6945"/>
                      </a:lnTo>
                      <a:lnTo>
                        <a:pt x="11572" y="7000"/>
                      </a:lnTo>
                      <a:lnTo>
                        <a:pt x="11529" y="7055"/>
                      </a:lnTo>
                      <a:lnTo>
                        <a:pt x="11484" y="7108"/>
                      </a:lnTo>
                      <a:lnTo>
                        <a:pt x="11440" y="7161"/>
                      </a:lnTo>
                      <a:lnTo>
                        <a:pt x="11395" y="7213"/>
                      </a:lnTo>
                      <a:lnTo>
                        <a:pt x="11348" y="7264"/>
                      </a:lnTo>
                      <a:lnTo>
                        <a:pt x="11301" y="7314"/>
                      </a:lnTo>
                      <a:lnTo>
                        <a:pt x="11254" y="7363"/>
                      </a:lnTo>
                      <a:lnTo>
                        <a:pt x="11204" y="7411"/>
                      </a:lnTo>
                      <a:lnTo>
                        <a:pt x="11155" y="7458"/>
                      </a:lnTo>
                      <a:lnTo>
                        <a:pt x="11105" y="7505"/>
                      </a:lnTo>
                      <a:lnTo>
                        <a:pt x="11054" y="7550"/>
                      </a:lnTo>
                      <a:lnTo>
                        <a:pt x="11003" y="7594"/>
                      </a:lnTo>
                      <a:lnTo>
                        <a:pt x="10950" y="7637"/>
                      </a:lnTo>
                      <a:lnTo>
                        <a:pt x="10896" y="7681"/>
                      </a:lnTo>
                      <a:lnTo>
                        <a:pt x="10842" y="7722"/>
                      </a:lnTo>
                      <a:lnTo>
                        <a:pt x="10787" y="7763"/>
                      </a:lnTo>
                      <a:lnTo>
                        <a:pt x="10731" y="7803"/>
                      </a:lnTo>
                      <a:lnTo>
                        <a:pt x="10676" y="7841"/>
                      </a:lnTo>
                      <a:lnTo>
                        <a:pt x="10618" y="7879"/>
                      </a:lnTo>
                      <a:lnTo>
                        <a:pt x="10560" y="7916"/>
                      </a:lnTo>
                      <a:lnTo>
                        <a:pt x="10502" y="7952"/>
                      </a:lnTo>
                      <a:lnTo>
                        <a:pt x="10441" y="7987"/>
                      </a:lnTo>
                      <a:lnTo>
                        <a:pt x="10381" y="8021"/>
                      </a:lnTo>
                      <a:lnTo>
                        <a:pt x="10320" y="8055"/>
                      </a:lnTo>
                      <a:lnTo>
                        <a:pt x="10259" y="8086"/>
                      </a:lnTo>
                      <a:lnTo>
                        <a:pt x="10196" y="8118"/>
                      </a:lnTo>
                      <a:lnTo>
                        <a:pt x="10132" y="8149"/>
                      </a:lnTo>
                      <a:lnTo>
                        <a:pt x="10069" y="8178"/>
                      </a:lnTo>
                      <a:lnTo>
                        <a:pt x="10290" y="8137"/>
                      </a:lnTo>
                      <a:lnTo>
                        <a:pt x="10506" y="8092"/>
                      </a:lnTo>
                      <a:lnTo>
                        <a:pt x="10719" y="8042"/>
                      </a:lnTo>
                      <a:lnTo>
                        <a:pt x="10929" y="7988"/>
                      </a:lnTo>
                      <a:lnTo>
                        <a:pt x="11134" y="7930"/>
                      </a:lnTo>
                      <a:lnTo>
                        <a:pt x="11336" y="7868"/>
                      </a:lnTo>
                      <a:lnTo>
                        <a:pt x="11534" y="7801"/>
                      </a:lnTo>
                      <a:lnTo>
                        <a:pt x="11728" y="7729"/>
                      </a:lnTo>
                      <a:lnTo>
                        <a:pt x="11919" y="7653"/>
                      </a:lnTo>
                      <a:lnTo>
                        <a:pt x="12106" y="7573"/>
                      </a:lnTo>
                      <a:lnTo>
                        <a:pt x="12289" y="7488"/>
                      </a:lnTo>
                      <a:lnTo>
                        <a:pt x="12469" y="7398"/>
                      </a:lnTo>
                      <a:lnTo>
                        <a:pt x="12645" y="7304"/>
                      </a:lnTo>
                      <a:lnTo>
                        <a:pt x="12817" y="7206"/>
                      </a:lnTo>
                      <a:lnTo>
                        <a:pt x="12984" y="7104"/>
                      </a:lnTo>
                      <a:lnTo>
                        <a:pt x="13149" y="6997"/>
                      </a:lnTo>
                      <a:lnTo>
                        <a:pt x="13310" y="6886"/>
                      </a:lnTo>
                      <a:lnTo>
                        <a:pt x="13467" y="6770"/>
                      </a:lnTo>
                      <a:lnTo>
                        <a:pt x="13620" y="6649"/>
                      </a:lnTo>
                      <a:lnTo>
                        <a:pt x="13770" y="6524"/>
                      </a:lnTo>
                      <a:lnTo>
                        <a:pt x="13916" y="6395"/>
                      </a:lnTo>
                      <a:lnTo>
                        <a:pt x="14057" y="6261"/>
                      </a:lnTo>
                      <a:lnTo>
                        <a:pt x="14195" y="6123"/>
                      </a:lnTo>
                      <a:lnTo>
                        <a:pt x="14330" y="5981"/>
                      </a:lnTo>
                      <a:lnTo>
                        <a:pt x="14461" y="5833"/>
                      </a:lnTo>
                      <a:lnTo>
                        <a:pt x="14587" y="5682"/>
                      </a:lnTo>
                      <a:lnTo>
                        <a:pt x="14711" y="5526"/>
                      </a:lnTo>
                      <a:lnTo>
                        <a:pt x="14830" y="5366"/>
                      </a:lnTo>
                      <a:lnTo>
                        <a:pt x="14946" y="5201"/>
                      </a:lnTo>
                      <a:lnTo>
                        <a:pt x="15058" y="5031"/>
                      </a:lnTo>
                      <a:lnTo>
                        <a:pt x="15166" y="4858"/>
                      </a:lnTo>
                      <a:lnTo>
                        <a:pt x="15271" y="4679"/>
                      </a:lnTo>
                      <a:close/>
                      <a:moveTo>
                        <a:pt x="11555" y="4679"/>
                      </a:moveTo>
                      <a:lnTo>
                        <a:pt x="11554" y="4601"/>
                      </a:lnTo>
                      <a:lnTo>
                        <a:pt x="11552" y="4524"/>
                      </a:lnTo>
                      <a:lnTo>
                        <a:pt x="11548" y="4447"/>
                      </a:lnTo>
                      <a:lnTo>
                        <a:pt x="11541" y="4370"/>
                      </a:lnTo>
                      <a:lnTo>
                        <a:pt x="11533" y="4295"/>
                      </a:lnTo>
                      <a:lnTo>
                        <a:pt x="11524" y="4220"/>
                      </a:lnTo>
                      <a:lnTo>
                        <a:pt x="11512" y="4147"/>
                      </a:lnTo>
                      <a:lnTo>
                        <a:pt x="11498" y="4073"/>
                      </a:lnTo>
                      <a:lnTo>
                        <a:pt x="11482" y="4000"/>
                      </a:lnTo>
                      <a:lnTo>
                        <a:pt x="11466" y="3928"/>
                      </a:lnTo>
                      <a:lnTo>
                        <a:pt x="11448" y="3858"/>
                      </a:lnTo>
                      <a:lnTo>
                        <a:pt x="11426" y="3787"/>
                      </a:lnTo>
                      <a:lnTo>
                        <a:pt x="11404" y="3718"/>
                      </a:lnTo>
                      <a:lnTo>
                        <a:pt x="11380" y="3648"/>
                      </a:lnTo>
                      <a:lnTo>
                        <a:pt x="11354" y="3579"/>
                      </a:lnTo>
                      <a:lnTo>
                        <a:pt x="11326" y="3512"/>
                      </a:lnTo>
                      <a:lnTo>
                        <a:pt x="11297" y="3445"/>
                      </a:lnTo>
                      <a:lnTo>
                        <a:pt x="11265" y="3379"/>
                      </a:lnTo>
                      <a:lnTo>
                        <a:pt x="11232" y="3313"/>
                      </a:lnTo>
                      <a:lnTo>
                        <a:pt x="11198" y="3249"/>
                      </a:lnTo>
                      <a:lnTo>
                        <a:pt x="11161" y="3184"/>
                      </a:lnTo>
                      <a:lnTo>
                        <a:pt x="11123" y="3121"/>
                      </a:lnTo>
                      <a:lnTo>
                        <a:pt x="11082" y="3058"/>
                      </a:lnTo>
                      <a:lnTo>
                        <a:pt x="11040" y="2997"/>
                      </a:lnTo>
                      <a:lnTo>
                        <a:pt x="10996" y="2935"/>
                      </a:lnTo>
                      <a:lnTo>
                        <a:pt x="10951" y="2874"/>
                      </a:lnTo>
                      <a:lnTo>
                        <a:pt x="10903" y="2814"/>
                      </a:lnTo>
                      <a:lnTo>
                        <a:pt x="10854" y="2755"/>
                      </a:lnTo>
                      <a:lnTo>
                        <a:pt x="10803" y="2697"/>
                      </a:lnTo>
                      <a:lnTo>
                        <a:pt x="10750" y="2639"/>
                      </a:lnTo>
                      <a:lnTo>
                        <a:pt x="10696" y="2582"/>
                      </a:lnTo>
                      <a:lnTo>
                        <a:pt x="10640" y="2525"/>
                      </a:lnTo>
                      <a:lnTo>
                        <a:pt x="10582" y="2471"/>
                      </a:lnTo>
                      <a:lnTo>
                        <a:pt x="10524" y="2417"/>
                      </a:lnTo>
                      <a:lnTo>
                        <a:pt x="10465" y="2365"/>
                      </a:lnTo>
                      <a:lnTo>
                        <a:pt x="10406" y="2316"/>
                      </a:lnTo>
                      <a:lnTo>
                        <a:pt x="10345" y="2268"/>
                      </a:lnTo>
                      <a:lnTo>
                        <a:pt x="10284" y="2222"/>
                      </a:lnTo>
                      <a:lnTo>
                        <a:pt x="10222" y="2177"/>
                      </a:lnTo>
                      <a:lnTo>
                        <a:pt x="10160" y="2134"/>
                      </a:lnTo>
                      <a:lnTo>
                        <a:pt x="10097" y="2093"/>
                      </a:lnTo>
                      <a:lnTo>
                        <a:pt x="10032" y="2053"/>
                      </a:lnTo>
                      <a:lnTo>
                        <a:pt x="9968" y="2016"/>
                      </a:lnTo>
                      <a:lnTo>
                        <a:pt x="9902" y="1981"/>
                      </a:lnTo>
                      <a:lnTo>
                        <a:pt x="9836" y="1946"/>
                      </a:lnTo>
                      <a:lnTo>
                        <a:pt x="9769" y="1913"/>
                      </a:lnTo>
                      <a:lnTo>
                        <a:pt x="9701" y="1882"/>
                      </a:lnTo>
                      <a:lnTo>
                        <a:pt x="9632" y="1854"/>
                      </a:lnTo>
                      <a:lnTo>
                        <a:pt x="9564" y="1827"/>
                      </a:lnTo>
                      <a:lnTo>
                        <a:pt x="9493" y="1801"/>
                      </a:lnTo>
                      <a:lnTo>
                        <a:pt x="9423" y="1778"/>
                      </a:lnTo>
                      <a:lnTo>
                        <a:pt x="9352" y="1756"/>
                      </a:lnTo>
                      <a:lnTo>
                        <a:pt x="9279" y="1736"/>
                      </a:lnTo>
                      <a:lnTo>
                        <a:pt x="9206" y="1718"/>
                      </a:lnTo>
                      <a:lnTo>
                        <a:pt x="9133" y="1701"/>
                      </a:lnTo>
                      <a:lnTo>
                        <a:pt x="9059" y="1686"/>
                      </a:lnTo>
                      <a:lnTo>
                        <a:pt x="8984" y="1673"/>
                      </a:lnTo>
                      <a:lnTo>
                        <a:pt x="8908" y="1661"/>
                      </a:lnTo>
                      <a:lnTo>
                        <a:pt x="8831" y="1652"/>
                      </a:lnTo>
                      <a:lnTo>
                        <a:pt x="8754" y="1644"/>
                      </a:lnTo>
                      <a:lnTo>
                        <a:pt x="8676" y="1638"/>
                      </a:lnTo>
                      <a:lnTo>
                        <a:pt x="8597" y="1634"/>
                      </a:lnTo>
                      <a:lnTo>
                        <a:pt x="8518" y="1631"/>
                      </a:lnTo>
                      <a:lnTo>
                        <a:pt x="8438" y="1631"/>
                      </a:lnTo>
                      <a:lnTo>
                        <a:pt x="8395" y="1631"/>
                      </a:lnTo>
                      <a:lnTo>
                        <a:pt x="8353" y="1632"/>
                      </a:lnTo>
                      <a:lnTo>
                        <a:pt x="8311" y="1633"/>
                      </a:lnTo>
                      <a:lnTo>
                        <a:pt x="8269" y="1635"/>
                      </a:lnTo>
                      <a:lnTo>
                        <a:pt x="8227" y="1637"/>
                      </a:lnTo>
                      <a:lnTo>
                        <a:pt x="8185" y="1640"/>
                      </a:lnTo>
                      <a:lnTo>
                        <a:pt x="8143" y="1643"/>
                      </a:lnTo>
                      <a:lnTo>
                        <a:pt x="8102" y="1647"/>
                      </a:lnTo>
                      <a:lnTo>
                        <a:pt x="8061" y="1653"/>
                      </a:lnTo>
                      <a:lnTo>
                        <a:pt x="8020" y="1657"/>
                      </a:lnTo>
                      <a:lnTo>
                        <a:pt x="7979" y="1663"/>
                      </a:lnTo>
                      <a:lnTo>
                        <a:pt x="7938" y="1670"/>
                      </a:lnTo>
                      <a:lnTo>
                        <a:pt x="7896" y="1676"/>
                      </a:lnTo>
                      <a:lnTo>
                        <a:pt x="7856" y="1683"/>
                      </a:lnTo>
                      <a:lnTo>
                        <a:pt x="7816" y="1692"/>
                      </a:lnTo>
                      <a:lnTo>
                        <a:pt x="7775" y="1700"/>
                      </a:lnTo>
                      <a:lnTo>
                        <a:pt x="7735" y="1709"/>
                      </a:lnTo>
                      <a:lnTo>
                        <a:pt x="7695" y="1718"/>
                      </a:lnTo>
                      <a:lnTo>
                        <a:pt x="7655" y="1729"/>
                      </a:lnTo>
                      <a:lnTo>
                        <a:pt x="7616" y="1738"/>
                      </a:lnTo>
                      <a:lnTo>
                        <a:pt x="7537" y="1761"/>
                      </a:lnTo>
                      <a:lnTo>
                        <a:pt x="7458" y="1786"/>
                      </a:lnTo>
                      <a:lnTo>
                        <a:pt x="7380" y="1813"/>
                      </a:lnTo>
                      <a:lnTo>
                        <a:pt x="7302" y="1841"/>
                      </a:lnTo>
                      <a:lnTo>
                        <a:pt x="7226" y="1872"/>
                      </a:lnTo>
                      <a:lnTo>
                        <a:pt x="7149" y="1906"/>
                      </a:lnTo>
                      <a:lnTo>
                        <a:pt x="6826" y="1171"/>
                      </a:lnTo>
                      <a:lnTo>
                        <a:pt x="6606" y="1211"/>
                      </a:lnTo>
                      <a:lnTo>
                        <a:pt x="6388" y="1255"/>
                      </a:lnTo>
                      <a:lnTo>
                        <a:pt x="6174" y="1305"/>
                      </a:lnTo>
                      <a:lnTo>
                        <a:pt x="5964" y="1359"/>
                      </a:lnTo>
                      <a:lnTo>
                        <a:pt x="5758" y="1417"/>
                      </a:lnTo>
                      <a:lnTo>
                        <a:pt x="5555" y="1480"/>
                      </a:lnTo>
                      <a:lnTo>
                        <a:pt x="5357" y="1546"/>
                      </a:lnTo>
                      <a:lnTo>
                        <a:pt x="5162" y="1618"/>
                      </a:lnTo>
                      <a:lnTo>
                        <a:pt x="4970" y="1694"/>
                      </a:lnTo>
                      <a:lnTo>
                        <a:pt x="4783" y="1775"/>
                      </a:lnTo>
                      <a:lnTo>
                        <a:pt x="4598" y="1859"/>
                      </a:lnTo>
                      <a:lnTo>
                        <a:pt x="4419" y="1949"/>
                      </a:lnTo>
                      <a:lnTo>
                        <a:pt x="4242" y="2043"/>
                      </a:lnTo>
                      <a:lnTo>
                        <a:pt x="4070" y="2141"/>
                      </a:lnTo>
                      <a:lnTo>
                        <a:pt x="3901" y="2244"/>
                      </a:lnTo>
                      <a:lnTo>
                        <a:pt x="3736" y="2352"/>
                      </a:lnTo>
                      <a:lnTo>
                        <a:pt x="3574" y="2463"/>
                      </a:lnTo>
                      <a:lnTo>
                        <a:pt x="3417" y="2579"/>
                      </a:lnTo>
                      <a:lnTo>
                        <a:pt x="3263" y="2700"/>
                      </a:lnTo>
                      <a:lnTo>
                        <a:pt x="3113" y="2826"/>
                      </a:lnTo>
                      <a:lnTo>
                        <a:pt x="2967" y="2955"/>
                      </a:lnTo>
                      <a:lnTo>
                        <a:pt x="2824" y="3089"/>
                      </a:lnTo>
                      <a:lnTo>
                        <a:pt x="2685" y="3228"/>
                      </a:lnTo>
                      <a:lnTo>
                        <a:pt x="2550" y="3372"/>
                      </a:lnTo>
                      <a:lnTo>
                        <a:pt x="2418" y="3519"/>
                      </a:lnTo>
                      <a:lnTo>
                        <a:pt x="2291" y="3671"/>
                      </a:lnTo>
                      <a:lnTo>
                        <a:pt x="2167" y="3828"/>
                      </a:lnTo>
                      <a:lnTo>
                        <a:pt x="2047" y="3989"/>
                      </a:lnTo>
                      <a:lnTo>
                        <a:pt x="1931" y="4155"/>
                      </a:lnTo>
                      <a:lnTo>
                        <a:pt x="1818" y="4326"/>
                      </a:lnTo>
                      <a:lnTo>
                        <a:pt x="1710" y="4500"/>
                      </a:lnTo>
                      <a:lnTo>
                        <a:pt x="1604" y="4679"/>
                      </a:lnTo>
                      <a:lnTo>
                        <a:pt x="1665" y="4784"/>
                      </a:lnTo>
                      <a:lnTo>
                        <a:pt x="1728" y="4888"/>
                      </a:lnTo>
                      <a:lnTo>
                        <a:pt x="1792" y="4990"/>
                      </a:lnTo>
                      <a:lnTo>
                        <a:pt x="1858" y="5090"/>
                      </a:lnTo>
                      <a:lnTo>
                        <a:pt x="1925" y="5189"/>
                      </a:lnTo>
                      <a:lnTo>
                        <a:pt x="1993" y="5287"/>
                      </a:lnTo>
                      <a:lnTo>
                        <a:pt x="2064" y="5383"/>
                      </a:lnTo>
                      <a:lnTo>
                        <a:pt x="2136" y="5477"/>
                      </a:lnTo>
                      <a:lnTo>
                        <a:pt x="2173" y="5524"/>
                      </a:lnTo>
                      <a:lnTo>
                        <a:pt x="2210" y="5571"/>
                      </a:lnTo>
                      <a:lnTo>
                        <a:pt x="2246" y="5616"/>
                      </a:lnTo>
                      <a:lnTo>
                        <a:pt x="2283" y="5662"/>
                      </a:lnTo>
                      <a:lnTo>
                        <a:pt x="2322" y="5708"/>
                      </a:lnTo>
                      <a:lnTo>
                        <a:pt x="2360" y="5752"/>
                      </a:lnTo>
                      <a:lnTo>
                        <a:pt x="2399" y="5797"/>
                      </a:lnTo>
                      <a:lnTo>
                        <a:pt x="2438" y="5841"/>
                      </a:lnTo>
                      <a:lnTo>
                        <a:pt x="2477" y="5885"/>
                      </a:lnTo>
                      <a:lnTo>
                        <a:pt x="2518" y="5929"/>
                      </a:lnTo>
                      <a:lnTo>
                        <a:pt x="2558" y="5972"/>
                      </a:lnTo>
                      <a:lnTo>
                        <a:pt x="2599" y="6014"/>
                      </a:lnTo>
                      <a:lnTo>
                        <a:pt x="2640" y="6056"/>
                      </a:lnTo>
                      <a:lnTo>
                        <a:pt x="2681" y="6099"/>
                      </a:lnTo>
                      <a:lnTo>
                        <a:pt x="2723" y="6141"/>
                      </a:lnTo>
                      <a:lnTo>
                        <a:pt x="2765" y="6182"/>
                      </a:lnTo>
                      <a:lnTo>
                        <a:pt x="2869" y="6280"/>
                      </a:lnTo>
                      <a:lnTo>
                        <a:pt x="2973" y="6375"/>
                      </a:lnTo>
                      <a:lnTo>
                        <a:pt x="3080" y="6468"/>
                      </a:lnTo>
                      <a:lnTo>
                        <a:pt x="3187" y="6559"/>
                      </a:lnTo>
                      <a:lnTo>
                        <a:pt x="3297" y="6648"/>
                      </a:lnTo>
                      <a:lnTo>
                        <a:pt x="3407" y="6733"/>
                      </a:lnTo>
                      <a:lnTo>
                        <a:pt x="3519" y="6817"/>
                      </a:lnTo>
                      <a:lnTo>
                        <a:pt x="3632" y="6899"/>
                      </a:lnTo>
                      <a:lnTo>
                        <a:pt x="3747" y="6979"/>
                      </a:lnTo>
                      <a:lnTo>
                        <a:pt x="3864" y="7056"/>
                      </a:lnTo>
                      <a:lnTo>
                        <a:pt x="3981" y="7130"/>
                      </a:lnTo>
                      <a:lnTo>
                        <a:pt x="4102" y="7203"/>
                      </a:lnTo>
                      <a:lnTo>
                        <a:pt x="4222" y="7273"/>
                      </a:lnTo>
                      <a:lnTo>
                        <a:pt x="4344" y="7341"/>
                      </a:lnTo>
                      <a:lnTo>
                        <a:pt x="4468" y="7407"/>
                      </a:lnTo>
                      <a:lnTo>
                        <a:pt x="4593" y="7471"/>
                      </a:lnTo>
                      <a:lnTo>
                        <a:pt x="4720" y="7532"/>
                      </a:lnTo>
                      <a:lnTo>
                        <a:pt x="4848" y="7591"/>
                      </a:lnTo>
                      <a:lnTo>
                        <a:pt x="4978" y="7647"/>
                      </a:lnTo>
                      <a:lnTo>
                        <a:pt x="5109" y="7702"/>
                      </a:lnTo>
                      <a:lnTo>
                        <a:pt x="5242" y="7753"/>
                      </a:lnTo>
                      <a:lnTo>
                        <a:pt x="5376" y="7804"/>
                      </a:lnTo>
                      <a:lnTo>
                        <a:pt x="5511" y="7851"/>
                      </a:lnTo>
                      <a:lnTo>
                        <a:pt x="5648" y="7897"/>
                      </a:lnTo>
                      <a:lnTo>
                        <a:pt x="5786" y="7940"/>
                      </a:lnTo>
                      <a:lnTo>
                        <a:pt x="5926" y="7980"/>
                      </a:lnTo>
                      <a:lnTo>
                        <a:pt x="6068" y="8019"/>
                      </a:lnTo>
                      <a:lnTo>
                        <a:pt x="6210" y="8055"/>
                      </a:lnTo>
                      <a:lnTo>
                        <a:pt x="6354" y="8090"/>
                      </a:lnTo>
                      <a:lnTo>
                        <a:pt x="6500" y="8121"/>
                      </a:lnTo>
                      <a:lnTo>
                        <a:pt x="6648" y="8151"/>
                      </a:lnTo>
                      <a:lnTo>
                        <a:pt x="6796" y="8178"/>
                      </a:lnTo>
                      <a:lnTo>
                        <a:pt x="6732" y="8149"/>
                      </a:lnTo>
                      <a:lnTo>
                        <a:pt x="6669" y="8118"/>
                      </a:lnTo>
                      <a:lnTo>
                        <a:pt x="6607" y="8086"/>
                      </a:lnTo>
                      <a:lnTo>
                        <a:pt x="6544" y="8055"/>
                      </a:lnTo>
                      <a:lnTo>
                        <a:pt x="6483" y="8021"/>
                      </a:lnTo>
                      <a:lnTo>
                        <a:pt x="6423" y="7987"/>
                      </a:lnTo>
                      <a:lnTo>
                        <a:pt x="6364" y="7952"/>
                      </a:lnTo>
                      <a:lnTo>
                        <a:pt x="6305" y="7916"/>
                      </a:lnTo>
                      <a:lnTo>
                        <a:pt x="6248" y="7879"/>
                      </a:lnTo>
                      <a:lnTo>
                        <a:pt x="6191" y="7841"/>
                      </a:lnTo>
                      <a:lnTo>
                        <a:pt x="6134" y="7803"/>
                      </a:lnTo>
                      <a:lnTo>
                        <a:pt x="6079" y="7763"/>
                      </a:lnTo>
                      <a:lnTo>
                        <a:pt x="6024" y="7722"/>
                      </a:lnTo>
                      <a:lnTo>
                        <a:pt x="5971" y="7681"/>
                      </a:lnTo>
                      <a:lnTo>
                        <a:pt x="5917" y="7637"/>
                      </a:lnTo>
                      <a:lnTo>
                        <a:pt x="5865" y="7594"/>
                      </a:lnTo>
                      <a:lnTo>
                        <a:pt x="5813" y="7550"/>
                      </a:lnTo>
                      <a:lnTo>
                        <a:pt x="5763" y="7505"/>
                      </a:lnTo>
                      <a:lnTo>
                        <a:pt x="5712" y="7458"/>
                      </a:lnTo>
                      <a:lnTo>
                        <a:pt x="5664" y="7411"/>
                      </a:lnTo>
                      <a:lnTo>
                        <a:pt x="5615" y="7363"/>
                      </a:lnTo>
                      <a:lnTo>
                        <a:pt x="5568" y="7314"/>
                      </a:lnTo>
                      <a:lnTo>
                        <a:pt x="5521" y="7264"/>
                      </a:lnTo>
                      <a:lnTo>
                        <a:pt x="5475" y="7213"/>
                      </a:lnTo>
                      <a:lnTo>
                        <a:pt x="5430" y="7161"/>
                      </a:lnTo>
                      <a:lnTo>
                        <a:pt x="5385" y="7108"/>
                      </a:lnTo>
                      <a:lnTo>
                        <a:pt x="5341" y="7055"/>
                      </a:lnTo>
                      <a:lnTo>
                        <a:pt x="5299" y="7000"/>
                      </a:lnTo>
                      <a:lnTo>
                        <a:pt x="5257" y="6945"/>
                      </a:lnTo>
                      <a:lnTo>
                        <a:pt x="5215" y="6888"/>
                      </a:lnTo>
                      <a:lnTo>
                        <a:pt x="5174" y="6831"/>
                      </a:lnTo>
                      <a:lnTo>
                        <a:pt x="5135" y="6772"/>
                      </a:lnTo>
                      <a:lnTo>
                        <a:pt x="5096" y="6713"/>
                      </a:lnTo>
                      <a:lnTo>
                        <a:pt x="5058" y="6653"/>
                      </a:lnTo>
                      <a:lnTo>
                        <a:pt x="5022" y="6593"/>
                      </a:lnTo>
                      <a:lnTo>
                        <a:pt x="4988" y="6533"/>
                      </a:lnTo>
                      <a:lnTo>
                        <a:pt x="4954" y="6472"/>
                      </a:lnTo>
                      <a:lnTo>
                        <a:pt x="4921" y="6411"/>
                      </a:lnTo>
                      <a:lnTo>
                        <a:pt x="4890" y="6348"/>
                      </a:lnTo>
                      <a:lnTo>
                        <a:pt x="4859" y="6287"/>
                      </a:lnTo>
                      <a:lnTo>
                        <a:pt x="4830" y="6224"/>
                      </a:lnTo>
                      <a:lnTo>
                        <a:pt x="4803" y="6162"/>
                      </a:lnTo>
                      <a:lnTo>
                        <a:pt x="4777" y="6099"/>
                      </a:lnTo>
                      <a:lnTo>
                        <a:pt x="4751" y="6034"/>
                      </a:lnTo>
                      <a:lnTo>
                        <a:pt x="4727" y="5971"/>
                      </a:lnTo>
                      <a:lnTo>
                        <a:pt x="4704" y="5906"/>
                      </a:lnTo>
                      <a:lnTo>
                        <a:pt x="4683" y="5841"/>
                      </a:lnTo>
                      <a:lnTo>
                        <a:pt x="4662" y="5776"/>
                      </a:lnTo>
                      <a:lnTo>
                        <a:pt x="4643" y="5711"/>
                      </a:lnTo>
                      <a:lnTo>
                        <a:pt x="4625" y="5644"/>
                      </a:lnTo>
                      <a:lnTo>
                        <a:pt x="4609" y="5578"/>
                      </a:lnTo>
                      <a:lnTo>
                        <a:pt x="4593" y="5512"/>
                      </a:lnTo>
                      <a:lnTo>
                        <a:pt x="4578" y="5444"/>
                      </a:lnTo>
                      <a:lnTo>
                        <a:pt x="4566" y="5377"/>
                      </a:lnTo>
                      <a:lnTo>
                        <a:pt x="4554" y="5308"/>
                      </a:lnTo>
                      <a:lnTo>
                        <a:pt x="4544" y="5241"/>
                      </a:lnTo>
                      <a:lnTo>
                        <a:pt x="4534" y="5171"/>
                      </a:lnTo>
                      <a:lnTo>
                        <a:pt x="4527" y="5103"/>
                      </a:lnTo>
                      <a:lnTo>
                        <a:pt x="4519" y="5033"/>
                      </a:lnTo>
                      <a:lnTo>
                        <a:pt x="4514" y="4962"/>
                      </a:lnTo>
                      <a:lnTo>
                        <a:pt x="4510" y="4893"/>
                      </a:lnTo>
                      <a:lnTo>
                        <a:pt x="4507" y="4822"/>
                      </a:lnTo>
                      <a:lnTo>
                        <a:pt x="4505" y="4750"/>
                      </a:lnTo>
                      <a:lnTo>
                        <a:pt x="4505" y="4679"/>
                      </a:lnTo>
                      <a:lnTo>
                        <a:pt x="4505" y="4592"/>
                      </a:lnTo>
                      <a:lnTo>
                        <a:pt x="4508" y="4505"/>
                      </a:lnTo>
                      <a:lnTo>
                        <a:pt x="4513" y="4418"/>
                      </a:lnTo>
                      <a:lnTo>
                        <a:pt x="4519" y="4332"/>
                      </a:lnTo>
                      <a:lnTo>
                        <a:pt x="4529" y="4246"/>
                      </a:lnTo>
                      <a:lnTo>
                        <a:pt x="4539" y="4160"/>
                      </a:lnTo>
                      <a:lnTo>
                        <a:pt x="4552" y="4075"/>
                      </a:lnTo>
                      <a:lnTo>
                        <a:pt x="4566" y="3989"/>
                      </a:lnTo>
                      <a:lnTo>
                        <a:pt x="4583" y="3905"/>
                      </a:lnTo>
                      <a:lnTo>
                        <a:pt x="4601" y="3821"/>
                      </a:lnTo>
                      <a:lnTo>
                        <a:pt x="4621" y="3737"/>
                      </a:lnTo>
                      <a:lnTo>
                        <a:pt x="4643" y="3653"/>
                      </a:lnTo>
                      <a:lnTo>
                        <a:pt x="4667" y="3569"/>
                      </a:lnTo>
                      <a:lnTo>
                        <a:pt x="4692" y="3486"/>
                      </a:lnTo>
                      <a:lnTo>
                        <a:pt x="4720" y="3403"/>
                      </a:lnTo>
                      <a:lnTo>
                        <a:pt x="4749" y="3320"/>
                      </a:lnTo>
                      <a:lnTo>
                        <a:pt x="5538" y="3566"/>
                      </a:lnTo>
                      <a:lnTo>
                        <a:pt x="5512" y="3633"/>
                      </a:lnTo>
                      <a:lnTo>
                        <a:pt x="5486" y="3702"/>
                      </a:lnTo>
                      <a:lnTo>
                        <a:pt x="5464" y="3770"/>
                      </a:lnTo>
                      <a:lnTo>
                        <a:pt x="5443" y="3839"/>
                      </a:lnTo>
                      <a:lnTo>
                        <a:pt x="5423" y="3907"/>
                      </a:lnTo>
                      <a:lnTo>
                        <a:pt x="5405" y="3977"/>
                      </a:lnTo>
                      <a:lnTo>
                        <a:pt x="5389" y="4045"/>
                      </a:lnTo>
                      <a:lnTo>
                        <a:pt x="5375" y="4115"/>
                      </a:lnTo>
                      <a:lnTo>
                        <a:pt x="5362" y="4184"/>
                      </a:lnTo>
                      <a:lnTo>
                        <a:pt x="5350" y="4254"/>
                      </a:lnTo>
                      <a:lnTo>
                        <a:pt x="5341" y="4325"/>
                      </a:lnTo>
                      <a:lnTo>
                        <a:pt x="5334" y="4395"/>
                      </a:lnTo>
                      <a:lnTo>
                        <a:pt x="5327" y="4466"/>
                      </a:lnTo>
                      <a:lnTo>
                        <a:pt x="5323" y="4537"/>
                      </a:lnTo>
                      <a:lnTo>
                        <a:pt x="5321" y="4608"/>
                      </a:lnTo>
                      <a:lnTo>
                        <a:pt x="5320" y="4679"/>
                      </a:lnTo>
                      <a:lnTo>
                        <a:pt x="5321" y="4758"/>
                      </a:lnTo>
                      <a:lnTo>
                        <a:pt x="5323" y="4836"/>
                      </a:lnTo>
                      <a:lnTo>
                        <a:pt x="5327" y="4913"/>
                      </a:lnTo>
                      <a:lnTo>
                        <a:pt x="5334" y="4990"/>
                      </a:lnTo>
                      <a:lnTo>
                        <a:pt x="5342" y="5065"/>
                      </a:lnTo>
                      <a:lnTo>
                        <a:pt x="5351" y="5140"/>
                      </a:lnTo>
                      <a:lnTo>
                        <a:pt x="5363" y="5214"/>
                      </a:lnTo>
                      <a:lnTo>
                        <a:pt x="5377" y="5288"/>
                      </a:lnTo>
                      <a:lnTo>
                        <a:pt x="5392" y="5361"/>
                      </a:lnTo>
                      <a:lnTo>
                        <a:pt x="5409" y="5432"/>
                      </a:lnTo>
                      <a:lnTo>
                        <a:pt x="5427" y="5504"/>
                      </a:lnTo>
                      <a:lnTo>
                        <a:pt x="5449" y="5575"/>
                      </a:lnTo>
                      <a:lnTo>
                        <a:pt x="5471" y="5645"/>
                      </a:lnTo>
                      <a:lnTo>
                        <a:pt x="5495" y="5714"/>
                      </a:lnTo>
                      <a:lnTo>
                        <a:pt x="5521" y="5782"/>
                      </a:lnTo>
                      <a:lnTo>
                        <a:pt x="5549" y="5851"/>
                      </a:lnTo>
                      <a:lnTo>
                        <a:pt x="5578" y="5917"/>
                      </a:lnTo>
                      <a:lnTo>
                        <a:pt x="5610" y="5984"/>
                      </a:lnTo>
                      <a:lnTo>
                        <a:pt x="5643" y="6050"/>
                      </a:lnTo>
                      <a:lnTo>
                        <a:pt x="5677" y="6114"/>
                      </a:lnTo>
                      <a:lnTo>
                        <a:pt x="5714" y="6179"/>
                      </a:lnTo>
                      <a:lnTo>
                        <a:pt x="5752" y="6242"/>
                      </a:lnTo>
                      <a:lnTo>
                        <a:pt x="5792" y="6305"/>
                      </a:lnTo>
                      <a:lnTo>
                        <a:pt x="5835" y="6367"/>
                      </a:lnTo>
                      <a:lnTo>
                        <a:pt x="5879" y="6429"/>
                      </a:lnTo>
                      <a:lnTo>
                        <a:pt x="5924" y="6489"/>
                      </a:lnTo>
                      <a:lnTo>
                        <a:pt x="5972" y="6549"/>
                      </a:lnTo>
                      <a:lnTo>
                        <a:pt x="6021" y="6608"/>
                      </a:lnTo>
                      <a:lnTo>
                        <a:pt x="6072" y="6666"/>
                      </a:lnTo>
                      <a:lnTo>
                        <a:pt x="6125" y="6724"/>
                      </a:lnTo>
                      <a:lnTo>
                        <a:pt x="6179" y="6779"/>
                      </a:lnTo>
                      <a:lnTo>
                        <a:pt x="6235" y="6836"/>
                      </a:lnTo>
                      <a:lnTo>
                        <a:pt x="6293" y="6890"/>
                      </a:lnTo>
                      <a:lnTo>
                        <a:pt x="6351" y="6943"/>
                      </a:lnTo>
                      <a:lnTo>
                        <a:pt x="6410" y="6995"/>
                      </a:lnTo>
                      <a:lnTo>
                        <a:pt x="6469" y="7044"/>
                      </a:lnTo>
                      <a:lnTo>
                        <a:pt x="6530" y="7091"/>
                      </a:lnTo>
                      <a:lnTo>
                        <a:pt x="6591" y="7137"/>
                      </a:lnTo>
                      <a:lnTo>
                        <a:pt x="6653" y="7181"/>
                      </a:lnTo>
                      <a:lnTo>
                        <a:pt x="6715" y="7224"/>
                      </a:lnTo>
                      <a:lnTo>
                        <a:pt x="6778" y="7264"/>
                      </a:lnTo>
                      <a:lnTo>
                        <a:pt x="6843" y="7303"/>
                      </a:lnTo>
                      <a:lnTo>
                        <a:pt x="6907" y="7341"/>
                      </a:lnTo>
                      <a:lnTo>
                        <a:pt x="6973" y="7377"/>
                      </a:lnTo>
                      <a:lnTo>
                        <a:pt x="7039" y="7411"/>
                      </a:lnTo>
                      <a:lnTo>
                        <a:pt x="7106" y="7442"/>
                      </a:lnTo>
                      <a:lnTo>
                        <a:pt x="7174" y="7473"/>
                      </a:lnTo>
                      <a:lnTo>
                        <a:pt x="7243" y="7502"/>
                      </a:lnTo>
                      <a:lnTo>
                        <a:pt x="7311" y="7529"/>
                      </a:lnTo>
                      <a:lnTo>
                        <a:pt x="7382" y="7554"/>
                      </a:lnTo>
                      <a:lnTo>
                        <a:pt x="7452" y="7577"/>
                      </a:lnTo>
                      <a:lnTo>
                        <a:pt x="7523" y="7600"/>
                      </a:lnTo>
                      <a:lnTo>
                        <a:pt x="7596" y="7620"/>
                      </a:lnTo>
                      <a:lnTo>
                        <a:pt x="7669" y="7637"/>
                      </a:lnTo>
                      <a:lnTo>
                        <a:pt x="7742" y="7654"/>
                      </a:lnTo>
                      <a:lnTo>
                        <a:pt x="7816" y="7669"/>
                      </a:lnTo>
                      <a:lnTo>
                        <a:pt x="7891" y="7682"/>
                      </a:lnTo>
                      <a:lnTo>
                        <a:pt x="7967" y="7693"/>
                      </a:lnTo>
                      <a:lnTo>
                        <a:pt x="8044" y="7703"/>
                      </a:lnTo>
                      <a:lnTo>
                        <a:pt x="8121" y="7711"/>
                      </a:lnTo>
                      <a:lnTo>
                        <a:pt x="8199" y="7717"/>
                      </a:lnTo>
                      <a:lnTo>
                        <a:pt x="8278" y="7722"/>
                      </a:lnTo>
                      <a:lnTo>
                        <a:pt x="8357" y="7724"/>
                      </a:lnTo>
                      <a:lnTo>
                        <a:pt x="8438" y="7725"/>
                      </a:lnTo>
                      <a:lnTo>
                        <a:pt x="8518" y="7724"/>
                      </a:lnTo>
                      <a:lnTo>
                        <a:pt x="8597" y="7722"/>
                      </a:lnTo>
                      <a:lnTo>
                        <a:pt x="8676" y="7717"/>
                      </a:lnTo>
                      <a:lnTo>
                        <a:pt x="8754" y="7711"/>
                      </a:lnTo>
                      <a:lnTo>
                        <a:pt x="8831" y="7703"/>
                      </a:lnTo>
                      <a:lnTo>
                        <a:pt x="8908" y="7693"/>
                      </a:lnTo>
                      <a:lnTo>
                        <a:pt x="8984" y="7682"/>
                      </a:lnTo>
                      <a:lnTo>
                        <a:pt x="9059" y="7669"/>
                      </a:lnTo>
                      <a:lnTo>
                        <a:pt x="9133" y="7654"/>
                      </a:lnTo>
                      <a:lnTo>
                        <a:pt x="9206" y="7637"/>
                      </a:lnTo>
                      <a:lnTo>
                        <a:pt x="9279" y="7620"/>
                      </a:lnTo>
                      <a:lnTo>
                        <a:pt x="9352" y="7600"/>
                      </a:lnTo>
                      <a:lnTo>
                        <a:pt x="9423" y="7577"/>
                      </a:lnTo>
                      <a:lnTo>
                        <a:pt x="9493" y="7554"/>
                      </a:lnTo>
                      <a:lnTo>
                        <a:pt x="9564" y="7529"/>
                      </a:lnTo>
                      <a:lnTo>
                        <a:pt x="9632" y="7502"/>
                      </a:lnTo>
                      <a:lnTo>
                        <a:pt x="9701" y="7473"/>
                      </a:lnTo>
                      <a:lnTo>
                        <a:pt x="9769" y="7442"/>
                      </a:lnTo>
                      <a:lnTo>
                        <a:pt x="9836" y="7411"/>
                      </a:lnTo>
                      <a:lnTo>
                        <a:pt x="9902" y="7377"/>
                      </a:lnTo>
                      <a:lnTo>
                        <a:pt x="9968" y="7341"/>
                      </a:lnTo>
                      <a:lnTo>
                        <a:pt x="10032" y="7303"/>
                      </a:lnTo>
                      <a:lnTo>
                        <a:pt x="10097" y="7264"/>
                      </a:lnTo>
                      <a:lnTo>
                        <a:pt x="10160" y="7224"/>
                      </a:lnTo>
                      <a:lnTo>
                        <a:pt x="10222" y="7181"/>
                      </a:lnTo>
                      <a:lnTo>
                        <a:pt x="10284" y="7137"/>
                      </a:lnTo>
                      <a:lnTo>
                        <a:pt x="10345" y="7091"/>
                      </a:lnTo>
                      <a:lnTo>
                        <a:pt x="10406" y="7044"/>
                      </a:lnTo>
                      <a:lnTo>
                        <a:pt x="10465" y="6995"/>
                      </a:lnTo>
                      <a:lnTo>
                        <a:pt x="10524" y="6943"/>
                      </a:lnTo>
                      <a:lnTo>
                        <a:pt x="10582" y="6890"/>
                      </a:lnTo>
                      <a:lnTo>
                        <a:pt x="10640" y="6836"/>
                      </a:lnTo>
                      <a:lnTo>
                        <a:pt x="10696" y="6779"/>
                      </a:lnTo>
                      <a:lnTo>
                        <a:pt x="10750" y="6724"/>
                      </a:lnTo>
                      <a:lnTo>
                        <a:pt x="10803" y="6666"/>
                      </a:lnTo>
                      <a:lnTo>
                        <a:pt x="10854" y="6608"/>
                      </a:lnTo>
                      <a:lnTo>
                        <a:pt x="10903" y="6549"/>
                      </a:lnTo>
                      <a:lnTo>
                        <a:pt x="10951" y="6489"/>
                      </a:lnTo>
                      <a:lnTo>
                        <a:pt x="10996" y="6429"/>
                      </a:lnTo>
                      <a:lnTo>
                        <a:pt x="11040" y="6367"/>
                      </a:lnTo>
                      <a:lnTo>
                        <a:pt x="11082" y="6305"/>
                      </a:lnTo>
                      <a:lnTo>
                        <a:pt x="11123" y="6242"/>
                      </a:lnTo>
                      <a:lnTo>
                        <a:pt x="11161" y="6179"/>
                      </a:lnTo>
                      <a:lnTo>
                        <a:pt x="11198" y="6114"/>
                      </a:lnTo>
                      <a:lnTo>
                        <a:pt x="11232" y="6050"/>
                      </a:lnTo>
                      <a:lnTo>
                        <a:pt x="11265" y="5984"/>
                      </a:lnTo>
                      <a:lnTo>
                        <a:pt x="11297" y="5917"/>
                      </a:lnTo>
                      <a:lnTo>
                        <a:pt x="11326" y="5851"/>
                      </a:lnTo>
                      <a:lnTo>
                        <a:pt x="11354" y="5782"/>
                      </a:lnTo>
                      <a:lnTo>
                        <a:pt x="11380" y="5714"/>
                      </a:lnTo>
                      <a:lnTo>
                        <a:pt x="11404" y="5645"/>
                      </a:lnTo>
                      <a:lnTo>
                        <a:pt x="11426" y="5575"/>
                      </a:lnTo>
                      <a:lnTo>
                        <a:pt x="11448" y="5504"/>
                      </a:lnTo>
                      <a:lnTo>
                        <a:pt x="11466" y="5432"/>
                      </a:lnTo>
                      <a:lnTo>
                        <a:pt x="11482" y="5361"/>
                      </a:lnTo>
                      <a:lnTo>
                        <a:pt x="11498" y="5288"/>
                      </a:lnTo>
                      <a:lnTo>
                        <a:pt x="11512" y="5214"/>
                      </a:lnTo>
                      <a:lnTo>
                        <a:pt x="11524" y="5140"/>
                      </a:lnTo>
                      <a:lnTo>
                        <a:pt x="11533" y="5065"/>
                      </a:lnTo>
                      <a:lnTo>
                        <a:pt x="11541" y="4990"/>
                      </a:lnTo>
                      <a:lnTo>
                        <a:pt x="11548" y="4913"/>
                      </a:lnTo>
                      <a:lnTo>
                        <a:pt x="11552" y="4836"/>
                      </a:lnTo>
                      <a:lnTo>
                        <a:pt x="11554" y="4758"/>
                      </a:lnTo>
                      <a:lnTo>
                        <a:pt x="11555" y="4679"/>
                      </a:lnTo>
                      <a:close/>
                      <a:moveTo>
                        <a:pt x="10797" y="4679"/>
                      </a:moveTo>
                      <a:lnTo>
                        <a:pt x="10796" y="4739"/>
                      </a:lnTo>
                      <a:lnTo>
                        <a:pt x="10795" y="4797"/>
                      </a:lnTo>
                      <a:lnTo>
                        <a:pt x="10791" y="4855"/>
                      </a:lnTo>
                      <a:lnTo>
                        <a:pt x="10786" y="4913"/>
                      </a:lnTo>
                      <a:lnTo>
                        <a:pt x="10780" y="4970"/>
                      </a:lnTo>
                      <a:lnTo>
                        <a:pt x="10773" y="5027"/>
                      </a:lnTo>
                      <a:lnTo>
                        <a:pt x="10764" y="5083"/>
                      </a:lnTo>
                      <a:lnTo>
                        <a:pt x="10754" y="5137"/>
                      </a:lnTo>
                      <a:lnTo>
                        <a:pt x="10742" y="5193"/>
                      </a:lnTo>
                      <a:lnTo>
                        <a:pt x="10729" y="5247"/>
                      </a:lnTo>
                      <a:lnTo>
                        <a:pt x="10715" y="5301"/>
                      </a:lnTo>
                      <a:lnTo>
                        <a:pt x="10700" y="5354"/>
                      </a:lnTo>
                      <a:lnTo>
                        <a:pt x="10683" y="5407"/>
                      </a:lnTo>
                      <a:lnTo>
                        <a:pt x="10664" y="5459"/>
                      </a:lnTo>
                      <a:lnTo>
                        <a:pt x="10645" y="5512"/>
                      </a:lnTo>
                      <a:lnTo>
                        <a:pt x="10624" y="5562"/>
                      </a:lnTo>
                      <a:lnTo>
                        <a:pt x="10602" y="5613"/>
                      </a:lnTo>
                      <a:lnTo>
                        <a:pt x="10577" y="5663"/>
                      </a:lnTo>
                      <a:lnTo>
                        <a:pt x="10553" y="5713"/>
                      </a:lnTo>
                      <a:lnTo>
                        <a:pt x="10527" y="5761"/>
                      </a:lnTo>
                      <a:lnTo>
                        <a:pt x="10498" y="5811"/>
                      </a:lnTo>
                      <a:lnTo>
                        <a:pt x="10470" y="5858"/>
                      </a:lnTo>
                      <a:lnTo>
                        <a:pt x="10439" y="5906"/>
                      </a:lnTo>
                      <a:lnTo>
                        <a:pt x="10408" y="5953"/>
                      </a:lnTo>
                      <a:lnTo>
                        <a:pt x="10375" y="6000"/>
                      </a:lnTo>
                      <a:lnTo>
                        <a:pt x="10340" y="6045"/>
                      </a:lnTo>
                      <a:lnTo>
                        <a:pt x="10304" y="6090"/>
                      </a:lnTo>
                      <a:lnTo>
                        <a:pt x="10267" y="6135"/>
                      </a:lnTo>
                      <a:lnTo>
                        <a:pt x="10228" y="6180"/>
                      </a:lnTo>
                      <a:lnTo>
                        <a:pt x="10189" y="6223"/>
                      </a:lnTo>
                      <a:lnTo>
                        <a:pt x="10148" y="6267"/>
                      </a:lnTo>
                      <a:lnTo>
                        <a:pt x="10106" y="6309"/>
                      </a:lnTo>
                      <a:lnTo>
                        <a:pt x="10062" y="6352"/>
                      </a:lnTo>
                      <a:lnTo>
                        <a:pt x="10017" y="6392"/>
                      </a:lnTo>
                      <a:lnTo>
                        <a:pt x="9973" y="6431"/>
                      </a:lnTo>
                      <a:lnTo>
                        <a:pt x="9928" y="6469"/>
                      </a:lnTo>
                      <a:lnTo>
                        <a:pt x="9881" y="6505"/>
                      </a:lnTo>
                      <a:lnTo>
                        <a:pt x="9835" y="6540"/>
                      </a:lnTo>
                      <a:lnTo>
                        <a:pt x="9789" y="6574"/>
                      </a:lnTo>
                      <a:lnTo>
                        <a:pt x="9741" y="6607"/>
                      </a:lnTo>
                      <a:lnTo>
                        <a:pt x="9693" y="6637"/>
                      </a:lnTo>
                      <a:lnTo>
                        <a:pt x="9644" y="6667"/>
                      </a:lnTo>
                      <a:lnTo>
                        <a:pt x="9594" y="6695"/>
                      </a:lnTo>
                      <a:lnTo>
                        <a:pt x="9545" y="6723"/>
                      </a:lnTo>
                      <a:lnTo>
                        <a:pt x="9494" y="6749"/>
                      </a:lnTo>
                      <a:lnTo>
                        <a:pt x="9444" y="6773"/>
                      </a:lnTo>
                      <a:lnTo>
                        <a:pt x="9393" y="6796"/>
                      </a:lnTo>
                      <a:lnTo>
                        <a:pt x="9340" y="6817"/>
                      </a:lnTo>
                      <a:lnTo>
                        <a:pt x="9289" y="6839"/>
                      </a:lnTo>
                      <a:lnTo>
                        <a:pt x="9235" y="6857"/>
                      </a:lnTo>
                      <a:lnTo>
                        <a:pt x="9182" y="6875"/>
                      </a:lnTo>
                      <a:lnTo>
                        <a:pt x="9127" y="6892"/>
                      </a:lnTo>
                      <a:lnTo>
                        <a:pt x="9073" y="6907"/>
                      </a:lnTo>
                      <a:lnTo>
                        <a:pt x="9018" y="6921"/>
                      </a:lnTo>
                      <a:lnTo>
                        <a:pt x="8963" y="6933"/>
                      </a:lnTo>
                      <a:lnTo>
                        <a:pt x="8906" y="6945"/>
                      </a:lnTo>
                      <a:lnTo>
                        <a:pt x="8850" y="6954"/>
                      </a:lnTo>
                      <a:lnTo>
                        <a:pt x="8792" y="6963"/>
                      </a:lnTo>
                      <a:lnTo>
                        <a:pt x="8735" y="6970"/>
                      </a:lnTo>
                      <a:lnTo>
                        <a:pt x="8676" y="6977"/>
                      </a:lnTo>
                      <a:lnTo>
                        <a:pt x="8617" y="6981"/>
                      </a:lnTo>
                      <a:lnTo>
                        <a:pt x="8558" y="6984"/>
                      </a:lnTo>
                      <a:lnTo>
                        <a:pt x="8498" y="6986"/>
                      </a:lnTo>
                      <a:lnTo>
                        <a:pt x="8438" y="6987"/>
                      </a:lnTo>
                      <a:lnTo>
                        <a:pt x="8376" y="6986"/>
                      </a:lnTo>
                      <a:lnTo>
                        <a:pt x="8316" y="6984"/>
                      </a:lnTo>
                      <a:lnTo>
                        <a:pt x="8256" y="6981"/>
                      </a:lnTo>
                      <a:lnTo>
                        <a:pt x="8197" y="6977"/>
                      </a:lnTo>
                      <a:lnTo>
                        <a:pt x="8138" y="6970"/>
                      </a:lnTo>
                      <a:lnTo>
                        <a:pt x="8080" y="6963"/>
                      </a:lnTo>
                      <a:lnTo>
                        <a:pt x="8022" y="6954"/>
                      </a:lnTo>
                      <a:lnTo>
                        <a:pt x="7965" y="6945"/>
                      </a:lnTo>
                      <a:lnTo>
                        <a:pt x="7908" y="6933"/>
                      </a:lnTo>
                      <a:lnTo>
                        <a:pt x="7852" y="6921"/>
                      </a:lnTo>
                      <a:lnTo>
                        <a:pt x="7797" y="6907"/>
                      </a:lnTo>
                      <a:lnTo>
                        <a:pt x="7742" y="6892"/>
                      </a:lnTo>
                      <a:lnTo>
                        <a:pt x="7688" y="6875"/>
                      </a:lnTo>
                      <a:lnTo>
                        <a:pt x="7635" y="6857"/>
                      </a:lnTo>
                      <a:lnTo>
                        <a:pt x="7581" y="6839"/>
                      </a:lnTo>
                      <a:lnTo>
                        <a:pt x="7528" y="6817"/>
                      </a:lnTo>
                      <a:lnTo>
                        <a:pt x="7477" y="6796"/>
                      </a:lnTo>
                      <a:lnTo>
                        <a:pt x="7425" y="6773"/>
                      </a:lnTo>
                      <a:lnTo>
                        <a:pt x="7374" y="6749"/>
                      </a:lnTo>
                      <a:lnTo>
                        <a:pt x="7325" y="6723"/>
                      </a:lnTo>
                      <a:lnTo>
                        <a:pt x="7274" y="6695"/>
                      </a:lnTo>
                      <a:lnTo>
                        <a:pt x="7226" y="6667"/>
                      </a:lnTo>
                      <a:lnTo>
                        <a:pt x="7177" y="6637"/>
                      </a:lnTo>
                      <a:lnTo>
                        <a:pt x="7130" y="6607"/>
                      </a:lnTo>
                      <a:lnTo>
                        <a:pt x="7082" y="6574"/>
                      </a:lnTo>
                      <a:lnTo>
                        <a:pt x="7035" y="6540"/>
                      </a:lnTo>
                      <a:lnTo>
                        <a:pt x="6988" y="6505"/>
                      </a:lnTo>
                      <a:lnTo>
                        <a:pt x="6943" y="6469"/>
                      </a:lnTo>
                      <a:lnTo>
                        <a:pt x="6898" y="6431"/>
                      </a:lnTo>
                      <a:lnTo>
                        <a:pt x="6853" y="6392"/>
                      </a:lnTo>
                      <a:lnTo>
                        <a:pt x="6809" y="6352"/>
                      </a:lnTo>
                      <a:lnTo>
                        <a:pt x="6766" y="6309"/>
                      </a:lnTo>
                      <a:lnTo>
                        <a:pt x="6724" y="6267"/>
                      </a:lnTo>
                      <a:lnTo>
                        <a:pt x="6683" y="6223"/>
                      </a:lnTo>
                      <a:lnTo>
                        <a:pt x="6642" y="6180"/>
                      </a:lnTo>
                      <a:lnTo>
                        <a:pt x="6604" y="6135"/>
                      </a:lnTo>
                      <a:lnTo>
                        <a:pt x="6568" y="6090"/>
                      </a:lnTo>
                      <a:lnTo>
                        <a:pt x="6532" y="6045"/>
                      </a:lnTo>
                      <a:lnTo>
                        <a:pt x="6498" y="6000"/>
                      </a:lnTo>
                      <a:lnTo>
                        <a:pt x="6464" y="5953"/>
                      </a:lnTo>
                      <a:lnTo>
                        <a:pt x="6433" y="5906"/>
                      </a:lnTo>
                      <a:lnTo>
                        <a:pt x="6403" y="5858"/>
                      </a:lnTo>
                      <a:lnTo>
                        <a:pt x="6373" y="5811"/>
                      </a:lnTo>
                      <a:lnTo>
                        <a:pt x="6346" y="5761"/>
                      </a:lnTo>
                      <a:lnTo>
                        <a:pt x="6320" y="5713"/>
                      </a:lnTo>
                      <a:lnTo>
                        <a:pt x="6295" y="5663"/>
                      </a:lnTo>
                      <a:lnTo>
                        <a:pt x="6272" y="5613"/>
                      </a:lnTo>
                      <a:lnTo>
                        <a:pt x="6250" y="5562"/>
                      </a:lnTo>
                      <a:lnTo>
                        <a:pt x="6229" y="5512"/>
                      </a:lnTo>
                      <a:lnTo>
                        <a:pt x="6209" y="5459"/>
                      </a:lnTo>
                      <a:lnTo>
                        <a:pt x="6191" y="5407"/>
                      </a:lnTo>
                      <a:lnTo>
                        <a:pt x="6174" y="5354"/>
                      </a:lnTo>
                      <a:lnTo>
                        <a:pt x="6159" y="5301"/>
                      </a:lnTo>
                      <a:lnTo>
                        <a:pt x="6145" y="5247"/>
                      </a:lnTo>
                      <a:lnTo>
                        <a:pt x="6132" y="5193"/>
                      </a:lnTo>
                      <a:lnTo>
                        <a:pt x="6120" y="5137"/>
                      </a:lnTo>
                      <a:lnTo>
                        <a:pt x="6111" y="5083"/>
                      </a:lnTo>
                      <a:lnTo>
                        <a:pt x="6102" y="5027"/>
                      </a:lnTo>
                      <a:lnTo>
                        <a:pt x="6095" y="4970"/>
                      </a:lnTo>
                      <a:lnTo>
                        <a:pt x="6089" y="4913"/>
                      </a:lnTo>
                      <a:lnTo>
                        <a:pt x="6084" y="4855"/>
                      </a:lnTo>
                      <a:lnTo>
                        <a:pt x="6080" y="4797"/>
                      </a:lnTo>
                      <a:lnTo>
                        <a:pt x="6078" y="4739"/>
                      </a:lnTo>
                      <a:lnTo>
                        <a:pt x="6078" y="4679"/>
                      </a:lnTo>
                      <a:lnTo>
                        <a:pt x="6078" y="4626"/>
                      </a:lnTo>
                      <a:lnTo>
                        <a:pt x="6080" y="4573"/>
                      </a:lnTo>
                      <a:lnTo>
                        <a:pt x="6083" y="4522"/>
                      </a:lnTo>
                      <a:lnTo>
                        <a:pt x="6088" y="4469"/>
                      </a:lnTo>
                      <a:lnTo>
                        <a:pt x="6093" y="4417"/>
                      </a:lnTo>
                      <a:lnTo>
                        <a:pt x="6099" y="4366"/>
                      </a:lnTo>
                      <a:lnTo>
                        <a:pt x="6107" y="4314"/>
                      </a:lnTo>
                      <a:lnTo>
                        <a:pt x="6115" y="4262"/>
                      </a:lnTo>
                      <a:lnTo>
                        <a:pt x="6126" y="4212"/>
                      </a:lnTo>
                      <a:lnTo>
                        <a:pt x="6136" y="4160"/>
                      </a:lnTo>
                      <a:lnTo>
                        <a:pt x="6149" y="4110"/>
                      </a:lnTo>
                      <a:lnTo>
                        <a:pt x="6161" y="4059"/>
                      </a:lnTo>
                      <a:lnTo>
                        <a:pt x="6176" y="4010"/>
                      </a:lnTo>
                      <a:lnTo>
                        <a:pt x="6191" y="3960"/>
                      </a:lnTo>
                      <a:lnTo>
                        <a:pt x="6208" y="3910"/>
                      </a:lnTo>
                      <a:lnTo>
                        <a:pt x="6226" y="3861"/>
                      </a:lnTo>
                      <a:lnTo>
                        <a:pt x="8636" y="4954"/>
                      </a:lnTo>
                      <a:lnTo>
                        <a:pt x="7504" y="2566"/>
                      </a:lnTo>
                      <a:lnTo>
                        <a:pt x="7560" y="2542"/>
                      </a:lnTo>
                      <a:lnTo>
                        <a:pt x="7616" y="2520"/>
                      </a:lnTo>
                      <a:lnTo>
                        <a:pt x="7672" y="2499"/>
                      </a:lnTo>
                      <a:lnTo>
                        <a:pt x="7729" y="2480"/>
                      </a:lnTo>
                      <a:lnTo>
                        <a:pt x="7786" y="2462"/>
                      </a:lnTo>
                      <a:lnTo>
                        <a:pt x="7843" y="2446"/>
                      </a:lnTo>
                      <a:lnTo>
                        <a:pt x="7901" y="2432"/>
                      </a:lnTo>
                      <a:lnTo>
                        <a:pt x="7959" y="2418"/>
                      </a:lnTo>
                      <a:lnTo>
                        <a:pt x="8017" y="2406"/>
                      </a:lnTo>
                      <a:lnTo>
                        <a:pt x="8076" y="2396"/>
                      </a:lnTo>
                      <a:lnTo>
                        <a:pt x="8135" y="2387"/>
                      </a:lnTo>
                      <a:lnTo>
                        <a:pt x="8195" y="2381"/>
                      </a:lnTo>
                      <a:lnTo>
                        <a:pt x="8255" y="2375"/>
                      </a:lnTo>
                      <a:lnTo>
                        <a:pt x="8315" y="2372"/>
                      </a:lnTo>
                      <a:lnTo>
                        <a:pt x="8376" y="2369"/>
                      </a:lnTo>
                      <a:lnTo>
                        <a:pt x="8438" y="2368"/>
                      </a:lnTo>
                      <a:lnTo>
                        <a:pt x="8498" y="2368"/>
                      </a:lnTo>
                      <a:lnTo>
                        <a:pt x="8558" y="2371"/>
                      </a:lnTo>
                      <a:lnTo>
                        <a:pt x="8617" y="2374"/>
                      </a:lnTo>
                      <a:lnTo>
                        <a:pt x="8676" y="2379"/>
                      </a:lnTo>
                      <a:lnTo>
                        <a:pt x="8735" y="2384"/>
                      </a:lnTo>
                      <a:lnTo>
                        <a:pt x="8792" y="2392"/>
                      </a:lnTo>
                      <a:lnTo>
                        <a:pt x="8850" y="2400"/>
                      </a:lnTo>
                      <a:lnTo>
                        <a:pt x="8906" y="2411"/>
                      </a:lnTo>
                      <a:lnTo>
                        <a:pt x="8963" y="2421"/>
                      </a:lnTo>
                      <a:lnTo>
                        <a:pt x="9018" y="2434"/>
                      </a:lnTo>
                      <a:lnTo>
                        <a:pt x="9073" y="2449"/>
                      </a:lnTo>
                      <a:lnTo>
                        <a:pt x="9127" y="2463"/>
                      </a:lnTo>
                      <a:lnTo>
                        <a:pt x="9182" y="2480"/>
                      </a:lnTo>
                      <a:lnTo>
                        <a:pt x="9235" y="2497"/>
                      </a:lnTo>
                      <a:lnTo>
                        <a:pt x="9289" y="2517"/>
                      </a:lnTo>
                      <a:lnTo>
                        <a:pt x="9340" y="2537"/>
                      </a:lnTo>
                      <a:lnTo>
                        <a:pt x="9393" y="2559"/>
                      </a:lnTo>
                      <a:lnTo>
                        <a:pt x="9444" y="2582"/>
                      </a:lnTo>
                      <a:lnTo>
                        <a:pt x="9494" y="2607"/>
                      </a:lnTo>
                      <a:lnTo>
                        <a:pt x="9545" y="2632"/>
                      </a:lnTo>
                      <a:lnTo>
                        <a:pt x="9594" y="2659"/>
                      </a:lnTo>
                      <a:lnTo>
                        <a:pt x="9644" y="2688"/>
                      </a:lnTo>
                      <a:lnTo>
                        <a:pt x="9693" y="2717"/>
                      </a:lnTo>
                      <a:lnTo>
                        <a:pt x="9741" y="2749"/>
                      </a:lnTo>
                      <a:lnTo>
                        <a:pt x="9789" y="2782"/>
                      </a:lnTo>
                      <a:lnTo>
                        <a:pt x="9835" y="2815"/>
                      </a:lnTo>
                      <a:lnTo>
                        <a:pt x="9881" y="2850"/>
                      </a:lnTo>
                      <a:lnTo>
                        <a:pt x="9928" y="2887"/>
                      </a:lnTo>
                      <a:lnTo>
                        <a:pt x="9973" y="2924"/>
                      </a:lnTo>
                      <a:lnTo>
                        <a:pt x="10017" y="2964"/>
                      </a:lnTo>
                      <a:lnTo>
                        <a:pt x="10062" y="3004"/>
                      </a:lnTo>
                      <a:lnTo>
                        <a:pt x="10106" y="3046"/>
                      </a:lnTo>
                      <a:lnTo>
                        <a:pt x="10148" y="3088"/>
                      </a:lnTo>
                      <a:lnTo>
                        <a:pt x="10189" y="3132"/>
                      </a:lnTo>
                      <a:lnTo>
                        <a:pt x="10228" y="3176"/>
                      </a:lnTo>
                      <a:lnTo>
                        <a:pt x="10267" y="3220"/>
                      </a:lnTo>
                      <a:lnTo>
                        <a:pt x="10304" y="3264"/>
                      </a:lnTo>
                      <a:lnTo>
                        <a:pt x="10340" y="3310"/>
                      </a:lnTo>
                      <a:lnTo>
                        <a:pt x="10375" y="3356"/>
                      </a:lnTo>
                      <a:lnTo>
                        <a:pt x="10408" y="3402"/>
                      </a:lnTo>
                      <a:lnTo>
                        <a:pt x="10439" y="3450"/>
                      </a:lnTo>
                      <a:lnTo>
                        <a:pt x="10470" y="3497"/>
                      </a:lnTo>
                      <a:lnTo>
                        <a:pt x="10498" y="3545"/>
                      </a:lnTo>
                      <a:lnTo>
                        <a:pt x="10527" y="3593"/>
                      </a:lnTo>
                      <a:lnTo>
                        <a:pt x="10553" y="3643"/>
                      </a:lnTo>
                      <a:lnTo>
                        <a:pt x="10577" y="3692"/>
                      </a:lnTo>
                      <a:lnTo>
                        <a:pt x="10602" y="3743"/>
                      </a:lnTo>
                      <a:lnTo>
                        <a:pt x="10624" y="3793"/>
                      </a:lnTo>
                      <a:lnTo>
                        <a:pt x="10645" y="3845"/>
                      </a:lnTo>
                      <a:lnTo>
                        <a:pt x="10664" y="3897"/>
                      </a:lnTo>
                      <a:lnTo>
                        <a:pt x="10683" y="3948"/>
                      </a:lnTo>
                      <a:lnTo>
                        <a:pt x="10700" y="4002"/>
                      </a:lnTo>
                      <a:lnTo>
                        <a:pt x="10715" y="4055"/>
                      </a:lnTo>
                      <a:lnTo>
                        <a:pt x="10729" y="4110"/>
                      </a:lnTo>
                      <a:lnTo>
                        <a:pt x="10742" y="4163"/>
                      </a:lnTo>
                      <a:lnTo>
                        <a:pt x="10754" y="4219"/>
                      </a:lnTo>
                      <a:lnTo>
                        <a:pt x="10764" y="4274"/>
                      </a:lnTo>
                      <a:lnTo>
                        <a:pt x="10773" y="4331"/>
                      </a:lnTo>
                      <a:lnTo>
                        <a:pt x="10780" y="4388"/>
                      </a:lnTo>
                      <a:lnTo>
                        <a:pt x="10786" y="4445"/>
                      </a:lnTo>
                      <a:lnTo>
                        <a:pt x="10791" y="4503"/>
                      </a:lnTo>
                      <a:lnTo>
                        <a:pt x="10795" y="4561"/>
                      </a:lnTo>
                      <a:lnTo>
                        <a:pt x="10796" y="4620"/>
                      </a:lnTo>
                      <a:lnTo>
                        <a:pt x="10797" y="467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" name="Oval 653"/>
                <p:cNvSpPr>
                  <a:spLocks noChangeArrowheads="1"/>
                </p:cNvSpPr>
                <p:nvPr/>
              </p:nvSpPr>
              <p:spPr bwMode="auto">
                <a:xfrm>
                  <a:off x="3538" y="4421"/>
                  <a:ext cx="320" cy="320"/>
                </a:xfrm>
                <a:prstGeom prst="ellipse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AutoShape 654"/>
                <p:cNvSpPr>
                  <a:spLocks noChangeArrowheads="1"/>
                </p:cNvSpPr>
                <p:nvPr/>
              </p:nvSpPr>
              <p:spPr bwMode="auto">
                <a:xfrm>
                  <a:off x="3436" y="4313"/>
                  <a:ext cx="527" cy="527"/>
                </a:xfrm>
                <a:custGeom>
                  <a:avLst/>
                  <a:gdLst>
                    <a:gd name="G0" fmla="+- 2582 0 0"/>
                    <a:gd name="G1" fmla="+- 21600 0 2582"/>
                    <a:gd name="G2" fmla="+- 21600 0 2582"/>
                    <a:gd name="G3" fmla="*/ G0 2929 10000"/>
                    <a:gd name="G4" fmla="+- 21600 0 G3"/>
                    <a:gd name="G5" fmla="+- 21600 0 G3"/>
                    <a:gd name="T0" fmla="*/ 10800 w 21600"/>
                    <a:gd name="T1" fmla="*/ 0 h 21600"/>
                    <a:gd name="T2" fmla="*/ 3163 w 21600"/>
                    <a:gd name="T3" fmla="*/ 3163 h 21600"/>
                    <a:gd name="T4" fmla="*/ 0 w 21600"/>
                    <a:gd name="T5" fmla="*/ 10800 h 21600"/>
                    <a:gd name="T6" fmla="*/ 3163 w 21600"/>
                    <a:gd name="T7" fmla="*/ 18437 h 21600"/>
                    <a:gd name="T8" fmla="*/ 10800 w 21600"/>
                    <a:gd name="T9" fmla="*/ 21600 h 21600"/>
                    <a:gd name="T10" fmla="*/ 18437 w 21600"/>
                    <a:gd name="T11" fmla="*/ 18437 h 21600"/>
                    <a:gd name="T12" fmla="*/ 21600 w 21600"/>
                    <a:gd name="T13" fmla="*/ 10800 h 21600"/>
                    <a:gd name="T14" fmla="*/ 18437 w 21600"/>
                    <a:gd name="T15" fmla="*/ 3163 h 21600"/>
                    <a:gd name="T16" fmla="*/ 3163 w 21600"/>
                    <a:gd name="T17" fmla="*/ 3163 h 21600"/>
                    <a:gd name="T18" fmla="*/ 18437 w 21600"/>
                    <a:gd name="T19" fmla="*/ 18437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T16" t="T17" r="T18" b="T19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2582" y="10800"/>
                      </a:moveTo>
                      <a:cubicBezTo>
                        <a:pt x="2582" y="15339"/>
                        <a:pt x="6261" y="19018"/>
                        <a:pt x="10800" y="19018"/>
                      </a:cubicBezTo>
                      <a:cubicBezTo>
                        <a:pt x="15339" y="19018"/>
                        <a:pt x="19018" y="15339"/>
                        <a:pt x="19018" y="10800"/>
                      </a:cubicBezTo>
                      <a:cubicBezTo>
                        <a:pt x="19018" y="6261"/>
                        <a:pt x="15339" y="2582"/>
                        <a:pt x="10800" y="2582"/>
                      </a:cubicBezTo>
                      <a:cubicBezTo>
                        <a:pt x="6261" y="2582"/>
                        <a:pt x="2582" y="6261"/>
                        <a:pt x="2582" y="1080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3" name="AutoShape 656"/>
              <p:cNvSpPr>
                <a:spLocks noChangeArrowheads="1"/>
              </p:cNvSpPr>
              <p:nvPr/>
            </p:nvSpPr>
            <p:spPr bwMode="auto">
              <a:xfrm rot="1198326">
                <a:off x="4088" y="4250"/>
                <a:ext cx="97" cy="94"/>
              </a:xfrm>
              <a:prstGeom prst="triangle">
                <a:avLst>
                  <a:gd name="adj" fmla="val 50000"/>
                </a:avLst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79" name="组合 178"/>
          <p:cNvGrpSpPr/>
          <p:nvPr/>
        </p:nvGrpSpPr>
        <p:grpSpPr>
          <a:xfrm>
            <a:off x="1521026" y="4387848"/>
            <a:ext cx="647682" cy="647682"/>
            <a:chOff x="1407600" y="4289874"/>
            <a:chExt cx="799484" cy="799484"/>
          </a:xfrm>
        </p:grpSpPr>
        <p:sp>
          <p:nvSpPr>
            <p:cNvPr id="76" name="椭圆 75"/>
            <p:cNvSpPr/>
            <p:nvPr/>
          </p:nvSpPr>
          <p:spPr>
            <a:xfrm>
              <a:off x="1407600" y="4289874"/>
              <a:ext cx="799484" cy="799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Freeform 140"/>
            <p:cNvSpPr>
              <a:spLocks/>
            </p:cNvSpPr>
            <p:nvPr/>
          </p:nvSpPr>
          <p:spPr bwMode="auto">
            <a:xfrm>
              <a:off x="1535614" y="4400372"/>
              <a:ext cx="537503" cy="513452"/>
            </a:xfrm>
            <a:custGeom>
              <a:avLst/>
              <a:gdLst>
                <a:gd name="T0" fmla="*/ 8914 w 9909"/>
                <a:gd name="T1" fmla="*/ 8634 h 12980"/>
                <a:gd name="T2" fmla="*/ 8871 w 9909"/>
                <a:gd name="T3" fmla="*/ 8626 h 12980"/>
                <a:gd name="T4" fmla="*/ 8840 w 9909"/>
                <a:gd name="T5" fmla="*/ 8588 h 12980"/>
                <a:gd name="T6" fmla="*/ 6747 w 9909"/>
                <a:gd name="T7" fmla="*/ 9060 h 12980"/>
                <a:gd name="T8" fmla="*/ 6597 w 9909"/>
                <a:gd name="T9" fmla="*/ 9225 h 12980"/>
                <a:gd name="T10" fmla="*/ 6457 w 9909"/>
                <a:gd name="T11" fmla="*/ 9399 h 12980"/>
                <a:gd name="T12" fmla="*/ 6328 w 9909"/>
                <a:gd name="T13" fmla="*/ 9581 h 12980"/>
                <a:gd name="T14" fmla="*/ 6209 w 9909"/>
                <a:gd name="T15" fmla="*/ 9773 h 12980"/>
                <a:gd name="T16" fmla="*/ 6099 w 9909"/>
                <a:gd name="T17" fmla="*/ 9974 h 12980"/>
                <a:gd name="T18" fmla="*/ 6001 w 9909"/>
                <a:gd name="T19" fmla="*/ 10185 h 12980"/>
                <a:gd name="T20" fmla="*/ 5915 w 9909"/>
                <a:gd name="T21" fmla="*/ 10402 h 12980"/>
                <a:gd name="T22" fmla="*/ 5842 w 9909"/>
                <a:gd name="T23" fmla="*/ 10621 h 12980"/>
                <a:gd name="T24" fmla="*/ 5785 w 9909"/>
                <a:gd name="T25" fmla="*/ 10840 h 12980"/>
                <a:gd name="T26" fmla="*/ 5740 w 9909"/>
                <a:gd name="T27" fmla="*/ 11061 h 12980"/>
                <a:gd name="T28" fmla="*/ 5710 w 9909"/>
                <a:gd name="T29" fmla="*/ 11282 h 12980"/>
                <a:gd name="T30" fmla="*/ 5695 w 9909"/>
                <a:gd name="T31" fmla="*/ 11506 h 12980"/>
                <a:gd name="T32" fmla="*/ 4209 w 9909"/>
                <a:gd name="T33" fmla="*/ 12980 h 12980"/>
                <a:gd name="T34" fmla="*/ 4205 w 9909"/>
                <a:gd name="T35" fmla="*/ 11461 h 12980"/>
                <a:gd name="T36" fmla="*/ 4186 w 9909"/>
                <a:gd name="T37" fmla="*/ 11235 h 12980"/>
                <a:gd name="T38" fmla="*/ 4156 w 9909"/>
                <a:gd name="T39" fmla="*/ 11013 h 12980"/>
                <a:gd name="T40" fmla="*/ 4111 w 9909"/>
                <a:gd name="T41" fmla="*/ 10792 h 12980"/>
                <a:gd name="T42" fmla="*/ 4054 w 9909"/>
                <a:gd name="T43" fmla="*/ 10575 h 12980"/>
                <a:gd name="T44" fmla="*/ 3981 w 9909"/>
                <a:gd name="T45" fmla="*/ 10359 h 12980"/>
                <a:gd name="T46" fmla="*/ 3896 w 9909"/>
                <a:gd name="T47" fmla="*/ 10148 h 12980"/>
                <a:gd name="T48" fmla="*/ 3756 w 9909"/>
                <a:gd name="T49" fmla="*/ 9864 h 12980"/>
                <a:gd name="T50" fmla="*/ 3593 w 9909"/>
                <a:gd name="T51" fmla="*/ 9595 h 12980"/>
                <a:gd name="T52" fmla="*/ 3463 w 9909"/>
                <a:gd name="T53" fmla="*/ 9412 h 12980"/>
                <a:gd name="T54" fmla="*/ 3320 w 9909"/>
                <a:gd name="T55" fmla="*/ 9236 h 12980"/>
                <a:gd name="T56" fmla="*/ 3165 w 9909"/>
                <a:gd name="T57" fmla="*/ 9068 h 12980"/>
                <a:gd name="T58" fmla="*/ 899 w 9909"/>
                <a:gd name="T59" fmla="*/ 8561 h 12980"/>
                <a:gd name="T60" fmla="*/ 0 w 9909"/>
                <a:gd name="T61" fmla="*/ 5015 h 12980"/>
                <a:gd name="T62" fmla="*/ 10 w 9909"/>
                <a:gd name="T63" fmla="*/ 4968 h 12980"/>
                <a:gd name="T64" fmla="*/ 37 w 9909"/>
                <a:gd name="T65" fmla="*/ 4925 h 12980"/>
                <a:gd name="T66" fmla="*/ 76 w 9909"/>
                <a:gd name="T67" fmla="*/ 4887 h 12980"/>
                <a:gd name="T68" fmla="*/ 120 w 9909"/>
                <a:gd name="T69" fmla="*/ 4865 h 12980"/>
                <a:gd name="T70" fmla="*/ 168 w 9909"/>
                <a:gd name="T71" fmla="*/ 4857 h 12980"/>
                <a:gd name="T72" fmla="*/ 3708 w 9909"/>
                <a:gd name="T73" fmla="*/ 5740 h 12980"/>
                <a:gd name="T74" fmla="*/ 3736 w 9909"/>
                <a:gd name="T75" fmla="*/ 5760 h 12980"/>
                <a:gd name="T76" fmla="*/ 3772 w 9909"/>
                <a:gd name="T77" fmla="*/ 5830 h 12980"/>
                <a:gd name="T78" fmla="*/ 3771 w 9909"/>
                <a:gd name="T79" fmla="*/ 5868 h 12980"/>
                <a:gd name="T80" fmla="*/ 3743 w 9909"/>
                <a:gd name="T81" fmla="*/ 5895 h 12980"/>
                <a:gd name="T82" fmla="*/ 3720 w 9909"/>
                <a:gd name="T83" fmla="*/ 5903 h 12980"/>
                <a:gd name="T84" fmla="*/ 2986 w 9909"/>
                <a:gd name="T85" fmla="*/ 3294 h 12980"/>
                <a:gd name="T86" fmla="*/ 2972 w 9909"/>
                <a:gd name="T87" fmla="*/ 3249 h 12980"/>
                <a:gd name="T88" fmla="*/ 4841 w 9909"/>
                <a:gd name="T89" fmla="*/ 51 h 12980"/>
                <a:gd name="T90" fmla="*/ 4885 w 9909"/>
                <a:gd name="T91" fmla="*/ 17 h 12980"/>
                <a:gd name="T92" fmla="*/ 4929 w 9909"/>
                <a:gd name="T93" fmla="*/ 3 h 12980"/>
                <a:gd name="T94" fmla="*/ 4986 w 9909"/>
                <a:gd name="T95" fmla="*/ 1 h 12980"/>
                <a:gd name="T96" fmla="*/ 5040 w 9909"/>
                <a:gd name="T97" fmla="*/ 13 h 12980"/>
                <a:gd name="T98" fmla="*/ 5076 w 9909"/>
                <a:gd name="T99" fmla="*/ 37 h 12980"/>
                <a:gd name="T100" fmla="*/ 6948 w 9909"/>
                <a:gd name="T101" fmla="*/ 3197 h 12980"/>
                <a:gd name="T102" fmla="*/ 6935 w 9909"/>
                <a:gd name="T103" fmla="*/ 3268 h 12980"/>
                <a:gd name="T104" fmla="*/ 6918 w 9909"/>
                <a:gd name="T105" fmla="*/ 3289 h 12980"/>
                <a:gd name="T106" fmla="*/ 6851 w 9909"/>
                <a:gd name="T107" fmla="*/ 3309 h 12980"/>
                <a:gd name="T108" fmla="*/ 6165 w 9909"/>
                <a:gd name="T109" fmla="*/ 5936 h 12980"/>
                <a:gd name="T110" fmla="*/ 9723 w 9909"/>
                <a:gd name="T111" fmla="*/ 4853 h 12980"/>
                <a:gd name="T112" fmla="*/ 9773 w 9909"/>
                <a:gd name="T113" fmla="*/ 4850 h 12980"/>
                <a:gd name="T114" fmla="*/ 9822 w 9909"/>
                <a:gd name="T115" fmla="*/ 4866 h 12980"/>
                <a:gd name="T116" fmla="*/ 9868 w 9909"/>
                <a:gd name="T117" fmla="*/ 4901 h 12980"/>
                <a:gd name="T118" fmla="*/ 9899 w 9909"/>
                <a:gd name="T119" fmla="*/ 4946 h 12980"/>
                <a:gd name="T120" fmla="*/ 9909 w 9909"/>
                <a:gd name="T121" fmla="*/ 4997 h 12980"/>
                <a:gd name="T122" fmla="*/ 9899 w 9909"/>
                <a:gd name="T123" fmla="*/ 5055 h 12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09" h="12980">
                  <a:moveTo>
                    <a:pt x="9899" y="5055"/>
                  </a:moveTo>
                  <a:lnTo>
                    <a:pt x="9002" y="8561"/>
                  </a:lnTo>
                  <a:lnTo>
                    <a:pt x="8936" y="8627"/>
                  </a:lnTo>
                  <a:lnTo>
                    <a:pt x="8925" y="8631"/>
                  </a:lnTo>
                  <a:lnTo>
                    <a:pt x="8914" y="8634"/>
                  </a:lnTo>
                  <a:lnTo>
                    <a:pt x="8904" y="8635"/>
                  </a:lnTo>
                  <a:lnTo>
                    <a:pt x="8894" y="8635"/>
                  </a:lnTo>
                  <a:lnTo>
                    <a:pt x="8886" y="8633"/>
                  </a:lnTo>
                  <a:lnTo>
                    <a:pt x="8878" y="8630"/>
                  </a:lnTo>
                  <a:lnTo>
                    <a:pt x="8871" y="8626"/>
                  </a:lnTo>
                  <a:lnTo>
                    <a:pt x="8865" y="8620"/>
                  </a:lnTo>
                  <a:lnTo>
                    <a:pt x="8854" y="8608"/>
                  </a:lnTo>
                  <a:lnTo>
                    <a:pt x="8845" y="8598"/>
                  </a:lnTo>
                  <a:lnTo>
                    <a:pt x="8842" y="8593"/>
                  </a:lnTo>
                  <a:lnTo>
                    <a:pt x="8840" y="8588"/>
                  </a:lnTo>
                  <a:lnTo>
                    <a:pt x="8839" y="8583"/>
                  </a:lnTo>
                  <a:lnTo>
                    <a:pt x="8839" y="8578"/>
                  </a:lnTo>
                  <a:lnTo>
                    <a:pt x="8398" y="7420"/>
                  </a:lnTo>
                  <a:lnTo>
                    <a:pt x="6778" y="9028"/>
                  </a:lnTo>
                  <a:lnTo>
                    <a:pt x="6747" y="9060"/>
                  </a:lnTo>
                  <a:lnTo>
                    <a:pt x="6716" y="9092"/>
                  </a:lnTo>
                  <a:lnTo>
                    <a:pt x="6685" y="9125"/>
                  </a:lnTo>
                  <a:lnTo>
                    <a:pt x="6656" y="9158"/>
                  </a:lnTo>
                  <a:lnTo>
                    <a:pt x="6626" y="9191"/>
                  </a:lnTo>
                  <a:lnTo>
                    <a:pt x="6597" y="9225"/>
                  </a:lnTo>
                  <a:lnTo>
                    <a:pt x="6568" y="9259"/>
                  </a:lnTo>
                  <a:lnTo>
                    <a:pt x="6539" y="9293"/>
                  </a:lnTo>
                  <a:lnTo>
                    <a:pt x="6512" y="9328"/>
                  </a:lnTo>
                  <a:lnTo>
                    <a:pt x="6484" y="9364"/>
                  </a:lnTo>
                  <a:lnTo>
                    <a:pt x="6457" y="9399"/>
                  </a:lnTo>
                  <a:lnTo>
                    <a:pt x="6430" y="9434"/>
                  </a:lnTo>
                  <a:lnTo>
                    <a:pt x="6404" y="9471"/>
                  </a:lnTo>
                  <a:lnTo>
                    <a:pt x="6378" y="9508"/>
                  </a:lnTo>
                  <a:lnTo>
                    <a:pt x="6353" y="9545"/>
                  </a:lnTo>
                  <a:lnTo>
                    <a:pt x="6328" y="9581"/>
                  </a:lnTo>
                  <a:lnTo>
                    <a:pt x="6303" y="9619"/>
                  </a:lnTo>
                  <a:lnTo>
                    <a:pt x="6279" y="9657"/>
                  </a:lnTo>
                  <a:lnTo>
                    <a:pt x="6255" y="9696"/>
                  </a:lnTo>
                  <a:lnTo>
                    <a:pt x="6231" y="9734"/>
                  </a:lnTo>
                  <a:lnTo>
                    <a:pt x="6209" y="9773"/>
                  </a:lnTo>
                  <a:lnTo>
                    <a:pt x="6186" y="9813"/>
                  </a:lnTo>
                  <a:lnTo>
                    <a:pt x="6164" y="9853"/>
                  </a:lnTo>
                  <a:lnTo>
                    <a:pt x="6142" y="9893"/>
                  </a:lnTo>
                  <a:lnTo>
                    <a:pt x="6121" y="9934"/>
                  </a:lnTo>
                  <a:lnTo>
                    <a:pt x="6099" y="9974"/>
                  </a:lnTo>
                  <a:lnTo>
                    <a:pt x="6079" y="10016"/>
                  </a:lnTo>
                  <a:lnTo>
                    <a:pt x="6059" y="10057"/>
                  </a:lnTo>
                  <a:lnTo>
                    <a:pt x="6039" y="10100"/>
                  </a:lnTo>
                  <a:lnTo>
                    <a:pt x="6020" y="10142"/>
                  </a:lnTo>
                  <a:lnTo>
                    <a:pt x="6001" y="10185"/>
                  </a:lnTo>
                  <a:lnTo>
                    <a:pt x="5982" y="10228"/>
                  </a:lnTo>
                  <a:lnTo>
                    <a:pt x="5965" y="10272"/>
                  </a:lnTo>
                  <a:lnTo>
                    <a:pt x="5947" y="10315"/>
                  </a:lnTo>
                  <a:lnTo>
                    <a:pt x="5931" y="10358"/>
                  </a:lnTo>
                  <a:lnTo>
                    <a:pt x="5915" y="10402"/>
                  </a:lnTo>
                  <a:lnTo>
                    <a:pt x="5899" y="10446"/>
                  </a:lnTo>
                  <a:lnTo>
                    <a:pt x="5884" y="10489"/>
                  </a:lnTo>
                  <a:lnTo>
                    <a:pt x="5870" y="10533"/>
                  </a:lnTo>
                  <a:lnTo>
                    <a:pt x="5855" y="10577"/>
                  </a:lnTo>
                  <a:lnTo>
                    <a:pt x="5842" y="10621"/>
                  </a:lnTo>
                  <a:lnTo>
                    <a:pt x="5830" y="10665"/>
                  </a:lnTo>
                  <a:lnTo>
                    <a:pt x="5818" y="10709"/>
                  </a:lnTo>
                  <a:lnTo>
                    <a:pt x="5806" y="10752"/>
                  </a:lnTo>
                  <a:lnTo>
                    <a:pt x="5795" y="10796"/>
                  </a:lnTo>
                  <a:lnTo>
                    <a:pt x="5785" y="10840"/>
                  </a:lnTo>
                  <a:lnTo>
                    <a:pt x="5775" y="10884"/>
                  </a:lnTo>
                  <a:lnTo>
                    <a:pt x="5766" y="10928"/>
                  </a:lnTo>
                  <a:lnTo>
                    <a:pt x="5756" y="10972"/>
                  </a:lnTo>
                  <a:lnTo>
                    <a:pt x="5748" y="11017"/>
                  </a:lnTo>
                  <a:lnTo>
                    <a:pt x="5740" y="11061"/>
                  </a:lnTo>
                  <a:lnTo>
                    <a:pt x="5733" y="11105"/>
                  </a:lnTo>
                  <a:lnTo>
                    <a:pt x="5727" y="11150"/>
                  </a:lnTo>
                  <a:lnTo>
                    <a:pt x="5721" y="11194"/>
                  </a:lnTo>
                  <a:lnTo>
                    <a:pt x="5716" y="11238"/>
                  </a:lnTo>
                  <a:lnTo>
                    <a:pt x="5710" y="11282"/>
                  </a:lnTo>
                  <a:lnTo>
                    <a:pt x="5706" y="11327"/>
                  </a:lnTo>
                  <a:lnTo>
                    <a:pt x="5702" y="11371"/>
                  </a:lnTo>
                  <a:lnTo>
                    <a:pt x="5699" y="11416"/>
                  </a:lnTo>
                  <a:lnTo>
                    <a:pt x="5697" y="11461"/>
                  </a:lnTo>
                  <a:lnTo>
                    <a:pt x="5695" y="11506"/>
                  </a:lnTo>
                  <a:lnTo>
                    <a:pt x="5693" y="11551"/>
                  </a:lnTo>
                  <a:lnTo>
                    <a:pt x="5692" y="11596"/>
                  </a:lnTo>
                  <a:lnTo>
                    <a:pt x="5692" y="11641"/>
                  </a:lnTo>
                  <a:lnTo>
                    <a:pt x="5692" y="12980"/>
                  </a:lnTo>
                  <a:lnTo>
                    <a:pt x="4209" y="12980"/>
                  </a:lnTo>
                  <a:lnTo>
                    <a:pt x="4209" y="11644"/>
                  </a:lnTo>
                  <a:lnTo>
                    <a:pt x="4209" y="11598"/>
                  </a:lnTo>
                  <a:lnTo>
                    <a:pt x="4208" y="11552"/>
                  </a:lnTo>
                  <a:lnTo>
                    <a:pt x="4206" y="11507"/>
                  </a:lnTo>
                  <a:lnTo>
                    <a:pt x="4205" y="11461"/>
                  </a:lnTo>
                  <a:lnTo>
                    <a:pt x="4202" y="11416"/>
                  </a:lnTo>
                  <a:lnTo>
                    <a:pt x="4199" y="11370"/>
                  </a:lnTo>
                  <a:lnTo>
                    <a:pt x="4196" y="11325"/>
                  </a:lnTo>
                  <a:lnTo>
                    <a:pt x="4192" y="11280"/>
                  </a:lnTo>
                  <a:lnTo>
                    <a:pt x="4186" y="11235"/>
                  </a:lnTo>
                  <a:lnTo>
                    <a:pt x="4181" y="11190"/>
                  </a:lnTo>
                  <a:lnTo>
                    <a:pt x="4176" y="11146"/>
                  </a:lnTo>
                  <a:lnTo>
                    <a:pt x="4170" y="11102"/>
                  </a:lnTo>
                  <a:lnTo>
                    <a:pt x="4163" y="11057"/>
                  </a:lnTo>
                  <a:lnTo>
                    <a:pt x="4156" y="11013"/>
                  </a:lnTo>
                  <a:lnTo>
                    <a:pt x="4148" y="10968"/>
                  </a:lnTo>
                  <a:lnTo>
                    <a:pt x="4139" y="10924"/>
                  </a:lnTo>
                  <a:lnTo>
                    <a:pt x="4131" y="10880"/>
                  </a:lnTo>
                  <a:lnTo>
                    <a:pt x="4121" y="10836"/>
                  </a:lnTo>
                  <a:lnTo>
                    <a:pt x="4111" y="10792"/>
                  </a:lnTo>
                  <a:lnTo>
                    <a:pt x="4101" y="10748"/>
                  </a:lnTo>
                  <a:lnTo>
                    <a:pt x="4089" y="10704"/>
                  </a:lnTo>
                  <a:lnTo>
                    <a:pt x="4078" y="10662"/>
                  </a:lnTo>
                  <a:lnTo>
                    <a:pt x="4066" y="10618"/>
                  </a:lnTo>
                  <a:lnTo>
                    <a:pt x="4054" y="10575"/>
                  </a:lnTo>
                  <a:lnTo>
                    <a:pt x="4039" y="10531"/>
                  </a:lnTo>
                  <a:lnTo>
                    <a:pt x="4026" y="10488"/>
                  </a:lnTo>
                  <a:lnTo>
                    <a:pt x="4012" y="10445"/>
                  </a:lnTo>
                  <a:lnTo>
                    <a:pt x="3997" y="10402"/>
                  </a:lnTo>
                  <a:lnTo>
                    <a:pt x="3981" y="10359"/>
                  </a:lnTo>
                  <a:lnTo>
                    <a:pt x="3965" y="10316"/>
                  </a:lnTo>
                  <a:lnTo>
                    <a:pt x="3949" y="10274"/>
                  </a:lnTo>
                  <a:lnTo>
                    <a:pt x="3931" y="10232"/>
                  </a:lnTo>
                  <a:lnTo>
                    <a:pt x="3914" y="10190"/>
                  </a:lnTo>
                  <a:lnTo>
                    <a:pt x="3896" y="10148"/>
                  </a:lnTo>
                  <a:lnTo>
                    <a:pt x="3877" y="10106"/>
                  </a:lnTo>
                  <a:lnTo>
                    <a:pt x="3858" y="10065"/>
                  </a:lnTo>
                  <a:lnTo>
                    <a:pt x="3819" y="9984"/>
                  </a:lnTo>
                  <a:lnTo>
                    <a:pt x="3777" y="9904"/>
                  </a:lnTo>
                  <a:lnTo>
                    <a:pt x="3756" y="9864"/>
                  </a:lnTo>
                  <a:lnTo>
                    <a:pt x="3734" y="9824"/>
                  </a:lnTo>
                  <a:lnTo>
                    <a:pt x="3712" y="9785"/>
                  </a:lnTo>
                  <a:lnTo>
                    <a:pt x="3689" y="9747"/>
                  </a:lnTo>
                  <a:lnTo>
                    <a:pt x="3642" y="9670"/>
                  </a:lnTo>
                  <a:lnTo>
                    <a:pt x="3593" y="9595"/>
                  </a:lnTo>
                  <a:lnTo>
                    <a:pt x="3568" y="9558"/>
                  </a:lnTo>
                  <a:lnTo>
                    <a:pt x="3542" y="9521"/>
                  </a:lnTo>
                  <a:lnTo>
                    <a:pt x="3516" y="9484"/>
                  </a:lnTo>
                  <a:lnTo>
                    <a:pt x="3489" y="9448"/>
                  </a:lnTo>
                  <a:lnTo>
                    <a:pt x="3463" y="9412"/>
                  </a:lnTo>
                  <a:lnTo>
                    <a:pt x="3435" y="9376"/>
                  </a:lnTo>
                  <a:lnTo>
                    <a:pt x="3407" y="9340"/>
                  </a:lnTo>
                  <a:lnTo>
                    <a:pt x="3379" y="9306"/>
                  </a:lnTo>
                  <a:lnTo>
                    <a:pt x="3349" y="9271"/>
                  </a:lnTo>
                  <a:lnTo>
                    <a:pt x="3320" y="9236"/>
                  </a:lnTo>
                  <a:lnTo>
                    <a:pt x="3290" y="9201"/>
                  </a:lnTo>
                  <a:lnTo>
                    <a:pt x="3260" y="9168"/>
                  </a:lnTo>
                  <a:lnTo>
                    <a:pt x="3229" y="9134"/>
                  </a:lnTo>
                  <a:lnTo>
                    <a:pt x="3197" y="9100"/>
                  </a:lnTo>
                  <a:lnTo>
                    <a:pt x="3165" y="9068"/>
                  </a:lnTo>
                  <a:lnTo>
                    <a:pt x="3133" y="9034"/>
                  </a:lnTo>
                  <a:lnTo>
                    <a:pt x="1503" y="7403"/>
                  </a:lnTo>
                  <a:lnTo>
                    <a:pt x="1062" y="8578"/>
                  </a:lnTo>
                  <a:lnTo>
                    <a:pt x="981" y="8627"/>
                  </a:lnTo>
                  <a:lnTo>
                    <a:pt x="899" y="8561"/>
                  </a:lnTo>
                  <a:lnTo>
                    <a:pt x="2" y="5055"/>
                  </a:lnTo>
                  <a:lnTo>
                    <a:pt x="1" y="5045"/>
                  </a:lnTo>
                  <a:lnTo>
                    <a:pt x="0" y="5034"/>
                  </a:lnTo>
                  <a:lnTo>
                    <a:pt x="0" y="5025"/>
                  </a:lnTo>
                  <a:lnTo>
                    <a:pt x="0" y="5015"/>
                  </a:lnTo>
                  <a:lnTo>
                    <a:pt x="1" y="5005"/>
                  </a:lnTo>
                  <a:lnTo>
                    <a:pt x="2" y="4996"/>
                  </a:lnTo>
                  <a:lnTo>
                    <a:pt x="4" y="4986"/>
                  </a:lnTo>
                  <a:lnTo>
                    <a:pt x="7" y="4977"/>
                  </a:lnTo>
                  <a:lnTo>
                    <a:pt x="10" y="4968"/>
                  </a:lnTo>
                  <a:lnTo>
                    <a:pt x="14" y="4959"/>
                  </a:lnTo>
                  <a:lnTo>
                    <a:pt x="20" y="4951"/>
                  </a:lnTo>
                  <a:lnTo>
                    <a:pt x="25" y="4942"/>
                  </a:lnTo>
                  <a:lnTo>
                    <a:pt x="30" y="4933"/>
                  </a:lnTo>
                  <a:lnTo>
                    <a:pt x="37" y="4925"/>
                  </a:lnTo>
                  <a:lnTo>
                    <a:pt x="44" y="4917"/>
                  </a:lnTo>
                  <a:lnTo>
                    <a:pt x="51" y="4909"/>
                  </a:lnTo>
                  <a:lnTo>
                    <a:pt x="59" y="4901"/>
                  </a:lnTo>
                  <a:lnTo>
                    <a:pt x="68" y="4894"/>
                  </a:lnTo>
                  <a:lnTo>
                    <a:pt x="76" y="4887"/>
                  </a:lnTo>
                  <a:lnTo>
                    <a:pt x="84" y="4881"/>
                  </a:lnTo>
                  <a:lnTo>
                    <a:pt x="93" y="4876"/>
                  </a:lnTo>
                  <a:lnTo>
                    <a:pt x="101" y="4872"/>
                  </a:lnTo>
                  <a:lnTo>
                    <a:pt x="110" y="4868"/>
                  </a:lnTo>
                  <a:lnTo>
                    <a:pt x="120" y="4865"/>
                  </a:lnTo>
                  <a:lnTo>
                    <a:pt x="129" y="4862"/>
                  </a:lnTo>
                  <a:lnTo>
                    <a:pt x="138" y="4860"/>
                  </a:lnTo>
                  <a:lnTo>
                    <a:pt x="148" y="4858"/>
                  </a:lnTo>
                  <a:lnTo>
                    <a:pt x="157" y="4857"/>
                  </a:lnTo>
                  <a:lnTo>
                    <a:pt x="168" y="4857"/>
                  </a:lnTo>
                  <a:lnTo>
                    <a:pt x="178" y="4857"/>
                  </a:lnTo>
                  <a:lnTo>
                    <a:pt x="188" y="4858"/>
                  </a:lnTo>
                  <a:lnTo>
                    <a:pt x="198" y="4860"/>
                  </a:lnTo>
                  <a:lnTo>
                    <a:pt x="3704" y="5740"/>
                  </a:lnTo>
                  <a:lnTo>
                    <a:pt x="3708" y="5740"/>
                  </a:lnTo>
                  <a:lnTo>
                    <a:pt x="3712" y="5741"/>
                  </a:lnTo>
                  <a:lnTo>
                    <a:pt x="3716" y="5743"/>
                  </a:lnTo>
                  <a:lnTo>
                    <a:pt x="3720" y="5745"/>
                  </a:lnTo>
                  <a:lnTo>
                    <a:pt x="3728" y="5751"/>
                  </a:lnTo>
                  <a:lnTo>
                    <a:pt x="3736" y="5760"/>
                  </a:lnTo>
                  <a:lnTo>
                    <a:pt x="3743" y="5772"/>
                  </a:lnTo>
                  <a:lnTo>
                    <a:pt x="3752" y="5786"/>
                  </a:lnTo>
                  <a:lnTo>
                    <a:pt x="3760" y="5802"/>
                  </a:lnTo>
                  <a:lnTo>
                    <a:pt x="3769" y="5822"/>
                  </a:lnTo>
                  <a:lnTo>
                    <a:pt x="3772" y="5830"/>
                  </a:lnTo>
                  <a:lnTo>
                    <a:pt x="3774" y="5838"/>
                  </a:lnTo>
                  <a:lnTo>
                    <a:pt x="3775" y="5846"/>
                  </a:lnTo>
                  <a:lnTo>
                    <a:pt x="3775" y="5853"/>
                  </a:lnTo>
                  <a:lnTo>
                    <a:pt x="3774" y="5861"/>
                  </a:lnTo>
                  <a:lnTo>
                    <a:pt x="3771" y="5868"/>
                  </a:lnTo>
                  <a:lnTo>
                    <a:pt x="3767" y="5874"/>
                  </a:lnTo>
                  <a:lnTo>
                    <a:pt x="3762" y="5881"/>
                  </a:lnTo>
                  <a:lnTo>
                    <a:pt x="3756" y="5886"/>
                  </a:lnTo>
                  <a:lnTo>
                    <a:pt x="3750" y="5891"/>
                  </a:lnTo>
                  <a:lnTo>
                    <a:pt x="3743" y="5895"/>
                  </a:lnTo>
                  <a:lnTo>
                    <a:pt x="3738" y="5898"/>
                  </a:lnTo>
                  <a:lnTo>
                    <a:pt x="3733" y="5900"/>
                  </a:lnTo>
                  <a:lnTo>
                    <a:pt x="3728" y="5902"/>
                  </a:lnTo>
                  <a:lnTo>
                    <a:pt x="3724" y="5903"/>
                  </a:lnTo>
                  <a:lnTo>
                    <a:pt x="3720" y="5903"/>
                  </a:lnTo>
                  <a:lnTo>
                    <a:pt x="2579" y="6376"/>
                  </a:lnTo>
                  <a:lnTo>
                    <a:pt x="4209" y="8007"/>
                  </a:lnTo>
                  <a:lnTo>
                    <a:pt x="4209" y="2804"/>
                  </a:lnTo>
                  <a:lnTo>
                    <a:pt x="3084" y="3310"/>
                  </a:lnTo>
                  <a:lnTo>
                    <a:pt x="2986" y="3294"/>
                  </a:lnTo>
                  <a:lnTo>
                    <a:pt x="2983" y="3289"/>
                  </a:lnTo>
                  <a:lnTo>
                    <a:pt x="2979" y="3282"/>
                  </a:lnTo>
                  <a:lnTo>
                    <a:pt x="2977" y="3273"/>
                  </a:lnTo>
                  <a:lnTo>
                    <a:pt x="2974" y="3262"/>
                  </a:lnTo>
                  <a:lnTo>
                    <a:pt x="2972" y="3249"/>
                  </a:lnTo>
                  <a:lnTo>
                    <a:pt x="2971" y="3233"/>
                  </a:lnTo>
                  <a:lnTo>
                    <a:pt x="2970" y="3216"/>
                  </a:lnTo>
                  <a:lnTo>
                    <a:pt x="2970" y="3197"/>
                  </a:lnTo>
                  <a:lnTo>
                    <a:pt x="4829" y="65"/>
                  </a:lnTo>
                  <a:lnTo>
                    <a:pt x="4841" y="51"/>
                  </a:lnTo>
                  <a:lnTo>
                    <a:pt x="4854" y="37"/>
                  </a:lnTo>
                  <a:lnTo>
                    <a:pt x="4861" y="31"/>
                  </a:lnTo>
                  <a:lnTo>
                    <a:pt x="4869" y="26"/>
                  </a:lnTo>
                  <a:lnTo>
                    <a:pt x="4876" y="21"/>
                  </a:lnTo>
                  <a:lnTo>
                    <a:pt x="4885" y="17"/>
                  </a:lnTo>
                  <a:lnTo>
                    <a:pt x="4893" y="13"/>
                  </a:lnTo>
                  <a:lnTo>
                    <a:pt x="4902" y="10"/>
                  </a:lnTo>
                  <a:lnTo>
                    <a:pt x="4910" y="7"/>
                  </a:lnTo>
                  <a:lnTo>
                    <a:pt x="4919" y="4"/>
                  </a:lnTo>
                  <a:lnTo>
                    <a:pt x="4929" y="3"/>
                  </a:lnTo>
                  <a:lnTo>
                    <a:pt x="4939" y="1"/>
                  </a:lnTo>
                  <a:lnTo>
                    <a:pt x="4948" y="1"/>
                  </a:lnTo>
                  <a:lnTo>
                    <a:pt x="4958" y="0"/>
                  </a:lnTo>
                  <a:lnTo>
                    <a:pt x="4972" y="1"/>
                  </a:lnTo>
                  <a:lnTo>
                    <a:pt x="4986" y="1"/>
                  </a:lnTo>
                  <a:lnTo>
                    <a:pt x="4998" y="3"/>
                  </a:lnTo>
                  <a:lnTo>
                    <a:pt x="5009" y="4"/>
                  </a:lnTo>
                  <a:lnTo>
                    <a:pt x="5020" y="7"/>
                  </a:lnTo>
                  <a:lnTo>
                    <a:pt x="5031" y="10"/>
                  </a:lnTo>
                  <a:lnTo>
                    <a:pt x="5040" y="13"/>
                  </a:lnTo>
                  <a:lnTo>
                    <a:pt x="5048" y="17"/>
                  </a:lnTo>
                  <a:lnTo>
                    <a:pt x="5056" y="21"/>
                  </a:lnTo>
                  <a:lnTo>
                    <a:pt x="5063" y="26"/>
                  </a:lnTo>
                  <a:lnTo>
                    <a:pt x="5069" y="31"/>
                  </a:lnTo>
                  <a:lnTo>
                    <a:pt x="5076" y="37"/>
                  </a:lnTo>
                  <a:lnTo>
                    <a:pt x="5080" y="44"/>
                  </a:lnTo>
                  <a:lnTo>
                    <a:pt x="5084" y="51"/>
                  </a:lnTo>
                  <a:lnTo>
                    <a:pt x="5087" y="58"/>
                  </a:lnTo>
                  <a:lnTo>
                    <a:pt x="5089" y="65"/>
                  </a:lnTo>
                  <a:lnTo>
                    <a:pt x="6948" y="3197"/>
                  </a:lnTo>
                  <a:lnTo>
                    <a:pt x="6947" y="3216"/>
                  </a:lnTo>
                  <a:lnTo>
                    <a:pt x="6946" y="3233"/>
                  </a:lnTo>
                  <a:lnTo>
                    <a:pt x="6943" y="3249"/>
                  </a:lnTo>
                  <a:lnTo>
                    <a:pt x="6937" y="3262"/>
                  </a:lnTo>
                  <a:lnTo>
                    <a:pt x="6935" y="3268"/>
                  </a:lnTo>
                  <a:lnTo>
                    <a:pt x="6932" y="3273"/>
                  </a:lnTo>
                  <a:lnTo>
                    <a:pt x="6929" y="3278"/>
                  </a:lnTo>
                  <a:lnTo>
                    <a:pt x="6925" y="3282"/>
                  </a:lnTo>
                  <a:lnTo>
                    <a:pt x="6922" y="3286"/>
                  </a:lnTo>
                  <a:lnTo>
                    <a:pt x="6918" y="3289"/>
                  </a:lnTo>
                  <a:lnTo>
                    <a:pt x="6913" y="3292"/>
                  </a:lnTo>
                  <a:lnTo>
                    <a:pt x="6909" y="3294"/>
                  </a:lnTo>
                  <a:lnTo>
                    <a:pt x="6887" y="3301"/>
                  </a:lnTo>
                  <a:lnTo>
                    <a:pt x="6868" y="3306"/>
                  </a:lnTo>
                  <a:lnTo>
                    <a:pt x="6851" y="3309"/>
                  </a:lnTo>
                  <a:lnTo>
                    <a:pt x="6833" y="3310"/>
                  </a:lnTo>
                  <a:lnTo>
                    <a:pt x="5692" y="2804"/>
                  </a:lnTo>
                  <a:lnTo>
                    <a:pt x="5692" y="8007"/>
                  </a:lnTo>
                  <a:lnTo>
                    <a:pt x="7322" y="6343"/>
                  </a:lnTo>
                  <a:lnTo>
                    <a:pt x="6165" y="5936"/>
                  </a:lnTo>
                  <a:lnTo>
                    <a:pt x="6099" y="5854"/>
                  </a:lnTo>
                  <a:lnTo>
                    <a:pt x="6165" y="5773"/>
                  </a:lnTo>
                  <a:lnTo>
                    <a:pt x="9703" y="4860"/>
                  </a:lnTo>
                  <a:lnTo>
                    <a:pt x="9713" y="4856"/>
                  </a:lnTo>
                  <a:lnTo>
                    <a:pt x="9723" y="4853"/>
                  </a:lnTo>
                  <a:lnTo>
                    <a:pt x="9733" y="4851"/>
                  </a:lnTo>
                  <a:lnTo>
                    <a:pt x="9744" y="4849"/>
                  </a:lnTo>
                  <a:lnTo>
                    <a:pt x="9754" y="4849"/>
                  </a:lnTo>
                  <a:lnTo>
                    <a:pt x="9764" y="4849"/>
                  </a:lnTo>
                  <a:lnTo>
                    <a:pt x="9773" y="4850"/>
                  </a:lnTo>
                  <a:lnTo>
                    <a:pt x="9783" y="4852"/>
                  </a:lnTo>
                  <a:lnTo>
                    <a:pt x="9794" y="4854"/>
                  </a:lnTo>
                  <a:lnTo>
                    <a:pt x="9803" y="4857"/>
                  </a:lnTo>
                  <a:lnTo>
                    <a:pt x="9812" y="4861"/>
                  </a:lnTo>
                  <a:lnTo>
                    <a:pt x="9822" y="4866"/>
                  </a:lnTo>
                  <a:lnTo>
                    <a:pt x="9831" y="4871"/>
                  </a:lnTo>
                  <a:lnTo>
                    <a:pt x="9841" y="4878"/>
                  </a:lnTo>
                  <a:lnTo>
                    <a:pt x="9850" y="4884"/>
                  </a:lnTo>
                  <a:lnTo>
                    <a:pt x="9859" y="4893"/>
                  </a:lnTo>
                  <a:lnTo>
                    <a:pt x="9868" y="4901"/>
                  </a:lnTo>
                  <a:lnTo>
                    <a:pt x="9876" y="4909"/>
                  </a:lnTo>
                  <a:lnTo>
                    <a:pt x="9884" y="4917"/>
                  </a:lnTo>
                  <a:lnTo>
                    <a:pt x="9890" y="4926"/>
                  </a:lnTo>
                  <a:lnTo>
                    <a:pt x="9895" y="4935"/>
                  </a:lnTo>
                  <a:lnTo>
                    <a:pt x="9899" y="4946"/>
                  </a:lnTo>
                  <a:lnTo>
                    <a:pt x="9903" y="4955"/>
                  </a:lnTo>
                  <a:lnTo>
                    <a:pt x="9906" y="4965"/>
                  </a:lnTo>
                  <a:lnTo>
                    <a:pt x="9908" y="4975"/>
                  </a:lnTo>
                  <a:lnTo>
                    <a:pt x="9909" y="4986"/>
                  </a:lnTo>
                  <a:lnTo>
                    <a:pt x="9909" y="4997"/>
                  </a:lnTo>
                  <a:lnTo>
                    <a:pt x="9909" y="5008"/>
                  </a:lnTo>
                  <a:lnTo>
                    <a:pt x="9908" y="5020"/>
                  </a:lnTo>
                  <a:lnTo>
                    <a:pt x="9905" y="5031"/>
                  </a:lnTo>
                  <a:lnTo>
                    <a:pt x="9902" y="5044"/>
                  </a:lnTo>
                  <a:lnTo>
                    <a:pt x="9899" y="50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0" name="组合 179"/>
          <p:cNvGrpSpPr/>
          <p:nvPr/>
        </p:nvGrpSpPr>
        <p:grpSpPr>
          <a:xfrm>
            <a:off x="2632603" y="4399034"/>
            <a:ext cx="647682" cy="647682"/>
            <a:chOff x="2507269" y="4289874"/>
            <a:chExt cx="799484" cy="799484"/>
          </a:xfrm>
        </p:grpSpPr>
        <p:sp>
          <p:nvSpPr>
            <p:cNvPr id="77" name="椭圆 76"/>
            <p:cNvSpPr/>
            <p:nvPr/>
          </p:nvSpPr>
          <p:spPr>
            <a:xfrm>
              <a:off x="2507269" y="4289874"/>
              <a:ext cx="799484" cy="7994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9" name="组合 128"/>
            <p:cNvGrpSpPr/>
            <p:nvPr/>
          </p:nvGrpSpPr>
          <p:grpSpPr>
            <a:xfrm>
              <a:off x="2675171" y="4384597"/>
              <a:ext cx="463679" cy="547328"/>
              <a:chOff x="-1305890" y="3128379"/>
              <a:chExt cx="712787" cy="841376"/>
            </a:xfrm>
          </p:grpSpPr>
          <p:sp>
            <p:nvSpPr>
              <p:cNvPr id="109" name="Freeform 252"/>
              <p:cNvSpPr>
                <a:spLocks/>
              </p:cNvSpPr>
              <p:nvPr/>
            </p:nvSpPr>
            <p:spPr bwMode="auto">
              <a:xfrm>
                <a:off x="-994197" y="3408300"/>
                <a:ext cx="21746" cy="53241"/>
              </a:xfrm>
              <a:custGeom>
                <a:avLst/>
                <a:gdLst>
                  <a:gd name="T0" fmla="*/ 217 w 217"/>
                  <a:gd name="T1" fmla="*/ 2 h 532"/>
                  <a:gd name="T2" fmla="*/ 5 w 217"/>
                  <a:gd name="T3" fmla="*/ 0 h 532"/>
                  <a:gd name="T4" fmla="*/ 0 w 217"/>
                  <a:gd name="T5" fmla="*/ 530 h 532"/>
                  <a:gd name="T6" fmla="*/ 212 w 217"/>
                  <a:gd name="T7" fmla="*/ 532 h 532"/>
                  <a:gd name="T8" fmla="*/ 217 w 217"/>
                  <a:gd name="T9" fmla="*/ 2 h 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7" h="532">
                    <a:moveTo>
                      <a:pt x="217" y="2"/>
                    </a:moveTo>
                    <a:lnTo>
                      <a:pt x="5" y="0"/>
                    </a:lnTo>
                    <a:lnTo>
                      <a:pt x="0" y="530"/>
                    </a:lnTo>
                    <a:lnTo>
                      <a:pt x="212" y="532"/>
                    </a:lnTo>
                    <a:lnTo>
                      <a:pt x="217" y="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Freeform 253"/>
              <p:cNvSpPr>
                <a:spLocks/>
              </p:cNvSpPr>
              <p:nvPr/>
            </p:nvSpPr>
            <p:spPr bwMode="auto">
              <a:xfrm>
                <a:off x="-1119841" y="3432501"/>
                <a:ext cx="45103" cy="56468"/>
              </a:xfrm>
              <a:custGeom>
                <a:avLst/>
                <a:gdLst>
                  <a:gd name="T0" fmla="*/ 185 w 445"/>
                  <a:gd name="T1" fmla="*/ 0 h 567"/>
                  <a:gd name="T2" fmla="*/ 0 w 445"/>
                  <a:gd name="T3" fmla="*/ 104 h 567"/>
                  <a:gd name="T4" fmla="*/ 260 w 445"/>
                  <a:gd name="T5" fmla="*/ 567 h 567"/>
                  <a:gd name="T6" fmla="*/ 445 w 445"/>
                  <a:gd name="T7" fmla="*/ 463 h 567"/>
                  <a:gd name="T8" fmla="*/ 185 w 445"/>
                  <a:gd name="T9" fmla="*/ 0 h 5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5" h="567">
                    <a:moveTo>
                      <a:pt x="185" y="0"/>
                    </a:moveTo>
                    <a:lnTo>
                      <a:pt x="0" y="104"/>
                    </a:lnTo>
                    <a:lnTo>
                      <a:pt x="260" y="567"/>
                    </a:lnTo>
                    <a:lnTo>
                      <a:pt x="445" y="463"/>
                    </a:lnTo>
                    <a:lnTo>
                      <a:pt x="185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Freeform 254"/>
              <p:cNvSpPr>
                <a:spLocks/>
              </p:cNvSpPr>
              <p:nvPr/>
            </p:nvSpPr>
            <p:spPr bwMode="auto">
              <a:xfrm>
                <a:off x="-1211657" y="3517203"/>
                <a:ext cx="56379" cy="45981"/>
              </a:xfrm>
              <a:custGeom>
                <a:avLst/>
                <a:gdLst>
                  <a:gd name="T0" fmla="*/ 109 w 566"/>
                  <a:gd name="T1" fmla="*/ 0 h 453"/>
                  <a:gd name="T2" fmla="*/ 0 w 566"/>
                  <a:gd name="T3" fmla="*/ 183 h 453"/>
                  <a:gd name="T4" fmla="*/ 457 w 566"/>
                  <a:gd name="T5" fmla="*/ 453 h 453"/>
                  <a:gd name="T6" fmla="*/ 566 w 566"/>
                  <a:gd name="T7" fmla="*/ 270 h 453"/>
                  <a:gd name="T8" fmla="*/ 109 w 566"/>
                  <a:gd name="T9" fmla="*/ 0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6" h="453">
                    <a:moveTo>
                      <a:pt x="109" y="0"/>
                    </a:moveTo>
                    <a:lnTo>
                      <a:pt x="0" y="183"/>
                    </a:lnTo>
                    <a:lnTo>
                      <a:pt x="457" y="453"/>
                    </a:lnTo>
                    <a:lnTo>
                      <a:pt x="566" y="270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Freeform 255"/>
              <p:cNvSpPr>
                <a:spLocks/>
              </p:cNvSpPr>
              <p:nvPr/>
            </p:nvSpPr>
            <p:spPr bwMode="auto">
              <a:xfrm>
                <a:off x="-1245484" y="3641433"/>
                <a:ext cx="53962" cy="21781"/>
              </a:xfrm>
              <a:custGeom>
                <a:avLst/>
                <a:gdLst>
                  <a:gd name="T0" fmla="*/ 2 w 533"/>
                  <a:gd name="T1" fmla="*/ 0 h 218"/>
                  <a:gd name="T2" fmla="*/ 0 w 533"/>
                  <a:gd name="T3" fmla="*/ 212 h 218"/>
                  <a:gd name="T4" fmla="*/ 530 w 533"/>
                  <a:gd name="T5" fmla="*/ 218 h 218"/>
                  <a:gd name="T6" fmla="*/ 533 w 533"/>
                  <a:gd name="T7" fmla="*/ 5 h 218"/>
                  <a:gd name="T8" fmla="*/ 2 w 533"/>
                  <a:gd name="T9" fmla="*/ 0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3" h="218">
                    <a:moveTo>
                      <a:pt x="2" y="0"/>
                    </a:moveTo>
                    <a:lnTo>
                      <a:pt x="0" y="212"/>
                    </a:lnTo>
                    <a:lnTo>
                      <a:pt x="530" y="218"/>
                    </a:lnTo>
                    <a:lnTo>
                      <a:pt x="533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Freeform 256"/>
              <p:cNvSpPr>
                <a:spLocks/>
              </p:cNvSpPr>
              <p:nvPr/>
            </p:nvSpPr>
            <p:spPr bwMode="auto">
              <a:xfrm>
                <a:off x="-1221322" y="3743882"/>
                <a:ext cx="56379" cy="45175"/>
              </a:xfrm>
              <a:custGeom>
                <a:avLst/>
                <a:gdLst>
                  <a:gd name="T0" fmla="*/ 0 w 567"/>
                  <a:gd name="T1" fmla="*/ 260 h 445"/>
                  <a:gd name="T2" fmla="*/ 105 w 567"/>
                  <a:gd name="T3" fmla="*/ 445 h 445"/>
                  <a:gd name="T4" fmla="*/ 567 w 567"/>
                  <a:gd name="T5" fmla="*/ 185 h 445"/>
                  <a:gd name="T6" fmla="*/ 463 w 567"/>
                  <a:gd name="T7" fmla="*/ 0 h 445"/>
                  <a:gd name="T8" fmla="*/ 0 w 567"/>
                  <a:gd name="T9" fmla="*/ 260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7" h="445">
                    <a:moveTo>
                      <a:pt x="0" y="260"/>
                    </a:moveTo>
                    <a:lnTo>
                      <a:pt x="105" y="445"/>
                    </a:lnTo>
                    <a:lnTo>
                      <a:pt x="567" y="185"/>
                    </a:lnTo>
                    <a:lnTo>
                      <a:pt x="463" y="0"/>
                    </a:lnTo>
                    <a:lnTo>
                      <a:pt x="0" y="26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Freeform 257"/>
              <p:cNvSpPr>
                <a:spLocks/>
              </p:cNvSpPr>
              <p:nvPr/>
            </p:nvSpPr>
            <p:spPr bwMode="auto">
              <a:xfrm>
                <a:off x="-1020775" y="3633366"/>
                <a:ext cx="56379" cy="56468"/>
              </a:xfrm>
              <a:custGeom>
                <a:avLst/>
                <a:gdLst>
                  <a:gd name="T0" fmla="*/ 427 w 565"/>
                  <a:gd name="T1" fmla="*/ 38 h 565"/>
                  <a:gd name="T2" fmla="*/ 388 w 565"/>
                  <a:gd name="T3" fmla="*/ 20 h 565"/>
                  <a:gd name="T4" fmla="*/ 347 w 565"/>
                  <a:gd name="T5" fmla="*/ 7 h 565"/>
                  <a:gd name="T6" fmla="*/ 294 w 565"/>
                  <a:gd name="T7" fmla="*/ 0 h 565"/>
                  <a:gd name="T8" fmla="*/ 252 w 565"/>
                  <a:gd name="T9" fmla="*/ 1 h 565"/>
                  <a:gd name="T10" fmla="*/ 200 w 565"/>
                  <a:gd name="T11" fmla="*/ 12 h 565"/>
                  <a:gd name="T12" fmla="*/ 150 w 565"/>
                  <a:gd name="T13" fmla="*/ 33 h 565"/>
                  <a:gd name="T14" fmla="*/ 93 w 565"/>
                  <a:gd name="T15" fmla="*/ 72 h 565"/>
                  <a:gd name="T16" fmla="*/ 64 w 565"/>
                  <a:gd name="T17" fmla="*/ 103 h 565"/>
                  <a:gd name="T18" fmla="*/ 39 w 565"/>
                  <a:gd name="T19" fmla="*/ 139 h 565"/>
                  <a:gd name="T20" fmla="*/ 15 w 565"/>
                  <a:gd name="T21" fmla="*/ 190 h 565"/>
                  <a:gd name="T22" fmla="*/ 4 w 565"/>
                  <a:gd name="T23" fmla="*/ 231 h 565"/>
                  <a:gd name="T24" fmla="*/ 0 w 565"/>
                  <a:gd name="T25" fmla="*/ 272 h 565"/>
                  <a:gd name="T26" fmla="*/ 3 w 565"/>
                  <a:gd name="T27" fmla="*/ 326 h 565"/>
                  <a:gd name="T28" fmla="*/ 22 w 565"/>
                  <a:gd name="T29" fmla="*/ 392 h 565"/>
                  <a:gd name="T30" fmla="*/ 40 w 565"/>
                  <a:gd name="T31" fmla="*/ 428 h 565"/>
                  <a:gd name="T32" fmla="*/ 73 w 565"/>
                  <a:gd name="T33" fmla="*/ 472 h 565"/>
                  <a:gd name="T34" fmla="*/ 104 w 565"/>
                  <a:gd name="T35" fmla="*/ 502 h 565"/>
                  <a:gd name="T36" fmla="*/ 152 w 565"/>
                  <a:gd name="T37" fmla="*/ 534 h 565"/>
                  <a:gd name="T38" fmla="*/ 204 w 565"/>
                  <a:gd name="T39" fmla="*/ 554 h 565"/>
                  <a:gd name="T40" fmla="*/ 245 w 565"/>
                  <a:gd name="T41" fmla="*/ 563 h 565"/>
                  <a:gd name="T42" fmla="*/ 299 w 565"/>
                  <a:gd name="T43" fmla="*/ 565 h 565"/>
                  <a:gd name="T44" fmla="*/ 353 w 565"/>
                  <a:gd name="T45" fmla="*/ 557 h 565"/>
                  <a:gd name="T46" fmla="*/ 404 w 565"/>
                  <a:gd name="T47" fmla="*/ 538 h 565"/>
                  <a:gd name="T48" fmla="*/ 451 w 565"/>
                  <a:gd name="T49" fmla="*/ 510 h 565"/>
                  <a:gd name="T50" fmla="*/ 493 w 565"/>
                  <a:gd name="T51" fmla="*/ 472 h 565"/>
                  <a:gd name="T52" fmla="*/ 527 w 565"/>
                  <a:gd name="T53" fmla="*/ 427 h 565"/>
                  <a:gd name="T54" fmla="*/ 551 w 565"/>
                  <a:gd name="T55" fmla="*/ 375 h 565"/>
                  <a:gd name="T56" fmla="*/ 565 w 565"/>
                  <a:gd name="T57" fmla="*/ 307 h 565"/>
                  <a:gd name="T58" fmla="*/ 564 w 565"/>
                  <a:gd name="T59" fmla="*/ 253 h 565"/>
                  <a:gd name="T60" fmla="*/ 553 w 565"/>
                  <a:gd name="T61" fmla="*/ 199 h 565"/>
                  <a:gd name="T62" fmla="*/ 532 w 565"/>
                  <a:gd name="T63" fmla="*/ 149 h 565"/>
                  <a:gd name="T64" fmla="*/ 510 w 565"/>
                  <a:gd name="T65" fmla="*/ 114 h 565"/>
                  <a:gd name="T66" fmla="*/ 483 w 565"/>
                  <a:gd name="T67" fmla="*/ 82 h 565"/>
                  <a:gd name="T68" fmla="*/ 427 w 565"/>
                  <a:gd name="T69" fmla="*/ 38 h 5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65" h="565">
                    <a:moveTo>
                      <a:pt x="427" y="38"/>
                    </a:moveTo>
                    <a:lnTo>
                      <a:pt x="388" y="20"/>
                    </a:lnTo>
                    <a:lnTo>
                      <a:pt x="347" y="7"/>
                    </a:lnTo>
                    <a:lnTo>
                      <a:pt x="294" y="0"/>
                    </a:lnTo>
                    <a:lnTo>
                      <a:pt x="252" y="1"/>
                    </a:lnTo>
                    <a:lnTo>
                      <a:pt x="200" y="12"/>
                    </a:lnTo>
                    <a:lnTo>
                      <a:pt x="150" y="33"/>
                    </a:lnTo>
                    <a:lnTo>
                      <a:pt x="93" y="72"/>
                    </a:lnTo>
                    <a:lnTo>
                      <a:pt x="64" y="103"/>
                    </a:lnTo>
                    <a:lnTo>
                      <a:pt x="39" y="139"/>
                    </a:lnTo>
                    <a:lnTo>
                      <a:pt x="15" y="190"/>
                    </a:lnTo>
                    <a:lnTo>
                      <a:pt x="4" y="231"/>
                    </a:lnTo>
                    <a:lnTo>
                      <a:pt x="0" y="272"/>
                    </a:lnTo>
                    <a:lnTo>
                      <a:pt x="3" y="326"/>
                    </a:lnTo>
                    <a:lnTo>
                      <a:pt x="22" y="392"/>
                    </a:lnTo>
                    <a:lnTo>
                      <a:pt x="40" y="428"/>
                    </a:lnTo>
                    <a:lnTo>
                      <a:pt x="73" y="472"/>
                    </a:lnTo>
                    <a:lnTo>
                      <a:pt x="104" y="502"/>
                    </a:lnTo>
                    <a:lnTo>
                      <a:pt x="152" y="534"/>
                    </a:lnTo>
                    <a:lnTo>
                      <a:pt x="204" y="554"/>
                    </a:lnTo>
                    <a:lnTo>
                      <a:pt x="245" y="563"/>
                    </a:lnTo>
                    <a:lnTo>
                      <a:pt x="299" y="565"/>
                    </a:lnTo>
                    <a:lnTo>
                      <a:pt x="353" y="557"/>
                    </a:lnTo>
                    <a:lnTo>
                      <a:pt x="404" y="538"/>
                    </a:lnTo>
                    <a:lnTo>
                      <a:pt x="451" y="510"/>
                    </a:lnTo>
                    <a:lnTo>
                      <a:pt x="493" y="472"/>
                    </a:lnTo>
                    <a:lnTo>
                      <a:pt x="527" y="427"/>
                    </a:lnTo>
                    <a:lnTo>
                      <a:pt x="551" y="375"/>
                    </a:lnTo>
                    <a:lnTo>
                      <a:pt x="565" y="307"/>
                    </a:lnTo>
                    <a:lnTo>
                      <a:pt x="564" y="253"/>
                    </a:lnTo>
                    <a:lnTo>
                      <a:pt x="553" y="199"/>
                    </a:lnTo>
                    <a:lnTo>
                      <a:pt x="532" y="149"/>
                    </a:lnTo>
                    <a:lnTo>
                      <a:pt x="510" y="114"/>
                    </a:lnTo>
                    <a:lnTo>
                      <a:pt x="483" y="82"/>
                    </a:lnTo>
                    <a:lnTo>
                      <a:pt x="427" y="38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Freeform 258"/>
              <p:cNvSpPr>
                <a:spLocks/>
              </p:cNvSpPr>
              <p:nvPr/>
            </p:nvSpPr>
            <p:spPr bwMode="auto">
              <a:xfrm>
                <a:off x="-870164" y="3282456"/>
                <a:ext cx="156249" cy="154884"/>
              </a:xfrm>
              <a:custGeom>
                <a:avLst/>
                <a:gdLst>
                  <a:gd name="T0" fmla="*/ 1553 w 1553"/>
                  <a:gd name="T1" fmla="*/ 588 h 1532"/>
                  <a:gd name="T2" fmla="*/ 559 w 1553"/>
                  <a:gd name="T3" fmla="*/ 0 h 1532"/>
                  <a:gd name="T4" fmla="*/ 567 w 1553"/>
                  <a:gd name="T5" fmla="*/ 211 h 1532"/>
                  <a:gd name="T6" fmla="*/ 549 w 1553"/>
                  <a:gd name="T7" fmla="*/ 364 h 1532"/>
                  <a:gd name="T8" fmla="*/ 522 w 1553"/>
                  <a:gd name="T9" fmla="*/ 469 h 1532"/>
                  <a:gd name="T10" fmla="*/ 481 w 1553"/>
                  <a:gd name="T11" fmla="*/ 565 h 1532"/>
                  <a:gd name="T12" fmla="*/ 428 w 1553"/>
                  <a:gd name="T13" fmla="*/ 652 h 1532"/>
                  <a:gd name="T14" fmla="*/ 310 w 1553"/>
                  <a:gd name="T15" fmla="*/ 779 h 1532"/>
                  <a:gd name="T16" fmla="*/ 220 w 1553"/>
                  <a:gd name="T17" fmla="*/ 844 h 1532"/>
                  <a:gd name="T18" fmla="*/ 0 w 1553"/>
                  <a:gd name="T19" fmla="*/ 944 h 1532"/>
                  <a:gd name="T20" fmla="*/ 995 w 1553"/>
                  <a:gd name="T21" fmla="*/ 1532 h 1532"/>
                  <a:gd name="T22" fmla="*/ 978 w 1553"/>
                  <a:gd name="T23" fmla="*/ 1354 h 1532"/>
                  <a:gd name="T24" fmla="*/ 982 w 1553"/>
                  <a:gd name="T25" fmla="*/ 1233 h 1532"/>
                  <a:gd name="T26" fmla="*/ 1002 w 1553"/>
                  <a:gd name="T27" fmla="*/ 1121 h 1532"/>
                  <a:gd name="T28" fmla="*/ 1036 w 1553"/>
                  <a:gd name="T29" fmla="*/ 1021 h 1532"/>
                  <a:gd name="T30" fmla="*/ 1084 w 1553"/>
                  <a:gd name="T31" fmla="*/ 929 h 1532"/>
                  <a:gd name="T32" fmla="*/ 1145 w 1553"/>
                  <a:gd name="T33" fmla="*/ 846 h 1532"/>
                  <a:gd name="T34" fmla="*/ 1219 w 1553"/>
                  <a:gd name="T35" fmla="*/ 773 h 1532"/>
                  <a:gd name="T36" fmla="*/ 1337 w 1553"/>
                  <a:gd name="T37" fmla="*/ 688 h 1532"/>
                  <a:gd name="T38" fmla="*/ 1553 w 1553"/>
                  <a:gd name="T39" fmla="*/ 588 h 1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553" h="1532">
                    <a:moveTo>
                      <a:pt x="1553" y="588"/>
                    </a:moveTo>
                    <a:lnTo>
                      <a:pt x="559" y="0"/>
                    </a:lnTo>
                    <a:lnTo>
                      <a:pt x="567" y="211"/>
                    </a:lnTo>
                    <a:lnTo>
                      <a:pt x="549" y="364"/>
                    </a:lnTo>
                    <a:lnTo>
                      <a:pt x="522" y="469"/>
                    </a:lnTo>
                    <a:lnTo>
                      <a:pt x="481" y="565"/>
                    </a:lnTo>
                    <a:lnTo>
                      <a:pt x="428" y="652"/>
                    </a:lnTo>
                    <a:lnTo>
                      <a:pt x="310" y="779"/>
                    </a:lnTo>
                    <a:lnTo>
                      <a:pt x="220" y="844"/>
                    </a:lnTo>
                    <a:lnTo>
                      <a:pt x="0" y="944"/>
                    </a:lnTo>
                    <a:lnTo>
                      <a:pt x="995" y="1532"/>
                    </a:lnTo>
                    <a:lnTo>
                      <a:pt x="978" y="1354"/>
                    </a:lnTo>
                    <a:lnTo>
                      <a:pt x="982" y="1233"/>
                    </a:lnTo>
                    <a:lnTo>
                      <a:pt x="1002" y="1121"/>
                    </a:lnTo>
                    <a:lnTo>
                      <a:pt x="1036" y="1021"/>
                    </a:lnTo>
                    <a:lnTo>
                      <a:pt x="1084" y="929"/>
                    </a:lnTo>
                    <a:lnTo>
                      <a:pt x="1145" y="846"/>
                    </a:lnTo>
                    <a:lnTo>
                      <a:pt x="1219" y="773"/>
                    </a:lnTo>
                    <a:lnTo>
                      <a:pt x="1337" y="688"/>
                    </a:lnTo>
                    <a:lnTo>
                      <a:pt x="1553" y="588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Freeform 259"/>
              <p:cNvSpPr>
                <a:spLocks/>
              </p:cNvSpPr>
              <p:nvPr/>
            </p:nvSpPr>
            <p:spPr bwMode="auto">
              <a:xfrm>
                <a:off x="-1080375" y="3471222"/>
                <a:ext cx="101482" cy="196025"/>
              </a:xfrm>
              <a:custGeom>
                <a:avLst/>
                <a:gdLst>
                  <a:gd name="T0" fmla="*/ 852 w 1013"/>
                  <a:gd name="T1" fmla="*/ 1940 h 1940"/>
                  <a:gd name="T2" fmla="*/ 0 w 1013"/>
                  <a:gd name="T3" fmla="*/ 74 h 1940"/>
                  <a:gd name="T4" fmla="*/ 161 w 1013"/>
                  <a:gd name="T5" fmla="*/ 0 h 1940"/>
                  <a:gd name="T6" fmla="*/ 1013 w 1013"/>
                  <a:gd name="T7" fmla="*/ 1867 h 1940"/>
                  <a:gd name="T8" fmla="*/ 852 w 1013"/>
                  <a:gd name="T9" fmla="*/ 1940 h 19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3" h="1940">
                    <a:moveTo>
                      <a:pt x="852" y="1940"/>
                    </a:moveTo>
                    <a:lnTo>
                      <a:pt x="0" y="74"/>
                    </a:lnTo>
                    <a:lnTo>
                      <a:pt x="161" y="0"/>
                    </a:lnTo>
                    <a:lnTo>
                      <a:pt x="1013" y="1867"/>
                    </a:lnTo>
                    <a:lnTo>
                      <a:pt x="852" y="194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Freeform 260"/>
              <p:cNvSpPr>
                <a:spLocks/>
              </p:cNvSpPr>
              <p:nvPr/>
            </p:nvSpPr>
            <p:spPr bwMode="auto">
              <a:xfrm>
                <a:off x="-1136754" y="3824551"/>
                <a:ext cx="45908" cy="56468"/>
              </a:xfrm>
              <a:custGeom>
                <a:avLst/>
                <a:gdLst>
                  <a:gd name="T0" fmla="*/ 0 w 453"/>
                  <a:gd name="T1" fmla="*/ 456 h 564"/>
                  <a:gd name="T2" fmla="*/ 183 w 453"/>
                  <a:gd name="T3" fmla="*/ 564 h 564"/>
                  <a:gd name="T4" fmla="*/ 453 w 453"/>
                  <a:gd name="T5" fmla="*/ 107 h 564"/>
                  <a:gd name="T6" fmla="*/ 270 w 453"/>
                  <a:gd name="T7" fmla="*/ 0 h 564"/>
                  <a:gd name="T8" fmla="*/ 0 w 453"/>
                  <a:gd name="T9" fmla="*/ 456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3" h="564">
                    <a:moveTo>
                      <a:pt x="0" y="456"/>
                    </a:moveTo>
                    <a:lnTo>
                      <a:pt x="183" y="564"/>
                    </a:lnTo>
                    <a:lnTo>
                      <a:pt x="453" y="107"/>
                    </a:lnTo>
                    <a:lnTo>
                      <a:pt x="270" y="0"/>
                    </a:lnTo>
                    <a:lnTo>
                      <a:pt x="0" y="45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Freeform 261"/>
              <p:cNvSpPr>
                <a:spLocks/>
              </p:cNvSpPr>
              <p:nvPr/>
            </p:nvSpPr>
            <p:spPr bwMode="auto">
              <a:xfrm>
                <a:off x="-1012721" y="3860852"/>
                <a:ext cx="21746" cy="54048"/>
              </a:xfrm>
              <a:custGeom>
                <a:avLst/>
                <a:gdLst>
                  <a:gd name="T0" fmla="*/ 0 w 218"/>
                  <a:gd name="T1" fmla="*/ 530 h 534"/>
                  <a:gd name="T2" fmla="*/ 213 w 218"/>
                  <a:gd name="T3" fmla="*/ 534 h 534"/>
                  <a:gd name="T4" fmla="*/ 218 w 218"/>
                  <a:gd name="T5" fmla="*/ 2 h 534"/>
                  <a:gd name="T6" fmla="*/ 5 w 218"/>
                  <a:gd name="T7" fmla="*/ 0 h 534"/>
                  <a:gd name="T8" fmla="*/ 0 w 218"/>
                  <a:gd name="T9" fmla="*/ 530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8" h="534">
                    <a:moveTo>
                      <a:pt x="0" y="530"/>
                    </a:moveTo>
                    <a:lnTo>
                      <a:pt x="213" y="534"/>
                    </a:lnTo>
                    <a:lnTo>
                      <a:pt x="218" y="2"/>
                    </a:lnTo>
                    <a:lnTo>
                      <a:pt x="5" y="0"/>
                    </a:lnTo>
                    <a:lnTo>
                      <a:pt x="0" y="53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Freeform 262"/>
              <p:cNvSpPr>
                <a:spLocks/>
              </p:cNvSpPr>
              <p:nvPr/>
            </p:nvSpPr>
            <p:spPr bwMode="auto">
              <a:xfrm>
                <a:off x="-910434" y="3833425"/>
                <a:ext cx="45103" cy="57275"/>
              </a:xfrm>
              <a:custGeom>
                <a:avLst/>
                <a:gdLst>
                  <a:gd name="T0" fmla="*/ 260 w 444"/>
                  <a:gd name="T1" fmla="*/ 566 h 566"/>
                  <a:gd name="T2" fmla="*/ 444 w 444"/>
                  <a:gd name="T3" fmla="*/ 461 h 566"/>
                  <a:gd name="T4" fmla="*/ 184 w 444"/>
                  <a:gd name="T5" fmla="*/ 0 h 566"/>
                  <a:gd name="T6" fmla="*/ 0 w 444"/>
                  <a:gd name="T7" fmla="*/ 104 h 566"/>
                  <a:gd name="T8" fmla="*/ 260 w 444"/>
                  <a:gd name="T9" fmla="*/ 566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4" h="566">
                    <a:moveTo>
                      <a:pt x="260" y="566"/>
                    </a:moveTo>
                    <a:lnTo>
                      <a:pt x="444" y="461"/>
                    </a:lnTo>
                    <a:lnTo>
                      <a:pt x="184" y="0"/>
                    </a:lnTo>
                    <a:lnTo>
                      <a:pt x="0" y="104"/>
                    </a:lnTo>
                    <a:lnTo>
                      <a:pt x="260" y="56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Freeform 263"/>
              <p:cNvSpPr>
                <a:spLocks/>
              </p:cNvSpPr>
              <p:nvPr/>
            </p:nvSpPr>
            <p:spPr bwMode="auto">
              <a:xfrm>
                <a:off x="-829893" y="3760016"/>
                <a:ext cx="56379" cy="45981"/>
              </a:xfrm>
              <a:custGeom>
                <a:avLst/>
                <a:gdLst>
                  <a:gd name="T0" fmla="*/ 457 w 565"/>
                  <a:gd name="T1" fmla="*/ 452 h 452"/>
                  <a:gd name="T2" fmla="*/ 565 w 565"/>
                  <a:gd name="T3" fmla="*/ 270 h 452"/>
                  <a:gd name="T4" fmla="*/ 108 w 565"/>
                  <a:gd name="T5" fmla="*/ 0 h 452"/>
                  <a:gd name="T6" fmla="*/ 0 w 565"/>
                  <a:gd name="T7" fmla="*/ 183 h 452"/>
                  <a:gd name="T8" fmla="*/ 457 w 565"/>
                  <a:gd name="T9" fmla="*/ 452 h 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5" h="452">
                    <a:moveTo>
                      <a:pt x="457" y="452"/>
                    </a:moveTo>
                    <a:lnTo>
                      <a:pt x="565" y="270"/>
                    </a:lnTo>
                    <a:lnTo>
                      <a:pt x="108" y="0"/>
                    </a:lnTo>
                    <a:lnTo>
                      <a:pt x="0" y="183"/>
                    </a:lnTo>
                    <a:lnTo>
                      <a:pt x="457" y="45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Freeform 264"/>
              <p:cNvSpPr>
                <a:spLocks/>
              </p:cNvSpPr>
              <p:nvPr/>
            </p:nvSpPr>
            <p:spPr bwMode="auto">
              <a:xfrm>
                <a:off x="-793650" y="3659987"/>
                <a:ext cx="53962" cy="21781"/>
              </a:xfrm>
              <a:custGeom>
                <a:avLst/>
                <a:gdLst>
                  <a:gd name="T0" fmla="*/ 530 w 532"/>
                  <a:gd name="T1" fmla="*/ 218 h 218"/>
                  <a:gd name="T2" fmla="*/ 532 w 532"/>
                  <a:gd name="T3" fmla="*/ 6 h 218"/>
                  <a:gd name="T4" fmla="*/ 2 w 532"/>
                  <a:gd name="T5" fmla="*/ 0 h 218"/>
                  <a:gd name="T6" fmla="*/ 0 w 532"/>
                  <a:gd name="T7" fmla="*/ 212 h 218"/>
                  <a:gd name="T8" fmla="*/ 530 w 532"/>
                  <a:gd name="T9" fmla="*/ 21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2" h="218">
                    <a:moveTo>
                      <a:pt x="530" y="218"/>
                    </a:moveTo>
                    <a:lnTo>
                      <a:pt x="532" y="6"/>
                    </a:lnTo>
                    <a:lnTo>
                      <a:pt x="2" y="0"/>
                    </a:lnTo>
                    <a:lnTo>
                      <a:pt x="0" y="212"/>
                    </a:lnTo>
                    <a:lnTo>
                      <a:pt x="530" y="218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Freeform 265"/>
              <p:cNvSpPr>
                <a:spLocks/>
              </p:cNvSpPr>
              <p:nvPr/>
            </p:nvSpPr>
            <p:spPr bwMode="auto">
              <a:xfrm>
                <a:off x="-821034" y="3534143"/>
                <a:ext cx="57184" cy="44368"/>
              </a:xfrm>
              <a:custGeom>
                <a:avLst/>
                <a:gdLst>
                  <a:gd name="T0" fmla="*/ 566 w 566"/>
                  <a:gd name="T1" fmla="*/ 185 h 445"/>
                  <a:gd name="T2" fmla="*/ 462 w 566"/>
                  <a:gd name="T3" fmla="*/ 0 h 445"/>
                  <a:gd name="T4" fmla="*/ 0 w 566"/>
                  <a:gd name="T5" fmla="*/ 261 h 445"/>
                  <a:gd name="T6" fmla="*/ 105 w 566"/>
                  <a:gd name="T7" fmla="*/ 445 h 445"/>
                  <a:gd name="T8" fmla="*/ 566 w 566"/>
                  <a:gd name="T9" fmla="*/ 185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6" h="445">
                    <a:moveTo>
                      <a:pt x="566" y="185"/>
                    </a:moveTo>
                    <a:lnTo>
                      <a:pt x="462" y="0"/>
                    </a:lnTo>
                    <a:lnTo>
                      <a:pt x="0" y="261"/>
                    </a:lnTo>
                    <a:lnTo>
                      <a:pt x="105" y="445"/>
                    </a:lnTo>
                    <a:lnTo>
                      <a:pt x="566" y="185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Freeform 266"/>
              <p:cNvSpPr>
                <a:spLocks/>
              </p:cNvSpPr>
              <p:nvPr/>
            </p:nvSpPr>
            <p:spPr bwMode="auto">
              <a:xfrm>
                <a:off x="-894326" y="3441374"/>
                <a:ext cx="45908" cy="57275"/>
              </a:xfrm>
              <a:custGeom>
                <a:avLst/>
                <a:gdLst>
                  <a:gd name="T0" fmla="*/ 453 w 453"/>
                  <a:gd name="T1" fmla="*/ 108 h 565"/>
                  <a:gd name="T2" fmla="*/ 270 w 453"/>
                  <a:gd name="T3" fmla="*/ 0 h 565"/>
                  <a:gd name="T4" fmla="*/ 0 w 453"/>
                  <a:gd name="T5" fmla="*/ 457 h 565"/>
                  <a:gd name="T6" fmla="*/ 183 w 453"/>
                  <a:gd name="T7" fmla="*/ 565 h 565"/>
                  <a:gd name="T8" fmla="*/ 453 w 453"/>
                  <a:gd name="T9" fmla="*/ 108 h 5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3" h="565">
                    <a:moveTo>
                      <a:pt x="453" y="108"/>
                    </a:moveTo>
                    <a:lnTo>
                      <a:pt x="270" y="0"/>
                    </a:lnTo>
                    <a:lnTo>
                      <a:pt x="0" y="457"/>
                    </a:lnTo>
                    <a:lnTo>
                      <a:pt x="183" y="565"/>
                    </a:lnTo>
                    <a:lnTo>
                      <a:pt x="453" y="108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Freeform 267"/>
              <p:cNvSpPr>
                <a:spLocks/>
              </p:cNvSpPr>
              <p:nvPr/>
            </p:nvSpPr>
            <p:spPr bwMode="auto">
              <a:xfrm>
                <a:off x="-1000640" y="3594645"/>
                <a:ext cx="183633" cy="80669"/>
              </a:xfrm>
              <a:custGeom>
                <a:avLst/>
                <a:gdLst>
                  <a:gd name="T0" fmla="*/ 1821 w 1821"/>
                  <a:gd name="T1" fmla="*/ 306 h 799"/>
                  <a:gd name="T2" fmla="*/ 1735 w 1821"/>
                  <a:gd name="T3" fmla="*/ 0 h 799"/>
                  <a:gd name="T4" fmla="*/ 0 w 1821"/>
                  <a:gd name="T5" fmla="*/ 493 h 799"/>
                  <a:gd name="T6" fmla="*/ 86 w 1821"/>
                  <a:gd name="T7" fmla="*/ 799 h 799"/>
                  <a:gd name="T8" fmla="*/ 1821 w 1821"/>
                  <a:gd name="T9" fmla="*/ 306 h 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21" h="799">
                    <a:moveTo>
                      <a:pt x="1821" y="306"/>
                    </a:moveTo>
                    <a:lnTo>
                      <a:pt x="1735" y="0"/>
                    </a:lnTo>
                    <a:lnTo>
                      <a:pt x="0" y="493"/>
                    </a:lnTo>
                    <a:lnTo>
                      <a:pt x="86" y="799"/>
                    </a:lnTo>
                    <a:lnTo>
                      <a:pt x="1821" y="30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268"/>
              <p:cNvSpPr>
                <a:spLocks/>
              </p:cNvSpPr>
              <p:nvPr/>
            </p:nvSpPr>
            <p:spPr bwMode="auto">
              <a:xfrm>
                <a:off x="-833115" y="3236475"/>
                <a:ext cx="159471" cy="122617"/>
              </a:xfrm>
              <a:custGeom>
                <a:avLst/>
                <a:gdLst>
                  <a:gd name="T0" fmla="*/ 995 w 1586"/>
                  <a:gd name="T1" fmla="*/ 274 h 1215"/>
                  <a:gd name="T2" fmla="*/ 516 w 1586"/>
                  <a:gd name="T3" fmla="*/ 28 h 1215"/>
                  <a:gd name="T4" fmla="*/ 428 w 1586"/>
                  <a:gd name="T5" fmla="*/ 6 h 1215"/>
                  <a:gd name="T6" fmla="*/ 371 w 1586"/>
                  <a:gd name="T7" fmla="*/ 0 h 1215"/>
                  <a:gd name="T8" fmla="*/ 317 w 1586"/>
                  <a:gd name="T9" fmla="*/ 3 h 1215"/>
                  <a:gd name="T10" fmla="*/ 266 w 1586"/>
                  <a:gd name="T11" fmla="*/ 15 h 1215"/>
                  <a:gd name="T12" fmla="*/ 217 w 1586"/>
                  <a:gd name="T13" fmla="*/ 35 h 1215"/>
                  <a:gd name="T14" fmla="*/ 171 w 1586"/>
                  <a:gd name="T15" fmla="*/ 66 h 1215"/>
                  <a:gd name="T16" fmla="*/ 126 w 1586"/>
                  <a:gd name="T17" fmla="*/ 109 h 1215"/>
                  <a:gd name="T18" fmla="*/ 85 w 1586"/>
                  <a:gd name="T19" fmla="*/ 162 h 1215"/>
                  <a:gd name="T20" fmla="*/ 32 w 1586"/>
                  <a:gd name="T21" fmla="*/ 256 h 1215"/>
                  <a:gd name="T22" fmla="*/ 11 w 1586"/>
                  <a:gd name="T23" fmla="*/ 314 h 1215"/>
                  <a:gd name="T24" fmla="*/ 1 w 1586"/>
                  <a:gd name="T25" fmla="*/ 367 h 1215"/>
                  <a:gd name="T26" fmla="*/ 0 w 1586"/>
                  <a:gd name="T27" fmla="*/ 392 h 1215"/>
                  <a:gd name="T28" fmla="*/ 7 w 1586"/>
                  <a:gd name="T29" fmla="*/ 438 h 1215"/>
                  <a:gd name="T30" fmla="*/ 22 w 1586"/>
                  <a:gd name="T31" fmla="*/ 482 h 1215"/>
                  <a:gd name="T32" fmla="*/ 48 w 1586"/>
                  <a:gd name="T33" fmla="*/ 522 h 1215"/>
                  <a:gd name="T34" fmla="*/ 81 w 1586"/>
                  <a:gd name="T35" fmla="*/ 559 h 1215"/>
                  <a:gd name="T36" fmla="*/ 172 w 1586"/>
                  <a:gd name="T37" fmla="*/ 632 h 1215"/>
                  <a:gd name="T38" fmla="*/ 1144 w 1586"/>
                  <a:gd name="T39" fmla="*/ 1181 h 1215"/>
                  <a:gd name="T40" fmla="*/ 1227 w 1586"/>
                  <a:gd name="T41" fmla="*/ 1206 h 1215"/>
                  <a:gd name="T42" fmla="*/ 1303 w 1586"/>
                  <a:gd name="T43" fmla="*/ 1215 h 1215"/>
                  <a:gd name="T44" fmla="*/ 1374 w 1586"/>
                  <a:gd name="T45" fmla="*/ 1204 h 1215"/>
                  <a:gd name="T46" fmla="*/ 1418 w 1586"/>
                  <a:gd name="T47" fmla="*/ 1184 h 1215"/>
                  <a:gd name="T48" fmla="*/ 1439 w 1586"/>
                  <a:gd name="T49" fmla="*/ 1171 h 1215"/>
                  <a:gd name="T50" fmla="*/ 1478 w 1586"/>
                  <a:gd name="T51" fmla="*/ 1136 h 1215"/>
                  <a:gd name="T52" fmla="*/ 1515 w 1586"/>
                  <a:gd name="T53" fmla="*/ 1089 h 1215"/>
                  <a:gd name="T54" fmla="*/ 1549 w 1586"/>
                  <a:gd name="T55" fmla="*/ 1033 h 1215"/>
                  <a:gd name="T56" fmla="*/ 1572 w 1586"/>
                  <a:gd name="T57" fmla="*/ 976 h 1215"/>
                  <a:gd name="T58" fmla="*/ 1584 w 1586"/>
                  <a:gd name="T59" fmla="*/ 920 h 1215"/>
                  <a:gd name="T60" fmla="*/ 1586 w 1586"/>
                  <a:gd name="T61" fmla="*/ 866 h 1215"/>
                  <a:gd name="T62" fmla="*/ 1572 w 1586"/>
                  <a:gd name="T63" fmla="*/ 788 h 1215"/>
                  <a:gd name="T64" fmla="*/ 1537 w 1586"/>
                  <a:gd name="T65" fmla="*/ 712 h 1215"/>
                  <a:gd name="T66" fmla="*/ 1485 w 1586"/>
                  <a:gd name="T67" fmla="*/ 640 h 1215"/>
                  <a:gd name="T68" fmla="*/ 1392 w 1586"/>
                  <a:gd name="T69" fmla="*/ 545 h 1215"/>
                  <a:gd name="T70" fmla="*/ 995 w 1586"/>
                  <a:gd name="T71" fmla="*/ 274 h 1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586" h="1215">
                    <a:moveTo>
                      <a:pt x="995" y="274"/>
                    </a:moveTo>
                    <a:lnTo>
                      <a:pt x="516" y="28"/>
                    </a:lnTo>
                    <a:lnTo>
                      <a:pt x="428" y="6"/>
                    </a:lnTo>
                    <a:lnTo>
                      <a:pt x="371" y="0"/>
                    </a:lnTo>
                    <a:lnTo>
                      <a:pt x="317" y="3"/>
                    </a:lnTo>
                    <a:lnTo>
                      <a:pt x="266" y="15"/>
                    </a:lnTo>
                    <a:lnTo>
                      <a:pt x="217" y="35"/>
                    </a:lnTo>
                    <a:lnTo>
                      <a:pt x="171" y="66"/>
                    </a:lnTo>
                    <a:lnTo>
                      <a:pt x="126" y="109"/>
                    </a:lnTo>
                    <a:lnTo>
                      <a:pt x="85" y="162"/>
                    </a:lnTo>
                    <a:lnTo>
                      <a:pt x="32" y="256"/>
                    </a:lnTo>
                    <a:lnTo>
                      <a:pt x="11" y="314"/>
                    </a:lnTo>
                    <a:lnTo>
                      <a:pt x="1" y="367"/>
                    </a:lnTo>
                    <a:lnTo>
                      <a:pt x="0" y="392"/>
                    </a:lnTo>
                    <a:lnTo>
                      <a:pt x="7" y="438"/>
                    </a:lnTo>
                    <a:lnTo>
                      <a:pt x="22" y="482"/>
                    </a:lnTo>
                    <a:lnTo>
                      <a:pt x="48" y="522"/>
                    </a:lnTo>
                    <a:lnTo>
                      <a:pt x="81" y="559"/>
                    </a:lnTo>
                    <a:lnTo>
                      <a:pt x="172" y="632"/>
                    </a:lnTo>
                    <a:lnTo>
                      <a:pt x="1144" y="1181"/>
                    </a:lnTo>
                    <a:lnTo>
                      <a:pt x="1227" y="1206"/>
                    </a:lnTo>
                    <a:lnTo>
                      <a:pt x="1303" y="1215"/>
                    </a:lnTo>
                    <a:lnTo>
                      <a:pt x="1374" y="1204"/>
                    </a:lnTo>
                    <a:lnTo>
                      <a:pt x="1418" y="1184"/>
                    </a:lnTo>
                    <a:lnTo>
                      <a:pt x="1439" y="1171"/>
                    </a:lnTo>
                    <a:lnTo>
                      <a:pt x="1478" y="1136"/>
                    </a:lnTo>
                    <a:lnTo>
                      <a:pt x="1515" y="1089"/>
                    </a:lnTo>
                    <a:lnTo>
                      <a:pt x="1549" y="1033"/>
                    </a:lnTo>
                    <a:lnTo>
                      <a:pt x="1572" y="976"/>
                    </a:lnTo>
                    <a:lnTo>
                      <a:pt x="1584" y="920"/>
                    </a:lnTo>
                    <a:lnTo>
                      <a:pt x="1586" y="866"/>
                    </a:lnTo>
                    <a:lnTo>
                      <a:pt x="1572" y="788"/>
                    </a:lnTo>
                    <a:lnTo>
                      <a:pt x="1537" y="712"/>
                    </a:lnTo>
                    <a:lnTo>
                      <a:pt x="1485" y="640"/>
                    </a:lnTo>
                    <a:lnTo>
                      <a:pt x="1392" y="545"/>
                    </a:lnTo>
                    <a:lnTo>
                      <a:pt x="995" y="274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Oval 269"/>
              <p:cNvSpPr>
                <a:spLocks noChangeArrowheads="1"/>
              </p:cNvSpPr>
              <p:nvPr/>
            </p:nvSpPr>
            <p:spPr bwMode="auto">
              <a:xfrm>
                <a:off x="-1305890" y="3347798"/>
                <a:ext cx="620970" cy="621957"/>
              </a:xfrm>
              <a:prstGeom prst="ellips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" name="Oval 270"/>
              <p:cNvSpPr>
                <a:spLocks noChangeArrowheads="1"/>
              </p:cNvSpPr>
              <p:nvPr/>
            </p:nvSpPr>
            <p:spPr bwMode="auto">
              <a:xfrm>
                <a:off x="-866942" y="3128379"/>
                <a:ext cx="273839" cy="274274"/>
              </a:xfrm>
              <a:prstGeom prst="ellips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82" name="组合 181"/>
          <p:cNvGrpSpPr/>
          <p:nvPr/>
        </p:nvGrpSpPr>
        <p:grpSpPr>
          <a:xfrm>
            <a:off x="7132378" y="4387848"/>
            <a:ext cx="647682" cy="647682"/>
            <a:chOff x="7025646" y="4289874"/>
            <a:chExt cx="799484" cy="799484"/>
          </a:xfrm>
        </p:grpSpPr>
        <p:sp>
          <p:nvSpPr>
            <p:cNvPr id="79" name="椭圆 78"/>
            <p:cNvSpPr/>
            <p:nvPr/>
          </p:nvSpPr>
          <p:spPr>
            <a:xfrm>
              <a:off x="7025646" y="4289874"/>
              <a:ext cx="799484" cy="7994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4" name="组合 163"/>
            <p:cNvGrpSpPr/>
            <p:nvPr/>
          </p:nvGrpSpPr>
          <p:grpSpPr>
            <a:xfrm>
              <a:off x="7155120" y="4409704"/>
              <a:ext cx="540535" cy="455658"/>
              <a:chOff x="7109871" y="4390243"/>
              <a:chExt cx="586808" cy="494665"/>
            </a:xfrm>
          </p:grpSpPr>
          <p:sp>
            <p:nvSpPr>
              <p:cNvPr id="160" name="Freeform 52"/>
              <p:cNvSpPr>
                <a:spLocks/>
              </p:cNvSpPr>
              <p:nvPr/>
            </p:nvSpPr>
            <p:spPr bwMode="auto">
              <a:xfrm>
                <a:off x="7109871" y="4825500"/>
                <a:ext cx="586808" cy="59408"/>
              </a:xfrm>
              <a:custGeom>
                <a:avLst/>
                <a:gdLst>
                  <a:gd name="T0" fmla="*/ 1071 w 11146"/>
                  <a:gd name="T1" fmla="*/ 1139 h 1140"/>
                  <a:gd name="T2" fmla="*/ 937 w 11146"/>
                  <a:gd name="T3" fmla="*/ 1130 h 1140"/>
                  <a:gd name="T4" fmla="*/ 812 w 11146"/>
                  <a:gd name="T5" fmla="*/ 1112 h 1140"/>
                  <a:gd name="T6" fmla="*/ 697 w 11146"/>
                  <a:gd name="T7" fmla="*/ 1086 h 1140"/>
                  <a:gd name="T8" fmla="*/ 589 w 11146"/>
                  <a:gd name="T9" fmla="*/ 1049 h 1140"/>
                  <a:gd name="T10" fmla="*/ 492 w 11146"/>
                  <a:gd name="T11" fmla="*/ 1005 h 1140"/>
                  <a:gd name="T12" fmla="*/ 403 w 11146"/>
                  <a:gd name="T13" fmla="*/ 952 h 1140"/>
                  <a:gd name="T14" fmla="*/ 322 w 11146"/>
                  <a:gd name="T15" fmla="*/ 889 h 1140"/>
                  <a:gd name="T16" fmla="*/ 251 w 11146"/>
                  <a:gd name="T17" fmla="*/ 818 h 1140"/>
                  <a:gd name="T18" fmla="*/ 189 w 11146"/>
                  <a:gd name="T19" fmla="*/ 738 h 1140"/>
                  <a:gd name="T20" fmla="*/ 136 w 11146"/>
                  <a:gd name="T21" fmla="*/ 649 h 1140"/>
                  <a:gd name="T22" fmla="*/ 91 w 11146"/>
                  <a:gd name="T23" fmla="*/ 551 h 1140"/>
                  <a:gd name="T24" fmla="*/ 55 w 11146"/>
                  <a:gd name="T25" fmla="*/ 444 h 1140"/>
                  <a:gd name="T26" fmla="*/ 28 w 11146"/>
                  <a:gd name="T27" fmla="*/ 328 h 1140"/>
                  <a:gd name="T28" fmla="*/ 10 w 11146"/>
                  <a:gd name="T29" fmla="*/ 204 h 1140"/>
                  <a:gd name="T30" fmla="*/ 2 w 11146"/>
                  <a:gd name="T31" fmla="*/ 70 h 1140"/>
                  <a:gd name="T32" fmla="*/ 11132 w 11146"/>
                  <a:gd name="T33" fmla="*/ 0 h 1140"/>
                  <a:gd name="T34" fmla="*/ 11144 w 11146"/>
                  <a:gd name="T35" fmla="*/ 70 h 1140"/>
                  <a:gd name="T36" fmla="*/ 11135 w 11146"/>
                  <a:gd name="T37" fmla="*/ 204 h 1140"/>
                  <a:gd name="T38" fmla="*/ 11117 w 11146"/>
                  <a:gd name="T39" fmla="*/ 328 h 1140"/>
                  <a:gd name="T40" fmla="*/ 11090 w 11146"/>
                  <a:gd name="T41" fmla="*/ 444 h 1140"/>
                  <a:gd name="T42" fmla="*/ 11054 w 11146"/>
                  <a:gd name="T43" fmla="*/ 551 h 1140"/>
                  <a:gd name="T44" fmla="*/ 11009 w 11146"/>
                  <a:gd name="T45" fmla="*/ 649 h 1140"/>
                  <a:gd name="T46" fmla="*/ 10955 w 11146"/>
                  <a:gd name="T47" fmla="*/ 738 h 1140"/>
                  <a:gd name="T48" fmla="*/ 10892 w 11146"/>
                  <a:gd name="T49" fmla="*/ 818 h 1140"/>
                  <a:gd name="T50" fmla="*/ 10821 w 11146"/>
                  <a:gd name="T51" fmla="*/ 889 h 1140"/>
                  <a:gd name="T52" fmla="*/ 10739 w 11146"/>
                  <a:gd name="T53" fmla="*/ 952 h 1140"/>
                  <a:gd name="T54" fmla="*/ 10650 w 11146"/>
                  <a:gd name="T55" fmla="*/ 1005 h 1140"/>
                  <a:gd name="T56" fmla="*/ 10551 w 11146"/>
                  <a:gd name="T57" fmla="*/ 1049 h 1140"/>
                  <a:gd name="T58" fmla="*/ 10443 w 11146"/>
                  <a:gd name="T59" fmla="*/ 1086 h 1140"/>
                  <a:gd name="T60" fmla="*/ 10327 w 11146"/>
                  <a:gd name="T61" fmla="*/ 1112 h 1140"/>
                  <a:gd name="T62" fmla="*/ 10202 w 11146"/>
                  <a:gd name="T63" fmla="*/ 1130 h 1140"/>
                  <a:gd name="T64" fmla="*/ 10067 w 11146"/>
                  <a:gd name="T65" fmla="*/ 1139 h 1140"/>
                  <a:gd name="T66" fmla="*/ 1141 w 11146"/>
                  <a:gd name="T67" fmla="*/ 1140 h 1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146" h="1140">
                    <a:moveTo>
                      <a:pt x="1141" y="1140"/>
                    </a:moveTo>
                    <a:lnTo>
                      <a:pt x="1071" y="1139"/>
                    </a:lnTo>
                    <a:lnTo>
                      <a:pt x="1003" y="1136"/>
                    </a:lnTo>
                    <a:lnTo>
                      <a:pt x="937" y="1130"/>
                    </a:lnTo>
                    <a:lnTo>
                      <a:pt x="873" y="1122"/>
                    </a:lnTo>
                    <a:lnTo>
                      <a:pt x="812" y="1112"/>
                    </a:lnTo>
                    <a:lnTo>
                      <a:pt x="753" y="1100"/>
                    </a:lnTo>
                    <a:lnTo>
                      <a:pt x="697" y="1086"/>
                    </a:lnTo>
                    <a:lnTo>
                      <a:pt x="642" y="1068"/>
                    </a:lnTo>
                    <a:lnTo>
                      <a:pt x="589" y="1049"/>
                    </a:lnTo>
                    <a:lnTo>
                      <a:pt x="539" y="1028"/>
                    </a:lnTo>
                    <a:lnTo>
                      <a:pt x="492" y="1005"/>
                    </a:lnTo>
                    <a:lnTo>
                      <a:pt x="446" y="979"/>
                    </a:lnTo>
                    <a:lnTo>
                      <a:pt x="403" y="952"/>
                    </a:lnTo>
                    <a:lnTo>
                      <a:pt x="361" y="922"/>
                    </a:lnTo>
                    <a:lnTo>
                      <a:pt x="322" y="889"/>
                    </a:lnTo>
                    <a:lnTo>
                      <a:pt x="286" y="855"/>
                    </a:lnTo>
                    <a:lnTo>
                      <a:pt x="251" y="818"/>
                    </a:lnTo>
                    <a:lnTo>
                      <a:pt x="219" y="779"/>
                    </a:lnTo>
                    <a:lnTo>
                      <a:pt x="189" y="738"/>
                    </a:lnTo>
                    <a:lnTo>
                      <a:pt x="161" y="694"/>
                    </a:lnTo>
                    <a:lnTo>
                      <a:pt x="136" y="649"/>
                    </a:lnTo>
                    <a:lnTo>
                      <a:pt x="112" y="601"/>
                    </a:lnTo>
                    <a:lnTo>
                      <a:pt x="91" y="551"/>
                    </a:lnTo>
                    <a:lnTo>
                      <a:pt x="71" y="499"/>
                    </a:lnTo>
                    <a:lnTo>
                      <a:pt x="55" y="444"/>
                    </a:lnTo>
                    <a:lnTo>
                      <a:pt x="40" y="387"/>
                    </a:lnTo>
                    <a:lnTo>
                      <a:pt x="28" y="328"/>
                    </a:lnTo>
                    <a:lnTo>
                      <a:pt x="18" y="267"/>
                    </a:lnTo>
                    <a:lnTo>
                      <a:pt x="10" y="204"/>
                    </a:lnTo>
                    <a:lnTo>
                      <a:pt x="5" y="137"/>
                    </a:lnTo>
                    <a:lnTo>
                      <a:pt x="2" y="70"/>
                    </a:lnTo>
                    <a:lnTo>
                      <a:pt x="0" y="0"/>
                    </a:lnTo>
                    <a:lnTo>
                      <a:pt x="11132" y="0"/>
                    </a:lnTo>
                    <a:lnTo>
                      <a:pt x="11146" y="0"/>
                    </a:lnTo>
                    <a:lnTo>
                      <a:pt x="11144" y="70"/>
                    </a:lnTo>
                    <a:lnTo>
                      <a:pt x="11141" y="137"/>
                    </a:lnTo>
                    <a:lnTo>
                      <a:pt x="11135" y="204"/>
                    </a:lnTo>
                    <a:lnTo>
                      <a:pt x="11128" y="267"/>
                    </a:lnTo>
                    <a:lnTo>
                      <a:pt x="11117" y="328"/>
                    </a:lnTo>
                    <a:lnTo>
                      <a:pt x="11105" y="387"/>
                    </a:lnTo>
                    <a:lnTo>
                      <a:pt x="11090" y="444"/>
                    </a:lnTo>
                    <a:lnTo>
                      <a:pt x="11074" y="499"/>
                    </a:lnTo>
                    <a:lnTo>
                      <a:pt x="11054" y="551"/>
                    </a:lnTo>
                    <a:lnTo>
                      <a:pt x="11032" y="601"/>
                    </a:lnTo>
                    <a:lnTo>
                      <a:pt x="11009" y="649"/>
                    </a:lnTo>
                    <a:lnTo>
                      <a:pt x="10983" y="694"/>
                    </a:lnTo>
                    <a:lnTo>
                      <a:pt x="10955" y="738"/>
                    </a:lnTo>
                    <a:lnTo>
                      <a:pt x="10925" y="779"/>
                    </a:lnTo>
                    <a:lnTo>
                      <a:pt x="10892" y="818"/>
                    </a:lnTo>
                    <a:lnTo>
                      <a:pt x="10858" y="855"/>
                    </a:lnTo>
                    <a:lnTo>
                      <a:pt x="10821" y="889"/>
                    </a:lnTo>
                    <a:lnTo>
                      <a:pt x="10782" y="922"/>
                    </a:lnTo>
                    <a:lnTo>
                      <a:pt x="10739" y="952"/>
                    </a:lnTo>
                    <a:lnTo>
                      <a:pt x="10696" y="979"/>
                    </a:lnTo>
                    <a:lnTo>
                      <a:pt x="10650" y="1005"/>
                    </a:lnTo>
                    <a:lnTo>
                      <a:pt x="10602" y="1028"/>
                    </a:lnTo>
                    <a:lnTo>
                      <a:pt x="10551" y="1049"/>
                    </a:lnTo>
                    <a:lnTo>
                      <a:pt x="10499" y="1068"/>
                    </a:lnTo>
                    <a:lnTo>
                      <a:pt x="10443" y="1086"/>
                    </a:lnTo>
                    <a:lnTo>
                      <a:pt x="10386" y="1100"/>
                    </a:lnTo>
                    <a:lnTo>
                      <a:pt x="10327" y="1112"/>
                    </a:lnTo>
                    <a:lnTo>
                      <a:pt x="10265" y="1122"/>
                    </a:lnTo>
                    <a:lnTo>
                      <a:pt x="10202" y="1130"/>
                    </a:lnTo>
                    <a:lnTo>
                      <a:pt x="10135" y="1136"/>
                    </a:lnTo>
                    <a:lnTo>
                      <a:pt x="10067" y="1139"/>
                    </a:lnTo>
                    <a:lnTo>
                      <a:pt x="9996" y="1140"/>
                    </a:lnTo>
                    <a:lnTo>
                      <a:pt x="1141" y="1140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Freeform 53"/>
              <p:cNvSpPr>
                <a:spLocks/>
              </p:cNvSpPr>
              <p:nvPr/>
            </p:nvSpPr>
            <p:spPr bwMode="auto">
              <a:xfrm>
                <a:off x="7243236" y="4526033"/>
                <a:ext cx="430407" cy="281280"/>
              </a:xfrm>
              <a:custGeom>
                <a:avLst/>
                <a:gdLst>
                  <a:gd name="T0" fmla="*/ 6055 w 8157"/>
                  <a:gd name="T1" fmla="*/ 4539 h 5347"/>
                  <a:gd name="T2" fmla="*/ 6025 w 8157"/>
                  <a:gd name="T3" fmla="*/ 4739 h 5347"/>
                  <a:gd name="T4" fmla="*/ 5967 w 8157"/>
                  <a:gd name="T5" fmla="*/ 4911 h 5347"/>
                  <a:gd name="T6" fmla="*/ 5878 w 8157"/>
                  <a:gd name="T7" fmla="*/ 5055 h 5347"/>
                  <a:gd name="T8" fmla="*/ 5760 w 8157"/>
                  <a:gd name="T9" fmla="*/ 5170 h 5347"/>
                  <a:gd name="T10" fmla="*/ 5612 w 8157"/>
                  <a:gd name="T11" fmla="*/ 5256 h 5347"/>
                  <a:gd name="T12" fmla="*/ 5435 w 8157"/>
                  <a:gd name="T13" fmla="*/ 5315 h 5347"/>
                  <a:gd name="T14" fmla="*/ 5227 w 8157"/>
                  <a:gd name="T15" fmla="*/ 5343 h 5347"/>
                  <a:gd name="T16" fmla="*/ 875 w 8157"/>
                  <a:gd name="T17" fmla="*/ 5346 h 5347"/>
                  <a:gd name="T18" fmla="*/ 663 w 8157"/>
                  <a:gd name="T19" fmla="*/ 5325 h 5347"/>
                  <a:gd name="T20" fmla="*/ 481 w 8157"/>
                  <a:gd name="T21" fmla="*/ 5273 h 5347"/>
                  <a:gd name="T22" fmla="*/ 328 w 8157"/>
                  <a:gd name="T23" fmla="*/ 5194 h 5347"/>
                  <a:gd name="T24" fmla="*/ 204 w 8157"/>
                  <a:gd name="T25" fmla="*/ 5086 h 5347"/>
                  <a:gd name="T26" fmla="*/ 110 w 8157"/>
                  <a:gd name="T27" fmla="*/ 4949 h 5347"/>
                  <a:gd name="T28" fmla="*/ 45 w 8157"/>
                  <a:gd name="T29" fmla="*/ 4785 h 5347"/>
                  <a:gd name="T30" fmla="*/ 8 w 8157"/>
                  <a:gd name="T31" fmla="*/ 4591 h 5347"/>
                  <a:gd name="T32" fmla="*/ 0 w 8157"/>
                  <a:gd name="T33" fmla="*/ 0 h 5347"/>
                  <a:gd name="T34" fmla="*/ 6217 w 8157"/>
                  <a:gd name="T35" fmla="*/ 6 h 5347"/>
                  <a:gd name="T36" fmla="*/ 6421 w 8157"/>
                  <a:gd name="T37" fmla="*/ 29 h 5347"/>
                  <a:gd name="T38" fmla="*/ 6618 w 8157"/>
                  <a:gd name="T39" fmla="*/ 72 h 5347"/>
                  <a:gd name="T40" fmla="*/ 6808 w 8157"/>
                  <a:gd name="T41" fmla="*/ 134 h 5347"/>
                  <a:gd name="T42" fmla="*/ 6990 w 8157"/>
                  <a:gd name="T43" fmla="*/ 215 h 5347"/>
                  <a:gd name="T44" fmla="*/ 7166 w 8157"/>
                  <a:gd name="T45" fmla="*/ 317 h 5347"/>
                  <a:gd name="T46" fmla="*/ 7334 w 8157"/>
                  <a:gd name="T47" fmla="*/ 436 h 5347"/>
                  <a:gd name="T48" fmla="*/ 7495 w 8157"/>
                  <a:gd name="T49" fmla="*/ 577 h 5347"/>
                  <a:gd name="T50" fmla="*/ 7646 w 8157"/>
                  <a:gd name="T51" fmla="*/ 732 h 5347"/>
                  <a:gd name="T52" fmla="*/ 7777 w 8157"/>
                  <a:gd name="T53" fmla="*/ 896 h 5347"/>
                  <a:gd name="T54" fmla="*/ 7889 w 8157"/>
                  <a:gd name="T55" fmla="*/ 1066 h 5347"/>
                  <a:gd name="T56" fmla="*/ 7982 w 8157"/>
                  <a:gd name="T57" fmla="*/ 1246 h 5347"/>
                  <a:gd name="T58" fmla="*/ 8055 w 8157"/>
                  <a:gd name="T59" fmla="*/ 1433 h 5347"/>
                  <a:gd name="T60" fmla="*/ 8108 w 8157"/>
                  <a:gd name="T61" fmla="*/ 1627 h 5347"/>
                  <a:gd name="T62" fmla="*/ 8142 w 8157"/>
                  <a:gd name="T63" fmla="*/ 1830 h 5347"/>
                  <a:gd name="T64" fmla="*/ 8157 w 8157"/>
                  <a:gd name="T65" fmla="*/ 2041 h 5347"/>
                  <a:gd name="T66" fmla="*/ 8152 w 8157"/>
                  <a:gd name="T67" fmla="*/ 2257 h 5347"/>
                  <a:gd name="T68" fmla="*/ 8128 w 8157"/>
                  <a:gd name="T69" fmla="*/ 2467 h 5347"/>
                  <a:gd name="T70" fmla="*/ 8084 w 8157"/>
                  <a:gd name="T71" fmla="*/ 2668 h 5347"/>
                  <a:gd name="T72" fmla="*/ 8021 w 8157"/>
                  <a:gd name="T73" fmla="*/ 2860 h 5347"/>
                  <a:gd name="T74" fmla="*/ 7937 w 8157"/>
                  <a:gd name="T75" fmla="*/ 3043 h 5347"/>
                  <a:gd name="T76" fmla="*/ 7835 w 8157"/>
                  <a:gd name="T77" fmla="*/ 3218 h 5347"/>
                  <a:gd name="T78" fmla="*/ 7714 w 8157"/>
                  <a:gd name="T79" fmla="*/ 3384 h 5347"/>
                  <a:gd name="T80" fmla="*/ 7572 w 8157"/>
                  <a:gd name="T81" fmla="*/ 3542 h 5347"/>
                  <a:gd name="T82" fmla="*/ 7416 w 8157"/>
                  <a:gd name="T83" fmla="*/ 3687 h 5347"/>
                  <a:gd name="T84" fmla="*/ 7251 w 8157"/>
                  <a:gd name="T85" fmla="*/ 3815 h 5347"/>
                  <a:gd name="T86" fmla="*/ 7080 w 8157"/>
                  <a:gd name="T87" fmla="*/ 3922 h 5347"/>
                  <a:gd name="T88" fmla="*/ 6900 w 8157"/>
                  <a:gd name="T89" fmla="*/ 4011 h 5347"/>
                  <a:gd name="T90" fmla="*/ 6714 w 8157"/>
                  <a:gd name="T91" fmla="*/ 4081 h 5347"/>
                  <a:gd name="T92" fmla="*/ 6521 w 8157"/>
                  <a:gd name="T93" fmla="*/ 4133 h 5347"/>
                  <a:gd name="T94" fmla="*/ 6320 w 8157"/>
                  <a:gd name="T95" fmla="*/ 4166 h 5347"/>
                  <a:gd name="T96" fmla="*/ 6111 w 8157"/>
                  <a:gd name="T97" fmla="*/ 4180 h 5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157" h="5347">
                    <a:moveTo>
                      <a:pt x="6058" y="4180"/>
                    </a:moveTo>
                    <a:lnTo>
                      <a:pt x="6058" y="4428"/>
                    </a:lnTo>
                    <a:lnTo>
                      <a:pt x="6057" y="4484"/>
                    </a:lnTo>
                    <a:lnTo>
                      <a:pt x="6055" y="4539"/>
                    </a:lnTo>
                    <a:lnTo>
                      <a:pt x="6050" y="4591"/>
                    </a:lnTo>
                    <a:lnTo>
                      <a:pt x="6044" y="4642"/>
                    </a:lnTo>
                    <a:lnTo>
                      <a:pt x="6035" y="4692"/>
                    </a:lnTo>
                    <a:lnTo>
                      <a:pt x="6025" y="4739"/>
                    </a:lnTo>
                    <a:lnTo>
                      <a:pt x="6013" y="4785"/>
                    </a:lnTo>
                    <a:lnTo>
                      <a:pt x="6000" y="4829"/>
                    </a:lnTo>
                    <a:lnTo>
                      <a:pt x="5984" y="4871"/>
                    </a:lnTo>
                    <a:lnTo>
                      <a:pt x="5967" y="4911"/>
                    </a:lnTo>
                    <a:lnTo>
                      <a:pt x="5947" y="4949"/>
                    </a:lnTo>
                    <a:lnTo>
                      <a:pt x="5926" y="4987"/>
                    </a:lnTo>
                    <a:lnTo>
                      <a:pt x="5903" y="5022"/>
                    </a:lnTo>
                    <a:lnTo>
                      <a:pt x="5878" y="5055"/>
                    </a:lnTo>
                    <a:lnTo>
                      <a:pt x="5851" y="5086"/>
                    </a:lnTo>
                    <a:lnTo>
                      <a:pt x="5822" y="5116"/>
                    </a:lnTo>
                    <a:lnTo>
                      <a:pt x="5792" y="5144"/>
                    </a:lnTo>
                    <a:lnTo>
                      <a:pt x="5760" y="5170"/>
                    </a:lnTo>
                    <a:lnTo>
                      <a:pt x="5726" y="5194"/>
                    </a:lnTo>
                    <a:lnTo>
                      <a:pt x="5690" y="5217"/>
                    </a:lnTo>
                    <a:lnTo>
                      <a:pt x="5652" y="5237"/>
                    </a:lnTo>
                    <a:lnTo>
                      <a:pt x="5612" y="5256"/>
                    </a:lnTo>
                    <a:lnTo>
                      <a:pt x="5571" y="5273"/>
                    </a:lnTo>
                    <a:lnTo>
                      <a:pt x="5527" y="5289"/>
                    </a:lnTo>
                    <a:lnTo>
                      <a:pt x="5482" y="5303"/>
                    </a:lnTo>
                    <a:lnTo>
                      <a:pt x="5435" y="5315"/>
                    </a:lnTo>
                    <a:lnTo>
                      <a:pt x="5386" y="5325"/>
                    </a:lnTo>
                    <a:lnTo>
                      <a:pt x="5335" y="5333"/>
                    </a:lnTo>
                    <a:lnTo>
                      <a:pt x="5283" y="5339"/>
                    </a:lnTo>
                    <a:lnTo>
                      <a:pt x="5227" y="5343"/>
                    </a:lnTo>
                    <a:lnTo>
                      <a:pt x="5171" y="5346"/>
                    </a:lnTo>
                    <a:lnTo>
                      <a:pt x="5113" y="5347"/>
                    </a:lnTo>
                    <a:lnTo>
                      <a:pt x="933" y="5347"/>
                    </a:lnTo>
                    <a:lnTo>
                      <a:pt x="875" y="5346"/>
                    </a:lnTo>
                    <a:lnTo>
                      <a:pt x="820" y="5343"/>
                    </a:lnTo>
                    <a:lnTo>
                      <a:pt x="765" y="5339"/>
                    </a:lnTo>
                    <a:lnTo>
                      <a:pt x="713" y="5333"/>
                    </a:lnTo>
                    <a:lnTo>
                      <a:pt x="663" y="5325"/>
                    </a:lnTo>
                    <a:lnTo>
                      <a:pt x="615" y="5315"/>
                    </a:lnTo>
                    <a:lnTo>
                      <a:pt x="569" y="5303"/>
                    </a:lnTo>
                    <a:lnTo>
                      <a:pt x="524" y="5289"/>
                    </a:lnTo>
                    <a:lnTo>
                      <a:pt x="481" y="5273"/>
                    </a:lnTo>
                    <a:lnTo>
                      <a:pt x="440" y="5256"/>
                    </a:lnTo>
                    <a:lnTo>
                      <a:pt x="401" y="5237"/>
                    </a:lnTo>
                    <a:lnTo>
                      <a:pt x="364" y="5217"/>
                    </a:lnTo>
                    <a:lnTo>
                      <a:pt x="328" y="5194"/>
                    </a:lnTo>
                    <a:lnTo>
                      <a:pt x="295" y="5170"/>
                    </a:lnTo>
                    <a:lnTo>
                      <a:pt x="263" y="5144"/>
                    </a:lnTo>
                    <a:lnTo>
                      <a:pt x="233" y="5116"/>
                    </a:lnTo>
                    <a:lnTo>
                      <a:pt x="204" y="5086"/>
                    </a:lnTo>
                    <a:lnTo>
                      <a:pt x="178" y="5055"/>
                    </a:lnTo>
                    <a:lnTo>
                      <a:pt x="153" y="5022"/>
                    </a:lnTo>
                    <a:lnTo>
                      <a:pt x="131" y="4987"/>
                    </a:lnTo>
                    <a:lnTo>
                      <a:pt x="110" y="4949"/>
                    </a:lnTo>
                    <a:lnTo>
                      <a:pt x="91" y="4911"/>
                    </a:lnTo>
                    <a:lnTo>
                      <a:pt x="74" y="4871"/>
                    </a:lnTo>
                    <a:lnTo>
                      <a:pt x="58" y="4829"/>
                    </a:lnTo>
                    <a:lnTo>
                      <a:pt x="45" y="4785"/>
                    </a:lnTo>
                    <a:lnTo>
                      <a:pt x="33" y="4739"/>
                    </a:lnTo>
                    <a:lnTo>
                      <a:pt x="23" y="4692"/>
                    </a:lnTo>
                    <a:lnTo>
                      <a:pt x="15" y="4642"/>
                    </a:lnTo>
                    <a:lnTo>
                      <a:pt x="8" y="4591"/>
                    </a:lnTo>
                    <a:lnTo>
                      <a:pt x="4" y="4539"/>
                    </a:lnTo>
                    <a:lnTo>
                      <a:pt x="1" y="4484"/>
                    </a:lnTo>
                    <a:lnTo>
                      <a:pt x="0" y="4428"/>
                    </a:lnTo>
                    <a:lnTo>
                      <a:pt x="0" y="0"/>
                    </a:lnTo>
                    <a:lnTo>
                      <a:pt x="6058" y="0"/>
                    </a:lnTo>
                    <a:lnTo>
                      <a:pt x="6111" y="1"/>
                    </a:lnTo>
                    <a:lnTo>
                      <a:pt x="6165" y="3"/>
                    </a:lnTo>
                    <a:lnTo>
                      <a:pt x="6217" y="6"/>
                    </a:lnTo>
                    <a:lnTo>
                      <a:pt x="6269" y="10"/>
                    </a:lnTo>
                    <a:lnTo>
                      <a:pt x="6320" y="15"/>
                    </a:lnTo>
                    <a:lnTo>
                      <a:pt x="6371" y="22"/>
                    </a:lnTo>
                    <a:lnTo>
                      <a:pt x="6421" y="29"/>
                    </a:lnTo>
                    <a:lnTo>
                      <a:pt x="6472" y="38"/>
                    </a:lnTo>
                    <a:lnTo>
                      <a:pt x="6521" y="48"/>
                    </a:lnTo>
                    <a:lnTo>
                      <a:pt x="6570" y="60"/>
                    </a:lnTo>
                    <a:lnTo>
                      <a:pt x="6618" y="72"/>
                    </a:lnTo>
                    <a:lnTo>
                      <a:pt x="6666" y="86"/>
                    </a:lnTo>
                    <a:lnTo>
                      <a:pt x="6714" y="101"/>
                    </a:lnTo>
                    <a:lnTo>
                      <a:pt x="6762" y="117"/>
                    </a:lnTo>
                    <a:lnTo>
                      <a:pt x="6808" y="134"/>
                    </a:lnTo>
                    <a:lnTo>
                      <a:pt x="6855" y="153"/>
                    </a:lnTo>
                    <a:lnTo>
                      <a:pt x="6900" y="172"/>
                    </a:lnTo>
                    <a:lnTo>
                      <a:pt x="6946" y="193"/>
                    </a:lnTo>
                    <a:lnTo>
                      <a:pt x="6990" y="215"/>
                    </a:lnTo>
                    <a:lnTo>
                      <a:pt x="7035" y="240"/>
                    </a:lnTo>
                    <a:lnTo>
                      <a:pt x="7080" y="264"/>
                    </a:lnTo>
                    <a:lnTo>
                      <a:pt x="7123" y="290"/>
                    </a:lnTo>
                    <a:lnTo>
                      <a:pt x="7166" y="317"/>
                    </a:lnTo>
                    <a:lnTo>
                      <a:pt x="7209" y="345"/>
                    </a:lnTo>
                    <a:lnTo>
                      <a:pt x="7251" y="374"/>
                    </a:lnTo>
                    <a:lnTo>
                      <a:pt x="7292" y="405"/>
                    </a:lnTo>
                    <a:lnTo>
                      <a:pt x="7334" y="436"/>
                    </a:lnTo>
                    <a:lnTo>
                      <a:pt x="7376" y="469"/>
                    </a:lnTo>
                    <a:lnTo>
                      <a:pt x="7416" y="504"/>
                    </a:lnTo>
                    <a:lnTo>
                      <a:pt x="7456" y="540"/>
                    </a:lnTo>
                    <a:lnTo>
                      <a:pt x="7495" y="577"/>
                    </a:lnTo>
                    <a:lnTo>
                      <a:pt x="7534" y="614"/>
                    </a:lnTo>
                    <a:lnTo>
                      <a:pt x="7572" y="653"/>
                    </a:lnTo>
                    <a:lnTo>
                      <a:pt x="7609" y="692"/>
                    </a:lnTo>
                    <a:lnTo>
                      <a:pt x="7646" y="732"/>
                    </a:lnTo>
                    <a:lnTo>
                      <a:pt x="7681" y="772"/>
                    </a:lnTo>
                    <a:lnTo>
                      <a:pt x="7714" y="812"/>
                    </a:lnTo>
                    <a:lnTo>
                      <a:pt x="7746" y="854"/>
                    </a:lnTo>
                    <a:lnTo>
                      <a:pt x="7777" y="896"/>
                    </a:lnTo>
                    <a:lnTo>
                      <a:pt x="7807" y="938"/>
                    </a:lnTo>
                    <a:lnTo>
                      <a:pt x="7835" y="980"/>
                    </a:lnTo>
                    <a:lnTo>
                      <a:pt x="7863" y="1023"/>
                    </a:lnTo>
                    <a:lnTo>
                      <a:pt x="7889" y="1066"/>
                    </a:lnTo>
                    <a:lnTo>
                      <a:pt x="7914" y="1110"/>
                    </a:lnTo>
                    <a:lnTo>
                      <a:pt x="7937" y="1155"/>
                    </a:lnTo>
                    <a:lnTo>
                      <a:pt x="7961" y="1200"/>
                    </a:lnTo>
                    <a:lnTo>
                      <a:pt x="7982" y="1246"/>
                    </a:lnTo>
                    <a:lnTo>
                      <a:pt x="8002" y="1291"/>
                    </a:lnTo>
                    <a:lnTo>
                      <a:pt x="8021" y="1338"/>
                    </a:lnTo>
                    <a:lnTo>
                      <a:pt x="8038" y="1384"/>
                    </a:lnTo>
                    <a:lnTo>
                      <a:pt x="8055" y="1433"/>
                    </a:lnTo>
                    <a:lnTo>
                      <a:pt x="8070" y="1480"/>
                    </a:lnTo>
                    <a:lnTo>
                      <a:pt x="8084" y="1529"/>
                    </a:lnTo>
                    <a:lnTo>
                      <a:pt x="8097" y="1577"/>
                    </a:lnTo>
                    <a:lnTo>
                      <a:pt x="8108" y="1627"/>
                    </a:lnTo>
                    <a:lnTo>
                      <a:pt x="8118" y="1676"/>
                    </a:lnTo>
                    <a:lnTo>
                      <a:pt x="8128" y="1728"/>
                    </a:lnTo>
                    <a:lnTo>
                      <a:pt x="8135" y="1778"/>
                    </a:lnTo>
                    <a:lnTo>
                      <a:pt x="8142" y="1830"/>
                    </a:lnTo>
                    <a:lnTo>
                      <a:pt x="8148" y="1882"/>
                    </a:lnTo>
                    <a:lnTo>
                      <a:pt x="8152" y="1934"/>
                    </a:lnTo>
                    <a:lnTo>
                      <a:pt x="8155" y="1987"/>
                    </a:lnTo>
                    <a:lnTo>
                      <a:pt x="8157" y="2041"/>
                    </a:lnTo>
                    <a:lnTo>
                      <a:pt x="8157" y="2095"/>
                    </a:lnTo>
                    <a:lnTo>
                      <a:pt x="8157" y="2149"/>
                    </a:lnTo>
                    <a:lnTo>
                      <a:pt x="8155" y="2203"/>
                    </a:lnTo>
                    <a:lnTo>
                      <a:pt x="8152" y="2257"/>
                    </a:lnTo>
                    <a:lnTo>
                      <a:pt x="8148" y="2311"/>
                    </a:lnTo>
                    <a:lnTo>
                      <a:pt x="8142" y="2364"/>
                    </a:lnTo>
                    <a:lnTo>
                      <a:pt x="8135" y="2415"/>
                    </a:lnTo>
                    <a:lnTo>
                      <a:pt x="8128" y="2467"/>
                    </a:lnTo>
                    <a:lnTo>
                      <a:pt x="8118" y="2518"/>
                    </a:lnTo>
                    <a:lnTo>
                      <a:pt x="8108" y="2568"/>
                    </a:lnTo>
                    <a:lnTo>
                      <a:pt x="8097" y="2619"/>
                    </a:lnTo>
                    <a:lnTo>
                      <a:pt x="8084" y="2668"/>
                    </a:lnTo>
                    <a:lnTo>
                      <a:pt x="8070" y="2717"/>
                    </a:lnTo>
                    <a:lnTo>
                      <a:pt x="8055" y="2765"/>
                    </a:lnTo>
                    <a:lnTo>
                      <a:pt x="8038" y="2812"/>
                    </a:lnTo>
                    <a:lnTo>
                      <a:pt x="8021" y="2860"/>
                    </a:lnTo>
                    <a:lnTo>
                      <a:pt x="8002" y="2907"/>
                    </a:lnTo>
                    <a:lnTo>
                      <a:pt x="7982" y="2953"/>
                    </a:lnTo>
                    <a:lnTo>
                      <a:pt x="7961" y="2998"/>
                    </a:lnTo>
                    <a:lnTo>
                      <a:pt x="7937" y="3043"/>
                    </a:lnTo>
                    <a:lnTo>
                      <a:pt x="7914" y="3088"/>
                    </a:lnTo>
                    <a:lnTo>
                      <a:pt x="7889" y="3132"/>
                    </a:lnTo>
                    <a:lnTo>
                      <a:pt x="7863" y="3175"/>
                    </a:lnTo>
                    <a:lnTo>
                      <a:pt x="7835" y="3218"/>
                    </a:lnTo>
                    <a:lnTo>
                      <a:pt x="7807" y="3261"/>
                    </a:lnTo>
                    <a:lnTo>
                      <a:pt x="7777" y="3302"/>
                    </a:lnTo>
                    <a:lnTo>
                      <a:pt x="7746" y="3343"/>
                    </a:lnTo>
                    <a:lnTo>
                      <a:pt x="7714" y="3384"/>
                    </a:lnTo>
                    <a:lnTo>
                      <a:pt x="7681" y="3424"/>
                    </a:lnTo>
                    <a:lnTo>
                      <a:pt x="7646" y="3463"/>
                    </a:lnTo>
                    <a:lnTo>
                      <a:pt x="7609" y="3503"/>
                    </a:lnTo>
                    <a:lnTo>
                      <a:pt x="7572" y="3542"/>
                    </a:lnTo>
                    <a:lnTo>
                      <a:pt x="7534" y="3579"/>
                    </a:lnTo>
                    <a:lnTo>
                      <a:pt x="7495" y="3616"/>
                    </a:lnTo>
                    <a:lnTo>
                      <a:pt x="7456" y="3652"/>
                    </a:lnTo>
                    <a:lnTo>
                      <a:pt x="7416" y="3687"/>
                    </a:lnTo>
                    <a:lnTo>
                      <a:pt x="7376" y="3720"/>
                    </a:lnTo>
                    <a:lnTo>
                      <a:pt x="7334" y="3753"/>
                    </a:lnTo>
                    <a:lnTo>
                      <a:pt x="7292" y="3784"/>
                    </a:lnTo>
                    <a:lnTo>
                      <a:pt x="7251" y="3815"/>
                    </a:lnTo>
                    <a:lnTo>
                      <a:pt x="7209" y="3843"/>
                    </a:lnTo>
                    <a:lnTo>
                      <a:pt x="7166" y="3871"/>
                    </a:lnTo>
                    <a:lnTo>
                      <a:pt x="7123" y="3897"/>
                    </a:lnTo>
                    <a:lnTo>
                      <a:pt x="7080" y="3922"/>
                    </a:lnTo>
                    <a:lnTo>
                      <a:pt x="7035" y="3946"/>
                    </a:lnTo>
                    <a:lnTo>
                      <a:pt x="6990" y="3969"/>
                    </a:lnTo>
                    <a:lnTo>
                      <a:pt x="6946" y="3991"/>
                    </a:lnTo>
                    <a:lnTo>
                      <a:pt x="6900" y="4011"/>
                    </a:lnTo>
                    <a:lnTo>
                      <a:pt x="6855" y="4030"/>
                    </a:lnTo>
                    <a:lnTo>
                      <a:pt x="6808" y="4048"/>
                    </a:lnTo>
                    <a:lnTo>
                      <a:pt x="6762" y="4065"/>
                    </a:lnTo>
                    <a:lnTo>
                      <a:pt x="6714" y="4081"/>
                    </a:lnTo>
                    <a:lnTo>
                      <a:pt x="6666" y="4097"/>
                    </a:lnTo>
                    <a:lnTo>
                      <a:pt x="6618" y="4110"/>
                    </a:lnTo>
                    <a:lnTo>
                      <a:pt x="6570" y="4122"/>
                    </a:lnTo>
                    <a:lnTo>
                      <a:pt x="6521" y="4133"/>
                    </a:lnTo>
                    <a:lnTo>
                      <a:pt x="6472" y="4143"/>
                    </a:lnTo>
                    <a:lnTo>
                      <a:pt x="6421" y="4152"/>
                    </a:lnTo>
                    <a:lnTo>
                      <a:pt x="6371" y="4160"/>
                    </a:lnTo>
                    <a:lnTo>
                      <a:pt x="6320" y="4166"/>
                    </a:lnTo>
                    <a:lnTo>
                      <a:pt x="6269" y="4171"/>
                    </a:lnTo>
                    <a:lnTo>
                      <a:pt x="6217" y="4175"/>
                    </a:lnTo>
                    <a:lnTo>
                      <a:pt x="6165" y="4178"/>
                    </a:lnTo>
                    <a:lnTo>
                      <a:pt x="6111" y="4180"/>
                    </a:lnTo>
                    <a:lnTo>
                      <a:pt x="6058" y="4180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1F1A17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Freeform 54"/>
              <p:cNvSpPr>
                <a:spLocks/>
              </p:cNvSpPr>
              <p:nvPr/>
            </p:nvSpPr>
            <p:spPr bwMode="auto">
              <a:xfrm>
                <a:off x="7250511" y="4390243"/>
                <a:ext cx="277643" cy="120029"/>
              </a:xfrm>
              <a:custGeom>
                <a:avLst/>
                <a:gdLst>
                  <a:gd name="T0" fmla="*/ 156 w 229"/>
                  <a:gd name="T1" fmla="*/ 123 h 126"/>
                  <a:gd name="T2" fmla="*/ 157 w 229"/>
                  <a:gd name="T3" fmla="*/ 117 h 126"/>
                  <a:gd name="T4" fmla="*/ 157 w 229"/>
                  <a:gd name="T5" fmla="*/ 112 h 126"/>
                  <a:gd name="T6" fmla="*/ 155 w 229"/>
                  <a:gd name="T7" fmla="*/ 107 h 126"/>
                  <a:gd name="T8" fmla="*/ 152 w 229"/>
                  <a:gd name="T9" fmla="*/ 103 h 126"/>
                  <a:gd name="T10" fmla="*/ 147 w 229"/>
                  <a:gd name="T11" fmla="*/ 99 h 126"/>
                  <a:gd name="T12" fmla="*/ 141 w 229"/>
                  <a:gd name="T13" fmla="*/ 95 h 126"/>
                  <a:gd name="T14" fmla="*/ 134 w 229"/>
                  <a:gd name="T15" fmla="*/ 92 h 126"/>
                  <a:gd name="T16" fmla="*/ 121 w 229"/>
                  <a:gd name="T17" fmla="*/ 88 h 126"/>
                  <a:gd name="T18" fmla="*/ 103 w 229"/>
                  <a:gd name="T19" fmla="*/ 83 h 126"/>
                  <a:gd name="T20" fmla="*/ 85 w 229"/>
                  <a:gd name="T21" fmla="*/ 78 h 126"/>
                  <a:gd name="T22" fmla="*/ 66 w 229"/>
                  <a:gd name="T23" fmla="*/ 73 h 126"/>
                  <a:gd name="T24" fmla="*/ 48 w 229"/>
                  <a:gd name="T25" fmla="*/ 69 h 126"/>
                  <a:gd name="T26" fmla="*/ 36 w 229"/>
                  <a:gd name="T27" fmla="*/ 65 h 126"/>
                  <a:gd name="T28" fmla="*/ 29 w 229"/>
                  <a:gd name="T29" fmla="*/ 62 h 126"/>
                  <a:gd name="T30" fmla="*/ 22 w 229"/>
                  <a:gd name="T31" fmla="*/ 59 h 126"/>
                  <a:gd name="T32" fmla="*/ 16 w 229"/>
                  <a:gd name="T33" fmla="*/ 56 h 126"/>
                  <a:gd name="T34" fmla="*/ 11 w 229"/>
                  <a:gd name="T35" fmla="*/ 52 h 126"/>
                  <a:gd name="T36" fmla="*/ 6 w 229"/>
                  <a:gd name="T37" fmla="*/ 49 h 126"/>
                  <a:gd name="T38" fmla="*/ 2 w 229"/>
                  <a:gd name="T39" fmla="*/ 45 h 126"/>
                  <a:gd name="T40" fmla="*/ 0 w 229"/>
                  <a:gd name="T41" fmla="*/ 41 h 126"/>
                  <a:gd name="T42" fmla="*/ 0 w 229"/>
                  <a:gd name="T43" fmla="*/ 36 h 126"/>
                  <a:gd name="T44" fmla="*/ 2 w 229"/>
                  <a:gd name="T45" fmla="*/ 31 h 126"/>
                  <a:gd name="T46" fmla="*/ 7 w 229"/>
                  <a:gd name="T47" fmla="*/ 25 h 126"/>
                  <a:gd name="T48" fmla="*/ 13 w 229"/>
                  <a:gd name="T49" fmla="*/ 19 h 126"/>
                  <a:gd name="T50" fmla="*/ 22 w 229"/>
                  <a:gd name="T51" fmla="*/ 12 h 126"/>
                  <a:gd name="T52" fmla="*/ 32 w 229"/>
                  <a:gd name="T53" fmla="*/ 4 h 126"/>
                  <a:gd name="T54" fmla="*/ 33 w 229"/>
                  <a:gd name="T55" fmla="*/ 4 h 126"/>
                  <a:gd name="T56" fmla="*/ 23 w 229"/>
                  <a:gd name="T57" fmla="*/ 11 h 126"/>
                  <a:gd name="T58" fmla="*/ 16 w 229"/>
                  <a:gd name="T59" fmla="*/ 18 h 126"/>
                  <a:gd name="T60" fmla="*/ 12 w 229"/>
                  <a:gd name="T61" fmla="*/ 24 h 126"/>
                  <a:gd name="T62" fmla="*/ 9 w 229"/>
                  <a:gd name="T63" fmla="*/ 30 h 126"/>
                  <a:gd name="T64" fmla="*/ 9 w 229"/>
                  <a:gd name="T65" fmla="*/ 35 h 126"/>
                  <a:gd name="T66" fmla="*/ 11 w 229"/>
                  <a:gd name="T67" fmla="*/ 39 h 126"/>
                  <a:gd name="T68" fmla="*/ 16 w 229"/>
                  <a:gd name="T69" fmla="*/ 42 h 126"/>
                  <a:gd name="T70" fmla="*/ 26 w 229"/>
                  <a:gd name="T71" fmla="*/ 47 h 126"/>
                  <a:gd name="T72" fmla="*/ 42 w 229"/>
                  <a:gd name="T73" fmla="*/ 52 h 126"/>
                  <a:gd name="T74" fmla="*/ 60 w 229"/>
                  <a:gd name="T75" fmla="*/ 56 h 126"/>
                  <a:gd name="T76" fmla="*/ 79 w 229"/>
                  <a:gd name="T77" fmla="*/ 61 h 126"/>
                  <a:gd name="T78" fmla="*/ 100 w 229"/>
                  <a:gd name="T79" fmla="*/ 64 h 126"/>
                  <a:gd name="T80" fmla="*/ 120 w 229"/>
                  <a:gd name="T81" fmla="*/ 68 h 126"/>
                  <a:gd name="T82" fmla="*/ 138 w 229"/>
                  <a:gd name="T83" fmla="*/ 73 h 126"/>
                  <a:gd name="T84" fmla="*/ 155 w 229"/>
                  <a:gd name="T85" fmla="*/ 78 h 126"/>
                  <a:gd name="T86" fmla="*/ 166 w 229"/>
                  <a:gd name="T87" fmla="*/ 83 h 126"/>
                  <a:gd name="T88" fmla="*/ 172 w 229"/>
                  <a:gd name="T89" fmla="*/ 86 h 126"/>
                  <a:gd name="T90" fmla="*/ 175 w 229"/>
                  <a:gd name="T91" fmla="*/ 91 h 126"/>
                  <a:gd name="T92" fmla="*/ 176 w 229"/>
                  <a:gd name="T93" fmla="*/ 96 h 126"/>
                  <a:gd name="T94" fmla="*/ 175 w 229"/>
                  <a:gd name="T95" fmla="*/ 101 h 126"/>
                  <a:gd name="T96" fmla="*/ 172 w 229"/>
                  <a:gd name="T97" fmla="*/ 107 h 126"/>
                  <a:gd name="T98" fmla="*/ 166 w 229"/>
                  <a:gd name="T99" fmla="*/ 114 h 126"/>
                  <a:gd name="T100" fmla="*/ 159 w 229"/>
                  <a:gd name="T101" fmla="*/ 122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29" h="126">
                    <a:moveTo>
                      <a:pt x="229" y="113"/>
                    </a:moveTo>
                    <a:lnTo>
                      <a:pt x="154" y="126"/>
                    </a:lnTo>
                    <a:lnTo>
                      <a:pt x="155" y="124"/>
                    </a:lnTo>
                    <a:lnTo>
                      <a:pt x="156" y="123"/>
                    </a:lnTo>
                    <a:lnTo>
                      <a:pt x="156" y="121"/>
                    </a:lnTo>
                    <a:lnTo>
                      <a:pt x="156" y="120"/>
                    </a:lnTo>
                    <a:lnTo>
                      <a:pt x="157" y="119"/>
                    </a:lnTo>
                    <a:lnTo>
                      <a:pt x="157" y="117"/>
                    </a:lnTo>
                    <a:lnTo>
                      <a:pt x="157" y="116"/>
                    </a:lnTo>
                    <a:lnTo>
                      <a:pt x="157" y="115"/>
                    </a:lnTo>
                    <a:lnTo>
                      <a:pt x="157" y="113"/>
                    </a:lnTo>
                    <a:lnTo>
                      <a:pt x="157" y="112"/>
                    </a:lnTo>
                    <a:lnTo>
                      <a:pt x="156" y="111"/>
                    </a:lnTo>
                    <a:lnTo>
                      <a:pt x="156" y="110"/>
                    </a:lnTo>
                    <a:lnTo>
                      <a:pt x="156" y="108"/>
                    </a:lnTo>
                    <a:lnTo>
                      <a:pt x="155" y="107"/>
                    </a:lnTo>
                    <a:lnTo>
                      <a:pt x="154" y="106"/>
                    </a:lnTo>
                    <a:lnTo>
                      <a:pt x="154" y="105"/>
                    </a:lnTo>
                    <a:lnTo>
                      <a:pt x="153" y="104"/>
                    </a:lnTo>
                    <a:lnTo>
                      <a:pt x="152" y="103"/>
                    </a:lnTo>
                    <a:lnTo>
                      <a:pt x="151" y="102"/>
                    </a:lnTo>
                    <a:lnTo>
                      <a:pt x="150" y="101"/>
                    </a:lnTo>
                    <a:lnTo>
                      <a:pt x="149" y="100"/>
                    </a:lnTo>
                    <a:lnTo>
                      <a:pt x="147" y="99"/>
                    </a:lnTo>
                    <a:lnTo>
                      <a:pt x="146" y="98"/>
                    </a:lnTo>
                    <a:lnTo>
                      <a:pt x="145" y="97"/>
                    </a:lnTo>
                    <a:lnTo>
                      <a:pt x="143" y="96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38" y="94"/>
                    </a:lnTo>
                    <a:lnTo>
                      <a:pt x="136" y="93"/>
                    </a:lnTo>
                    <a:lnTo>
                      <a:pt x="134" y="92"/>
                    </a:lnTo>
                    <a:lnTo>
                      <a:pt x="132" y="92"/>
                    </a:lnTo>
                    <a:lnTo>
                      <a:pt x="130" y="91"/>
                    </a:lnTo>
                    <a:lnTo>
                      <a:pt x="125" y="90"/>
                    </a:lnTo>
                    <a:lnTo>
                      <a:pt x="121" y="88"/>
                    </a:lnTo>
                    <a:lnTo>
                      <a:pt x="116" y="87"/>
                    </a:lnTo>
                    <a:lnTo>
                      <a:pt x="112" y="86"/>
                    </a:lnTo>
                    <a:lnTo>
                      <a:pt x="107" y="85"/>
                    </a:lnTo>
                    <a:lnTo>
                      <a:pt x="103" y="83"/>
                    </a:lnTo>
                    <a:lnTo>
                      <a:pt x="98" y="82"/>
                    </a:lnTo>
                    <a:lnTo>
                      <a:pt x="94" y="81"/>
                    </a:lnTo>
                    <a:lnTo>
                      <a:pt x="89" y="79"/>
                    </a:lnTo>
                    <a:lnTo>
                      <a:pt x="85" y="78"/>
                    </a:lnTo>
                    <a:lnTo>
                      <a:pt x="80" y="77"/>
                    </a:lnTo>
                    <a:lnTo>
                      <a:pt x="76" y="76"/>
                    </a:lnTo>
                    <a:lnTo>
                      <a:pt x="71" y="75"/>
                    </a:lnTo>
                    <a:lnTo>
                      <a:pt x="66" y="73"/>
                    </a:lnTo>
                    <a:lnTo>
                      <a:pt x="62" y="72"/>
                    </a:lnTo>
                    <a:lnTo>
                      <a:pt x="57" y="71"/>
                    </a:lnTo>
                    <a:lnTo>
                      <a:pt x="53" y="70"/>
                    </a:lnTo>
                    <a:lnTo>
                      <a:pt x="48" y="69"/>
                    </a:lnTo>
                    <a:lnTo>
                      <a:pt x="44" y="67"/>
                    </a:lnTo>
                    <a:lnTo>
                      <a:pt x="40" y="66"/>
                    </a:lnTo>
                    <a:lnTo>
                      <a:pt x="38" y="65"/>
                    </a:lnTo>
                    <a:lnTo>
                      <a:pt x="36" y="65"/>
                    </a:lnTo>
                    <a:lnTo>
                      <a:pt x="34" y="64"/>
                    </a:lnTo>
                    <a:lnTo>
                      <a:pt x="32" y="63"/>
                    </a:lnTo>
                    <a:lnTo>
                      <a:pt x="31" y="63"/>
                    </a:lnTo>
                    <a:lnTo>
                      <a:pt x="29" y="62"/>
                    </a:lnTo>
                    <a:lnTo>
                      <a:pt x="27" y="61"/>
                    </a:lnTo>
                    <a:lnTo>
                      <a:pt x="25" y="60"/>
                    </a:lnTo>
                    <a:lnTo>
                      <a:pt x="24" y="60"/>
                    </a:lnTo>
                    <a:lnTo>
                      <a:pt x="22" y="59"/>
                    </a:lnTo>
                    <a:lnTo>
                      <a:pt x="21" y="58"/>
                    </a:lnTo>
                    <a:lnTo>
                      <a:pt x="19" y="57"/>
                    </a:lnTo>
                    <a:lnTo>
                      <a:pt x="18" y="57"/>
                    </a:lnTo>
                    <a:lnTo>
                      <a:pt x="16" y="56"/>
                    </a:lnTo>
                    <a:lnTo>
                      <a:pt x="15" y="55"/>
                    </a:lnTo>
                    <a:lnTo>
                      <a:pt x="13" y="54"/>
                    </a:lnTo>
                    <a:lnTo>
                      <a:pt x="12" y="53"/>
                    </a:lnTo>
                    <a:lnTo>
                      <a:pt x="11" y="52"/>
                    </a:lnTo>
                    <a:lnTo>
                      <a:pt x="10" y="52"/>
                    </a:lnTo>
                    <a:lnTo>
                      <a:pt x="8" y="51"/>
                    </a:lnTo>
                    <a:lnTo>
                      <a:pt x="7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3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2" y="32"/>
                    </a:lnTo>
                    <a:lnTo>
                      <a:pt x="2" y="31"/>
                    </a:lnTo>
                    <a:lnTo>
                      <a:pt x="3" y="29"/>
                    </a:lnTo>
                    <a:lnTo>
                      <a:pt x="4" y="28"/>
                    </a:lnTo>
                    <a:lnTo>
                      <a:pt x="5" y="27"/>
                    </a:lnTo>
                    <a:lnTo>
                      <a:pt x="7" y="25"/>
                    </a:lnTo>
                    <a:lnTo>
                      <a:pt x="8" y="23"/>
                    </a:lnTo>
                    <a:lnTo>
                      <a:pt x="10" y="22"/>
                    </a:lnTo>
                    <a:lnTo>
                      <a:pt x="11" y="20"/>
                    </a:lnTo>
                    <a:lnTo>
                      <a:pt x="13" y="19"/>
                    </a:lnTo>
                    <a:lnTo>
                      <a:pt x="15" y="17"/>
                    </a:lnTo>
                    <a:lnTo>
                      <a:pt x="17" y="15"/>
                    </a:lnTo>
                    <a:lnTo>
                      <a:pt x="19" y="13"/>
                    </a:lnTo>
                    <a:lnTo>
                      <a:pt x="22" y="12"/>
                    </a:lnTo>
                    <a:lnTo>
                      <a:pt x="24" y="10"/>
                    </a:lnTo>
                    <a:lnTo>
                      <a:pt x="27" y="8"/>
                    </a:lnTo>
                    <a:lnTo>
                      <a:pt x="29" y="6"/>
                    </a:lnTo>
                    <a:lnTo>
                      <a:pt x="32" y="4"/>
                    </a:lnTo>
                    <a:lnTo>
                      <a:pt x="35" y="2"/>
                    </a:lnTo>
                    <a:lnTo>
                      <a:pt x="38" y="0"/>
                    </a:lnTo>
                    <a:lnTo>
                      <a:pt x="35" y="2"/>
                    </a:lnTo>
                    <a:lnTo>
                      <a:pt x="33" y="4"/>
                    </a:lnTo>
                    <a:lnTo>
                      <a:pt x="30" y="6"/>
                    </a:lnTo>
                    <a:lnTo>
                      <a:pt x="28" y="8"/>
                    </a:lnTo>
                    <a:lnTo>
                      <a:pt x="25" y="10"/>
                    </a:lnTo>
                    <a:lnTo>
                      <a:pt x="23" y="11"/>
                    </a:lnTo>
                    <a:lnTo>
                      <a:pt x="21" y="13"/>
                    </a:lnTo>
                    <a:lnTo>
                      <a:pt x="19" y="15"/>
                    </a:lnTo>
                    <a:lnTo>
                      <a:pt x="18" y="17"/>
                    </a:lnTo>
                    <a:lnTo>
                      <a:pt x="16" y="18"/>
                    </a:lnTo>
                    <a:lnTo>
                      <a:pt x="15" y="20"/>
                    </a:lnTo>
                    <a:lnTo>
                      <a:pt x="14" y="21"/>
                    </a:lnTo>
                    <a:lnTo>
                      <a:pt x="13" y="23"/>
                    </a:lnTo>
                    <a:lnTo>
                      <a:pt x="12" y="24"/>
                    </a:lnTo>
                    <a:lnTo>
                      <a:pt x="11" y="26"/>
                    </a:lnTo>
                    <a:lnTo>
                      <a:pt x="10" y="27"/>
                    </a:lnTo>
                    <a:lnTo>
                      <a:pt x="10" y="29"/>
                    </a:lnTo>
                    <a:lnTo>
                      <a:pt x="9" y="30"/>
                    </a:lnTo>
                    <a:lnTo>
                      <a:pt x="9" y="31"/>
                    </a:lnTo>
                    <a:lnTo>
                      <a:pt x="9" y="32"/>
                    </a:lnTo>
                    <a:lnTo>
                      <a:pt x="9" y="34"/>
                    </a:lnTo>
                    <a:lnTo>
                      <a:pt x="9" y="35"/>
                    </a:lnTo>
                    <a:lnTo>
                      <a:pt x="10" y="36"/>
                    </a:lnTo>
                    <a:lnTo>
                      <a:pt x="10" y="37"/>
                    </a:lnTo>
                    <a:lnTo>
                      <a:pt x="11" y="38"/>
                    </a:lnTo>
                    <a:lnTo>
                      <a:pt x="11" y="39"/>
                    </a:lnTo>
                    <a:lnTo>
                      <a:pt x="12" y="40"/>
                    </a:lnTo>
                    <a:lnTo>
                      <a:pt x="13" y="41"/>
                    </a:lnTo>
                    <a:lnTo>
                      <a:pt x="15" y="42"/>
                    </a:lnTo>
                    <a:lnTo>
                      <a:pt x="16" y="42"/>
                    </a:lnTo>
                    <a:lnTo>
                      <a:pt x="18" y="43"/>
                    </a:lnTo>
                    <a:lnTo>
                      <a:pt x="19" y="44"/>
                    </a:lnTo>
                    <a:lnTo>
                      <a:pt x="23" y="45"/>
                    </a:lnTo>
                    <a:lnTo>
                      <a:pt x="26" y="47"/>
                    </a:lnTo>
                    <a:lnTo>
                      <a:pt x="30" y="48"/>
                    </a:lnTo>
                    <a:lnTo>
                      <a:pt x="34" y="49"/>
                    </a:lnTo>
                    <a:lnTo>
                      <a:pt x="38" y="51"/>
                    </a:lnTo>
                    <a:lnTo>
                      <a:pt x="42" y="52"/>
                    </a:lnTo>
                    <a:lnTo>
                      <a:pt x="46" y="53"/>
                    </a:lnTo>
                    <a:lnTo>
                      <a:pt x="51" y="54"/>
                    </a:lnTo>
                    <a:lnTo>
                      <a:pt x="55" y="55"/>
                    </a:lnTo>
                    <a:lnTo>
                      <a:pt x="60" y="56"/>
                    </a:lnTo>
                    <a:lnTo>
                      <a:pt x="64" y="57"/>
                    </a:lnTo>
                    <a:lnTo>
                      <a:pt x="69" y="59"/>
                    </a:lnTo>
                    <a:lnTo>
                      <a:pt x="74" y="60"/>
                    </a:lnTo>
                    <a:lnTo>
                      <a:pt x="79" y="61"/>
                    </a:lnTo>
                    <a:lnTo>
                      <a:pt x="84" y="62"/>
                    </a:lnTo>
                    <a:lnTo>
                      <a:pt x="90" y="62"/>
                    </a:lnTo>
                    <a:lnTo>
                      <a:pt x="95" y="63"/>
                    </a:lnTo>
                    <a:lnTo>
                      <a:pt x="100" y="64"/>
                    </a:lnTo>
                    <a:lnTo>
                      <a:pt x="105" y="65"/>
                    </a:lnTo>
                    <a:lnTo>
                      <a:pt x="110" y="66"/>
                    </a:lnTo>
                    <a:lnTo>
                      <a:pt x="115" y="67"/>
                    </a:lnTo>
                    <a:lnTo>
                      <a:pt x="120" y="68"/>
                    </a:lnTo>
                    <a:lnTo>
                      <a:pt x="125" y="70"/>
                    </a:lnTo>
                    <a:lnTo>
                      <a:pt x="129" y="71"/>
                    </a:lnTo>
                    <a:lnTo>
                      <a:pt x="134" y="72"/>
                    </a:lnTo>
                    <a:lnTo>
                      <a:pt x="138" y="73"/>
                    </a:lnTo>
                    <a:lnTo>
                      <a:pt x="143" y="74"/>
                    </a:lnTo>
                    <a:lnTo>
                      <a:pt x="147" y="76"/>
                    </a:lnTo>
                    <a:lnTo>
                      <a:pt x="151" y="77"/>
                    </a:lnTo>
                    <a:lnTo>
                      <a:pt x="155" y="78"/>
                    </a:lnTo>
                    <a:lnTo>
                      <a:pt x="159" y="80"/>
                    </a:lnTo>
                    <a:lnTo>
                      <a:pt x="163" y="81"/>
                    </a:lnTo>
                    <a:lnTo>
                      <a:pt x="165" y="82"/>
                    </a:lnTo>
                    <a:lnTo>
                      <a:pt x="166" y="83"/>
                    </a:lnTo>
                    <a:lnTo>
                      <a:pt x="168" y="84"/>
                    </a:lnTo>
                    <a:lnTo>
                      <a:pt x="169" y="85"/>
                    </a:lnTo>
                    <a:lnTo>
                      <a:pt x="171" y="85"/>
                    </a:lnTo>
                    <a:lnTo>
                      <a:pt x="172" y="86"/>
                    </a:lnTo>
                    <a:lnTo>
                      <a:pt x="173" y="87"/>
                    </a:lnTo>
                    <a:lnTo>
                      <a:pt x="174" y="88"/>
                    </a:lnTo>
                    <a:lnTo>
                      <a:pt x="174" y="90"/>
                    </a:lnTo>
                    <a:lnTo>
                      <a:pt x="175" y="91"/>
                    </a:lnTo>
                    <a:lnTo>
                      <a:pt x="175" y="92"/>
                    </a:lnTo>
                    <a:lnTo>
                      <a:pt x="176" y="93"/>
                    </a:lnTo>
                    <a:lnTo>
                      <a:pt x="176" y="94"/>
                    </a:lnTo>
                    <a:lnTo>
                      <a:pt x="176" y="96"/>
                    </a:lnTo>
                    <a:lnTo>
                      <a:pt x="176" y="97"/>
                    </a:lnTo>
                    <a:lnTo>
                      <a:pt x="176" y="98"/>
                    </a:lnTo>
                    <a:lnTo>
                      <a:pt x="175" y="100"/>
                    </a:lnTo>
                    <a:lnTo>
                      <a:pt x="175" y="101"/>
                    </a:lnTo>
                    <a:lnTo>
                      <a:pt x="174" y="103"/>
                    </a:lnTo>
                    <a:lnTo>
                      <a:pt x="174" y="104"/>
                    </a:lnTo>
                    <a:lnTo>
                      <a:pt x="173" y="106"/>
                    </a:lnTo>
                    <a:lnTo>
                      <a:pt x="172" y="107"/>
                    </a:lnTo>
                    <a:lnTo>
                      <a:pt x="171" y="109"/>
                    </a:lnTo>
                    <a:lnTo>
                      <a:pt x="169" y="111"/>
                    </a:lnTo>
                    <a:lnTo>
                      <a:pt x="168" y="113"/>
                    </a:lnTo>
                    <a:lnTo>
                      <a:pt x="166" y="114"/>
                    </a:lnTo>
                    <a:lnTo>
                      <a:pt x="165" y="116"/>
                    </a:lnTo>
                    <a:lnTo>
                      <a:pt x="163" y="118"/>
                    </a:lnTo>
                    <a:lnTo>
                      <a:pt x="161" y="120"/>
                    </a:lnTo>
                    <a:lnTo>
                      <a:pt x="159" y="122"/>
                    </a:lnTo>
                    <a:lnTo>
                      <a:pt x="157" y="124"/>
                    </a:lnTo>
                    <a:lnTo>
                      <a:pt x="154" y="126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55"/>
              <p:cNvSpPr>
                <a:spLocks/>
              </p:cNvSpPr>
              <p:nvPr/>
            </p:nvSpPr>
            <p:spPr bwMode="auto">
              <a:xfrm>
                <a:off x="7562101" y="4561193"/>
                <a:ext cx="73957" cy="147915"/>
              </a:xfrm>
              <a:custGeom>
                <a:avLst/>
                <a:gdLst>
                  <a:gd name="T0" fmla="*/ 35 w 1401"/>
                  <a:gd name="T1" fmla="*/ 2796 h 2797"/>
                  <a:gd name="T2" fmla="*/ 138 w 1401"/>
                  <a:gd name="T3" fmla="*/ 2790 h 2797"/>
                  <a:gd name="T4" fmla="*/ 238 w 1401"/>
                  <a:gd name="T5" fmla="*/ 2777 h 2797"/>
                  <a:gd name="T6" fmla="*/ 335 w 1401"/>
                  <a:gd name="T7" fmla="*/ 2757 h 2797"/>
                  <a:gd name="T8" fmla="*/ 431 w 1401"/>
                  <a:gd name="T9" fmla="*/ 2730 h 2797"/>
                  <a:gd name="T10" fmla="*/ 524 w 1401"/>
                  <a:gd name="T11" fmla="*/ 2695 h 2797"/>
                  <a:gd name="T12" fmla="*/ 614 w 1401"/>
                  <a:gd name="T13" fmla="*/ 2654 h 2797"/>
                  <a:gd name="T14" fmla="*/ 702 w 1401"/>
                  <a:gd name="T15" fmla="*/ 2606 h 2797"/>
                  <a:gd name="T16" fmla="*/ 788 w 1401"/>
                  <a:gd name="T17" fmla="*/ 2551 h 2797"/>
                  <a:gd name="T18" fmla="*/ 870 w 1401"/>
                  <a:gd name="T19" fmla="*/ 2488 h 2797"/>
                  <a:gd name="T20" fmla="*/ 950 w 1401"/>
                  <a:gd name="T21" fmla="*/ 2419 h 2797"/>
                  <a:gd name="T22" fmla="*/ 1029 w 1401"/>
                  <a:gd name="T23" fmla="*/ 2344 h 2797"/>
                  <a:gd name="T24" fmla="*/ 1099 w 1401"/>
                  <a:gd name="T25" fmla="*/ 2265 h 2797"/>
                  <a:gd name="T26" fmla="*/ 1163 w 1401"/>
                  <a:gd name="T27" fmla="*/ 2182 h 2797"/>
                  <a:gd name="T28" fmla="*/ 1218 w 1401"/>
                  <a:gd name="T29" fmla="*/ 2096 h 2797"/>
                  <a:gd name="T30" fmla="*/ 1267 w 1401"/>
                  <a:gd name="T31" fmla="*/ 2008 h 2797"/>
                  <a:gd name="T32" fmla="*/ 1308 w 1401"/>
                  <a:gd name="T33" fmla="*/ 1916 h 2797"/>
                  <a:gd name="T34" fmla="*/ 1342 w 1401"/>
                  <a:gd name="T35" fmla="*/ 1821 h 2797"/>
                  <a:gd name="T36" fmla="*/ 1368 w 1401"/>
                  <a:gd name="T37" fmla="*/ 1723 h 2797"/>
                  <a:gd name="T38" fmla="*/ 1386 w 1401"/>
                  <a:gd name="T39" fmla="*/ 1622 h 2797"/>
                  <a:gd name="T40" fmla="*/ 1398 w 1401"/>
                  <a:gd name="T41" fmla="*/ 1517 h 2797"/>
                  <a:gd name="T42" fmla="*/ 1401 w 1401"/>
                  <a:gd name="T43" fmla="*/ 1410 h 2797"/>
                  <a:gd name="T44" fmla="*/ 1398 w 1401"/>
                  <a:gd name="T45" fmla="*/ 1306 h 2797"/>
                  <a:gd name="T46" fmla="*/ 1386 w 1401"/>
                  <a:gd name="T47" fmla="*/ 1205 h 2797"/>
                  <a:gd name="T48" fmla="*/ 1368 w 1401"/>
                  <a:gd name="T49" fmla="*/ 1107 h 2797"/>
                  <a:gd name="T50" fmla="*/ 1342 w 1401"/>
                  <a:gd name="T51" fmla="*/ 1010 h 2797"/>
                  <a:gd name="T52" fmla="*/ 1308 w 1401"/>
                  <a:gd name="T53" fmla="*/ 917 h 2797"/>
                  <a:gd name="T54" fmla="*/ 1267 w 1401"/>
                  <a:gd name="T55" fmla="*/ 825 h 2797"/>
                  <a:gd name="T56" fmla="*/ 1218 w 1401"/>
                  <a:gd name="T57" fmla="*/ 736 h 2797"/>
                  <a:gd name="T58" fmla="*/ 1163 w 1401"/>
                  <a:gd name="T59" fmla="*/ 649 h 2797"/>
                  <a:gd name="T60" fmla="*/ 1099 w 1401"/>
                  <a:gd name="T61" fmla="*/ 564 h 2797"/>
                  <a:gd name="T62" fmla="*/ 1029 w 1401"/>
                  <a:gd name="T63" fmla="*/ 482 h 2797"/>
                  <a:gd name="T64" fmla="*/ 950 w 1401"/>
                  <a:gd name="T65" fmla="*/ 402 h 2797"/>
                  <a:gd name="T66" fmla="*/ 870 w 1401"/>
                  <a:gd name="T67" fmla="*/ 327 h 2797"/>
                  <a:gd name="T68" fmla="*/ 788 w 1401"/>
                  <a:gd name="T69" fmla="*/ 261 h 2797"/>
                  <a:gd name="T70" fmla="*/ 702 w 1401"/>
                  <a:gd name="T71" fmla="*/ 202 h 2797"/>
                  <a:gd name="T72" fmla="*/ 614 w 1401"/>
                  <a:gd name="T73" fmla="*/ 151 h 2797"/>
                  <a:gd name="T74" fmla="*/ 524 w 1401"/>
                  <a:gd name="T75" fmla="*/ 106 h 2797"/>
                  <a:gd name="T76" fmla="*/ 431 w 1401"/>
                  <a:gd name="T77" fmla="*/ 70 h 2797"/>
                  <a:gd name="T78" fmla="*/ 335 w 1401"/>
                  <a:gd name="T79" fmla="*/ 41 h 2797"/>
                  <a:gd name="T80" fmla="*/ 238 w 1401"/>
                  <a:gd name="T81" fmla="*/ 20 h 2797"/>
                  <a:gd name="T82" fmla="*/ 138 w 1401"/>
                  <a:gd name="T83" fmla="*/ 6 h 2797"/>
                  <a:gd name="T84" fmla="*/ 35 w 1401"/>
                  <a:gd name="T85" fmla="*/ 0 h 2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401" h="2797">
                    <a:moveTo>
                      <a:pt x="0" y="2797"/>
                    </a:moveTo>
                    <a:lnTo>
                      <a:pt x="0" y="2797"/>
                    </a:lnTo>
                    <a:lnTo>
                      <a:pt x="35" y="2796"/>
                    </a:lnTo>
                    <a:lnTo>
                      <a:pt x="69" y="2795"/>
                    </a:lnTo>
                    <a:lnTo>
                      <a:pt x="104" y="2793"/>
                    </a:lnTo>
                    <a:lnTo>
                      <a:pt x="138" y="2790"/>
                    </a:lnTo>
                    <a:lnTo>
                      <a:pt x="171" y="2787"/>
                    </a:lnTo>
                    <a:lnTo>
                      <a:pt x="205" y="2782"/>
                    </a:lnTo>
                    <a:lnTo>
                      <a:pt x="238" y="2777"/>
                    </a:lnTo>
                    <a:lnTo>
                      <a:pt x="270" y="2771"/>
                    </a:lnTo>
                    <a:lnTo>
                      <a:pt x="303" y="2764"/>
                    </a:lnTo>
                    <a:lnTo>
                      <a:pt x="335" y="2757"/>
                    </a:lnTo>
                    <a:lnTo>
                      <a:pt x="367" y="2749"/>
                    </a:lnTo>
                    <a:lnTo>
                      <a:pt x="400" y="2739"/>
                    </a:lnTo>
                    <a:lnTo>
                      <a:pt x="431" y="2730"/>
                    </a:lnTo>
                    <a:lnTo>
                      <a:pt x="462" y="2719"/>
                    </a:lnTo>
                    <a:lnTo>
                      <a:pt x="493" y="2708"/>
                    </a:lnTo>
                    <a:lnTo>
                      <a:pt x="524" y="2695"/>
                    </a:lnTo>
                    <a:lnTo>
                      <a:pt x="554" y="2682"/>
                    </a:lnTo>
                    <a:lnTo>
                      <a:pt x="584" y="2669"/>
                    </a:lnTo>
                    <a:lnTo>
                      <a:pt x="614" y="2654"/>
                    </a:lnTo>
                    <a:lnTo>
                      <a:pt x="643" y="2639"/>
                    </a:lnTo>
                    <a:lnTo>
                      <a:pt x="672" y="2623"/>
                    </a:lnTo>
                    <a:lnTo>
                      <a:pt x="702" y="2606"/>
                    </a:lnTo>
                    <a:lnTo>
                      <a:pt x="731" y="2588"/>
                    </a:lnTo>
                    <a:lnTo>
                      <a:pt x="760" y="2570"/>
                    </a:lnTo>
                    <a:lnTo>
                      <a:pt x="788" y="2551"/>
                    </a:lnTo>
                    <a:lnTo>
                      <a:pt x="815" y="2531"/>
                    </a:lnTo>
                    <a:lnTo>
                      <a:pt x="843" y="2509"/>
                    </a:lnTo>
                    <a:lnTo>
                      <a:pt x="870" y="2488"/>
                    </a:lnTo>
                    <a:lnTo>
                      <a:pt x="897" y="2466"/>
                    </a:lnTo>
                    <a:lnTo>
                      <a:pt x="924" y="2443"/>
                    </a:lnTo>
                    <a:lnTo>
                      <a:pt x="950" y="2419"/>
                    </a:lnTo>
                    <a:lnTo>
                      <a:pt x="977" y="2395"/>
                    </a:lnTo>
                    <a:lnTo>
                      <a:pt x="1004" y="2369"/>
                    </a:lnTo>
                    <a:lnTo>
                      <a:pt x="1029" y="2344"/>
                    </a:lnTo>
                    <a:lnTo>
                      <a:pt x="1053" y="2318"/>
                    </a:lnTo>
                    <a:lnTo>
                      <a:pt x="1077" y="2291"/>
                    </a:lnTo>
                    <a:lnTo>
                      <a:pt x="1099" y="2265"/>
                    </a:lnTo>
                    <a:lnTo>
                      <a:pt x="1121" y="2238"/>
                    </a:lnTo>
                    <a:lnTo>
                      <a:pt x="1142" y="2209"/>
                    </a:lnTo>
                    <a:lnTo>
                      <a:pt x="1163" y="2182"/>
                    </a:lnTo>
                    <a:lnTo>
                      <a:pt x="1182" y="2153"/>
                    </a:lnTo>
                    <a:lnTo>
                      <a:pt x="1201" y="2125"/>
                    </a:lnTo>
                    <a:lnTo>
                      <a:pt x="1218" y="2096"/>
                    </a:lnTo>
                    <a:lnTo>
                      <a:pt x="1235" y="2067"/>
                    </a:lnTo>
                    <a:lnTo>
                      <a:pt x="1251" y="2038"/>
                    </a:lnTo>
                    <a:lnTo>
                      <a:pt x="1267" y="2008"/>
                    </a:lnTo>
                    <a:lnTo>
                      <a:pt x="1281" y="1978"/>
                    </a:lnTo>
                    <a:lnTo>
                      <a:pt x="1296" y="1947"/>
                    </a:lnTo>
                    <a:lnTo>
                      <a:pt x="1308" y="1916"/>
                    </a:lnTo>
                    <a:lnTo>
                      <a:pt x="1320" y="1884"/>
                    </a:lnTo>
                    <a:lnTo>
                      <a:pt x="1332" y="1853"/>
                    </a:lnTo>
                    <a:lnTo>
                      <a:pt x="1342" y="1821"/>
                    </a:lnTo>
                    <a:lnTo>
                      <a:pt x="1351" y="1789"/>
                    </a:lnTo>
                    <a:lnTo>
                      <a:pt x="1360" y="1756"/>
                    </a:lnTo>
                    <a:lnTo>
                      <a:pt x="1368" y="1723"/>
                    </a:lnTo>
                    <a:lnTo>
                      <a:pt x="1375" y="1690"/>
                    </a:lnTo>
                    <a:lnTo>
                      <a:pt x="1381" y="1656"/>
                    </a:lnTo>
                    <a:lnTo>
                      <a:pt x="1386" y="1622"/>
                    </a:lnTo>
                    <a:lnTo>
                      <a:pt x="1391" y="1587"/>
                    </a:lnTo>
                    <a:lnTo>
                      <a:pt x="1395" y="1552"/>
                    </a:lnTo>
                    <a:lnTo>
                      <a:pt x="1398" y="1517"/>
                    </a:lnTo>
                    <a:lnTo>
                      <a:pt x="1400" y="1482"/>
                    </a:lnTo>
                    <a:lnTo>
                      <a:pt x="1401" y="1446"/>
                    </a:lnTo>
                    <a:lnTo>
                      <a:pt x="1401" y="1410"/>
                    </a:lnTo>
                    <a:lnTo>
                      <a:pt x="1401" y="1375"/>
                    </a:lnTo>
                    <a:lnTo>
                      <a:pt x="1400" y="1341"/>
                    </a:lnTo>
                    <a:lnTo>
                      <a:pt x="1398" y="1306"/>
                    </a:lnTo>
                    <a:lnTo>
                      <a:pt x="1395" y="1272"/>
                    </a:lnTo>
                    <a:lnTo>
                      <a:pt x="1391" y="1239"/>
                    </a:lnTo>
                    <a:lnTo>
                      <a:pt x="1386" y="1205"/>
                    </a:lnTo>
                    <a:lnTo>
                      <a:pt x="1381" y="1172"/>
                    </a:lnTo>
                    <a:lnTo>
                      <a:pt x="1375" y="1139"/>
                    </a:lnTo>
                    <a:lnTo>
                      <a:pt x="1368" y="1107"/>
                    </a:lnTo>
                    <a:lnTo>
                      <a:pt x="1360" y="1075"/>
                    </a:lnTo>
                    <a:lnTo>
                      <a:pt x="1351" y="1043"/>
                    </a:lnTo>
                    <a:lnTo>
                      <a:pt x="1342" y="1010"/>
                    </a:lnTo>
                    <a:lnTo>
                      <a:pt x="1332" y="979"/>
                    </a:lnTo>
                    <a:lnTo>
                      <a:pt x="1320" y="947"/>
                    </a:lnTo>
                    <a:lnTo>
                      <a:pt x="1308" y="917"/>
                    </a:lnTo>
                    <a:lnTo>
                      <a:pt x="1296" y="886"/>
                    </a:lnTo>
                    <a:lnTo>
                      <a:pt x="1281" y="855"/>
                    </a:lnTo>
                    <a:lnTo>
                      <a:pt x="1267" y="825"/>
                    </a:lnTo>
                    <a:lnTo>
                      <a:pt x="1251" y="795"/>
                    </a:lnTo>
                    <a:lnTo>
                      <a:pt x="1235" y="766"/>
                    </a:lnTo>
                    <a:lnTo>
                      <a:pt x="1218" y="736"/>
                    </a:lnTo>
                    <a:lnTo>
                      <a:pt x="1201" y="706"/>
                    </a:lnTo>
                    <a:lnTo>
                      <a:pt x="1182" y="677"/>
                    </a:lnTo>
                    <a:lnTo>
                      <a:pt x="1163" y="649"/>
                    </a:lnTo>
                    <a:lnTo>
                      <a:pt x="1142" y="620"/>
                    </a:lnTo>
                    <a:lnTo>
                      <a:pt x="1121" y="592"/>
                    </a:lnTo>
                    <a:lnTo>
                      <a:pt x="1099" y="564"/>
                    </a:lnTo>
                    <a:lnTo>
                      <a:pt x="1077" y="537"/>
                    </a:lnTo>
                    <a:lnTo>
                      <a:pt x="1053" y="509"/>
                    </a:lnTo>
                    <a:lnTo>
                      <a:pt x="1029" y="482"/>
                    </a:lnTo>
                    <a:lnTo>
                      <a:pt x="1004" y="456"/>
                    </a:lnTo>
                    <a:lnTo>
                      <a:pt x="977" y="428"/>
                    </a:lnTo>
                    <a:lnTo>
                      <a:pt x="950" y="402"/>
                    </a:lnTo>
                    <a:lnTo>
                      <a:pt x="924" y="376"/>
                    </a:lnTo>
                    <a:lnTo>
                      <a:pt x="897" y="351"/>
                    </a:lnTo>
                    <a:lnTo>
                      <a:pt x="870" y="327"/>
                    </a:lnTo>
                    <a:lnTo>
                      <a:pt x="843" y="305"/>
                    </a:lnTo>
                    <a:lnTo>
                      <a:pt x="815" y="282"/>
                    </a:lnTo>
                    <a:lnTo>
                      <a:pt x="788" y="261"/>
                    </a:lnTo>
                    <a:lnTo>
                      <a:pt x="760" y="241"/>
                    </a:lnTo>
                    <a:lnTo>
                      <a:pt x="731" y="221"/>
                    </a:lnTo>
                    <a:lnTo>
                      <a:pt x="702" y="202"/>
                    </a:lnTo>
                    <a:lnTo>
                      <a:pt x="672" y="184"/>
                    </a:lnTo>
                    <a:lnTo>
                      <a:pt x="643" y="167"/>
                    </a:lnTo>
                    <a:lnTo>
                      <a:pt x="614" y="151"/>
                    </a:lnTo>
                    <a:lnTo>
                      <a:pt x="584" y="135"/>
                    </a:lnTo>
                    <a:lnTo>
                      <a:pt x="554" y="120"/>
                    </a:lnTo>
                    <a:lnTo>
                      <a:pt x="524" y="106"/>
                    </a:lnTo>
                    <a:lnTo>
                      <a:pt x="493" y="93"/>
                    </a:lnTo>
                    <a:lnTo>
                      <a:pt x="462" y="81"/>
                    </a:lnTo>
                    <a:lnTo>
                      <a:pt x="431" y="70"/>
                    </a:lnTo>
                    <a:lnTo>
                      <a:pt x="400" y="60"/>
                    </a:lnTo>
                    <a:lnTo>
                      <a:pt x="367" y="50"/>
                    </a:lnTo>
                    <a:lnTo>
                      <a:pt x="335" y="41"/>
                    </a:lnTo>
                    <a:lnTo>
                      <a:pt x="303" y="33"/>
                    </a:lnTo>
                    <a:lnTo>
                      <a:pt x="270" y="26"/>
                    </a:lnTo>
                    <a:lnTo>
                      <a:pt x="238" y="20"/>
                    </a:lnTo>
                    <a:lnTo>
                      <a:pt x="205" y="15"/>
                    </a:lnTo>
                    <a:lnTo>
                      <a:pt x="171" y="10"/>
                    </a:lnTo>
                    <a:lnTo>
                      <a:pt x="138" y="6"/>
                    </a:lnTo>
                    <a:lnTo>
                      <a:pt x="104" y="4"/>
                    </a:lnTo>
                    <a:lnTo>
                      <a:pt x="69" y="1"/>
                    </a:lnTo>
                    <a:lnTo>
                      <a:pt x="35" y="0"/>
                    </a:lnTo>
                    <a:lnTo>
                      <a:pt x="0" y="0"/>
                    </a:lnTo>
                    <a:lnTo>
                      <a:pt x="0" y="27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1F1A17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8" name="组合 67"/>
          <p:cNvGrpSpPr/>
          <p:nvPr/>
        </p:nvGrpSpPr>
        <p:grpSpPr>
          <a:xfrm>
            <a:off x="401107" y="4387848"/>
            <a:ext cx="632615" cy="632615"/>
            <a:chOff x="307932" y="4289874"/>
            <a:chExt cx="799484" cy="799484"/>
          </a:xfrm>
        </p:grpSpPr>
        <p:sp>
          <p:nvSpPr>
            <p:cNvPr id="69" name="椭圆 68"/>
            <p:cNvSpPr/>
            <p:nvPr/>
          </p:nvSpPr>
          <p:spPr>
            <a:xfrm>
              <a:off x="307932" y="4289874"/>
              <a:ext cx="799484" cy="7994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0" name="Group 666"/>
            <p:cNvGrpSpPr>
              <a:grpSpLocks/>
            </p:cNvGrpSpPr>
            <p:nvPr/>
          </p:nvGrpSpPr>
          <p:grpSpPr bwMode="auto">
            <a:xfrm>
              <a:off x="445493" y="4429250"/>
              <a:ext cx="522888" cy="520732"/>
              <a:chOff x="4807" y="2702"/>
              <a:chExt cx="1062" cy="1067"/>
            </a:xfrm>
          </p:grpSpPr>
          <p:sp>
            <p:nvSpPr>
              <p:cNvPr id="71" name="Freeform 667"/>
              <p:cNvSpPr>
                <a:spLocks/>
              </p:cNvSpPr>
              <p:nvPr/>
            </p:nvSpPr>
            <p:spPr bwMode="auto">
              <a:xfrm>
                <a:off x="5187" y="2703"/>
                <a:ext cx="520" cy="303"/>
              </a:xfrm>
              <a:custGeom>
                <a:avLst/>
                <a:gdLst>
                  <a:gd name="T0" fmla="*/ 1034 w 1039"/>
                  <a:gd name="T1" fmla="*/ 450 h 606"/>
                  <a:gd name="T2" fmla="*/ 1024 w 1039"/>
                  <a:gd name="T3" fmla="*/ 476 h 606"/>
                  <a:gd name="T4" fmla="*/ 1009 w 1039"/>
                  <a:gd name="T5" fmla="*/ 501 h 606"/>
                  <a:gd name="T6" fmla="*/ 988 w 1039"/>
                  <a:gd name="T7" fmla="*/ 523 h 606"/>
                  <a:gd name="T8" fmla="*/ 965 w 1039"/>
                  <a:gd name="T9" fmla="*/ 542 h 606"/>
                  <a:gd name="T10" fmla="*/ 936 w 1039"/>
                  <a:gd name="T11" fmla="*/ 559 h 606"/>
                  <a:gd name="T12" fmla="*/ 868 w 1039"/>
                  <a:gd name="T13" fmla="*/ 586 h 606"/>
                  <a:gd name="T14" fmla="*/ 788 w 1039"/>
                  <a:gd name="T15" fmla="*/ 601 h 606"/>
                  <a:gd name="T16" fmla="*/ 698 w 1039"/>
                  <a:gd name="T17" fmla="*/ 606 h 606"/>
                  <a:gd name="T18" fmla="*/ 599 w 1039"/>
                  <a:gd name="T19" fmla="*/ 601 h 606"/>
                  <a:gd name="T20" fmla="*/ 497 w 1039"/>
                  <a:gd name="T21" fmla="*/ 583 h 606"/>
                  <a:gd name="T22" fmla="*/ 445 w 1039"/>
                  <a:gd name="T23" fmla="*/ 569 h 606"/>
                  <a:gd name="T24" fmla="*/ 341 w 1039"/>
                  <a:gd name="T25" fmla="*/ 533 h 606"/>
                  <a:gd name="T26" fmla="*/ 249 w 1039"/>
                  <a:gd name="T27" fmla="*/ 491 h 606"/>
                  <a:gd name="T28" fmla="*/ 169 w 1039"/>
                  <a:gd name="T29" fmla="*/ 442 h 606"/>
                  <a:gd name="T30" fmla="*/ 103 w 1039"/>
                  <a:gd name="T31" fmla="*/ 387 h 606"/>
                  <a:gd name="T32" fmla="*/ 51 w 1039"/>
                  <a:gd name="T33" fmla="*/ 329 h 606"/>
                  <a:gd name="T34" fmla="*/ 23 w 1039"/>
                  <a:gd name="T35" fmla="*/ 285 h 606"/>
                  <a:gd name="T36" fmla="*/ 11 w 1039"/>
                  <a:gd name="T37" fmla="*/ 256 h 606"/>
                  <a:gd name="T38" fmla="*/ 3 w 1039"/>
                  <a:gd name="T39" fmla="*/ 228 h 606"/>
                  <a:gd name="T40" fmla="*/ 0 w 1039"/>
                  <a:gd name="T41" fmla="*/ 199 h 606"/>
                  <a:gd name="T42" fmla="*/ 3 w 1039"/>
                  <a:gd name="T43" fmla="*/ 170 h 606"/>
                  <a:gd name="T44" fmla="*/ 6 w 1039"/>
                  <a:gd name="T45" fmla="*/ 156 h 606"/>
                  <a:gd name="T46" fmla="*/ 17 w 1039"/>
                  <a:gd name="T47" fmla="*/ 131 h 606"/>
                  <a:gd name="T48" fmla="*/ 32 w 1039"/>
                  <a:gd name="T49" fmla="*/ 105 h 606"/>
                  <a:gd name="T50" fmla="*/ 51 w 1039"/>
                  <a:gd name="T51" fmla="*/ 85 h 606"/>
                  <a:gd name="T52" fmla="*/ 76 w 1039"/>
                  <a:gd name="T53" fmla="*/ 64 h 606"/>
                  <a:gd name="T54" fmla="*/ 103 w 1039"/>
                  <a:gd name="T55" fmla="*/ 47 h 606"/>
                  <a:gd name="T56" fmla="*/ 171 w 1039"/>
                  <a:gd name="T57" fmla="*/ 20 h 606"/>
                  <a:gd name="T58" fmla="*/ 251 w 1039"/>
                  <a:gd name="T59" fmla="*/ 5 h 606"/>
                  <a:gd name="T60" fmla="*/ 341 w 1039"/>
                  <a:gd name="T61" fmla="*/ 0 h 606"/>
                  <a:gd name="T62" fmla="*/ 440 w 1039"/>
                  <a:gd name="T63" fmla="*/ 5 h 606"/>
                  <a:gd name="T64" fmla="*/ 543 w 1039"/>
                  <a:gd name="T65" fmla="*/ 24 h 606"/>
                  <a:gd name="T66" fmla="*/ 596 w 1039"/>
                  <a:gd name="T67" fmla="*/ 37 h 606"/>
                  <a:gd name="T68" fmla="*/ 698 w 1039"/>
                  <a:gd name="T69" fmla="*/ 73 h 606"/>
                  <a:gd name="T70" fmla="*/ 790 w 1039"/>
                  <a:gd name="T71" fmla="*/ 115 h 606"/>
                  <a:gd name="T72" fmla="*/ 869 w 1039"/>
                  <a:gd name="T73" fmla="*/ 165 h 606"/>
                  <a:gd name="T74" fmla="*/ 937 w 1039"/>
                  <a:gd name="T75" fmla="*/ 219 h 606"/>
                  <a:gd name="T76" fmla="*/ 988 w 1039"/>
                  <a:gd name="T77" fmla="*/ 277 h 606"/>
                  <a:gd name="T78" fmla="*/ 1016 w 1039"/>
                  <a:gd name="T79" fmla="*/ 321 h 606"/>
                  <a:gd name="T80" fmla="*/ 1029 w 1039"/>
                  <a:gd name="T81" fmla="*/ 350 h 606"/>
                  <a:gd name="T82" fmla="*/ 1036 w 1039"/>
                  <a:gd name="T83" fmla="*/ 379 h 606"/>
                  <a:gd name="T84" fmla="*/ 1039 w 1039"/>
                  <a:gd name="T85" fmla="*/ 408 h 606"/>
                  <a:gd name="T86" fmla="*/ 1038 w 1039"/>
                  <a:gd name="T87" fmla="*/ 436 h 606"/>
                  <a:gd name="T88" fmla="*/ 1034 w 1039"/>
                  <a:gd name="T89" fmla="*/ 450 h 6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39" h="606">
                    <a:moveTo>
                      <a:pt x="1034" y="450"/>
                    </a:moveTo>
                    <a:lnTo>
                      <a:pt x="1034" y="450"/>
                    </a:lnTo>
                    <a:lnTo>
                      <a:pt x="1029" y="464"/>
                    </a:lnTo>
                    <a:lnTo>
                      <a:pt x="1024" y="476"/>
                    </a:lnTo>
                    <a:lnTo>
                      <a:pt x="1016" y="489"/>
                    </a:lnTo>
                    <a:lnTo>
                      <a:pt x="1009" y="501"/>
                    </a:lnTo>
                    <a:lnTo>
                      <a:pt x="999" y="511"/>
                    </a:lnTo>
                    <a:lnTo>
                      <a:pt x="988" y="523"/>
                    </a:lnTo>
                    <a:lnTo>
                      <a:pt x="976" y="532"/>
                    </a:lnTo>
                    <a:lnTo>
                      <a:pt x="965" y="542"/>
                    </a:lnTo>
                    <a:lnTo>
                      <a:pt x="951" y="550"/>
                    </a:lnTo>
                    <a:lnTo>
                      <a:pt x="936" y="559"/>
                    </a:lnTo>
                    <a:lnTo>
                      <a:pt x="903" y="574"/>
                    </a:lnTo>
                    <a:lnTo>
                      <a:pt x="868" y="586"/>
                    </a:lnTo>
                    <a:lnTo>
                      <a:pt x="830" y="594"/>
                    </a:lnTo>
                    <a:lnTo>
                      <a:pt x="788" y="601"/>
                    </a:lnTo>
                    <a:lnTo>
                      <a:pt x="744" y="606"/>
                    </a:lnTo>
                    <a:lnTo>
                      <a:pt x="698" y="606"/>
                    </a:lnTo>
                    <a:lnTo>
                      <a:pt x="650" y="605"/>
                    </a:lnTo>
                    <a:lnTo>
                      <a:pt x="599" y="601"/>
                    </a:lnTo>
                    <a:lnTo>
                      <a:pt x="548" y="593"/>
                    </a:lnTo>
                    <a:lnTo>
                      <a:pt x="497" y="583"/>
                    </a:lnTo>
                    <a:lnTo>
                      <a:pt x="445" y="569"/>
                    </a:lnTo>
                    <a:lnTo>
                      <a:pt x="445" y="569"/>
                    </a:lnTo>
                    <a:lnTo>
                      <a:pt x="392" y="552"/>
                    </a:lnTo>
                    <a:lnTo>
                      <a:pt x="341" y="533"/>
                    </a:lnTo>
                    <a:lnTo>
                      <a:pt x="295" y="513"/>
                    </a:lnTo>
                    <a:lnTo>
                      <a:pt x="249" y="491"/>
                    </a:lnTo>
                    <a:lnTo>
                      <a:pt x="209" y="467"/>
                    </a:lnTo>
                    <a:lnTo>
                      <a:pt x="169" y="442"/>
                    </a:lnTo>
                    <a:lnTo>
                      <a:pt x="134" y="414"/>
                    </a:lnTo>
                    <a:lnTo>
                      <a:pt x="103" y="387"/>
                    </a:lnTo>
                    <a:lnTo>
                      <a:pt x="74" y="358"/>
                    </a:lnTo>
                    <a:lnTo>
                      <a:pt x="51" y="329"/>
                    </a:lnTo>
                    <a:lnTo>
                      <a:pt x="32" y="301"/>
                    </a:lnTo>
                    <a:lnTo>
                      <a:pt x="23" y="285"/>
                    </a:lnTo>
                    <a:lnTo>
                      <a:pt x="17" y="272"/>
                    </a:lnTo>
                    <a:lnTo>
                      <a:pt x="11" y="256"/>
                    </a:lnTo>
                    <a:lnTo>
                      <a:pt x="6" y="243"/>
                    </a:lnTo>
                    <a:lnTo>
                      <a:pt x="3" y="228"/>
                    </a:lnTo>
                    <a:lnTo>
                      <a:pt x="1" y="212"/>
                    </a:lnTo>
                    <a:lnTo>
                      <a:pt x="0" y="199"/>
                    </a:lnTo>
                    <a:lnTo>
                      <a:pt x="1" y="185"/>
                    </a:lnTo>
                    <a:lnTo>
                      <a:pt x="3" y="170"/>
                    </a:lnTo>
                    <a:lnTo>
                      <a:pt x="6" y="156"/>
                    </a:lnTo>
                    <a:lnTo>
                      <a:pt x="6" y="156"/>
                    </a:lnTo>
                    <a:lnTo>
                      <a:pt x="10" y="143"/>
                    </a:lnTo>
                    <a:lnTo>
                      <a:pt x="17" y="131"/>
                    </a:lnTo>
                    <a:lnTo>
                      <a:pt x="23" y="117"/>
                    </a:lnTo>
                    <a:lnTo>
                      <a:pt x="32" y="105"/>
                    </a:lnTo>
                    <a:lnTo>
                      <a:pt x="40" y="95"/>
                    </a:lnTo>
                    <a:lnTo>
                      <a:pt x="51" y="85"/>
                    </a:lnTo>
                    <a:lnTo>
                      <a:pt x="62" y="75"/>
                    </a:lnTo>
                    <a:lnTo>
                      <a:pt x="76" y="64"/>
                    </a:lnTo>
                    <a:lnTo>
                      <a:pt x="90" y="56"/>
                    </a:lnTo>
                    <a:lnTo>
                      <a:pt x="103" y="47"/>
                    </a:lnTo>
                    <a:lnTo>
                      <a:pt x="136" y="32"/>
                    </a:lnTo>
                    <a:lnTo>
                      <a:pt x="171" y="20"/>
                    </a:lnTo>
                    <a:lnTo>
                      <a:pt x="210" y="12"/>
                    </a:lnTo>
                    <a:lnTo>
                      <a:pt x="251" y="5"/>
                    </a:lnTo>
                    <a:lnTo>
                      <a:pt x="295" y="2"/>
                    </a:lnTo>
                    <a:lnTo>
                      <a:pt x="341" y="0"/>
                    </a:lnTo>
                    <a:lnTo>
                      <a:pt x="390" y="2"/>
                    </a:lnTo>
                    <a:lnTo>
                      <a:pt x="440" y="5"/>
                    </a:lnTo>
                    <a:lnTo>
                      <a:pt x="491" y="13"/>
                    </a:lnTo>
                    <a:lnTo>
                      <a:pt x="543" y="24"/>
                    </a:lnTo>
                    <a:lnTo>
                      <a:pt x="596" y="37"/>
                    </a:lnTo>
                    <a:lnTo>
                      <a:pt x="596" y="37"/>
                    </a:lnTo>
                    <a:lnTo>
                      <a:pt x="649" y="54"/>
                    </a:lnTo>
                    <a:lnTo>
                      <a:pt x="698" y="73"/>
                    </a:lnTo>
                    <a:lnTo>
                      <a:pt x="745" y="93"/>
                    </a:lnTo>
                    <a:lnTo>
                      <a:pt x="790" y="115"/>
                    </a:lnTo>
                    <a:lnTo>
                      <a:pt x="832" y="139"/>
                    </a:lnTo>
                    <a:lnTo>
                      <a:pt x="869" y="165"/>
                    </a:lnTo>
                    <a:lnTo>
                      <a:pt x="905" y="192"/>
                    </a:lnTo>
                    <a:lnTo>
                      <a:pt x="937" y="219"/>
                    </a:lnTo>
                    <a:lnTo>
                      <a:pt x="965" y="248"/>
                    </a:lnTo>
                    <a:lnTo>
                      <a:pt x="988" y="277"/>
                    </a:lnTo>
                    <a:lnTo>
                      <a:pt x="1009" y="306"/>
                    </a:lnTo>
                    <a:lnTo>
                      <a:pt x="1016" y="321"/>
                    </a:lnTo>
                    <a:lnTo>
                      <a:pt x="1022" y="335"/>
                    </a:lnTo>
                    <a:lnTo>
                      <a:pt x="1029" y="350"/>
                    </a:lnTo>
                    <a:lnTo>
                      <a:pt x="1033" y="365"/>
                    </a:lnTo>
                    <a:lnTo>
                      <a:pt x="1036" y="379"/>
                    </a:lnTo>
                    <a:lnTo>
                      <a:pt x="1039" y="394"/>
                    </a:lnTo>
                    <a:lnTo>
                      <a:pt x="1039" y="408"/>
                    </a:lnTo>
                    <a:lnTo>
                      <a:pt x="1039" y="423"/>
                    </a:lnTo>
                    <a:lnTo>
                      <a:pt x="1038" y="436"/>
                    </a:lnTo>
                    <a:lnTo>
                      <a:pt x="1034" y="450"/>
                    </a:lnTo>
                    <a:lnTo>
                      <a:pt x="1034" y="450"/>
                    </a:lnTo>
                    <a:close/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Freeform 668"/>
              <p:cNvSpPr>
                <a:spLocks/>
              </p:cNvSpPr>
              <p:nvPr/>
            </p:nvSpPr>
            <p:spPr bwMode="auto">
              <a:xfrm>
                <a:off x="4954" y="2862"/>
                <a:ext cx="375" cy="374"/>
              </a:xfrm>
              <a:custGeom>
                <a:avLst/>
                <a:gdLst>
                  <a:gd name="T0" fmla="*/ 12 w 749"/>
                  <a:gd name="T1" fmla="*/ 0 h 747"/>
                  <a:gd name="T2" fmla="*/ 12 w 749"/>
                  <a:gd name="T3" fmla="*/ 0 h 747"/>
                  <a:gd name="T4" fmla="*/ 5 w 749"/>
                  <a:gd name="T5" fmla="*/ 25 h 747"/>
                  <a:gd name="T6" fmla="*/ 2 w 749"/>
                  <a:gd name="T7" fmla="*/ 51 h 747"/>
                  <a:gd name="T8" fmla="*/ 0 w 749"/>
                  <a:gd name="T9" fmla="*/ 78 h 747"/>
                  <a:gd name="T10" fmla="*/ 0 w 749"/>
                  <a:gd name="T11" fmla="*/ 105 h 747"/>
                  <a:gd name="T12" fmla="*/ 3 w 749"/>
                  <a:gd name="T13" fmla="*/ 130 h 747"/>
                  <a:gd name="T14" fmla="*/ 9 w 749"/>
                  <a:gd name="T15" fmla="*/ 158 h 747"/>
                  <a:gd name="T16" fmla="*/ 15 w 749"/>
                  <a:gd name="T17" fmla="*/ 185 h 747"/>
                  <a:gd name="T18" fmla="*/ 26 w 749"/>
                  <a:gd name="T19" fmla="*/ 212 h 747"/>
                  <a:gd name="T20" fmla="*/ 36 w 749"/>
                  <a:gd name="T21" fmla="*/ 239 h 747"/>
                  <a:gd name="T22" fmla="*/ 49 w 749"/>
                  <a:gd name="T23" fmla="*/ 266 h 747"/>
                  <a:gd name="T24" fmla="*/ 65 w 749"/>
                  <a:gd name="T25" fmla="*/ 293 h 747"/>
                  <a:gd name="T26" fmla="*/ 82 w 749"/>
                  <a:gd name="T27" fmla="*/ 319 h 747"/>
                  <a:gd name="T28" fmla="*/ 100 w 749"/>
                  <a:gd name="T29" fmla="*/ 346 h 747"/>
                  <a:gd name="T30" fmla="*/ 122 w 749"/>
                  <a:gd name="T31" fmla="*/ 372 h 747"/>
                  <a:gd name="T32" fmla="*/ 145 w 749"/>
                  <a:gd name="T33" fmla="*/ 399 h 747"/>
                  <a:gd name="T34" fmla="*/ 168 w 749"/>
                  <a:gd name="T35" fmla="*/ 424 h 747"/>
                  <a:gd name="T36" fmla="*/ 194 w 749"/>
                  <a:gd name="T37" fmla="*/ 450 h 747"/>
                  <a:gd name="T38" fmla="*/ 223 w 749"/>
                  <a:gd name="T39" fmla="*/ 474 h 747"/>
                  <a:gd name="T40" fmla="*/ 252 w 749"/>
                  <a:gd name="T41" fmla="*/ 497 h 747"/>
                  <a:gd name="T42" fmla="*/ 282 w 749"/>
                  <a:gd name="T43" fmla="*/ 521 h 747"/>
                  <a:gd name="T44" fmla="*/ 313 w 749"/>
                  <a:gd name="T45" fmla="*/ 545 h 747"/>
                  <a:gd name="T46" fmla="*/ 347 w 749"/>
                  <a:gd name="T47" fmla="*/ 567 h 747"/>
                  <a:gd name="T48" fmla="*/ 382 w 749"/>
                  <a:gd name="T49" fmla="*/ 589 h 747"/>
                  <a:gd name="T50" fmla="*/ 418 w 749"/>
                  <a:gd name="T51" fmla="*/ 609 h 747"/>
                  <a:gd name="T52" fmla="*/ 455 w 749"/>
                  <a:gd name="T53" fmla="*/ 630 h 747"/>
                  <a:gd name="T54" fmla="*/ 494 w 749"/>
                  <a:gd name="T55" fmla="*/ 650 h 747"/>
                  <a:gd name="T56" fmla="*/ 534 w 749"/>
                  <a:gd name="T57" fmla="*/ 669 h 747"/>
                  <a:gd name="T58" fmla="*/ 574 w 749"/>
                  <a:gd name="T59" fmla="*/ 686 h 747"/>
                  <a:gd name="T60" fmla="*/ 617 w 749"/>
                  <a:gd name="T61" fmla="*/ 703 h 747"/>
                  <a:gd name="T62" fmla="*/ 659 w 749"/>
                  <a:gd name="T63" fmla="*/ 718 h 747"/>
                  <a:gd name="T64" fmla="*/ 703 w 749"/>
                  <a:gd name="T65" fmla="*/ 733 h 747"/>
                  <a:gd name="T66" fmla="*/ 749 w 749"/>
                  <a:gd name="T67" fmla="*/ 747 h 7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49" h="747">
                    <a:moveTo>
                      <a:pt x="12" y="0"/>
                    </a:moveTo>
                    <a:lnTo>
                      <a:pt x="12" y="0"/>
                    </a:lnTo>
                    <a:lnTo>
                      <a:pt x="5" y="25"/>
                    </a:lnTo>
                    <a:lnTo>
                      <a:pt x="2" y="51"/>
                    </a:lnTo>
                    <a:lnTo>
                      <a:pt x="0" y="78"/>
                    </a:lnTo>
                    <a:lnTo>
                      <a:pt x="0" y="105"/>
                    </a:lnTo>
                    <a:lnTo>
                      <a:pt x="3" y="130"/>
                    </a:lnTo>
                    <a:lnTo>
                      <a:pt x="9" y="158"/>
                    </a:lnTo>
                    <a:lnTo>
                      <a:pt x="15" y="185"/>
                    </a:lnTo>
                    <a:lnTo>
                      <a:pt x="26" y="212"/>
                    </a:lnTo>
                    <a:lnTo>
                      <a:pt x="36" y="239"/>
                    </a:lnTo>
                    <a:lnTo>
                      <a:pt x="49" y="266"/>
                    </a:lnTo>
                    <a:lnTo>
                      <a:pt x="65" y="293"/>
                    </a:lnTo>
                    <a:lnTo>
                      <a:pt x="82" y="319"/>
                    </a:lnTo>
                    <a:lnTo>
                      <a:pt x="100" y="346"/>
                    </a:lnTo>
                    <a:lnTo>
                      <a:pt x="122" y="372"/>
                    </a:lnTo>
                    <a:lnTo>
                      <a:pt x="145" y="399"/>
                    </a:lnTo>
                    <a:lnTo>
                      <a:pt x="168" y="424"/>
                    </a:lnTo>
                    <a:lnTo>
                      <a:pt x="194" y="450"/>
                    </a:lnTo>
                    <a:lnTo>
                      <a:pt x="223" y="474"/>
                    </a:lnTo>
                    <a:lnTo>
                      <a:pt x="252" y="497"/>
                    </a:lnTo>
                    <a:lnTo>
                      <a:pt x="282" y="521"/>
                    </a:lnTo>
                    <a:lnTo>
                      <a:pt x="313" y="545"/>
                    </a:lnTo>
                    <a:lnTo>
                      <a:pt x="347" y="567"/>
                    </a:lnTo>
                    <a:lnTo>
                      <a:pt x="382" y="589"/>
                    </a:lnTo>
                    <a:lnTo>
                      <a:pt x="418" y="609"/>
                    </a:lnTo>
                    <a:lnTo>
                      <a:pt x="455" y="630"/>
                    </a:lnTo>
                    <a:lnTo>
                      <a:pt x="494" y="650"/>
                    </a:lnTo>
                    <a:lnTo>
                      <a:pt x="534" y="669"/>
                    </a:lnTo>
                    <a:lnTo>
                      <a:pt x="574" y="686"/>
                    </a:lnTo>
                    <a:lnTo>
                      <a:pt x="617" y="703"/>
                    </a:lnTo>
                    <a:lnTo>
                      <a:pt x="659" y="718"/>
                    </a:lnTo>
                    <a:lnTo>
                      <a:pt x="703" y="733"/>
                    </a:lnTo>
                    <a:lnTo>
                      <a:pt x="749" y="747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Freeform 669"/>
              <p:cNvSpPr>
                <a:spLocks/>
              </p:cNvSpPr>
              <p:nvPr/>
            </p:nvSpPr>
            <p:spPr bwMode="auto">
              <a:xfrm>
                <a:off x="5329" y="3096"/>
                <a:ext cx="518" cy="168"/>
              </a:xfrm>
              <a:custGeom>
                <a:avLst/>
                <a:gdLst>
                  <a:gd name="T0" fmla="*/ 1037 w 1037"/>
                  <a:gd name="T1" fmla="*/ 0 h 337"/>
                  <a:gd name="T2" fmla="*/ 1037 w 1037"/>
                  <a:gd name="T3" fmla="*/ 0 h 337"/>
                  <a:gd name="T4" fmla="*/ 1028 w 1037"/>
                  <a:gd name="T5" fmla="*/ 28 h 337"/>
                  <a:gd name="T6" fmla="*/ 1016 w 1037"/>
                  <a:gd name="T7" fmla="*/ 53 h 337"/>
                  <a:gd name="T8" fmla="*/ 1003 w 1037"/>
                  <a:gd name="T9" fmla="*/ 79 h 337"/>
                  <a:gd name="T10" fmla="*/ 987 w 1037"/>
                  <a:gd name="T11" fmla="*/ 102 h 337"/>
                  <a:gd name="T12" fmla="*/ 970 w 1037"/>
                  <a:gd name="T13" fmla="*/ 124 h 337"/>
                  <a:gd name="T14" fmla="*/ 952 w 1037"/>
                  <a:gd name="T15" fmla="*/ 146 h 337"/>
                  <a:gd name="T16" fmla="*/ 931 w 1037"/>
                  <a:gd name="T17" fmla="*/ 167 h 337"/>
                  <a:gd name="T18" fmla="*/ 908 w 1037"/>
                  <a:gd name="T19" fmla="*/ 187 h 337"/>
                  <a:gd name="T20" fmla="*/ 884 w 1037"/>
                  <a:gd name="T21" fmla="*/ 206 h 337"/>
                  <a:gd name="T22" fmla="*/ 858 w 1037"/>
                  <a:gd name="T23" fmla="*/ 223 h 337"/>
                  <a:gd name="T24" fmla="*/ 829 w 1037"/>
                  <a:gd name="T25" fmla="*/ 238 h 337"/>
                  <a:gd name="T26" fmla="*/ 800 w 1037"/>
                  <a:gd name="T27" fmla="*/ 254 h 337"/>
                  <a:gd name="T28" fmla="*/ 770 w 1037"/>
                  <a:gd name="T29" fmla="*/ 267 h 337"/>
                  <a:gd name="T30" fmla="*/ 738 w 1037"/>
                  <a:gd name="T31" fmla="*/ 281 h 337"/>
                  <a:gd name="T32" fmla="*/ 705 w 1037"/>
                  <a:gd name="T33" fmla="*/ 293 h 337"/>
                  <a:gd name="T34" fmla="*/ 670 w 1037"/>
                  <a:gd name="T35" fmla="*/ 301 h 337"/>
                  <a:gd name="T36" fmla="*/ 634 w 1037"/>
                  <a:gd name="T37" fmla="*/ 311 h 337"/>
                  <a:gd name="T38" fmla="*/ 598 w 1037"/>
                  <a:gd name="T39" fmla="*/ 318 h 337"/>
                  <a:gd name="T40" fmla="*/ 559 w 1037"/>
                  <a:gd name="T41" fmla="*/ 325 h 337"/>
                  <a:gd name="T42" fmla="*/ 520 w 1037"/>
                  <a:gd name="T43" fmla="*/ 330 h 337"/>
                  <a:gd name="T44" fmla="*/ 481 w 1037"/>
                  <a:gd name="T45" fmla="*/ 333 h 337"/>
                  <a:gd name="T46" fmla="*/ 440 w 1037"/>
                  <a:gd name="T47" fmla="*/ 335 h 337"/>
                  <a:gd name="T48" fmla="*/ 400 w 1037"/>
                  <a:gd name="T49" fmla="*/ 337 h 337"/>
                  <a:gd name="T50" fmla="*/ 357 w 1037"/>
                  <a:gd name="T51" fmla="*/ 335 h 337"/>
                  <a:gd name="T52" fmla="*/ 315 w 1037"/>
                  <a:gd name="T53" fmla="*/ 333 h 337"/>
                  <a:gd name="T54" fmla="*/ 270 w 1037"/>
                  <a:gd name="T55" fmla="*/ 330 h 337"/>
                  <a:gd name="T56" fmla="*/ 226 w 1037"/>
                  <a:gd name="T57" fmla="*/ 325 h 337"/>
                  <a:gd name="T58" fmla="*/ 182 w 1037"/>
                  <a:gd name="T59" fmla="*/ 320 h 337"/>
                  <a:gd name="T60" fmla="*/ 136 w 1037"/>
                  <a:gd name="T61" fmla="*/ 311 h 337"/>
                  <a:gd name="T62" fmla="*/ 92 w 1037"/>
                  <a:gd name="T63" fmla="*/ 303 h 337"/>
                  <a:gd name="T64" fmla="*/ 46 w 1037"/>
                  <a:gd name="T65" fmla="*/ 291 h 337"/>
                  <a:gd name="T66" fmla="*/ 0 w 1037"/>
                  <a:gd name="T67" fmla="*/ 279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037" h="337">
                    <a:moveTo>
                      <a:pt x="1037" y="0"/>
                    </a:moveTo>
                    <a:lnTo>
                      <a:pt x="1037" y="0"/>
                    </a:lnTo>
                    <a:lnTo>
                      <a:pt x="1028" y="28"/>
                    </a:lnTo>
                    <a:lnTo>
                      <a:pt x="1016" y="53"/>
                    </a:lnTo>
                    <a:lnTo>
                      <a:pt x="1003" y="79"/>
                    </a:lnTo>
                    <a:lnTo>
                      <a:pt x="987" y="102"/>
                    </a:lnTo>
                    <a:lnTo>
                      <a:pt x="970" y="124"/>
                    </a:lnTo>
                    <a:lnTo>
                      <a:pt x="952" y="146"/>
                    </a:lnTo>
                    <a:lnTo>
                      <a:pt x="931" y="167"/>
                    </a:lnTo>
                    <a:lnTo>
                      <a:pt x="908" y="187"/>
                    </a:lnTo>
                    <a:lnTo>
                      <a:pt x="884" y="206"/>
                    </a:lnTo>
                    <a:lnTo>
                      <a:pt x="858" y="223"/>
                    </a:lnTo>
                    <a:lnTo>
                      <a:pt x="829" y="238"/>
                    </a:lnTo>
                    <a:lnTo>
                      <a:pt x="800" y="254"/>
                    </a:lnTo>
                    <a:lnTo>
                      <a:pt x="770" y="267"/>
                    </a:lnTo>
                    <a:lnTo>
                      <a:pt x="738" y="281"/>
                    </a:lnTo>
                    <a:lnTo>
                      <a:pt x="705" y="293"/>
                    </a:lnTo>
                    <a:lnTo>
                      <a:pt x="670" y="301"/>
                    </a:lnTo>
                    <a:lnTo>
                      <a:pt x="634" y="311"/>
                    </a:lnTo>
                    <a:lnTo>
                      <a:pt x="598" y="318"/>
                    </a:lnTo>
                    <a:lnTo>
                      <a:pt x="559" y="325"/>
                    </a:lnTo>
                    <a:lnTo>
                      <a:pt x="520" y="330"/>
                    </a:lnTo>
                    <a:lnTo>
                      <a:pt x="481" y="333"/>
                    </a:lnTo>
                    <a:lnTo>
                      <a:pt x="440" y="335"/>
                    </a:lnTo>
                    <a:lnTo>
                      <a:pt x="400" y="337"/>
                    </a:lnTo>
                    <a:lnTo>
                      <a:pt x="357" y="335"/>
                    </a:lnTo>
                    <a:lnTo>
                      <a:pt x="315" y="333"/>
                    </a:lnTo>
                    <a:lnTo>
                      <a:pt x="270" y="330"/>
                    </a:lnTo>
                    <a:lnTo>
                      <a:pt x="226" y="325"/>
                    </a:lnTo>
                    <a:lnTo>
                      <a:pt x="182" y="320"/>
                    </a:lnTo>
                    <a:lnTo>
                      <a:pt x="136" y="311"/>
                    </a:lnTo>
                    <a:lnTo>
                      <a:pt x="92" y="303"/>
                    </a:lnTo>
                    <a:lnTo>
                      <a:pt x="46" y="291"/>
                    </a:lnTo>
                    <a:lnTo>
                      <a:pt x="0" y="279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Freeform 670"/>
              <p:cNvSpPr>
                <a:spLocks/>
              </p:cNvSpPr>
              <p:nvPr/>
            </p:nvSpPr>
            <p:spPr bwMode="auto">
              <a:xfrm>
                <a:off x="4814" y="3138"/>
                <a:ext cx="448" cy="355"/>
              </a:xfrm>
              <a:custGeom>
                <a:avLst/>
                <a:gdLst>
                  <a:gd name="T0" fmla="*/ 7 w 897"/>
                  <a:gd name="T1" fmla="*/ 0 h 710"/>
                  <a:gd name="T2" fmla="*/ 7 w 897"/>
                  <a:gd name="T3" fmla="*/ 0 h 710"/>
                  <a:gd name="T4" fmla="*/ 1 w 897"/>
                  <a:gd name="T5" fmla="*/ 22 h 710"/>
                  <a:gd name="T6" fmla="*/ 0 w 897"/>
                  <a:gd name="T7" fmla="*/ 44 h 710"/>
                  <a:gd name="T8" fmla="*/ 0 w 897"/>
                  <a:gd name="T9" fmla="*/ 68 h 710"/>
                  <a:gd name="T10" fmla="*/ 3 w 897"/>
                  <a:gd name="T11" fmla="*/ 90 h 710"/>
                  <a:gd name="T12" fmla="*/ 8 w 897"/>
                  <a:gd name="T13" fmla="*/ 113 h 710"/>
                  <a:gd name="T14" fmla="*/ 15 w 897"/>
                  <a:gd name="T15" fmla="*/ 137 h 710"/>
                  <a:gd name="T16" fmla="*/ 25 w 897"/>
                  <a:gd name="T17" fmla="*/ 163 h 710"/>
                  <a:gd name="T18" fmla="*/ 39 w 897"/>
                  <a:gd name="T19" fmla="*/ 187 h 710"/>
                  <a:gd name="T20" fmla="*/ 54 w 897"/>
                  <a:gd name="T21" fmla="*/ 210 h 710"/>
                  <a:gd name="T22" fmla="*/ 71 w 897"/>
                  <a:gd name="T23" fmla="*/ 236 h 710"/>
                  <a:gd name="T24" fmla="*/ 90 w 897"/>
                  <a:gd name="T25" fmla="*/ 260 h 710"/>
                  <a:gd name="T26" fmla="*/ 112 w 897"/>
                  <a:gd name="T27" fmla="*/ 285 h 710"/>
                  <a:gd name="T28" fmla="*/ 134 w 897"/>
                  <a:gd name="T29" fmla="*/ 309 h 710"/>
                  <a:gd name="T30" fmla="*/ 159 w 897"/>
                  <a:gd name="T31" fmla="*/ 334 h 710"/>
                  <a:gd name="T32" fmla="*/ 188 w 897"/>
                  <a:gd name="T33" fmla="*/ 358 h 710"/>
                  <a:gd name="T34" fmla="*/ 217 w 897"/>
                  <a:gd name="T35" fmla="*/ 382 h 710"/>
                  <a:gd name="T36" fmla="*/ 248 w 897"/>
                  <a:gd name="T37" fmla="*/ 407 h 710"/>
                  <a:gd name="T38" fmla="*/ 280 w 897"/>
                  <a:gd name="T39" fmla="*/ 431 h 710"/>
                  <a:gd name="T40" fmla="*/ 316 w 897"/>
                  <a:gd name="T41" fmla="*/ 453 h 710"/>
                  <a:gd name="T42" fmla="*/ 351 w 897"/>
                  <a:gd name="T43" fmla="*/ 477 h 710"/>
                  <a:gd name="T44" fmla="*/ 389 w 897"/>
                  <a:gd name="T45" fmla="*/ 499 h 710"/>
                  <a:gd name="T46" fmla="*/ 430 w 897"/>
                  <a:gd name="T47" fmla="*/ 521 h 710"/>
                  <a:gd name="T48" fmla="*/ 470 w 897"/>
                  <a:gd name="T49" fmla="*/ 543 h 710"/>
                  <a:gd name="T50" fmla="*/ 513 w 897"/>
                  <a:gd name="T51" fmla="*/ 565 h 710"/>
                  <a:gd name="T52" fmla="*/ 555 w 897"/>
                  <a:gd name="T53" fmla="*/ 586 h 710"/>
                  <a:gd name="T54" fmla="*/ 601 w 897"/>
                  <a:gd name="T55" fmla="*/ 606 h 710"/>
                  <a:gd name="T56" fmla="*/ 647 w 897"/>
                  <a:gd name="T57" fmla="*/ 625 h 710"/>
                  <a:gd name="T58" fmla="*/ 695 w 897"/>
                  <a:gd name="T59" fmla="*/ 643 h 710"/>
                  <a:gd name="T60" fmla="*/ 744 w 897"/>
                  <a:gd name="T61" fmla="*/ 662 h 710"/>
                  <a:gd name="T62" fmla="*/ 793 w 897"/>
                  <a:gd name="T63" fmla="*/ 679 h 710"/>
                  <a:gd name="T64" fmla="*/ 844 w 897"/>
                  <a:gd name="T65" fmla="*/ 694 h 710"/>
                  <a:gd name="T66" fmla="*/ 897 w 897"/>
                  <a:gd name="T67" fmla="*/ 710 h 7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97" h="710">
                    <a:moveTo>
                      <a:pt x="7" y="0"/>
                    </a:moveTo>
                    <a:lnTo>
                      <a:pt x="7" y="0"/>
                    </a:lnTo>
                    <a:lnTo>
                      <a:pt x="1" y="22"/>
                    </a:lnTo>
                    <a:lnTo>
                      <a:pt x="0" y="44"/>
                    </a:lnTo>
                    <a:lnTo>
                      <a:pt x="0" y="68"/>
                    </a:lnTo>
                    <a:lnTo>
                      <a:pt x="3" y="90"/>
                    </a:lnTo>
                    <a:lnTo>
                      <a:pt x="8" y="113"/>
                    </a:lnTo>
                    <a:lnTo>
                      <a:pt x="15" y="137"/>
                    </a:lnTo>
                    <a:lnTo>
                      <a:pt x="25" y="163"/>
                    </a:lnTo>
                    <a:lnTo>
                      <a:pt x="39" y="187"/>
                    </a:lnTo>
                    <a:lnTo>
                      <a:pt x="54" y="210"/>
                    </a:lnTo>
                    <a:lnTo>
                      <a:pt x="71" y="236"/>
                    </a:lnTo>
                    <a:lnTo>
                      <a:pt x="90" y="260"/>
                    </a:lnTo>
                    <a:lnTo>
                      <a:pt x="112" y="285"/>
                    </a:lnTo>
                    <a:lnTo>
                      <a:pt x="134" y="309"/>
                    </a:lnTo>
                    <a:lnTo>
                      <a:pt x="159" y="334"/>
                    </a:lnTo>
                    <a:lnTo>
                      <a:pt x="188" y="358"/>
                    </a:lnTo>
                    <a:lnTo>
                      <a:pt x="217" y="382"/>
                    </a:lnTo>
                    <a:lnTo>
                      <a:pt x="248" y="407"/>
                    </a:lnTo>
                    <a:lnTo>
                      <a:pt x="280" y="431"/>
                    </a:lnTo>
                    <a:lnTo>
                      <a:pt x="316" y="453"/>
                    </a:lnTo>
                    <a:lnTo>
                      <a:pt x="351" y="477"/>
                    </a:lnTo>
                    <a:lnTo>
                      <a:pt x="389" y="499"/>
                    </a:lnTo>
                    <a:lnTo>
                      <a:pt x="430" y="521"/>
                    </a:lnTo>
                    <a:lnTo>
                      <a:pt x="470" y="543"/>
                    </a:lnTo>
                    <a:lnTo>
                      <a:pt x="513" y="565"/>
                    </a:lnTo>
                    <a:lnTo>
                      <a:pt x="555" y="586"/>
                    </a:lnTo>
                    <a:lnTo>
                      <a:pt x="601" y="606"/>
                    </a:lnTo>
                    <a:lnTo>
                      <a:pt x="647" y="625"/>
                    </a:lnTo>
                    <a:lnTo>
                      <a:pt x="695" y="643"/>
                    </a:lnTo>
                    <a:lnTo>
                      <a:pt x="744" y="662"/>
                    </a:lnTo>
                    <a:lnTo>
                      <a:pt x="793" y="679"/>
                    </a:lnTo>
                    <a:lnTo>
                      <a:pt x="844" y="694"/>
                    </a:lnTo>
                    <a:lnTo>
                      <a:pt x="897" y="710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Freeform 671"/>
              <p:cNvSpPr>
                <a:spLocks/>
              </p:cNvSpPr>
              <p:nvPr/>
            </p:nvSpPr>
            <p:spPr bwMode="auto">
              <a:xfrm>
                <a:off x="5264" y="3427"/>
                <a:ext cx="566" cy="112"/>
              </a:xfrm>
              <a:custGeom>
                <a:avLst/>
                <a:gdLst>
                  <a:gd name="T0" fmla="*/ 1132 w 1132"/>
                  <a:gd name="T1" fmla="*/ 0 h 224"/>
                  <a:gd name="T2" fmla="*/ 1132 w 1132"/>
                  <a:gd name="T3" fmla="*/ 0 h 224"/>
                  <a:gd name="T4" fmla="*/ 1125 w 1132"/>
                  <a:gd name="T5" fmla="*/ 22 h 224"/>
                  <a:gd name="T6" fmla="*/ 1115 w 1132"/>
                  <a:gd name="T7" fmla="*/ 43 h 224"/>
                  <a:gd name="T8" fmla="*/ 1103 w 1132"/>
                  <a:gd name="T9" fmla="*/ 61 h 224"/>
                  <a:gd name="T10" fmla="*/ 1087 w 1132"/>
                  <a:gd name="T11" fmla="*/ 80 h 224"/>
                  <a:gd name="T12" fmla="*/ 1070 w 1132"/>
                  <a:gd name="T13" fmla="*/ 97 h 224"/>
                  <a:gd name="T14" fmla="*/ 1050 w 1132"/>
                  <a:gd name="T15" fmla="*/ 114 h 224"/>
                  <a:gd name="T16" fmla="*/ 1030 w 1132"/>
                  <a:gd name="T17" fmla="*/ 129 h 224"/>
                  <a:gd name="T18" fmla="*/ 1006 w 1132"/>
                  <a:gd name="T19" fmla="*/ 143 h 224"/>
                  <a:gd name="T20" fmla="*/ 980 w 1132"/>
                  <a:gd name="T21" fmla="*/ 155 h 224"/>
                  <a:gd name="T22" fmla="*/ 953 w 1132"/>
                  <a:gd name="T23" fmla="*/ 167 h 224"/>
                  <a:gd name="T24" fmla="*/ 923 w 1132"/>
                  <a:gd name="T25" fmla="*/ 179 h 224"/>
                  <a:gd name="T26" fmla="*/ 892 w 1132"/>
                  <a:gd name="T27" fmla="*/ 187 h 224"/>
                  <a:gd name="T28" fmla="*/ 860 w 1132"/>
                  <a:gd name="T29" fmla="*/ 196 h 224"/>
                  <a:gd name="T30" fmla="*/ 824 w 1132"/>
                  <a:gd name="T31" fmla="*/ 204 h 224"/>
                  <a:gd name="T32" fmla="*/ 788 w 1132"/>
                  <a:gd name="T33" fmla="*/ 209 h 224"/>
                  <a:gd name="T34" fmla="*/ 751 w 1132"/>
                  <a:gd name="T35" fmla="*/ 214 h 224"/>
                  <a:gd name="T36" fmla="*/ 712 w 1132"/>
                  <a:gd name="T37" fmla="*/ 219 h 224"/>
                  <a:gd name="T38" fmla="*/ 671 w 1132"/>
                  <a:gd name="T39" fmla="*/ 221 h 224"/>
                  <a:gd name="T40" fmla="*/ 629 w 1132"/>
                  <a:gd name="T41" fmla="*/ 223 h 224"/>
                  <a:gd name="T42" fmla="*/ 586 w 1132"/>
                  <a:gd name="T43" fmla="*/ 224 h 224"/>
                  <a:gd name="T44" fmla="*/ 542 w 1132"/>
                  <a:gd name="T45" fmla="*/ 223 h 224"/>
                  <a:gd name="T46" fmla="*/ 498 w 1132"/>
                  <a:gd name="T47" fmla="*/ 221 h 224"/>
                  <a:gd name="T48" fmla="*/ 450 w 1132"/>
                  <a:gd name="T49" fmla="*/ 218 h 224"/>
                  <a:gd name="T50" fmla="*/ 405 w 1132"/>
                  <a:gd name="T51" fmla="*/ 214 h 224"/>
                  <a:gd name="T52" fmla="*/ 355 w 1132"/>
                  <a:gd name="T53" fmla="*/ 207 h 224"/>
                  <a:gd name="T54" fmla="*/ 306 w 1132"/>
                  <a:gd name="T55" fmla="*/ 202 h 224"/>
                  <a:gd name="T56" fmla="*/ 257 w 1132"/>
                  <a:gd name="T57" fmla="*/ 194 h 224"/>
                  <a:gd name="T58" fmla="*/ 207 w 1132"/>
                  <a:gd name="T59" fmla="*/ 184 h 224"/>
                  <a:gd name="T60" fmla="*/ 156 w 1132"/>
                  <a:gd name="T61" fmla="*/ 173 h 224"/>
                  <a:gd name="T62" fmla="*/ 106 w 1132"/>
                  <a:gd name="T63" fmla="*/ 162 h 224"/>
                  <a:gd name="T64" fmla="*/ 53 w 1132"/>
                  <a:gd name="T65" fmla="*/ 150 h 224"/>
                  <a:gd name="T66" fmla="*/ 0 w 1132"/>
                  <a:gd name="T67" fmla="*/ 134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2" h="224">
                    <a:moveTo>
                      <a:pt x="1132" y="0"/>
                    </a:moveTo>
                    <a:lnTo>
                      <a:pt x="1132" y="0"/>
                    </a:lnTo>
                    <a:lnTo>
                      <a:pt x="1125" y="22"/>
                    </a:lnTo>
                    <a:lnTo>
                      <a:pt x="1115" y="43"/>
                    </a:lnTo>
                    <a:lnTo>
                      <a:pt x="1103" y="61"/>
                    </a:lnTo>
                    <a:lnTo>
                      <a:pt x="1087" y="80"/>
                    </a:lnTo>
                    <a:lnTo>
                      <a:pt x="1070" y="97"/>
                    </a:lnTo>
                    <a:lnTo>
                      <a:pt x="1050" y="114"/>
                    </a:lnTo>
                    <a:lnTo>
                      <a:pt x="1030" y="129"/>
                    </a:lnTo>
                    <a:lnTo>
                      <a:pt x="1006" y="143"/>
                    </a:lnTo>
                    <a:lnTo>
                      <a:pt x="980" y="155"/>
                    </a:lnTo>
                    <a:lnTo>
                      <a:pt x="953" y="167"/>
                    </a:lnTo>
                    <a:lnTo>
                      <a:pt x="923" y="179"/>
                    </a:lnTo>
                    <a:lnTo>
                      <a:pt x="892" y="187"/>
                    </a:lnTo>
                    <a:lnTo>
                      <a:pt x="860" y="196"/>
                    </a:lnTo>
                    <a:lnTo>
                      <a:pt x="824" y="204"/>
                    </a:lnTo>
                    <a:lnTo>
                      <a:pt x="788" y="209"/>
                    </a:lnTo>
                    <a:lnTo>
                      <a:pt x="751" y="214"/>
                    </a:lnTo>
                    <a:lnTo>
                      <a:pt x="712" y="219"/>
                    </a:lnTo>
                    <a:lnTo>
                      <a:pt x="671" y="221"/>
                    </a:lnTo>
                    <a:lnTo>
                      <a:pt x="629" y="223"/>
                    </a:lnTo>
                    <a:lnTo>
                      <a:pt x="586" y="224"/>
                    </a:lnTo>
                    <a:lnTo>
                      <a:pt x="542" y="223"/>
                    </a:lnTo>
                    <a:lnTo>
                      <a:pt x="498" y="221"/>
                    </a:lnTo>
                    <a:lnTo>
                      <a:pt x="450" y="218"/>
                    </a:lnTo>
                    <a:lnTo>
                      <a:pt x="405" y="214"/>
                    </a:lnTo>
                    <a:lnTo>
                      <a:pt x="355" y="207"/>
                    </a:lnTo>
                    <a:lnTo>
                      <a:pt x="306" y="202"/>
                    </a:lnTo>
                    <a:lnTo>
                      <a:pt x="257" y="194"/>
                    </a:lnTo>
                    <a:lnTo>
                      <a:pt x="207" y="184"/>
                    </a:lnTo>
                    <a:lnTo>
                      <a:pt x="156" y="173"/>
                    </a:lnTo>
                    <a:lnTo>
                      <a:pt x="106" y="162"/>
                    </a:lnTo>
                    <a:lnTo>
                      <a:pt x="53" y="150"/>
                    </a:lnTo>
                    <a:lnTo>
                      <a:pt x="0" y="134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Freeform 672"/>
              <p:cNvSpPr>
                <a:spLocks/>
              </p:cNvSpPr>
              <p:nvPr/>
            </p:nvSpPr>
            <p:spPr bwMode="auto">
              <a:xfrm>
                <a:off x="4867" y="3454"/>
                <a:ext cx="344" cy="225"/>
              </a:xfrm>
              <a:custGeom>
                <a:avLst/>
                <a:gdLst>
                  <a:gd name="T0" fmla="*/ 4 w 688"/>
                  <a:gd name="T1" fmla="*/ 0 h 450"/>
                  <a:gd name="T2" fmla="*/ 4 w 688"/>
                  <a:gd name="T3" fmla="*/ 0 h 450"/>
                  <a:gd name="T4" fmla="*/ 2 w 688"/>
                  <a:gd name="T5" fmla="*/ 11 h 450"/>
                  <a:gd name="T6" fmla="*/ 0 w 688"/>
                  <a:gd name="T7" fmla="*/ 25 h 450"/>
                  <a:gd name="T8" fmla="*/ 2 w 688"/>
                  <a:gd name="T9" fmla="*/ 39 h 450"/>
                  <a:gd name="T10" fmla="*/ 5 w 688"/>
                  <a:gd name="T11" fmla="*/ 51 h 450"/>
                  <a:gd name="T12" fmla="*/ 10 w 688"/>
                  <a:gd name="T13" fmla="*/ 66 h 450"/>
                  <a:gd name="T14" fmla="*/ 17 w 688"/>
                  <a:gd name="T15" fmla="*/ 79 h 450"/>
                  <a:gd name="T16" fmla="*/ 26 w 688"/>
                  <a:gd name="T17" fmla="*/ 93 h 450"/>
                  <a:gd name="T18" fmla="*/ 36 w 688"/>
                  <a:gd name="T19" fmla="*/ 108 h 450"/>
                  <a:gd name="T20" fmla="*/ 48 w 688"/>
                  <a:gd name="T21" fmla="*/ 122 h 450"/>
                  <a:gd name="T22" fmla="*/ 61 w 688"/>
                  <a:gd name="T23" fmla="*/ 137 h 450"/>
                  <a:gd name="T24" fmla="*/ 94 w 688"/>
                  <a:gd name="T25" fmla="*/ 168 h 450"/>
                  <a:gd name="T26" fmla="*/ 133 w 688"/>
                  <a:gd name="T27" fmla="*/ 198 h 450"/>
                  <a:gd name="T28" fmla="*/ 175 w 688"/>
                  <a:gd name="T29" fmla="*/ 229 h 450"/>
                  <a:gd name="T30" fmla="*/ 224 w 688"/>
                  <a:gd name="T31" fmla="*/ 259 h 450"/>
                  <a:gd name="T32" fmla="*/ 279 w 688"/>
                  <a:gd name="T33" fmla="*/ 288 h 450"/>
                  <a:gd name="T34" fmla="*/ 338 w 688"/>
                  <a:gd name="T35" fmla="*/ 319 h 450"/>
                  <a:gd name="T36" fmla="*/ 401 w 688"/>
                  <a:gd name="T37" fmla="*/ 348 h 450"/>
                  <a:gd name="T38" fmla="*/ 467 w 688"/>
                  <a:gd name="T39" fmla="*/ 375 h 450"/>
                  <a:gd name="T40" fmla="*/ 537 w 688"/>
                  <a:gd name="T41" fmla="*/ 400 h 450"/>
                  <a:gd name="T42" fmla="*/ 612 w 688"/>
                  <a:gd name="T43" fmla="*/ 426 h 450"/>
                  <a:gd name="T44" fmla="*/ 688 w 688"/>
                  <a:gd name="T45" fmla="*/ 45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8" h="450">
                    <a:moveTo>
                      <a:pt x="4" y="0"/>
                    </a:moveTo>
                    <a:lnTo>
                      <a:pt x="4" y="0"/>
                    </a:lnTo>
                    <a:lnTo>
                      <a:pt x="2" y="11"/>
                    </a:lnTo>
                    <a:lnTo>
                      <a:pt x="0" y="25"/>
                    </a:lnTo>
                    <a:lnTo>
                      <a:pt x="2" y="39"/>
                    </a:lnTo>
                    <a:lnTo>
                      <a:pt x="5" y="51"/>
                    </a:lnTo>
                    <a:lnTo>
                      <a:pt x="10" y="66"/>
                    </a:lnTo>
                    <a:lnTo>
                      <a:pt x="17" y="79"/>
                    </a:lnTo>
                    <a:lnTo>
                      <a:pt x="26" y="93"/>
                    </a:lnTo>
                    <a:lnTo>
                      <a:pt x="36" y="108"/>
                    </a:lnTo>
                    <a:lnTo>
                      <a:pt x="48" y="122"/>
                    </a:lnTo>
                    <a:lnTo>
                      <a:pt x="61" y="137"/>
                    </a:lnTo>
                    <a:lnTo>
                      <a:pt x="94" y="168"/>
                    </a:lnTo>
                    <a:lnTo>
                      <a:pt x="133" y="198"/>
                    </a:lnTo>
                    <a:lnTo>
                      <a:pt x="175" y="229"/>
                    </a:lnTo>
                    <a:lnTo>
                      <a:pt x="224" y="259"/>
                    </a:lnTo>
                    <a:lnTo>
                      <a:pt x="279" y="288"/>
                    </a:lnTo>
                    <a:lnTo>
                      <a:pt x="338" y="319"/>
                    </a:lnTo>
                    <a:lnTo>
                      <a:pt x="401" y="348"/>
                    </a:lnTo>
                    <a:lnTo>
                      <a:pt x="467" y="375"/>
                    </a:lnTo>
                    <a:lnTo>
                      <a:pt x="537" y="400"/>
                    </a:lnTo>
                    <a:lnTo>
                      <a:pt x="612" y="426"/>
                    </a:lnTo>
                    <a:lnTo>
                      <a:pt x="688" y="450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Freeform 673"/>
              <p:cNvSpPr>
                <a:spLocks/>
              </p:cNvSpPr>
              <p:nvPr/>
            </p:nvSpPr>
            <p:spPr bwMode="auto">
              <a:xfrm>
                <a:off x="5208" y="3678"/>
                <a:ext cx="353" cy="54"/>
              </a:xfrm>
              <a:custGeom>
                <a:avLst/>
                <a:gdLst>
                  <a:gd name="T0" fmla="*/ 707 w 707"/>
                  <a:gd name="T1" fmla="*/ 73 h 107"/>
                  <a:gd name="T2" fmla="*/ 707 w 707"/>
                  <a:gd name="T3" fmla="*/ 73 h 107"/>
                  <a:gd name="T4" fmla="*/ 705 w 707"/>
                  <a:gd name="T5" fmla="*/ 78 h 107"/>
                  <a:gd name="T6" fmla="*/ 700 w 707"/>
                  <a:gd name="T7" fmla="*/ 83 h 107"/>
                  <a:gd name="T8" fmla="*/ 695 w 707"/>
                  <a:gd name="T9" fmla="*/ 88 h 107"/>
                  <a:gd name="T10" fmla="*/ 686 w 707"/>
                  <a:gd name="T11" fmla="*/ 93 h 107"/>
                  <a:gd name="T12" fmla="*/ 678 w 707"/>
                  <a:gd name="T13" fmla="*/ 97 h 107"/>
                  <a:gd name="T14" fmla="*/ 668 w 707"/>
                  <a:gd name="T15" fmla="*/ 100 h 107"/>
                  <a:gd name="T16" fmla="*/ 642 w 707"/>
                  <a:gd name="T17" fmla="*/ 104 h 107"/>
                  <a:gd name="T18" fmla="*/ 610 w 707"/>
                  <a:gd name="T19" fmla="*/ 107 h 107"/>
                  <a:gd name="T20" fmla="*/ 574 w 707"/>
                  <a:gd name="T21" fmla="*/ 107 h 107"/>
                  <a:gd name="T22" fmla="*/ 532 w 707"/>
                  <a:gd name="T23" fmla="*/ 105 h 107"/>
                  <a:gd name="T24" fmla="*/ 486 w 707"/>
                  <a:gd name="T25" fmla="*/ 100 h 107"/>
                  <a:gd name="T26" fmla="*/ 437 w 707"/>
                  <a:gd name="T27" fmla="*/ 95 h 107"/>
                  <a:gd name="T28" fmla="*/ 382 w 707"/>
                  <a:gd name="T29" fmla="*/ 87 h 107"/>
                  <a:gd name="T30" fmla="*/ 326 w 707"/>
                  <a:gd name="T31" fmla="*/ 76 h 107"/>
                  <a:gd name="T32" fmla="*/ 265 w 707"/>
                  <a:gd name="T33" fmla="*/ 66 h 107"/>
                  <a:gd name="T34" fmla="*/ 202 w 707"/>
                  <a:gd name="T35" fmla="*/ 51 h 107"/>
                  <a:gd name="T36" fmla="*/ 136 w 707"/>
                  <a:gd name="T37" fmla="*/ 36 h 107"/>
                  <a:gd name="T38" fmla="*/ 70 w 707"/>
                  <a:gd name="T39" fmla="*/ 19 h 107"/>
                  <a:gd name="T40" fmla="*/ 0 w 707"/>
                  <a:gd name="T41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07" h="107">
                    <a:moveTo>
                      <a:pt x="707" y="73"/>
                    </a:moveTo>
                    <a:lnTo>
                      <a:pt x="707" y="73"/>
                    </a:lnTo>
                    <a:lnTo>
                      <a:pt x="705" y="78"/>
                    </a:lnTo>
                    <a:lnTo>
                      <a:pt x="700" y="83"/>
                    </a:lnTo>
                    <a:lnTo>
                      <a:pt x="695" y="88"/>
                    </a:lnTo>
                    <a:lnTo>
                      <a:pt x="686" y="93"/>
                    </a:lnTo>
                    <a:lnTo>
                      <a:pt x="678" y="97"/>
                    </a:lnTo>
                    <a:lnTo>
                      <a:pt x="668" y="100"/>
                    </a:lnTo>
                    <a:lnTo>
                      <a:pt x="642" y="104"/>
                    </a:lnTo>
                    <a:lnTo>
                      <a:pt x="610" y="107"/>
                    </a:lnTo>
                    <a:lnTo>
                      <a:pt x="574" y="107"/>
                    </a:lnTo>
                    <a:lnTo>
                      <a:pt x="532" y="105"/>
                    </a:lnTo>
                    <a:lnTo>
                      <a:pt x="486" y="100"/>
                    </a:lnTo>
                    <a:lnTo>
                      <a:pt x="437" y="95"/>
                    </a:lnTo>
                    <a:lnTo>
                      <a:pt x="382" y="87"/>
                    </a:lnTo>
                    <a:lnTo>
                      <a:pt x="326" y="76"/>
                    </a:lnTo>
                    <a:lnTo>
                      <a:pt x="265" y="66"/>
                    </a:lnTo>
                    <a:lnTo>
                      <a:pt x="202" y="51"/>
                    </a:lnTo>
                    <a:lnTo>
                      <a:pt x="136" y="36"/>
                    </a:lnTo>
                    <a:lnTo>
                      <a:pt x="70" y="19"/>
                    </a:ln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Line 674"/>
              <p:cNvSpPr>
                <a:spLocks noChangeShapeType="1"/>
              </p:cNvSpPr>
              <p:nvPr/>
            </p:nvSpPr>
            <p:spPr bwMode="auto">
              <a:xfrm flipH="1">
                <a:off x="5195" y="2724"/>
                <a:ext cx="294" cy="103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Freeform 675"/>
              <p:cNvSpPr>
                <a:spLocks/>
              </p:cNvSpPr>
              <p:nvPr/>
            </p:nvSpPr>
            <p:spPr bwMode="auto">
              <a:xfrm>
                <a:off x="4807" y="2702"/>
                <a:ext cx="1059" cy="1066"/>
              </a:xfrm>
              <a:custGeom>
                <a:avLst/>
                <a:gdLst>
                  <a:gd name="T0" fmla="*/ 2059 w 2117"/>
                  <a:gd name="T1" fmla="*/ 1410 h 2132"/>
                  <a:gd name="T2" fmla="*/ 1996 w 2117"/>
                  <a:gd name="T3" fmla="*/ 1558 h 2132"/>
                  <a:gd name="T4" fmla="*/ 1913 w 2117"/>
                  <a:gd name="T5" fmla="*/ 1692 h 2132"/>
                  <a:gd name="T6" fmla="*/ 1813 w 2117"/>
                  <a:gd name="T7" fmla="*/ 1811 h 2132"/>
                  <a:gd name="T8" fmla="*/ 1699 w 2117"/>
                  <a:gd name="T9" fmla="*/ 1913 h 2132"/>
                  <a:gd name="T10" fmla="*/ 1572 w 2117"/>
                  <a:gd name="T11" fmla="*/ 1998 h 2132"/>
                  <a:gd name="T12" fmla="*/ 1432 w 2117"/>
                  <a:gd name="T13" fmla="*/ 2062 h 2132"/>
                  <a:gd name="T14" fmla="*/ 1286 w 2117"/>
                  <a:gd name="T15" fmla="*/ 2107 h 2132"/>
                  <a:gd name="T16" fmla="*/ 1133 w 2117"/>
                  <a:gd name="T17" fmla="*/ 2130 h 2132"/>
                  <a:gd name="T18" fmla="*/ 977 w 2117"/>
                  <a:gd name="T19" fmla="*/ 2130 h 2132"/>
                  <a:gd name="T20" fmla="*/ 819 w 2117"/>
                  <a:gd name="T21" fmla="*/ 2107 h 2132"/>
                  <a:gd name="T22" fmla="*/ 714 w 2117"/>
                  <a:gd name="T23" fmla="*/ 2076 h 2132"/>
                  <a:gd name="T24" fmla="*/ 568 w 2117"/>
                  <a:gd name="T25" fmla="*/ 2013 h 2132"/>
                  <a:gd name="T26" fmla="*/ 433 w 2117"/>
                  <a:gd name="T27" fmla="*/ 1930 h 2132"/>
                  <a:gd name="T28" fmla="*/ 316 w 2117"/>
                  <a:gd name="T29" fmla="*/ 1830 h 2132"/>
                  <a:gd name="T30" fmla="*/ 216 w 2117"/>
                  <a:gd name="T31" fmla="*/ 1714 h 2132"/>
                  <a:gd name="T32" fmla="*/ 133 w 2117"/>
                  <a:gd name="T33" fmla="*/ 1587 h 2132"/>
                  <a:gd name="T34" fmla="*/ 68 w 2117"/>
                  <a:gd name="T35" fmla="*/ 1448 h 2132"/>
                  <a:gd name="T36" fmla="*/ 24 w 2117"/>
                  <a:gd name="T37" fmla="*/ 1300 h 2132"/>
                  <a:gd name="T38" fmla="*/ 2 w 2117"/>
                  <a:gd name="T39" fmla="*/ 1147 h 2132"/>
                  <a:gd name="T40" fmla="*/ 4 w 2117"/>
                  <a:gd name="T41" fmla="*/ 989 h 2132"/>
                  <a:gd name="T42" fmla="*/ 27 w 2117"/>
                  <a:gd name="T43" fmla="*/ 829 h 2132"/>
                  <a:gd name="T44" fmla="*/ 58 w 2117"/>
                  <a:gd name="T45" fmla="*/ 724 h 2132"/>
                  <a:gd name="T46" fmla="*/ 121 w 2117"/>
                  <a:gd name="T47" fmla="*/ 576 h 2132"/>
                  <a:gd name="T48" fmla="*/ 204 w 2117"/>
                  <a:gd name="T49" fmla="*/ 442 h 2132"/>
                  <a:gd name="T50" fmla="*/ 304 w 2117"/>
                  <a:gd name="T51" fmla="*/ 323 h 2132"/>
                  <a:gd name="T52" fmla="*/ 418 w 2117"/>
                  <a:gd name="T53" fmla="*/ 219 h 2132"/>
                  <a:gd name="T54" fmla="*/ 547 w 2117"/>
                  <a:gd name="T55" fmla="*/ 136 h 2132"/>
                  <a:gd name="T56" fmla="*/ 685 w 2117"/>
                  <a:gd name="T57" fmla="*/ 72 h 2132"/>
                  <a:gd name="T58" fmla="*/ 831 w 2117"/>
                  <a:gd name="T59" fmla="*/ 26 h 2132"/>
                  <a:gd name="T60" fmla="*/ 984 w 2117"/>
                  <a:gd name="T61" fmla="*/ 4 h 2132"/>
                  <a:gd name="T62" fmla="*/ 1140 w 2117"/>
                  <a:gd name="T63" fmla="*/ 4 h 2132"/>
                  <a:gd name="T64" fmla="*/ 1300 w 2117"/>
                  <a:gd name="T65" fmla="*/ 27 h 2132"/>
                  <a:gd name="T66" fmla="*/ 1403 w 2117"/>
                  <a:gd name="T67" fmla="*/ 56 h 2132"/>
                  <a:gd name="T68" fmla="*/ 1551 w 2117"/>
                  <a:gd name="T69" fmla="*/ 121 h 2132"/>
                  <a:gd name="T70" fmla="*/ 1684 w 2117"/>
                  <a:gd name="T71" fmla="*/ 202 h 2132"/>
                  <a:gd name="T72" fmla="*/ 1801 w 2117"/>
                  <a:gd name="T73" fmla="*/ 303 h 2132"/>
                  <a:gd name="T74" fmla="*/ 1903 w 2117"/>
                  <a:gd name="T75" fmla="*/ 418 h 2132"/>
                  <a:gd name="T76" fmla="*/ 1984 w 2117"/>
                  <a:gd name="T77" fmla="*/ 547 h 2132"/>
                  <a:gd name="T78" fmla="*/ 2049 w 2117"/>
                  <a:gd name="T79" fmla="*/ 685 h 2132"/>
                  <a:gd name="T80" fmla="*/ 2093 w 2117"/>
                  <a:gd name="T81" fmla="*/ 833 h 2132"/>
                  <a:gd name="T82" fmla="*/ 2115 w 2117"/>
                  <a:gd name="T83" fmla="*/ 987 h 2132"/>
                  <a:gd name="T84" fmla="*/ 2114 w 2117"/>
                  <a:gd name="T85" fmla="*/ 1145 h 2132"/>
                  <a:gd name="T86" fmla="*/ 2090 w 2117"/>
                  <a:gd name="T87" fmla="*/ 1303 h 2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117" h="2132">
                    <a:moveTo>
                      <a:pt x="2076" y="1357"/>
                    </a:moveTo>
                    <a:lnTo>
                      <a:pt x="2076" y="1357"/>
                    </a:lnTo>
                    <a:lnTo>
                      <a:pt x="2059" y="1410"/>
                    </a:lnTo>
                    <a:lnTo>
                      <a:pt x="2041" y="1461"/>
                    </a:lnTo>
                    <a:lnTo>
                      <a:pt x="2020" y="1510"/>
                    </a:lnTo>
                    <a:lnTo>
                      <a:pt x="1996" y="1558"/>
                    </a:lnTo>
                    <a:lnTo>
                      <a:pt x="1971" y="1604"/>
                    </a:lnTo>
                    <a:lnTo>
                      <a:pt x="1944" y="1650"/>
                    </a:lnTo>
                    <a:lnTo>
                      <a:pt x="1913" y="1692"/>
                    </a:lnTo>
                    <a:lnTo>
                      <a:pt x="1883" y="1733"/>
                    </a:lnTo>
                    <a:lnTo>
                      <a:pt x="1849" y="1774"/>
                    </a:lnTo>
                    <a:lnTo>
                      <a:pt x="1813" y="1811"/>
                    </a:lnTo>
                    <a:lnTo>
                      <a:pt x="1777" y="1847"/>
                    </a:lnTo>
                    <a:lnTo>
                      <a:pt x="1738" y="1881"/>
                    </a:lnTo>
                    <a:lnTo>
                      <a:pt x="1699" y="1913"/>
                    </a:lnTo>
                    <a:lnTo>
                      <a:pt x="1657" y="1944"/>
                    </a:lnTo>
                    <a:lnTo>
                      <a:pt x="1614" y="1971"/>
                    </a:lnTo>
                    <a:lnTo>
                      <a:pt x="1572" y="1998"/>
                    </a:lnTo>
                    <a:lnTo>
                      <a:pt x="1526" y="2022"/>
                    </a:lnTo>
                    <a:lnTo>
                      <a:pt x="1480" y="2042"/>
                    </a:lnTo>
                    <a:lnTo>
                      <a:pt x="1432" y="2062"/>
                    </a:lnTo>
                    <a:lnTo>
                      <a:pt x="1385" y="2079"/>
                    </a:lnTo>
                    <a:lnTo>
                      <a:pt x="1336" y="2095"/>
                    </a:lnTo>
                    <a:lnTo>
                      <a:pt x="1286" y="2107"/>
                    </a:lnTo>
                    <a:lnTo>
                      <a:pt x="1235" y="2117"/>
                    </a:lnTo>
                    <a:lnTo>
                      <a:pt x="1184" y="2125"/>
                    </a:lnTo>
                    <a:lnTo>
                      <a:pt x="1133" y="2130"/>
                    </a:lnTo>
                    <a:lnTo>
                      <a:pt x="1081" y="2132"/>
                    </a:lnTo>
                    <a:lnTo>
                      <a:pt x="1030" y="2132"/>
                    </a:lnTo>
                    <a:lnTo>
                      <a:pt x="977" y="2130"/>
                    </a:lnTo>
                    <a:lnTo>
                      <a:pt x="924" y="2125"/>
                    </a:lnTo>
                    <a:lnTo>
                      <a:pt x="872" y="2117"/>
                    </a:lnTo>
                    <a:lnTo>
                      <a:pt x="819" y="2107"/>
                    </a:lnTo>
                    <a:lnTo>
                      <a:pt x="766" y="2093"/>
                    </a:lnTo>
                    <a:lnTo>
                      <a:pt x="766" y="2093"/>
                    </a:lnTo>
                    <a:lnTo>
                      <a:pt x="714" y="2076"/>
                    </a:lnTo>
                    <a:lnTo>
                      <a:pt x="663" y="2057"/>
                    </a:lnTo>
                    <a:lnTo>
                      <a:pt x="613" y="2037"/>
                    </a:lnTo>
                    <a:lnTo>
                      <a:pt x="568" y="2013"/>
                    </a:lnTo>
                    <a:lnTo>
                      <a:pt x="520" y="1988"/>
                    </a:lnTo>
                    <a:lnTo>
                      <a:pt x="476" y="1961"/>
                    </a:lnTo>
                    <a:lnTo>
                      <a:pt x="433" y="1930"/>
                    </a:lnTo>
                    <a:lnTo>
                      <a:pt x="393" y="1899"/>
                    </a:lnTo>
                    <a:lnTo>
                      <a:pt x="354" y="1865"/>
                    </a:lnTo>
                    <a:lnTo>
                      <a:pt x="316" y="1830"/>
                    </a:lnTo>
                    <a:lnTo>
                      <a:pt x="281" y="1794"/>
                    </a:lnTo>
                    <a:lnTo>
                      <a:pt x="247" y="1755"/>
                    </a:lnTo>
                    <a:lnTo>
                      <a:pt x="216" y="1714"/>
                    </a:lnTo>
                    <a:lnTo>
                      <a:pt x="185" y="1673"/>
                    </a:lnTo>
                    <a:lnTo>
                      <a:pt x="158" y="1631"/>
                    </a:lnTo>
                    <a:lnTo>
                      <a:pt x="133" y="1587"/>
                    </a:lnTo>
                    <a:lnTo>
                      <a:pt x="109" y="1541"/>
                    </a:lnTo>
                    <a:lnTo>
                      <a:pt x="87" y="1495"/>
                    </a:lnTo>
                    <a:lnTo>
                      <a:pt x="68" y="1448"/>
                    </a:lnTo>
                    <a:lnTo>
                      <a:pt x="51" y="1400"/>
                    </a:lnTo>
                    <a:lnTo>
                      <a:pt x="38" y="1351"/>
                    </a:lnTo>
                    <a:lnTo>
                      <a:pt x="24" y="1300"/>
                    </a:lnTo>
                    <a:lnTo>
                      <a:pt x="15" y="1249"/>
                    </a:lnTo>
                    <a:lnTo>
                      <a:pt x="7" y="1198"/>
                    </a:lnTo>
                    <a:lnTo>
                      <a:pt x="2" y="1147"/>
                    </a:lnTo>
                    <a:lnTo>
                      <a:pt x="0" y="1094"/>
                    </a:lnTo>
                    <a:lnTo>
                      <a:pt x="0" y="1042"/>
                    </a:lnTo>
                    <a:lnTo>
                      <a:pt x="4" y="989"/>
                    </a:lnTo>
                    <a:lnTo>
                      <a:pt x="9" y="936"/>
                    </a:lnTo>
                    <a:lnTo>
                      <a:pt x="17" y="882"/>
                    </a:lnTo>
                    <a:lnTo>
                      <a:pt x="27" y="829"/>
                    </a:lnTo>
                    <a:lnTo>
                      <a:pt x="41" y="777"/>
                    </a:lnTo>
                    <a:lnTo>
                      <a:pt x="41" y="777"/>
                    </a:lnTo>
                    <a:lnTo>
                      <a:pt x="58" y="724"/>
                    </a:lnTo>
                    <a:lnTo>
                      <a:pt x="77" y="673"/>
                    </a:lnTo>
                    <a:lnTo>
                      <a:pt x="99" y="624"/>
                    </a:lnTo>
                    <a:lnTo>
                      <a:pt x="121" y="576"/>
                    </a:lnTo>
                    <a:lnTo>
                      <a:pt x="146" y="529"/>
                    </a:lnTo>
                    <a:lnTo>
                      <a:pt x="175" y="484"/>
                    </a:lnTo>
                    <a:lnTo>
                      <a:pt x="204" y="442"/>
                    </a:lnTo>
                    <a:lnTo>
                      <a:pt x="236" y="399"/>
                    </a:lnTo>
                    <a:lnTo>
                      <a:pt x="269" y="360"/>
                    </a:lnTo>
                    <a:lnTo>
                      <a:pt x="304" y="323"/>
                    </a:lnTo>
                    <a:lnTo>
                      <a:pt x="340" y="286"/>
                    </a:lnTo>
                    <a:lnTo>
                      <a:pt x="379" y="252"/>
                    </a:lnTo>
                    <a:lnTo>
                      <a:pt x="418" y="219"/>
                    </a:lnTo>
                    <a:lnTo>
                      <a:pt x="461" y="190"/>
                    </a:lnTo>
                    <a:lnTo>
                      <a:pt x="503" y="162"/>
                    </a:lnTo>
                    <a:lnTo>
                      <a:pt x="547" y="136"/>
                    </a:lnTo>
                    <a:lnTo>
                      <a:pt x="591" y="112"/>
                    </a:lnTo>
                    <a:lnTo>
                      <a:pt x="637" y="90"/>
                    </a:lnTo>
                    <a:lnTo>
                      <a:pt x="685" y="72"/>
                    </a:lnTo>
                    <a:lnTo>
                      <a:pt x="732" y="53"/>
                    </a:lnTo>
                    <a:lnTo>
                      <a:pt x="782" y="39"/>
                    </a:lnTo>
                    <a:lnTo>
                      <a:pt x="831" y="26"/>
                    </a:lnTo>
                    <a:lnTo>
                      <a:pt x="882" y="15"/>
                    </a:lnTo>
                    <a:lnTo>
                      <a:pt x="933" y="9"/>
                    </a:lnTo>
                    <a:lnTo>
                      <a:pt x="984" y="4"/>
                    </a:lnTo>
                    <a:lnTo>
                      <a:pt x="1037" y="0"/>
                    </a:lnTo>
                    <a:lnTo>
                      <a:pt x="1087" y="0"/>
                    </a:lnTo>
                    <a:lnTo>
                      <a:pt x="1140" y="4"/>
                    </a:lnTo>
                    <a:lnTo>
                      <a:pt x="1193" y="9"/>
                    </a:lnTo>
                    <a:lnTo>
                      <a:pt x="1245" y="17"/>
                    </a:lnTo>
                    <a:lnTo>
                      <a:pt x="1300" y="27"/>
                    </a:lnTo>
                    <a:lnTo>
                      <a:pt x="1353" y="41"/>
                    </a:lnTo>
                    <a:lnTo>
                      <a:pt x="1353" y="41"/>
                    </a:lnTo>
                    <a:lnTo>
                      <a:pt x="1403" y="56"/>
                    </a:lnTo>
                    <a:lnTo>
                      <a:pt x="1454" y="75"/>
                    </a:lnTo>
                    <a:lnTo>
                      <a:pt x="1504" y="97"/>
                    </a:lnTo>
                    <a:lnTo>
                      <a:pt x="1551" y="121"/>
                    </a:lnTo>
                    <a:lnTo>
                      <a:pt x="1597" y="146"/>
                    </a:lnTo>
                    <a:lnTo>
                      <a:pt x="1641" y="173"/>
                    </a:lnTo>
                    <a:lnTo>
                      <a:pt x="1684" y="202"/>
                    </a:lnTo>
                    <a:lnTo>
                      <a:pt x="1725" y="235"/>
                    </a:lnTo>
                    <a:lnTo>
                      <a:pt x="1764" y="269"/>
                    </a:lnTo>
                    <a:lnTo>
                      <a:pt x="1801" y="303"/>
                    </a:lnTo>
                    <a:lnTo>
                      <a:pt x="1837" y="340"/>
                    </a:lnTo>
                    <a:lnTo>
                      <a:pt x="1871" y="379"/>
                    </a:lnTo>
                    <a:lnTo>
                      <a:pt x="1903" y="418"/>
                    </a:lnTo>
                    <a:lnTo>
                      <a:pt x="1932" y="461"/>
                    </a:lnTo>
                    <a:lnTo>
                      <a:pt x="1959" y="503"/>
                    </a:lnTo>
                    <a:lnTo>
                      <a:pt x="1984" y="547"/>
                    </a:lnTo>
                    <a:lnTo>
                      <a:pt x="2008" y="591"/>
                    </a:lnTo>
                    <a:lnTo>
                      <a:pt x="2030" y="639"/>
                    </a:lnTo>
                    <a:lnTo>
                      <a:pt x="2049" y="685"/>
                    </a:lnTo>
                    <a:lnTo>
                      <a:pt x="2066" y="734"/>
                    </a:lnTo>
                    <a:lnTo>
                      <a:pt x="2081" y="783"/>
                    </a:lnTo>
                    <a:lnTo>
                      <a:pt x="2093" y="833"/>
                    </a:lnTo>
                    <a:lnTo>
                      <a:pt x="2103" y="884"/>
                    </a:lnTo>
                    <a:lnTo>
                      <a:pt x="2110" y="934"/>
                    </a:lnTo>
                    <a:lnTo>
                      <a:pt x="2115" y="987"/>
                    </a:lnTo>
                    <a:lnTo>
                      <a:pt x="2117" y="1038"/>
                    </a:lnTo>
                    <a:lnTo>
                      <a:pt x="2117" y="1091"/>
                    </a:lnTo>
                    <a:lnTo>
                      <a:pt x="2114" y="1145"/>
                    </a:lnTo>
                    <a:lnTo>
                      <a:pt x="2109" y="1198"/>
                    </a:lnTo>
                    <a:lnTo>
                      <a:pt x="2100" y="1250"/>
                    </a:lnTo>
                    <a:lnTo>
                      <a:pt x="2090" y="1303"/>
                    </a:lnTo>
                    <a:lnTo>
                      <a:pt x="2076" y="1357"/>
                    </a:lnTo>
                    <a:lnTo>
                      <a:pt x="2076" y="1357"/>
                    </a:lnTo>
                    <a:close/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Freeform 676"/>
              <p:cNvSpPr>
                <a:spLocks/>
              </p:cNvSpPr>
              <p:nvPr/>
            </p:nvSpPr>
            <p:spPr bwMode="auto">
              <a:xfrm>
                <a:off x="4810" y="2703"/>
                <a:ext cx="1059" cy="1066"/>
              </a:xfrm>
              <a:custGeom>
                <a:avLst/>
                <a:gdLst>
                  <a:gd name="T0" fmla="*/ 2059 w 2117"/>
                  <a:gd name="T1" fmla="*/ 1408 h 2132"/>
                  <a:gd name="T2" fmla="*/ 1996 w 2117"/>
                  <a:gd name="T3" fmla="*/ 1558 h 2132"/>
                  <a:gd name="T4" fmla="*/ 1913 w 2117"/>
                  <a:gd name="T5" fmla="*/ 1692 h 2132"/>
                  <a:gd name="T6" fmla="*/ 1813 w 2117"/>
                  <a:gd name="T7" fmla="*/ 1811 h 2132"/>
                  <a:gd name="T8" fmla="*/ 1699 w 2117"/>
                  <a:gd name="T9" fmla="*/ 1913 h 2132"/>
                  <a:gd name="T10" fmla="*/ 1570 w 2117"/>
                  <a:gd name="T11" fmla="*/ 1998 h 2132"/>
                  <a:gd name="T12" fmla="*/ 1432 w 2117"/>
                  <a:gd name="T13" fmla="*/ 2062 h 2132"/>
                  <a:gd name="T14" fmla="*/ 1286 w 2117"/>
                  <a:gd name="T15" fmla="*/ 2106 h 2132"/>
                  <a:gd name="T16" fmla="*/ 1133 w 2117"/>
                  <a:gd name="T17" fmla="*/ 2130 h 2132"/>
                  <a:gd name="T18" fmla="*/ 977 w 2117"/>
                  <a:gd name="T19" fmla="*/ 2130 h 2132"/>
                  <a:gd name="T20" fmla="*/ 819 w 2117"/>
                  <a:gd name="T21" fmla="*/ 2105 h 2132"/>
                  <a:gd name="T22" fmla="*/ 714 w 2117"/>
                  <a:gd name="T23" fmla="*/ 2076 h 2132"/>
                  <a:gd name="T24" fmla="*/ 566 w 2117"/>
                  <a:gd name="T25" fmla="*/ 2013 h 2132"/>
                  <a:gd name="T26" fmla="*/ 433 w 2117"/>
                  <a:gd name="T27" fmla="*/ 1930 h 2132"/>
                  <a:gd name="T28" fmla="*/ 316 w 2117"/>
                  <a:gd name="T29" fmla="*/ 1829 h 2132"/>
                  <a:gd name="T30" fmla="*/ 216 w 2117"/>
                  <a:gd name="T31" fmla="*/ 1714 h 2132"/>
                  <a:gd name="T32" fmla="*/ 133 w 2117"/>
                  <a:gd name="T33" fmla="*/ 1587 h 2132"/>
                  <a:gd name="T34" fmla="*/ 68 w 2117"/>
                  <a:gd name="T35" fmla="*/ 1447 h 2132"/>
                  <a:gd name="T36" fmla="*/ 24 w 2117"/>
                  <a:gd name="T37" fmla="*/ 1299 h 2132"/>
                  <a:gd name="T38" fmla="*/ 2 w 2117"/>
                  <a:gd name="T39" fmla="*/ 1147 h 2132"/>
                  <a:gd name="T40" fmla="*/ 3 w 2117"/>
                  <a:gd name="T41" fmla="*/ 989 h 2132"/>
                  <a:gd name="T42" fmla="*/ 27 w 2117"/>
                  <a:gd name="T43" fmla="*/ 829 h 2132"/>
                  <a:gd name="T44" fmla="*/ 58 w 2117"/>
                  <a:gd name="T45" fmla="*/ 724 h 2132"/>
                  <a:gd name="T46" fmla="*/ 121 w 2117"/>
                  <a:gd name="T47" fmla="*/ 574 h 2132"/>
                  <a:gd name="T48" fmla="*/ 204 w 2117"/>
                  <a:gd name="T49" fmla="*/ 440 h 2132"/>
                  <a:gd name="T50" fmla="*/ 304 w 2117"/>
                  <a:gd name="T51" fmla="*/ 321 h 2132"/>
                  <a:gd name="T52" fmla="*/ 418 w 2117"/>
                  <a:gd name="T53" fmla="*/ 219 h 2132"/>
                  <a:gd name="T54" fmla="*/ 547 w 2117"/>
                  <a:gd name="T55" fmla="*/ 136 h 2132"/>
                  <a:gd name="T56" fmla="*/ 685 w 2117"/>
                  <a:gd name="T57" fmla="*/ 70 h 2132"/>
                  <a:gd name="T58" fmla="*/ 831 w 2117"/>
                  <a:gd name="T59" fmla="*/ 25 h 2132"/>
                  <a:gd name="T60" fmla="*/ 984 w 2117"/>
                  <a:gd name="T61" fmla="*/ 3 h 2132"/>
                  <a:gd name="T62" fmla="*/ 1140 w 2117"/>
                  <a:gd name="T63" fmla="*/ 3 h 2132"/>
                  <a:gd name="T64" fmla="*/ 1298 w 2117"/>
                  <a:gd name="T65" fmla="*/ 27 h 2132"/>
                  <a:gd name="T66" fmla="*/ 1403 w 2117"/>
                  <a:gd name="T67" fmla="*/ 56 h 2132"/>
                  <a:gd name="T68" fmla="*/ 1551 w 2117"/>
                  <a:gd name="T69" fmla="*/ 119 h 2132"/>
                  <a:gd name="T70" fmla="*/ 1684 w 2117"/>
                  <a:gd name="T71" fmla="*/ 202 h 2132"/>
                  <a:gd name="T72" fmla="*/ 1801 w 2117"/>
                  <a:gd name="T73" fmla="*/ 302 h 2132"/>
                  <a:gd name="T74" fmla="*/ 1901 w 2117"/>
                  <a:gd name="T75" fmla="*/ 418 h 2132"/>
                  <a:gd name="T76" fmla="*/ 1984 w 2117"/>
                  <a:gd name="T77" fmla="*/ 547 h 2132"/>
                  <a:gd name="T78" fmla="*/ 2049 w 2117"/>
                  <a:gd name="T79" fmla="*/ 684 h 2132"/>
                  <a:gd name="T80" fmla="*/ 2093 w 2117"/>
                  <a:gd name="T81" fmla="*/ 832 h 2132"/>
                  <a:gd name="T82" fmla="*/ 2115 w 2117"/>
                  <a:gd name="T83" fmla="*/ 987 h 2132"/>
                  <a:gd name="T84" fmla="*/ 2113 w 2117"/>
                  <a:gd name="T85" fmla="*/ 1143 h 2132"/>
                  <a:gd name="T86" fmla="*/ 2090 w 2117"/>
                  <a:gd name="T87" fmla="*/ 1303 h 2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117" h="2132">
                    <a:moveTo>
                      <a:pt x="2076" y="1357"/>
                    </a:moveTo>
                    <a:lnTo>
                      <a:pt x="2076" y="1357"/>
                    </a:lnTo>
                    <a:lnTo>
                      <a:pt x="2059" y="1408"/>
                    </a:lnTo>
                    <a:lnTo>
                      <a:pt x="2040" y="1459"/>
                    </a:lnTo>
                    <a:lnTo>
                      <a:pt x="2020" y="1510"/>
                    </a:lnTo>
                    <a:lnTo>
                      <a:pt x="1996" y="1558"/>
                    </a:lnTo>
                    <a:lnTo>
                      <a:pt x="1971" y="1604"/>
                    </a:lnTo>
                    <a:lnTo>
                      <a:pt x="1944" y="1648"/>
                    </a:lnTo>
                    <a:lnTo>
                      <a:pt x="1913" y="1692"/>
                    </a:lnTo>
                    <a:lnTo>
                      <a:pt x="1882" y="1733"/>
                    </a:lnTo>
                    <a:lnTo>
                      <a:pt x="1848" y="1773"/>
                    </a:lnTo>
                    <a:lnTo>
                      <a:pt x="1813" y="1811"/>
                    </a:lnTo>
                    <a:lnTo>
                      <a:pt x="1777" y="1846"/>
                    </a:lnTo>
                    <a:lnTo>
                      <a:pt x="1738" y="1880"/>
                    </a:lnTo>
                    <a:lnTo>
                      <a:pt x="1699" y="1913"/>
                    </a:lnTo>
                    <a:lnTo>
                      <a:pt x="1656" y="1943"/>
                    </a:lnTo>
                    <a:lnTo>
                      <a:pt x="1614" y="1970"/>
                    </a:lnTo>
                    <a:lnTo>
                      <a:pt x="1570" y="1998"/>
                    </a:lnTo>
                    <a:lnTo>
                      <a:pt x="1526" y="2021"/>
                    </a:lnTo>
                    <a:lnTo>
                      <a:pt x="1480" y="2042"/>
                    </a:lnTo>
                    <a:lnTo>
                      <a:pt x="1432" y="2062"/>
                    </a:lnTo>
                    <a:lnTo>
                      <a:pt x="1385" y="2079"/>
                    </a:lnTo>
                    <a:lnTo>
                      <a:pt x="1335" y="2094"/>
                    </a:lnTo>
                    <a:lnTo>
                      <a:pt x="1286" y="2106"/>
                    </a:lnTo>
                    <a:lnTo>
                      <a:pt x="1235" y="2117"/>
                    </a:lnTo>
                    <a:lnTo>
                      <a:pt x="1184" y="2125"/>
                    </a:lnTo>
                    <a:lnTo>
                      <a:pt x="1133" y="2130"/>
                    </a:lnTo>
                    <a:lnTo>
                      <a:pt x="1080" y="2132"/>
                    </a:lnTo>
                    <a:lnTo>
                      <a:pt x="1030" y="2132"/>
                    </a:lnTo>
                    <a:lnTo>
                      <a:pt x="977" y="2130"/>
                    </a:lnTo>
                    <a:lnTo>
                      <a:pt x="924" y="2125"/>
                    </a:lnTo>
                    <a:lnTo>
                      <a:pt x="872" y="2117"/>
                    </a:lnTo>
                    <a:lnTo>
                      <a:pt x="819" y="2105"/>
                    </a:lnTo>
                    <a:lnTo>
                      <a:pt x="766" y="2091"/>
                    </a:lnTo>
                    <a:lnTo>
                      <a:pt x="766" y="2091"/>
                    </a:lnTo>
                    <a:lnTo>
                      <a:pt x="714" y="2076"/>
                    </a:lnTo>
                    <a:lnTo>
                      <a:pt x="663" y="2057"/>
                    </a:lnTo>
                    <a:lnTo>
                      <a:pt x="613" y="2035"/>
                    </a:lnTo>
                    <a:lnTo>
                      <a:pt x="566" y="2013"/>
                    </a:lnTo>
                    <a:lnTo>
                      <a:pt x="520" y="1987"/>
                    </a:lnTo>
                    <a:lnTo>
                      <a:pt x="476" y="1959"/>
                    </a:lnTo>
                    <a:lnTo>
                      <a:pt x="433" y="1930"/>
                    </a:lnTo>
                    <a:lnTo>
                      <a:pt x="392" y="1897"/>
                    </a:lnTo>
                    <a:lnTo>
                      <a:pt x="353" y="1865"/>
                    </a:lnTo>
                    <a:lnTo>
                      <a:pt x="316" y="1829"/>
                    </a:lnTo>
                    <a:lnTo>
                      <a:pt x="280" y="1792"/>
                    </a:lnTo>
                    <a:lnTo>
                      <a:pt x="246" y="1755"/>
                    </a:lnTo>
                    <a:lnTo>
                      <a:pt x="216" y="1714"/>
                    </a:lnTo>
                    <a:lnTo>
                      <a:pt x="185" y="1673"/>
                    </a:lnTo>
                    <a:lnTo>
                      <a:pt x="158" y="1631"/>
                    </a:lnTo>
                    <a:lnTo>
                      <a:pt x="133" y="1587"/>
                    </a:lnTo>
                    <a:lnTo>
                      <a:pt x="109" y="1541"/>
                    </a:lnTo>
                    <a:lnTo>
                      <a:pt x="87" y="1495"/>
                    </a:lnTo>
                    <a:lnTo>
                      <a:pt x="68" y="1447"/>
                    </a:lnTo>
                    <a:lnTo>
                      <a:pt x="51" y="1398"/>
                    </a:lnTo>
                    <a:lnTo>
                      <a:pt x="37" y="1350"/>
                    </a:lnTo>
                    <a:lnTo>
                      <a:pt x="24" y="1299"/>
                    </a:lnTo>
                    <a:lnTo>
                      <a:pt x="15" y="1248"/>
                    </a:lnTo>
                    <a:lnTo>
                      <a:pt x="7" y="1198"/>
                    </a:lnTo>
                    <a:lnTo>
                      <a:pt x="2" y="1147"/>
                    </a:lnTo>
                    <a:lnTo>
                      <a:pt x="0" y="1094"/>
                    </a:lnTo>
                    <a:lnTo>
                      <a:pt x="0" y="1041"/>
                    </a:lnTo>
                    <a:lnTo>
                      <a:pt x="3" y="989"/>
                    </a:lnTo>
                    <a:lnTo>
                      <a:pt x="8" y="936"/>
                    </a:lnTo>
                    <a:lnTo>
                      <a:pt x="17" y="882"/>
                    </a:lnTo>
                    <a:lnTo>
                      <a:pt x="27" y="829"/>
                    </a:lnTo>
                    <a:lnTo>
                      <a:pt x="41" y="776"/>
                    </a:lnTo>
                    <a:lnTo>
                      <a:pt x="41" y="776"/>
                    </a:lnTo>
                    <a:lnTo>
                      <a:pt x="58" y="724"/>
                    </a:lnTo>
                    <a:lnTo>
                      <a:pt x="76" y="673"/>
                    </a:lnTo>
                    <a:lnTo>
                      <a:pt x="97" y="623"/>
                    </a:lnTo>
                    <a:lnTo>
                      <a:pt x="121" y="574"/>
                    </a:lnTo>
                    <a:lnTo>
                      <a:pt x="146" y="528"/>
                    </a:lnTo>
                    <a:lnTo>
                      <a:pt x="173" y="484"/>
                    </a:lnTo>
                    <a:lnTo>
                      <a:pt x="204" y="440"/>
                    </a:lnTo>
                    <a:lnTo>
                      <a:pt x="234" y="399"/>
                    </a:lnTo>
                    <a:lnTo>
                      <a:pt x="268" y="360"/>
                    </a:lnTo>
                    <a:lnTo>
                      <a:pt x="304" y="321"/>
                    </a:lnTo>
                    <a:lnTo>
                      <a:pt x="340" y="285"/>
                    </a:lnTo>
                    <a:lnTo>
                      <a:pt x="379" y="251"/>
                    </a:lnTo>
                    <a:lnTo>
                      <a:pt x="418" y="219"/>
                    </a:lnTo>
                    <a:lnTo>
                      <a:pt x="460" y="190"/>
                    </a:lnTo>
                    <a:lnTo>
                      <a:pt x="503" y="161"/>
                    </a:lnTo>
                    <a:lnTo>
                      <a:pt x="547" y="136"/>
                    </a:lnTo>
                    <a:lnTo>
                      <a:pt x="591" y="112"/>
                    </a:lnTo>
                    <a:lnTo>
                      <a:pt x="637" y="90"/>
                    </a:lnTo>
                    <a:lnTo>
                      <a:pt x="685" y="70"/>
                    </a:lnTo>
                    <a:lnTo>
                      <a:pt x="732" y="53"/>
                    </a:lnTo>
                    <a:lnTo>
                      <a:pt x="781" y="39"/>
                    </a:lnTo>
                    <a:lnTo>
                      <a:pt x="831" y="25"/>
                    </a:lnTo>
                    <a:lnTo>
                      <a:pt x="882" y="15"/>
                    </a:lnTo>
                    <a:lnTo>
                      <a:pt x="933" y="8"/>
                    </a:lnTo>
                    <a:lnTo>
                      <a:pt x="984" y="3"/>
                    </a:lnTo>
                    <a:lnTo>
                      <a:pt x="1036" y="0"/>
                    </a:lnTo>
                    <a:lnTo>
                      <a:pt x="1087" y="0"/>
                    </a:lnTo>
                    <a:lnTo>
                      <a:pt x="1140" y="3"/>
                    </a:lnTo>
                    <a:lnTo>
                      <a:pt x="1193" y="8"/>
                    </a:lnTo>
                    <a:lnTo>
                      <a:pt x="1245" y="15"/>
                    </a:lnTo>
                    <a:lnTo>
                      <a:pt x="1298" y="27"/>
                    </a:lnTo>
                    <a:lnTo>
                      <a:pt x="1351" y="41"/>
                    </a:lnTo>
                    <a:lnTo>
                      <a:pt x="1351" y="41"/>
                    </a:lnTo>
                    <a:lnTo>
                      <a:pt x="1403" y="56"/>
                    </a:lnTo>
                    <a:lnTo>
                      <a:pt x="1454" y="75"/>
                    </a:lnTo>
                    <a:lnTo>
                      <a:pt x="1504" y="97"/>
                    </a:lnTo>
                    <a:lnTo>
                      <a:pt x="1551" y="119"/>
                    </a:lnTo>
                    <a:lnTo>
                      <a:pt x="1597" y="144"/>
                    </a:lnTo>
                    <a:lnTo>
                      <a:pt x="1641" y="173"/>
                    </a:lnTo>
                    <a:lnTo>
                      <a:pt x="1684" y="202"/>
                    </a:lnTo>
                    <a:lnTo>
                      <a:pt x="1724" y="234"/>
                    </a:lnTo>
                    <a:lnTo>
                      <a:pt x="1763" y="267"/>
                    </a:lnTo>
                    <a:lnTo>
                      <a:pt x="1801" y="302"/>
                    </a:lnTo>
                    <a:lnTo>
                      <a:pt x="1836" y="340"/>
                    </a:lnTo>
                    <a:lnTo>
                      <a:pt x="1870" y="377"/>
                    </a:lnTo>
                    <a:lnTo>
                      <a:pt x="1901" y="418"/>
                    </a:lnTo>
                    <a:lnTo>
                      <a:pt x="1932" y="459"/>
                    </a:lnTo>
                    <a:lnTo>
                      <a:pt x="1959" y="503"/>
                    </a:lnTo>
                    <a:lnTo>
                      <a:pt x="1984" y="547"/>
                    </a:lnTo>
                    <a:lnTo>
                      <a:pt x="2008" y="591"/>
                    </a:lnTo>
                    <a:lnTo>
                      <a:pt x="2030" y="637"/>
                    </a:lnTo>
                    <a:lnTo>
                      <a:pt x="2049" y="684"/>
                    </a:lnTo>
                    <a:lnTo>
                      <a:pt x="2066" y="734"/>
                    </a:lnTo>
                    <a:lnTo>
                      <a:pt x="2079" y="783"/>
                    </a:lnTo>
                    <a:lnTo>
                      <a:pt x="2093" y="832"/>
                    </a:lnTo>
                    <a:lnTo>
                      <a:pt x="2102" y="883"/>
                    </a:lnTo>
                    <a:lnTo>
                      <a:pt x="2110" y="934"/>
                    </a:lnTo>
                    <a:lnTo>
                      <a:pt x="2115" y="987"/>
                    </a:lnTo>
                    <a:lnTo>
                      <a:pt x="2117" y="1038"/>
                    </a:lnTo>
                    <a:lnTo>
                      <a:pt x="2117" y="1090"/>
                    </a:lnTo>
                    <a:lnTo>
                      <a:pt x="2113" y="1143"/>
                    </a:lnTo>
                    <a:lnTo>
                      <a:pt x="2108" y="1198"/>
                    </a:lnTo>
                    <a:lnTo>
                      <a:pt x="2100" y="1250"/>
                    </a:lnTo>
                    <a:lnTo>
                      <a:pt x="2090" y="1303"/>
                    </a:lnTo>
                    <a:lnTo>
                      <a:pt x="2076" y="1357"/>
                    </a:lnTo>
                    <a:lnTo>
                      <a:pt x="2076" y="1357"/>
                    </a:lnTo>
                    <a:close/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Freeform 677"/>
              <p:cNvSpPr>
                <a:spLocks/>
              </p:cNvSpPr>
              <p:nvPr/>
            </p:nvSpPr>
            <p:spPr bwMode="auto">
              <a:xfrm>
                <a:off x="4867" y="2805"/>
                <a:ext cx="804" cy="663"/>
              </a:xfrm>
              <a:custGeom>
                <a:avLst/>
                <a:gdLst>
                  <a:gd name="T0" fmla="*/ 0 w 1609"/>
                  <a:gd name="T1" fmla="*/ 1326 h 1326"/>
                  <a:gd name="T2" fmla="*/ 0 w 1609"/>
                  <a:gd name="T3" fmla="*/ 1326 h 1326"/>
                  <a:gd name="T4" fmla="*/ 26 w 1609"/>
                  <a:gd name="T5" fmla="*/ 1243 h 1326"/>
                  <a:gd name="T6" fmla="*/ 53 w 1609"/>
                  <a:gd name="T7" fmla="*/ 1162 h 1326"/>
                  <a:gd name="T8" fmla="*/ 83 w 1609"/>
                  <a:gd name="T9" fmla="*/ 1082 h 1326"/>
                  <a:gd name="T10" fmla="*/ 116 w 1609"/>
                  <a:gd name="T11" fmla="*/ 1005 h 1326"/>
                  <a:gd name="T12" fmla="*/ 151 w 1609"/>
                  <a:gd name="T13" fmla="*/ 931 h 1326"/>
                  <a:gd name="T14" fmla="*/ 189 w 1609"/>
                  <a:gd name="T15" fmla="*/ 858 h 1326"/>
                  <a:gd name="T16" fmla="*/ 228 w 1609"/>
                  <a:gd name="T17" fmla="*/ 786 h 1326"/>
                  <a:gd name="T18" fmla="*/ 269 w 1609"/>
                  <a:gd name="T19" fmla="*/ 718 h 1326"/>
                  <a:gd name="T20" fmla="*/ 311 w 1609"/>
                  <a:gd name="T21" fmla="*/ 654 h 1326"/>
                  <a:gd name="T22" fmla="*/ 357 w 1609"/>
                  <a:gd name="T23" fmla="*/ 591 h 1326"/>
                  <a:gd name="T24" fmla="*/ 403 w 1609"/>
                  <a:gd name="T25" fmla="*/ 531 h 1326"/>
                  <a:gd name="T26" fmla="*/ 452 w 1609"/>
                  <a:gd name="T27" fmla="*/ 474 h 1326"/>
                  <a:gd name="T28" fmla="*/ 501 w 1609"/>
                  <a:gd name="T29" fmla="*/ 419 h 1326"/>
                  <a:gd name="T30" fmla="*/ 552 w 1609"/>
                  <a:gd name="T31" fmla="*/ 367 h 1326"/>
                  <a:gd name="T32" fmla="*/ 605 w 1609"/>
                  <a:gd name="T33" fmla="*/ 319 h 1326"/>
                  <a:gd name="T34" fmla="*/ 658 w 1609"/>
                  <a:gd name="T35" fmla="*/ 273 h 1326"/>
                  <a:gd name="T36" fmla="*/ 714 w 1609"/>
                  <a:gd name="T37" fmla="*/ 231 h 1326"/>
                  <a:gd name="T38" fmla="*/ 768 w 1609"/>
                  <a:gd name="T39" fmla="*/ 192 h 1326"/>
                  <a:gd name="T40" fmla="*/ 826 w 1609"/>
                  <a:gd name="T41" fmla="*/ 156 h 1326"/>
                  <a:gd name="T42" fmla="*/ 884 w 1609"/>
                  <a:gd name="T43" fmla="*/ 124 h 1326"/>
                  <a:gd name="T44" fmla="*/ 941 w 1609"/>
                  <a:gd name="T45" fmla="*/ 97 h 1326"/>
                  <a:gd name="T46" fmla="*/ 1001 w 1609"/>
                  <a:gd name="T47" fmla="*/ 71 h 1326"/>
                  <a:gd name="T48" fmla="*/ 1060 w 1609"/>
                  <a:gd name="T49" fmla="*/ 49 h 1326"/>
                  <a:gd name="T50" fmla="*/ 1120 w 1609"/>
                  <a:gd name="T51" fmla="*/ 32 h 1326"/>
                  <a:gd name="T52" fmla="*/ 1181 w 1609"/>
                  <a:gd name="T53" fmla="*/ 17 h 1326"/>
                  <a:gd name="T54" fmla="*/ 1242 w 1609"/>
                  <a:gd name="T55" fmla="*/ 8 h 1326"/>
                  <a:gd name="T56" fmla="*/ 1303 w 1609"/>
                  <a:gd name="T57" fmla="*/ 1 h 1326"/>
                  <a:gd name="T58" fmla="*/ 1334 w 1609"/>
                  <a:gd name="T59" fmla="*/ 0 h 1326"/>
                  <a:gd name="T60" fmla="*/ 1364 w 1609"/>
                  <a:gd name="T61" fmla="*/ 0 h 1326"/>
                  <a:gd name="T62" fmla="*/ 1395 w 1609"/>
                  <a:gd name="T63" fmla="*/ 0 h 1326"/>
                  <a:gd name="T64" fmla="*/ 1425 w 1609"/>
                  <a:gd name="T65" fmla="*/ 1 h 1326"/>
                  <a:gd name="T66" fmla="*/ 1456 w 1609"/>
                  <a:gd name="T67" fmla="*/ 5 h 1326"/>
                  <a:gd name="T68" fmla="*/ 1487 w 1609"/>
                  <a:gd name="T69" fmla="*/ 8 h 1326"/>
                  <a:gd name="T70" fmla="*/ 1517 w 1609"/>
                  <a:gd name="T71" fmla="*/ 13 h 1326"/>
                  <a:gd name="T72" fmla="*/ 1548 w 1609"/>
                  <a:gd name="T73" fmla="*/ 18 h 1326"/>
                  <a:gd name="T74" fmla="*/ 1578 w 1609"/>
                  <a:gd name="T75" fmla="*/ 25 h 1326"/>
                  <a:gd name="T76" fmla="*/ 1609 w 1609"/>
                  <a:gd name="T77" fmla="*/ 34 h 1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609" h="1326">
                    <a:moveTo>
                      <a:pt x="0" y="1326"/>
                    </a:moveTo>
                    <a:lnTo>
                      <a:pt x="0" y="1326"/>
                    </a:lnTo>
                    <a:lnTo>
                      <a:pt x="26" y="1243"/>
                    </a:lnTo>
                    <a:lnTo>
                      <a:pt x="53" y="1162"/>
                    </a:lnTo>
                    <a:lnTo>
                      <a:pt x="83" y="1082"/>
                    </a:lnTo>
                    <a:lnTo>
                      <a:pt x="116" y="1005"/>
                    </a:lnTo>
                    <a:lnTo>
                      <a:pt x="151" y="931"/>
                    </a:lnTo>
                    <a:lnTo>
                      <a:pt x="189" y="858"/>
                    </a:lnTo>
                    <a:lnTo>
                      <a:pt x="228" y="786"/>
                    </a:lnTo>
                    <a:lnTo>
                      <a:pt x="269" y="718"/>
                    </a:lnTo>
                    <a:lnTo>
                      <a:pt x="311" y="654"/>
                    </a:lnTo>
                    <a:lnTo>
                      <a:pt x="357" y="591"/>
                    </a:lnTo>
                    <a:lnTo>
                      <a:pt x="403" y="531"/>
                    </a:lnTo>
                    <a:lnTo>
                      <a:pt x="452" y="474"/>
                    </a:lnTo>
                    <a:lnTo>
                      <a:pt x="501" y="419"/>
                    </a:lnTo>
                    <a:lnTo>
                      <a:pt x="552" y="367"/>
                    </a:lnTo>
                    <a:lnTo>
                      <a:pt x="605" y="319"/>
                    </a:lnTo>
                    <a:lnTo>
                      <a:pt x="658" y="273"/>
                    </a:lnTo>
                    <a:lnTo>
                      <a:pt x="714" y="231"/>
                    </a:lnTo>
                    <a:lnTo>
                      <a:pt x="768" y="192"/>
                    </a:lnTo>
                    <a:lnTo>
                      <a:pt x="826" y="156"/>
                    </a:lnTo>
                    <a:lnTo>
                      <a:pt x="884" y="124"/>
                    </a:lnTo>
                    <a:lnTo>
                      <a:pt x="941" y="97"/>
                    </a:lnTo>
                    <a:lnTo>
                      <a:pt x="1001" y="71"/>
                    </a:lnTo>
                    <a:lnTo>
                      <a:pt x="1060" y="49"/>
                    </a:lnTo>
                    <a:lnTo>
                      <a:pt x="1120" y="32"/>
                    </a:lnTo>
                    <a:lnTo>
                      <a:pt x="1181" y="17"/>
                    </a:lnTo>
                    <a:lnTo>
                      <a:pt x="1242" y="8"/>
                    </a:lnTo>
                    <a:lnTo>
                      <a:pt x="1303" y="1"/>
                    </a:lnTo>
                    <a:lnTo>
                      <a:pt x="1334" y="0"/>
                    </a:lnTo>
                    <a:lnTo>
                      <a:pt x="1364" y="0"/>
                    </a:lnTo>
                    <a:lnTo>
                      <a:pt x="1395" y="0"/>
                    </a:lnTo>
                    <a:lnTo>
                      <a:pt x="1425" y="1"/>
                    </a:lnTo>
                    <a:lnTo>
                      <a:pt x="1456" y="5"/>
                    </a:lnTo>
                    <a:lnTo>
                      <a:pt x="1487" y="8"/>
                    </a:lnTo>
                    <a:lnTo>
                      <a:pt x="1517" y="13"/>
                    </a:lnTo>
                    <a:lnTo>
                      <a:pt x="1548" y="18"/>
                    </a:lnTo>
                    <a:lnTo>
                      <a:pt x="1578" y="25"/>
                    </a:lnTo>
                    <a:lnTo>
                      <a:pt x="1609" y="34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Freeform 678"/>
              <p:cNvSpPr>
                <a:spLocks/>
              </p:cNvSpPr>
              <p:nvPr/>
            </p:nvSpPr>
            <p:spPr bwMode="auto">
              <a:xfrm>
                <a:off x="5277" y="2707"/>
                <a:ext cx="408" cy="964"/>
              </a:xfrm>
              <a:custGeom>
                <a:avLst/>
                <a:gdLst>
                  <a:gd name="T0" fmla="*/ 730 w 817"/>
                  <a:gd name="T1" fmla="*/ 1928 h 1928"/>
                  <a:gd name="T2" fmla="*/ 730 w 817"/>
                  <a:gd name="T3" fmla="*/ 1928 h 1928"/>
                  <a:gd name="T4" fmla="*/ 752 w 817"/>
                  <a:gd name="T5" fmla="*/ 1845 h 1928"/>
                  <a:gd name="T6" fmla="*/ 771 w 817"/>
                  <a:gd name="T7" fmla="*/ 1762 h 1928"/>
                  <a:gd name="T8" fmla="*/ 786 w 817"/>
                  <a:gd name="T9" fmla="*/ 1680 h 1928"/>
                  <a:gd name="T10" fmla="*/ 800 w 817"/>
                  <a:gd name="T11" fmla="*/ 1599 h 1928"/>
                  <a:gd name="T12" fmla="*/ 808 w 817"/>
                  <a:gd name="T13" fmla="*/ 1517 h 1928"/>
                  <a:gd name="T14" fmla="*/ 813 w 817"/>
                  <a:gd name="T15" fmla="*/ 1436 h 1928"/>
                  <a:gd name="T16" fmla="*/ 817 w 817"/>
                  <a:gd name="T17" fmla="*/ 1358 h 1928"/>
                  <a:gd name="T18" fmla="*/ 815 w 817"/>
                  <a:gd name="T19" fmla="*/ 1278 h 1928"/>
                  <a:gd name="T20" fmla="*/ 812 w 817"/>
                  <a:gd name="T21" fmla="*/ 1201 h 1928"/>
                  <a:gd name="T22" fmla="*/ 805 w 817"/>
                  <a:gd name="T23" fmla="*/ 1125 h 1928"/>
                  <a:gd name="T24" fmla="*/ 796 w 817"/>
                  <a:gd name="T25" fmla="*/ 1050 h 1928"/>
                  <a:gd name="T26" fmla="*/ 783 w 817"/>
                  <a:gd name="T27" fmla="*/ 977 h 1928"/>
                  <a:gd name="T28" fmla="*/ 768 w 817"/>
                  <a:gd name="T29" fmla="*/ 906 h 1928"/>
                  <a:gd name="T30" fmla="*/ 751 w 817"/>
                  <a:gd name="T31" fmla="*/ 836 h 1928"/>
                  <a:gd name="T32" fmla="*/ 729 w 817"/>
                  <a:gd name="T33" fmla="*/ 767 h 1928"/>
                  <a:gd name="T34" fmla="*/ 706 w 817"/>
                  <a:gd name="T35" fmla="*/ 702 h 1928"/>
                  <a:gd name="T36" fmla="*/ 679 w 817"/>
                  <a:gd name="T37" fmla="*/ 637 h 1928"/>
                  <a:gd name="T38" fmla="*/ 650 w 817"/>
                  <a:gd name="T39" fmla="*/ 575 h 1928"/>
                  <a:gd name="T40" fmla="*/ 620 w 817"/>
                  <a:gd name="T41" fmla="*/ 515 h 1928"/>
                  <a:gd name="T42" fmla="*/ 586 w 817"/>
                  <a:gd name="T43" fmla="*/ 457 h 1928"/>
                  <a:gd name="T44" fmla="*/ 548 w 817"/>
                  <a:gd name="T45" fmla="*/ 403 h 1928"/>
                  <a:gd name="T46" fmla="*/ 511 w 817"/>
                  <a:gd name="T47" fmla="*/ 352 h 1928"/>
                  <a:gd name="T48" fmla="*/ 469 w 817"/>
                  <a:gd name="T49" fmla="*/ 301 h 1928"/>
                  <a:gd name="T50" fmla="*/ 426 w 817"/>
                  <a:gd name="T51" fmla="*/ 255 h 1928"/>
                  <a:gd name="T52" fmla="*/ 380 w 817"/>
                  <a:gd name="T53" fmla="*/ 211 h 1928"/>
                  <a:gd name="T54" fmla="*/ 333 w 817"/>
                  <a:gd name="T55" fmla="*/ 172 h 1928"/>
                  <a:gd name="T56" fmla="*/ 282 w 817"/>
                  <a:gd name="T57" fmla="*/ 135 h 1928"/>
                  <a:gd name="T58" fmla="*/ 229 w 817"/>
                  <a:gd name="T59" fmla="*/ 101 h 1928"/>
                  <a:gd name="T60" fmla="*/ 175 w 817"/>
                  <a:gd name="T61" fmla="*/ 70 h 1928"/>
                  <a:gd name="T62" fmla="*/ 147 w 817"/>
                  <a:gd name="T63" fmla="*/ 56 h 1928"/>
                  <a:gd name="T64" fmla="*/ 119 w 817"/>
                  <a:gd name="T65" fmla="*/ 43 h 1928"/>
                  <a:gd name="T66" fmla="*/ 90 w 817"/>
                  <a:gd name="T67" fmla="*/ 31 h 1928"/>
                  <a:gd name="T68" fmla="*/ 61 w 817"/>
                  <a:gd name="T69" fmla="*/ 19 h 1928"/>
                  <a:gd name="T70" fmla="*/ 30 w 817"/>
                  <a:gd name="T71" fmla="*/ 9 h 1928"/>
                  <a:gd name="T72" fmla="*/ 0 w 817"/>
                  <a:gd name="T73" fmla="*/ 0 h 19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817" h="1928">
                    <a:moveTo>
                      <a:pt x="730" y="1928"/>
                    </a:moveTo>
                    <a:lnTo>
                      <a:pt x="730" y="1928"/>
                    </a:lnTo>
                    <a:lnTo>
                      <a:pt x="752" y="1845"/>
                    </a:lnTo>
                    <a:lnTo>
                      <a:pt x="771" y="1762"/>
                    </a:lnTo>
                    <a:lnTo>
                      <a:pt x="786" y="1680"/>
                    </a:lnTo>
                    <a:lnTo>
                      <a:pt x="800" y="1599"/>
                    </a:lnTo>
                    <a:lnTo>
                      <a:pt x="808" y="1517"/>
                    </a:lnTo>
                    <a:lnTo>
                      <a:pt x="813" y="1436"/>
                    </a:lnTo>
                    <a:lnTo>
                      <a:pt x="817" y="1358"/>
                    </a:lnTo>
                    <a:lnTo>
                      <a:pt x="815" y="1278"/>
                    </a:lnTo>
                    <a:lnTo>
                      <a:pt x="812" y="1201"/>
                    </a:lnTo>
                    <a:lnTo>
                      <a:pt x="805" y="1125"/>
                    </a:lnTo>
                    <a:lnTo>
                      <a:pt x="796" y="1050"/>
                    </a:lnTo>
                    <a:lnTo>
                      <a:pt x="783" y="977"/>
                    </a:lnTo>
                    <a:lnTo>
                      <a:pt x="768" y="906"/>
                    </a:lnTo>
                    <a:lnTo>
                      <a:pt x="751" y="836"/>
                    </a:lnTo>
                    <a:lnTo>
                      <a:pt x="729" y="767"/>
                    </a:lnTo>
                    <a:lnTo>
                      <a:pt x="706" y="702"/>
                    </a:lnTo>
                    <a:lnTo>
                      <a:pt x="679" y="637"/>
                    </a:lnTo>
                    <a:lnTo>
                      <a:pt x="650" y="575"/>
                    </a:lnTo>
                    <a:lnTo>
                      <a:pt x="620" y="515"/>
                    </a:lnTo>
                    <a:lnTo>
                      <a:pt x="586" y="457"/>
                    </a:lnTo>
                    <a:lnTo>
                      <a:pt x="548" y="403"/>
                    </a:lnTo>
                    <a:lnTo>
                      <a:pt x="511" y="352"/>
                    </a:lnTo>
                    <a:lnTo>
                      <a:pt x="469" y="301"/>
                    </a:lnTo>
                    <a:lnTo>
                      <a:pt x="426" y="255"/>
                    </a:lnTo>
                    <a:lnTo>
                      <a:pt x="380" y="211"/>
                    </a:lnTo>
                    <a:lnTo>
                      <a:pt x="333" y="172"/>
                    </a:lnTo>
                    <a:lnTo>
                      <a:pt x="282" y="135"/>
                    </a:lnTo>
                    <a:lnTo>
                      <a:pt x="229" y="101"/>
                    </a:lnTo>
                    <a:lnTo>
                      <a:pt x="175" y="70"/>
                    </a:lnTo>
                    <a:lnTo>
                      <a:pt x="147" y="56"/>
                    </a:lnTo>
                    <a:lnTo>
                      <a:pt x="119" y="43"/>
                    </a:lnTo>
                    <a:lnTo>
                      <a:pt x="90" y="31"/>
                    </a:lnTo>
                    <a:lnTo>
                      <a:pt x="61" y="19"/>
                    </a:lnTo>
                    <a:lnTo>
                      <a:pt x="30" y="9"/>
                    </a:ln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4" name="组合 133"/>
          <p:cNvGrpSpPr/>
          <p:nvPr/>
        </p:nvGrpSpPr>
        <p:grpSpPr>
          <a:xfrm>
            <a:off x="8238344" y="4387848"/>
            <a:ext cx="647682" cy="647682"/>
            <a:chOff x="8125315" y="4289874"/>
            <a:chExt cx="799484" cy="799484"/>
          </a:xfrm>
        </p:grpSpPr>
        <p:sp>
          <p:nvSpPr>
            <p:cNvPr id="135" name="椭圆 134"/>
            <p:cNvSpPr/>
            <p:nvPr/>
          </p:nvSpPr>
          <p:spPr>
            <a:xfrm>
              <a:off x="8125315" y="4289874"/>
              <a:ext cx="799484" cy="799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Freeform 331"/>
            <p:cNvSpPr>
              <a:spLocks noEditPoints="1"/>
            </p:cNvSpPr>
            <p:nvPr/>
          </p:nvSpPr>
          <p:spPr bwMode="auto">
            <a:xfrm>
              <a:off x="8260095" y="4403737"/>
              <a:ext cx="529923" cy="564876"/>
            </a:xfrm>
            <a:custGeom>
              <a:avLst/>
              <a:gdLst>
                <a:gd name="T0" fmla="*/ 684 w 1130"/>
                <a:gd name="T1" fmla="*/ 1186 h 1202"/>
                <a:gd name="T2" fmla="*/ 496 w 1130"/>
                <a:gd name="T3" fmla="*/ 1202 h 1202"/>
                <a:gd name="T4" fmla="*/ 346 w 1130"/>
                <a:gd name="T5" fmla="*/ 1174 h 1202"/>
                <a:gd name="T6" fmla="*/ 212 w 1130"/>
                <a:gd name="T7" fmla="*/ 1106 h 1202"/>
                <a:gd name="T8" fmla="*/ 106 w 1130"/>
                <a:gd name="T9" fmla="*/ 1000 h 1202"/>
                <a:gd name="T10" fmla="*/ 32 w 1130"/>
                <a:gd name="T11" fmla="*/ 862 h 1202"/>
                <a:gd name="T12" fmla="*/ 0 w 1130"/>
                <a:gd name="T13" fmla="*/ 694 h 1202"/>
                <a:gd name="T14" fmla="*/ 10 w 1130"/>
                <a:gd name="T15" fmla="*/ 532 h 1202"/>
                <a:gd name="T16" fmla="*/ 68 w 1130"/>
                <a:gd name="T17" fmla="*/ 352 h 1202"/>
                <a:gd name="T18" fmla="*/ 170 w 1130"/>
                <a:gd name="T19" fmla="*/ 198 h 1202"/>
                <a:gd name="T20" fmla="*/ 314 w 1130"/>
                <a:gd name="T21" fmla="*/ 82 h 1202"/>
                <a:gd name="T22" fmla="*/ 492 w 1130"/>
                <a:gd name="T23" fmla="*/ 14 h 1202"/>
                <a:gd name="T24" fmla="*/ 658 w 1130"/>
                <a:gd name="T25" fmla="*/ 2 h 1202"/>
                <a:gd name="T26" fmla="*/ 812 w 1130"/>
                <a:gd name="T27" fmla="*/ 30 h 1202"/>
                <a:gd name="T28" fmla="*/ 940 w 1130"/>
                <a:gd name="T29" fmla="*/ 96 h 1202"/>
                <a:gd name="T30" fmla="*/ 1038 w 1130"/>
                <a:gd name="T31" fmla="*/ 196 h 1202"/>
                <a:gd name="T32" fmla="*/ 1122 w 1130"/>
                <a:gd name="T33" fmla="*/ 396 h 1202"/>
                <a:gd name="T34" fmla="*/ 1116 w 1130"/>
                <a:gd name="T35" fmla="*/ 634 h 1202"/>
                <a:gd name="T36" fmla="*/ 1016 w 1130"/>
                <a:gd name="T37" fmla="*/ 828 h 1202"/>
                <a:gd name="T38" fmla="*/ 856 w 1130"/>
                <a:gd name="T39" fmla="*/ 908 h 1202"/>
                <a:gd name="T40" fmla="*/ 764 w 1130"/>
                <a:gd name="T41" fmla="*/ 896 h 1202"/>
                <a:gd name="T42" fmla="*/ 712 w 1130"/>
                <a:gd name="T43" fmla="*/ 842 h 1202"/>
                <a:gd name="T44" fmla="*/ 692 w 1130"/>
                <a:gd name="T45" fmla="*/ 758 h 1202"/>
                <a:gd name="T46" fmla="*/ 584 w 1130"/>
                <a:gd name="T47" fmla="*/ 872 h 1202"/>
                <a:gd name="T48" fmla="*/ 484 w 1130"/>
                <a:gd name="T49" fmla="*/ 908 h 1202"/>
                <a:gd name="T50" fmla="*/ 392 w 1130"/>
                <a:gd name="T51" fmla="*/ 902 h 1202"/>
                <a:gd name="T52" fmla="*/ 304 w 1130"/>
                <a:gd name="T53" fmla="*/ 838 h 1202"/>
                <a:gd name="T54" fmla="*/ 262 w 1130"/>
                <a:gd name="T55" fmla="*/ 718 h 1202"/>
                <a:gd name="T56" fmla="*/ 290 w 1130"/>
                <a:gd name="T57" fmla="*/ 538 h 1202"/>
                <a:gd name="T58" fmla="*/ 434 w 1130"/>
                <a:gd name="T59" fmla="*/ 356 h 1202"/>
                <a:gd name="T60" fmla="*/ 670 w 1130"/>
                <a:gd name="T61" fmla="*/ 284 h 1202"/>
                <a:gd name="T62" fmla="*/ 796 w 1130"/>
                <a:gd name="T63" fmla="*/ 300 h 1202"/>
                <a:gd name="T64" fmla="*/ 790 w 1130"/>
                <a:gd name="T65" fmla="*/ 678 h 1202"/>
                <a:gd name="T66" fmla="*/ 800 w 1130"/>
                <a:gd name="T67" fmla="*/ 798 h 1202"/>
                <a:gd name="T68" fmla="*/ 848 w 1130"/>
                <a:gd name="T69" fmla="*/ 826 h 1202"/>
                <a:gd name="T70" fmla="*/ 930 w 1130"/>
                <a:gd name="T71" fmla="*/ 794 h 1202"/>
                <a:gd name="T72" fmla="*/ 1008 w 1130"/>
                <a:gd name="T73" fmla="*/ 674 h 1202"/>
                <a:gd name="T74" fmla="*/ 1034 w 1130"/>
                <a:gd name="T75" fmla="*/ 512 h 1202"/>
                <a:gd name="T76" fmla="*/ 972 w 1130"/>
                <a:gd name="T77" fmla="*/ 264 h 1202"/>
                <a:gd name="T78" fmla="*/ 794 w 1130"/>
                <a:gd name="T79" fmla="*/ 112 h 1202"/>
                <a:gd name="T80" fmla="*/ 590 w 1130"/>
                <a:gd name="T81" fmla="*/ 80 h 1202"/>
                <a:gd name="T82" fmla="*/ 440 w 1130"/>
                <a:gd name="T83" fmla="*/ 110 h 1202"/>
                <a:gd name="T84" fmla="*/ 308 w 1130"/>
                <a:gd name="T85" fmla="*/ 184 h 1202"/>
                <a:gd name="T86" fmla="*/ 202 w 1130"/>
                <a:gd name="T87" fmla="*/ 296 h 1202"/>
                <a:gd name="T88" fmla="*/ 130 w 1130"/>
                <a:gd name="T89" fmla="*/ 444 h 1202"/>
                <a:gd name="T90" fmla="*/ 98 w 1130"/>
                <a:gd name="T91" fmla="*/ 622 h 1202"/>
                <a:gd name="T92" fmla="*/ 132 w 1130"/>
                <a:gd name="T93" fmla="*/ 848 h 1202"/>
                <a:gd name="T94" fmla="*/ 288 w 1130"/>
                <a:gd name="T95" fmla="*/ 1048 h 1202"/>
                <a:gd name="T96" fmla="*/ 542 w 1130"/>
                <a:gd name="T97" fmla="*/ 1120 h 1202"/>
                <a:gd name="T98" fmla="*/ 716 w 1130"/>
                <a:gd name="T99" fmla="*/ 1096 h 1202"/>
                <a:gd name="T100" fmla="*/ 736 w 1130"/>
                <a:gd name="T101" fmla="*/ 390 h 1202"/>
                <a:gd name="T102" fmla="*/ 622 w 1130"/>
                <a:gd name="T103" fmla="*/ 376 h 1202"/>
                <a:gd name="T104" fmla="*/ 474 w 1130"/>
                <a:gd name="T105" fmla="*/ 448 h 1202"/>
                <a:gd name="T106" fmla="*/ 386 w 1130"/>
                <a:gd name="T107" fmla="*/ 596 h 1202"/>
                <a:gd name="T108" fmla="*/ 382 w 1130"/>
                <a:gd name="T109" fmla="*/ 740 h 1202"/>
                <a:gd name="T110" fmla="*/ 428 w 1130"/>
                <a:gd name="T111" fmla="*/ 802 h 1202"/>
                <a:gd name="T112" fmla="*/ 488 w 1130"/>
                <a:gd name="T113" fmla="*/ 818 h 1202"/>
                <a:gd name="T114" fmla="*/ 594 w 1130"/>
                <a:gd name="T115" fmla="*/ 772 h 1202"/>
                <a:gd name="T116" fmla="*/ 674 w 1130"/>
                <a:gd name="T117" fmla="*/ 664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30" h="1202">
                  <a:moveTo>
                    <a:pt x="830" y="1134"/>
                  </a:moveTo>
                  <a:lnTo>
                    <a:pt x="830" y="1134"/>
                  </a:lnTo>
                  <a:lnTo>
                    <a:pt x="794" y="1150"/>
                  </a:lnTo>
                  <a:lnTo>
                    <a:pt x="758" y="1166"/>
                  </a:lnTo>
                  <a:lnTo>
                    <a:pt x="722" y="1178"/>
                  </a:lnTo>
                  <a:lnTo>
                    <a:pt x="684" y="1186"/>
                  </a:lnTo>
                  <a:lnTo>
                    <a:pt x="646" y="1194"/>
                  </a:lnTo>
                  <a:lnTo>
                    <a:pt x="606" y="1198"/>
                  </a:lnTo>
                  <a:lnTo>
                    <a:pt x="566" y="1202"/>
                  </a:lnTo>
                  <a:lnTo>
                    <a:pt x="522" y="1202"/>
                  </a:lnTo>
                  <a:lnTo>
                    <a:pt x="522" y="1202"/>
                  </a:lnTo>
                  <a:lnTo>
                    <a:pt x="496" y="1202"/>
                  </a:lnTo>
                  <a:lnTo>
                    <a:pt x="470" y="1200"/>
                  </a:lnTo>
                  <a:lnTo>
                    <a:pt x="444" y="1196"/>
                  </a:lnTo>
                  <a:lnTo>
                    <a:pt x="418" y="1192"/>
                  </a:lnTo>
                  <a:lnTo>
                    <a:pt x="394" y="1188"/>
                  </a:lnTo>
                  <a:lnTo>
                    <a:pt x="370" y="1180"/>
                  </a:lnTo>
                  <a:lnTo>
                    <a:pt x="346" y="1174"/>
                  </a:lnTo>
                  <a:lnTo>
                    <a:pt x="322" y="1164"/>
                  </a:lnTo>
                  <a:lnTo>
                    <a:pt x="298" y="1154"/>
                  </a:lnTo>
                  <a:lnTo>
                    <a:pt x="276" y="1144"/>
                  </a:lnTo>
                  <a:lnTo>
                    <a:pt x="254" y="1132"/>
                  </a:lnTo>
                  <a:lnTo>
                    <a:pt x="232" y="1120"/>
                  </a:lnTo>
                  <a:lnTo>
                    <a:pt x="212" y="1106"/>
                  </a:lnTo>
                  <a:lnTo>
                    <a:pt x="192" y="1090"/>
                  </a:lnTo>
                  <a:lnTo>
                    <a:pt x="174" y="1074"/>
                  </a:lnTo>
                  <a:lnTo>
                    <a:pt x="154" y="1058"/>
                  </a:lnTo>
                  <a:lnTo>
                    <a:pt x="138" y="1040"/>
                  </a:lnTo>
                  <a:lnTo>
                    <a:pt x="120" y="1020"/>
                  </a:lnTo>
                  <a:lnTo>
                    <a:pt x="106" y="1000"/>
                  </a:lnTo>
                  <a:lnTo>
                    <a:pt x="90" y="980"/>
                  </a:lnTo>
                  <a:lnTo>
                    <a:pt x="76" y="958"/>
                  </a:lnTo>
                  <a:lnTo>
                    <a:pt x="64" y="936"/>
                  </a:lnTo>
                  <a:lnTo>
                    <a:pt x="52" y="912"/>
                  </a:lnTo>
                  <a:lnTo>
                    <a:pt x="42" y="888"/>
                  </a:lnTo>
                  <a:lnTo>
                    <a:pt x="32" y="862"/>
                  </a:lnTo>
                  <a:lnTo>
                    <a:pt x="24" y="836"/>
                  </a:lnTo>
                  <a:lnTo>
                    <a:pt x="16" y="810"/>
                  </a:lnTo>
                  <a:lnTo>
                    <a:pt x="10" y="782"/>
                  </a:lnTo>
                  <a:lnTo>
                    <a:pt x="6" y="754"/>
                  </a:lnTo>
                  <a:lnTo>
                    <a:pt x="2" y="724"/>
                  </a:lnTo>
                  <a:lnTo>
                    <a:pt x="0" y="694"/>
                  </a:lnTo>
                  <a:lnTo>
                    <a:pt x="0" y="664"/>
                  </a:lnTo>
                  <a:lnTo>
                    <a:pt x="0" y="664"/>
                  </a:lnTo>
                  <a:lnTo>
                    <a:pt x="0" y="630"/>
                  </a:lnTo>
                  <a:lnTo>
                    <a:pt x="2" y="598"/>
                  </a:lnTo>
                  <a:lnTo>
                    <a:pt x="6" y="566"/>
                  </a:lnTo>
                  <a:lnTo>
                    <a:pt x="10" y="532"/>
                  </a:lnTo>
                  <a:lnTo>
                    <a:pt x="18" y="502"/>
                  </a:lnTo>
                  <a:lnTo>
                    <a:pt x="24" y="470"/>
                  </a:lnTo>
                  <a:lnTo>
                    <a:pt x="34" y="440"/>
                  </a:lnTo>
                  <a:lnTo>
                    <a:pt x="44" y="410"/>
                  </a:lnTo>
                  <a:lnTo>
                    <a:pt x="56" y="380"/>
                  </a:lnTo>
                  <a:lnTo>
                    <a:pt x="68" y="352"/>
                  </a:lnTo>
                  <a:lnTo>
                    <a:pt x="82" y="324"/>
                  </a:lnTo>
                  <a:lnTo>
                    <a:pt x="98" y="298"/>
                  </a:lnTo>
                  <a:lnTo>
                    <a:pt x="114" y="272"/>
                  </a:lnTo>
                  <a:lnTo>
                    <a:pt x="132" y="246"/>
                  </a:lnTo>
                  <a:lnTo>
                    <a:pt x="150" y="222"/>
                  </a:lnTo>
                  <a:lnTo>
                    <a:pt x="170" y="198"/>
                  </a:lnTo>
                  <a:lnTo>
                    <a:pt x="192" y="176"/>
                  </a:lnTo>
                  <a:lnTo>
                    <a:pt x="214" y="156"/>
                  </a:lnTo>
                  <a:lnTo>
                    <a:pt x="238" y="136"/>
                  </a:lnTo>
                  <a:lnTo>
                    <a:pt x="262" y="116"/>
                  </a:lnTo>
                  <a:lnTo>
                    <a:pt x="288" y="98"/>
                  </a:lnTo>
                  <a:lnTo>
                    <a:pt x="314" y="82"/>
                  </a:lnTo>
                  <a:lnTo>
                    <a:pt x="342" y="68"/>
                  </a:lnTo>
                  <a:lnTo>
                    <a:pt x="370" y="54"/>
                  </a:lnTo>
                  <a:lnTo>
                    <a:pt x="398" y="42"/>
                  </a:lnTo>
                  <a:lnTo>
                    <a:pt x="430" y="32"/>
                  </a:lnTo>
                  <a:lnTo>
                    <a:pt x="460" y="22"/>
                  </a:lnTo>
                  <a:lnTo>
                    <a:pt x="492" y="14"/>
                  </a:lnTo>
                  <a:lnTo>
                    <a:pt x="526" y="8"/>
                  </a:lnTo>
                  <a:lnTo>
                    <a:pt x="560" y="4"/>
                  </a:lnTo>
                  <a:lnTo>
                    <a:pt x="594" y="2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58" y="2"/>
                  </a:lnTo>
                  <a:lnTo>
                    <a:pt x="684" y="2"/>
                  </a:lnTo>
                  <a:lnTo>
                    <a:pt x="712" y="6"/>
                  </a:lnTo>
                  <a:lnTo>
                    <a:pt x="738" y="10"/>
                  </a:lnTo>
                  <a:lnTo>
                    <a:pt x="762" y="16"/>
                  </a:lnTo>
                  <a:lnTo>
                    <a:pt x="788" y="22"/>
                  </a:lnTo>
                  <a:lnTo>
                    <a:pt x="812" y="30"/>
                  </a:lnTo>
                  <a:lnTo>
                    <a:pt x="834" y="38"/>
                  </a:lnTo>
                  <a:lnTo>
                    <a:pt x="858" y="48"/>
                  </a:lnTo>
                  <a:lnTo>
                    <a:pt x="880" y="58"/>
                  </a:lnTo>
                  <a:lnTo>
                    <a:pt x="900" y="70"/>
                  </a:lnTo>
                  <a:lnTo>
                    <a:pt x="920" y="82"/>
                  </a:lnTo>
                  <a:lnTo>
                    <a:pt x="940" y="96"/>
                  </a:lnTo>
                  <a:lnTo>
                    <a:pt x="958" y="110"/>
                  </a:lnTo>
                  <a:lnTo>
                    <a:pt x="976" y="126"/>
                  </a:lnTo>
                  <a:lnTo>
                    <a:pt x="992" y="142"/>
                  </a:lnTo>
                  <a:lnTo>
                    <a:pt x="1008" y="158"/>
                  </a:lnTo>
                  <a:lnTo>
                    <a:pt x="1024" y="176"/>
                  </a:lnTo>
                  <a:lnTo>
                    <a:pt x="1038" y="196"/>
                  </a:lnTo>
                  <a:lnTo>
                    <a:pt x="1052" y="214"/>
                  </a:lnTo>
                  <a:lnTo>
                    <a:pt x="1064" y="236"/>
                  </a:lnTo>
                  <a:lnTo>
                    <a:pt x="1074" y="256"/>
                  </a:lnTo>
                  <a:lnTo>
                    <a:pt x="1094" y="300"/>
                  </a:lnTo>
                  <a:lnTo>
                    <a:pt x="1110" y="346"/>
                  </a:lnTo>
                  <a:lnTo>
                    <a:pt x="1122" y="396"/>
                  </a:lnTo>
                  <a:lnTo>
                    <a:pt x="1128" y="446"/>
                  </a:lnTo>
                  <a:lnTo>
                    <a:pt x="1130" y="500"/>
                  </a:lnTo>
                  <a:lnTo>
                    <a:pt x="1130" y="500"/>
                  </a:lnTo>
                  <a:lnTo>
                    <a:pt x="1128" y="546"/>
                  </a:lnTo>
                  <a:lnTo>
                    <a:pt x="1124" y="592"/>
                  </a:lnTo>
                  <a:lnTo>
                    <a:pt x="1116" y="634"/>
                  </a:lnTo>
                  <a:lnTo>
                    <a:pt x="1106" y="674"/>
                  </a:lnTo>
                  <a:lnTo>
                    <a:pt x="1092" y="710"/>
                  </a:lnTo>
                  <a:lnTo>
                    <a:pt x="1076" y="744"/>
                  </a:lnTo>
                  <a:lnTo>
                    <a:pt x="1058" y="774"/>
                  </a:lnTo>
                  <a:lnTo>
                    <a:pt x="1038" y="802"/>
                  </a:lnTo>
                  <a:lnTo>
                    <a:pt x="1016" y="828"/>
                  </a:lnTo>
                  <a:lnTo>
                    <a:pt x="992" y="848"/>
                  </a:lnTo>
                  <a:lnTo>
                    <a:pt x="968" y="868"/>
                  </a:lnTo>
                  <a:lnTo>
                    <a:pt x="942" y="882"/>
                  </a:lnTo>
                  <a:lnTo>
                    <a:pt x="914" y="894"/>
                  </a:lnTo>
                  <a:lnTo>
                    <a:pt x="884" y="904"/>
                  </a:lnTo>
                  <a:lnTo>
                    <a:pt x="856" y="908"/>
                  </a:lnTo>
                  <a:lnTo>
                    <a:pt x="824" y="910"/>
                  </a:lnTo>
                  <a:lnTo>
                    <a:pt x="824" y="910"/>
                  </a:lnTo>
                  <a:lnTo>
                    <a:pt x="800" y="908"/>
                  </a:lnTo>
                  <a:lnTo>
                    <a:pt x="788" y="906"/>
                  </a:lnTo>
                  <a:lnTo>
                    <a:pt x="776" y="902"/>
                  </a:lnTo>
                  <a:lnTo>
                    <a:pt x="764" y="896"/>
                  </a:lnTo>
                  <a:lnTo>
                    <a:pt x="754" y="890"/>
                  </a:lnTo>
                  <a:lnTo>
                    <a:pt x="744" y="884"/>
                  </a:lnTo>
                  <a:lnTo>
                    <a:pt x="734" y="874"/>
                  </a:lnTo>
                  <a:lnTo>
                    <a:pt x="726" y="864"/>
                  </a:lnTo>
                  <a:lnTo>
                    <a:pt x="718" y="854"/>
                  </a:lnTo>
                  <a:lnTo>
                    <a:pt x="712" y="842"/>
                  </a:lnTo>
                  <a:lnTo>
                    <a:pt x="706" y="828"/>
                  </a:lnTo>
                  <a:lnTo>
                    <a:pt x="702" y="812"/>
                  </a:lnTo>
                  <a:lnTo>
                    <a:pt x="698" y="796"/>
                  </a:lnTo>
                  <a:lnTo>
                    <a:pt x="698" y="778"/>
                  </a:lnTo>
                  <a:lnTo>
                    <a:pt x="698" y="758"/>
                  </a:lnTo>
                  <a:lnTo>
                    <a:pt x="692" y="758"/>
                  </a:lnTo>
                  <a:lnTo>
                    <a:pt x="692" y="758"/>
                  </a:lnTo>
                  <a:lnTo>
                    <a:pt x="668" y="794"/>
                  </a:lnTo>
                  <a:lnTo>
                    <a:pt x="642" y="826"/>
                  </a:lnTo>
                  <a:lnTo>
                    <a:pt x="614" y="852"/>
                  </a:lnTo>
                  <a:lnTo>
                    <a:pt x="600" y="862"/>
                  </a:lnTo>
                  <a:lnTo>
                    <a:pt x="584" y="872"/>
                  </a:lnTo>
                  <a:lnTo>
                    <a:pt x="570" y="882"/>
                  </a:lnTo>
                  <a:lnTo>
                    <a:pt x="554" y="890"/>
                  </a:lnTo>
                  <a:lnTo>
                    <a:pt x="536" y="896"/>
                  </a:lnTo>
                  <a:lnTo>
                    <a:pt x="520" y="902"/>
                  </a:lnTo>
                  <a:lnTo>
                    <a:pt x="502" y="906"/>
                  </a:lnTo>
                  <a:lnTo>
                    <a:pt x="484" y="908"/>
                  </a:lnTo>
                  <a:lnTo>
                    <a:pt x="466" y="910"/>
                  </a:lnTo>
                  <a:lnTo>
                    <a:pt x="446" y="910"/>
                  </a:lnTo>
                  <a:lnTo>
                    <a:pt x="446" y="910"/>
                  </a:lnTo>
                  <a:lnTo>
                    <a:pt x="428" y="910"/>
                  </a:lnTo>
                  <a:lnTo>
                    <a:pt x="410" y="906"/>
                  </a:lnTo>
                  <a:lnTo>
                    <a:pt x="392" y="902"/>
                  </a:lnTo>
                  <a:lnTo>
                    <a:pt x="376" y="896"/>
                  </a:lnTo>
                  <a:lnTo>
                    <a:pt x="360" y="888"/>
                  </a:lnTo>
                  <a:lnTo>
                    <a:pt x="344" y="878"/>
                  </a:lnTo>
                  <a:lnTo>
                    <a:pt x="330" y="866"/>
                  </a:lnTo>
                  <a:lnTo>
                    <a:pt x="316" y="852"/>
                  </a:lnTo>
                  <a:lnTo>
                    <a:pt x="304" y="838"/>
                  </a:lnTo>
                  <a:lnTo>
                    <a:pt x="292" y="822"/>
                  </a:lnTo>
                  <a:lnTo>
                    <a:pt x="284" y="804"/>
                  </a:lnTo>
                  <a:lnTo>
                    <a:pt x="276" y="784"/>
                  </a:lnTo>
                  <a:lnTo>
                    <a:pt x="268" y="764"/>
                  </a:lnTo>
                  <a:lnTo>
                    <a:pt x="264" y="742"/>
                  </a:lnTo>
                  <a:lnTo>
                    <a:pt x="262" y="718"/>
                  </a:lnTo>
                  <a:lnTo>
                    <a:pt x="260" y="692"/>
                  </a:lnTo>
                  <a:lnTo>
                    <a:pt x="260" y="692"/>
                  </a:lnTo>
                  <a:lnTo>
                    <a:pt x="262" y="654"/>
                  </a:lnTo>
                  <a:lnTo>
                    <a:pt x="268" y="614"/>
                  </a:lnTo>
                  <a:lnTo>
                    <a:pt x="278" y="576"/>
                  </a:lnTo>
                  <a:lnTo>
                    <a:pt x="290" y="538"/>
                  </a:lnTo>
                  <a:lnTo>
                    <a:pt x="306" y="504"/>
                  </a:lnTo>
                  <a:lnTo>
                    <a:pt x="326" y="470"/>
                  </a:lnTo>
                  <a:lnTo>
                    <a:pt x="350" y="438"/>
                  </a:lnTo>
                  <a:lnTo>
                    <a:pt x="374" y="408"/>
                  </a:lnTo>
                  <a:lnTo>
                    <a:pt x="404" y="380"/>
                  </a:lnTo>
                  <a:lnTo>
                    <a:pt x="434" y="356"/>
                  </a:lnTo>
                  <a:lnTo>
                    <a:pt x="468" y="336"/>
                  </a:lnTo>
                  <a:lnTo>
                    <a:pt x="504" y="318"/>
                  </a:lnTo>
                  <a:lnTo>
                    <a:pt x="542" y="304"/>
                  </a:lnTo>
                  <a:lnTo>
                    <a:pt x="582" y="292"/>
                  </a:lnTo>
                  <a:lnTo>
                    <a:pt x="626" y="286"/>
                  </a:lnTo>
                  <a:lnTo>
                    <a:pt x="670" y="284"/>
                  </a:lnTo>
                  <a:lnTo>
                    <a:pt x="670" y="284"/>
                  </a:lnTo>
                  <a:lnTo>
                    <a:pt x="696" y="284"/>
                  </a:lnTo>
                  <a:lnTo>
                    <a:pt x="724" y="286"/>
                  </a:lnTo>
                  <a:lnTo>
                    <a:pt x="750" y="290"/>
                  </a:lnTo>
                  <a:lnTo>
                    <a:pt x="774" y="294"/>
                  </a:lnTo>
                  <a:lnTo>
                    <a:pt x="796" y="300"/>
                  </a:lnTo>
                  <a:lnTo>
                    <a:pt x="818" y="306"/>
                  </a:lnTo>
                  <a:lnTo>
                    <a:pt x="836" y="312"/>
                  </a:lnTo>
                  <a:lnTo>
                    <a:pt x="854" y="320"/>
                  </a:lnTo>
                  <a:lnTo>
                    <a:pt x="798" y="632"/>
                  </a:lnTo>
                  <a:lnTo>
                    <a:pt x="798" y="632"/>
                  </a:lnTo>
                  <a:lnTo>
                    <a:pt x="790" y="678"/>
                  </a:lnTo>
                  <a:lnTo>
                    <a:pt x="786" y="718"/>
                  </a:lnTo>
                  <a:lnTo>
                    <a:pt x="786" y="750"/>
                  </a:lnTo>
                  <a:lnTo>
                    <a:pt x="788" y="766"/>
                  </a:lnTo>
                  <a:lnTo>
                    <a:pt x="792" y="778"/>
                  </a:lnTo>
                  <a:lnTo>
                    <a:pt x="794" y="788"/>
                  </a:lnTo>
                  <a:lnTo>
                    <a:pt x="800" y="798"/>
                  </a:lnTo>
                  <a:lnTo>
                    <a:pt x="806" y="806"/>
                  </a:lnTo>
                  <a:lnTo>
                    <a:pt x="812" y="814"/>
                  </a:lnTo>
                  <a:lnTo>
                    <a:pt x="820" y="818"/>
                  </a:lnTo>
                  <a:lnTo>
                    <a:pt x="828" y="822"/>
                  </a:lnTo>
                  <a:lnTo>
                    <a:pt x="838" y="824"/>
                  </a:lnTo>
                  <a:lnTo>
                    <a:pt x="848" y="826"/>
                  </a:lnTo>
                  <a:lnTo>
                    <a:pt x="848" y="826"/>
                  </a:lnTo>
                  <a:lnTo>
                    <a:pt x="864" y="826"/>
                  </a:lnTo>
                  <a:lnTo>
                    <a:pt x="880" y="822"/>
                  </a:lnTo>
                  <a:lnTo>
                    <a:pt x="898" y="816"/>
                  </a:lnTo>
                  <a:lnTo>
                    <a:pt x="914" y="806"/>
                  </a:lnTo>
                  <a:lnTo>
                    <a:pt x="930" y="794"/>
                  </a:lnTo>
                  <a:lnTo>
                    <a:pt x="946" y="780"/>
                  </a:lnTo>
                  <a:lnTo>
                    <a:pt x="960" y="764"/>
                  </a:lnTo>
                  <a:lnTo>
                    <a:pt x="974" y="744"/>
                  </a:lnTo>
                  <a:lnTo>
                    <a:pt x="986" y="724"/>
                  </a:lnTo>
                  <a:lnTo>
                    <a:pt x="998" y="700"/>
                  </a:lnTo>
                  <a:lnTo>
                    <a:pt x="1008" y="674"/>
                  </a:lnTo>
                  <a:lnTo>
                    <a:pt x="1018" y="644"/>
                  </a:lnTo>
                  <a:lnTo>
                    <a:pt x="1024" y="614"/>
                  </a:lnTo>
                  <a:lnTo>
                    <a:pt x="1030" y="582"/>
                  </a:lnTo>
                  <a:lnTo>
                    <a:pt x="1032" y="548"/>
                  </a:lnTo>
                  <a:lnTo>
                    <a:pt x="1034" y="512"/>
                  </a:lnTo>
                  <a:lnTo>
                    <a:pt x="1034" y="512"/>
                  </a:lnTo>
                  <a:lnTo>
                    <a:pt x="1032" y="466"/>
                  </a:lnTo>
                  <a:lnTo>
                    <a:pt x="1026" y="420"/>
                  </a:lnTo>
                  <a:lnTo>
                    <a:pt x="1018" y="378"/>
                  </a:lnTo>
                  <a:lnTo>
                    <a:pt x="1006" y="338"/>
                  </a:lnTo>
                  <a:lnTo>
                    <a:pt x="990" y="300"/>
                  </a:lnTo>
                  <a:lnTo>
                    <a:pt x="972" y="264"/>
                  </a:lnTo>
                  <a:lnTo>
                    <a:pt x="950" y="232"/>
                  </a:lnTo>
                  <a:lnTo>
                    <a:pt x="926" y="202"/>
                  </a:lnTo>
                  <a:lnTo>
                    <a:pt x="898" y="174"/>
                  </a:lnTo>
                  <a:lnTo>
                    <a:pt x="866" y="150"/>
                  </a:lnTo>
                  <a:lnTo>
                    <a:pt x="832" y="130"/>
                  </a:lnTo>
                  <a:lnTo>
                    <a:pt x="794" y="112"/>
                  </a:lnTo>
                  <a:lnTo>
                    <a:pt x="754" y="98"/>
                  </a:lnTo>
                  <a:lnTo>
                    <a:pt x="710" y="88"/>
                  </a:lnTo>
                  <a:lnTo>
                    <a:pt x="664" y="82"/>
                  </a:lnTo>
                  <a:lnTo>
                    <a:pt x="616" y="80"/>
                  </a:lnTo>
                  <a:lnTo>
                    <a:pt x="616" y="80"/>
                  </a:lnTo>
                  <a:lnTo>
                    <a:pt x="590" y="80"/>
                  </a:lnTo>
                  <a:lnTo>
                    <a:pt x="564" y="82"/>
                  </a:lnTo>
                  <a:lnTo>
                    <a:pt x="538" y="86"/>
                  </a:lnTo>
                  <a:lnTo>
                    <a:pt x="512" y="90"/>
                  </a:lnTo>
                  <a:lnTo>
                    <a:pt x="488" y="96"/>
                  </a:lnTo>
                  <a:lnTo>
                    <a:pt x="464" y="102"/>
                  </a:lnTo>
                  <a:lnTo>
                    <a:pt x="440" y="110"/>
                  </a:lnTo>
                  <a:lnTo>
                    <a:pt x="416" y="120"/>
                  </a:lnTo>
                  <a:lnTo>
                    <a:pt x="394" y="130"/>
                  </a:lnTo>
                  <a:lnTo>
                    <a:pt x="372" y="142"/>
                  </a:lnTo>
                  <a:lnTo>
                    <a:pt x="350" y="156"/>
                  </a:lnTo>
                  <a:lnTo>
                    <a:pt x="328" y="168"/>
                  </a:lnTo>
                  <a:lnTo>
                    <a:pt x="308" y="184"/>
                  </a:lnTo>
                  <a:lnTo>
                    <a:pt x="288" y="200"/>
                  </a:lnTo>
                  <a:lnTo>
                    <a:pt x="270" y="218"/>
                  </a:lnTo>
                  <a:lnTo>
                    <a:pt x="252" y="236"/>
                  </a:lnTo>
                  <a:lnTo>
                    <a:pt x="234" y="254"/>
                  </a:lnTo>
                  <a:lnTo>
                    <a:pt x="218" y="274"/>
                  </a:lnTo>
                  <a:lnTo>
                    <a:pt x="202" y="296"/>
                  </a:lnTo>
                  <a:lnTo>
                    <a:pt x="188" y="318"/>
                  </a:lnTo>
                  <a:lnTo>
                    <a:pt x="174" y="342"/>
                  </a:lnTo>
                  <a:lnTo>
                    <a:pt x="162" y="366"/>
                  </a:lnTo>
                  <a:lnTo>
                    <a:pt x="150" y="390"/>
                  </a:lnTo>
                  <a:lnTo>
                    <a:pt x="140" y="416"/>
                  </a:lnTo>
                  <a:lnTo>
                    <a:pt x="130" y="444"/>
                  </a:lnTo>
                  <a:lnTo>
                    <a:pt x="122" y="472"/>
                  </a:lnTo>
                  <a:lnTo>
                    <a:pt x="114" y="500"/>
                  </a:lnTo>
                  <a:lnTo>
                    <a:pt x="108" y="530"/>
                  </a:lnTo>
                  <a:lnTo>
                    <a:pt x="104" y="560"/>
                  </a:lnTo>
                  <a:lnTo>
                    <a:pt x="100" y="590"/>
                  </a:lnTo>
                  <a:lnTo>
                    <a:pt x="98" y="622"/>
                  </a:lnTo>
                  <a:lnTo>
                    <a:pt x="98" y="654"/>
                  </a:lnTo>
                  <a:lnTo>
                    <a:pt x="98" y="654"/>
                  </a:lnTo>
                  <a:lnTo>
                    <a:pt x="100" y="708"/>
                  </a:lnTo>
                  <a:lnTo>
                    <a:pt x="106" y="758"/>
                  </a:lnTo>
                  <a:lnTo>
                    <a:pt x="116" y="804"/>
                  </a:lnTo>
                  <a:lnTo>
                    <a:pt x="132" y="848"/>
                  </a:lnTo>
                  <a:lnTo>
                    <a:pt x="150" y="890"/>
                  </a:lnTo>
                  <a:lnTo>
                    <a:pt x="170" y="928"/>
                  </a:lnTo>
                  <a:lnTo>
                    <a:pt x="196" y="962"/>
                  </a:lnTo>
                  <a:lnTo>
                    <a:pt x="224" y="994"/>
                  </a:lnTo>
                  <a:lnTo>
                    <a:pt x="256" y="1024"/>
                  </a:lnTo>
                  <a:lnTo>
                    <a:pt x="288" y="1048"/>
                  </a:lnTo>
                  <a:lnTo>
                    <a:pt x="326" y="1070"/>
                  </a:lnTo>
                  <a:lnTo>
                    <a:pt x="364" y="1088"/>
                  </a:lnTo>
                  <a:lnTo>
                    <a:pt x="406" y="1102"/>
                  </a:lnTo>
                  <a:lnTo>
                    <a:pt x="450" y="1112"/>
                  </a:lnTo>
                  <a:lnTo>
                    <a:pt x="494" y="1118"/>
                  </a:lnTo>
                  <a:lnTo>
                    <a:pt x="542" y="1120"/>
                  </a:lnTo>
                  <a:lnTo>
                    <a:pt x="542" y="1120"/>
                  </a:lnTo>
                  <a:lnTo>
                    <a:pt x="578" y="1118"/>
                  </a:lnTo>
                  <a:lnTo>
                    <a:pt x="614" y="1116"/>
                  </a:lnTo>
                  <a:lnTo>
                    <a:pt x="650" y="1110"/>
                  </a:lnTo>
                  <a:lnTo>
                    <a:pt x="684" y="1104"/>
                  </a:lnTo>
                  <a:lnTo>
                    <a:pt x="716" y="1096"/>
                  </a:lnTo>
                  <a:lnTo>
                    <a:pt x="746" y="1086"/>
                  </a:lnTo>
                  <a:lnTo>
                    <a:pt x="776" y="1072"/>
                  </a:lnTo>
                  <a:lnTo>
                    <a:pt x="802" y="1060"/>
                  </a:lnTo>
                  <a:lnTo>
                    <a:pt x="830" y="1134"/>
                  </a:lnTo>
                  <a:close/>
                  <a:moveTo>
                    <a:pt x="736" y="390"/>
                  </a:moveTo>
                  <a:lnTo>
                    <a:pt x="736" y="390"/>
                  </a:lnTo>
                  <a:lnTo>
                    <a:pt x="722" y="384"/>
                  </a:lnTo>
                  <a:lnTo>
                    <a:pt x="702" y="380"/>
                  </a:lnTo>
                  <a:lnTo>
                    <a:pt x="678" y="376"/>
                  </a:lnTo>
                  <a:lnTo>
                    <a:pt x="650" y="376"/>
                  </a:lnTo>
                  <a:lnTo>
                    <a:pt x="650" y="376"/>
                  </a:lnTo>
                  <a:lnTo>
                    <a:pt x="622" y="376"/>
                  </a:lnTo>
                  <a:lnTo>
                    <a:pt x="594" y="382"/>
                  </a:lnTo>
                  <a:lnTo>
                    <a:pt x="568" y="390"/>
                  </a:lnTo>
                  <a:lnTo>
                    <a:pt x="542" y="400"/>
                  </a:lnTo>
                  <a:lnTo>
                    <a:pt x="518" y="414"/>
                  </a:lnTo>
                  <a:lnTo>
                    <a:pt x="496" y="430"/>
                  </a:lnTo>
                  <a:lnTo>
                    <a:pt x="474" y="448"/>
                  </a:lnTo>
                  <a:lnTo>
                    <a:pt x="454" y="468"/>
                  </a:lnTo>
                  <a:lnTo>
                    <a:pt x="436" y="490"/>
                  </a:lnTo>
                  <a:lnTo>
                    <a:pt x="422" y="514"/>
                  </a:lnTo>
                  <a:lnTo>
                    <a:pt x="408" y="540"/>
                  </a:lnTo>
                  <a:lnTo>
                    <a:pt x="396" y="566"/>
                  </a:lnTo>
                  <a:lnTo>
                    <a:pt x="386" y="596"/>
                  </a:lnTo>
                  <a:lnTo>
                    <a:pt x="380" y="624"/>
                  </a:lnTo>
                  <a:lnTo>
                    <a:pt x="376" y="654"/>
                  </a:lnTo>
                  <a:lnTo>
                    <a:pt x="374" y="686"/>
                  </a:lnTo>
                  <a:lnTo>
                    <a:pt x="374" y="686"/>
                  </a:lnTo>
                  <a:lnTo>
                    <a:pt x="376" y="714"/>
                  </a:lnTo>
                  <a:lnTo>
                    <a:pt x="382" y="740"/>
                  </a:lnTo>
                  <a:lnTo>
                    <a:pt x="390" y="762"/>
                  </a:lnTo>
                  <a:lnTo>
                    <a:pt x="396" y="772"/>
                  </a:lnTo>
                  <a:lnTo>
                    <a:pt x="402" y="780"/>
                  </a:lnTo>
                  <a:lnTo>
                    <a:pt x="410" y="788"/>
                  </a:lnTo>
                  <a:lnTo>
                    <a:pt x="418" y="796"/>
                  </a:lnTo>
                  <a:lnTo>
                    <a:pt x="428" y="802"/>
                  </a:lnTo>
                  <a:lnTo>
                    <a:pt x="438" y="808"/>
                  </a:lnTo>
                  <a:lnTo>
                    <a:pt x="450" y="812"/>
                  </a:lnTo>
                  <a:lnTo>
                    <a:pt x="462" y="814"/>
                  </a:lnTo>
                  <a:lnTo>
                    <a:pt x="474" y="816"/>
                  </a:lnTo>
                  <a:lnTo>
                    <a:pt x="488" y="818"/>
                  </a:lnTo>
                  <a:lnTo>
                    <a:pt x="488" y="818"/>
                  </a:lnTo>
                  <a:lnTo>
                    <a:pt x="506" y="816"/>
                  </a:lnTo>
                  <a:lnTo>
                    <a:pt x="526" y="812"/>
                  </a:lnTo>
                  <a:lnTo>
                    <a:pt x="544" y="804"/>
                  </a:lnTo>
                  <a:lnTo>
                    <a:pt x="560" y="796"/>
                  </a:lnTo>
                  <a:lnTo>
                    <a:pt x="578" y="784"/>
                  </a:lnTo>
                  <a:lnTo>
                    <a:pt x="594" y="772"/>
                  </a:lnTo>
                  <a:lnTo>
                    <a:pt x="610" y="756"/>
                  </a:lnTo>
                  <a:lnTo>
                    <a:pt x="624" y="740"/>
                  </a:lnTo>
                  <a:lnTo>
                    <a:pt x="638" y="722"/>
                  </a:lnTo>
                  <a:lnTo>
                    <a:pt x="652" y="704"/>
                  </a:lnTo>
                  <a:lnTo>
                    <a:pt x="664" y="684"/>
                  </a:lnTo>
                  <a:lnTo>
                    <a:pt x="674" y="664"/>
                  </a:lnTo>
                  <a:lnTo>
                    <a:pt x="682" y="644"/>
                  </a:lnTo>
                  <a:lnTo>
                    <a:pt x="690" y="624"/>
                  </a:lnTo>
                  <a:lnTo>
                    <a:pt x="696" y="602"/>
                  </a:lnTo>
                  <a:lnTo>
                    <a:pt x="700" y="582"/>
                  </a:lnTo>
                  <a:lnTo>
                    <a:pt x="736" y="390"/>
                  </a:lnTo>
                  <a:close/>
                </a:path>
              </a:pathLst>
            </a:custGeom>
            <a:solidFill>
              <a:schemeClr val="bg1"/>
            </a:solidFill>
            <a:ln w="19050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375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7793" y1="79787" x2="27793" y2="79787"/>
                        <a14:foregroundMark x1="32970" y1="66596" x2="39782" y2="91489"/>
                        <a14:foregroundMark x1="53951" y1="82340" x2="90191" y2="87234"/>
                        <a14:foregroundMark x1="32153" y1="87660" x2="12807" y2="88511"/>
                        <a14:foregroundMark x1="74387" y1="74894" x2="93733" y2="91489"/>
                        <a14:foregroundMark x1="29700" y1="71702" x2="2997" y2="85106"/>
                        <a14:foregroundMark x1="55858" y1="83617" x2="56676" y2="89149"/>
                        <a14:foregroundMark x1="14714" y1="92553" x2="47684" y2="94043"/>
                        <a14:foregroundMark x1="80654" y1="92553" x2="95913" y2="97234"/>
                        <a14:foregroundMark x1="95913" y1="85106" x2="97548" y2="95319"/>
                        <a14:backgroundMark x1="22343" y1="47234" x2="22343" y2="47234"/>
                        <a14:backgroundMark x1="31608" y1="45532" x2="34605" y2="59362"/>
                        <a14:backgroundMark x1="34060" y1="61702" x2="16894" y2="69574"/>
                        <a14:backgroundMark x1="17166" y1="69149" x2="0" y2="74681"/>
                        <a14:backgroundMark x1="545" y1="74468" x2="0" y2="426"/>
                        <a14:backgroundMark x1="2997" y1="1064" x2="99183" y2="1702"/>
                        <a14:backgroundMark x1="98365" y1="2340" x2="99455" y2="97872"/>
                        <a14:backgroundMark x1="98365" y1="97234" x2="97003" y2="83191"/>
                        <a14:backgroundMark x1="96730" y1="83617" x2="94278" y2="80426"/>
                        <a14:backgroundMark x1="94278" y1="80426" x2="66485" y2="66596"/>
                        <a14:backgroundMark x1="65940" y1="66596" x2="69755" y2="46596"/>
                        <a14:backgroundMark x1="69755" y1="46596" x2="72752" y2="47660"/>
                        <a14:backgroundMark x1="72752" y1="47234" x2="75204" y2="40851"/>
                        <a14:backgroundMark x1="73842" y1="34043" x2="74387" y2="404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345332"/>
            <a:ext cx="3412059" cy="436966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433406" y="5161756"/>
            <a:ext cx="15231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理查德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谢尔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0" y="0"/>
            <a:ext cx="304800" cy="5715000"/>
            <a:chOff x="0" y="0"/>
            <a:chExt cx="304800" cy="5737820"/>
          </a:xfrm>
        </p:grpSpPr>
        <p:sp>
          <p:nvSpPr>
            <p:cNvPr id="54" name="矩形 53"/>
            <p:cNvSpPr/>
            <p:nvPr/>
          </p:nvSpPr>
          <p:spPr>
            <a:xfrm>
              <a:off x="0" y="1633364"/>
              <a:ext cx="304800" cy="410445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0" y="769268"/>
              <a:ext cx="304800" cy="39905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04800" cy="3143250"/>
            </a:xfrm>
            <a:prstGeom prst="rect">
              <a:avLst/>
            </a:prstGeom>
          </p:spPr>
        </p:pic>
      </p:grpSp>
      <p:sp>
        <p:nvSpPr>
          <p:cNvPr id="3" name="矩形 2"/>
          <p:cNvSpPr/>
          <p:nvPr/>
        </p:nvSpPr>
        <p:spPr>
          <a:xfrm>
            <a:off x="3131840" y="769268"/>
            <a:ext cx="5616624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“这本书就是作为提高谈判实践的指南，而并非能够替代谈判本身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。因而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，从这里吸取你所发现的知识，建立自己的高效谈判风格的基础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/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每次谈判机会看做是提高自己技能的实验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/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你不断提高的信心、增加经验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，你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将发现谈判不再饱含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焦虑。相反，谈判将变成一种令人愉快而且有利可图的挑战。”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22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58" t="15591" r="-132" b="8268"/>
          <a:stretch/>
        </p:blipFill>
        <p:spPr>
          <a:xfrm>
            <a:off x="-72189" y="0"/>
            <a:ext cx="9312442" cy="4054642"/>
          </a:xfrm>
          <a:custGeom>
            <a:avLst/>
            <a:gdLst>
              <a:gd name="connsiteX0" fmla="*/ 0 w 9218443"/>
              <a:gd name="connsiteY0" fmla="*/ 0 h 4054642"/>
              <a:gd name="connsiteX1" fmla="*/ 9218443 w 9218443"/>
              <a:gd name="connsiteY1" fmla="*/ 0 h 4054642"/>
              <a:gd name="connsiteX2" fmla="*/ 9218443 w 9218443"/>
              <a:gd name="connsiteY2" fmla="*/ 4054642 h 4054642"/>
              <a:gd name="connsiteX3" fmla="*/ 6115423 w 9218443"/>
              <a:gd name="connsiteY3" fmla="*/ 4054642 h 4054642"/>
              <a:gd name="connsiteX4" fmla="*/ 4647570 w 9218443"/>
              <a:gd name="connsiteY4" fmla="*/ 2586789 h 4054642"/>
              <a:gd name="connsiteX5" fmla="*/ 3179717 w 9218443"/>
              <a:gd name="connsiteY5" fmla="*/ 4054642 h 4054642"/>
              <a:gd name="connsiteX6" fmla="*/ 0 w 9218443"/>
              <a:gd name="connsiteY6" fmla="*/ 4054642 h 405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18443" h="4054642">
                <a:moveTo>
                  <a:pt x="0" y="0"/>
                </a:moveTo>
                <a:lnTo>
                  <a:pt x="9218443" y="0"/>
                </a:lnTo>
                <a:lnTo>
                  <a:pt x="9218443" y="4054642"/>
                </a:lnTo>
                <a:lnTo>
                  <a:pt x="6115423" y="4054642"/>
                </a:lnTo>
                <a:cubicBezTo>
                  <a:pt x="6115423" y="3243969"/>
                  <a:pt x="5458243" y="2586789"/>
                  <a:pt x="4647570" y="2586789"/>
                </a:cubicBezTo>
                <a:cubicBezTo>
                  <a:pt x="3836897" y="2586789"/>
                  <a:pt x="3179717" y="3243969"/>
                  <a:pt x="3179717" y="4054642"/>
                </a:cubicBezTo>
                <a:lnTo>
                  <a:pt x="0" y="4054642"/>
                </a:lnTo>
                <a:close/>
              </a:path>
            </a:pathLst>
          </a:custGeom>
        </p:spPr>
      </p:pic>
      <p:sp>
        <p:nvSpPr>
          <p:cNvPr id="5" name="文本框 4"/>
          <p:cNvSpPr txBox="1"/>
          <p:nvPr/>
        </p:nvSpPr>
        <p:spPr>
          <a:xfrm>
            <a:off x="1614309" y="2477287"/>
            <a:ext cx="5939446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高效谈判的</a:t>
            </a:r>
            <a:r>
              <a:rPr lang="en-US" altLang="zh-CN" sz="19900" b="1" dirty="0" smtClean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6</a:t>
            </a:r>
            <a:r>
              <a:rPr lang="zh-CN" altLang="en-US" sz="32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个基本要素</a:t>
            </a:r>
            <a:endParaRPr lang="zh-CN" altLang="en-US" sz="32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480833" y="4251550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7884368" y="4242016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627857" y="4387848"/>
            <a:ext cx="632615" cy="632615"/>
            <a:chOff x="307932" y="4289874"/>
            <a:chExt cx="799484" cy="799484"/>
          </a:xfrm>
        </p:grpSpPr>
        <p:sp>
          <p:nvSpPr>
            <p:cNvPr id="27" name="椭圆 26"/>
            <p:cNvSpPr/>
            <p:nvPr/>
          </p:nvSpPr>
          <p:spPr>
            <a:xfrm>
              <a:off x="307932" y="4289874"/>
              <a:ext cx="799484" cy="7994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" name="Group 666"/>
            <p:cNvGrpSpPr>
              <a:grpSpLocks/>
            </p:cNvGrpSpPr>
            <p:nvPr/>
          </p:nvGrpSpPr>
          <p:grpSpPr bwMode="auto">
            <a:xfrm>
              <a:off x="445493" y="4429250"/>
              <a:ext cx="522888" cy="520732"/>
              <a:chOff x="4807" y="2702"/>
              <a:chExt cx="1062" cy="1067"/>
            </a:xfrm>
          </p:grpSpPr>
          <p:sp>
            <p:nvSpPr>
              <p:cNvPr id="29" name="Freeform 667"/>
              <p:cNvSpPr>
                <a:spLocks/>
              </p:cNvSpPr>
              <p:nvPr/>
            </p:nvSpPr>
            <p:spPr bwMode="auto">
              <a:xfrm>
                <a:off x="5187" y="2703"/>
                <a:ext cx="520" cy="303"/>
              </a:xfrm>
              <a:custGeom>
                <a:avLst/>
                <a:gdLst>
                  <a:gd name="T0" fmla="*/ 1034 w 1039"/>
                  <a:gd name="T1" fmla="*/ 450 h 606"/>
                  <a:gd name="T2" fmla="*/ 1024 w 1039"/>
                  <a:gd name="T3" fmla="*/ 476 h 606"/>
                  <a:gd name="T4" fmla="*/ 1009 w 1039"/>
                  <a:gd name="T5" fmla="*/ 501 h 606"/>
                  <a:gd name="T6" fmla="*/ 988 w 1039"/>
                  <a:gd name="T7" fmla="*/ 523 h 606"/>
                  <a:gd name="T8" fmla="*/ 965 w 1039"/>
                  <a:gd name="T9" fmla="*/ 542 h 606"/>
                  <a:gd name="T10" fmla="*/ 936 w 1039"/>
                  <a:gd name="T11" fmla="*/ 559 h 606"/>
                  <a:gd name="T12" fmla="*/ 868 w 1039"/>
                  <a:gd name="T13" fmla="*/ 586 h 606"/>
                  <a:gd name="T14" fmla="*/ 788 w 1039"/>
                  <a:gd name="T15" fmla="*/ 601 h 606"/>
                  <a:gd name="T16" fmla="*/ 698 w 1039"/>
                  <a:gd name="T17" fmla="*/ 606 h 606"/>
                  <a:gd name="T18" fmla="*/ 599 w 1039"/>
                  <a:gd name="T19" fmla="*/ 601 h 606"/>
                  <a:gd name="T20" fmla="*/ 497 w 1039"/>
                  <a:gd name="T21" fmla="*/ 583 h 606"/>
                  <a:gd name="T22" fmla="*/ 445 w 1039"/>
                  <a:gd name="T23" fmla="*/ 569 h 606"/>
                  <a:gd name="T24" fmla="*/ 341 w 1039"/>
                  <a:gd name="T25" fmla="*/ 533 h 606"/>
                  <a:gd name="T26" fmla="*/ 249 w 1039"/>
                  <a:gd name="T27" fmla="*/ 491 h 606"/>
                  <a:gd name="T28" fmla="*/ 169 w 1039"/>
                  <a:gd name="T29" fmla="*/ 442 h 606"/>
                  <a:gd name="T30" fmla="*/ 103 w 1039"/>
                  <a:gd name="T31" fmla="*/ 387 h 606"/>
                  <a:gd name="T32" fmla="*/ 51 w 1039"/>
                  <a:gd name="T33" fmla="*/ 329 h 606"/>
                  <a:gd name="T34" fmla="*/ 23 w 1039"/>
                  <a:gd name="T35" fmla="*/ 285 h 606"/>
                  <a:gd name="T36" fmla="*/ 11 w 1039"/>
                  <a:gd name="T37" fmla="*/ 256 h 606"/>
                  <a:gd name="T38" fmla="*/ 3 w 1039"/>
                  <a:gd name="T39" fmla="*/ 228 h 606"/>
                  <a:gd name="T40" fmla="*/ 0 w 1039"/>
                  <a:gd name="T41" fmla="*/ 199 h 606"/>
                  <a:gd name="T42" fmla="*/ 3 w 1039"/>
                  <a:gd name="T43" fmla="*/ 170 h 606"/>
                  <a:gd name="T44" fmla="*/ 6 w 1039"/>
                  <a:gd name="T45" fmla="*/ 156 h 606"/>
                  <a:gd name="T46" fmla="*/ 17 w 1039"/>
                  <a:gd name="T47" fmla="*/ 131 h 606"/>
                  <a:gd name="T48" fmla="*/ 32 w 1039"/>
                  <a:gd name="T49" fmla="*/ 105 h 606"/>
                  <a:gd name="T50" fmla="*/ 51 w 1039"/>
                  <a:gd name="T51" fmla="*/ 85 h 606"/>
                  <a:gd name="T52" fmla="*/ 76 w 1039"/>
                  <a:gd name="T53" fmla="*/ 64 h 606"/>
                  <a:gd name="T54" fmla="*/ 103 w 1039"/>
                  <a:gd name="T55" fmla="*/ 47 h 606"/>
                  <a:gd name="T56" fmla="*/ 171 w 1039"/>
                  <a:gd name="T57" fmla="*/ 20 h 606"/>
                  <a:gd name="T58" fmla="*/ 251 w 1039"/>
                  <a:gd name="T59" fmla="*/ 5 h 606"/>
                  <a:gd name="T60" fmla="*/ 341 w 1039"/>
                  <a:gd name="T61" fmla="*/ 0 h 606"/>
                  <a:gd name="T62" fmla="*/ 440 w 1039"/>
                  <a:gd name="T63" fmla="*/ 5 h 606"/>
                  <a:gd name="T64" fmla="*/ 543 w 1039"/>
                  <a:gd name="T65" fmla="*/ 24 h 606"/>
                  <a:gd name="T66" fmla="*/ 596 w 1039"/>
                  <a:gd name="T67" fmla="*/ 37 h 606"/>
                  <a:gd name="T68" fmla="*/ 698 w 1039"/>
                  <a:gd name="T69" fmla="*/ 73 h 606"/>
                  <a:gd name="T70" fmla="*/ 790 w 1039"/>
                  <a:gd name="T71" fmla="*/ 115 h 606"/>
                  <a:gd name="T72" fmla="*/ 869 w 1039"/>
                  <a:gd name="T73" fmla="*/ 165 h 606"/>
                  <a:gd name="T74" fmla="*/ 937 w 1039"/>
                  <a:gd name="T75" fmla="*/ 219 h 606"/>
                  <a:gd name="T76" fmla="*/ 988 w 1039"/>
                  <a:gd name="T77" fmla="*/ 277 h 606"/>
                  <a:gd name="T78" fmla="*/ 1016 w 1039"/>
                  <a:gd name="T79" fmla="*/ 321 h 606"/>
                  <a:gd name="T80" fmla="*/ 1029 w 1039"/>
                  <a:gd name="T81" fmla="*/ 350 h 606"/>
                  <a:gd name="T82" fmla="*/ 1036 w 1039"/>
                  <a:gd name="T83" fmla="*/ 379 h 606"/>
                  <a:gd name="T84" fmla="*/ 1039 w 1039"/>
                  <a:gd name="T85" fmla="*/ 408 h 606"/>
                  <a:gd name="T86" fmla="*/ 1038 w 1039"/>
                  <a:gd name="T87" fmla="*/ 436 h 606"/>
                  <a:gd name="T88" fmla="*/ 1034 w 1039"/>
                  <a:gd name="T89" fmla="*/ 450 h 6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39" h="606">
                    <a:moveTo>
                      <a:pt x="1034" y="450"/>
                    </a:moveTo>
                    <a:lnTo>
                      <a:pt x="1034" y="450"/>
                    </a:lnTo>
                    <a:lnTo>
                      <a:pt x="1029" y="464"/>
                    </a:lnTo>
                    <a:lnTo>
                      <a:pt x="1024" y="476"/>
                    </a:lnTo>
                    <a:lnTo>
                      <a:pt x="1016" y="489"/>
                    </a:lnTo>
                    <a:lnTo>
                      <a:pt x="1009" y="501"/>
                    </a:lnTo>
                    <a:lnTo>
                      <a:pt x="999" y="511"/>
                    </a:lnTo>
                    <a:lnTo>
                      <a:pt x="988" y="523"/>
                    </a:lnTo>
                    <a:lnTo>
                      <a:pt x="976" y="532"/>
                    </a:lnTo>
                    <a:lnTo>
                      <a:pt x="965" y="542"/>
                    </a:lnTo>
                    <a:lnTo>
                      <a:pt x="951" y="550"/>
                    </a:lnTo>
                    <a:lnTo>
                      <a:pt x="936" y="559"/>
                    </a:lnTo>
                    <a:lnTo>
                      <a:pt x="903" y="574"/>
                    </a:lnTo>
                    <a:lnTo>
                      <a:pt x="868" y="586"/>
                    </a:lnTo>
                    <a:lnTo>
                      <a:pt x="830" y="594"/>
                    </a:lnTo>
                    <a:lnTo>
                      <a:pt x="788" y="601"/>
                    </a:lnTo>
                    <a:lnTo>
                      <a:pt x="744" y="606"/>
                    </a:lnTo>
                    <a:lnTo>
                      <a:pt x="698" y="606"/>
                    </a:lnTo>
                    <a:lnTo>
                      <a:pt x="650" y="605"/>
                    </a:lnTo>
                    <a:lnTo>
                      <a:pt x="599" y="601"/>
                    </a:lnTo>
                    <a:lnTo>
                      <a:pt x="548" y="593"/>
                    </a:lnTo>
                    <a:lnTo>
                      <a:pt x="497" y="583"/>
                    </a:lnTo>
                    <a:lnTo>
                      <a:pt x="445" y="569"/>
                    </a:lnTo>
                    <a:lnTo>
                      <a:pt x="445" y="569"/>
                    </a:lnTo>
                    <a:lnTo>
                      <a:pt x="392" y="552"/>
                    </a:lnTo>
                    <a:lnTo>
                      <a:pt x="341" y="533"/>
                    </a:lnTo>
                    <a:lnTo>
                      <a:pt x="295" y="513"/>
                    </a:lnTo>
                    <a:lnTo>
                      <a:pt x="249" y="491"/>
                    </a:lnTo>
                    <a:lnTo>
                      <a:pt x="209" y="467"/>
                    </a:lnTo>
                    <a:lnTo>
                      <a:pt x="169" y="442"/>
                    </a:lnTo>
                    <a:lnTo>
                      <a:pt x="134" y="414"/>
                    </a:lnTo>
                    <a:lnTo>
                      <a:pt x="103" y="387"/>
                    </a:lnTo>
                    <a:lnTo>
                      <a:pt x="74" y="358"/>
                    </a:lnTo>
                    <a:lnTo>
                      <a:pt x="51" y="329"/>
                    </a:lnTo>
                    <a:lnTo>
                      <a:pt x="32" y="301"/>
                    </a:lnTo>
                    <a:lnTo>
                      <a:pt x="23" y="285"/>
                    </a:lnTo>
                    <a:lnTo>
                      <a:pt x="17" y="272"/>
                    </a:lnTo>
                    <a:lnTo>
                      <a:pt x="11" y="256"/>
                    </a:lnTo>
                    <a:lnTo>
                      <a:pt x="6" y="243"/>
                    </a:lnTo>
                    <a:lnTo>
                      <a:pt x="3" y="228"/>
                    </a:lnTo>
                    <a:lnTo>
                      <a:pt x="1" y="212"/>
                    </a:lnTo>
                    <a:lnTo>
                      <a:pt x="0" y="199"/>
                    </a:lnTo>
                    <a:lnTo>
                      <a:pt x="1" y="185"/>
                    </a:lnTo>
                    <a:lnTo>
                      <a:pt x="3" y="170"/>
                    </a:lnTo>
                    <a:lnTo>
                      <a:pt x="6" y="156"/>
                    </a:lnTo>
                    <a:lnTo>
                      <a:pt x="6" y="156"/>
                    </a:lnTo>
                    <a:lnTo>
                      <a:pt x="10" y="143"/>
                    </a:lnTo>
                    <a:lnTo>
                      <a:pt x="17" y="131"/>
                    </a:lnTo>
                    <a:lnTo>
                      <a:pt x="23" y="117"/>
                    </a:lnTo>
                    <a:lnTo>
                      <a:pt x="32" y="105"/>
                    </a:lnTo>
                    <a:lnTo>
                      <a:pt x="40" y="95"/>
                    </a:lnTo>
                    <a:lnTo>
                      <a:pt x="51" y="85"/>
                    </a:lnTo>
                    <a:lnTo>
                      <a:pt x="62" y="75"/>
                    </a:lnTo>
                    <a:lnTo>
                      <a:pt x="76" y="64"/>
                    </a:lnTo>
                    <a:lnTo>
                      <a:pt x="90" y="56"/>
                    </a:lnTo>
                    <a:lnTo>
                      <a:pt x="103" y="47"/>
                    </a:lnTo>
                    <a:lnTo>
                      <a:pt x="136" y="32"/>
                    </a:lnTo>
                    <a:lnTo>
                      <a:pt x="171" y="20"/>
                    </a:lnTo>
                    <a:lnTo>
                      <a:pt x="210" y="12"/>
                    </a:lnTo>
                    <a:lnTo>
                      <a:pt x="251" y="5"/>
                    </a:lnTo>
                    <a:lnTo>
                      <a:pt x="295" y="2"/>
                    </a:lnTo>
                    <a:lnTo>
                      <a:pt x="341" y="0"/>
                    </a:lnTo>
                    <a:lnTo>
                      <a:pt x="390" y="2"/>
                    </a:lnTo>
                    <a:lnTo>
                      <a:pt x="440" y="5"/>
                    </a:lnTo>
                    <a:lnTo>
                      <a:pt x="491" y="13"/>
                    </a:lnTo>
                    <a:lnTo>
                      <a:pt x="543" y="24"/>
                    </a:lnTo>
                    <a:lnTo>
                      <a:pt x="596" y="37"/>
                    </a:lnTo>
                    <a:lnTo>
                      <a:pt x="596" y="37"/>
                    </a:lnTo>
                    <a:lnTo>
                      <a:pt x="649" y="54"/>
                    </a:lnTo>
                    <a:lnTo>
                      <a:pt x="698" y="73"/>
                    </a:lnTo>
                    <a:lnTo>
                      <a:pt x="745" y="93"/>
                    </a:lnTo>
                    <a:lnTo>
                      <a:pt x="790" y="115"/>
                    </a:lnTo>
                    <a:lnTo>
                      <a:pt x="832" y="139"/>
                    </a:lnTo>
                    <a:lnTo>
                      <a:pt x="869" y="165"/>
                    </a:lnTo>
                    <a:lnTo>
                      <a:pt x="905" y="192"/>
                    </a:lnTo>
                    <a:lnTo>
                      <a:pt x="937" y="219"/>
                    </a:lnTo>
                    <a:lnTo>
                      <a:pt x="965" y="248"/>
                    </a:lnTo>
                    <a:lnTo>
                      <a:pt x="988" y="277"/>
                    </a:lnTo>
                    <a:lnTo>
                      <a:pt x="1009" y="306"/>
                    </a:lnTo>
                    <a:lnTo>
                      <a:pt x="1016" y="321"/>
                    </a:lnTo>
                    <a:lnTo>
                      <a:pt x="1022" y="335"/>
                    </a:lnTo>
                    <a:lnTo>
                      <a:pt x="1029" y="350"/>
                    </a:lnTo>
                    <a:lnTo>
                      <a:pt x="1033" y="365"/>
                    </a:lnTo>
                    <a:lnTo>
                      <a:pt x="1036" y="379"/>
                    </a:lnTo>
                    <a:lnTo>
                      <a:pt x="1039" y="394"/>
                    </a:lnTo>
                    <a:lnTo>
                      <a:pt x="1039" y="408"/>
                    </a:lnTo>
                    <a:lnTo>
                      <a:pt x="1039" y="423"/>
                    </a:lnTo>
                    <a:lnTo>
                      <a:pt x="1038" y="436"/>
                    </a:lnTo>
                    <a:lnTo>
                      <a:pt x="1034" y="450"/>
                    </a:lnTo>
                    <a:lnTo>
                      <a:pt x="1034" y="450"/>
                    </a:lnTo>
                    <a:close/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668"/>
              <p:cNvSpPr>
                <a:spLocks/>
              </p:cNvSpPr>
              <p:nvPr/>
            </p:nvSpPr>
            <p:spPr bwMode="auto">
              <a:xfrm>
                <a:off x="4954" y="2862"/>
                <a:ext cx="375" cy="374"/>
              </a:xfrm>
              <a:custGeom>
                <a:avLst/>
                <a:gdLst>
                  <a:gd name="T0" fmla="*/ 12 w 749"/>
                  <a:gd name="T1" fmla="*/ 0 h 747"/>
                  <a:gd name="T2" fmla="*/ 12 w 749"/>
                  <a:gd name="T3" fmla="*/ 0 h 747"/>
                  <a:gd name="T4" fmla="*/ 5 w 749"/>
                  <a:gd name="T5" fmla="*/ 25 h 747"/>
                  <a:gd name="T6" fmla="*/ 2 w 749"/>
                  <a:gd name="T7" fmla="*/ 51 h 747"/>
                  <a:gd name="T8" fmla="*/ 0 w 749"/>
                  <a:gd name="T9" fmla="*/ 78 h 747"/>
                  <a:gd name="T10" fmla="*/ 0 w 749"/>
                  <a:gd name="T11" fmla="*/ 105 h 747"/>
                  <a:gd name="T12" fmla="*/ 3 w 749"/>
                  <a:gd name="T13" fmla="*/ 130 h 747"/>
                  <a:gd name="T14" fmla="*/ 9 w 749"/>
                  <a:gd name="T15" fmla="*/ 158 h 747"/>
                  <a:gd name="T16" fmla="*/ 15 w 749"/>
                  <a:gd name="T17" fmla="*/ 185 h 747"/>
                  <a:gd name="T18" fmla="*/ 26 w 749"/>
                  <a:gd name="T19" fmla="*/ 212 h 747"/>
                  <a:gd name="T20" fmla="*/ 36 w 749"/>
                  <a:gd name="T21" fmla="*/ 239 h 747"/>
                  <a:gd name="T22" fmla="*/ 49 w 749"/>
                  <a:gd name="T23" fmla="*/ 266 h 747"/>
                  <a:gd name="T24" fmla="*/ 65 w 749"/>
                  <a:gd name="T25" fmla="*/ 293 h 747"/>
                  <a:gd name="T26" fmla="*/ 82 w 749"/>
                  <a:gd name="T27" fmla="*/ 319 h 747"/>
                  <a:gd name="T28" fmla="*/ 100 w 749"/>
                  <a:gd name="T29" fmla="*/ 346 h 747"/>
                  <a:gd name="T30" fmla="*/ 122 w 749"/>
                  <a:gd name="T31" fmla="*/ 372 h 747"/>
                  <a:gd name="T32" fmla="*/ 145 w 749"/>
                  <a:gd name="T33" fmla="*/ 399 h 747"/>
                  <a:gd name="T34" fmla="*/ 168 w 749"/>
                  <a:gd name="T35" fmla="*/ 424 h 747"/>
                  <a:gd name="T36" fmla="*/ 194 w 749"/>
                  <a:gd name="T37" fmla="*/ 450 h 747"/>
                  <a:gd name="T38" fmla="*/ 223 w 749"/>
                  <a:gd name="T39" fmla="*/ 474 h 747"/>
                  <a:gd name="T40" fmla="*/ 252 w 749"/>
                  <a:gd name="T41" fmla="*/ 497 h 747"/>
                  <a:gd name="T42" fmla="*/ 282 w 749"/>
                  <a:gd name="T43" fmla="*/ 521 h 747"/>
                  <a:gd name="T44" fmla="*/ 313 w 749"/>
                  <a:gd name="T45" fmla="*/ 545 h 747"/>
                  <a:gd name="T46" fmla="*/ 347 w 749"/>
                  <a:gd name="T47" fmla="*/ 567 h 747"/>
                  <a:gd name="T48" fmla="*/ 382 w 749"/>
                  <a:gd name="T49" fmla="*/ 589 h 747"/>
                  <a:gd name="T50" fmla="*/ 418 w 749"/>
                  <a:gd name="T51" fmla="*/ 609 h 747"/>
                  <a:gd name="T52" fmla="*/ 455 w 749"/>
                  <a:gd name="T53" fmla="*/ 630 h 747"/>
                  <a:gd name="T54" fmla="*/ 494 w 749"/>
                  <a:gd name="T55" fmla="*/ 650 h 747"/>
                  <a:gd name="T56" fmla="*/ 534 w 749"/>
                  <a:gd name="T57" fmla="*/ 669 h 747"/>
                  <a:gd name="T58" fmla="*/ 574 w 749"/>
                  <a:gd name="T59" fmla="*/ 686 h 747"/>
                  <a:gd name="T60" fmla="*/ 617 w 749"/>
                  <a:gd name="T61" fmla="*/ 703 h 747"/>
                  <a:gd name="T62" fmla="*/ 659 w 749"/>
                  <a:gd name="T63" fmla="*/ 718 h 747"/>
                  <a:gd name="T64" fmla="*/ 703 w 749"/>
                  <a:gd name="T65" fmla="*/ 733 h 747"/>
                  <a:gd name="T66" fmla="*/ 749 w 749"/>
                  <a:gd name="T67" fmla="*/ 747 h 7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49" h="747">
                    <a:moveTo>
                      <a:pt x="12" y="0"/>
                    </a:moveTo>
                    <a:lnTo>
                      <a:pt x="12" y="0"/>
                    </a:lnTo>
                    <a:lnTo>
                      <a:pt x="5" y="25"/>
                    </a:lnTo>
                    <a:lnTo>
                      <a:pt x="2" y="51"/>
                    </a:lnTo>
                    <a:lnTo>
                      <a:pt x="0" y="78"/>
                    </a:lnTo>
                    <a:lnTo>
                      <a:pt x="0" y="105"/>
                    </a:lnTo>
                    <a:lnTo>
                      <a:pt x="3" y="130"/>
                    </a:lnTo>
                    <a:lnTo>
                      <a:pt x="9" y="158"/>
                    </a:lnTo>
                    <a:lnTo>
                      <a:pt x="15" y="185"/>
                    </a:lnTo>
                    <a:lnTo>
                      <a:pt x="26" y="212"/>
                    </a:lnTo>
                    <a:lnTo>
                      <a:pt x="36" y="239"/>
                    </a:lnTo>
                    <a:lnTo>
                      <a:pt x="49" y="266"/>
                    </a:lnTo>
                    <a:lnTo>
                      <a:pt x="65" y="293"/>
                    </a:lnTo>
                    <a:lnTo>
                      <a:pt x="82" y="319"/>
                    </a:lnTo>
                    <a:lnTo>
                      <a:pt x="100" y="346"/>
                    </a:lnTo>
                    <a:lnTo>
                      <a:pt x="122" y="372"/>
                    </a:lnTo>
                    <a:lnTo>
                      <a:pt x="145" y="399"/>
                    </a:lnTo>
                    <a:lnTo>
                      <a:pt x="168" y="424"/>
                    </a:lnTo>
                    <a:lnTo>
                      <a:pt x="194" y="450"/>
                    </a:lnTo>
                    <a:lnTo>
                      <a:pt x="223" y="474"/>
                    </a:lnTo>
                    <a:lnTo>
                      <a:pt x="252" y="497"/>
                    </a:lnTo>
                    <a:lnTo>
                      <a:pt x="282" y="521"/>
                    </a:lnTo>
                    <a:lnTo>
                      <a:pt x="313" y="545"/>
                    </a:lnTo>
                    <a:lnTo>
                      <a:pt x="347" y="567"/>
                    </a:lnTo>
                    <a:lnTo>
                      <a:pt x="382" y="589"/>
                    </a:lnTo>
                    <a:lnTo>
                      <a:pt x="418" y="609"/>
                    </a:lnTo>
                    <a:lnTo>
                      <a:pt x="455" y="630"/>
                    </a:lnTo>
                    <a:lnTo>
                      <a:pt x="494" y="650"/>
                    </a:lnTo>
                    <a:lnTo>
                      <a:pt x="534" y="669"/>
                    </a:lnTo>
                    <a:lnTo>
                      <a:pt x="574" y="686"/>
                    </a:lnTo>
                    <a:lnTo>
                      <a:pt x="617" y="703"/>
                    </a:lnTo>
                    <a:lnTo>
                      <a:pt x="659" y="718"/>
                    </a:lnTo>
                    <a:lnTo>
                      <a:pt x="703" y="733"/>
                    </a:lnTo>
                    <a:lnTo>
                      <a:pt x="749" y="747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669"/>
              <p:cNvSpPr>
                <a:spLocks/>
              </p:cNvSpPr>
              <p:nvPr/>
            </p:nvSpPr>
            <p:spPr bwMode="auto">
              <a:xfrm>
                <a:off x="5329" y="3096"/>
                <a:ext cx="518" cy="168"/>
              </a:xfrm>
              <a:custGeom>
                <a:avLst/>
                <a:gdLst>
                  <a:gd name="T0" fmla="*/ 1037 w 1037"/>
                  <a:gd name="T1" fmla="*/ 0 h 337"/>
                  <a:gd name="T2" fmla="*/ 1037 w 1037"/>
                  <a:gd name="T3" fmla="*/ 0 h 337"/>
                  <a:gd name="T4" fmla="*/ 1028 w 1037"/>
                  <a:gd name="T5" fmla="*/ 28 h 337"/>
                  <a:gd name="T6" fmla="*/ 1016 w 1037"/>
                  <a:gd name="T7" fmla="*/ 53 h 337"/>
                  <a:gd name="T8" fmla="*/ 1003 w 1037"/>
                  <a:gd name="T9" fmla="*/ 79 h 337"/>
                  <a:gd name="T10" fmla="*/ 987 w 1037"/>
                  <a:gd name="T11" fmla="*/ 102 h 337"/>
                  <a:gd name="T12" fmla="*/ 970 w 1037"/>
                  <a:gd name="T13" fmla="*/ 124 h 337"/>
                  <a:gd name="T14" fmla="*/ 952 w 1037"/>
                  <a:gd name="T15" fmla="*/ 146 h 337"/>
                  <a:gd name="T16" fmla="*/ 931 w 1037"/>
                  <a:gd name="T17" fmla="*/ 167 h 337"/>
                  <a:gd name="T18" fmla="*/ 908 w 1037"/>
                  <a:gd name="T19" fmla="*/ 187 h 337"/>
                  <a:gd name="T20" fmla="*/ 884 w 1037"/>
                  <a:gd name="T21" fmla="*/ 206 h 337"/>
                  <a:gd name="T22" fmla="*/ 858 w 1037"/>
                  <a:gd name="T23" fmla="*/ 223 h 337"/>
                  <a:gd name="T24" fmla="*/ 829 w 1037"/>
                  <a:gd name="T25" fmla="*/ 238 h 337"/>
                  <a:gd name="T26" fmla="*/ 800 w 1037"/>
                  <a:gd name="T27" fmla="*/ 254 h 337"/>
                  <a:gd name="T28" fmla="*/ 770 w 1037"/>
                  <a:gd name="T29" fmla="*/ 267 h 337"/>
                  <a:gd name="T30" fmla="*/ 738 w 1037"/>
                  <a:gd name="T31" fmla="*/ 281 h 337"/>
                  <a:gd name="T32" fmla="*/ 705 w 1037"/>
                  <a:gd name="T33" fmla="*/ 293 h 337"/>
                  <a:gd name="T34" fmla="*/ 670 w 1037"/>
                  <a:gd name="T35" fmla="*/ 301 h 337"/>
                  <a:gd name="T36" fmla="*/ 634 w 1037"/>
                  <a:gd name="T37" fmla="*/ 311 h 337"/>
                  <a:gd name="T38" fmla="*/ 598 w 1037"/>
                  <a:gd name="T39" fmla="*/ 318 h 337"/>
                  <a:gd name="T40" fmla="*/ 559 w 1037"/>
                  <a:gd name="T41" fmla="*/ 325 h 337"/>
                  <a:gd name="T42" fmla="*/ 520 w 1037"/>
                  <a:gd name="T43" fmla="*/ 330 h 337"/>
                  <a:gd name="T44" fmla="*/ 481 w 1037"/>
                  <a:gd name="T45" fmla="*/ 333 h 337"/>
                  <a:gd name="T46" fmla="*/ 440 w 1037"/>
                  <a:gd name="T47" fmla="*/ 335 h 337"/>
                  <a:gd name="T48" fmla="*/ 400 w 1037"/>
                  <a:gd name="T49" fmla="*/ 337 h 337"/>
                  <a:gd name="T50" fmla="*/ 357 w 1037"/>
                  <a:gd name="T51" fmla="*/ 335 h 337"/>
                  <a:gd name="T52" fmla="*/ 315 w 1037"/>
                  <a:gd name="T53" fmla="*/ 333 h 337"/>
                  <a:gd name="T54" fmla="*/ 270 w 1037"/>
                  <a:gd name="T55" fmla="*/ 330 h 337"/>
                  <a:gd name="T56" fmla="*/ 226 w 1037"/>
                  <a:gd name="T57" fmla="*/ 325 h 337"/>
                  <a:gd name="T58" fmla="*/ 182 w 1037"/>
                  <a:gd name="T59" fmla="*/ 320 h 337"/>
                  <a:gd name="T60" fmla="*/ 136 w 1037"/>
                  <a:gd name="T61" fmla="*/ 311 h 337"/>
                  <a:gd name="T62" fmla="*/ 92 w 1037"/>
                  <a:gd name="T63" fmla="*/ 303 h 337"/>
                  <a:gd name="T64" fmla="*/ 46 w 1037"/>
                  <a:gd name="T65" fmla="*/ 291 h 337"/>
                  <a:gd name="T66" fmla="*/ 0 w 1037"/>
                  <a:gd name="T67" fmla="*/ 279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037" h="337">
                    <a:moveTo>
                      <a:pt x="1037" y="0"/>
                    </a:moveTo>
                    <a:lnTo>
                      <a:pt x="1037" y="0"/>
                    </a:lnTo>
                    <a:lnTo>
                      <a:pt x="1028" y="28"/>
                    </a:lnTo>
                    <a:lnTo>
                      <a:pt x="1016" y="53"/>
                    </a:lnTo>
                    <a:lnTo>
                      <a:pt x="1003" y="79"/>
                    </a:lnTo>
                    <a:lnTo>
                      <a:pt x="987" y="102"/>
                    </a:lnTo>
                    <a:lnTo>
                      <a:pt x="970" y="124"/>
                    </a:lnTo>
                    <a:lnTo>
                      <a:pt x="952" y="146"/>
                    </a:lnTo>
                    <a:lnTo>
                      <a:pt x="931" y="167"/>
                    </a:lnTo>
                    <a:lnTo>
                      <a:pt x="908" y="187"/>
                    </a:lnTo>
                    <a:lnTo>
                      <a:pt x="884" y="206"/>
                    </a:lnTo>
                    <a:lnTo>
                      <a:pt x="858" y="223"/>
                    </a:lnTo>
                    <a:lnTo>
                      <a:pt x="829" y="238"/>
                    </a:lnTo>
                    <a:lnTo>
                      <a:pt x="800" y="254"/>
                    </a:lnTo>
                    <a:lnTo>
                      <a:pt x="770" y="267"/>
                    </a:lnTo>
                    <a:lnTo>
                      <a:pt x="738" y="281"/>
                    </a:lnTo>
                    <a:lnTo>
                      <a:pt x="705" y="293"/>
                    </a:lnTo>
                    <a:lnTo>
                      <a:pt x="670" y="301"/>
                    </a:lnTo>
                    <a:lnTo>
                      <a:pt x="634" y="311"/>
                    </a:lnTo>
                    <a:lnTo>
                      <a:pt x="598" y="318"/>
                    </a:lnTo>
                    <a:lnTo>
                      <a:pt x="559" y="325"/>
                    </a:lnTo>
                    <a:lnTo>
                      <a:pt x="520" y="330"/>
                    </a:lnTo>
                    <a:lnTo>
                      <a:pt x="481" y="333"/>
                    </a:lnTo>
                    <a:lnTo>
                      <a:pt x="440" y="335"/>
                    </a:lnTo>
                    <a:lnTo>
                      <a:pt x="400" y="337"/>
                    </a:lnTo>
                    <a:lnTo>
                      <a:pt x="357" y="335"/>
                    </a:lnTo>
                    <a:lnTo>
                      <a:pt x="315" y="333"/>
                    </a:lnTo>
                    <a:lnTo>
                      <a:pt x="270" y="330"/>
                    </a:lnTo>
                    <a:lnTo>
                      <a:pt x="226" y="325"/>
                    </a:lnTo>
                    <a:lnTo>
                      <a:pt x="182" y="320"/>
                    </a:lnTo>
                    <a:lnTo>
                      <a:pt x="136" y="311"/>
                    </a:lnTo>
                    <a:lnTo>
                      <a:pt x="92" y="303"/>
                    </a:lnTo>
                    <a:lnTo>
                      <a:pt x="46" y="291"/>
                    </a:lnTo>
                    <a:lnTo>
                      <a:pt x="0" y="279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670"/>
              <p:cNvSpPr>
                <a:spLocks/>
              </p:cNvSpPr>
              <p:nvPr/>
            </p:nvSpPr>
            <p:spPr bwMode="auto">
              <a:xfrm>
                <a:off x="4814" y="3138"/>
                <a:ext cx="448" cy="355"/>
              </a:xfrm>
              <a:custGeom>
                <a:avLst/>
                <a:gdLst>
                  <a:gd name="T0" fmla="*/ 7 w 897"/>
                  <a:gd name="T1" fmla="*/ 0 h 710"/>
                  <a:gd name="T2" fmla="*/ 7 w 897"/>
                  <a:gd name="T3" fmla="*/ 0 h 710"/>
                  <a:gd name="T4" fmla="*/ 1 w 897"/>
                  <a:gd name="T5" fmla="*/ 22 h 710"/>
                  <a:gd name="T6" fmla="*/ 0 w 897"/>
                  <a:gd name="T7" fmla="*/ 44 h 710"/>
                  <a:gd name="T8" fmla="*/ 0 w 897"/>
                  <a:gd name="T9" fmla="*/ 68 h 710"/>
                  <a:gd name="T10" fmla="*/ 3 w 897"/>
                  <a:gd name="T11" fmla="*/ 90 h 710"/>
                  <a:gd name="T12" fmla="*/ 8 w 897"/>
                  <a:gd name="T13" fmla="*/ 113 h 710"/>
                  <a:gd name="T14" fmla="*/ 15 w 897"/>
                  <a:gd name="T15" fmla="*/ 137 h 710"/>
                  <a:gd name="T16" fmla="*/ 25 w 897"/>
                  <a:gd name="T17" fmla="*/ 163 h 710"/>
                  <a:gd name="T18" fmla="*/ 39 w 897"/>
                  <a:gd name="T19" fmla="*/ 187 h 710"/>
                  <a:gd name="T20" fmla="*/ 54 w 897"/>
                  <a:gd name="T21" fmla="*/ 210 h 710"/>
                  <a:gd name="T22" fmla="*/ 71 w 897"/>
                  <a:gd name="T23" fmla="*/ 236 h 710"/>
                  <a:gd name="T24" fmla="*/ 90 w 897"/>
                  <a:gd name="T25" fmla="*/ 260 h 710"/>
                  <a:gd name="T26" fmla="*/ 112 w 897"/>
                  <a:gd name="T27" fmla="*/ 285 h 710"/>
                  <a:gd name="T28" fmla="*/ 134 w 897"/>
                  <a:gd name="T29" fmla="*/ 309 h 710"/>
                  <a:gd name="T30" fmla="*/ 159 w 897"/>
                  <a:gd name="T31" fmla="*/ 334 h 710"/>
                  <a:gd name="T32" fmla="*/ 188 w 897"/>
                  <a:gd name="T33" fmla="*/ 358 h 710"/>
                  <a:gd name="T34" fmla="*/ 217 w 897"/>
                  <a:gd name="T35" fmla="*/ 382 h 710"/>
                  <a:gd name="T36" fmla="*/ 248 w 897"/>
                  <a:gd name="T37" fmla="*/ 407 h 710"/>
                  <a:gd name="T38" fmla="*/ 280 w 897"/>
                  <a:gd name="T39" fmla="*/ 431 h 710"/>
                  <a:gd name="T40" fmla="*/ 316 w 897"/>
                  <a:gd name="T41" fmla="*/ 453 h 710"/>
                  <a:gd name="T42" fmla="*/ 351 w 897"/>
                  <a:gd name="T43" fmla="*/ 477 h 710"/>
                  <a:gd name="T44" fmla="*/ 389 w 897"/>
                  <a:gd name="T45" fmla="*/ 499 h 710"/>
                  <a:gd name="T46" fmla="*/ 430 w 897"/>
                  <a:gd name="T47" fmla="*/ 521 h 710"/>
                  <a:gd name="T48" fmla="*/ 470 w 897"/>
                  <a:gd name="T49" fmla="*/ 543 h 710"/>
                  <a:gd name="T50" fmla="*/ 513 w 897"/>
                  <a:gd name="T51" fmla="*/ 565 h 710"/>
                  <a:gd name="T52" fmla="*/ 555 w 897"/>
                  <a:gd name="T53" fmla="*/ 586 h 710"/>
                  <a:gd name="T54" fmla="*/ 601 w 897"/>
                  <a:gd name="T55" fmla="*/ 606 h 710"/>
                  <a:gd name="T56" fmla="*/ 647 w 897"/>
                  <a:gd name="T57" fmla="*/ 625 h 710"/>
                  <a:gd name="T58" fmla="*/ 695 w 897"/>
                  <a:gd name="T59" fmla="*/ 643 h 710"/>
                  <a:gd name="T60" fmla="*/ 744 w 897"/>
                  <a:gd name="T61" fmla="*/ 662 h 710"/>
                  <a:gd name="T62" fmla="*/ 793 w 897"/>
                  <a:gd name="T63" fmla="*/ 679 h 710"/>
                  <a:gd name="T64" fmla="*/ 844 w 897"/>
                  <a:gd name="T65" fmla="*/ 694 h 710"/>
                  <a:gd name="T66" fmla="*/ 897 w 897"/>
                  <a:gd name="T67" fmla="*/ 710 h 7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97" h="710">
                    <a:moveTo>
                      <a:pt x="7" y="0"/>
                    </a:moveTo>
                    <a:lnTo>
                      <a:pt x="7" y="0"/>
                    </a:lnTo>
                    <a:lnTo>
                      <a:pt x="1" y="22"/>
                    </a:lnTo>
                    <a:lnTo>
                      <a:pt x="0" y="44"/>
                    </a:lnTo>
                    <a:lnTo>
                      <a:pt x="0" y="68"/>
                    </a:lnTo>
                    <a:lnTo>
                      <a:pt x="3" y="90"/>
                    </a:lnTo>
                    <a:lnTo>
                      <a:pt x="8" y="113"/>
                    </a:lnTo>
                    <a:lnTo>
                      <a:pt x="15" y="137"/>
                    </a:lnTo>
                    <a:lnTo>
                      <a:pt x="25" y="163"/>
                    </a:lnTo>
                    <a:lnTo>
                      <a:pt x="39" y="187"/>
                    </a:lnTo>
                    <a:lnTo>
                      <a:pt x="54" y="210"/>
                    </a:lnTo>
                    <a:lnTo>
                      <a:pt x="71" y="236"/>
                    </a:lnTo>
                    <a:lnTo>
                      <a:pt x="90" y="260"/>
                    </a:lnTo>
                    <a:lnTo>
                      <a:pt x="112" y="285"/>
                    </a:lnTo>
                    <a:lnTo>
                      <a:pt x="134" y="309"/>
                    </a:lnTo>
                    <a:lnTo>
                      <a:pt x="159" y="334"/>
                    </a:lnTo>
                    <a:lnTo>
                      <a:pt x="188" y="358"/>
                    </a:lnTo>
                    <a:lnTo>
                      <a:pt x="217" y="382"/>
                    </a:lnTo>
                    <a:lnTo>
                      <a:pt x="248" y="407"/>
                    </a:lnTo>
                    <a:lnTo>
                      <a:pt x="280" y="431"/>
                    </a:lnTo>
                    <a:lnTo>
                      <a:pt x="316" y="453"/>
                    </a:lnTo>
                    <a:lnTo>
                      <a:pt x="351" y="477"/>
                    </a:lnTo>
                    <a:lnTo>
                      <a:pt x="389" y="499"/>
                    </a:lnTo>
                    <a:lnTo>
                      <a:pt x="430" y="521"/>
                    </a:lnTo>
                    <a:lnTo>
                      <a:pt x="470" y="543"/>
                    </a:lnTo>
                    <a:lnTo>
                      <a:pt x="513" y="565"/>
                    </a:lnTo>
                    <a:lnTo>
                      <a:pt x="555" y="586"/>
                    </a:lnTo>
                    <a:lnTo>
                      <a:pt x="601" y="606"/>
                    </a:lnTo>
                    <a:lnTo>
                      <a:pt x="647" y="625"/>
                    </a:lnTo>
                    <a:lnTo>
                      <a:pt x="695" y="643"/>
                    </a:lnTo>
                    <a:lnTo>
                      <a:pt x="744" y="662"/>
                    </a:lnTo>
                    <a:lnTo>
                      <a:pt x="793" y="679"/>
                    </a:lnTo>
                    <a:lnTo>
                      <a:pt x="844" y="694"/>
                    </a:lnTo>
                    <a:lnTo>
                      <a:pt x="897" y="710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671"/>
              <p:cNvSpPr>
                <a:spLocks/>
              </p:cNvSpPr>
              <p:nvPr/>
            </p:nvSpPr>
            <p:spPr bwMode="auto">
              <a:xfrm>
                <a:off x="5264" y="3427"/>
                <a:ext cx="566" cy="112"/>
              </a:xfrm>
              <a:custGeom>
                <a:avLst/>
                <a:gdLst>
                  <a:gd name="T0" fmla="*/ 1132 w 1132"/>
                  <a:gd name="T1" fmla="*/ 0 h 224"/>
                  <a:gd name="T2" fmla="*/ 1132 w 1132"/>
                  <a:gd name="T3" fmla="*/ 0 h 224"/>
                  <a:gd name="T4" fmla="*/ 1125 w 1132"/>
                  <a:gd name="T5" fmla="*/ 22 h 224"/>
                  <a:gd name="T6" fmla="*/ 1115 w 1132"/>
                  <a:gd name="T7" fmla="*/ 43 h 224"/>
                  <a:gd name="T8" fmla="*/ 1103 w 1132"/>
                  <a:gd name="T9" fmla="*/ 61 h 224"/>
                  <a:gd name="T10" fmla="*/ 1087 w 1132"/>
                  <a:gd name="T11" fmla="*/ 80 h 224"/>
                  <a:gd name="T12" fmla="*/ 1070 w 1132"/>
                  <a:gd name="T13" fmla="*/ 97 h 224"/>
                  <a:gd name="T14" fmla="*/ 1050 w 1132"/>
                  <a:gd name="T15" fmla="*/ 114 h 224"/>
                  <a:gd name="T16" fmla="*/ 1030 w 1132"/>
                  <a:gd name="T17" fmla="*/ 129 h 224"/>
                  <a:gd name="T18" fmla="*/ 1006 w 1132"/>
                  <a:gd name="T19" fmla="*/ 143 h 224"/>
                  <a:gd name="T20" fmla="*/ 980 w 1132"/>
                  <a:gd name="T21" fmla="*/ 155 h 224"/>
                  <a:gd name="T22" fmla="*/ 953 w 1132"/>
                  <a:gd name="T23" fmla="*/ 167 h 224"/>
                  <a:gd name="T24" fmla="*/ 923 w 1132"/>
                  <a:gd name="T25" fmla="*/ 179 h 224"/>
                  <a:gd name="T26" fmla="*/ 892 w 1132"/>
                  <a:gd name="T27" fmla="*/ 187 h 224"/>
                  <a:gd name="T28" fmla="*/ 860 w 1132"/>
                  <a:gd name="T29" fmla="*/ 196 h 224"/>
                  <a:gd name="T30" fmla="*/ 824 w 1132"/>
                  <a:gd name="T31" fmla="*/ 204 h 224"/>
                  <a:gd name="T32" fmla="*/ 788 w 1132"/>
                  <a:gd name="T33" fmla="*/ 209 h 224"/>
                  <a:gd name="T34" fmla="*/ 751 w 1132"/>
                  <a:gd name="T35" fmla="*/ 214 h 224"/>
                  <a:gd name="T36" fmla="*/ 712 w 1132"/>
                  <a:gd name="T37" fmla="*/ 219 h 224"/>
                  <a:gd name="T38" fmla="*/ 671 w 1132"/>
                  <a:gd name="T39" fmla="*/ 221 h 224"/>
                  <a:gd name="T40" fmla="*/ 629 w 1132"/>
                  <a:gd name="T41" fmla="*/ 223 h 224"/>
                  <a:gd name="T42" fmla="*/ 586 w 1132"/>
                  <a:gd name="T43" fmla="*/ 224 h 224"/>
                  <a:gd name="T44" fmla="*/ 542 w 1132"/>
                  <a:gd name="T45" fmla="*/ 223 h 224"/>
                  <a:gd name="T46" fmla="*/ 498 w 1132"/>
                  <a:gd name="T47" fmla="*/ 221 h 224"/>
                  <a:gd name="T48" fmla="*/ 450 w 1132"/>
                  <a:gd name="T49" fmla="*/ 218 h 224"/>
                  <a:gd name="T50" fmla="*/ 405 w 1132"/>
                  <a:gd name="T51" fmla="*/ 214 h 224"/>
                  <a:gd name="T52" fmla="*/ 355 w 1132"/>
                  <a:gd name="T53" fmla="*/ 207 h 224"/>
                  <a:gd name="T54" fmla="*/ 306 w 1132"/>
                  <a:gd name="T55" fmla="*/ 202 h 224"/>
                  <a:gd name="T56" fmla="*/ 257 w 1132"/>
                  <a:gd name="T57" fmla="*/ 194 h 224"/>
                  <a:gd name="T58" fmla="*/ 207 w 1132"/>
                  <a:gd name="T59" fmla="*/ 184 h 224"/>
                  <a:gd name="T60" fmla="*/ 156 w 1132"/>
                  <a:gd name="T61" fmla="*/ 173 h 224"/>
                  <a:gd name="T62" fmla="*/ 106 w 1132"/>
                  <a:gd name="T63" fmla="*/ 162 h 224"/>
                  <a:gd name="T64" fmla="*/ 53 w 1132"/>
                  <a:gd name="T65" fmla="*/ 150 h 224"/>
                  <a:gd name="T66" fmla="*/ 0 w 1132"/>
                  <a:gd name="T67" fmla="*/ 134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2" h="224">
                    <a:moveTo>
                      <a:pt x="1132" y="0"/>
                    </a:moveTo>
                    <a:lnTo>
                      <a:pt x="1132" y="0"/>
                    </a:lnTo>
                    <a:lnTo>
                      <a:pt x="1125" y="22"/>
                    </a:lnTo>
                    <a:lnTo>
                      <a:pt x="1115" y="43"/>
                    </a:lnTo>
                    <a:lnTo>
                      <a:pt x="1103" y="61"/>
                    </a:lnTo>
                    <a:lnTo>
                      <a:pt x="1087" y="80"/>
                    </a:lnTo>
                    <a:lnTo>
                      <a:pt x="1070" y="97"/>
                    </a:lnTo>
                    <a:lnTo>
                      <a:pt x="1050" y="114"/>
                    </a:lnTo>
                    <a:lnTo>
                      <a:pt x="1030" y="129"/>
                    </a:lnTo>
                    <a:lnTo>
                      <a:pt x="1006" y="143"/>
                    </a:lnTo>
                    <a:lnTo>
                      <a:pt x="980" y="155"/>
                    </a:lnTo>
                    <a:lnTo>
                      <a:pt x="953" y="167"/>
                    </a:lnTo>
                    <a:lnTo>
                      <a:pt x="923" y="179"/>
                    </a:lnTo>
                    <a:lnTo>
                      <a:pt x="892" y="187"/>
                    </a:lnTo>
                    <a:lnTo>
                      <a:pt x="860" y="196"/>
                    </a:lnTo>
                    <a:lnTo>
                      <a:pt x="824" y="204"/>
                    </a:lnTo>
                    <a:lnTo>
                      <a:pt x="788" y="209"/>
                    </a:lnTo>
                    <a:lnTo>
                      <a:pt x="751" y="214"/>
                    </a:lnTo>
                    <a:lnTo>
                      <a:pt x="712" y="219"/>
                    </a:lnTo>
                    <a:lnTo>
                      <a:pt x="671" y="221"/>
                    </a:lnTo>
                    <a:lnTo>
                      <a:pt x="629" y="223"/>
                    </a:lnTo>
                    <a:lnTo>
                      <a:pt x="586" y="224"/>
                    </a:lnTo>
                    <a:lnTo>
                      <a:pt x="542" y="223"/>
                    </a:lnTo>
                    <a:lnTo>
                      <a:pt x="498" y="221"/>
                    </a:lnTo>
                    <a:lnTo>
                      <a:pt x="450" y="218"/>
                    </a:lnTo>
                    <a:lnTo>
                      <a:pt x="405" y="214"/>
                    </a:lnTo>
                    <a:lnTo>
                      <a:pt x="355" y="207"/>
                    </a:lnTo>
                    <a:lnTo>
                      <a:pt x="306" y="202"/>
                    </a:lnTo>
                    <a:lnTo>
                      <a:pt x="257" y="194"/>
                    </a:lnTo>
                    <a:lnTo>
                      <a:pt x="207" y="184"/>
                    </a:lnTo>
                    <a:lnTo>
                      <a:pt x="156" y="173"/>
                    </a:lnTo>
                    <a:lnTo>
                      <a:pt x="106" y="162"/>
                    </a:lnTo>
                    <a:lnTo>
                      <a:pt x="53" y="150"/>
                    </a:lnTo>
                    <a:lnTo>
                      <a:pt x="0" y="134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672"/>
              <p:cNvSpPr>
                <a:spLocks/>
              </p:cNvSpPr>
              <p:nvPr/>
            </p:nvSpPr>
            <p:spPr bwMode="auto">
              <a:xfrm>
                <a:off x="4867" y="3454"/>
                <a:ext cx="344" cy="225"/>
              </a:xfrm>
              <a:custGeom>
                <a:avLst/>
                <a:gdLst>
                  <a:gd name="T0" fmla="*/ 4 w 688"/>
                  <a:gd name="T1" fmla="*/ 0 h 450"/>
                  <a:gd name="T2" fmla="*/ 4 w 688"/>
                  <a:gd name="T3" fmla="*/ 0 h 450"/>
                  <a:gd name="T4" fmla="*/ 2 w 688"/>
                  <a:gd name="T5" fmla="*/ 11 h 450"/>
                  <a:gd name="T6" fmla="*/ 0 w 688"/>
                  <a:gd name="T7" fmla="*/ 25 h 450"/>
                  <a:gd name="T8" fmla="*/ 2 w 688"/>
                  <a:gd name="T9" fmla="*/ 39 h 450"/>
                  <a:gd name="T10" fmla="*/ 5 w 688"/>
                  <a:gd name="T11" fmla="*/ 51 h 450"/>
                  <a:gd name="T12" fmla="*/ 10 w 688"/>
                  <a:gd name="T13" fmla="*/ 66 h 450"/>
                  <a:gd name="T14" fmla="*/ 17 w 688"/>
                  <a:gd name="T15" fmla="*/ 79 h 450"/>
                  <a:gd name="T16" fmla="*/ 26 w 688"/>
                  <a:gd name="T17" fmla="*/ 93 h 450"/>
                  <a:gd name="T18" fmla="*/ 36 w 688"/>
                  <a:gd name="T19" fmla="*/ 108 h 450"/>
                  <a:gd name="T20" fmla="*/ 48 w 688"/>
                  <a:gd name="T21" fmla="*/ 122 h 450"/>
                  <a:gd name="T22" fmla="*/ 61 w 688"/>
                  <a:gd name="T23" fmla="*/ 137 h 450"/>
                  <a:gd name="T24" fmla="*/ 94 w 688"/>
                  <a:gd name="T25" fmla="*/ 168 h 450"/>
                  <a:gd name="T26" fmla="*/ 133 w 688"/>
                  <a:gd name="T27" fmla="*/ 198 h 450"/>
                  <a:gd name="T28" fmla="*/ 175 w 688"/>
                  <a:gd name="T29" fmla="*/ 229 h 450"/>
                  <a:gd name="T30" fmla="*/ 224 w 688"/>
                  <a:gd name="T31" fmla="*/ 259 h 450"/>
                  <a:gd name="T32" fmla="*/ 279 w 688"/>
                  <a:gd name="T33" fmla="*/ 288 h 450"/>
                  <a:gd name="T34" fmla="*/ 338 w 688"/>
                  <a:gd name="T35" fmla="*/ 319 h 450"/>
                  <a:gd name="T36" fmla="*/ 401 w 688"/>
                  <a:gd name="T37" fmla="*/ 348 h 450"/>
                  <a:gd name="T38" fmla="*/ 467 w 688"/>
                  <a:gd name="T39" fmla="*/ 375 h 450"/>
                  <a:gd name="T40" fmla="*/ 537 w 688"/>
                  <a:gd name="T41" fmla="*/ 400 h 450"/>
                  <a:gd name="T42" fmla="*/ 612 w 688"/>
                  <a:gd name="T43" fmla="*/ 426 h 450"/>
                  <a:gd name="T44" fmla="*/ 688 w 688"/>
                  <a:gd name="T45" fmla="*/ 45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8" h="450">
                    <a:moveTo>
                      <a:pt x="4" y="0"/>
                    </a:moveTo>
                    <a:lnTo>
                      <a:pt x="4" y="0"/>
                    </a:lnTo>
                    <a:lnTo>
                      <a:pt x="2" y="11"/>
                    </a:lnTo>
                    <a:lnTo>
                      <a:pt x="0" y="25"/>
                    </a:lnTo>
                    <a:lnTo>
                      <a:pt x="2" y="39"/>
                    </a:lnTo>
                    <a:lnTo>
                      <a:pt x="5" y="51"/>
                    </a:lnTo>
                    <a:lnTo>
                      <a:pt x="10" y="66"/>
                    </a:lnTo>
                    <a:lnTo>
                      <a:pt x="17" y="79"/>
                    </a:lnTo>
                    <a:lnTo>
                      <a:pt x="26" y="93"/>
                    </a:lnTo>
                    <a:lnTo>
                      <a:pt x="36" y="108"/>
                    </a:lnTo>
                    <a:lnTo>
                      <a:pt x="48" y="122"/>
                    </a:lnTo>
                    <a:lnTo>
                      <a:pt x="61" y="137"/>
                    </a:lnTo>
                    <a:lnTo>
                      <a:pt x="94" y="168"/>
                    </a:lnTo>
                    <a:lnTo>
                      <a:pt x="133" y="198"/>
                    </a:lnTo>
                    <a:lnTo>
                      <a:pt x="175" y="229"/>
                    </a:lnTo>
                    <a:lnTo>
                      <a:pt x="224" y="259"/>
                    </a:lnTo>
                    <a:lnTo>
                      <a:pt x="279" y="288"/>
                    </a:lnTo>
                    <a:lnTo>
                      <a:pt x="338" y="319"/>
                    </a:lnTo>
                    <a:lnTo>
                      <a:pt x="401" y="348"/>
                    </a:lnTo>
                    <a:lnTo>
                      <a:pt x="467" y="375"/>
                    </a:lnTo>
                    <a:lnTo>
                      <a:pt x="537" y="400"/>
                    </a:lnTo>
                    <a:lnTo>
                      <a:pt x="612" y="426"/>
                    </a:lnTo>
                    <a:lnTo>
                      <a:pt x="688" y="450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673"/>
              <p:cNvSpPr>
                <a:spLocks/>
              </p:cNvSpPr>
              <p:nvPr/>
            </p:nvSpPr>
            <p:spPr bwMode="auto">
              <a:xfrm>
                <a:off x="5208" y="3678"/>
                <a:ext cx="353" cy="54"/>
              </a:xfrm>
              <a:custGeom>
                <a:avLst/>
                <a:gdLst>
                  <a:gd name="T0" fmla="*/ 707 w 707"/>
                  <a:gd name="T1" fmla="*/ 73 h 107"/>
                  <a:gd name="T2" fmla="*/ 707 w 707"/>
                  <a:gd name="T3" fmla="*/ 73 h 107"/>
                  <a:gd name="T4" fmla="*/ 705 w 707"/>
                  <a:gd name="T5" fmla="*/ 78 h 107"/>
                  <a:gd name="T6" fmla="*/ 700 w 707"/>
                  <a:gd name="T7" fmla="*/ 83 h 107"/>
                  <a:gd name="T8" fmla="*/ 695 w 707"/>
                  <a:gd name="T9" fmla="*/ 88 h 107"/>
                  <a:gd name="T10" fmla="*/ 686 w 707"/>
                  <a:gd name="T11" fmla="*/ 93 h 107"/>
                  <a:gd name="T12" fmla="*/ 678 w 707"/>
                  <a:gd name="T13" fmla="*/ 97 h 107"/>
                  <a:gd name="T14" fmla="*/ 668 w 707"/>
                  <a:gd name="T15" fmla="*/ 100 h 107"/>
                  <a:gd name="T16" fmla="*/ 642 w 707"/>
                  <a:gd name="T17" fmla="*/ 104 h 107"/>
                  <a:gd name="T18" fmla="*/ 610 w 707"/>
                  <a:gd name="T19" fmla="*/ 107 h 107"/>
                  <a:gd name="T20" fmla="*/ 574 w 707"/>
                  <a:gd name="T21" fmla="*/ 107 h 107"/>
                  <a:gd name="T22" fmla="*/ 532 w 707"/>
                  <a:gd name="T23" fmla="*/ 105 h 107"/>
                  <a:gd name="T24" fmla="*/ 486 w 707"/>
                  <a:gd name="T25" fmla="*/ 100 h 107"/>
                  <a:gd name="T26" fmla="*/ 437 w 707"/>
                  <a:gd name="T27" fmla="*/ 95 h 107"/>
                  <a:gd name="T28" fmla="*/ 382 w 707"/>
                  <a:gd name="T29" fmla="*/ 87 h 107"/>
                  <a:gd name="T30" fmla="*/ 326 w 707"/>
                  <a:gd name="T31" fmla="*/ 76 h 107"/>
                  <a:gd name="T32" fmla="*/ 265 w 707"/>
                  <a:gd name="T33" fmla="*/ 66 h 107"/>
                  <a:gd name="T34" fmla="*/ 202 w 707"/>
                  <a:gd name="T35" fmla="*/ 51 h 107"/>
                  <a:gd name="T36" fmla="*/ 136 w 707"/>
                  <a:gd name="T37" fmla="*/ 36 h 107"/>
                  <a:gd name="T38" fmla="*/ 70 w 707"/>
                  <a:gd name="T39" fmla="*/ 19 h 107"/>
                  <a:gd name="T40" fmla="*/ 0 w 707"/>
                  <a:gd name="T41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07" h="107">
                    <a:moveTo>
                      <a:pt x="707" y="73"/>
                    </a:moveTo>
                    <a:lnTo>
                      <a:pt x="707" y="73"/>
                    </a:lnTo>
                    <a:lnTo>
                      <a:pt x="705" y="78"/>
                    </a:lnTo>
                    <a:lnTo>
                      <a:pt x="700" y="83"/>
                    </a:lnTo>
                    <a:lnTo>
                      <a:pt x="695" y="88"/>
                    </a:lnTo>
                    <a:lnTo>
                      <a:pt x="686" y="93"/>
                    </a:lnTo>
                    <a:lnTo>
                      <a:pt x="678" y="97"/>
                    </a:lnTo>
                    <a:lnTo>
                      <a:pt x="668" y="100"/>
                    </a:lnTo>
                    <a:lnTo>
                      <a:pt x="642" y="104"/>
                    </a:lnTo>
                    <a:lnTo>
                      <a:pt x="610" y="107"/>
                    </a:lnTo>
                    <a:lnTo>
                      <a:pt x="574" y="107"/>
                    </a:lnTo>
                    <a:lnTo>
                      <a:pt x="532" y="105"/>
                    </a:lnTo>
                    <a:lnTo>
                      <a:pt x="486" y="100"/>
                    </a:lnTo>
                    <a:lnTo>
                      <a:pt x="437" y="95"/>
                    </a:lnTo>
                    <a:lnTo>
                      <a:pt x="382" y="87"/>
                    </a:lnTo>
                    <a:lnTo>
                      <a:pt x="326" y="76"/>
                    </a:lnTo>
                    <a:lnTo>
                      <a:pt x="265" y="66"/>
                    </a:lnTo>
                    <a:lnTo>
                      <a:pt x="202" y="51"/>
                    </a:lnTo>
                    <a:lnTo>
                      <a:pt x="136" y="36"/>
                    </a:lnTo>
                    <a:lnTo>
                      <a:pt x="70" y="19"/>
                    </a:ln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Line 674"/>
              <p:cNvSpPr>
                <a:spLocks noChangeShapeType="1"/>
              </p:cNvSpPr>
              <p:nvPr/>
            </p:nvSpPr>
            <p:spPr bwMode="auto">
              <a:xfrm flipH="1">
                <a:off x="5195" y="2724"/>
                <a:ext cx="294" cy="103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675"/>
              <p:cNvSpPr>
                <a:spLocks/>
              </p:cNvSpPr>
              <p:nvPr/>
            </p:nvSpPr>
            <p:spPr bwMode="auto">
              <a:xfrm>
                <a:off x="4807" y="2702"/>
                <a:ext cx="1059" cy="1066"/>
              </a:xfrm>
              <a:custGeom>
                <a:avLst/>
                <a:gdLst>
                  <a:gd name="T0" fmla="*/ 2059 w 2117"/>
                  <a:gd name="T1" fmla="*/ 1410 h 2132"/>
                  <a:gd name="T2" fmla="*/ 1996 w 2117"/>
                  <a:gd name="T3" fmla="*/ 1558 h 2132"/>
                  <a:gd name="T4" fmla="*/ 1913 w 2117"/>
                  <a:gd name="T5" fmla="*/ 1692 h 2132"/>
                  <a:gd name="T6" fmla="*/ 1813 w 2117"/>
                  <a:gd name="T7" fmla="*/ 1811 h 2132"/>
                  <a:gd name="T8" fmla="*/ 1699 w 2117"/>
                  <a:gd name="T9" fmla="*/ 1913 h 2132"/>
                  <a:gd name="T10" fmla="*/ 1572 w 2117"/>
                  <a:gd name="T11" fmla="*/ 1998 h 2132"/>
                  <a:gd name="T12" fmla="*/ 1432 w 2117"/>
                  <a:gd name="T13" fmla="*/ 2062 h 2132"/>
                  <a:gd name="T14" fmla="*/ 1286 w 2117"/>
                  <a:gd name="T15" fmla="*/ 2107 h 2132"/>
                  <a:gd name="T16" fmla="*/ 1133 w 2117"/>
                  <a:gd name="T17" fmla="*/ 2130 h 2132"/>
                  <a:gd name="T18" fmla="*/ 977 w 2117"/>
                  <a:gd name="T19" fmla="*/ 2130 h 2132"/>
                  <a:gd name="T20" fmla="*/ 819 w 2117"/>
                  <a:gd name="T21" fmla="*/ 2107 h 2132"/>
                  <a:gd name="T22" fmla="*/ 714 w 2117"/>
                  <a:gd name="T23" fmla="*/ 2076 h 2132"/>
                  <a:gd name="T24" fmla="*/ 568 w 2117"/>
                  <a:gd name="T25" fmla="*/ 2013 h 2132"/>
                  <a:gd name="T26" fmla="*/ 433 w 2117"/>
                  <a:gd name="T27" fmla="*/ 1930 h 2132"/>
                  <a:gd name="T28" fmla="*/ 316 w 2117"/>
                  <a:gd name="T29" fmla="*/ 1830 h 2132"/>
                  <a:gd name="T30" fmla="*/ 216 w 2117"/>
                  <a:gd name="T31" fmla="*/ 1714 h 2132"/>
                  <a:gd name="T32" fmla="*/ 133 w 2117"/>
                  <a:gd name="T33" fmla="*/ 1587 h 2132"/>
                  <a:gd name="T34" fmla="*/ 68 w 2117"/>
                  <a:gd name="T35" fmla="*/ 1448 h 2132"/>
                  <a:gd name="T36" fmla="*/ 24 w 2117"/>
                  <a:gd name="T37" fmla="*/ 1300 h 2132"/>
                  <a:gd name="T38" fmla="*/ 2 w 2117"/>
                  <a:gd name="T39" fmla="*/ 1147 h 2132"/>
                  <a:gd name="T40" fmla="*/ 4 w 2117"/>
                  <a:gd name="T41" fmla="*/ 989 h 2132"/>
                  <a:gd name="T42" fmla="*/ 27 w 2117"/>
                  <a:gd name="T43" fmla="*/ 829 h 2132"/>
                  <a:gd name="T44" fmla="*/ 58 w 2117"/>
                  <a:gd name="T45" fmla="*/ 724 h 2132"/>
                  <a:gd name="T46" fmla="*/ 121 w 2117"/>
                  <a:gd name="T47" fmla="*/ 576 h 2132"/>
                  <a:gd name="T48" fmla="*/ 204 w 2117"/>
                  <a:gd name="T49" fmla="*/ 442 h 2132"/>
                  <a:gd name="T50" fmla="*/ 304 w 2117"/>
                  <a:gd name="T51" fmla="*/ 323 h 2132"/>
                  <a:gd name="T52" fmla="*/ 418 w 2117"/>
                  <a:gd name="T53" fmla="*/ 219 h 2132"/>
                  <a:gd name="T54" fmla="*/ 547 w 2117"/>
                  <a:gd name="T55" fmla="*/ 136 h 2132"/>
                  <a:gd name="T56" fmla="*/ 685 w 2117"/>
                  <a:gd name="T57" fmla="*/ 72 h 2132"/>
                  <a:gd name="T58" fmla="*/ 831 w 2117"/>
                  <a:gd name="T59" fmla="*/ 26 h 2132"/>
                  <a:gd name="T60" fmla="*/ 984 w 2117"/>
                  <a:gd name="T61" fmla="*/ 4 h 2132"/>
                  <a:gd name="T62" fmla="*/ 1140 w 2117"/>
                  <a:gd name="T63" fmla="*/ 4 h 2132"/>
                  <a:gd name="T64" fmla="*/ 1300 w 2117"/>
                  <a:gd name="T65" fmla="*/ 27 h 2132"/>
                  <a:gd name="T66" fmla="*/ 1403 w 2117"/>
                  <a:gd name="T67" fmla="*/ 56 h 2132"/>
                  <a:gd name="T68" fmla="*/ 1551 w 2117"/>
                  <a:gd name="T69" fmla="*/ 121 h 2132"/>
                  <a:gd name="T70" fmla="*/ 1684 w 2117"/>
                  <a:gd name="T71" fmla="*/ 202 h 2132"/>
                  <a:gd name="T72" fmla="*/ 1801 w 2117"/>
                  <a:gd name="T73" fmla="*/ 303 h 2132"/>
                  <a:gd name="T74" fmla="*/ 1903 w 2117"/>
                  <a:gd name="T75" fmla="*/ 418 h 2132"/>
                  <a:gd name="T76" fmla="*/ 1984 w 2117"/>
                  <a:gd name="T77" fmla="*/ 547 h 2132"/>
                  <a:gd name="T78" fmla="*/ 2049 w 2117"/>
                  <a:gd name="T79" fmla="*/ 685 h 2132"/>
                  <a:gd name="T80" fmla="*/ 2093 w 2117"/>
                  <a:gd name="T81" fmla="*/ 833 h 2132"/>
                  <a:gd name="T82" fmla="*/ 2115 w 2117"/>
                  <a:gd name="T83" fmla="*/ 987 h 2132"/>
                  <a:gd name="T84" fmla="*/ 2114 w 2117"/>
                  <a:gd name="T85" fmla="*/ 1145 h 2132"/>
                  <a:gd name="T86" fmla="*/ 2090 w 2117"/>
                  <a:gd name="T87" fmla="*/ 1303 h 2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117" h="2132">
                    <a:moveTo>
                      <a:pt x="2076" y="1357"/>
                    </a:moveTo>
                    <a:lnTo>
                      <a:pt x="2076" y="1357"/>
                    </a:lnTo>
                    <a:lnTo>
                      <a:pt x="2059" y="1410"/>
                    </a:lnTo>
                    <a:lnTo>
                      <a:pt x="2041" y="1461"/>
                    </a:lnTo>
                    <a:lnTo>
                      <a:pt x="2020" y="1510"/>
                    </a:lnTo>
                    <a:lnTo>
                      <a:pt x="1996" y="1558"/>
                    </a:lnTo>
                    <a:lnTo>
                      <a:pt x="1971" y="1604"/>
                    </a:lnTo>
                    <a:lnTo>
                      <a:pt x="1944" y="1650"/>
                    </a:lnTo>
                    <a:lnTo>
                      <a:pt x="1913" y="1692"/>
                    </a:lnTo>
                    <a:lnTo>
                      <a:pt x="1883" y="1733"/>
                    </a:lnTo>
                    <a:lnTo>
                      <a:pt x="1849" y="1774"/>
                    </a:lnTo>
                    <a:lnTo>
                      <a:pt x="1813" y="1811"/>
                    </a:lnTo>
                    <a:lnTo>
                      <a:pt x="1777" y="1847"/>
                    </a:lnTo>
                    <a:lnTo>
                      <a:pt x="1738" y="1881"/>
                    </a:lnTo>
                    <a:lnTo>
                      <a:pt x="1699" y="1913"/>
                    </a:lnTo>
                    <a:lnTo>
                      <a:pt x="1657" y="1944"/>
                    </a:lnTo>
                    <a:lnTo>
                      <a:pt x="1614" y="1971"/>
                    </a:lnTo>
                    <a:lnTo>
                      <a:pt x="1572" y="1998"/>
                    </a:lnTo>
                    <a:lnTo>
                      <a:pt x="1526" y="2022"/>
                    </a:lnTo>
                    <a:lnTo>
                      <a:pt x="1480" y="2042"/>
                    </a:lnTo>
                    <a:lnTo>
                      <a:pt x="1432" y="2062"/>
                    </a:lnTo>
                    <a:lnTo>
                      <a:pt x="1385" y="2079"/>
                    </a:lnTo>
                    <a:lnTo>
                      <a:pt x="1336" y="2095"/>
                    </a:lnTo>
                    <a:lnTo>
                      <a:pt x="1286" y="2107"/>
                    </a:lnTo>
                    <a:lnTo>
                      <a:pt x="1235" y="2117"/>
                    </a:lnTo>
                    <a:lnTo>
                      <a:pt x="1184" y="2125"/>
                    </a:lnTo>
                    <a:lnTo>
                      <a:pt x="1133" y="2130"/>
                    </a:lnTo>
                    <a:lnTo>
                      <a:pt x="1081" y="2132"/>
                    </a:lnTo>
                    <a:lnTo>
                      <a:pt x="1030" y="2132"/>
                    </a:lnTo>
                    <a:lnTo>
                      <a:pt x="977" y="2130"/>
                    </a:lnTo>
                    <a:lnTo>
                      <a:pt x="924" y="2125"/>
                    </a:lnTo>
                    <a:lnTo>
                      <a:pt x="872" y="2117"/>
                    </a:lnTo>
                    <a:lnTo>
                      <a:pt x="819" y="2107"/>
                    </a:lnTo>
                    <a:lnTo>
                      <a:pt x="766" y="2093"/>
                    </a:lnTo>
                    <a:lnTo>
                      <a:pt x="766" y="2093"/>
                    </a:lnTo>
                    <a:lnTo>
                      <a:pt x="714" y="2076"/>
                    </a:lnTo>
                    <a:lnTo>
                      <a:pt x="663" y="2057"/>
                    </a:lnTo>
                    <a:lnTo>
                      <a:pt x="613" y="2037"/>
                    </a:lnTo>
                    <a:lnTo>
                      <a:pt x="568" y="2013"/>
                    </a:lnTo>
                    <a:lnTo>
                      <a:pt x="520" y="1988"/>
                    </a:lnTo>
                    <a:lnTo>
                      <a:pt x="476" y="1961"/>
                    </a:lnTo>
                    <a:lnTo>
                      <a:pt x="433" y="1930"/>
                    </a:lnTo>
                    <a:lnTo>
                      <a:pt x="393" y="1899"/>
                    </a:lnTo>
                    <a:lnTo>
                      <a:pt x="354" y="1865"/>
                    </a:lnTo>
                    <a:lnTo>
                      <a:pt x="316" y="1830"/>
                    </a:lnTo>
                    <a:lnTo>
                      <a:pt x="281" y="1794"/>
                    </a:lnTo>
                    <a:lnTo>
                      <a:pt x="247" y="1755"/>
                    </a:lnTo>
                    <a:lnTo>
                      <a:pt x="216" y="1714"/>
                    </a:lnTo>
                    <a:lnTo>
                      <a:pt x="185" y="1673"/>
                    </a:lnTo>
                    <a:lnTo>
                      <a:pt x="158" y="1631"/>
                    </a:lnTo>
                    <a:lnTo>
                      <a:pt x="133" y="1587"/>
                    </a:lnTo>
                    <a:lnTo>
                      <a:pt x="109" y="1541"/>
                    </a:lnTo>
                    <a:lnTo>
                      <a:pt x="87" y="1495"/>
                    </a:lnTo>
                    <a:lnTo>
                      <a:pt x="68" y="1448"/>
                    </a:lnTo>
                    <a:lnTo>
                      <a:pt x="51" y="1400"/>
                    </a:lnTo>
                    <a:lnTo>
                      <a:pt x="38" y="1351"/>
                    </a:lnTo>
                    <a:lnTo>
                      <a:pt x="24" y="1300"/>
                    </a:lnTo>
                    <a:lnTo>
                      <a:pt x="15" y="1249"/>
                    </a:lnTo>
                    <a:lnTo>
                      <a:pt x="7" y="1198"/>
                    </a:lnTo>
                    <a:lnTo>
                      <a:pt x="2" y="1147"/>
                    </a:lnTo>
                    <a:lnTo>
                      <a:pt x="0" y="1094"/>
                    </a:lnTo>
                    <a:lnTo>
                      <a:pt x="0" y="1042"/>
                    </a:lnTo>
                    <a:lnTo>
                      <a:pt x="4" y="989"/>
                    </a:lnTo>
                    <a:lnTo>
                      <a:pt x="9" y="936"/>
                    </a:lnTo>
                    <a:lnTo>
                      <a:pt x="17" y="882"/>
                    </a:lnTo>
                    <a:lnTo>
                      <a:pt x="27" y="829"/>
                    </a:lnTo>
                    <a:lnTo>
                      <a:pt x="41" y="777"/>
                    </a:lnTo>
                    <a:lnTo>
                      <a:pt x="41" y="777"/>
                    </a:lnTo>
                    <a:lnTo>
                      <a:pt x="58" y="724"/>
                    </a:lnTo>
                    <a:lnTo>
                      <a:pt x="77" y="673"/>
                    </a:lnTo>
                    <a:lnTo>
                      <a:pt x="99" y="624"/>
                    </a:lnTo>
                    <a:lnTo>
                      <a:pt x="121" y="576"/>
                    </a:lnTo>
                    <a:lnTo>
                      <a:pt x="146" y="529"/>
                    </a:lnTo>
                    <a:lnTo>
                      <a:pt x="175" y="484"/>
                    </a:lnTo>
                    <a:lnTo>
                      <a:pt x="204" y="442"/>
                    </a:lnTo>
                    <a:lnTo>
                      <a:pt x="236" y="399"/>
                    </a:lnTo>
                    <a:lnTo>
                      <a:pt x="269" y="360"/>
                    </a:lnTo>
                    <a:lnTo>
                      <a:pt x="304" y="323"/>
                    </a:lnTo>
                    <a:lnTo>
                      <a:pt x="340" y="286"/>
                    </a:lnTo>
                    <a:lnTo>
                      <a:pt x="379" y="252"/>
                    </a:lnTo>
                    <a:lnTo>
                      <a:pt x="418" y="219"/>
                    </a:lnTo>
                    <a:lnTo>
                      <a:pt x="461" y="190"/>
                    </a:lnTo>
                    <a:lnTo>
                      <a:pt x="503" y="162"/>
                    </a:lnTo>
                    <a:lnTo>
                      <a:pt x="547" y="136"/>
                    </a:lnTo>
                    <a:lnTo>
                      <a:pt x="591" y="112"/>
                    </a:lnTo>
                    <a:lnTo>
                      <a:pt x="637" y="90"/>
                    </a:lnTo>
                    <a:lnTo>
                      <a:pt x="685" y="72"/>
                    </a:lnTo>
                    <a:lnTo>
                      <a:pt x="732" y="53"/>
                    </a:lnTo>
                    <a:lnTo>
                      <a:pt x="782" y="39"/>
                    </a:lnTo>
                    <a:lnTo>
                      <a:pt x="831" y="26"/>
                    </a:lnTo>
                    <a:lnTo>
                      <a:pt x="882" y="15"/>
                    </a:lnTo>
                    <a:lnTo>
                      <a:pt x="933" y="9"/>
                    </a:lnTo>
                    <a:lnTo>
                      <a:pt x="984" y="4"/>
                    </a:lnTo>
                    <a:lnTo>
                      <a:pt x="1037" y="0"/>
                    </a:lnTo>
                    <a:lnTo>
                      <a:pt x="1087" y="0"/>
                    </a:lnTo>
                    <a:lnTo>
                      <a:pt x="1140" y="4"/>
                    </a:lnTo>
                    <a:lnTo>
                      <a:pt x="1193" y="9"/>
                    </a:lnTo>
                    <a:lnTo>
                      <a:pt x="1245" y="17"/>
                    </a:lnTo>
                    <a:lnTo>
                      <a:pt x="1300" y="27"/>
                    </a:lnTo>
                    <a:lnTo>
                      <a:pt x="1353" y="41"/>
                    </a:lnTo>
                    <a:lnTo>
                      <a:pt x="1353" y="41"/>
                    </a:lnTo>
                    <a:lnTo>
                      <a:pt x="1403" y="56"/>
                    </a:lnTo>
                    <a:lnTo>
                      <a:pt x="1454" y="75"/>
                    </a:lnTo>
                    <a:lnTo>
                      <a:pt x="1504" y="97"/>
                    </a:lnTo>
                    <a:lnTo>
                      <a:pt x="1551" y="121"/>
                    </a:lnTo>
                    <a:lnTo>
                      <a:pt x="1597" y="146"/>
                    </a:lnTo>
                    <a:lnTo>
                      <a:pt x="1641" y="173"/>
                    </a:lnTo>
                    <a:lnTo>
                      <a:pt x="1684" y="202"/>
                    </a:lnTo>
                    <a:lnTo>
                      <a:pt x="1725" y="235"/>
                    </a:lnTo>
                    <a:lnTo>
                      <a:pt x="1764" y="269"/>
                    </a:lnTo>
                    <a:lnTo>
                      <a:pt x="1801" y="303"/>
                    </a:lnTo>
                    <a:lnTo>
                      <a:pt x="1837" y="340"/>
                    </a:lnTo>
                    <a:lnTo>
                      <a:pt x="1871" y="379"/>
                    </a:lnTo>
                    <a:lnTo>
                      <a:pt x="1903" y="418"/>
                    </a:lnTo>
                    <a:lnTo>
                      <a:pt x="1932" y="461"/>
                    </a:lnTo>
                    <a:lnTo>
                      <a:pt x="1959" y="503"/>
                    </a:lnTo>
                    <a:lnTo>
                      <a:pt x="1984" y="547"/>
                    </a:lnTo>
                    <a:lnTo>
                      <a:pt x="2008" y="591"/>
                    </a:lnTo>
                    <a:lnTo>
                      <a:pt x="2030" y="639"/>
                    </a:lnTo>
                    <a:lnTo>
                      <a:pt x="2049" y="685"/>
                    </a:lnTo>
                    <a:lnTo>
                      <a:pt x="2066" y="734"/>
                    </a:lnTo>
                    <a:lnTo>
                      <a:pt x="2081" y="783"/>
                    </a:lnTo>
                    <a:lnTo>
                      <a:pt x="2093" y="833"/>
                    </a:lnTo>
                    <a:lnTo>
                      <a:pt x="2103" y="884"/>
                    </a:lnTo>
                    <a:lnTo>
                      <a:pt x="2110" y="934"/>
                    </a:lnTo>
                    <a:lnTo>
                      <a:pt x="2115" y="987"/>
                    </a:lnTo>
                    <a:lnTo>
                      <a:pt x="2117" y="1038"/>
                    </a:lnTo>
                    <a:lnTo>
                      <a:pt x="2117" y="1091"/>
                    </a:lnTo>
                    <a:lnTo>
                      <a:pt x="2114" y="1145"/>
                    </a:lnTo>
                    <a:lnTo>
                      <a:pt x="2109" y="1198"/>
                    </a:lnTo>
                    <a:lnTo>
                      <a:pt x="2100" y="1250"/>
                    </a:lnTo>
                    <a:lnTo>
                      <a:pt x="2090" y="1303"/>
                    </a:lnTo>
                    <a:lnTo>
                      <a:pt x="2076" y="1357"/>
                    </a:lnTo>
                    <a:lnTo>
                      <a:pt x="2076" y="1357"/>
                    </a:lnTo>
                    <a:close/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676"/>
              <p:cNvSpPr>
                <a:spLocks/>
              </p:cNvSpPr>
              <p:nvPr/>
            </p:nvSpPr>
            <p:spPr bwMode="auto">
              <a:xfrm>
                <a:off x="4810" y="2703"/>
                <a:ext cx="1059" cy="1066"/>
              </a:xfrm>
              <a:custGeom>
                <a:avLst/>
                <a:gdLst>
                  <a:gd name="T0" fmla="*/ 2059 w 2117"/>
                  <a:gd name="T1" fmla="*/ 1408 h 2132"/>
                  <a:gd name="T2" fmla="*/ 1996 w 2117"/>
                  <a:gd name="T3" fmla="*/ 1558 h 2132"/>
                  <a:gd name="T4" fmla="*/ 1913 w 2117"/>
                  <a:gd name="T5" fmla="*/ 1692 h 2132"/>
                  <a:gd name="T6" fmla="*/ 1813 w 2117"/>
                  <a:gd name="T7" fmla="*/ 1811 h 2132"/>
                  <a:gd name="T8" fmla="*/ 1699 w 2117"/>
                  <a:gd name="T9" fmla="*/ 1913 h 2132"/>
                  <a:gd name="T10" fmla="*/ 1570 w 2117"/>
                  <a:gd name="T11" fmla="*/ 1998 h 2132"/>
                  <a:gd name="T12" fmla="*/ 1432 w 2117"/>
                  <a:gd name="T13" fmla="*/ 2062 h 2132"/>
                  <a:gd name="T14" fmla="*/ 1286 w 2117"/>
                  <a:gd name="T15" fmla="*/ 2106 h 2132"/>
                  <a:gd name="T16" fmla="*/ 1133 w 2117"/>
                  <a:gd name="T17" fmla="*/ 2130 h 2132"/>
                  <a:gd name="T18" fmla="*/ 977 w 2117"/>
                  <a:gd name="T19" fmla="*/ 2130 h 2132"/>
                  <a:gd name="T20" fmla="*/ 819 w 2117"/>
                  <a:gd name="T21" fmla="*/ 2105 h 2132"/>
                  <a:gd name="T22" fmla="*/ 714 w 2117"/>
                  <a:gd name="T23" fmla="*/ 2076 h 2132"/>
                  <a:gd name="T24" fmla="*/ 566 w 2117"/>
                  <a:gd name="T25" fmla="*/ 2013 h 2132"/>
                  <a:gd name="T26" fmla="*/ 433 w 2117"/>
                  <a:gd name="T27" fmla="*/ 1930 h 2132"/>
                  <a:gd name="T28" fmla="*/ 316 w 2117"/>
                  <a:gd name="T29" fmla="*/ 1829 h 2132"/>
                  <a:gd name="T30" fmla="*/ 216 w 2117"/>
                  <a:gd name="T31" fmla="*/ 1714 h 2132"/>
                  <a:gd name="T32" fmla="*/ 133 w 2117"/>
                  <a:gd name="T33" fmla="*/ 1587 h 2132"/>
                  <a:gd name="T34" fmla="*/ 68 w 2117"/>
                  <a:gd name="T35" fmla="*/ 1447 h 2132"/>
                  <a:gd name="T36" fmla="*/ 24 w 2117"/>
                  <a:gd name="T37" fmla="*/ 1299 h 2132"/>
                  <a:gd name="T38" fmla="*/ 2 w 2117"/>
                  <a:gd name="T39" fmla="*/ 1147 h 2132"/>
                  <a:gd name="T40" fmla="*/ 3 w 2117"/>
                  <a:gd name="T41" fmla="*/ 989 h 2132"/>
                  <a:gd name="T42" fmla="*/ 27 w 2117"/>
                  <a:gd name="T43" fmla="*/ 829 h 2132"/>
                  <a:gd name="T44" fmla="*/ 58 w 2117"/>
                  <a:gd name="T45" fmla="*/ 724 h 2132"/>
                  <a:gd name="T46" fmla="*/ 121 w 2117"/>
                  <a:gd name="T47" fmla="*/ 574 h 2132"/>
                  <a:gd name="T48" fmla="*/ 204 w 2117"/>
                  <a:gd name="T49" fmla="*/ 440 h 2132"/>
                  <a:gd name="T50" fmla="*/ 304 w 2117"/>
                  <a:gd name="T51" fmla="*/ 321 h 2132"/>
                  <a:gd name="T52" fmla="*/ 418 w 2117"/>
                  <a:gd name="T53" fmla="*/ 219 h 2132"/>
                  <a:gd name="T54" fmla="*/ 547 w 2117"/>
                  <a:gd name="T55" fmla="*/ 136 h 2132"/>
                  <a:gd name="T56" fmla="*/ 685 w 2117"/>
                  <a:gd name="T57" fmla="*/ 70 h 2132"/>
                  <a:gd name="T58" fmla="*/ 831 w 2117"/>
                  <a:gd name="T59" fmla="*/ 25 h 2132"/>
                  <a:gd name="T60" fmla="*/ 984 w 2117"/>
                  <a:gd name="T61" fmla="*/ 3 h 2132"/>
                  <a:gd name="T62" fmla="*/ 1140 w 2117"/>
                  <a:gd name="T63" fmla="*/ 3 h 2132"/>
                  <a:gd name="T64" fmla="*/ 1298 w 2117"/>
                  <a:gd name="T65" fmla="*/ 27 h 2132"/>
                  <a:gd name="T66" fmla="*/ 1403 w 2117"/>
                  <a:gd name="T67" fmla="*/ 56 h 2132"/>
                  <a:gd name="T68" fmla="*/ 1551 w 2117"/>
                  <a:gd name="T69" fmla="*/ 119 h 2132"/>
                  <a:gd name="T70" fmla="*/ 1684 w 2117"/>
                  <a:gd name="T71" fmla="*/ 202 h 2132"/>
                  <a:gd name="T72" fmla="*/ 1801 w 2117"/>
                  <a:gd name="T73" fmla="*/ 302 h 2132"/>
                  <a:gd name="T74" fmla="*/ 1901 w 2117"/>
                  <a:gd name="T75" fmla="*/ 418 h 2132"/>
                  <a:gd name="T76" fmla="*/ 1984 w 2117"/>
                  <a:gd name="T77" fmla="*/ 547 h 2132"/>
                  <a:gd name="T78" fmla="*/ 2049 w 2117"/>
                  <a:gd name="T79" fmla="*/ 684 h 2132"/>
                  <a:gd name="T80" fmla="*/ 2093 w 2117"/>
                  <a:gd name="T81" fmla="*/ 832 h 2132"/>
                  <a:gd name="T82" fmla="*/ 2115 w 2117"/>
                  <a:gd name="T83" fmla="*/ 987 h 2132"/>
                  <a:gd name="T84" fmla="*/ 2113 w 2117"/>
                  <a:gd name="T85" fmla="*/ 1143 h 2132"/>
                  <a:gd name="T86" fmla="*/ 2090 w 2117"/>
                  <a:gd name="T87" fmla="*/ 1303 h 2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117" h="2132">
                    <a:moveTo>
                      <a:pt x="2076" y="1357"/>
                    </a:moveTo>
                    <a:lnTo>
                      <a:pt x="2076" y="1357"/>
                    </a:lnTo>
                    <a:lnTo>
                      <a:pt x="2059" y="1408"/>
                    </a:lnTo>
                    <a:lnTo>
                      <a:pt x="2040" y="1459"/>
                    </a:lnTo>
                    <a:lnTo>
                      <a:pt x="2020" y="1510"/>
                    </a:lnTo>
                    <a:lnTo>
                      <a:pt x="1996" y="1558"/>
                    </a:lnTo>
                    <a:lnTo>
                      <a:pt x="1971" y="1604"/>
                    </a:lnTo>
                    <a:lnTo>
                      <a:pt x="1944" y="1648"/>
                    </a:lnTo>
                    <a:lnTo>
                      <a:pt x="1913" y="1692"/>
                    </a:lnTo>
                    <a:lnTo>
                      <a:pt x="1882" y="1733"/>
                    </a:lnTo>
                    <a:lnTo>
                      <a:pt x="1848" y="1773"/>
                    </a:lnTo>
                    <a:lnTo>
                      <a:pt x="1813" y="1811"/>
                    </a:lnTo>
                    <a:lnTo>
                      <a:pt x="1777" y="1846"/>
                    </a:lnTo>
                    <a:lnTo>
                      <a:pt x="1738" y="1880"/>
                    </a:lnTo>
                    <a:lnTo>
                      <a:pt x="1699" y="1913"/>
                    </a:lnTo>
                    <a:lnTo>
                      <a:pt x="1656" y="1943"/>
                    </a:lnTo>
                    <a:lnTo>
                      <a:pt x="1614" y="1970"/>
                    </a:lnTo>
                    <a:lnTo>
                      <a:pt x="1570" y="1998"/>
                    </a:lnTo>
                    <a:lnTo>
                      <a:pt x="1526" y="2021"/>
                    </a:lnTo>
                    <a:lnTo>
                      <a:pt x="1480" y="2042"/>
                    </a:lnTo>
                    <a:lnTo>
                      <a:pt x="1432" y="2062"/>
                    </a:lnTo>
                    <a:lnTo>
                      <a:pt x="1385" y="2079"/>
                    </a:lnTo>
                    <a:lnTo>
                      <a:pt x="1335" y="2094"/>
                    </a:lnTo>
                    <a:lnTo>
                      <a:pt x="1286" y="2106"/>
                    </a:lnTo>
                    <a:lnTo>
                      <a:pt x="1235" y="2117"/>
                    </a:lnTo>
                    <a:lnTo>
                      <a:pt x="1184" y="2125"/>
                    </a:lnTo>
                    <a:lnTo>
                      <a:pt x="1133" y="2130"/>
                    </a:lnTo>
                    <a:lnTo>
                      <a:pt x="1080" y="2132"/>
                    </a:lnTo>
                    <a:lnTo>
                      <a:pt x="1030" y="2132"/>
                    </a:lnTo>
                    <a:lnTo>
                      <a:pt x="977" y="2130"/>
                    </a:lnTo>
                    <a:lnTo>
                      <a:pt x="924" y="2125"/>
                    </a:lnTo>
                    <a:lnTo>
                      <a:pt x="872" y="2117"/>
                    </a:lnTo>
                    <a:lnTo>
                      <a:pt x="819" y="2105"/>
                    </a:lnTo>
                    <a:lnTo>
                      <a:pt x="766" y="2091"/>
                    </a:lnTo>
                    <a:lnTo>
                      <a:pt x="766" y="2091"/>
                    </a:lnTo>
                    <a:lnTo>
                      <a:pt x="714" y="2076"/>
                    </a:lnTo>
                    <a:lnTo>
                      <a:pt x="663" y="2057"/>
                    </a:lnTo>
                    <a:lnTo>
                      <a:pt x="613" y="2035"/>
                    </a:lnTo>
                    <a:lnTo>
                      <a:pt x="566" y="2013"/>
                    </a:lnTo>
                    <a:lnTo>
                      <a:pt x="520" y="1987"/>
                    </a:lnTo>
                    <a:lnTo>
                      <a:pt x="476" y="1959"/>
                    </a:lnTo>
                    <a:lnTo>
                      <a:pt x="433" y="1930"/>
                    </a:lnTo>
                    <a:lnTo>
                      <a:pt x="392" y="1897"/>
                    </a:lnTo>
                    <a:lnTo>
                      <a:pt x="353" y="1865"/>
                    </a:lnTo>
                    <a:lnTo>
                      <a:pt x="316" y="1829"/>
                    </a:lnTo>
                    <a:lnTo>
                      <a:pt x="280" y="1792"/>
                    </a:lnTo>
                    <a:lnTo>
                      <a:pt x="246" y="1755"/>
                    </a:lnTo>
                    <a:lnTo>
                      <a:pt x="216" y="1714"/>
                    </a:lnTo>
                    <a:lnTo>
                      <a:pt x="185" y="1673"/>
                    </a:lnTo>
                    <a:lnTo>
                      <a:pt x="158" y="1631"/>
                    </a:lnTo>
                    <a:lnTo>
                      <a:pt x="133" y="1587"/>
                    </a:lnTo>
                    <a:lnTo>
                      <a:pt x="109" y="1541"/>
                    </a:lnTo>
                    <a:lnTo>
                      <a:pt x="87" y="1495"/>
                    </a:lnTo>
                    <a:lnTo>
                      <a:pt x="68" y="1447"/>
                    </a:lnTo>
                    <a:lnTo>
                      <a:pt x="51" y="1398"/>
                    </a:lnTo>
                    <a:lnTo>
                      <a:pt x="37" y="1350"/>
                    </a:lnTo>
                    <a:lnTo>
                      <a:pt x="24" y="1299"/>
                    </a:lnTo>
                    <a:lnTo>
                      <a:pt x="15" y="1248"/>
                    </a:lnTo>
                    <a:lnTo>
                      <a:pt x="7" y="1198"/>
                    </a:lnTo>
                    <a:lnTo>
                      <a:pt x="2" y="1147"/>
                    </a:lnTo>
                    <a:lnTo>
                      <a:pt x="0" y="1094"/>
                    </a:lnTo>
                    <a:lnTo>
                      <a:pt x="0" y="1041"/>
                    </a:lnTo>
                    <a:lnTo>
                      <a:pt x="3" y="989"/>
                    </a:lnTo>
                    <a:lnTo>
                      <a:pt x="8" y="936"/>
                    </a:lnTo>
                    <a:lnTo>
                      <a:pt x="17" y="882"/>
                    </a:lnTo>
                    <a:lnTo>
                      <a:pt x="27" y="829"/>
                    </a:lnTo>
                    <a:lnTo>
                      <a:pt x="41" y="776"/>
                    </a:lnTo>
                    <a:lnTo>
                      <a:pt x="41" y="776"/>
                    </a:lnTo>
                    <a:lnTo>
                      <a:pt x="58" y="724"/>
                    </a:lnTo>
                    <a:lnTo>
                      <a:pt x="76" y="673"/>
                    </a:lnTo>
                    <a:lnTo>
                      <a:pt x="97" y="623"/>
                    </a:lnTo>
                    <a:lnTo>
                      <a:pt x="121" y="574"/>
                    </a:lnTo>
                    <a:lnTo>
                      <a:pt x="146" y="528"/>
                    </a:lnTo>
                    <a:lnTo>
                      <a:pt x="173" y="484"/>
                    </a:lnTo>
                    <a:lnTo>
                      <a:pt x="204" y="440"/>
                    </a:lnTo>
                    <a:lnTo>
                      <a:pt x="234" y="399"/>
                    </a:lnTo>
                    <a:lnTo>
                      <a:pt x="268" y="360"/>
                    </a:lnTo>
                    <a:lnTo>
                      <a:pt x="304" y="321"/>
                    </a:lnTo>
                    <a:lnTo>
                      <a:pt x="340" y="285"/>
                    </a:lnTo>
                    <a:lnTo>
                      <a:pt x="379" y="251"/>
                    </a:lnTo>
                    <a:lnTo>
                      <a:pt x="418" y="219"/>
                    </a:lnTo>
                    <a:lnTo>
                      <a:pt x="460" y="190"/>
                    </a:lnTo>
                    <a:lnTo>
                      <a:pt x="503" y="161"/>
                    </a:lnTo>
                    <a:lnTo>
                      <a:pt x="547" y="136"/>
                    </a:lnTo>
                    <a:lnTo>
                      <a:pt x="591" y="112"/>
                    </a:lnTo>
                    <a:lnTo>
                      <a:pt x="637" y="90"/>
                    </a:lnTo>
                    <a:lnTo>
                      <a:pt x="685" y="70"/>
                    </a:lnTo>
                    <a:lnTo>
                      <a:pt x="732" y="53"/>
                    </a:lnTo>
                    <a:lnTo>
                      <a:pt x="781" y="39"/>
                    </a:lnTo>
                    <a:lnTo>
                      <a:pt x="831" y="25"/>
                    </a:lnTo>
                    <a:lnTo>
                      <a:pt x="882" y="15"/>
                    </a:lnTo>
                    <a:lnTo>
                      <a:pt x="933" y="8"/>
                    </a:lnTo>
                    <a:lnTo>
                      <a:pt x="984" y="3"/>
                    </a:lnTo>
                    <a:lnTo>
                      <a:pt x="1036" y="0"/>
                    </a:lnTo>
                    <a:lnTo>
                      <a:pt x="1087" y="0"/>
                    </a:lnTo>
                    <a:lnTo>
                      <a:pt x="1140" y="3"/>
                    </a:lnTo>
                    <a:lnTo>
                      <a:pt x="1193" y="8"/>
                    </a:lnTo>
                    <a:lnTo>
                      <a:pt x="1245" y="15"/>
                    </a:lnTo>
                    <a:lnTo>
                      <a:pt x="1298" y="27"/>
                    </a:lnTo>
                    <a:lnTo>
                      <a:pt x="1351" y="41"/>
                    </a:lnTo>
                    <a:lnTo>
                      <a:pt x="1351" y="41"/>
                    </a:lnTo>
                    <a:lnTo>
                      <a:pt x="1403" y="56"/>
                    </a:lnTo>
                    <a:lnTo>
                      <a:pt x="1454" y="75"/>
                    </a:lnTo>
                    <a:lnTo>
                      <a:pt x="1504" y="97"/>
                    </a:lnTo>
                    <a:lnTo>
                      <a:pt x="1551" y="119"/>
                    </a:lnTo>
                    <a:lnTo>
                      <a:pt x="1597" y="144"/>
                    </a:lnTo>
                    <a:lnTo>
                      <a:pt x="1641" y="173"/>
                    </a:lnTo>
                    <a:lnTo>
                      <a:pt x="1684" y="202"/>
                    </a:lnTo>
                    <a:lnTo>
                      <a:pt x="1724" y="234"/>
                    </a:lnTo>
                    <a:lnTo>
                      <a:pt x="1763" y="267"/>
                    </a:lnTo>
                    <a:lnTo>
                      <a:pt x="1801" y="302"/>
                    </a:lnTo>
                    <a:lnTo>
                      <a:pt x="1836" y="340"/>
                    </a:lnTo>
                    <a:lnTo>
                      <a:pt x="1870" y="377"/>
                    </a:lnTo>
                    <a:lnTo>
                      <a:pt x="1901" y="418"/>
                    </a:lnTo>
                    <a:lnTo>
                      <a:pt x="1932" y="459"/>
                    </a:lnTo>
                    <a:lnTo>
                      <a:pt x="1959" y="503"/>
                    </a:lnTo>
                    <a:lnTo>
                      <a:pt x="1984" y="547"/>
                    </a:lnTo>
                    <a:lnTo>
                      <a:pt x="2008" y="591"/>
                    </a:lnTo>
                    <a:lnTo>
                      <a:pt x="2030" y="637"/>
                    </a:lnTo>
                    <a:lnTo>
                      <a:pt x="2049" y="684"/>
                    </a:lnTo>
                    <a:lnTo>
                      <a:pt x="2066" y="734"/>
                    </a:lnTo>
                    <a:lnTo>
                      <a:pt x="2079" y="783"/>
                    </a:lnTo>
                    <a:lnTo>
                      <a:pt x="2093" y="832"/>
                    </a:lnTo>
                    <a:lnTo>
                      <a:pt x="2102" y="883"/>
                    </a:lnTo>
                    <a:lnTo>
                      <a:pt x="2110" y="934"/>
                    </a:lnTo>
                    <a:lnTo>
                      <a:pt x="2115" y="987"/>
                    </a:lnTo>
                    <a:lnTo>
                      <a:pt x="2117" y="1038"/>
                    </a:lnTo>
                    <a:lnTo>
                      <a:pt x="2117" y="1090"/>
                    </a:lnTo>
                    <a:lnTo>
                      <a:pt x="2113" y="1143"/>
                    </a:lnTo>
                    <a:lnTo>
                      <a:pt x="2108" y="1198"/>
                    </a:lnTo>
                    <a:lnTo>
                      <a:pt x="2100" y="1250"/>
                    </a:lnTo>
                    <a:lnTo>
                      <a:pt x="2090" y="1303"/>
                    </a:lnTo>
                    <a:lnTo>
                      <a:pt x="2076" y="1357"/>
                    </a:lnTo>
                    <a:lnTo>
                      <a:pt x="2076" y="1357"/>
                    </a:lnTo>
                    <a:close/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677"/>
              <p:cNvSpPr>
                <a:spLocks/>
              </p:cNvSpPr>
              <p:nvPr/>
            </p:nvSpPr>
            <p:spPr bwMode="auto">
              <a:xfrm>
                <a:off x="4867" y="2805"/>
                <a:ext cx="804" cy="663"/>
              </a:xfrm>
              <a:custGeom>
                <a:avLst/>
                <a:gdLst>
                  <a:gd name="T0" fmla="*/ 0 w 1609"/>
                  <a:gd name="T1" fmla="*/ 1326 h 1326"/>
                  <a:gd name="T2" fmla="*/ 0 w 1609"/>
                  <a:gd name="T3" fmla="*/ 1326 h 1326"/>
                  <a:gd name="T4" fmla="*/ 26 w 1609"/>
                  <a:gd name="T5" fmla="*/ 1243 h 1326"/>
                  <a:gd name="T6" fmla="*/ 53 w 1609"/>
                  <a:gd name="T7" fmla="*/ 1162 h 1326"/>
                  <a:gd name="T8" fmla="*/ 83 w 1609"/>
                  <a:gd name="T9" fmla="*/ 1082 h 1326"/>
                  <a:gd name="T10" fmla="*/ 116 w 1609"/>
                  <a:gd name="T11" fmla="*/ 1005 h 1326"/>
                  <a:gd name="T12" fmla="*/ 151 w 1609"/>
                  <a:gd name="T13" fmla="*/ 931 h 1326"/>
                  <a:gd name="T14" fmla="*/ 189 w 1609"/>
                  <a:gd name="T15" fmla="*/ 858 h 1326"/>
                  <a:gd name="T16" fmla="*/ 228 w 1609"/>
                  <a:gd name="T17" fmla="*/ 786 h 1326"/>
                  <a:gd name="T18" fmla="*/ 269 w 1609"/>
                  <a:gd name="T19" fmla="*/ 718 h 1326"/>
                  <a:gd name="T20" fmla="*/ 311 w 1609"/>
                  <a:gd name="T21" fmla="*/ 654 h 1326"/>
                  <a:gd name="T22" fmla="*/ 357 w 1609"/>
                  <a:gd name="T23" fmla="*/ 591 h 1326"/>
                  <a:gd name="T24" fmla="*/ 403 w 1609"/>
                  <a:gd name="T25" fmla="*/ 531 h 1326"/>
                  <a:gd name="T26" fmla="*/ 452 w 1609"/>
                  <a:gd name="T27" fmla="*/ 474 h 1326"/>
                  <a:gd name="T28" fmla="*/ 501 w 1609"/>
                  <a:gd name="T29" fmla="*/ 419 h 1326"/>
                  <a:gd name="T30" fmla="*/ 552 w 1609"/>
                  <a:gd name="T31" fmla="*/ 367 h 1326"/>
                  <a:gd name="T32" fmla="*/ 605 w 1609"/>
                  <a:gd name="T33" fmla="*/ 319 h 1326"/>
                  <a:gd name="T34" fmla="*/ 658 w 1609"/>
                  <a:gd name="T35" fmla="*/ 273 h 1326"/>
                  <a:gd name="T36" fmla="*/ 714 w 1609"/>
                  <a:gd name="T37" fmla="*/ 231 h 1326"/>
                  <a:gd name="T38" fmla="*/ 768 w 1609"/>
                  <a:gd name="T39" fmla="*/ 192 h 1326"/>
                  <a:gd name="T40" fmla="*/ 826 w 1609"/>
                  <a:gd name="T41" fmla="*/ 156 h 1326"/>
                  <a:gd name="T42" fmla="*/ 884 w 1609"/>
                  <a:gd name="T43" fmla="*/ 124 h 1326"/>
                  <a:gd name="T44" fmla="*/ 941 w 1609"/>
                  <a:gd name="T45" fmla="*/ 97 h 1326"/>
                  <a:gd name="T46" fmla="*/ 1001 w 1609"/>
                  <a:gd name="T47" fmla="*/ 71 h 1326"/>
                  <a:gd name="T48" fmla="*/ 1060 w 1609"/>
                  <a:gd name="T49" fmla="*/ 49 h 1326"/>
                  <a:gd name="T50" fmla="*/ 1120 w 1609"/>
                  <a:gd name="T51" fmla="*/ 32 h 1326"/>
                  <a:gd name="T52" fmla="*/ 1181 w 1609"/>
                  <a:gd name="T53" fmla="*/ 17 h 1326"/>
                  <a:gd name="T54" fmla="*/ 1242 w 1609"/>
                  <a:gd name="T55" fmla="*/ 8 h 1326"/>
                  <a:gd name="T56" fmla="*/ 1303 w 1609"/>
                  <a:gd name="T57" fmla="*/ 1 h 1326"/>
                  <a:gd name="T58" fmla="*/ 1334 w 1609"/>
                  <a:gd name="T59" fmla="*/ 0 h 1326"/>
                  <a:gd name="T60" fmla="*/ 1364 w 1609"/>
                  <a:gd name="T61" fmla="*/ 0 h 1326"/>
                  <a:gd name="T62" fmla="*/ 1395 w 1609"/>
                  <a:gd name="T63" fmla="*/ 0 h 1326"/>
                  <a:gd name="T64" fmla="*/ 1425 w 1609"/>
                  <a:gd name="T65" fmla="*/ 1 h 1326"/>
                  <a:gd name="T66" fmla="*/ 1456 w 1609"/>
                  <a:gd name="T67" fmla="*/ 5 h 1326"/>
                  <a:gd name="T68" fmla="*/ 1487 w 1609"/>
                  <a:gd name="T69" fmla="*/ 8 h 1326"/>
                  <a:gd name="T70" fmla="*/ 1517 w 1609"/>
                  <a:gd name="T71" fmla="*/ 13 h 1326"/>
                  <a:gd name="T72" fmla="*/ 1548 w 1609"/>
                  <a:gd name="T73" fmla="*/ 18 h 1326"/>
                  <a:gd name="T74" fmla="*/ 1578 w 1609"/>
                  <a:gd name="T75" fmla="*/ 25 h 1326"/>
                  <a:gd name="T76" fmla="*/ 1609 w 1609"/>
                  <a:gd name="T77" fmla="*/ 34 h 1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609" h="1326">
                    <a:moveTo>
                      <a:pt x="0" y="1326"/>
                    </a:moveTo>
                    <a:lnTo>
                      <a:pt x="0" y="1326"/>
                    </a:lnTo>
                    <a:lnTo>
                      <a:pt x="26" y="1243"/>
                    </a:lnTo>
                    <a:lnTo>
                      <a:pt x="53" y="1162"/>
                    </a:lnTo>
                    <a:lnTo>
                      <a:pt x="83" y="1082"/>
                    </a:lnTo>
                    <a:lnTo>
                      <a:pt x="116" y="1005"/>
                    </a:lnTo>
                    <a:lnTo>
                      <a:pt x="151" y="931"/>
                    </a:lnTo>
                    <a:lnTo>
                      <a:pt x="189" y="858"/>
                    </a:lnTo>
                    <a:lnTo>
                      <a:pt x="228" y="786"/>
                    </a:lnTo>
                    <a:lnTo>
                      <a:pt x="269" y="718"/>
                    </a:lnTo>
                    <a:lnTo>
                      <a:pt x="311" y="654"/>
                    </a:lnTo>
                    <a:lnTo>
                      <a:pt x="357" y="591"/>
                    </a:lnTo>
                    <a:lnTo>
                      <a:pt x="403" y="531"/>
                    </a:lnTo>
                    <a:lnTo>
                      <a:pt x="452" y="474"/>
                    </a:lnTo>
                    <a:lnTo>
                      <a:pt x="501" y="419"/>
                    </a:lnTo>
                    <a:lnTo>
                      <a:pt x="552" y="367"/>
                    </a:lnTo>
                    <a:lnTo>
                      <a:pt x="605" y="319"/>
                    </a:lnTo>
                    <a:lnTo>
                      <a:pt x="658" y="273"/>
                    </a:lnTo>
                    <a:lnTo>
                      <a:pt x="714" y="231"/>
                    </a:lnTo>
                    <a:lnTo>
                      <a:pt x="768" y="192"/>
                    </a:lnTo>
                    <a:lnTo>
                      <a:pt x="826" y="156"/>
                    </a:lnTo>
                    <a:lnTo>
                      <a:pt x="884" y="124"/>
                    </a:lnTo>
                    <a:lnTo>
                      <a:pt x="941" y="97"/>
                    </a:lnTo>
                    <a:lnTo>
                      <a:pt x="1001" y="71"/>
                    </a:lnTo>
                    <a:lnTo>
                      <a:pt x="1060" y="49"/>
                    </a:lnTo>
                    <a:lnTo>
                      <a:pt x="1120" y="32"/>
                    </a:lnTo>
                    <a:lnTo>
                      <a:pt x="1181" y="17"/>
                    </a:lnTo>
                    <a:lnTo>
                      <a:pt x="1242" y="8"/>
                    </a:lnTo>
                    <a:lnTo>
                      <a:pt x="1303" y="1"/>
                    </a:lnTo>
                    <a:lnTo>
                      <a:pt x="1334" y="0"/>
                    </a:lnTo>
                    <a:lnTo>
                      <a:pt x="1364" y="0"/>
                    </a:lnTo>
                    <a:lnTo>
                      <a:pt x="1395" y="0"/>
                    </a:lnTo>
                    <a:lnTo>
                      <a:pt x="1425" y="1"/>
                    </a:lnTo>
                    <a:lnTo>
                      <a:pt x="1456" y="5"/>
                    </a:lnTo>
                    <a:lnTo>
                      <a:pt x="1487" y="8"/>
                    </a:lnTo>
                    <a:lnTo>
                      <a:pt x="1517" y="13"/>
                    </a:lnTo>
                    <a:lnTo>
                      <a:pt x="1548" y="18"/>
                    </a:lnTo>
                    <a:lnTo>
                      <a:pt x="1578" y="25"/>
                    </a:lnTo>
                    <a:lnTo>
                      <a:pt x="1609" y="34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678"/>
              <p:cNvSpPr>
                <a:spLocks/>
              </p:cNvSpPr>
              <p:nvPr/>
            </p:nvSpPr>
            <p:spPr bwMode="auto">
              <a:xfrm>
                <a:off x="5277" y="2707"/>
                <a:ext cx="408" cy="964"/>
              </a:xfrm>
              <a:custGeom>
                <a:avLst/>
                <a:gdLst>
                  <a:gd name="T0" fmla="*/ 730 w 817"/>
                  <a:gd name="T1" fmla="*/ 1928 h 1928"/>
                  <a:gd name="T2" fmla="*/ 730 w 817"/>
                  <a:gd name="T3" fmla="*/ 1928 h 1928"/>
                  <a:gd name="T4" fmla="*/ 752 w 817"/>
                  <a:gd name="T5" fmla="*/ 1845 h 1928"/>
                  <a:gd name="T6" fmla="*/ 771 w 817"/>
                  <a:gd name="T7" fmla="*/ 1762 h 1928"/>
                  <a:gd name="T8" fmla="*/ 786 w 817"/>
                  <a:gd name="T9" fmla="*/ 1680 h 1928"/>
                  <a:gd name="T10" fmla="*/ 800 w 817"/>
                  <a:gd name="T11" fmla="*/ 1599 h 1928"/>
                  <a:gd name="T12" fmla="*/ 808 w 817"/>
                  <a:gd name="T13" fmla="*/ 1517 h 1928"/>
                  <a:gd name="T14" fmla="*/ 813 w 817"/>
                  <a:gd name="T15" fmla="*/ 1436 h 1928"/>
                  <a:gd name="T16" fmla="*/ 817 w 817"/>
                  <a:gd name="T17" fmla="*/ 1358 h 1928"/>
                  <a:gd name="T18" fmla="*/ 815 w 817"/>
                  <a:gd name="T19" fmla="*/ 1278 h 1928"/>
                  <a:gd name="T20" fmla="*/ 812 w 817"/>
                  <a:gd name="T21" fmla="*/ 1201 h 1928"/>
                  <a:gd name="T22" fmla="*/ 805 w 817"/>
                  <a:gd name="T23" fmla="*/ 1125 h 1928"/>
                  <a:gd name="T24" fmla="*/ 796 w 817"/>
                  <a:gd name="T25" fmla="*/ 1050 h 1928"/>
                  <a:gd name="T26" fmla="*/ 783 w 817"/>
                  <a:gd name="T27" fmla="*/ 977 h 1928"/>
                  <a:gd name="T28" fmla="*/ 768 w 817"/>
                  <a:gd name="T29" fmla="*/ 906 h 1928"/>
                  <a:gd name="T30" fmla="*/ 751 w 817"/>
                  <a:gd name="T31" fmla="*/ 836 h 1928"/>
                  <a:gd name="T32" fmla="*/ 729 w 817"/>
                  <a:gd name="T33" fmla="*/ 767 h 1928"/>
                  <a:gd name="T34" fmla="*/ 706 w 817"/>
                  <a:gd name="T35" fmla="*/ 702 h 1928"/>
                  <a:gd name="T36" fmla="*/ 679 w 817"/>
                  <a:gd name="T37" fmla="*/ 637 h 1928"/>
                  <a:gd name="T38" fmla="*/ 650 w 817"/>
                  <a:gd name="T39" fmla="*/ 575 h 1928"/>
                  <a:gd name="T40" fmla="*/ 620 w 817"/>
                  <a:gd name="T41" fmla="*/ 515 h 1928"/>
                  <a:gd name="T42" fmla="*/ 586 w 817"/>
                  <a:gd name="T43" fmla="*/ 457 h 1928"/>
                  <a:gd name="T44" fmla="*/ 548 w 817"/>
                  <a:gd name="T45" fmla="*/ 403 h 1928"/>
                  <a:gd name="T46" fmla="*/ 511 w 817"/>
                  <a:gd name="T47" fmla="*/ 352 h 1928"/>
                  <a:gd name="T48" fmla="*/ 469 w 817"/>
                  <a:gd name="T49" fmla="*/ 301 h 1928"/>
                  <a:gd name="T50" fmla="*/ 426 w 817"/>
                  <a:gd name="T51" fmla="*/ 255 h 1928"/>
                  <a:gd name="T52" fmla="*/ 380 w 817"/>
                  <a:gd name="T53" fmla="*/ 211 h 1928"/>
                  <a:gd name="T54" fmla="*/ 333 w 817"/>
                  <a:gd name="T55" fmla="*/ 172 h 1928"/>
                  <a:gd name="T56" fmla="*/ 282 w 817"/>
                  <a:gd name="T57" fmla="*/ 135 h 1928"/>
                  <a:gd name="T58" fmla="*/ 229 w 817"/>
                  <a:gd name="T59" fmla="*/ 101 h 1928"/>
                  <a:gd name="T60" fmla="*/ 175 w 817"/>
                  <a:gd name="T61" fmla="*/ 70 h 1928"/>
                  <a:gd name="T62" fmla="*/ 147 w 817"/>
                  <a:gd name="T63" fmla="*/ 56 h 1928"/>
                  <a:gd name="T64" fmla="*/ 119 w 817"/>
                  <a:gd name="T65" fmla="*/ 43 h 1928"/>
                  <a:gd name="T66" fmla="*/ 90 w 817"/>
                  <a:gd name="T67" fmla="*/ 31 h 1928"/>
                  <a:gd name="T68" fmla="*/ 61 w 817"/>
                  <a:gd name="T69" fmla="*/ 19 h 1928"/>
                  <a:gd name="T70" fmla="*/ 30 w 817"/>
                  <a:gd name="T71" fmla="*/ 9 h 1928"/>
                  <a:gd name="T72" fmla="*/ 0 w 817"/>
                  <a:gd name="T73" fmla="*/ 0 h 19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817" h="1928">
                    <a:moveTo>
                      <a:pt x="730" y="1928"/>
                    </a:moveTo>
                    <a:lnTo>
                      <a:pt x="730" y="1928"/>
                    </a:lnTo>
                    <a:lnTo>
                      <a:pt x="752" y="1845"/>
                    </a:lnTo>
                    <a:lnTo>
                      <a:pt x="771" y="1762"/>
                    </a:lnTo>
                    <a:lnTo>
                      <a:pt x="786" y="1680"/>
                    </a:lnTo>
                    <a:lnTo>
                      <a:pt x="800" y="1599"/>
                    </a:lnTo>
                    <a:lnTo>
                      <a:pt x="808" y="1517"/>
                    </a:lnTo>
                    <a:lnTo>
                      <a:pt x="813" y="1436"/>
                    </a:lnTo>
                    <a:lnTo>
                      <a:pt x="817" y="1358"/>
                    </a:lnTo>
                    <a:lnTo>
                      <a:pt x="815" y="1278"/>
                    </a:lnTo>
                    <a:lnTo>
                      <a:pt x="812" y="1201"/>
                    </a:lnTo>
                    <a:lnTo>
                      <a:pt x="805" y="1125"/>
                    </a:lnTo>
                    <a:lnTo>
                      <a:pt x="796" y="1050"/>
                    </a:lnTo>
                    <a:lnTo>
                      <a:pt x="783" y="977"/>
                    </a:lnTo>
                    <a:lnTo>
                      <a:pt x="768" y="906"/>
                    </a:lnTo>
                    <a:lnTo>
                      <a:pt x="751" y="836"/>
                    </a:lnTo>
                    <a:lnTo>
                      <a:pt x="729" y="767"/>
                    </a:lnTo>
                    <a:lnTo>
                      <a:pt x="706" y="702"/>
                    </a:lnTo>
                    <a:lnTo>
                      <a:pt x="679" y="637"/>
                    </a:lnTo>
                    <a:lnTo>
                      <a:pt x="650" y="575"/>
                    </a:lnTo>
                    <a:lnTo>
                      <a:pt x="620" y="515"/>
                    </a:lnTo>
                    <a:lnTo>
                      <a:pt x="586" y="457"/>
                    </a:lnTo>
                    <a:lnTo>
                      <a:pt x="548" y="403"/>
                    </a:lnTo>
                    <a:lnTo>
                      <a:pt x="511" y="352"/>
                    </a:lnTo>
                    <a:lnTo>
                      <a:pt x="469" y="301"/>
                    </a:lnTo>
                    <a:lnTo>
                      <a:pt x="426" y="255"/>
                    </a:lnTo>
                    <a:lnTo>
                      <a:pt x="380" y="211"/>
                    </a:lnTo>
                    <a:lnTo>
                      <a:pt x="333" y="172"/>
                    </a:lnTo>
                    <a:lnTo>
                      <a:pt x="282" y="135"/>
                    </a:lnTo>
                    <a:lnTo>
                      <a:pt x="229" y="101"/>
                    </a:lnTo>
                    <a:lnTo>
                      <a:pt x="175" y="70"/>
                    </a:lnTo>
                    <a:lnTo>
                      <a:pt x="147" y="56"/>
                    </a:lnTo>
                    <a:lnTo>
                      <a:pt x="119" y="43"/>
                    </a:lnTo>
                    <a:lnTo>
                      <a:pt x="90" y="31"/>
                    </a:lnTo>
                    <a:lnTo>
                      <a:pt x="61" y="19"/>
                    </a:lnTo>
                    <a:lnTo>
                      <a:pt x="30" y="9"/>
                    </a:ln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8021934" y="4387848"/>
            <a:ext cx="647682" cy="647682"/>
            <a:chOff x="8125315" y="4289874"/>
            <a:chExt cx="799484" cy="799484"/>
          </a:xfrm>
        </p:grpSpPr>
        <p:sp>
          <p:nvSpPr>
            <p:cNvPr id="42" name="椭圆 41"/>
            <p:cNvSpPr/>
            <p:nvPr/>
          </p:nvSpPr>
          <p:spPr>
            <a:xfrm>
              <a:off x="8125315" y="4289874"/>
              <a:ext cx="799484" cy="799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Freeform 331"/>
            <p:cNvSpPr>
              <a:spLocks noEditPoints="1"/>
            </p:cNvSpPr>
            <p:nvPr/>
          </p:nvSpPr>
          <p:spPr bwMode="auto">
            <a:xfrm>
              <a:off x="8260095" y="4403737"/>
              <a:ext cx="529923" cy="564876"/>
            </a:xfrm>
            <a:custGeom>
              <a:avLst/>
              <a:gdLst>
                <a:gd name="T0" fmla="*/ 684 w 1130"/>
                <a:gd name="T1" fmla="*/ 1186 h 1202"/>
                <a:gd name="T2" fmla="*/ 496 w 1130"/>
                <a:gd name="T3" fmla="*/ 1202 h 1202"/>
                <a:gd name="T4" fmla="*/ 346 w 1130"/>
                <a:gd name="T5" fmla="*/ 1174 h 1202"/>
                <a:gd name="T6" fmla="*/ 212 w 1130"/>
                <a:gd name="T7" fmla="*/ 1106 h 1202"/>
                <a:gd name="T8" fmla="*/ 106 w 1130"/>
                <a:gd name="T9" fmla="*/ 1000 h 1202"/>
                <a:gd name="T10" fmla="*/ 32 w 1130"/>
                <a:gd name="T11" fmla="*/ 862 h 1202"/>
                <a:gd name="T12" fmla="*/ 0 w 1130"/>
                <a:gd name="T13" fmla="*/ 694 h 1202"/>
                <a:gd name="T14" fmla="*/ 10 w 1130"/>
                <a:gd name="T15" fmla="*/ 532 h 1202"/>
                <a:gd name="T16" fmla="*/ 68 w 1130"/>
                <a:gd name="T17" fmla="*/ 352 h 1202"/>
                <a:gd name="T18" fmla="*/ 170 w 1130"/>
                <a:gd name="T19" fmla="*/ 198 h 1202"/>
                <a:gd name="T20" fmla="*/ 314 w 1130"/>
                <a:gd name="T21" fmla="*/ 82 h 1202"/>
                <a:gd name="T22" fmla="*/ 492 w 1130"/>
                <a:gd name="T23" fmla="*/ 14 h 1202"/>
                <a:gd name="T24" fmla="*/ 658 w 1130"/>
                <a:gd name="T25" fmla="*/ 2 h 1202"/>
                <a:gd name="T26" fmla="*/ 812 w 1130"/>
                <a:gd name="T27" fmla="*/ 30 h 1202"/>
                <a:gd name="T28" fmla="*/ 940 w 1130"/>
                <a:gd name="T29" fmla="*/ 96 h 1202"/>
                <a:gd name="T30" fmla="*/ 1038 w 1130"/>
                <a:gd name="T31" fmla="*/ 196 h 1202"/>
                <a:gd name="T32" fmla="*/ 1122 w 1130"/>
                <a:gd name="T33" fmla="*/ 396 h 1202"/>
                <a:gd name="T34" fmla="*/ 1116 w 1130"/>
                <a:gd name="T35" fmla="*/ 634 h 1202"/>
                <a:gd name="T36" fmla="*/ 1016 w 1130"/>
                <a:gd name="T37" fmla="*/ 828 h 1202"/>
                <a:gd name="T38" fmla="*/ 856 w 1130"/>
                <a:gd name="T39" fmla="*/ 908 h 1202"/>
                <a:gd name="T40" fmla="*/ 764 w 1130"/>
                <a:gd name="T41" fmla="*/ 896 h 1202"/>
                <a:gd name="T42" fmla="*/ 712 w 1130"/>
                <a:gd name="T43" fmla="*/ 842 h 1202"/>
                <a:gd name="T44" fmla="*/ 692 w 1130"/>
                <a:gd name="T45" fmla="*/ 758 h 1202"/>
                <a:gd name="T46" fmla="*/ 584 w 1130"/>
                <a:gd name="T47" fmla="*/ 872 h 1202"/>
                <a:gd name="T48" fmla="*/ 484 w 1130"/>
                <a:gd name="T49" fmla="*/ 908 h 1202"/>
                <a:gd name="T50" fmla="*/ 392 w 1130"/>
                <a:gd name="T51" fmla="*/ 902 h 1202"/>
                <a:gd name="T52" fmla="*/ 304 w 1130"/>
                <a:gd name="T53" fmla="*/ 838 h 1202"/>
                <a:gd name="T54" fmla="*/ 262 w 1130"/>
                <a:gd name="T55" fmla="*/ 718 h 1202"/>
                <a:gd name="T56" fmla="*/ 290 w 1130"/>
                <a:gd name="T57" fmla="*/ 538 h 1202"/>
                <a:gd name="T58" fmla="*/ 434 w 1130"/>
                <a:gd name="T59" fmla="*/ 356 h 1202"/>
                <a:gd name="T60" fmla="*/ 670 w 1130"/>
                <a:gd name="T61" fmla="*/ 284 h 1202"/>
                <a:gd name="T62" fmla="*/ 796 w 1130"/>
                <a:gd name="T63" fmla="*/ 300 h 1202"/>
                <a:gd name="T64" fmla="*/ 790 w 1130"/>
                <a:gd name="T65" fmla="*/ 678 h 1202"/>
                <a:gd name="T66" fmla="*/ 800 w 1130"/>
                <a:gd name="T67" fmla="*/ 798 h 1202"/>
                <a:gd name="T68" fmla="*/ 848 w 1130"/>
                <a:gd name="T69" fmla="*/ 826 h 1202"/>
                <a:gd name="T70" fmla="*/ 930 w 1130"/>
                <a:gd name="T71" fmla="*/ 794 h 1202"/>
                <a:gd name="T72" fmla="*/ 1008 w 1130"/>
                <a:gd name="T73" fmla="*/ 674 h 1202"/>
                <a:gd name="T74" fmla="*/ 1034 w 1130"/>
                <a:gd name="T75" fmla="*/ 512 h 1202"/>
                <a:gd name="T76" fmla="*/ 972 w 1130"/>
                <a:gd name="T77" fmla="*/ 264 h 1202"/>
                <a:gd name="T78" fmla="*/ 794 w 1130"/>
                <a:gd name="T79" fmla="*/ 112 h 1202"/>
                <a:gd name="T80" fmla="*/ 590 w 1130"/>
                <a:gd name="T81" fmla="*/ 80 h 1202"/>
                <a:gd name="T82" fmla="*/ 440 w 1130"/>
                <a:gd name="T83" fmla="*/ 110 h 1202"/>
                <a:gd name="T84" fmla="*/ 308 w 1130"/>
                <a:gd name="T85" fmla="*/ 184 h 1202"/>
                <a:gd name="T86" fmla="*/ 202 w 1130"/>
                <a:gd name="T87" fmla="*/ 296 h 1202"/>
                <a:gd name="T88" fmla="*/ 130 w 1130"/>
                <a:gd name="T89" fmla="*/ 444 h 1202"/>
                <a:gd name="T90" fmla="*/ 98 w 1130"/>
                <a:gd name="T91" fmla="*/ 622 h 1202"/>
                <a:gd name="T92" fmla="*/ 132 w 1130"/>
                <a:gd name="T93" fmla="*/ 848 h 1202"/>
                <a:gd name="T94" fmla="*/ 288 w 1130"/>
                <a:gd name="T95" fmla="*/ 1048 h 1202"/>
                <a:gd name="T96" fmla="*/ 542 w 1130"/>
                <a:gd name="T97" fmla="*/ 1120 h 1202"/>
                <a:gd name="T98" fmla="*/ 716 w 1130"/>
                <a:gd name="T99" fmla="*/ 1096 h 1202"/>
                <a:gd name="T100" fmla="*/ 736 w 1130"/>
                <a:gd name="T101" fmla="*/ 390 h 1202"/>
                <a:gd name="T102" fmla="*/ 622 w 1130"/>
                <a:gd name="T103" fmla="*/ 376 h 1202"/>
                <a:gd name="T104" fmla="*/ 474 w 1130"/>
                <a:gd name="T105" fmla="*/ 448 h 1202"/>
                <a:gd name="T106" fmla="*/ 386 w 1130"/>
                <a:gd name="T107" fmla="*/ 596 h 1202"/>
                <a:gd name="T108" fmla="*/ 382 w 1130"/>
                <a:gd name="T109" fmla="*/ 740 h 1202"/>
                <a:gd name="T110" fmla="*/ 428 w 1130"/>
                <a:gd name="T111" fmla="*/ 802 h 1202"/>
                <a:gd name="T112" fmla="*/ 488 w 1130"/>
                <a:gd name="T113" fmla="*/ 818 h 1202"/>
                <a:gd name="T114" fmla="*/ 594 w 1130"/>
                <a:gd name="T115" fmla="*/ 772 h 1202"/>
                <a:gd name="T116" fmla="*/ 674 w 1130"/>
                <a:gd name="T117" fmla="*/ 664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30" h="1202">
                  <a:moveTo>
                    <a:pt x="830" y="1134"/>
                  </a:moveTo>
                  <a:lnTo>
                    <a:pt x="830" y="1134"/>
                  </a:lnTo>
                  <a:lnTo>
                    <a:pt x="794" y="1150"/>
                  </a:lnTo>
                  <a:lnTo>
                    <a:pt x="758" y="1166"/>
                  </a:lnTo>
                  <a:lnTo>
                    <a:pt x="722" y="1178"/>
                  </a:lnTo>
                  <a:lnTo>
                    <a:pt x="684" y="1186"/>
                  </a:lnTo>
                  <a:lnTo>
                    <a:pt x="646" y="1194"/>
                  </a:lnTo>
                  <a:lnTo>
                    <a:pt x="606" y="1198"/>
                  </a:lnTo>
                  <a:lnTo>
                    <a:pt x="566" y="1202"/>
                  </a:lnTo>
                  <a:lnTo>
                    <a:pt x="522" y="1202"/>
                  </a:lnTo>
                  <a:lnTo>
                    <a:pt x="522" y="1202"/>
                  </a:lnTo>
                  <a:lnTo>
                    <a:pt x="496" y="1202"/>
                  </a:lnTo>
                  <a:lnTo>
                    <a:pt x="470" y="1200"/>
                  </a:lnTo>
                  <a:lnTo>
                    <a:pt x="444" y="1196"/>
                  </a:lnTo>
                  <a:lnTo>
                    <a:pt x="418" y="1192"/>
                  </a:lnTo>
                  <a:lnTo>
                    <a:pt x="394" y="1188"/>
                  </a:lnTo>
                  <a:lnTo>
                    <a:pt x="370" y="1180"/>
                  </a:lnTo>
                  <a:lnTo>
                    <a:pt x="346" y="1174"/>
                  </a:lnTo>
                  <a:lnTo>
                    <a:pt x="322" y="1164"/>
                  </a:lnTo>
                  <a:lnTo>
                    <a:pt x="298" y="1154"/>
                  </a:lnTo>
                  <a:lnTo>
                    <a:pt x="276" y="1144"/>
                  </a:lnTo>
                  <a:lnTo>
                    <a:pt x="254" y="1132"/>
                  </a:lnTo>
                  <a:lnTo>
                    <a:pt x="232" y="1120"/>
                  </a:lnTo>
                  <a:lnTo>
                    <a:pt x="212" y="1106"/>
                  </a:lnTo>
                  <a:lnTo>
                    <a:pt x="192" y="1090"/>
                  </a:lnTo>
                  <a:lnTo>
                    <a:pt x="174" y="1074"/>
                  </a:lnTo>
                  <a:lnTo>
                    <a:pt x="154" y="1058"/>
                  </a:lnTo>
                  <a:lnTo>
                    <a:pt x="138" y="1040"/>
                  </a:lnTo>
                  <a:lnTo>
                    <a:pt x="120" y="1020"/>
                  </a:lnTo>
                  <a:lnTo>
                    <a:pt x="106" y="1000"/>
                  </a:lnTo>
                  <a:lnTo>
                    <a:pt x="90" y="980"/>
                  </a:lnTo>
                  <a:lnTo>
                    <a:pt x="76" y="958"/>
                  </a:lnTo>
                  <a:lnTo>
                    <a:pt x="64" y="936"/>
                  </a:lnTo>
                  <a:lnTo>
                    <a:pt x="52" y="912"/>
                  </a:lnTo>
                  <a:lnTo>
                    <a:pt x="42" y="888"/>
                  </a:lnTo>
                  <a:lnTo>
                    <a:pt x="32" y="862"/>
                  </a:lnTo>
                  <a:lnTo>
                    <a:pt x="24" y="836"/>
                  </a:lnTo>
                  <a:lnTo>
                    <a:pt x="16" y="810"/>
                  </a:lnTo>
                  <a:lnTo>
                    <a:pt x="10" y="782"/>
                  </a:lnTo>
                  <a:lnTo>
                    <a:pt x="6" y="754"/>
                  </a:lnTo>
                  <a:lnTo>
                    <a:pt x="2" y="724"/>
                  </a:lnTo>
                  <a:lnTo>
                    <a:pt x="0" y="694"/>
                  </a:lnTo>
                  <a:lnTo>
                    <a:pt x="0" y="664"/>
                  </a:lnTo>
                  <a:lnTo>
                    <a:pt x="0" y="664"/>
                  </a:lnTo>
                  <a:lnTo>
                    <a:pt x="0" y="630"/>
                  </a:lnTo>
                  <a:lnTo>
                    <a:pt x="2" y="598"/>
                  </a:lnTo>
                  <a:lnTo>
                    <a:pt x="6" y="566"/>
                  </a:lnTo>
                  <a:lnTo>
                    <a:pt x="10" y="532"/>
                  </a:lnTo>
                  <a:lnTo>
                    <a:pt x="18" y="502"/>
                  </a:lnTo>
                  <a:lnTo>
                    <a:pt x="24" y="470"/>
                  </a:lnTo>
                  <a:lnTo>
                    <a:pt x="34" y="440"/>
                  </a:lnTo>
                  <a:lnTo>
                    <a:pt x="44" y="410"/>
                  </a:lnTo>
                  <a:lnTo>
                    <a:pt x="56" y="380"/>
                  </a:lnTo>
                  <a:lnTo>
                    <a:pt x="68" y="352"/>
                  </a:lnTo>
                  <a:lnTo>
                    <a:pt x="82" y="324"/>
                  </a:lnTo>
                  <a:lnTo>
                    <a:pt x="98" y="298"/>
                  </a:lnTo>
                  <a:lnTo>
                    <a:pt x="114" y="272"/>
                  </a:lnTo>
                  <a:lnTo>
                    <a:pt x="132" y="246"/>
                  </a:lnTo>
                  <a:lnTo>
                    <a:pt x="150" y="222"/>
                  </a:lnTo>
                  <a:lnTo>
                    <a:pt x="170" y="198"/>
                  </a:lnTo>
                  <a:lnTo>
                    <a:pt x="192" y="176"/>
                  </a:lnTo>
                  <a:lnTo>
                    <a:pt x="214" y="156"/>
                  </a:lnTo>
                  <a:lnTo>
                    <a:pt x="238" y="136"/>
                  </a:lnTo>
                  <a:lnTo>
                    <a:pt x="262" y="116"/>
                  </a:lnTo>
                  <a:lnTo>
                    <a:pt x="288" y="98"/>
                  </a:lnTo>
                  <a:lnTo>
                    <a:pt x="314" y="82"/>
                  </a:lnTo>
                  <a:lnTo>
                    <a:pt x="342" y="68"/>
                  </a:lnTo>
                  <a:lnTo>
                    <a:pt x="370" y="54"/>
                  </a:lnTo>
                  <a:lnTo>
                    <a:pt x="398" y="42"/>
                  </a:lnTo>
                  <a:lnTo>
                    <a:pt x="430" y="32"/>
                  </a:lnTo>
                  <a:lnTo>
                    <a:pt x="460" y="22"/>
                  </a:lnTo>
                  <a:lnTo>
                    <a:pt x="492" y="14"/>
                  </a:lnTo>
                  <a:lnTo>
                    <a:pt x="526" y="8"/>
                  </a:lnTo>
                  <a:lnTo>
                    <a:pt x="560" y="4"/>
                  </a:lnTo>
                  <a:lnTo>
                    <a:pt x="594" y="2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58" y="2"/>
                  </a:lnTo>
                  <a:lnTo>
                    <a:pt x="684" y="2"/>
                  </a:lnTo>
                  <a:lnTo>
                    <a:pt x="712" y="6"/>
                  </a:lnTo>
                  <a:lnTo>
                    <a:pt x="738" y="10"/>
                  </a:lnTo>
                  <a:lnTo>
                    <a:pt x="762" y="16"/>
                  </a:lnTo>
                  <a:lnTo>
                    <a:pt x="788" y="22"/>
                  </a:lnTo>
                  <a:lnTo>
                    <a:pt x="812" y="30"/>
                  </a:lnTo>
                  <a:lnTo>
                    <a:pt x="834" y="38"/>
                  </a:lnTo>
                  <a:lnTo>
                    <a:pt x="858" y="48"/>
                  </a:lnTo>
                  <a:lnTo>
                    <a:pt x="880" y="58"/>
                  </a:lnTo>
                  <a:lnTo>
                    <a:pt x="900" y="70"/>
                  </a:lnTo>
                  <a:lnTo>
                    <a:pt x="920" y="82"/>
                  </a:lnTo>
                  <a:lnTo>
                    <a:pt x="940" y="96"/>
                  </a:lnTo>
                  <a:lnTo>
                    <a:pt x="958" y="110"/>
                  </a:lnTo>
                  <a:lnTo>
                    <a:pt x="976" y="126"/>
                  </a:lnTo>
                  <a:lnTo>
                    <a:pt x="992" y="142"/>
                  </a:lnTo>
                  <a:lnTo>
                    <a:pt x="1008" y="158"/>
                  </a:lnTo>
                  <a:lnTo>
                    <a:pt x="1024" y="176"/>
                  </a:lnTo>
                  <a:lnTo>
                    <a:pt x="1038" y="196"/>
                  </a:lnTo>
                  <a:lnTo>
                    <a:pt x="1052" y="214"/>
                  </a:lnTo>
                  <a:lnTo>
                    <a:pt x="1064" y="236"/>
                  </a:lnTo>
                  <a:lnTo>
                    <a:pt x="1074" y="256"/>
                  </a:lnTo>
                  <a:lnTo>
                    <a:pt x="1094" y="300"/>
                  </a:lnTo>
                  <a:lnTo>
                    <a:pt x="1110" y="346"/>
                  </a:lnTo>
                  <a:lnTo>
                    <a:pt x="1122" y="396"/>
                  </a:lnTo>
                  <a:lnTo>
                    <a:pt x="1128" y="446"/>
                  </a:lnTo>
                  <a:lnTo>
                    <a:pt x="1130" y="500"/>
                  </a:lnTo>
                  <a:lnTo>
                    <a:pt x="1130" y="500"/>
                  </a:lnTo>
                  <a:lnTo>
                    <a:pt x="1128" y="546"/>
                  </a:lnTo>
                  <a:lnTo>
                    <a:pt x="1124" y="592"/>
                  </a:lnTo>
                  <a:lnTo>
                    <a:pt x="1116" y="634"/>
                  </a:lnTo>
                  <a:lnTo>
                    <a:pt x="1106" y="674"/>
                  </a:lnTo>
                  <a:lnTo>
                    <a:pt x="1092" y="710"/>
                  </a:lnTo>
                  <a:lnTo>
                    <a:pt x="1076" y="744"/>
                  </a:lnTo>
                  <a:lnTo>
                    <a:pt x="1058" y="774"/>
                  </a:lnTo>
                  <a:lnTo>
                    <a:pt x="1038" y="802"/>
                  </a:lnTo>
                  <a:lnTo>
                    <a:pt x="1016" y="828"/>
                  </a:lnTo>
                  <a:lnTo>
                    <a:pt x="992" y="848"/>
                  </a:lnTo>
                  <a:lnTo>
                    <a:pt x="968" y="868"/>
                  </a:lnTo>
                  <a:lnTo>
                    <a:pt x="942" y="882"/>
                  </a:lnTo>
                  <a:lnTo>
                    <a:pt x="914" y="894"/>
                  </a:lnTo>
                  <a:lnTo>
                    <a:pt x="884" y="904"/>
                  </a:lnTo>
                  <a:lnTo>
                    <a:pt x="856" y="908"/>
                  </a:lnTo>
                  <a:lnTo>
                    <a:pt x="824" y="910"/>
                  </a:lnTo>
                  <a:lnTo>
                    <a:pt x="824" y="910"/>
                  </a:lnTo>
                  <a:lnTo>
                    <a:pt x="800" y="908"/>
                  </a:lnTo>
                  <a:lnTo>
                    <a:pt x="788" y="906"/>
                  </a:lnTo>
                  <a:lnTo>
                    <a:pt x="776" y="902"/>
                  </a:lnTo>
                  <a:lnTo>
                    <a:pt x="764" y="896"/>
                  </a:lnTo>
                  <a:lnTo>
                    <a:pt x="754" y="890"/>
                  </a:lnTo>
                  <a:lnTo>
                    <a:pt x="744" y="884"/>
                  </a:lnTo>
                  <a:lnTo>
                    <a:pt x="734" y="874"/>
                  </a:lnTo>
                  <a:lnTo>
                    <a:pt x="726" y="864"/>
                  </a:lnTo>
                  <a:lnTo>
                    <a:pt x="718" y="854"/>
                  </a:lnTo>
                  <a:lnTo>
                    <a:pt x="712" y="842"/>
                  </a:lnTo>
                  <a:lnTo>
                    <a:pt x="706" y="828"/>
                  </a:lnTo>
                  <a:lnTo>
                    <a:pt x="702" y="812"/>
                  </a:lnTo>
                  <a:lnTo>
                    <a:pt x="698" y="796"/>
                  </a:lnTo>
                  <a:lnTo>
                    <a:pt x="698" y="778"/>
                  </a:lnTo>
                  <a:lnTo>
                    <a:pt x="698" y="758"/>
                  </a:lnTo>
                  <a:lnTo>
                    <a:pt x="692" y="758"/>
                  </a:lnTo>
                  <a:lnTo>
                    <a:pt x="692" y="758"/>
                  </a:lnTo>
                  <a:lnTo>
                    <a:pt x="668" y="794"/>
                  </a:lnTo>
                  <a:lnTo>
                    <a:pt x="642" y="826"/>
                  </a:lnTo>
                  <a:lnTo>
                    <a:pt x="614" y="852"/>
                  </a:lnTo>
                  <a:lnTo>
                    <a:pt x="600" y="862"/>
                  </a:lnTo>
                  <a:lnTo>
                    <a:pt x="584" y="872"/>
                  </a:lnTo>
                  <a:lnTo>
                    <a:pt x="570" y="882"/>
                  </a:lnTo>
                  <a:lnTo>
                    <a:pt x="554" y="890"/>
                  </a:lnTo>
                  <a:lnTo>
                    <a:pt x="536" y="896"/>
                  </a:lnTo>
                  <a:lnTo>
                    <a:pt x="520" y="902"/>
                  </a:lnTo>
                  <a:lnTo>
                    <a:pt x="502" y="906"/>
                  </a:lnTo>
                  <a:lnTo>
                    <a:pt x="484" y="908"/>
                  </a:lnTo>
                  <a:lnTo>
                    <a:pt x="466" y="910"/>
                  </a:lnTo>
                  <a:lnTo>
                    <a:pt x="446" y="910"/>
                  </a:lnTo>
                  <a:lnTo>
                    <a:pt x="446" y="910"/>
                  </a:lnTo>
                  <a:lnTo>
                    <a:pt x="428" y="910"/>
                  </a:lnTo>
                  <a:lnTo>
                    <a:pt x="410" y="906"/>
                  </a:lnTo>
                  <a:lnTo>
                    <a:pt x="392" y="902"/>
                  </a:lnTo>
                  <a:lnTo>
                    <a:pt x="376" y="896"/>
                  </a:lnTo>
                  <a:lnTo>
                    <a:pt x="360" y="888"/>
                  </a:lnTo>
                  <a:lnTo>
                    <a:pt x="344" y="878"/>
                  </a:lnTo>
                  <a:lnTo>
                    <a:pt x="330" y="866"/>
                  </a:lnTo>
                  <a:lnTo>
                    <a:pt x="316" y="852"/>
                  </a:lnTo>
                  <a:lnTo>
                    <a:pt x="304" y="838"/>
                  </a:lnTo>
                  <a:lnTo>
                    <a:pt x="292" y="822"/>
                  </a:lnTo>
                  <a:lnTo>
                    <a:pt x="284" y="804"/>
                  </a:lnTo>
                  <a:lnTo>
                    <a:pt x="276" y="784"/>
                  </a:lnTo>
                  <a:lnTo>
                    <a:pt x="268" y="764"/>
                  </a:lnTo>
                  <a:lnTo>
                    <a:pt x="264" y="742"/>
                  </a:lnTo>
                  <a:lnTo>
                    <a:pt x="262" y="718"/>
                  </a:lnTo>
                  <a:lnTo>
                    <a:pt x="260" y="692"/>
                  </a:lnTo>
                  <a:lnTo>
                    <a:pt x="260" y="692"/>
                  </a:lnTo>
                  <a:lnTo>
                    <a:pt x="262" y="654"/>
                  </a:lnTo>
                  <a:lnTo>
                    <a:pt x="268" y="614"/>
                  </a:lnTo>
                  <a:lnTo>
                    <a:pt x="278" y="576"/>
                  </a:lnTo>
                  <a:lnTo>
                    <a:pt x="290" y="538"/>
                  </a:lnTo>
                  <a:lnTo>
                    <a:pt x="306" y="504"/>
                  </a:lnTo>
                  <a:lnTo>
                    <a:pt x="326" y="470"/>
                  </a:lnTo>
                  <a:lnTo>
                    <a:pt x="350" y="438"/>
                  </a:lnTo>
                  <a:lnTo>
                    <a:pt x="374" y="408"/>
                  </a:lnTo>
                  <a:lnTo>
                    <a:pt x="404" y="380"/>
                  </a:lnTo>
                  <a:lnTo>
                    <a:pt x="434" y="356"/>
                  </a:lnTo>
                  <a:lnTo>
                    <a:pt x="468" y="336"/>
                  </a:lnTo>
                  <a:lnTo>
                    <a:pt x="504" y="318"/>
                  </a:lnTo>
                  <a:lnTo>
                    <a:pt x="542" y="304"/>
                  </a:lnTo>
                  <a:lnTo>
                    <a:pt x="582" y="292"/>
                  </a:lnTo>
                  <a:lnTo>
                    <a:pt x="626" y="286"/>
                  </a:lnTo>
                  <a:lnTo>
                    <a:pt x="670" y="284"/>
                  </a:lnTo>
                  <a:lnTo>
                    <a:pt x="670" y="284"/>
                  </a:lnTo>
                  <a:lnTo>
                    <a:pt x="696" y="284"/>
                  </a:lnTo>
                  <a:lnTo>
                    <a:pt x="724" y="286"/>
                  </a:lnTo>
                  <a:lnTo>
                    <a:pt x="750" y="290"/>
                  </a:lnTo>
                  <a:lnTo>
                    <a:pt x="774" y="294"/>
                  </a:lnTo>
                  <a:lnTo>
                    <a:pt x="796" y="300"/>
                  </a:lnTo>
                  <a:lnTo>
                    <a:pt x="818" y="306"/>
                  </a:lnTo>
                  <a:lnTo>
                    <a:pt x="836" y="312"/>
                  </a:lnTo>
                  <a:lnTo>
                    <a:pt x="854" y="320"/>
                  </a:lnTo>
                  <a:lnTo>
                    <a:pt x="798" y="632"/>
                  </a:lnTo>
                  <a:lnTo>
                    <a:pt x="798" y="632"/>
                  </a:lnTo>
                  <a:lnTo>
                    <a:pt x="790" y="678"/>
                  </a:lnTo>
                  <a:lnTo>
                    <a:pt x="786" y="718"/>
                  </a:lnTo>
                  <a:lnTo>
                    <a:pt x="786" y="750"/>
                  </a:lnTo>
                  <a:lnTo>
                    <a:pt x="788" y="766"/>
                  </a:lnTo>
                  <a:lnTo>
                    <a:pt x="792" y="778"/>
                  </a:lnTo>
                  <a:lnTo>
                    <a:pt x="794" y="788"/>
                  </a:lnTo>
                  <a:lnTo>
                    <a:pt x="800" y="798"/>
                  </a:lnTo>
                  <a:lnTo>
                    <a:pt x="806" y="806"/>
                  </a:lnTo>
                  <a:lnTo>
                    <a:pt x="812" y="814"/>
                  </a:lnTo>
                  <a:lnTo>
                    <a:pt x="820" y="818"/>
                  </a:lnTo>
                  <a:lnTo>
                    <a:pt x="828" y="822"/>
                  </a:lnTo>
                  <a:lnTo>
                    <a:pt x="838" y="824"/>
                  </a:lnTo>
                  <a:lnTo>
                    <a:pt x="848" y="826"/>
                  </a:lnTo>
                  <a:lnTo>
                    <a:pt x="848" y="826"/>
                  </a:lnTo>
                  <a:lnTo>
                    <a:pt x="864" y="826"/>
                  </a:lnTo>
                  <a:lnTo>
                    <a:pt x="880" y="822"/>
                  </a:lnTo>
                  <a:lnTo>
                    <a:pt x="898" y="816"/>
                  </a:lnTo>
                  <a:lnTo>
                    <a:pt x="914" y="806"/>
                  </a:lnTo>
                  <a:lnTo>
                    <a:pt x="930" y="794"/>
                  </a:lnTo>
                  <a:lnTo>
                    <a:pt x="946" y="780"/>
                  </a:lnTo>
                  <a:lnTo>
                    <a:pt x="960" y="764"/>
                  </a:lnTo>
                  <a:lnTo>
                    <a:pt x="974" y="744"/>
                  </a:lnTo>
                  <a:lnTo>
                    <a:pt x="986" y="724"/>
                  </a:lnTo>
                  <a:lnTo>
                    <a:pt x="998" y="700"/>
                  </a:lnTo>
                  <a:lnTo>
                    <a:pt x="1008" y="674"/>
                  </a:lnTo>
                  <a:lnTo>
                    <a:pt x="1018" y="644"/>
                  </a:lnTo>
                  <a:lnTo>
                    <a:pt x="1024" y="614"/>
                  </a:lnTo>
                  <a:lnTo>
                    <a:pt x="1030" y="582"/>
                  </a:lnTo>
                  <a:lnTo>
                    <a:pt x="1032" y="548"/>
                  </a:lnTo>
                  <a:lnTo>
                    <a:pt x="1034" y="512"/>
                  </a:lnTo>
                  <a:lnTo>
                    <a:pt x="1034" y="512"/>
                  </a:lnTo>
                  <a:lnTo>
                    <a:pt x="1032" y="466"/>
                  </a:lnTo>
                  <a:lnTo>
                    <a:pt x="1026" y="420"/>
                  </a:lnTo>
                  <a:lnTo>
                    <a:pt x="1018" y="378"/>
                  </a:lnTo>
                  <a:lnTo>
                    <a:pt x="1006" y="338"/>
                  </a:lnTo>
                  <a:lnTo>
                    <a:pt x="990" y="300"/>
                  </a:lnTo>
                  <a:lnTo>
                    <a:pt x="972" y="264"/>
                  </a:lnTo>
                  <a:lnTo>
                    <a:pt x="950" y="232"/>
                  </a:lnTo>
                  <a:lnTo>
                    <a:pt x="926" y="202"/>
                  </a:lnTo>
                  <a:lnTo>
                    <a:pt x="898" y="174"/>
                  </a:lnTo>
                  <a:lnTo>
                    <a:pt x="866" y="150"/>
                  </a:lnTo>
                  <a:lnTo>
                    <a:pt x="832" y="130"/>
                  </a:lnTo>
                  <a:lnTo>
                    <a:pt x="794" y="112"/>
                  </a:lnTo>
                  <a:lnTo>
                    <a:pt x="754" y="98"/>
                  </a:lnTo>
                  <a:lnTo>
                    <a:pt x="710" y="88"/>
                  </a:lnTo>
                  <a:lnTo>
                    <a:pt x="664" y="82"/>
                  </a:lnTo>
                  <a:lnTo>
                    <a:pt x="616" y="80"/>
                  </a:lnTo>
                  <a:lnTo>
                    <a:pt x="616" y="80"/>
                  </a:lnTo>
                  <a:lnTo>
                    <a:pt x="590" y="80"/>
                  </a:lnTo>
                  <a:lnTo>
                    <a:pt x="564" y="82"/>
                  </a:lnTo>
                  <a:lnTo>
                    <a:pt x="538" y="86"/>
                  </a:lnTo>
                  <a:lnTo>
                    <a:pt x="512" y="90"/>
                  </a:lnTo>
                  <a:lnTo>
                    <a:pt x="488" y="96"/>
                  </a:lnTo>
                  <a:lnTo>
                    <a:pt x="464" y="102"/>
                  </a:lnTo>
                  <a:lnTo>
                    <a:pt x="440" y="110"/>
                  </a:lnTo>
                  <a:lnTo>
                    <a:pt x="416" y="120"/>
                  </a:lnTo>
                  <a:lnTo>
                    <a:pt x="394" y="130"/>
                  </a:lnTo>
                  <a:lnTo>
                    <a:pt x="372" y="142"/>
                  </a:lnTo>
                  <a:lnTo>
                    <a:pt x="350" y="156"/>
                  </a:lnTo>
                  <a:lnTo>
                    <a:pt x="328" y="168"/>
                  </a:lnTo>
                  <a:lnTo>
                    <a:pt x="308" y="184"/>
                  </a:lnTo>
                  <a:lnTo>
                    <a:pt x="288" y="200"/>
                  </a:lnTo>
                  <a:lnTo>
                    <a:pt x="270" y="218"/>
                  </a:lnTo>
                  <a:lnTo>
                    <a:pt x="252" y="236"/>
                  </a:lnTo>
                  <a:lnTo>
                    <a:pt x="234" y="254"/>
                  </a:lnTo>
                  <a:lnTo>
                    <a:pt x="218" y="274"/>
                  </a:lnTo>
                  <a:lnTo>
                    <a:pt x="202" y="296"/>
                  </a:lnTo>
                  <a:lnTo>
                    <a:pt x="188" y="318"/>
                  </a:lnTo>
                  <a:lnTo>
                    <a:pt x="174" y="342"/>
                  </a:lnTo>
                  <a:lnTo>
                    <a:pt x="162" y="366"/>
                  </a:lnTo>
                  <a:lnTo>
                    <a:pt x="150" y="390"/>
                  </a:lnTo>
                  <a:lnTo>
                    <a:pt x="140" y="416"/>
                  </a:lnTo>
                  <a:lnTo>
                    <a:pt x="130" y="444"/>
                  </a:lnTo>
                  <a:lnTo>
                    <a:pt x="122" y="472"/>
                  </a:lnTo>
                  <a:lnTo>
                    <a:pt x="114" y="500"/>
                  </a:lnTo>
                  <a:lnTo>
                    <a:pt x="108" y="530"/>
                  </a:lnTo>
                  <a:lnTo>
                    <a:pt x="104" y="560"/>
                  </a:lnTo>
                  <a:lnTo>
                    <a:pt x="100" y="590"/>
                  </a:lnTo>
                  <a:lnTo>
                    <a:pt x="98" y="622"/>
                  </a:lnTo>
                  <a:lnTo>
                    <a:pt x="98" y="654"/>
                  </a:lnTo>
                  <a:lnTo>
                    <a:pt x="98" y="654"/>
                  </a:lnTo>
                  <a:lnTo>
                    <a:pt x="100" y="708"/>
                  </a:lnTo>
                  <a:lnTo>
                    <a:pt x="106" y="758"/>
                  </a:lnTo>
                  <a:lnTo>
                    <a:pt x="116" y="804"/>
                  </a:lnTo>
                  <a:lnTo>
                    <a:pt x="132" y="848"/>
                  </a:lnTo>
                  <a:lnTo>
                    <a:pt x="150" y="890"/>
                  </a:lnTo>
                  <a:lnTo>
                    <a:pt x="170" y="928"/>
                  </a:lnTo>
                  <a:lnTo>
                    <a:pt x="196" y="962"/>
                  </a:lnTo>
                  <a:lnTo>
                    <a:pt x="224" y="994"/>
                  </a:lnTo>
                  <a:lnTo>
                    <a:pt x="256" y="1024"/>
                  </a:lnTo>
                  <a:lnTo>
                    <a:pt x="288" y="1048"/>
                  </a:lnTo>
                  <a:lnTo>
                    <a:pt x="326" y="1070"/>
                  </a:lnTo>
                  <a:lnTo>
                    <a:pt x="364" y="1088"/>
                  </a:lnTo>
                  <a:lnTo>
                    <a:pt x="406" y="1102"/>
                  </a:lnTo>
                  <a:lnTo>
                    <a:pt x="450" y="1112"/>
                  </a:lnTo>
                  <a:lnTo>
                    <a:pt x="494" y="1118"/>
                  </a:lnTo>
                  <a:lnTo>
                    <a:pt x="542" y="1120"/>
                  </a:lnTo>
                  <a:lnTo>
                    <a:pt x="542" y="1120"/>
                  </a:lnTo>
                  <a:lnTo>
                    <a:pt x="578" y="1118"/>
                  </a:lnTo>
                  <a:lnTo>
                    <a:pt x="614" y="1116"/>
                  </a:lnTo>
                  <a:lnTo>
                    <a:pt x="650" y="1110"/>
                  </a:lnTo>
                  <a:lnTo>
                    <a:pt x="684" y="1104"/>
                  </a:lnTo>
                  <a:lnTo>
                    <a:pt x="716" y="1096"/>
                  </a:lnTo>
                  <a:lnTo>
                    <a:pt x="746" y="1086"/>
                  </a:lnTo>
                  <a:lnTo>
                    <a:pt x="776" y="1072"/>
                  </a:lnTo>
                  <a:lnTo>
                    <a:pt x="802" y="1060"/>
                  </a:lnTo>
                  <a:lnTo>
                    <a:pt x="830" y="1134"/>
                  </a:lnTo>
                  <a:close/>
                  <a:moveTo>
                    <a:pt x="736" y="390"/>
                  </a:moveTo>
                  <a:lnTo>
                    <a:pt x="736" y="390"/>
                  </a:lnTo>
                  <a:lnTo>
                    <a:pt x="722" y="384"/>
                  </a:lnTo>
                  <a:lnTo>
                    <a:pt x="702" y="380"/>
                  </a:lnTo>
                  <a:lnTo>
                    <a:pt x="678" y="376"/>
                  </a:lnTo>
                  <a:lnTo>
                    <a:pt x="650" y="376"/>
                  </a:lnTo>
                  <a:lnTo>
                    <a:pt x="650" y="376"/>
                  </a:lnTo>
                  <a:lnTo>
                    <a:pt x="622" y="376"/>
                  </a:lnTo>
                  <a:lnTo>
                    <a:pt x="594" y="382"/>
                  </a:lnTo>
                  <a:lnTo>
                    <a:pt x="568" y="390"/>
                  </a:lnTo>
                  <a:lnTo>
                    <a:pt x="542" y="400"/>
                  </a:lnTo>
                  <a:lnTo>
                    <a:pt x="518" y="414"/>
                  </a:lnTo>
                  <a:lnTo>
                    <a:pt x="496" y="430"/>
                  </a:lnTo>
                  <a:lnTo>
                    <a:pt x="474" y="448"/>
                  </a:lnTo>
                  <a:lnTo>
                    <a:pt x="454" y="468"/>
                  </a:lnTo>
                  <a:lnTo>
                    <a:pt x="436" y="490"/>
                  </a:lnTo>
                  <a:lnTo>
                    <a:pt x="422" y="514"/>
                  </a:lnTo>
                  <a:lnTo>
                    <a:pt x="408" y="540"/>
                  </a:lnTo>
                  <a:lnTo>
                    <a:pt x="396" y="566"/>
                  </a:lnTo>
                  <a:lnTo>
                    <a:pt x="386" y="596"/>
                  </a:lnTo>
                  <a:lnTo>
                    <a:pt x="380" y="624"/>
                  </a:lnTo>
                  <a:lnTo>
                    <a:pt x="376" y="654"/>
                  </a:lnTo>
                  <a:lnTo>
                    <a:pt x="374" y="686"/>
                  </a:lnTo>
                  <a:lnTo>
                    <a:pt x="374" y="686"/>
                  </a:lnTo>
                  <a:lnTo>
                    <a:pt x="376" y="714"/>
                  </a:lnTo>
                  <a:lnTo>
                    <a:pt x="382" y="740"/>
                  </a:lnTo>
                  <a:lnTo>
                    <a:pt x="390" y="762"/>
                  </a:lnTo>
                  <a:lnTo>
                    <a:pt x="396" y="772"/>
                  </a:lnTo>
                  <a:lnTo>
                    <a:pt x="402" y="780"/>
                  </a:lnTo>
                  <a:lnTo>
                    <a:pt x="410" y="788"/>
                  </a:lnTo>
                  <a:lnTo>
                    <a:pt x="418" y="796"/>
                  </a:lnTo>
                  <a:lnTo>
                    <a:pt x="428" y="802"/>
                  </a:lnTo>
                  <a:lnTo>
                    <a:pt x="438" y="808"/>
                  </a:lnTo>
                  <a:lnTo>
                    <a:pt x="450" y="812"/>
                  </a:lnTo>
                  <a:lnTo>
                    <a:pt x="462" y="814"/>
                  </a:lnTo>
                  <a:lnTo>
                    <a:pt x="474" y="816"/>
                  </a:lnTo>
                  <a:lnTo>
                    <a:pt x="488" y="818"/>
                  </a:lnTo>
                  <a:lnTo>
                    <a:pt x="488" y="818"/>
                  </a:lnTo>
                  <a:lnTo>
                    <a:pt x="506" y="816"/>
                  </a:lnTo>
                  <a:lnTo>
                    <a:pt x="526" y="812"/>
                  </a:lnTo>
                  <a:lnTo>
                    <a:pt x="544" y="804"/>
                  </a:lnTo>
                  <a:lnTo>
                    <a:pt x="560" y="796"/>
                  </a:lnTo>
                  <a:lnTo>
                    <a:pt x="578" y="784"/>
                  </a:lnTo>
                  <a:lnTo>
                    <a:pt x="594" y="772"/>
                  </a:lnTo>
                  <a:lnTo>
                    <a:pt x="610" y="756"/>
                  </a:lnTo>
                  <a:lnTo>
                    <a:pt x="624" y="740"/>
                  </a:lnTo>
                  <a:lnTo>
                    <a:pt x="638" y="722"/>
                  </a:lnTo>
                  <a:lnTo>
                    <a:pt x="652" y="704"/>
                  </a:lnTo>
                  <a:lnTo>
                    <a:pt x="664" y="684"/>
                  </a:lnTo>
                  <a:lnTo>
                    <a:pt x="674" y="664"/>
                  </a:lnTo>
                  <a:lnTo>
                    <a:pt x="682" y="644"/>
                  </a:lnTo>
                  <a:lnTo>
                    <a:pt x="690" y="624"/>
                  </a:lnTo>
                  <a:lnTo>
                    <a:pt x="696" y="602"/>
                  </a:lnTo>
                  <a:lnTo>
                    <a:pt x="700" y="582"/>
                  </a:lnTo>
                  <a:lnTo>
                    <a:pt x="736" y="390"/>
                  </a:lnTo>
                  <a:close/>
                </a:path>
              </a:pathLst>
            </a:custGeom>
            <a:solidFill>
              <a:schemeClr val="bg1"/>
            </a:solidFill>
            <a:ln w="19050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1641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4342102" y="1871154"/>
            <a:ext cx="4801898" cy="4030407"/>
            <a:chOff x="4913987" y="1904691"/>
            <a:chExt cx="4801898" cy="4030407"/>
          </a:xfrm>
        </p:grpSpPr>
        <p:sp>
          <p:nvSpPr>
            <p:cNvPr id="3" name="矩形 2"/>
            <p:cNvSpPr/>
            <p:nvPr/>
          </p:nvSpPr>
          <p:spPr>
            <a:xfrm>
              <a:off x="5071432" y="2179263"/>
              <a:ext cx="4644453" cy="13263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37" name="任意多边形 36"/>
            <p:cNvSpPr/>
            <p:nvPr/>
          </p:nvSpPr>
          <p:spPr>
            <a:xfrm>
              <a:off x="5064746" y="2181066"/>
              <a:ext cx="4644455" cy="761848"/>
            </a:xfrm>
            <a:custGeom>
              <a:avLst/>
              <a:gdLst>
                <a:gd name="connsiteX0" fmla="*/ 0 w 4139952"/>
                <a:gd name="connsiteY0" fmla="*/ 0 h 964324"/>
                <a:gd name="connsiteX1" fmla="*/ 4139952 w 4139952"/>
                <a:gd name="connsiteY1" fmla="*/ 0 h 964324"/>
                <a:gd name="connsiteX2" fmla="*/ 4139952 w 4139952"/>
                <a:gd name="connsiteY2" fmla="*/ 20539 h 964324"/>
                <a:gd name="connsiteX3" fmla="*/ 4014056 w 4139952"/>
                <a:gd name="connsiteY3" fmla="*/ 159060 h 964324"/>
                <a:gd name="connsiteX4" fmla="*/ 2069976 w 4139952"/>
                <a:gd name="connsiteY4" fmla="*/ 964324 h 964324"/>
                <a:gd name="connsiteX5" fmla="*/ 125897 w 4139952"/>
                <a:gd name="connsiteY5" fmla="*/ 159060 h 964324"/>
                <a:gd name="connsiteX6" fmla="*/ 0 w 4139952"/>
                <a:gd name="connsiteY6" fmla="*/ 20539 h 964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9952" h="964324">
                  <a:moveTo>
                    <a:pt x="0" y="0"/>
                  </a:moveTo>
                  <a:lnTo>
                    <a:pt x="4139952" y="0"/>
                  </a:lnTo>
                  <a:lnTo>
                    <a:pt x="4139952" y="20539"/>
                  </a:lnTo>
                  <a:lnTo>
                    <a:pt x="4014056" y="159060"/>
                  </a:lnTo>
                  <a:cubicBezTo>
                    <a:pt x="3516522" y="656593"/>
                    <a:pt x="2829186" y="964324"/>
                    <a:pt x="2069976" y="964324"/>
                  </a:cubicBezTo>
                  <a:cubicBezTo>
                    <a:pt x="1310766" y="964324"/>
                    <a:pt x="623430" y="656593"/>
                    <a:pt x="125897" y="159060"/>
                  </a:cubicBezTo>
                  <a:lnTo>
                    <a:pt x="0" y="205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65100" dist="76200" dir="5400000" sx="101000" sy="10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/>
                <a:t>4</a:t>
              </a:r>
              <a:endParaRPr lang="zh-CN" altLang="en-US" sz="1600" dirty="0"/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71432" y="1904691"/>
              <a:ext cx="4555678" cy="295425"/>
            </a:xfrm>
            <a:prstGeom prst="rect">
              <a:avLst/>
            </a:prstGeom>
          </p:spPr>
        </p:pic>
        <p:sp>
          <p:nvSpPr>
            <p:cNvPr id="53" name="矩形 52"/>
            <p:cNvSpPr/>
            <p:nvPr/>
          </p:nvSpPr>
          <p:spPr>
            <a:xfrm>
              <a:off x="5071432" y="4816291"/>
              <a:ext cx="4644453" cy="93224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6" name="椭圆 55"/>
            <p:cNvSpPr/>
            <p:nvPr/>
          </p:nvSpPr>
          <p:spPr>
            <a:xfrm>
              <a:off x="6963810" y="3072754"/>
              <a:ext cx="922815" cy="922815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4" name="椭圆 63"/>
            <p:cNvSpPr/>
            <p:nvPr/>
          </p:nvSpPr>
          <p:spPr>
            <a:xfrm>
              <a:off x="8147714" y="3053595"/>
              <a:ext cx="922815" cy="922815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5" name="椭圆 64"/>
            <p:cNvSpPr/>
            <p:nvPr/>
          </p:nvSpPr>
          <p:spPr>
            <a:xfrm>
              <a:off x="6305577" y="4475294"/>
              <a:ext cx="922815" cy="922815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6" name="椭圆 65"/>
            <p:cNvSpPr/>
            <p:nvPr/>
          </p:nvSpPr>
          <p:spPr>
            <a:xfrm>
              <a:off x="7748982" y="4475293"/>
              <a:ext cx="922815" cy="922815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5" name="椭圆 54"/>
            <p:cNvSpPr/>
            <p:nvPr/>
          </p:nvSpPr>
          <p:spPr>
            <a:xfrm>
              <a:off x="5719949" y="3053595"/>
              <a:ext cx="922815" cy="922815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5875869" y="3213185"/>
              <a:ext cx="8594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回避</a:t>
              </a:r>
              <a:endPara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策略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7157754" y="3231393"/>
              <a:ext cx="8594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竞争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策略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8332001" y="3210754"/>
              <a:ext cx="8594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妥协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策略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478488" y="4643680"/>
              <a:ext cx="8594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迁就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策略</a:t>
              </a: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7911460" y="4644312"/>
              <a:ext cx="8594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协作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策略</a:t>
              </a:r>
            </a:p>
          </p:txBody>
        </p:sp>
        <p:pic>
          <p:nvPicPr>
            <p:cNvPr id="54" name="Picture 3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/>
          </p:blipFill>
          <p:spPr bwMode="auto">
            <a:xfrm rot="16200000" flipH="1">
              <a:off x="3066688" y="3928713"/>
              <a:ext cx="3853684" cy="1590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五边形 7"/>
          <p:cNvSpPr/>
          <p:nvPr/>
        </p:nvSpPr>
        <p:spPr>
          <a:xfrm>
            <a:off x="304800" y="0"/>
            <a:ext cx="1080120" cy="964323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五边形 9"/>
          <p:cNvSpPr/>
          <p:nvPr/>
        </p:nvSpPr>
        <p:spPr>
          <a:xfrm>
            <a:off x="304800" y="964322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五边形 10"/>
          <p:cNvSpPr/>
          <p:nvPr/>
        </p:nvSpPr>
        <p:spPr>
          <a:xfrm>
            <a:off x="304800" y="1928646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五边形 11"/>
          <p:cNvSpPr/>
          <p:nvPr/>
        </p:nvSpPr>
        <p:spPr>
          <a:xfrm>
            <a:off x="304800" y="2892968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五边形 12"/>
          <p:cNvSpPr/>
          <p:nvPr/>
        </p:nvSpPr>
        <p:spPr>
          <a:xfrm>
            <a:off x="304800" y="3792765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五边形 13"/>
          <p:cNvSpPr/>
          <p:nvPr/>
        </p:nvSpPr>
        <p:spPr>
          <a:xfrm>
            <a:off x="304800" y="4750677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08492" y="97440"/>
            <a:ext cx="5501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 smtClean="0">
                <a:solidFill>
                  <a:schemeClr val="bg1"/>
                </a:solidFill>
                <a:latin typeface="Broadway" panose="04040905080B02020502" pitchFamily="82" charset="0"/>
              </a:rPr>
              <a:t>1</a:t>
            </a:r>
            <a:endParaRPr lang="zh-CN" altLang="en-US" sz="4400" b="1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0" y="0"/>
            <a:ext cx="304800" cy="5715000"/>
            <a:chOff x="0" y="0"/>
            <a:chExt cx="304800" cy="5737820"/>
          </a:xfrm>
        </p:grpSpPr>
        <p:sp>
          <p:nvSpPr>
            <p:cNvPr id="17" name="矩形 16"/>
            <p:cNvSpPr/>
            <p:nvPr/>
          </p:nvSpPr>
          <p:spPr>
            <a:xfrm>
              <a:off x="0" y="1633364"/>
              <a:ext cx="304800" cy="410445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0" y="769268"/>
              <a:ext cx="304800" cy="39905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304800" cy="3143250"/>
            </a:xfrm>
            <a:prstGeom prst="rect">
              <a:avLst/>
            </a:prstGeom>
          </p:spPr>
        </p:pic>
      </p:grpSp>
      <p:sp>
        <p:nvSpPr>
          <p:cNvPr id="20" name="文本框 19"/>
          <p:cNvSpPr txBox="1"/>
          <p:nvPr/>
        </p:nvSpPr>
        <p:spPr>
          <a:xfrm>
            <a:off x="7299597" y="38337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谈判风格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562284" y="1340618"/>
            <a:ext cx="30572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学习谈判前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要好好认识一下自己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来说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哪种策略是你最自然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最乐于采用的呢？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079625" y="1732308"/>
            <a:ext cx="303801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具备做好谈判</a:t>
            </a:r>
            <a:r>
              <a:rPr lang="zh-CN" altLang="en-US" sz="28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的意识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</a:t>
            </a:r>
            <a:r>
              <a:rPr lang="zh-CN" altLang="en-US" sz="28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期望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耐心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去倾听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信守人格</a:t>
            </a:r>
            <a:r>
              <a:rPr lang="zh-CN" altLang="en-US" sz="28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正直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的承诺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4499547" y="955209"/>
            <a:ext cx="4492120" cy="0"/>
          </a:xfrm>
          <a:prstGeom prst="line">
            <a:avLst/>
          </a:prstGeom>
          <a:ln w="12700">
            <a:solidFill>
              <a:srgbClr val="0033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96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21150" y="2047909"/>
            <a:ext cx="3300390" cy="3300390"/>
          </a:xfrm>
          <a:prstGeom prst="roundRect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27000" dist="381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BC1DC"/>
              </a:solidFill>
            </a:endParaRPr>
          </a:p>
        </p:txBody>
      </p:sp>
      <p:sp>
        <p:nvSpPr>
          <p:cNvPr id="8" name="五边形 7"/>
          <p:cNvSpPr/>
          <p:nvPr/>
        </p:nvSpPr>
        <p:spPr>
          <a:xfrm>
            <a:off x="304800" y="964323"/>
            <a:ext cx="1080120" cy="964323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五边形 9"/>
          <p:cNvSpPr/>
          <p:nvPr/>
        </p:nvSpPr>
        <p:spPr>
          <a:xfrm>
            <a:off x="304800" y="529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五边形 10"/>
          <p:cNvSpPr/>
          <p:nvPr/>
        </p:nvSpPr>
        <p:spPr>
          <a:xfrm>
            <a:off x="304800" y="1928646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五边形 11"/>
          <p:cNvSpPr/>
          <p:nvPr/>
        </p:nvSpPr>
        <p:spPr>
          <a:xfrm>
            <a:off x="304800" y="2892968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五边形 12"/>
          <p:cNvSpPr/>
          <p:nvPr/>
        </p:nvSpPr>
        <p:spPr>
          <a:xfrm>
            <a:off x="304800" y="3792765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五边形 13"/>
          <p:cNvSpPr/>
          <p:nvPr/>
        </p:nvSpPr>
        <p:spPr>
          <a:xfrm>
            <a:off x="304800" y="4750677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08492" y="1061952"/>
            <a:ext cx="5501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 smtClean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4400" b="1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5" name="五边形 14"/>
          <p:cNvSpPr/>
          <p:nvPr/>
        </p:nvSpPr>
        <p:spPr>
          <a:xfrm>
            <a:off x="304800" y="0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0" y="0"/>
            <a:ext cx="304800" cy="5715000"/>
            <a:chOff x="0" y="0"/>
            <a:chExt cx="304800" cy="5737820"/>
          </a:xfrm>
        </p:grpSpPr>
        <p:sp>
          <p:nvSpPr>
            <p:cNvPr id="17" name="矩形 16"/>
            <p:cNvSpPr/>
            <p:nvPr/>
          </p:nvSpPr>
          <p:spPr>
            <a:xfrm>
              <a:off x="0" y="1633364"/>
              <a:ext cx="304800" cy="410445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0" y="769268"/>
              <a:ext cx="304800" cy="39905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304800" cy="3143250"/>
            </a:xfrm>
            <a:prstGeom prst="rect">
              <a:avLst/>
            </a:prstGeom>
          </p:spPr>
        </p:pic>
      </p:grpSp>
      <p:sp>
        <p:nvSpPr>
          <p:cNvPr id="21" name="文本框 20"/>
          <p:cNvSpPr txBox="1"/>
          <p:nvPr/>
        </p:nvSpPr>
        <p:spPr>
          <a:xfrm>
            <a:off x="1619672" y="2402343"/>
            <a:ext cx="31406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仔细思考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你真正想要的是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制定一个乐观、合理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的目标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目标要具体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下你的目标，并且坚守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带着你的目标进入到谈判中去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733074" y="362702"/>
            <a:ext cx="41585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96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没有瞄准，将永远无法实现目标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>
            <a:off x="1733906" y="1911539"/>
            <a:ext cx="3141890" cy="129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5891584" y="2569468"/>
            <a:ext cx="2352824" cy="2351934"/>
            <a:chOff x="5767447" y="2386602"/>
            <a:chExt cx="2607795" cy="2606808"/>
          </a:xfrm>
        </p:grpSpPr>
        <p:grpSp>
          <p:nvGrpSpPr>
            <p:cNvPr id="46" name="组合 45"/>
            <p:cNvGrpSpPr/>
            <p:nvPr/>
          </p:nvGrpSpPr>
          <p:grpSpPr>
            <a:xfrm>
              <a:off x="5767447" y="2386602"/>
              <a:ext cx="2607795" cy="2606808"/>
              <a:chOff x="5767898" y="1214583"/>
              <a:chExt cx="2607795" cy="2606808"/>
            </a:xfrm>
            <a:effectLst>
              <a:outerShdw blurRad="254000" dist="38100" dir="8100000" sx="101000" sy="101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43" name="任意多边形 42"/>
              <p:cNvSpPr/>
              <p:nvPr/>
            </p:nvSpPr>
            <p:spPr>
              <a:xfrm>
                <a:off x="6289054" y="1737296"/>
                <a:ext cx="1565011" cy="1561367"/>
              </a:xfrm>
              <a:custGeom>
                <a:avLst/>
                <a:gdLst>
                  <a:gd name="connsiteX0" fmla="*/ 1318211 w 1565011"/>
                  <a:gd name="connsiteY0" fmla="*/ 784392 h 1561367"/>
                  <a:gd name="connsiteX1" fmla="*/ 1565011 w 1565011"/>
                  <a:gd name="connsiteY1" fmla="*/ 784392 h 1561367"/>
                  <a:gd name="connsiteX2" fmla="*/ 1549483 w 1565011"/>
                  <a:gd name="connsiteY2" fmla="*/ 938432 h 1561367"/>
                  <a:gd name="connsiteX3" fmla="*/ 921242 w 1565011"/>
                  <a:gd name="connsiteY3" fmla="*/ 1551159 h 1561367"/>
                  <a:gd name="connsiteX4" fmla="*/ 805549 w 1565011"/>
                  <a:gd name="connsiteY4" fmla="*/ 1561367 h 1561367"/>
                  <a:gd name="connsiteX5" fmla="*/ 805549 w 1565011"/>
                  <a:gd name="connsiteY5" fmla="*/ 1314568 h 1561367"/>
                  <a:gd name="connsiteX6" fmla="*/ 877554 w 1565011"/>
                  <a:gd name="connsiteY6" fmla="*/ 1308215 h 1561367"/>
                  <a:gd name="connsiteX7" fmla="*/ 1307697 w 1565011"/>
                  <a:gd name="connsiteY7" fmla="*/ 888693 h 1561367"/>
                  <a:gd name="connsiteX8" fmla="*/ 0 w 1565011"/>
                  <a:gd name="connsiteY8" fmla="*/ 780691 h 1561367"/>
                  <a:gd name="connsiteX9" fmla="*/ 246798 w 1565011"/>
                  <a:gd name="connsiteY9" fmla="*/ 780691 h 1561367"/>
                  <a:gd name="connsiteX10" fmla="*/ 246798 w 1565011"/>
                  <a:gd name="connsiteY10" fmla="*/ 780692 h 1561367"/>
                  <a:gd name="connsiteX11" fmla="*/ 674690 w 1565011"/>
                  <a:gd name="connsiteY11" fmla="*/ 1305698 h 1561367"/>
                  <a:gd name="connsiteX12" fmla="*/ 759830 w 1565011"/>
                  <a:gd name="connsiteY12" fmla="*/ 1314281 h 1561367"/>
                  <a:gd name="connsiteX13" fmla="*/ 759830 w 1565011"/>
                  <a:gd name="connsiteY13" fmla="*/ 1561079 h 1561367"/>
                  <a:gd name="connsiteX14" fmla="*/ 624952 w 1565011"/>
                  <a:gd name="connsiteY14" fmla="*/ 1547483 h 1561367"/>
                  <a:gd name="connsiteX15" fmla="*/ 0 w 1565011"/>
                  <a:gd name="connsiteY15" fmla="*/ 780692 h 1561367"/>
                  <a:gd name="connsiteX16" fmla="*/ 759645 w 1565011"/>
                  <a:gd name="connsiteY16" fmla="*/ 34 h 1561367"/>
                  <a:gd name="connsiteX17" fmla="*/ 759645 w 1565011"/>
                  <a:gd name="connsiteY17" fmla="*/ 246833 h 1561367"/>
                  <a:gd name="connsiteX18" fmla="*/ 687829 w 1565011"/>
                  <a:gd name="connsiteY18" fmla="*/ 253169 h 1561367"/>
                  <a:gd name="connsiteX19" fmla="*/ 257686 w 1565011"/>
                  <a:gd name="connsiteY19" fmla="*/ 672691 h 1561367"/>
                  <a:gd name="connsiteX20" fmla="*/ 251407 w 1565011"/>
                  <a:gd name="connsiteY20" fmla="*/ 734972 h 1561367"/>
                  <a:gd name="connsiteX21" fmla="*/ 4609 w 1565011"/>
                  <a:gd name="connsiteY21" fmla="*/ 734972 h 1561367"/>
                  <a:gd name="connsiteX22" fmla="*/ 15902 w 1565011"/>
                  <a:gd name="connsiteY22" fmla="*/ 622952 h 1561367"/>
                  <a:gd name="connsiteX23" fmla="*/ 644143 w 1565011"/>
                  <a:gd name="connsiteY23" fmla="*/ 10225 h 1561367"/>
                  <a:gd name="connsiteX24" fmla="*/ 805364 w 1565011"/>
                  <a:gd name="connsiteY24" fmla="*/ 0 h 1561367"/>
                  <a:gd name="connsiteX25" fmla="*/ 921242 w 1565011"/>
                  <a:gd name="connsiteY25" fmla="*/ 10225 h 1561367"/>
                  <a:gd name="connsiteX26" fmla="*/ 1549483 w 1565011"/>
                  <a:gd name="connsiteY26" fmla="*/ 622952 h 1561367"/>
                  <a:gd name="connsiteX27" fmla="*/ 1561148 w 1565011"/>
                  <a:gd name="connsiteY27" fmla="*/ 738673 h 1561367"/>
                  <a:gd name="connsiteX28" fmla="*/ 1314348 w 1565011"/>
                  <a:gd name="connsiteY28" fmla="*/ 738673 h 1561367"/>
                  <a:gd name="connsiteX29" fmla="*/ 1307697 w 1565011"/>
                  <a:gd name="connsiteY29" fmla="*/ 672691 h 1561367"/>
                  <a:gd name="connsiteX30" fmla="*/ 877554 w 1565011"/>
                  <a:gd name="connsiteY30" fmla="*/ 253169 h 1561367"/>
                  <a:gd name="connsiteX31" fmla="*/ 805364 w 1565011"/>
                  <a:gd name="connsiteY31" fmla="*/ 246800 h 1561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65011" h="1561367">
                    <a:moveTo>
                      <a:pt x="1318211" y="784392"/>
                    </a:moveTo>
                    <a:lnTo>
                      <a:pt x="1565011" y="784392"/>
                    </a:lnTo>
                    <a:lnTo>
                      <a:pt x="1549483" y="938432"/>
                    </a:lnTo>
                    <a:cubicBezTo>
                      <a:pt x="1485623" y="1250510"/>
                      <a:pt x="1236031" y="1494930"/>
                      <a:pt x="921242" y="1551159"/>
                    </a:cubicBezTo>
                    <a:lnTo>
                      <a:pt x="805549" y="1561367"/>
                    </a:lnTo>
                    <a:lnTo>
                      <a:pt x="805549" y="1314568"/>
                    </a:lnTo>
                    <a:lnTo>
                      <a:pt x="877554" y="1308215"/>
                    </a:lnTo>
                    <a:cubicBezTo>
                      <a:pt x="1093083" y="1269716"/>
                      <a:pt x="1263974" y="1102366"/>
                      <a:pt x="1307697" y="888693"/>
                    </a:cubicBezTo>
                    <a:close/>
                    <a:moveTo>
                      <a:pt x="0" y="780691"/>
                    </a:moveTo>
                    <a:lnTo>
                      <a:pt x="246798" y="780691"/>
                    </a:lnTo>
                    <a:lnTo>
                      <a:pt x="246798" y="780692"/>
                    </a:lnTo>
                    <a:cubicBezTo>
                      <a:pt x="246798" y="1039662"/>
                      <a:pt x="430492" y="1255728"/>
                      <a:pt x="674690" y="1305698"/>
                    </a:cubicBezTo>
                    <a:lnTo>
                      <a:pt x="759830" y="1314281"/>
                    </a:lnTo>
                    <a:lnTo>
                      <a:pt x="759830" y="1561079"/>
                    </a:lnTo>
                    <a:lnTo>
                      <a:pt x="624952" y="1547483"/>
                    </a:lnTo>
                    <a:cubicBezTo>
                      <a:pt x="268293" y="1474500"/>
                      <a:pt x="0" y="1158928"/>
                      <a:pt x="0" y="780692"/>
                    </a:cubicBezTo>
                    <a:close/>
                    <a:moveTo>
                      <a:pt x="759645" y="34"/>
                    </a:moveTo>
                    <a:lnTo>
                      <a:pt x="759645" y="246833"/>
                    </a:lnTo>
                    <a:lnTo>
                      <a:pt x="687829" y="253169"/>
                    </a:lnTo>
                    <a:cubicBezTo>
                      <a:pt x="472300" y="291668"/>
                      <a:pt x="301410" y="459018"/>
                      <a:pt x="257686" y="672691"/>
                    </a:cubicBezTo>
                    <a:lnTo>
                      <a:pt x="251407" y="734972"/>
                    </a:lnTo>
                    <a:lnTo>
                      <a:pt x="4609" y="734972"/>
                    </a:lnTo>
                    <a:lnTo>
                      <a:pt x="15902" y="622952"/>
                    </a:lnTo>
                    <a:cubicBezTo>
                      <a:pt x="79762" y="310875"/>
                      <a:pt x="329355" y="66454"/>
                      <a:pt x="644143" y="10225"/>
                    </a:cubicBezTo>
                    <a:close/>
                    <a:moveTo>
                      <a:pt x="805364" y="0"/>
                    </a:moveTo>
                    <a:lnTo>
                      <a:pt x="921242" y="10225"/>
                    </a:lnTo>
                    <a:cubicBezTo>
                      <a:pt x="1236031" y="66454"/>
                      <a:pt x="1485623" y="310875"/>
                      <a:pt x="1549483" y="622952"/>
                    </a:cubicBezTo>
                    <a:lnTo>
                      <a:pt x="1561148" y="738673"/>
                    </a:lnTo>
                    <a:lnTo>
                      <a:pt x="1314348" y="738673"/>
                    </a:lnTo>
                    <a:lnTo>
                      <a:pt x="1307697" y="672691"/>
                    </a:lnTo>
                    <a:cubicBezTo>
                      <a:pt x="1263974" y="459018"/>
                      <a:pt x="1093083" y="291668"/>
                      <a:pt x="877554" y="253169"/>
                    </a:cubicBezTo>
                    <a:lnTo>
                      <a:pt x="805364" y="24680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任意多边形 43"/>
              <p:cNvSpPr/>
              <p:nvPr/>
            </p:nvSpPr>
            <p:spPr>
              <a:xfrm>
                <a:off x="5767898" y="1214583"/>
                <a:ext cx="2607795" cy="2606808"/>
              </a:xfrm>
              <a:custGeom>
                <a:avLst/>
                <a:gdLst>
                  <a:gd name="connsiteX0" fmla="*/ 0 w 2607795"/>
                  <a:gd name="connsiteY0" fmla="*/ 1316849 h 2606808"/>
                  <a:gd name="connsiteX1" fmla="*/ 225345 w 2607795"/>
                  <a:gd name="connsiteY1" fmla="*/ 1316849 h 2606808"/>
                  <a:gd name="connsiteX2" fmla="*/ 243395 w 2607795"/>
                  <a:gd name="connsiteY2" fmla="*/ 1507808 h 2606808"/>
                  <a:gd name="connsiteX3" fmla="*/ 1193449 w 2607795"/>
                  <a:gd name="connsiteY3" fmla="*/ 2377604 h 2606808"/>
                  <a:gd name="connsiteX4" fmla="*/ 1280987 w 2607795"/>
                  <a:gd name="connsiteY4" fmla="*/ 2382025 h 2606808"/>
                  <a:gd name="connsiteX5" fmla="*/ 1280987 w 2607795"/>
                  <a:gd name="connsiteY5" fmla="*/ 2606736 h 2606808"/>
                  <a:gd name="connsiteX6" fmla="*/ 1170473 w 2607795"/>
                  <a:gd name="connsiteY6" fmla="*/ 2601155 h 2606808"/>
                  <a:gd name="connsiteX7" fmla="*/ 5289 w 2607795"/>
                  <a:gd name="connsiteY7" fmla="*/ 1428550 h 2606808"/>
                  <a:gd name="connsiteX8" fmla="*/ 2382546 w 2607795"/>
                  <a:gd name="connsiteY8" fmla="*/ 1314096 h 2606808"/>
                  <a:gd name="connsiteX9" fmla="*/ 2607795 w 2607795"/>
                  <a:gd name="connsiteY9" fmla="*/ 1314096 h 2606808"/>
                  <a:gd name="connsiteX10" fmla="*/ 2601600 w 2607795"/>
                  <a:gd name="connsiteY10" fmla="*/ 1436780 h 2606808"/>
                  <a:gd name="connsiteX11" fmla="*/ 1428995 w 2607795"/>
                  <a:gd name="connsiteY11" fmla="*/ 2601965 h 2606808"/>
                  <a:gd name="connsiteX12" fmla="*/ 1326706 w 2607795"/>
                  <a:gd name="connsiteY12" fmla="*/ 2606808 h 2606808"/>
                  <a:gd name="connsiteX13" fmla="*/ 1326706 w 2607795"/>
                  <a:gd name="connsiteY13" fmla="*/ 2381162 h 2606808"/>
                  <a:gd name="connsiteX14" fmla="*/ 1494987 w 2607795"/>
                  <a:gd name="connsiteY14" fmla="*/ 2366314 h 2606808"/>
                  <a:gd name="connsiteX15" fmla="*/ 2361687 w 2607795"/>
                  <a:gd name="connsiteY15" fmla="*/ 1521016 h 2606808"/>
                  <a:gd name="connsiteX16" fmla="*/ 1280987 w 2607795"/>
                  <a:gd name="connsiteY16" fmla="*/ 1 h 2606808"/>
                  <a:gd name="connsiteX17" fmla="*/ 1280987 w 2607795"/>
                  <a:gd name="connsiteY17" fmla="*/ 225790 h 2606808"/>
                  <a:gd name="connsiteX18" fmla="*/ 1099446 w 2607795"/>
                  <a:gd name="connsiteY18" fmla="*/ 242950 h 2606808"/>
                  <a:gd name="connsiteX19" fmla="*/ 229649 w 2607795"/>
                  <a:gd name="connsiteY19" fmla="*/ 1193003 h 2606808"/>
                  <a:gd name="connsiteX20" fmla="*/ 225704 w 2607795"/>
                  <a:gd name="connsiteY20" fmla="*/ 1271130 h 2606808"/>
                  <a:gd name="connsiteX21" fmla="*/ 993 w 2607795"/>
                  <a:gd name="connsiteY21" fmla="*/ 1271130 h 2606808"/>
                  <a:gd name="connsiteX22" fmla="*/ 6098 w 2607795"/>
                  <a:gd name="connsiteY22" fmla="*/ 1170028 h 2606808"/>
                  <a:gd name="connsiteX23" fmla="*/ 1178703 w 2607795"/>
                  <a:gd name="connsiteY23" fmla="*/ 4843 h 2606808"/>
                  <a:gd name="connsiteX24" fmla="*/ 1326706 w 2607795"/>
                  <a:gd name="connsiteY24" fmla="*/ 0 h 2606808"/>
                  <a:gd name="connsiteX25" fmla="*/ 1428996 w 2607795"/>
                  <a:gd name="connsiteY25" fmla="*/ 4843 h 2606808"/>
                  <a:gd name="connsiteX26" fmla="*/ 2601600 w 2607795"/>
                  <a:gd name="connsiteY26" fmla="*/ 1170028 h 2606808"/>
                  <a:gd name="connsiteX27" fmla="*/ 2606567 w 2607795"/>
                  <a:gd name="connsiteY27" fmla="*/ 1268377 h 2606808"/>
                  <a:gd name="connsiteX28" fmla="*/ 2380093 w 2607795"/>
                  <a:gd name="connsiteY28" fmla="*/ 1268377 h 2606808"/>
                  <a:gd name="connsiteX29" fmla="*/ 2361687 w 2607795"/>
                  <a:gd name="connsiteY29" fmla="*/ 1085792 h 2606808"/>
                  <a:gd name="connsiteX30" fmla="*/ 1494987 w 2607795"/>
                  <a:gd name="connsiteY30" fmla="*/ 240494 h 2606808"/>
                  <a:gd name="connsiteX31" fmla="*/ 1326706 w 2607795"/>
                  <a:gd name="connsiteY31" fmla="*/ 225646 h 2606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607795" h="2606808">
                    <a:moveTo>
                      <a:pt x="0" y="1316849"/>
                    </a:moveTo>
                    <a:lnTo>
                      <a:pt x="225345" y="1316849"/>
                    </a:lnTo>
                    <a:lnTo>
                      <a:pt x="243395" y="1507808"/>
                    </a:lnTo>
                    <a:cubicBezTo>
                      <a:pt x="332166" y="1971113"/>
                      <a:pt x="717027" y="2329221"/>
                      <a:pt x="1193449" y="2377604"/>
                    </a:cubicBezTo>
                    <a:lnTo>
                      <a:pt x="1280987" y="2382025"/>
                    </a:lnTo>
                    <a:lnTo>
                      <a:pt x="1280987" y="2606736"/>
                    </a:lnTo>
                    <a:lnTo>
                      <a:pt x="1170473" y="2601155"/>
                    </a:lnTo>
                    <a:cubicBezTo>
                      <a:pt x="553791" y="2538528"/>
                      <a:pt x="64092" y="2046356"/>
                      <a:pt x="5289" y="1428550"/>
                    </a:cubicBezTo>
                    <a:close/>
                    <a:moveTo>
                      <a:pt x="2382546" y="1314096"/>
                    </a:moveTo>
                    <a:lnTo>
                      <a:pt x="2607795" y="1314096"/>
                    </a:lnTo>
                    <a:lnTo>
                      <a:pt x="2601600" y="1436780"/>
                    </a:lnTo>
                    <a:cubicBezTo>
                      <a:pt x="2538973" y="2053463"/>
                      <a:pt x="2046801" y="2543161"/>
                      <a:pt x="1428995" y="2601965"/>
                    </a:cubicBezTo>
                    <a:lnTo>
                      <a:pt x="1326706" y="2606808"/>
                    </a:lnTo>
                    <a:lnTo>
                      <a:pt x="1326706" y="2381162"/>
                    </a:lnTo>
                    <a:lnTo>
                      <a:pt x="1494987" y="2366314"/>
                    </a:lnTo>
                    <a:cubicBezTo>
                      <a:pt x="1929258" y="2288743"/>
                      <a:pt x="2273588" y="1951548"/>
                      <a:pt x="2361687" y="1521016"/>
                    </a:cubicBezTo>
                    <a:close/>
                    <a:moveTo>
                      <a:pt x="1280987" y="1"/>
                    </a:moveTo>
                    <a:lnTo>
                      <a:pt x="1280987" y="225790"/>
                    </a:lnTo>
                    <a:lnTo>
                      <a:pt x="1099446" y="242950"/>
                    </a:lnTo>
                    <a:cubicBezTo>
                      <a:pt x="636141" y="331721"/>
                      <a:pt x="278032" y="716581"/>
                      <a:pt x="229649" y="1193003"/>
                    </a:cubicBezTo>
                    <a:lnTo>
                      <a:pt x="225704" y="1271130"/>
                    </a:lnTo>
                    <a:lnTo>
                      <a:pt x="993" y="1271130"/>
                    </a:lnTo>
                    <a:lnTo>
                      <a:pt x="6098" y="1170028"/>
                    </a:lnTo>
                    <a:cubicBezTo>
                      <a:pt x="68726" y="553345"/>
                      <a:pt x="560897" y="63647"/>
                      <a:pt x="1178703" y="4843"/>
                    </a:cubicBezTo>
                    <a:close/>
                    <a:moveTo>
                      <a:pt x="1326706" y="0"/>
                    </a:moveTo>
                    <a:lnTo>
                      <a:pt x="1428996" y="4843"/>
                    </a:lnTo>
                    <a:cubicBezTo>
                      <a:pt x="2046801" y="63647"/>
                      <a:pt x="2538973" y="553345"/>
                      <a:pt x="2601600" y="1170028"/>
                    </a:cubicBezTo>
                    <a:lnTo>
                      <a:pt x="2606567" y="1268377"/>
                    </a:lnTo>
                    <a:lnTo>
                      <a:pt x="2380093" y="1268377"/>
                    </a:lnTo>
                    <a:lnTo>
                      <a:pt x="2361687" y="1085792"/>
                    </a:lnTo>
                    <a:cubicBezTo>
                      <a:pt x="2273588" y="655261"/>
                      <a:pt x="1929258" y="318066"/>
                      <a:pt x="1494987" y="240494"/>
                    </a:cubicBezTo>
                    <a:lnTo>
                      <a:pt x="1326706" y="225646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椭圆 2"/>
            <p:cNvSpPr/>
            <p:nvPr/>
          </p:nvSpPr>
          <p:spPr>
            <a:xfrm>
              <a:off x="6835404" y="3453699"/>
              <a:ext cx="471408" cy="471408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254000" dist="38100" dir="8160000" sx="101000" sy="101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5" name="直接连接符 24"/>
          <p:cNvCxnSpPr/>
          <p:nvPr/>
        </p:nvCxnSpPr>
        <p:spPr>
          <a:xfrm>
            <a:off x="4499547" y="955209"/>
            <a:ext cx="4492120" cy="0"/>
          </a:xfrm>
          <a:prstGeom prst="line">
            <a:avLst/>
          </a:prstGeom>
          <a:ln w="12700">
            <a:solidFill>
              <a:srgbClr val="0033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962808" y="38451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目标与期望</a:t>
            </a:r>
          </a:p>
        </p:txBody>
      </p:sp>
    </p:spTree>
    <p:extLst>
      <p:ext uri="{BB962C8B-B14F-4D97-AF65-F5344CB8AC3E}">
        <p14:creationId xmlns:p14="http://schemas.microsoft.com/office/powerpoint/2010/main" val="3633475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椭圆 9"/>
          <p:cNvSpPr/>
          <p:nvPr/>
        </p:nvSpPr>
        <p:spPr>
          <a:xfrm rot="6466813">
            <a:off x="4217840" y="3977315"/>
            <a:ext cx="1082710" cy="541356"/>
          </a:xfrm>
          <a:custGeom>
            <a:avLst/>
            <a:gdLst/>
            <a:ahLst/>
            <a:cxnLst/>
            <a:rect l="l" t="t" r="r" b="b"/>
            <a:pathLst>
              <a:path w="1512168" h="756084">
                <a:moveTo>
                  <a:pt x="756084" y="0"/>
                </a:moveTo>
                <a:cubicBezTo>
                  <a:pt x="1173658" y="0"/>
                  <a:pt x="1512168" y="338510"/>
                  <a:pt x="1512168" y="756084"/>
                </a:cubicBezTo>
                <a:lnTo>
                  <a:pt x="0" y="756084"/>
                </a:lnTo>
                <a:cubicBezTo>
                  <a:pt x="0" y="338510"/>
                  <a:pt x="338510" y="0"/>
                  <a:pt x="756084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五边形 7"/>
          <p:cNvSpPr/>
          <p:nvPr/>
        </p:nvSpPr>
        <p:spPr>
          <a:xfrm>
            <a:off x="304800" y="1925440"/>
            <a:ext cx="1080120" cy="964323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五边形 9"/>
          <p:cNvSpPr/>
          <p:nvPr/>
        </p:nvSpPr>
        <p:spPr>
          <a:xfrm>
            <a:off x="304800" y="964322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五边形 11"/>
          <p:cNvSpPr/>
          <p:nvPr/>
        </p:nvSpPr>
        <p:spPr>
          <a:xfrm>
            <a:off x="304800" y="2892968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五边形 12"/>
          <p:cNvSpPr/>
          <p:nvPr/>
        </p:nvSpPr>
        <p:spPr>
          <a:xfrm>
            <a:off x="304800" y="3792765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五边形 13"/>
          <p:cNvSpPr/>
          <p:nvPr/>
        </p:nvSpPr>
        <p:spPr>
          <a:xfrm>
            <a:off x="304800" y="4750677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08492" y="2022880"/>
            <a:ext cx="5501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 smtClean="0">
                <a:solidFill>
                  <a:schemeClr val="bg1"/>
                </a:solidFill>
                <a:latin typeface="Broadway" panose="04040905080B02020502" pitchFamily="82" charset="0"/>
              </a:rPr>
              <a:t>3</a:t>
            </a:r>
            <a:endParaRPr lang="zh-CN" altLang="en-US" sz="4400" b="1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5" name="五边形 14"/>
          <p:cNvSpPr/>
          <p:nvPr/>
        </p:nvSpPr>
        <p:spPr>
          <a:xfrm>
            <a:off x="304800" y="0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0" y="0"/>
            <a:ext cx="304800" cy="5715000"/>
            <a:chOff x="0" y="0"/>
            <a:chExt cx="304800" cy="5737820"/>
          </a:xfrm>
        </p:grpSpPr>
        <p:sp>
          <p:nvSpPr>
            <p:cNvPr id="17" name="矩形 16"/>
            <p:cNvSpPr/>
            <p:nvPr/>
          </p:nvSpPr>
          <p:spPr>
            <a:xfrm>
              <a:off x="0" y="1633364"/>
              <a:ext cx="304800" cy="410445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0" y="769268"/>
              <a:ext cx="304800" cy="39905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304800" cy="3143250"/>
            </a:xfrm>
            <a:prstGeom prst="rect">
              <a:avLst/>
            </a:prstGeom>
          </p:spPr>
        </p:pic>
      </p:grpSp>
      <p:sp>
        <p:nvSpPr>
          <p:cNvPr id="52" name="TextBox 119"/>
          <p:cNvSpPr txBox="1"/>
          <p:nvPr/>
        </p:nvSpPr>
        <p:spPr>
          <a:xfrm>
            <a:off x="1415873" y="1260032"/>
            <a:ext cx="2651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01  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可以应用的标准和规范，确定出对方会认为是合情合理的标准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9"/>
          <p:cNvSpPr/>
          <p:nvPr/>
        </p:nvSpPr>
        <p:spPr>
          <a:xfrm rot="10800000">
            <a:off x="3326338" y="3268208"/>
            <a:ext cx="1082710" cy="541356"/>
          </a:xfrm>
          <a:custGeom>
            <a:avLst/>
            <a:gdLst/>
            <a:ahLst/>
            <a:cxnLst/>
            <a:rect l="l" t="t" r="r" b="b"/>
            <a:pathLst>
              <a:path w="1512168" h="756084">
                <a:moveTo>
                  <a:pt x="756084" y="0"/>
                </a:moveTo>
                <a:cubicBezTo>
                  <a:pt x="1173658" y="0"/>
                  <a:pt x="1512168" y="338510"/>
                  <a:pt x="1512168" y="756084"/>
                </a:cubicBezTo>
                <a:lnTo>
                  <a:pt x="0" y="756084"/>
                </a:lnTo>
                <a:cubicBezTo>
                  <a:pt x="0" y="338510"/>
                  <a:pt x="338510" y="0"/>
                  <a:pt x="75608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9"/>
          <p:cNvSpPr/>
          <p:nvPr/>
        </p:nvSpPr>
        <p:spPr>
          <a:xfrm rot="19461189">
            <a:off x="4878028" y="2210023"/>
            <a:ext cx="1082710" cy="541356"/>
          </a:xfrm>
          <a:custGeom>
            <a:avLst/>
            <a:gdLst/>
            <a:ahLst/>
            <a:cxnLst/>
            <a:rect l="l" t="t" r="r" b="b"/>
            <a:pathLst>
              <a:path w="1512168" h="756084">
                <a:moveTo>
                  <a:pt x="756084" y="0"/>
                </a:moveTo>
                <a:cubicBezTo>
                  <a:pt x="1173658" y="0"/>
                  <a:pt x="1512168" y="338510"/>
                  <a:pt x="1512168" y="756084"/>
                </a:cubicBezTo>
                <a:lnTo>
                  <a:pt x="0" y="756084"/>
                </a:lnTo>
                <a:cubicBezTo>
                  <a:pt x="0" y="338510"/>
                  <a:pt x="338510" y="0"/>
                  <a:pt x="756084" y="0"/>
                </a:cubicBezTo>
                <a:close/>
              </a:path>
            </a:pathLst>
          </a:custGeom>
          <a:pattFill prst="dkUpDiag">
            <a:fgClr>
              <a:srgbClr val="29576F"/>
            </a:fgClr>
            <a:bgClr>
              <a:srgbClr val="0E3757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9"/>
          <p:cNvSpPr/>
          <p:nvPr/>
        </p:nvSpPr>
        <p:spPr>
          <a:xfrm rot="19461189">
            <a:off x="4878028" y="2210023"/>
            <a:ext cx="1082710" cy="541356"/>
          </a:xfrm>
          <a:custGeom>
            <a:avLst/>
            <a:gdLst/>
            <a:ahLst/>
            <a:cxnLst/>
            <a:rect l="l" t="t" r="r" b="b"/>
            <a:pathLst>
              <a:path w="1512168" h="756084">
                <a:moveTo>
                  <a:pt x="756084" y="0"/>
                </a:moveTo>
                <a:cubicBezTo>
                  <a:pt x="1173658" y="0"/>
                  <a:pt x="1512168" y="338510"/>
                  <a:pt x="1512168" y="756084"/>
                </a:cubicBezTo>
                <a:lnTo>
                  <a:pt x="0" y="756084"/>
                </a:lnTo>
                <a:cubicBezTo>
                  <a:pt x="0" y="338510"/>
                  <a:pt x="338510" y="0"/>
                  <a:pt x="756084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9"/>
          <p:cNvSpPr/>
          <p:nvPr/>
        </p:nvSpPr>
        <p:spPr>
          <a:xfrm rot="15045716">
            <a:off x="3718209" y="2160420"/>
            <a:ext cx="1082710" cy="541356"/>
          </a:xfrm>
          <a:custGeom>
            <a:avLst/>
            <a:gdLst/>
            <a:ahLst/>
            <a:cxnLst/>
            <a:rect l="l" t="t" r="r" b="b"/>
            <a:pathLst>
              <a:path w="1512168" h="756084">
                <a:moveTo>
                  <a:pt x="756084" y="0"/>
                </a:moveTo>
                <a:cubicBezTo>
                  <a:pt x="1173658" y="0"/>
                  <a:pt x="1512168" y="338510"/>
                  <a:pt x="1512168" y="756084"/>
                </a:cubicBezTo>
                <a:lnTo>
                  <a:pt x="0" y="756084"/>
                </a:lnTo>
                <a:cubicBezTo>
                  <a:pt x="0" y="338510"/>
                  <a:pt x="338510" y="0"/>
                  <a:pt x="756084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9"/>
          <p:cNvSpPr/>
          <p:nvPr/>
        </p:nvSpPr>
        <p:spPr>
          <a:xfrm rot="6466813">
            <a:off x="4217840" y="3977315"/>
            <a:ext cx="1082710" cy="541356"/>
          </a:xfrm>
          <a:custGeom>
            <a:avLst/>
            <a:gdLst/>
            <a:ahLst/>
            <a:cxnLst/>
            <a:rect l="l" t="t" r="r" b="b"/>
            <a:pathLst>
              <a:path w="1512168" h="756084">
                <a:moveTo>
                  <a:pt x="756084" y="0"/>
                </a:moveTo>
                <a:cubicBezTo>
                  <a:pt x="1173658" y="0"/>
                  <a:pt x="1512168" y="338510"/>
                  <a:pt x="1512168" y="756084"/>
                </a:cubicBezTo>
                <a:lnTo>
                  <a:pt x="0" y="756084"/>
                </a:lnTo>
                <a:cubicBezTo>
                  <a:pt x="0" y="338510"/>
                  <a:pt x="338510" y="0"/>
                  <a:pt x="756084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9"/>
          <p:cNvSpPr/>
          <p:nvPr/>
        </p:nvSpPr>
        <p:spPr>
          <a:xfrm rot="2164184">
            <a:off x="5220192" y="3335612"/>
            <a:ext cx="1082710" cy="541356"/>
          </a:xfrm>
          <a:custGeom>
            <a:avLst/>
            <a:gdLst/>
            <a:ahLst/>
            <a:cxnLst/>
            <a:rect l="l" t="t" r="r" b="b"/>
            <a:pathLst>
              <a:path w="1512168" h="756084">
                <a:moveTo>
                  <a:pt x="756084" y="0"/>
                </a:moveTo>
                <a:cubicBezTo>
                  <a:pt x="1173658" y="0"/>
                  <a:pt x="1512168" y="338510"/>
                  <a:pt x="1512168" y="756084"/>
                </a:cubicBezTo>
                <a:lnTo>
                  <a:pt x="0" y="756084"/>
                </a:lnTo>
                <a:cubicBezTo>
                  <a:pt x="0" y="338510"/>
                  <a:pt x="338510" y="0"/>
                  <a:pt x="756084" y="0"/>
                </a:cubicBez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9"/>
          <p:cNvSpPr/>
          <p:nvPr/>
        </p:nvSpPr>
        <p:spPr>
          <a:xfrm rot="2164184">
            <a:off x="5220192" y="3335612"/>
            <a:ext cx="1082710" cy="541356"/>
          </a:xfrm>
          <a:custGeom>
            <a:avLst/>
            <a:gdLst/>
            <a:ahLst/>
            <a:cxnLst/>
            <a:rect l="l" t="t" r="r" b="b"/>
            <a:pathLst>
              <a:path w="1512168" h="756084">
                <a:moveTo>
                  <a:pt x="756084" y="0"/>
                </a:moveTo>
                <a:cubicBezTo>
                  <a:pt x="1173658" y="0"/>
                  <a:pt x="1512168" y="338510"/>
                  <a:pt x="1512168" y="756084"/>
                </a:cubicBezTo>
                <a:lnTo>
                  <a:pt x="0" y="756084"/>
                </a:lnTo>
                <a:cubicBezTo>
                  <a:pt x="0" y="338510"/>
                  <a:pt x="338510" y="0"/>
                  <a:pt x="75608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5060000" flipH="1">
            <a:off x="3537335" y="2305816"/>
            <a:ext cx="1786127" cy="190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9440000" flipH="1">
            <a:off x="4631949" y="2526979"/>
            <a:ext cx="1786128" cy="190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2160000" flipH="1">
            <a:off x="4777691" y="3655655"/>
            <a:ext cx="1786128" cy="190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TextBox 17"/>
          <p:cNvSpPr txBox="1"/>
          <p:nvPr/>
        </p:nvSpPr>
        <p:spPr>
          <a:xfrm>
            <a:off x="5379307" y="2219183"/>
            <a:ext cx="440809" cy="36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  <a:endParaRPr lang="zh-CN" altLang="en-US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1" name="TextBox 93"/>
          <p:cNvSpPr txBox="1"/>
          <p:nvPr/>
        </p:nvSpPr>
        <p:spPr>
          <a:xfrm>
            <a:off x="4010502" y="2051450"/>
            <a:ext cx="440809" cy="36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2" name="TextBox 94"/>
          <p:cNvSpPr txBox="1"/>
          <p:nvPr/>
        </p:nvSpPr>
        <p:spPr>
          <a:xfrm>
            <a:off x="3432646" y="3298136"/>
            <a:ext cx="440809" cy="36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3" name="TextBox 95"/>
          <p:cNvSpPr txBox="1"/>
          <p:nvPr/>
        </p:nvSpPr>
        <p:spPr>
          <a:xfrm>
            <a:off x="4473095" y="4211406"/>
            <a:ext cx="440809" cy="36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4" name="TextBox 96"/>
          <p:cNvSpPr txBox="1"/>
          <p:nvPr/>
        </p:nvSpPr>
        <p:spPr>
          <a:xfrm>
            <a:off x="5653382" y="3569019"/>
            <a:ext cx="440809" cy="36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1" name="TextBox 123"/>
          <p:cNvSpPr txBox="1"/>
          <p:nvPr/>
        </p:nvSpPr>
        <p:spPr>
          <a:xfrm>
            <a:off x="4353859" y="2991217"/>
            <a:ext cx="898623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flipV="1">
            <a:off x="2950045" y="3276557"/>
            <a:ext cx="1786128" cy="190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1473841" y="4147340"/>
            <a:ext cx="22317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02  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准备好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支持你方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观点的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数据和论据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043591" y="372277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权威的标准与规范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12769" y="4443539"/>
            <a:ext cx="34360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03  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必要的话，可以考虑在同情你方立场的观众面前提出你的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观点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63819" y="2519330"/>
            <a:ext cx="23286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04  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准备好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自己的立场基调，并预计对方的立场基调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882745" y="1333839"/>
            <a:ext cx="28266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05  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对方可能提出的理由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4499547" y="955209"/>
            <a:ext cx="4492120" cy="0"/>
          </a:xfrm>
          <a:prstGeom prst="line">
            <a:avLst/>
          </a:prstGeom>
          <a:ln w="12700">
            <a:solidFill>
              <a:srgbClr val="0033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6480000" flipH="1">
            <a:off x="3677300" y="4133827"/>
            <a:ext cx="1786127" cy="190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" name="组合 10"/>
          <p:cNvGrpSpPr/>
          <p:nvPr/>
        </p:nvGrpSpPr>
        <p:grpSpPr>
          <a:xfrm>
            <a:off x="4252775" y="2724616"/>
            <a:ext cx="1100793" cy="1100793"/>
            <a:chOff x="4252775" y="2724616"/>
            <a:chExt cx="1100793" cy="1100793"/>
          </a:xfrm>
        </p:grpSpPr>
        <p:sp>
          <p:nvSpPr>
            <p:cNvPr id="50" name="椭圆 49"/>
            <p:cNvSpPr/>
            <p:nvPr/>
          </p:nvSpPr>
          <p:spPr>
            <a:xfrm>
              <a:off x="4252775" y="2724616"/>
              <a:ext cx="1100793" cy="110079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905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4383683" y="2864816"/>
              <a:ext cx="829086" cy="8290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Freeform 10"/>
            <p:cNvSpPr>
              <a:spLocks noEditPoints="1"/>
            </p:cNvSpPr>
            <p:nvPr/>
          </p:nvSpPr>
          <p:spPr bwMode="auto">
            <a:xfrm>
              <a:off x="4549199" y="3058379"/>
              <a:ext cx="567337" cy="461685"/>
            </a:xfrm>
            <a:custGeom>
              <a:avLst/>
              <a:gdLst>
                <a:gd name="T0" fmla="*/ 163 w 210"/>
                <a:gd name="T1" fmla="*/ 0 h 192"/>
                <a:gd name="T2" fmla="*/ 172 w 210"/>
                <a:gd name="T3" fmla="*/ 10 h 192"/>
                <a:gd name="T4" fmla="*/ 156 w 210"/>
                <a:gd name="T5" fmla="*/ 55 h 192"/>
                <a:gd name="T6" fmla="*/ 37 w 210"/>
                <a:gd name="T7" fmla="*/ 17 h 192"/>
                <a:gd name="T8" fmla="*/ 45 w 210"/>
                <a:gd name="T9" fmla="*/ 24 h 192"/>
                <a:gd name="T10" fmla="*/ 59 w 210"/>
                <a:gd name="T11" fmla="*/ 36 h 192"/>
                <a:gd name="T12" fmla="*/ 37 w 210"/>
                <a:gd name="T13" fmla="*/ 45 h 192"/>
                <a:gd name="T14" fmla="*/ 45 w 210"/>
                <a:gd name="T15" fmla="*/ 52 h 192"/>
                <a:gd name="T16" fmla="*/ 59 w 210"/>
                <a:gd name="T17" fmla="*/ 64 h 192"/>
                <a:gd name="T18" fmla="*/ 37 w 210"/>
                <a:gd name="T19" fmla="*/ 74 h 192"/>
                <a:gd name="T20" fmla="*/ 45 w 210"/>
                <a:gd name="T21" fmla="*/ 78 h 192"/>
                <a:gd name="T22" fmla="*/ 59 w 210"/>
                <a:gd name="T23" fmla="*/ 90 h 192"/>
                <a:gd name="T24" fmla="*/ 37 w 210"/>
                <a:gd name="T25" fmla="*/ 100 h 192"/>
                <a:gd name="T26" fmla="*/ 45 w 210"/>
                <a:gd name="T27" fmla="*/ 104 h 192"/>
                <a:gd name="T28" fmla="*/ 59 w 210"/>
                <a:gd name="T29" fmla="*/ 116 h 192"/>
                <a:gd name="T30" fmla="*/ 37 w 210"/>
                <a:gd name="T31" fmla="*/ 128 h 192"/>
                <a:gd name="T32" fmla="*/ 45 w 210"/>
                <a:gd name="T33" fmla="*/ 135 h 192"/>
                <a:gd name="T34" fmla="*/ 59 w 210"/>
                <a:gd name="T35" fmla="*/ 147 h 192"/>
                <a:gd name="T36" fmla="*/ 37 w 210"/>
                <a:gd name="T37" fmla="*/ 156 h 192"/>
                <a:gd name="T38" fmla="*/ 37 w 210"/>
                <a:gd name="T39" fmla="*/ 175 h 192"/>
                <a:gd name="T40" fmla="*/ 156 w 210"/>
                <a:gd name="T41" fmla="*/ 137 h 192"/>
                <a:gd name="T42" fmla="*/ 172 w 210"/>
                <a:gd name="T43" fmla="*/ 182 h 192"/>
                <a:gd name="T44" fmla="*/ 163 w 210"/>
                <a:gd name="T45" fmla="*/ 192 h 192"/>
                <a:gd name="T46" fmla="*/ 21 w 210"/>
                <a:gd name="T47" fmla="*/ 192 h 192"/>
                <a:gd name="T48" fmla="*/ 21 w 210"/>
                <a:gd name="T49" fmla="*/ 170 h 192"/>
                <a:gd name="T50" fmla="*/ 0 w 210"/>
                <a:gd name="T51" fmla="*/ 154 h 192"/>
                <a:gd name="T52" fmla="*/ 21 w 210"/>
                <a:gd name="T53" fmla="*/ 140 h 192"/>
                <a:gd name="T54" fmla="*/ 0 w 210"/>
                <a:gd name="T55" fmla="*/ 126 h 192"/>
                <a:gd name="T56" fmla="*/ 21 w 210"/>
                <a:gd name="T57" fmla="*/ 114 h 192"/>
                <a:gd name="T58" fmla="*/ 0 w 210"/>
                <a:gd name="T59" fmla="*/ 97 h 192"/>
                <a:gd name="T60" fmla="*/ 21 w 210"/>
                <a:gd name="T61" fmla="*/ 88 h 192"/>
                <a:gd name="T62" fmla="*/ 0 w 210"/>
                <a:gd name="T63" fmla="*/ 71 h 192"/>
                <a:gd name="T64" fmla="*/ 21 w 210"/>
                <a:gd name="T65" fmla="*/ 59 h 192"/>
                <a:gd name="T66" fmla="*/ 0 w 210"/>
                <a:gd name="T67" fmla="*/ 45 h 192"/>
                <a:gd name="T68" fmla="*/ 21 w 210"/>
                <a:gd name="T69" fmla="*/ 10 h 192"/>
                <a:gd name="T70" fmla="*/ 30 w 210"/>
                <a:gd name="T71" fmla="*/ 0 h 192"/>
                <a:gd name="T72" fmla="*/ 73 w 210"/>
                <a:gd name="T73" fmla="*/ 92 h 192"/>
                <a:gd name="T74" fmla="*/ 96 w 210"/>
                <a:gd name="T75" fmla="*/ 102 h 192"/>
                <a:gd name="T76" fmla="*/ 73 w 210"/>
                <a:gd name="T77" fmla="*/ 92 h 192"/>
                <a:gd name="T78" fmla="*/ 73 w 210"/>
                <a:gd name="T79" fmla="*/ 71 h 192"/>
                <a:gd name="T80" fmla="*/ 115 w 210"/>
                <a:gd name="T81" fmla="*/ 81 h 192"/>
                <a:gd name="T82" fmla="*/ 73 w 210"/>
                <a:gd name="T83" fmla="*/ 71 h 192"/>
                <a:gd name="T84" fmla="*/ 73 w 210"/>
                <a:gd name="T85" fmla="*/ 52 h 192"/>
                <a:gd name="T86" fmla="*/ 134 w 210"/>
                <a:gd name="T87" fmla="*/ 62 h 192"/>
                <a:gd name="T88" fmla="*/ 73 w 210"/>
                <a:gd name="T89" fmla="*/ 52 h 192"/>
                <a:gd name="T90" fmla="*/ 73 w 210"/>
                <a:gd name="T91" fmla="*/ 33 h 192"/>
                <a:gd name="T92" fmla="*/ 134 w 210"/>
                <a:gd name="T93" fmla="*/ 41 h 192"/>
                <a:gd name="T94" fmla="*/ 73 w 210"/>
                <a:gd name="T95" fmla="*/ 33 h 192"/>
                <a:gd name="T96" fmla="*/ 96 w 210"/>
                <a:gd name="T97" fmla="*/ 152 h 192"/>
                <a:gd name="T98" fmla="*/ 122 w 210"/>
                <a:gd name="T99" fmla="*/ 152 h 192"/>
                <a:gd name="T100" fmla="*/ 99 w 210"/>
                <a:gd name="T101" fmla="*/ 126 h 192"/>
                <a:gd name="T102" fmla="*/ 96 w 210"/>
                <a:gd name="T103" fmla="*/ 152 h 192"/>
                <a:gd name="T104" fmla="*/ 186 w 210"/>
                <a:gd name="T105" fmla="*/ 43 h 192"/>
                <a:gd name="T106" fmla="*/ 134 w 210"/>
                <a:gd name="T107" fmla="*/ 140 h 192"/>
                <a:gd name="T108" fmla="*/ 186 w 210"/>
                <a:gd name="T109" fmla="*/ 43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0" h="192">
                  <a:moveTo>
                    <a:pt x="30" y="0"/>
                  </a:moveTo>
                  <a:lnTo>
                    <a:pt x="163" y="0"/>
                  </a:lnTo>
                  <a:lnTo>
                    <a:pt x="172" y="0"/>
                  </a:lnTo>
                  <a:lnTo>
                    <a:pt x="172" y="10"/>
                  </a:lnTo>
                  <a:lnTo>
                    <a:pt x="172" y="41"/>
                  </a:lnTo>
                  <a:lnTo>
                    <a:pt x="156" y="55"/>
                  </a:lnTo>
                  <a:lnTo>
                    <a:pt x="156" y="17"/>
                  </a:lnTo>
                  <a:lnTo>
                    <a:pt x="37" y="17"/>
                  </a:lnTo>
                  <a:lnTo>
                    <a:pt x="37" y="29"/>
                  </a:lnTo>
                  <a:lnTo>
                    <a:pt x="45" y="24"/>
                  </a:lnTo>
                  <a:lnTo>
                    <a:pt x="54" y="22"/>
                  </a:lnTo>
                  <a:lnTo>
                    <a:pt x="59" y="36"/>
                  </a:lnTo>
                  <a:lnTo>
                    <a:pt x="52" y="41"/>
                  </a:lnTo>
                  <a:lnTo>
                    <a:pt x="37" y="45"/>
                  </a:lnTo>
                  <a:lnTo>
                    <a:pt x="37" y="55"/>
                  </a:lnTo>
                  <a:lnTo>
                    <a:pt x="45" y="52"/>
                  </a:lnTo>
                  <a:lnTo>
                    <a:pt x="54" y="48"/>
                  </a:lnTo>
                  <a:lnTo>
                    <a:pt x="59" y="64"/>
                  </a:lnTo>
                  <a:lnTo>
                    <a:pt x="52" y="67"/>
                  </a:lnTo>
                  <a:lnTo>
                    <a:pt x="37" y="74"/>
                  </a:lnTo>
                  <a:lnTo>
                    <a:pt x="37" y="83"/>
                  </a:lnTo>
                  <a:lnTo>
                    <a:pt x="45" y="78"/>
                  </a:lnTo>
                  <a:lnTo>
                    <a:pt x="54" y="76"/>
                  </a:lnTo>
                  <a:lnTo>
                    <a:pt x="59" y="90"/>
                  </a:lnTo>
                  <a:lnTo>
                    <a:pt x="52" y="95"/>
                  </a:lnTo>
                  <a:lnTo>
                    <a:pt x="37" y="100"/>
                  </a:lnTo>
                  <a:lnTo>
                    <a:pt x="37" y="109"/>
                  </a:lnTo>
                  <a:lnTo>
                    <a:pt x="45" y="104"/>
                  </a:lnTo>
                  <a:lnTo>
                    <a:pt x="54" y="102"/>
                  </a:lnTo>
                  <a:lnTo>
                    <a:pt x="59" y="116"/>
                  </a:lnTo>
                  <a:lnTo>
                    <a:pt x="52" y="121"/>
                  </a:lnTo>
                  <a:lnTo>
                    <a:pt x="37" y="128"/>
                  </a:lnTo>
                  <a:lnTo>
                    <a:pt x="37" y="137"/>
                  </a:lnTo>
                  <a:lnTo>
                    <a:pt x="45" y="135"/>
                  </a:lnTo>
                  <a:lnTo>
                    <a:pt x="54" y="130"/>
                  </a:lnTo>
                  <a:lnTo>
                    <a:pt x="59" y="147"/>
                  </a:lnTo>
                  <a:lnTo>
                    <a:pt x="52" y="149"/>
                  </a:lnTo>
                  <a:lnTo>
                    <a:pt x="37" y="156"/>
                  </a:lnTo>
                  <a:lnTo>
                    <a:pt x="37" y="170"/>
                  </a:lnTo>
                  <a:lnTo>
                    <a:pt x="37" y="175"/>
                  </a:lnTo>
                  <a:lnTo>
                    <a:pt x="156" y="175"/>
                  </a:lnTo>
                  <a:lnTo>
                    <a:pt x="156" y="137"/>
                  </a:lnTo>
                  <a:lnTo>
                    <a:pt x="172" y="123"/>
                  </a:lnTo>
                  <a:lnTo>
                    <a:pt x="172" y="182"/>
                  </a:lnTo>
                  <a:lnTo>
                    <a:pt x="172" y="192"/>
                  </a:lnTo>
                  <a:lnTo>
                    <a:pt x="163" y="192"/>
                  </a:lnTo>
                  <a:lnTo>
                    <a:pt x="30" y="192"/>
                  </a:lnTo>
                  <a:lnTo>
                    <a:pt x="21" y="192"/>
                  </a:lnTo>
                  <a:lnTo>
                    <a:pt x="21" y="182"/>
                  </a:lnTo>
                  <a:lnTo>
                    <a:pt x="21" y="170"/>
                  </a:lnTo>
                  <a:lnTo>
                    <a:pt x="4" y="170"/>
                  </a:lnTo>
                  <a:lnTo>
                    <a:pt x="0" y="154"/>
                  </a:lnTo>
                  <a:lnTo>
                    <a:pt x="21" y="144"/>
                  </a:lnTo>
                  <a:lnTo>
                    <a:pt x="21" y="140"/>
                  </a:lnTo>
                  <a:lnTo>
                    <a:pt x="4" y="140"/>
                  </a:lnTo>
                  <a:lnTo>
                    <a:pt x="0" y="126"/>
                  </a:lnTo>
                  <a:lnTo>
                    <a:pt x="21" y="116"/>
                  </a:lnTo>
                  <a:lnTo>
                    <a:pt x="21" y="114"/>
                  </a:lnTo>
                  <a:lnTo>
                    <a:pt x="4" y="114"/>
                  </a:lnTo>
                  <a:lnTo>
                    <a:pt x="0" y="97"/>
                  </a:lnTo>
                  <a:lnTo>
                    <a:pt x="21" y="90"/>
                  </a:lnTo>
                  <a:lnTo>
                    <a:pt x="21" y="88"/>
                  </a:lnTo>
                  <a:lnTo>
                    <a:pt x="4" y="88"/>
                  </a:lnTo>
                  <a:lnTo>
                    <a:pt x="0" y="71"/>
                  </a:lnTo>
                  <a:lnTo>
                    <a:pt x="21" y="62"/>
                  </a:lnTo>
                  <a:lnTo>
                    <a:pt x="21" y="59"/>
                  </a:lnTo>
                  <a:lnTo>
                    <a:pt x="4" y="59"/>
                  </a:lnTo>
                  <a:lnTo>
                    <a:pt x="0" y="45"/>
                  </a:lnTo>
                  <a:lnTo>
                    <a:pt x="21" y="36"/>
                  </a:lnTo>
                  <a:lnTo>
                    <a:pt x="21" y="10"/>
                  </a:lnTo>
                  <a:lnTo>
                    <a:pt x="21" y="0"/>
                  </a:lnTo>
                  <a:lnTo>
                    <a:pt x="30" y="0"/>
                  </a:lnTo>
                  <a:lnTo>
                    <a:pt x="30" y="0"/>
                  </a:lnTo>
                  <a:close/>
                  <a:moveTo>
                    <a:pt x="73" y="92"/>
                  </a:moveTo>
                  <a:lnTo>
                    <a:pt x="73" y="102"/>
                  </a:lnTo>
                  <a:lnTo>
                    <a:pt x="96" y="102"/>
                  </a:lnTo>
                  <a:lnTo>
                    <a:pt x="96" y="92"/>
                  </a:lnTo>
                  <a:lnTo>
                    <a:pt x="73" y="92"/>
                  </a:lnTo>
                  <a:lnTo>
                    <a:pt x="73" y="92"/>
                  </a:lnTo>
                  <a:close/>
                  <a:moveTo>
                    <a:pt x="73" y="71"/>
                  </a:moveTo>
                  <a:lnTo>
                    <a:pt x="73" y="81"/>
                  </a:lnTo>
                  <a:lnTo>
                    <a:pt x="115" y="81"/>
                  </a:lnTo>
                  <a:lnTo>
                    <a:pt x="115" y="71"/>
                  </a:lnTo>
                  <a:lnTo>
                    <a:pt x="73" y="71"/>
                  </a:lnTo>
                  <a:lnTo>
                    <a:pt x="73" y="71"/>
                  </a:lnTo>
                  <a:close/>
                  <a:moveTo>
                    <a:pt x="73" y="52"/>
                  </a:moveTo>
                  <a:lnTo>
                    <a:pt x="73" y="62"/>
                  </a:lnTo>
                  <a:lnTo>
                    <a:pt x="134" y="62"/>
                  </a:lnTo>
                  <a:lnTo>
                    <a:pt x="134" y="52"/>
                  </a:lnTo>
                  <a:lnTo>
                    <a:pt x="73" y="52"/>
                  </a:lnTo>
                  <a:lnTo>
                    <a:pt x="73" y="52"/>
                  </a:lnTo>
                  <a:close/>
                  <a:moveTo>
                    <a:pt x="73" y="33"/>
                  </a:moveTo>
                  <a:lnTo>
                    <a:pt x="73" y="41"/>
                  </a:lnTo>
                  <a:lnTo>
                    <a:pt x="134" y="41"/>
                  </a:lnTo>
                  <a:lnTo>
                    <a:pt x="134" y="33"/>
                  </a:lnTo>
                  <a:lnTo>
                    <a:pt x="73" y="33"/>
                  </a:lnTo>
                  <a:lnTo>
                    <a:pt x="73" y="33"/>
                  </a:lnTo>
                  <a:close/>
                  <a:moveTo>
                    <a:pt x="96" y="152"/>
                  </a:moveTo>
                  <a:lnTo>
                    <a:pt x="111" y="152"/>
                  </a:lnTo>
                  <a:lnTo>
                    <a:pt x="122" y="152"/>
                  </a:lnTo>
                  <a:lnTo>
                    <a:pt x="111" y="137"/>
                  </a:lnTo>
                  <a:lnTo>
                    <a:pt x="99" y="126"/>
                  </a:lnTo>
                  <a:lnTo>
                    <a:pt x="99" y="140"/>
                  </a:lnTo>
                  <a:lnTo>
                    <a:pt x="96" y="152"/>
                  </a:lnTo>
                  <a:lnTo>
                    <a:pt x="96" y="152"/>
                  </a:lnTo>
                  <a:close/>
                  <a:moveTo>
                    <a:pt x="186" y="43"/>
                  </a:moveTo>
                  <a:lnTo>
                    <a:pt x="111" y="116"/>
                  </a:lnTo>
                  <a:lnTo>
                    <a:pt x="134" y="140"/>
                  </a:lnTo>
                  <a:lnTo>
                    <a:pt x="210" y="67"/>
                  </a:lnTo>
                  <a:lnTo>
                    <a:pt x="186" y="4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0174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弦形 38"/>
          <p:cNvSpPr/>
          <p:nvPr/>
        </p:nvSpPr>
        <p:spPr>
          <a:xfrm rot="13500000">
            <a:off x="6900104" y="3365842"/>
            <a:ext cx="1968527" cy="1968527"/>
          </a:xfrm>
          <a:prstGeom prst="chord">
            <a:avLst>
              <a:gd name="adj1" fmla="val 7749127"/>
              <a:gd name="adj2" fmla="val 1620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弦形 37"/>
          <p:cNvSpPr/>
          <p:nvPr/>
        </p:nvSpPr>
        <p:spPr>
          <a:xfrm rot="13500000">
            <a:off x="4328005" y="3428167"/>
            <a:ext cx="1968527" cy="1968527"/>
          </a:xfrm>
          <a:prstGeom prst="chord">
            <a:avLst>
              <a:gd name="adj1" fmla="val 7749127"/>
              <a:gd name="adj2" fmla="val 1620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弦形 11"/>
          <p:cNvSpPr/>
          <p:nvPr/>
        </p:nvSpPr>
        <p:spPr>
          <a:xfrm rot="13500000">
            <a:off x="1685499" y="3396710"/>
            <a:ext cx="1968527" cy="1968527"/>
          </a:xfrm>
          <a:prstGeom prst="chord">
            <a:avLst>
              <a:gd name="adj1" fmla="val 7749127"/>
              <a:gd name="adj2" fmla="val 1620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4288847" y="3376461"/>
            <a:ext cx="2001319" cy="2001319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6858575" y="3313478"/>
            <a:ext cx="2001319" cy="2001319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1660339" y="3351266"/>
            <a:ext cx="2001319" cy="2001319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五边形 9"/>
          <p:cNvSpPr/>
          <p:nvPr/>
        </p:nvSpPr>
        <p:spPr>
          <a:xfrm>
            <a:off x="304800" y="964322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五边形 10"/>
          <p:cNvSpPr/>
          <p:nvPr/>
        </p:nvSpPr>
        <p:spPr>
          <a:xfrm>
            <a:off x="304800" y="1928646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五边形 12"/>
          <p:cNvSpPr/>
          <p:nvPr/>
        </p:nvSpPr>
        <p:spPr>
          <a:xfrm>
            <a:off x="304800" y="3792765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五边形 13"/>
          <p:cNvSpPr/>
          <p:nvPr/>
        </p:nvSpPr>
        <p:spPr>
          <a:xfrm>
            <a:off x="304800" y="4750677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275420" y="2860706"/>
            <a:ext cx="1080120" cy="964323"/>
            <a:chOff x="304800" y="0"/>
            <a:chExt cx="1080120" cy="964323"/>
          </a:xfrm>
        </p:grpSpPr>
        <p:sp>
          <p:nvSpPr>
            <p:cNvPr id="8" name="五边形 7"/>
            <p:cNvSpPr/>
            <p:nvPr/>
          </p:nvSpPr>
          <p:spPr>
            <a:xfrm>
              <a:off x="304800" y="0"/>
              <a:ext cx="1080120" cy="964323"/>
            </a:xfrm>
            <a:prstGeom prst="homePlat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91671" y="97440"/>
              <a:ext cx="55015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 smtClean="0">
                  <a:solidFill>
                    <a:schemeClr val="bg1"/>
                  </a:solidFill>
                  <a:latin typeface="Broadway" panose="04040905080B02020502" pitchFamily="82" charset="0"/>
                </a:rPr>
                <a:t>4</a:t>
              </a:r>
              <a:endParaRPr lang="zh-CN" altLang="en-US" sz="4400" b="1" dirty="0">
                <a:solidFill>
                  <a:schemeClr val="bg1"/>
                </a:solidFill>
                <a:latin typeface="Broadway" panose="04040905080B02020502" pitchFamily="82" charset="0"/>
              </a:endParaRPr>
            </a:p>
          </p:txBody>
        </p:sp>
      </p:grpSp>
      <p:sp>
        <p:nvSpPr>
          <p:cNvPr id="15" name="五边形 14"/>
          <p:cNvSpPr/>
          <p:nvPr/>
        </p:nvSpPr>
        <p:spPr>
          <a:xfrm>
            <a:off x="304800" y="0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0" y="0"/>
            <a:ext cx="304800" cy="5715000"/>
            <a:chOff x="0" y="0"/>
            <a:chExt cx="304800" cy="5737820"/>
          </a:xfrm>
        </p:grpSpPr>
        <p:sp>
          <p:nvSpPr>
            <p:cNvPr id="17" name="矩形 16"/>
            <p:cNvSpPr/>
            <p:nvPr/>
          </p:nvSpPr>
          <p:spPr>
            <a:xfrm>
              <a:off x="0" y="1633364"/>
              <a:ext cx="304800" cy="410445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0" y="769268"/>
              <a:ext cx="304800" cy="39905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304800" cy="3143250"/>
            </a:xfrm>
            <a:prstGeom prst="rect">
              <a:avLst/>
            </a:prstGeom>
          </p:spPr>
        </p:pic>
      </p:grpSp>
      <p:cxnSp>
        <p:nvCxnSpPr>
          <p:cNvPr id="21" name="直接连接符 20"/>
          <p:cNvCxnSpPr/>
          <p:nvPr/>
        </p:nvCxnSpPr>
        <p:spPr>
          <a:xfrm>
            <a:off x="4499547" y="955209"/>
            <a:ext cx="4492120" cy="0"/>
          </a:xfrm>
          <a:prstGeom prst="line">
            <a:avLst/>
          </a:prstGeom>
          <a:ln w="12700">
            <a:solidFill>
              <a:srgbClr val="0033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7884368" y="36793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620138" y="1131024"/>
            <a:ext cx="70242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通过关系网获得渠道和可信度。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采用诸如礼物、善意、透露或者妥协等小步骤与谈判对手建立工作关系。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避免互惠与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关系的圈套，诸如过快信任对方，让对方使你感觉内疚以及将私人友谊和大宗买卖混淆在一起。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736177" y="2804349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互惠原则</a:t>
            </a:r>
            <a:endParaRPr lang="en-US" altLang="zh-CN" sz="18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325172" y="4435021"/>
            <a:ext cx="922815" cy="922815"/>
            <a:chOff x="1758313" y="4115856"/>
            <a:chExt cx="922815" cy="922815"/>
          </a:xfrm>
        </p:grpSpPr>
        <p:sp>
          <p:nvSpPr>
            <p:cNvPr id="27" name="椭圆 26"/>
            <p:cNvSpPr/>
            <p:nvPr/>
          </p:nvSpPr>
          <p:spPr>
            <a:xfrm>
              <a:off x="1758313" y="4115856"/>
              <a:ext cx="922815" cy="922815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Freeform 38"/>
            <p:cNvSpPr>
              <a:spLocks noEditPoints="1"/>
            </p:cNvSpPr>
            <p:nvPr/>
          </p:nvSpPr>
          <p:spPr bwMode="auto">
            <a:xfrm>
              <a:off x="1985747" y="4380449"/>
              <a:ext cx="457283" cy="361082"/>
            </a:xfrm>
            <a:custGeom>
              <a:avLst/>
              <a:gdLst>
                <a:gd name="T0" fmla="*/ 15 w 104"/>
                <a:gd name="T1" fmla="*/ 30 h 100"/>
                <a:gd name="T2" fmla="*/ 39 w 104"/>
                <a:gd name="T3" fmla="*/ 30 h 100"/>
                <a:gd name="T4" fmla="*/ 47 w 104"/>
                <a:gd name="T5" fmla="*/ 44 h 100"/>
                <a:gd name="T6" fmla="*/ 54 w 104"/>
                <a:gd name="T7" fmla="*/ 53 h 100"/>
                <a:gd name="T8" fmla="*/ 69 w 104"/>
                <a:gd name="T9" fmla="*/ 30 h 100"/>
                <a:gd name="T10" fmla="*/ 96 w 104"/>
                <a:gd name="T11" fmla="*/ 30 h 100"/>
                <a:gd name="T12" fmla="*/ 104 w 104"/>
                <a:gd name="T13" fmla="*/ 53 h 100"/>
                <a:gd name="T14" fmla="*/ 100 w 104"/>
                <a:gd name="T15" fmla="*/ 66 h 100"/>
                <a:gd name="T16" fmla="*/ 96 w 104"/>
                <a:gd name="T17" fmla="*/ 65 h 100"/>
                <a:gd name="T18" fmla="*/ 97 w 104"/>
                <a:gd name="T19" fmla="*/ 55 h 100"/>
                <a:gd name="T20" fmla="*/ 94 w 104"/>
                <a:gd name="T21" fmla="*/ 47 h 100"/>
                <a:gd name="T22" fmla="*/ 93 w 104"/>
                <a:gd name="T23" fmla="*/ 65 h 100"/>
                <a:gd name="T24" fmla="*/ 90 w 104"/>
                <a:gd name="T25" fmla="*/ 100 h 100"/>
                <a:gd name="T26" fmla="*/ 83 w 104"/>
                <a:gd name="T27" fmla="*/ 100 h 100"/>
                <a:gd name="T28" fmla="*/ 83 w 104"/>
                <a:gd name="T29" fmla="*/ 68 h 100"/>
                <a:gd name="T30" fmla="*/ 79 w 104"/>
                <a:gd name="T31" fmla="*/ 68 h 100"/>
                <a:gd name="T32" fmla="*/ 74 w 104"/>
                <a:gd name="T33" fmla="*/ 100 h 100"/>
                <a:gd name="T34" fmla="*/ 67 w 104"/>
                <a:gd name="T35" fmla="*/ 100 h 100"/>
                <a:gd name="T36" fmla="*/ 69 w 104"/>
                <a:gd name="T37" fmla="*/ 65 h 100"/>
                <a:gd name="T38" fmla="*/ 69 w 104"/>
                <a:gd name="T39" fmla="*/ 48 h 100"/>
                <a:gd name="T40" fmla="*/ 53 w 104"/>
                <a:gd name="T41" fmla="*/ 61 h 100"/>
                <a:gd name="T42" fmla="*/ 41 w 104"/>
                <a:gd name="T43" fmla="*/ 53 h 100"/>
                <a:gd name="T44" fmla="*/ 41 w 104"/>
                <a:gd name="T45" fmla="*/ 65 h 100"/>
                <a:gd name="T46" fmla="*/ 37 w 104"/>
                <a:gd name="T47" fmla="*/ 100 h 100"/>
                <a:gd name="T48" fmla="*/ 30 w 104"/>
                <a:gd name="T49" fmla="*/ 100 h 100"/>
                <a:gd name="T50" fmla="*/ 30 w 104"/>
                <a:gd name="T51" fmla="*/ 68 h 100"/>
                <a:gd name="T52" fmla="*/ 27 w 104"/>
                <a:gd name="T53" fmla="*/ 68 h 100"/>
                <a:gd name="T54" fmla="*/ 20 w 104"/>
                <a:gd name="T55" fmla="*/ 100 h 100"/>
                <a:gd name="T56" fmla="*/ 14 w 104"/>
                <a:gd name="T57" fmla="*/ 100 h 100"/>
                <a:gd name="T58" fmla="*/ 16 w 104"/>
                <a:gd name="T59" fmla="*/ 65 h 100"/>
                <a:gd name="T60" fmla="*/ 16 w 104"/>
                <a:gd name="T61" fmla="*/ 49 h 100"/>
                <a:gd name="T62" fmla="*/ 7 w 104"/>
                <a:gd name="T63" fmla="*/ 60 h 100"/>
                <a:gd name="T64" fmla="*/ 7 w 104"/>
                <a:gd name="T65" fmla="*/ 65 h 100"/>
                <a:gd name="T66" fmla="*/ 10 w 104"/>
                <a:gd name="T67" fmla="*/ 65 h 100"/>
                <a:gd name="T68" fmla="*/ 10 w 104"/>
                <a:gd name="T69" fmla="*/ 89 h 100"/>
                <a:gd name="T70" fmla="*/ 0 w 104"/>
                <a:gd name="T71" fmla="*/ 89 h 100"/>
                <a:gd name="T72" fmla="*/ 0 w 104"/>
                <a:gd name="T73" fmla="*/ 65 h 100"/>
                <a:gd name="T74" fmla="*/ 3 w 104"/>
                <a:gd name="T75" fmla="*/ 65 h 100"/>
                <a:gd name="T76" fmla="*/ 3 w 104"/>
                <a:gd name="T77" fmla="*/ 60 h 100"/>
                <a:gd name="T78" fmla="*/ 1 w 104"/>
                <a:gd name="T79" fmla="*/ 59 h 100"/>
                <a:gd name="T80" fmla="*/ 15 w 104"/>
                <a:gd name="T81" fmla="*/ 30 h 100"/>
                <a:gd name="T82" fmla="*/ 86 w 104"/>
                <a:gd name="T83" fmla="*/ 4 h 100"/>
                <a:gd name="T84" fmla="*/ 70 w 104"/>
                <a:gd name="T85" fmla="*/ 8 h 100"/>
                <a:gd name="T86" fmla="*/ 74 w 104"/>
                <a:gd name="T87" fmla="*/ 24 h 100"/>
                <a:gd name="T88" fmla="*/ 90 w 104"/>
                <a:gd name="T89" fmla="*/ 20 h 100"/>
                <a:gd name="T90" fmla="*/ 86 w 104"/>
                <a:gd name="T91" fmla="*/ 4 h 100"/>
                <a:gd name="T92" fmla="*/ 22 w 104"/>
                <a:gd name="T93" fmla="*/ 4 h 100"/>
                <a:gd name="T94" fmla="*/ 38 w 104"/>
                <a:gd name="T95" fmla="*/ 8 h 100"/>
                <a:gd name="T96" fmla="*/ 34 w 104"/>
                <a:gd name="T97" fmla="*/ 24 h 100"/>
                <a:gd name="T98" fmla="*/ 18 w 104"/>
                <a:gd name="T99" fmla="*/ 20 h 100"/>
                <a:gd name="T100" fmla="*/ 22 w 104"/>
                <a:gd name="T101" fmla="*/ 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4" h="100">
                  <a:moveTo>
                    <a:pt x="15" y="30"/>
                  </a:moveTo>
                  <a:cubicBezTo>
                    <a:pt x="39" y="30"/>
                    <a:pt x="39" y="30"/>
                    <a:pt x="39" y="30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69" y="30"/>
                    <a:pt x="69" y="30"/>
                    <a:pt x="69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104" y="53"/>
                    <a:pt x="104" y="53"/>
                    <a:pt x="104" y="53"/>
                  </a:cubicBezTo>
                  <a:cubicBezTo>
                    <a:pt x="100" y="66"/>
                    <a:pt x="100" y="66"/>
                    <a:pt x="100" y="66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65"/>
                    <a:pt x="93" y="65"/>
                    <a:pt x="93" y="65"/>
                  </a:cubicBezTo>
                  <a:cubicBezTo>
                    <a:pt x="90" y="100"/>
                    <a:pt x="90" y="100"/>
                    <a:pt x="90" y="100"/>
                  </a:cubicBezTo>
                  <a:cubicBezTo>
                    <a:pt x="83" y="100"/>
                    <a:pt x="83" y="100"/>
                    <a:pt x="83" y="100"/>
                  </a:cubicBezTo>
                  <a:cubicBezTo>
                    <a:pt x="83" y="68"/>
                    <a:pt x="83" y="68"/>
                    <a:pt x="83" y="68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4" y="100"/>
                    <a:pt x="74" y="100"/>
                    <a:pt x="74" y="100"/>
                  </a:cubicBezTo>
                  <a:cubicBezTo>
                    <a:pt x="67" y="100"/>
                    <a:pt x="67" y="100"/>
                    <a:pt x="67" y="100"/>
                  </a:cubicBezTo>
                  <a:cubicBezTo>
                    <a:pt x="69" y="65"/>
                    <a:pt x="69" y="65"/>
                    <a:pt x="69" y="65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0" y="100"/>
                    <a:pt x="20" y="100"/>
                    <a:pt x="20" y="100"/>
                  </a:cubicBezTo>
                  <a:cubicBezTo>
                    <a:pt x="14" y="100"/>
                    <a:pt x="14" y="100"/>
                    <a:pt x="14" y="100"/>
                  </a:cubicBezTo>
                  <a:cubicBezTo>
                    <a:pt x="16" y="65"/>
                    <a:pt x="16" y="65"/>
                    <a:pt x="16" y="65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89"/>
                    <a:pt x="10" y="89"/>
                    <a:pt x="1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3" y="60"/>
                    <a:pt x="3" y="60"/>
                    <a:pt x="3" y="60"/>
                  </a:cubicBezTo>
                  <a:cubicBezTo>
                    <a:pt x="1" y="59"/>
                    <a:pt x="1" y="59"/>
                    <a:pt x="1" y="59"/>
                  </a:cubicBezTo>
                  <a:cubicBezTo>
                    <a:pt x="15" y="30"/>
                    <a:pt x="15" y="30"/>
                    <a:pt x="15" y="30"/>
                  </a:cubicBezTo>
                  <a:close/>
                  <a:moveTo>
                    <a:pt x="86" y="4"/>
                  </a:moveTo>
                  <a:cubicBezTo>
                    <a:pt x="80" y="0"/>
                    <a:pt x="73" y="2"/>
                    <a:pt x="70" y="8"/>
                  </a:cubicBezTo>
                  <a:cubicBezTo>
                    <a:pt x="67" y="13"/>
                    <a:pt x="68" y="20"/>
                    <a:pt x="74" y="24"/>
                  </a:cubicBezTo>
                  <a:cubicBezTo>
                    <a:pt x="79" y="27"/>
                    <a:pt x="87" y="25"/>
                    <a:pt x="90" y="20"/>
                  </a:cubicBezTo>
                  <a:cubicBezTo>
                    <a:pt x="93" y="14"/>
                    <a:pt x="91" y="7"/>
                    <a:pt x="86" y="4"/>
                  </a:cubicBezTo>
                  <a:close/>
                  <a:moveTo>
                    <a:pt x="22" y="4"/>
                  </a:moveTo>
                  <a:cubicBezTo>
                    <a:pt x="28" y="0"/>
                    <a:pt x="35" y="2"/>
                    <a:pt x="38" y="8"/>
                  </a:cubicBezTo>
                  <a:cubicBezTo>
                    <a:pt x="41" y="13"/>
                    <a:pt x="40" y="20"/>
                    <a:pt x="34" y="24"/>
                  </a:cubicBezTo>
                  <a:cubicBezTo>
                    <a:pt x="29" y="27"/>
                    <a:pt x="21" y="25"/>
                    <a:pt x="18" y="20"/>
                  </a:cubicBezTo>
                  <a:cubicBezTo>
                    <a:pt x="15" y="14"/>
                    <a:pt x="17" y="7"/>
                    <a:pt x="22" y="4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050749" y="4412431"/>
            <a:ext cx="922815" cy="922815"/>
            <a:chOff x="4300714" y="4115856"/>
            <a:chExt cx="922815" cy="922815"/>
          </a:xfrm>
        </p:grpSpPr>
        <p:sp>
          <p:nvSpPr>
            <p:cNvPr id="28" name="椭圆 27"/>
            <p:cNvSpPr/>
            <p:nvPr/>
          </p:nvSpPr>
          <p:spPr>
            <a:xfrm>
              <a:off x="4300714" y="4115856"/>
              <a:ext cx="922815" cy="922815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4538097" y="4369424"/>
              <a:ext cx="448045" cy="413797"/>
            </a:xfrm>
            <a:custGeom>
              <a:avLst/>
              <a:gdLst>
                <a:gd name="connsiteX0" fmla="*/ 1627991 w 1985244"/>
                <a:gd name="connsiteY0" fmla="*/ 122960 h 1704097"/>
                <a:gd name="connsiteX1" fmla="*/ 1381115 w 1985244"/>
                <a:gd name="connsiteY1" fmla="*/ 550561 h 1704097"/>
                <a:gd name="connsiteX2" fmla="*/ 1873311 w 1985244"/>
                <a:gd name="connsiteY2" fmla="*/ 547867 h 1704097"/>
                <a:gd name="connsiteX3" fmla="*/ 355222 w 1985244"/>
                <a:gd name="connsiteY3" fmla="*/ 120101 h 1704097"/>
                <a:gd name="connsiteX4" fmla="*/ 103444 w 1985244"/>
                <a:gd name="connsiteY4" fmla="*/ 556192 h 1704097"/>
                <a:gd name="connsiteX5" fmla="*/ 605413 w 1985244"/>
                <a:gd name="connsiteY5" fmla="*/ 553445 h 1704097"/>
                <a:gd name="connsiteX6" fmla="*/ 985531 w 1985244"/>
                <a:gd name="connsiteY6" fmla="*/ 0 h 1704097"/>
                <a:gd name="connsiteX7" fmla="*/ 1073599 w 1985244"/>
                <a:gd name="connsiteY7" fmla="*/ 58375 h 1704097"/>
                <a:gd name="connsiteX8" fmla="*/ 1076495 w 1985244"/>
                <a:gd name="connsiteY8" fmla="*/ 72718 h 1704097"/>
                <a:gd name="connsiteX9" fmla="*/ 1748106 w 1985244"/>
                <a:gd name="connsiteY9" fmla="*/ 72718 h 1704097"/>
                <a:gd name="connsiteX10" fmla="*/ 1748106 w 1985244"/>
                <a:gd name="connsiteY10" fmla="*/ 118437 h 1704097"/>
                <a:gd name="connsiteX11" fmla="*/ 1678171 w 1985244"/>
                <a:gd name="connsiteY11" fmla="*/ 118437 h 1704097"/>
                <a:gd name="connsiteX12" fmla="*/ 1925937 w 1985244"/>
                <a:gd name="connsiteY12" fmla="*/ 547579 h 1704097"/>
                <a:gd name="connsiteX13" fmla="*/ 1985223 w 1985244"/>
                <a:gd name="connsiteY13" fmla="*/ 547255 h 1704097"/>
                <a:gd name="connsiteX14" fmla="*/ 1807495 w 1985244"/>
                <a:gd name="connsiteY14" fmla="*/ 861677 h 1704097"/>
                <a:gd name="connsiteX15" fmla="*/ 1446324 w 1985244"/>
                <a:gd name="connsiteY15" fmla="*/ 863653 h 1704097"/>
                <a:gd name="connsiteX16" fmla="*/ 1265165 w 1985244"/>
                <a:gd name="connsiteY16" fmla="*/ 551195 h 1704097"/>
                <a:gd name="connsiteX17" fmla="*/ 1328156 w 1985244"/>
                <a:gd name="connsiteY17" fmla="*/ 550850 h 1704097"/>
                <a:gd name="connsiteX18" fmla="*/ 1577810 w 1985244"/>
                <a:gd name="connsiteY18" fmla="*/ 118437 h 1704097"/>
                <a:gd name="connsiteX19" fmla="*/ 1076495 w 1985244"/>
                <a:gd name="connsiteY19" fmla="*/ 118437 h 1704097"/>
                <a:gd name="connsiteX20" fmla="*/ 1073599 w 1985244"/>
                <a:gd name="connsiteY20" fmla="*/ 132783 h 1704097"/>
                <a:gd name="connsiteX21" fmla="*/ 1022735 w 1985244"/>
                <a:gd name="connsiteY21" fmla="*/ 183647 h 1704097"/>
                <a:gd name="connsiteX22" fmla="*/ 1015482 w 1985244"/>
                <a:gd name="connsiteY22" fmla="*/ 185111 h 1704097"/>
                <a:gd name="connsiteX23" fmla="*/ 1015482 w 1985244"/>
                <a:gd name="connsiteY23" fmla="*/ 1520172 h 1704097"/>
                <a:gd name="connsiteX24" fmla="*/ 1777617 w 1985244"/>
                <a:gd name="connsiteY24" fmla="*/ 1704097 h 1704097"/>
                <a:gd name="connsiteX25" fmla="*/ 193441 w 1985244"/>
                <a:gd name="connsiteY25" fmla="*/ 1704097 h 1704097"/>
                <a:gd name="connsiteX26" fmla="*/ 969763 w 1985244"/>
                <a:gd name="connsiteY26" fmla="*/ 1516748 h 1704097"/>
                <a:gd name="connsiteX27" fmla="*/ 969763 w 1985244"/>
                <a:gd name="connsiteY27" fmla="*/ 187975 h 1704097"/>
                <a:gd name="connsiteX28" fmla="*/ 948327 w 1985244"/>
                <a:gd name="connsiteY28" fmla="*/ 183647 h 1704097"/>
                <a:gd name="connsiteX29" fmla="*/ 897463 w 1985244"/>
                <a:gd name="connsiteY29" fmla="*/ 132783 h 1704097"/>
                <a:gd name="connsiteX30" fmla="*/ 894567 w 1985244"/>
                <a:gd name="connsiteY30" fmla="*/ 118437 h 1704097"/>
                <a:gd name="connsiteX31" fmla="*/ 407053 w 1985244"/>
                <a:gd name="connsiteY31" fmla="*/ 118437 h 1704097"/>
                <a:gd name="connsiteX32" fmla="*/ 658039 w 1985244"/>
                <a:gd name="connsiteY32" fmla="*/ 553157 h 1704097"/>
                <a:gd name="connsiteX33" fmla="*/ 720058 w 1985244"/>
                <a:gd name="connsiteY33" fmla="*/ 552818 h 1704097"/>
                <a:gd name="connsiteX34" fmla="*/ 542330 w 1985244"/>
                <a:gd name="connsiteY34" fmla="*/ 867240 h 1704097"/>
                <a:gd name="connsiteX35" fmla="*/ 181159 w 1985244"/>
                <a:gd name="connsiteY35" fmla="*/ 869216 h 1704097"/>
                <a:gd name="connsiteX36" fmla="*/ 0 w 1985244"/>
                <a:gd name="connsiteY36" fmla="*/ 556758 h 1704097"/>
                <a:gd name="connsiteX37" fmla="*/ 57084 w 1985244"/>
                <a:gd name="connsiteY37" fmla="*/ 556446 h 1704097"/>
                <a:gd name="connsiteX38" fmla="*/ 52151 w 1985244"/>
                <a:gd name="connsiteY38" fmla="*/ 553597 h 1704097"/>
                <a:gd name="connsiteX39" fmla="*/ 303391 w 1985244"/>
                <a:gd name="connsiteY39" fmla="*/ 118437 h 1704097"/>
                <a:gd name="connsiteX40" fmla="*/ 222953 w 1985244"/>
                <a:gd name="connsiteY40" fmla="*/ 118437 h 1704097"/>
                <a:gd name="connsiteX41" fmla="*/ 222953 w 1985244"/>
                <a:gd name="connsiteY41" fmla="*/ 72718 h 1704097"/>
                <a:gd name="connsiteX42" fmla="*/ 894568 w 1985244"/>
                <a:gd name="connsiteY42" fmla="*/ 72718 h 1704097"/>
                <a:gd name="connsiteX43" fmla="*/ 897463 w 1985244"/>
                <a:gd name="connsiteY43" fmla="*/ 58375 h 1704097"/>
                <a:gd name="connsiteX44" fmla="*/ 985531 w 1985244"/>
                <a:gd name="connsiteY44" fmla="*/ 0 h 170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985244" h="1704097">
                  <a:moveTo>
                    <a:pt x="1627991" y="122960"/>
                  </a:moveTo>
                  <a:lnTo>
                    <a:pt x="1381115" y="550561"/>
                  </a:lnTo>
                  <a:lnTo>
                    <a:pt x="1873311" y="547867"/>
                  </a:lnTo>
                  <a:close/>
                  <a:moveTo>
                    <a:pt x="355222" y="120101"/>
                  </a:moveTo>
                  <a:lnTo>
                    <a:pt x="103444" y="556192"/>
                  </a:lnTo>
                  <a:lnTo>
                    <a:pt x="605413" y="553445"/>
                  </a:lnTo>
                  <a:close/>
                  <a:moveTo>
                    <a:pt x="985531" y="0"/>
                  </a:moveTo>
                  <a:cubicBezTo>
                    <a:pt x="1025121" y="0"/>
                    <a:pt x="1059089" y="24070"/>
                    <a:pt x="1073599" y="58375"/>
                  </a:cubicBezTo>
                  <a:lnTo>
                    <a:pt x="1076495" y="72718"/>
                  </a:lnTo>
                  <a:lnTo>
                    <a:pt x="1748106" y="72718"/>
                  </a:lnTo>
                  <a:lnTo>
                    <a:pt x="1748106" y="118437"/>
                  </a:lnTo>
                  <a:lnTo>
                    <a:pt x="1678171" y="118437"/>
                  </a:lnTo>
                  <a:lnTo>
                    <a:pt x="1925937" y="547579"/>
                  </a:lnTo>
                  <a:lnTo>
                    <a:pt x="1985223" y="547255"/>
                  </a:lnTo>
                  <a:cubicBezTo>
                    <a:pt x="1986636" y="676347"/>
                    <a:pt x="1918824" y="796314"/>
                    <a:pt x="1807495" y="861677"/>
                  </a:cubicBezTo>
                  <a:cubicBezTo>
                    <a:pt x="1696166" y="927041"/>
                    <a:pt x="1558362" y="927795"/>
                    <a:pt x="1446324" y="863653"/>
                  </a:cubicBezTo>
                  <a:cubicBezTo>
                    <a:pt x="1334286" y="799512"/>
                    <a:pt x="1265165" y="680294"/>
                    <a:pt x="1265165" y="551195"/>
                  </a:cubicBezTo>
                  <a:lnTo>
                    <a:pt x="1328156" y="550850"/>
                  </a:lnTo>
                  <a:lnTo>
                    <a:pt x="1577810" y="118437"/>
                  </a:lnTo>
                  <a:lnTo>
                    <a:pt x="1076495" y="118437"/>
                  </a:lnTo>
                  <a:lnTo>
                    <a:pt x="1073599" y="132783"/>
                  </a:lnTo>
                  <a:cubicBezTo>
                    <a:pt x="1063926" y="155653"/>
                    <a:pt x="1045605" y="173974"/>
                    <a:pt x="1022735" y="183647"/>
                  </a:cubicBezTo>
                  <a:lnTo>
                    <a:pt x="1015482" y="185111"/>
                  </a:lnTo>
                  <a:lnTo>
                    <a:pt x="1015482" y="1520172"/>
                  </a:lnTo>
                  <a:lnTo>
                    <a:pt x="1777617" y="1704097"/>
                  </a:lnTo>
                  <a:lnTo>
                    <a:pt x="193441" y="1704097"/>
                  </a:lnTo>
                  <a:lnTo>
                    <a:pt x="969763" y="1516748"/>
                  </a:lnTo>
                  <a:lnTo>
                    <a:pt x="969763" y="187975"/>
                  </a:lnTo>
                  <a:lnTo>
                    <a:pt x="948327" y="183647"/>
                  </a:lnTo>
                  <a:cubicBezTo>
                    <a:pt x="925458" y="173974"/>
                    <a:pt x="907136" y="155653"/>
                    <a:pt x="897463" y="132783"/>
                  </a:cubicBezTo>
                  <a:lnTo>
                    <a:pt x="894567" y="118437"/>
                  </a:lnTo>
                  <a:lnTo>
                    <a:pt x="407053" y="118437"/>
                  </a:lnTo>
                  <a:lnTo>
                    <a:pt x="658039" y="553157"/>
                  </a:lnTo>
                  <a:lnTo>
                    <a:pt x="720058" y="552818"/>
                  </a:lnTo>
                  <a:cubicBezTo>
                    <a:pt x="721471" y="681910"/>
                    <a:pt x="653659" y="801877"/>
                    <a:pt x="542330" y="867240"/>
                  </a:cubicBezTo>
                  <a:cubicBezTo>
                    <a:pt x="431001" y="932604"/>
                    <a:pt x="293197" y="933358"/>
                    <a:pt x="181159" y="869216"/>
                  </a:cubicBezTo>
                  <a:cubicBezTo>
                    <a:pt x="69121" y="805075"/>
                    <a:pt x="0" y="685857"/>
                    <a:pt x="0" y="556758"/>
                  </a:cubicBezTo>
                  <a:lnTo>
                    <a:pt x="57084" y="556446"/>
                  </a:lnTo>
                  <a:lnTo>
                    <a:pt x="52151" y="553597"/>
                  </a:lnTo>
                  <a:lnTo>
                    <a:pt x="303391" y="118437"/>
                  </a:lnTo>
                  <a:lnTo>
                    <a:pt x="222953" y="118437"/>
                  </a:lnTo>
                  <a:lnTo>
                    <a:pt x="222953" y="72718"/>
                  </a:lnTo>
                  <a:lnTo>
                    <a:pt x="894568" y="72718"/>
                  </a:lnTo>
                  <a:lnTo>
                    <a:pt x="897463" y="58375"/>
                  </a:lnTo>
                  <a:cubicBezTo>
                    <a:pt x="911973" y="24070"/>
                    <a:pt x="945941" y="0"/>
                    <a:pt x="9855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638077" y="4435020"/>
            <a:ext cx="922815" cy="922815"/>
            <a:chOff x="6843115" y="4115856"/>
            <a:chExt cx="922815" cy="922815"/>
          </a:xfrm>
        </p:grpSpPr>
        <p:sp>
          <p:nvSpPr>
            <p:cNvPr id="29" name="椭圆 28"/>
            <p:cNvSpPr/>
            <p:nvPr/>
          </p:nvSpPr>
          <p:spPr>
            <a:xfrm>
              <a:off x="6843115" y="4115856"/>
              <a:ext cx="922815" cy="922815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Freeform 49"/>
            <p:cNvSpPr>
              <a:spLocks noEditPoints="1"/>
            </p:cNvSpPr>
            <p:nvPr/>
          </p:nvSpPr>
          <p:spPr bwMode="auto">
            <a:xfrm>
              <a:off x="7139309" y="4313134"/>
              <a:ext cx="481012" cy="417373"/>
            </a:xfrm>
            <a:custGeom>
              <a:avLst/>
              <a:gdLst>
                <a:gd name="T0" fmla="*/ 63 w 128"/>
                <a:gd name="T1" fmla="*/ 0 h 111"/>
                <a:gd name="T2" fmla="*/ 111 w 128"/>
                <a:gd name="T3" fmla="*/ 0 h 111"/>
                <a:gd name="T4" fmla="*/ 128 w 128"/>
                <a:gd name="T5" fmla="*/ 18 h 111"/>
                <a:gd name="T6" fmla="*/ 128 w 128"/>
                <a:gd name="T7" fmla="*/ 42 h 111"/>
                <a:gd name="T8" fmla="*/ 111 w 128"/>
                <a:gd name="T9" fmla="*/ 60 h 111"/>
                <a:gd name="T10" fmla="*/ 46 w 128"/>
                <a:gd name="T11" fmla="*/ 60 h 111"/>
                <a:gd name="T12" fmla="*/ 46 w 128"/>
                <a:gd name="T13" fmla="*/ 18 h 111"/>
                <a:gd name="T14" fmla="*/ 63 w 128"/>
                <a:gd name="T15" fmla="*/ 0 h 111"/>
                <a:gd name="T16" fmla="*/ 28 w 128"/>
                <a:gd name="T17" fmla="*/ 54 h 111"/>
                <a:gd name="T18" fmla="*/ 12 w 128"/>
                <a:gd name="T19" fmla="*/ 70 h 111"/>
                <a:gd name="T20" fmla="*/ 28 w 128"/>
                <a:gd name="T21" fmla="*/ 86 h 111"/>
                <a:gd name="T22" fmla="*/ 44 w 128"/>
                <a:gd name="T23" fmla="*/ 70 h 111"/>
                <a:gd name="T24" fmla="*/ 28 w 128"/>
                <a:gd name="T25" fmla="*/ 54 h 111"/>
                <a:gd name="T26" fmla="*/ 55 w 128"/>
                <a:gd name="T27" fmla="*/ 111 h 111"/>
                <a:gd name="T28" fmla="*/ 50 w 128"/>
                <a:gd name="T29" fmla="*/ 90 h 111"/>
                <a:gd name="T30" fmla="*/ 30 w 128"/>
                <a:gd name="T31" fmla="*/ 90 h 111"/>
                <a:gd name="T32" fmla="*/ 32 w 128"/>
                <a:gd name="T33" fmla="*/ 92 h 111"/>
                <a:gd name="T34" fmla="*/ 30 w 128"/>
                <a:gd name="T35" fmla="*/ 96 h 111"/>
                <a:gd name="T36" fmla="*/ 32 w 128"/>
                <a:gd name="T37" fmla="*/ 111 h 111"/>
                <a:gd name="T38" fmla="*/ 55 w 128"/>
                <a:gd name="T39" fmla="*/ 111 h 111"/>
                <a:gd name="T40" fmla="*/ 23 w 128"/>
                <a:gd name="T41" fmla="*/ 111 h 111"/>
                <a:gd name="T42" fmla="*/ 25 w 128"/>
                <a:gd name="T43" fmla="*/ 96 h 111"/>
                <a:gd name="T44" fmla="*/ 24 w 128"/>
                <a:gd name="T45" fmla="*/ 92 h 111"/>
                <a:gd name="T46" fmla="*/ 25 w 128"/>
                <a:gd name="T47" fmla="*/ 90 h 111"/>
                <a:gd name="T48" fmla="*/ 5 w 128"/>
                <a:gd name="T49" fmla="*/ 90 h 111"/>
                <a:gd name="T50" fmla="*/ 0 w 128"/>
                <a:gd name="T51" fmla="*/ 111 h 111"/>
                <a:gd name="T52" fmla="*/ 23 w 128"/>
                <a:gd name="T53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" h="111">
                  <a:moveTo>
                    <a:pt x="63" y="0"/>
                  </a:moveTo>
                  <a:cubicBezTo>
                    <a:pt x="111" y="0"/>
                    <a:pt x="111" y="0"/>
                    <a:pt x="111" y="0"/>
                  </a:cubicBezTo>
                  <a:cubicBezTo>
                    <a:pt x="120" y="0"/>
                    <a:pt x="128" y="8"/>
                    <a:pt x="128" y="18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28" y="52"/>
                    <a:pt x="120" y="60"/>
                    <a:pt x="111" y="60"/>
                  </a:cubicBezTo>
                  <a:cubicBezTo>
                    <a:pt x="89" y="60"/>
                    <a:pt x="67" y="60"/>
                    <a:pt x="46" y="60"/>
                  </a:cubicBezTo>
                  <a:cubicBezTo>
                    <a:pt x="46" y="46"/>
                    <a:pt x="46" y="32"/>
                    <a:pt x="46" y="18"/>
                  </a:cubicBezTo>
                  <a:cubicBezTo>
                    <a:pt x="46" y="8"/>
                    <a:pt x="53" y="0"/>
                    <a:pt x="63" y="0"/>
                  </a:cubicBezTo>
                  <a:close/>
                  <a:moveTo>
                    <a:pt x="28" y="54"/>
                  </a:moveTo>
                  <a:cubicBezTo>
                    <a:pt x="19" y="54"/>
                    <a:pt x="12" y="61"/>
                    <a:pt x="12" y="70"/>
                  </a:cubicBezTo>
                  <a:cubicBezTo>
                    <a:pt x="12" y="79"/>
                    <a:pt x="19" y="86"/>
                    <a:pt x="28" y="86"/>
                  </a:cubicBezTo>
                  <a:cubicBezTo>
                    <a:pt x="37" y="86"/>
                    <a:pt x="44" y="79"/>
                    <a:pt x="44" y="70"/>
                  </a:cubicBezTo>
                  <a:cubicBezTo>
                    <a:pt x="44" y="61"/>
                    <a:pt x="37" y="54"/>
                    <a:pt x="28" y="54"/>
                  </a:cubicBezTo>
                  <a:close/>
                  <a:moveTo>
                    <a:pt x="55" y="111"/>
                  </a:moveTo>
                  <a:cubicBezTo>
                    <a:pt x="50" y="90"/>
                    <a:pt x="50" y="90"/>
                    <a:pt x="50" y="90"/>
                  </a:cubicBezTo>
                  <a:cubicBezTo>
                    <a:pt x="30" y="90"/>
                    <a:pt x="30" y="90"/>
                    <a:pt x="30" y="90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30" y="96"/>
                    <a:pt x="30" y="96"/>
                    <a:pt x="30" y="96"/>
                  </a:cubicBezTo>
                  <a:cubicBezTo>
                    <a:pt x="32" y="111"/>
                    <a:pt x="32" y="111"/>
                    <a:pt x="32" y="111"/>
                  </a:cubicBezTo>
                  <a:cubicBezTo>
                    <a:pt x="55" y="111"/>
                    <a:pt x="55" y="111"/>
                    <a:pt x="55" y="111"/>
                  </a:cubicBezTo>
                  <a:close/>
                  <a:moveTo>
                    <a:pt x="23" y="111"/>
                  </a:moveTo>
                  <a:cubicBezTo>
                    <a:pt x="25" y="96"/>
                    <a:pt x="25" y="96"/>
                    <a:pt x="25" y="96"/>
                  </a:cubicBezTo>
                  <a:cubicBezTo>
                    <a:pt x="24" y="92"/>
                    <a:pt x="24" y="92"/>
                    <a:pt x="24" y="92"/>
                  </a:cubicBezTo>
                  <a:cubicBezTo>
                    <a:pt x="25" y="90"/>
                    <a:pt x="25" y="90"/>
                    <a:pt x="25" y="90"/>
                  </a:cubicBezTo>
                  <a:cubicBezTo>
                    <a:pt x="5" y="90"/>
                    <a:pt x="5" y="90"/>
                    <a:pt x="5" y="90"/>
                  </a:cubicBezTo>
                  <a:cubicBezTo>
                    <a:pt x="0" y="111"/>
                    <a:pt x="0" y="111"/>
                    <a:pt x="0" y="111"/>
                  </a:cubicBezTo>
                  <a:lnTo>
                    <a:pt x="23" y="111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193453" y="3688303"/>
            <a:ext cx="12712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要让别人觉得你可靠，值得信任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4869962" y="3688302"/>
            <a:ext cx="12712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公平的对待那些公平对待你的人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425539" y="3688302"/>
            <a:ext cx="12712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当对方对你不公平时，要让他们知道这一点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355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五边形 9"/>
          <p:cNvSpPr/>
          <p:nvPr/>
        </p:nvSpPr>
        <p:spPr>
          <a:xfrm>
            <a:off x="304800" y="964322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五边形 10"/>
          <p:cNvSpPr/>
          <p:nvPr/>
        </p:nvSpPr>
        <p:spPr>
          <a:xfrm>
            <a:off x="304800" y="1928646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五边形 11"/>
          <p:cNvSpPr/>
          <p:nvPr/>
        </p:nvSpPr>
        <p:spPr>
          <a:xfrm>
            <a:off x="304800" y="2892968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五边形 12"/>
          <p:cNvSpPr/>
          <p:nvPr/>
        </p:nvSpPr>
        <p:spPr>
          <a:xfrm>
            <a:off x="304800" y="2463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五边形 13"/>
          <p:cNvSpPr/>
          <p:nvPr/>
        </p:nvSpPr>
        <p:spPr>
          <a:xfrm>
            <a:off x="304800" y="4750677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304800" y="3822499"/>
            <a:ext cx="1080120" cy="964323"/>
            <a:chOff x="304800" y="0"/>
            <a:chExt cx="1080120" cy="964323"/>
          </a:xfrm>
        </p:grpSpPr>
        <p:sp>
          <p:nvSpPr>
            <p:cNvPr id="8" name="五边形 7"/>
            <p:cNvSpPr/>
            <p:nvPr/>
          </p:nvSpPr>
          <p:spPr>
            <a:xfrm>
              <a:off x="304800" y="0"/>
              <a:ext cx="1080120" cy="964323"/>
            </a:xfrm>
            <a:prstGeom prst="homePlat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95536" y="119335"/>
              <a:ext cx="55015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 smtClean="0">
                  <a:solidFill>
                    <a:schemeClr val="bg1"/>
                  </a:solidFill>
                  <a:latin typeface="Broadway" panose="04040905080B02020502" pitchFamily="82" charset="0"/>
                </a:rPr>
                <a:t>5</a:t>
              </a:r>
              <a:endParaRPr lang="zh-CN" altLang="en-US" sz="4400" b="1" dirty="0">
                <a:solidFill>
                  <a:schemeClr val="bg1"/>
                </a:solidFill>
                <a:latin typeface="Broadway" panose="04040905080B02020502" pitchFamily="82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0" y="0"/>
            <a:ext cx="304800" cy="5715000"/>
            <a:chOff x="0" y="0"/>
            <a:chExt cx="304800" cy="5737820"/>
          </a:xfrm>
        </p:grpSpPr>
        <p:sp>
          <p:nvSpPr>
            <p:cNvPr id="16" name="矩形 15"/>
            <p:cNvSpPr/>
            <p:nvPr/>
          </p:nvSpPr>
          <p:spPr>
            <a:xfrm>
              <a:off x="0" y="1633364"/>
              <a:ext cx="304800" cy="410445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0" y="769268"/>
              <a:ext cx="304800" cy="39905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304800" cy="3143250"/>
            </a:xfrm>
            <a:prstGeom prst="rect">
              <a:avLst/>
            </a:prstGeom>
          </p:spPr>
        </p:pic>
      </p:grpSp>
      <p:cxnSp>
        <p:nvCxnSpPr>
          <p:cNvPr id="20" name="直接连接符 19"/>
          <p:cNvCxnSpPr/>
          <p:nvPr/>
        </p:nvCxnSpPr>
        <p:spPr>
          <a:xfrm>
            <a:off x="4499547" y="955209"/>
            <a:ext cx="4492120" cy="0"/>
          </a:xfrm>
          <a:prstGeom prst="line">
            <a:avLst/>
          </a:prstGeom>
          <a:ln w="12700">
            <a:solidFill>
              <a:srgbClr val="0033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7020272" y="372277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对方的</a:t>
            </a:r>
            <a:r>
              <a:rPr lang="zh-CN" altLang="en-US" sz="24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利益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Freeform 45"/>
          <p:cNvSpPr>
            <a:spLocks noEditPoints="1"/>
          </p:cNvSpPr>
          <p:nvPr/>
        </p:nvSpPr>
        <p:spPr bwMode="auto">
          <a:xfrm flipH="1">
            <a:off x="1902153" y="1987487"/>
            <a:ext cx="1088504" cy="971278"/>
          </a:xfrm>
          <a:custGeom>
            <a:avLst/>
            <a:gdLst>
              <a:gd name="T0" fmla="*/ 41 w 95"/>
              <a:gd name="T1" fmla="*/ 0 h 120"/>
              <a:gd name="T2" fmla="*/ 29 w 95"/>
              <a:gd name="T3" fmla="*/ 7 h 120"/>
              <a:gd name="T4" fmla="*/ 29 w 95"/>
              <a:gd name="T5" fmla="*/ 7 h 120"/>
              <a:gd name="T6" fmla="*/ 14 w 95"/>
              <a:gd name="T7" fmla="*/ 1 h 120"/>
              <a:gd name="T8" fmla="*/ 3 w 95"/>
              <a:gd name="T9" fmla="*/ 8 h 120"/>
              <a:gd name="T10" fmla="*/ 0 w 95"/>
              <a:gd name="T11" fmla="*/ 21 h 120"/>
              <a:gd name="T12" fmla="*/ 3 w 95"/>
              <a:gd name="T13" fmla="*/ 34 h 120"/>
              <a:gd name="T14" fmla="*/ 14 w 95"/>
              <a:gd name="T15" fmla="*/ 40 h 120"/>
              <a:gd name="T16" fmla="*/ 31 w 95"/>
              <a:gd name="T17" fmla="*/ 37 h 120"/>
              <a:gd name="T18" fmla="*/ 41 w 95"/>
              <a:gd name="T19" fmla="*/ 41 h 120"/>
              <a:gd name="T20" fmla="*/ 43 w 95"/>
              <a:gd name="T21" fmla="*/ 41 h 120"/>
              <a:gd name="T22" fmla="*/ 57 w 95"/>
              <a:gd name="T23" fmla="*/ 56 h 120"/>
              <a:gd name="T24" fmla="*/ 68 w 95"/>
              <a:gd name="T25" fmla="*/ 58 h 120"/>
              <a:gd name="T26" fmla="*/ 66 w 95"/>
              <a:gd name="T27" fmla="*/ 78 h 120"/>
              <a:gd name="T28" fmla="*/ 65 w 95"/>
              <a:gd name="T29" fmla="*/ 120 h 120"/>
              <a:gd name="T30" fmla="*/ 75 w 95"/>
              <a:gd name="T31" fmla="*/ 120 h 120"/>
              <a:gd name="T32" fmla="*/ 77 w 95"/>
              <a:gd name="T33" fmla="*/ 84 h 120"/>
              <a:gd name="T34" fmla="*/ 82 w 95"/>
              <a:gd name="T35" fmla="*/ 84 h 120"/>
              <a:gd name="T36" fmla="*/ 84 w 95"/>
              <a:gd name="T37" fmla="*/ 120 h 120"/>
              <a:gd name="T38" fmla="*/ 95 w 95"/>
              <a:gd name="T39" fmla="*/ 120 h 120"/>
              <a:gd name="T40" fmla="*/ 92 w 95"/>
              <a:gd name="T41" fmla="*/ 78 h 120"/>
              <a:gd name="T42" fmla="*/ 94 w 95"/>
              <a:gd name="T43" fmla="*/ 41 h 120"/>
              <a:gd name="T44" fmla="*/ 74 w 95"/>
              <a:gd name="T45" fmla="*/ 41 h 120"/>
              <a:gd name="T46" fmla="*/ 70 w 95"/>
              <a:gd name="T47" fmla="*/ 35 h 120"/>
              <a:gd name="T48" fmla="*/ 71 w 95"/>
              <a:gd name="T49" fmla="*/ 35 h 120"/>
              <a:gd name="T50" fmla="*/ 79 w 95"/>
              <a:gd name="T51" fmla="*/ 38 h 120"/>
              <a:gd name="T52" fmla="*/ 91 w 95"/>
              <a:gd name="T53" fmla="*/ 26 h 120"/>
              <a:gd name="T54" fmla="*/ 79 w 95"/>
              <a:gd name="T55" fmla="*/ 14 h 120"/>
              <a:gd name="T56" fmla="*/ 71 w 95"/>
              <a:gd name="T57" fmla="*/ 18 h 120"/>
              <a:gd name="T58" fmla="*/ 48 w 95"/>
              <a:gd name="T59" fmla="*/ 2 h 120"/>
              <a:gd name="T60" fmla="*/ 41 w 95"/>
              <a:gd name="T61" fmla="*/ 0 h 120"/>
              <a:gd name="T62" fmla="*/ 65 w 95"/>
              <a:gd name="T63" fmla="*/ 43 h 120"/>
              <a:gd name="T64" fmla="*/ 58 w 95"/>
              <a:gd name="T65" fmla="*/ 46 h 120"/>
              <a:gd name="T66" fmla="*/ 51 w 95"/>
              <a:gd name="T67" fmla="*/ 39 h 120"/>
              <a:gd name="T68" fmla="*/ 62 w 95"/>
              <a:gd name="T69" fmla="*/ 37 h 120"/>
              <a:gd name="T70" fmla="*/ 65 w 95"/>
              <a:gd name="T71" fmla="*/ 43 h 120"/>
              <a:gd name="T72" fmla="*/ 10 w 95"/>
              <a:gd name="T73" fmla="*/ 12 h 120"/>
              <a:gd name="T74" fmla="*/ 14 w 95"/>
              <a:gd name="T75" fmla="*/ 9 h 120"/>
              <a:gd name="T76" fmla="*/ 18 w 95"/>
              <a:gd name="T77" fmla="*/ 12 h 120"/>
              <a:gd name="T78" fmla="*/ 21 w 95"/>
              <a:gd name="T79" fmla="*/ 21 h 120"/>
              <a:gd name="T80" fmla="*/ 18 w 95"/>
              <a:gd name="T81" fmla="*/ 30 h 120"/>
              <a:gd name="T82" fmla="*/ 14 w 95"/>
              <a:gd name="T83" fmla="*/ 32 h 120"/>
              <a:gd name="T84" fmla="*/ 10 w 95"/>
              <a:gd name="T85" fmla="*/ 30 h 120"/>
              <a:gd name="T86" fmla="*/ 7 w 95"/>
              <a:gd name="T87" fmla="*/ 21 h 120"/>
              <a:gd name="T88" fmla="*/ 10 w 95"/>
              <a:gd name="T89" fmla="*/ 12 h 120"/>
              <a:gd name="T90" fmla="*/ 35 w 95"/>
              <a:gd name="T91" fmla="*/ 11 h 120"/>
              <a:gd name="T92" fmla="*/ 41 w 95"/>
              <a:gd name="T93" fmla="*/ 8 h 120"/>
              <a:gd name="T94" fmla="*/ 47 w 95"/>
              <a:gd name="T95" fmla="*/ 11 h 120"/>
              <a:gd name="T96" fmla="*/ 50 w 95"/>
              <a:gd name="T97" fmla="*/ 21 h 120"/>
              <a:gd name="T98" fmla="*/ 47 w 95"/>
              <a:gd name="T99" fmla="*/ 30 h 120"/>
              <a:gd name="T100" fmla="*/ 41 w 95"/>
              <a:gd name="T101" fmla="*/ 34 h 120"/>
              <a:gd name="T102" fmla="*/ 35 w 95"/>
              <a:gd name="T103" fmla="*/ 30 h 120"/>
              <a:gd name="T104" fmla="*/ 33 w 95"/>
              <a:gd name="T105" fmla="*/ 21 h 120"/>
              <a:gd name="T106" fmla="*/ 35 w 95"/>
              <a:gd name="T107" fmla="*/ 11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5" h="120">
                <a:moveTo>
                  <a:pt x="41" y="0"/>
                </a:moveTo>
                <a:cubicBezTo>
                  <a:pt x="37" y="0"/>
                  <a:pt x="32" y="2"/>
                  <a:pt x="29" y="7"/>
                </a:cubicBezTo>
                <a:cubicBezTo>
                  <a:pt x="29" y="7"/>
                  <a:pt x="29" y="7"/>
                  <a:pt x="29" y="7"/>
                </a:cubicBezTo>
                <a:cubicBezTo>
                  <a:pt x="25" y="6"/>
                  <a:pt x="18" y="1"/>
                  <a:pt x="14" y="1"/>
                </a:cubicBezTo>
                <a:cubicBezTo>
                  <a:pt x="10" y="1"/>
                  <a:pt x="6" y="4"/>
                  <a:pt x="3" y="8"/>
                </a:cubicBezTo>
                <a:cubicBezTo>
                  <a:pt x="1" y="11"/>
                  <a:pt x="0" y="16"/>
                  <a:pt x="0" y="21"/>
                </a:cubicBezTo>
                <a:cubicBezTo>
                  <a:pt x="0" y="26"/>
                  <a:pt x="1" y="30"/>
                  <a:pt x="3" y="34"/>
                </a:cubicBezTo>
                <a:cubicBezTo>
                  <a:pt x="6" y="38"/>
                  <a:pt x="10" y="40"/>
                  <a:pt x="14" y="40"/>
                </a:cubicBezTo>
                <a:cubicBezTo>
                  <a:pt x="18" y="40"/>
                  <a:pt x="27" y="38"/>
                  <a:pt x="31" y="37"/>
                </a:cubicBezTo>
                <a:cubicBezTo>
                  <a:pt x="34" y="40"/>
                  <a:pt x="38" y="41"/>
                  <a:pt x="41" y="41"/>
                </a:cubicBezTo>
                <a:cubicBezTo>
                  <a:pt x="42" y="41"/>
                  <a:pt x="43" y="41"/>
                  <a:pt x="43" y="41"/>
                </a:cubicBezTo>
                <a:cubicBezTo>
                  <a:pt x="57" y="56"/>
                  <a:pt x="57" y="56"/>
                  <a:pt x="57" y="56"/>
                </a:cubicBezTo>
                <a:cubicBezTo>
                  <a:pt x="68" y="58"/>
                  <a:pt x="68" y="58"/>
                  <a:pt x="68" y="58"/>
                </a:cubicBezTo>
                <a:cubicBezTo>
                  <a:pt x="66" y="78"/>
                  <a:pt x="66" y="78"/>
                  <a:pt x="66" y="78"/>
                </a:cubicBezTo>
                <a:cubicBezTo>
                  <a:pt x="65" y="120"/>
                  <a:pt x="65" y="120"/>
                  <a:pt x="65" y="120"/>
                </a:cubicBezTo>
                <a:cubicBezTo>
                  <a:pt x="75" y="120"/>
                  <a:pt x="75" y="120"/>
                  <a:pt x="75" y="120"/>
                </a:cubicBezTo>
                <a:cubicBezTo>
                  <a:pt x="77" y="84"/>
                  <a:pt x="77" y="84"/>
                  <a:pt x="77" y="84"/>
                </a:cubicBezTo>
                <a:cubicBezTo>
                  <a:pt x="82" y="84"/>
                  <a:pt x="82" y="84"/>
                  <a:pt x="82" y="84"/>
                </a:cubicBezTo>
                <a:cubicBezTo>
                  <a:pt x="84" y="120"/>
                  <a:pt x="84" y="120"/>
                  <a:pt x="84" y="120"/>
                </a:cubicBezTo>
                <a:cubicBezTo>
                  <a:pt x="95" y="120"/>
                  <a:pt x="95" y="120"/>
                  <a:pt x="95" y="120"/>
                </a:cubicBezTo>
                <a:cubicBezTo>
                  <a:pt x="92" y="78"/>
                  <a:pt x="92" y="78"/>
                  <a:pt x="92" y="78"/>
                </a:cubicBezTo>
                <a:cubicBezTo>
                  <a:pt x="94" y="41"/>
                  <a:pt x="94" y="41"/>
                  <a:pt x="94" y="41"/>
                </a:cubicBezTo>
                <a:cubicBezTo>
                  <a:pt x="74" y="41"/>
                  <a:pt x="74" y="41"/>
                  <a:pt x="74" y="41"/>
                </a:cubicBezTo>
                <a:cubicBezTo>
                  <a:pt x="70" y="35"/>
                  <a:pt x="70" y="35"/>
                  <a:pt x="70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3" y="37"/>
                  <a:pt x="76" y="38"/>
                  <a:pt x="79" y="38"/>
                </a:cubicBezTo>
                <a:cubicBezTo>
                  <a:pt x="86" y="38"/>
                  <a:pt x="91" y="33"/>
                  <a:pt x="91" y="26"/>
                </a:cubicBezTo>
                <a:cubicBezTo>
                  <a:pt x="91" y="19"/>
                  <a:pt x="86" y="14"/>
                  <a:pt x="79" y="14"/>
                </a:cubicBezTo>
                <a:cubicBezTo>
                  <a:pt x="76" y="14"/>
                  <a:pt x="73" y="15"/>
                  <a:pt x="71" y="18"/>
                </a:cubicBezTo>
                <a:cubicBezTo>
                  <a:pt x="48" y="2"/>
                  <a:pt x="48" y="2"/>
                  <a:pt x="48" y="2"/>
                </a:cubicBezTo>
                <a:cubicBezTo>
                  <a:pt x="46" y="1"/>
                  <a:pt x="44" y="0"/>
                  <a:pt x="41" y="0"/>
                </a:cubicBezTo>
                <a:close/>
                <a:moveTo>
                  <a:pt x="65" y="43"/>
                </a:moveTo>
                <a:cubicBezTo>
                  <a:pt x="58" y="46"/>
                  <a:pt x="58" y="46"/>
                  <a:pt x="58" y="46"/>
                </a:cubicBezTo>
                <a:cubicBezTo>
                  <a:pt x="51" y="39"/>
                  <a:pt x="51" y="39"/>
                  <a:pt x="51" y="39"/>
                </a:cubicBezTo>
                <a:cubicBezTo>
                  <a:pt x="62" y="37"/>
                  <a:pt x="62" y="37"/>
                  <a:pt x="62" y="37"/>
                </a:cubicBezTo>
                <a:cubicBezTo>
                  <a:pt x="65" y="43"/>
                  <a:pt x="65" y="43"/>
                  <a:pt x="65" y="43"/>
                </a:cubicBezTo>
                <a:close/>
                <a:moveTo>
                  <a:pt x="10" y="12"/>
                </a:moveTo>
                <a:cubicBezTo>
                  <a:pt x="11" y="10"/>
                  <a:pt x="12" y="9"/>
                  <a:pt x="14" y="9"/>
                </a:cubicBezTo>
                <a:cubicBezTo>
                  <a:pt x="16" y="9"/>
                  <a:pt x="17" y="10"/>
                  <a:pt x="18" y="12"/>
                </a:cubicBezTo>
                <a:cubicBezTo>
                  <a:pt x="20" y="14"/>
                  <a:pt x="21" y="17"/>
                  <a:pt x="21" y="21"/>
                </a:cubicBezTo>
                <a:cubicBezTo>
                  <a:pt x="21" y="24"/>
                  <a:pt x="20" y="27"/>
                  <a:pt x="18" y="30"/>
                </a:cubicBezTo>
                <a:cubicBezTo>
                  <a:pt x="17" y="31"/>
                  <a:pt x="16" y="32"/>
                  <a:pt x="14" y="32"/>
                </a:cubicBezTo>
                <a:cubicBezTo>
                  <a:pt x="12" y="32"/>
                  <a:pt x="11" y="31"/>
                  <a:pt x="10" y="30"/>
                </a:cubicBezTo>
                <a:cubicBezTo>
                  <a:pt x="8" y="27"/>
                  <a:pt x="7" y="24"/>
                  <a:pt x="7" y="21"/>
                </a:cubicBezTo>
                <a:cubicBezTo>
                  <a:pt x="7" y="17"/>
                  <a:pt x="8" y="14"/>
                  <a:pt x="10" y="12"/>
                </a:cubicBezTo>
                <a:close/>
                <a:moveTo>
                  <a:pt x="35" y="11"/>
                </a:moveTo>
                <a:cubicBezTo>
                  <a:pt x="37" y="9"/>
                  <a:pt x="39" y="8"/>
                  <a:pt x="41" y="8"/>
                </a:cubicBezTo>
                <a:cubicBezTo>
                  <a:pt x="43" y="8"/>
                  <a:pt x="45" y="9"/>
                  <a:pt x="47" y="11"/>
                </a:cubicBezTo>
                <a:cubicBezTo>
                  <a:pt x="49" y="13"/>
                  <a:pt x="50" y="17"/>
                  <a:pt x="50" y="21"/>
                </a:cubicBezTo>
                <a:cubicBezTo>
                  <a:pt x="50" y="24"/>
                  <a:pt x="49" y="28"/>
                  <a:pt x="47" y="30"/>
                </a:cubicBezTo>
                <a:cubicBezTo>
                  <a:pt x="45" y="32"/>
                  <a:pt x="43" y="34"/>
                  <a:pt x="41" y="34"/>
                </a:cubicBezTo>
                <a:cubicBezTo>
                  <a:pt x="39" y="34"/>
                  <a:pt x="37" y="32"/>
                  <a:pt x="35" y="30"/>
                </a:cubicBezTo>
                <a:cubicBezTo>
                  <a:pt x="34" y="28"/>
                  <a:pt x="33" y="24"/>
                  <a:pt x="33" y="21"/>
                </a:cubicBezTo>
                <a:cubicBezTo>
                  <a:pt x="33" y="17"/>
                  <a:pt x="34" y="13"/>
                  <a:pt x="35" y="1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726210" y="774160"/>
            <a:ext cx="1768388" cy="2184605"/>
          </a:xfrm>
          <a:prstGeom prst="rect">
            <a:avLst/>
          </a:prstGeom>
          <a:gradFill flip="none" rotWithShape="1">
            <a:gsLst>
              <a:gs pos="89000">
                <a:schemeClr val="bg1">
                  <a:lumMod val="85000"/>
                  <a:alpha val="18000"/>
                </a:schemeClr>
              </a:gs>
              <a:gs pos="0">
                <a:schemeClr val="bg1">
                  <a:alpha val="31000"/>
                </a:schemeClr>
              </a:gs>
            </a:gsLst>
            <a:lin ang="18900000" scaled="1"/>
            <a:tileRect/>
          </a:gradFill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 45"/>
          <p:cNvSpPr>
            <a:spLocks noEditPoints="1"/>
          </p:cNvSpPr>
          <p:nvPr/>
        </p:nvSpPr>
        <p:spPr bwMode="auto">
          <a:xfrm>
            <a:off x="2446405" y="1222788"/>
            <a:ext cx="1880772" cy="1788416"/>
          </a:xfrm>
          <a:custGeom>
            <a:avLst/>
            <a:gdLst>
              <a:gd name="T0" fmla="*/ 41 w 95"/>
              <a:gd name="T1" fmla="*/ 0 h 120"/>
              <a:gd name="T2" fmla="*/ 29 w 95"/>
              <a:gd name="T3" fmla="*/ 7 h 120"/>
              <a:gd name="T4" fmla="*/ 29 w 95"/>
              <a:gd name="T5" fmla="*/ 7 h 120"/>
              <a:gd name="T6" fmla="*/ 14 w 95"/>
              <a:gd name="T7" fmla="*/ 1 h 120"/>
              <a:gd name="T8" fmla="*/ 3 w 95"/>
              <a:gd name="T9" fmla="*/ 8 h 120"/>
              <a:gd name="T10" fmla="*/ 0 w 95"/>
              <a:gd name="T11" fmla="*/ 21 h 120"/>
              <a:gd name="T12" fmla="*/ 3 w 95"/>
              <a:gd name="T13" fmla="*/ 34 h 120"/>
              <a:gd name="T14" fmla="*/ 14 w 95"/>
              <a:gd name="T15" fmla="*/ 40 h 120"/>
              <a:gd name="T16" fmla="*/ 31 w 95"/>
              <a:gd name="T17" fmla="*/ 37 h 120"/>
              <a:gd name="T18" fmla="*/ 41 w 95"/>
              <a:gd name="T19" fmla="*/ 41 h 120"/>
              <a:gd name="T20" fmla="*/ 43 w 95"/>
              <a:gd name="T21" fmla="*/ 41 h 120"/>
              <a:gd name="T22" fmla="*/ 57 w 95"/>
              <a:gd name="T23" fmla="*/ 56 h 120"/>
              <a:gd name="T24" fmla="*/ 68 w 95"/>
              <a:gd name="T25" fmla="*/ 58 h 120"/>
              <a:gd name="T26" fmla="*/ 66 w 95"/>
              <a:gd name="T27" fmla="*/ 78 h 120"/>
              <a:gd name="T28" fmla="*/ 65 w 95"/>
              <a:gd name="T29" fmla="*/ 120 h 120"/>
              <a:gd name="T30" fmla="*/ 75 w 95"/>
              <a:gd name="T31" fmla="*/ 120 h 120"/>
              <a:gd name="T32" fmla="*/ 77 w 95"/>
              <a:gd name="T33" fmla="*/ 84 h 120"/>
              <a:gd name="T34" fmla="*/ 82 w 95"/>
              <a:gd name="T35" fmla="*/ 84 h 120"/>
              <a:gd name="T36" fmla="*/ 84 w 95"/>
              <a:gd name="T37" fmla="*/ 120 h 120"/>
              <a:gd name="T38" fmla="*/ 95 w 95"/>
              <a:gd name="T39" fmla="*/ 120 h 120"/>
              <a:gd name="T40" fmla="*/ 92 w 95"/>
              <a:gd name="T41" fmla="*/ 78 h 120"/>
              <a:gd name="T42" fmla="*/ 94 w 95"/>
              <a:gd name="T43" fmla="*/ 41 h 120"/>
              <a:gd name="T44" fmla="*/ 74 w 95"/>
              <a:gd name="T45" fmla="*/ 41 h 120"/>
              <a:gd name="T46" fmla="*/ 70 w 95"/>
              <a:gd name="T47" fmla="*/ 35 h 120"/>
              <a:gd name="T48" fmla="*/ 71 w 95"/>
              <a:gd name="T49" fmla="*/ 35 h 120"/>
              <a:gd name="T50" fmla="*/ 79 w 95"/>
              <a:gd name="T51" fmla="*/ 38 h 120"/>
              <a:gd name="T52" fmla="*/ 91 w 95"/>
              <a:gd name="T53" fmla="*/ 26 h 120"/>
              <a:gd name="T54" fmla="*/ 79 w 95"/>
              <a:gd name="T55" fmla="*/ 14 h 120"/>
              <a:gd name="T56" fmla="*/ 71 w 95"/>
              <a:gd name="T57" fmla="*/ 18 h 120"/>
              <a:gd name="T58" fmla="*/ 48 w 95"/>
              <a:gd name="T59" fmla="*/ 2 h 120"/>
              <a:gd name="T60" fmla="*/ 41 w 95"/>
              <a:gd name="T61" fmla="*/ 0 h 120"/>
              <a:gd name="T62" fmla="*/ 65 w 95"/>
              <a:gd name="T63" fmla="*/ 43 h 120"/>
              <a:gd name="T64" fmla="*/ 58 w 95"/>
              <a:gd name="T65" fmla="*/ 46 h 120"/>
              <a:gd name="T66" fmla="*/ 51 w 95"/>
              <a:gd name="T67" fmla="*/ 39 h 120"/>
              <a:gd name="T68" fmla="*/ 62 w 95"/>
              <a:gd name="T69" fmla="*/ 37 h 120"/>
              <a:gd name="T70" fmla="*/ 65 w 95"/>
              <a:gd name="T71" fmla="*/ 43 h 120"/>
              <a:gd name="T72" fmla="*/ 10 w 95"/>
              <a:gd name="T73" fmla="*/ 12 h 120"/>
              <a:gd name="T74" fmla="*/ 14 w 95"/>
              <a:gd name="T75" fmla="*/ 9 h 120"/>
              <a:gd name="T76" fmla="*/ 18 w 95"/>
              <a:gd name="T77" fmla="*/ 12 h 120"/>
              <a:gd name="T78" fmla="*/ 21 w 95"/>
              <a:gd name="T79" fmla="*/ 21 h 120"/>
              <a:gd name="T80" fmla="*/ 18 w 95"/>
              <a:gd name="T81" fmla="*/ 30 h 120"/>
              <a:gd name="T82" fmla="*/ 14 w 95"/>
              <a:gd name="T83" fmla="*/ 32 h 120"/>
              <a:gd name="T84" fmla="*/ 10 w 95"/>
              <a:gd name="T85" fmla="*/ 30 h 120"/>
              <a:gd name="T86" fmla="*/ 7 w 95"/>
              <a:gd name="T87" fmla="*/ 21 h 120"/>
              <a:gd name="T88" fmla="*/ 10 w 95"/>
              <a:gd name="T89" fmla="*/ 12 h 120"/>
              <a:gd name="T90" fmla="*/ 35 w 95"/>
              <a:gd name="T91" fmla="*/ 11 h 120"/>
              <a:gd name="T92" fmla="*/ 41 w 95"/>
              <a:gd name="T93" fmla="*/ 8 h 120"/>
              <a:gd name="T94" fmla="*/ 47 w 95"/>
              <a:gd name="T95" fmla="*/ 11 h 120"/>
              <a:gd name="T96" fmla="*/ 50 w 95"/>
              <a:gd name="T97" fmla="*/ 21 h 120"/>
              <a:gd name="T98" fmla="*/ 47 w 95"/>
              <a:gd name="T99" fmla="*/ 30 h 120"/>
              <a:gd name="T100" fmla="*/ 41 w 95"/>
              <a:gd name="T101" fmla="*/ 34 h 120"/>
              <a:gd name="T102" fmla="*/ 35 w 95"/>
              <a:gd name="T103" fmla="*/ 30 h 120"/>
              <a:gd name="T104" fmla="*/ 33 w 95"/>
              <a:gd name="T105" fmla="*/ 21 h 120"/>
              <a:gd name="T106" fmla="*/ 35 w 95"/>
              <a:gd name="T107" fmla="*/ 11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5" h="120">
                <a:moveTo>
                  <a:pt x="41" y="0"/>
                </a:moveTo>
                <a:cubicBezTo>
                  <a:pt x="37" y="0"/>
                  <a:pt x="32" y="2"/>
                  <a:pt x="29" y="7"/>
                </a:cubicBezTo>
                <a:cubicBezTo>
                  <a:pt x="29" y="7"/>
                  <a:pt x="29" y="7"/>
                  <a:pt x="29" y="7"/>
                </a:cubicBezTo>
                <a:cubicBezTo>
                  <a:pt x="25" y="6"/>
                  <a:pt x="18" y="1"/>
                  <a:pt x="14" y="1"/>
                </a:cubicBezTo>
                <a:cubicBezTo>
                  <a:pt x="10" y="1"/>
                  <a:pt x="6" y="4"/>
                  <a:pt x="3" y="8"/>
                </a:cubicBezTo>
                <a:cubicBezTo>
                  <a:pt x="1" y="11"/>
                  <a:pt x="0" y="16"/>
                  <a:pt x="0" y="21"/>
                </a:cubicBezTo>
                <a:cubicBezTo>
                  <a:pt x="0" y="26"/>
                  <a:pt x="1" y="30"/>
                  <a:pt x="3" y="34"/>
                </a:cubicBezTo>
                <a:cubicBezTo>
                  <a:pt x="6" y="38"/>
                  <a:pt x="10" y="40"/>
                  <a:pt x="14" y="40"/>
                </a:cubicBezTo>
                <a:cubicBezTo>
                  <a:pt x="18" y="40"/>
                  <a:pt x="27" y="38"/>
                  <a:pt x="31" y="37"/>
                </a:cubicBezTo>
                <a:cubicBezTo>
                  <a:pt x="34" y="40"/>
                  <a:pt x="38" y="41"/>
                  <a:pt x="41" y="41"/>
                </a:cubicBezTo>
                <a:cubicBezTo>
                  <a:pt x="42" y="41"/>
                  <a:pt x="43" y="41"/>
                  <a:pt x="43" y="41"/>
                </a:cubicBezTo>
                <a:cubicBezTo>
                  <a:pt x="57" y="56"/>
                  <a:pt x="57" y="56"/>
                  <a:pt x="57" y="56"/>
                </a:cubicBezTo>
                <a:cubicBezTo>
                  <a:pt x="68" y="58"/>
                  <a:pt x="68" y="58"/>
                  <a:pt x="68" y="58"/>
                </a:cubicBezTo>
                <a:cubicBezTo>
                  <a:pt x="66" y="78"/>
                  <a:pt x="66" y="78"/>
                  <a:pt x="66" y="78"/>
                </a:cubicBezTo>
                <a:cubicBezTo>
                  <a:pt x="65" y="120"/>
                  <a:pt x="65" y="120"/>
                  <a:pt x="65" y="120"/>
                </a:cubicBezTo>
                <a:cubicBezTo>
                  <a:pt x="75" y="120"/>
                  <a:pt x="75" y="120"/>
                  <a:pt x="75" y="120"/>
                </a:cubicBezTo>
                <a:cubicBezTo>
                  <a:pt x="77" y="84"/>
                  <a:pt x="77" y="84"/>
                  <a:pt x="77" y="84"/>
                </a:cubicBezTo>
                <a:cubicBezTo>
                  <a:pt x="82" y="84"/>
                  <a:pt x="82" y="84"/>
                  <a:pt x="82" y="84"/>
                </a:cubicBezTo>
                <a:cubicBezTo>
                  <a:pt x="84" y="120"/>
                  <a:pt x="84" y="120"/>
                  <a:pt x="84" y="120"/>
                </a:cubicBezTo>
                <a:cubicBezTo>
                  <a:pt x="95" y="120"/>
                  <a:pt x="95" y="120"/>
                  <a:pt x="95" y="120"/>
                </a:cubicBezTo>
                <a:cubicBezTo>
                  <a:pt x="92" y="78"/>
                  <a:pt x="92" y="78"/>
                  <a:pt x="92" y="78"/>
                </a:cubicBezTo>
                <a:cubicBezTo>
                  <a:pt x="94" y="41"/>
                  <a:pt x="94" y="41"/>
                  <a:pt x="94" y="41"/>
                </a:cubicBezTo>
                <a:cubicBezTo>
                  <a:pt x="74" y="41"/>
                  <a:pt x="74" y="41"/>
                  <a:pt x="74" y="41"/>
                </a:cubicBezTo>
                <a:cubicBezTo>
                  <a:pt x="70" y="35"/>
                  <a:pt x="70" y="35"/>
                  <a:pt x="70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3" y="37"/>
                  <a:pt x="76" y="38"/>
                  <a:pt x="79" y="38"/>
                </a:cubicBezTo>
                <a:cubicBezTo>
                  <a:pt x="86" y="38"/>
                  <a:pt x="91" y="33"/>
                  <a:pt x="91" y="26"/>
                </a:cubicBezTo>
                <a:cubicBezTo>
                  <a:pt x="91" y="19"/>
                  <a:pt x="86" y="14"/>
                  <a:pt x="79" y="14"/>
                </a:cubicBezTo>
                <a:cubicBezTo>
                  <a:pt x="76" y="14"/>
                  <a:pt x="73" y="15"/>
                  <a:pt x="71" y="18"/>
                </a:cubicBezTo>
                <a:cubicBezTo>
                  <a:pt x="48" y="2"/>
                  <a:pt x="48" y="2"/>
                  <a:pt x="48" y="2"/>
                </a:cubicBezTo>
                <a:cubicBezTo>
                  <a:pt x="46" y="1"/>
                  <a:pt x="44" y="0"/>
                  <a:pt x="41" y="0"/>
                </a:cubicBezTo>
                <a:close/>
                <a:moveTo>
                  <a:pt x="65" y="43"/>
                </a:moveTo>
                <a:cubicBezTo>
                  <a:pt x="58" y="46"/>
                  <a:pt x="58" y="46"/>
                  <a:pt x="58" y="46"/>
                </a:cubicBezTo>
                <a:cubicBezTo>
                  <a:pt x="51" y="39"/>
                  <a:pt x="51" y="39"/>
                  <a:pt x="51" y="39"/>
                </a:cubicBezTo>
                <a:cubicBezTo>
                  <a:pt x="62" y="37"/>
                  <a:pt x="62" y="37"/>
                  <a:pt x="62" y="37"/>
                </a:cubicBezTo>
                <a:cubicBezTo>
                  <a:pt x="65" y="43"/>
                  <a:pt x="65" y="43"/>
                  <a:pt x="65" y="43"/>
                </a:cubicBezTo>
                <a:close/>
                <a:moveTo>
                  <a:pt x="10" y="12"/>
                </a:moveTo>
                <a:cubicBezTo>
                  <a:pt x="11" y="10"/>
                  <a:pt x="12" y="9"/>
                  <a:pt x="14" y="9"/>
                </a:cubicBezTo>
                <a:cubicBezTo>
                  <a:pt x="16" y="9"/>
                  <a:pt x="17" y="10"/>
                  <a:pt x="18" y="12"/>
                </a:cubicBezTo>
                <a:cubicBezTo>
                  <a:pt x="20" y="14"/>
                  <a:pt x="21" y="17"/>
                  <a:pt x="21" y="21"/>
                </a:cubicBezTo>
                <a:cubicBezTo>
                  <a:pt x="21" y="24"/>
                  <a:pt x="20" y="27"/>
                  <a:pt x="18" y="30"/>
                </a:cubicBezTo>
                <a:cubicBezTo>
                  <a:pt x="17" y="31"/>
                  <a:pt x="16" y="32"/>
                  <a:pt x="14" y="32"/>
                </a:cubicBezTo>
                <a:cubicBezTo>
                  <a:pt x="12" y="32"/>
                  <a:pt x="11" y="31"/>
                  <a:pt x="10" y="30"/>
                </a:cubicBezTo>
                <a:cubicBezTo>
                  <a:pt x="8" y="27"/>
                  <a:pt x="7" y="24"/>
                  <a:pt x="7" y="21"/>
                </a:cubicBezTo>
                <a:cubicBezTo>
                  <a:pt x="7" y="17"/>
                  <a:pt x="8" y="14"/>
                  <a:pt x="10" y="12"/>
                </a:cubicBezTo>
                <a:close/>
                <a:moveTo>
                  <a:pt x="35" y="11"/>
                </a:moveTo>
                <a:cubicBezTo>
                  <a:pt x="37" y="9"/>
                  <a:pt x="39" y="8"/>
                  <a:pt x="41" y="8"/>
                </a:cubicBezTo>
                <a:cubicBezTo>
                  <a:pt x="43" y="8"/>
                  <a:pt x="45" y="9"/>
                  <a:pt x="47" y="11"/>
                </a:cubicBezTo>
                <a:cubicBezTo>
                  <a:pt x="49" y="13"/>
                  <a:pt x="50" y="17"/>
                  <a:pt x="50" y="21"/>
                </a:cubicBezTo>
                <a:cubicBezTo>
                  <a:pt x="50" y="24"/>
                  <a:pt x="49" y="28"/>
                  <a:pt x="47" y="30"/>
                </a:cubicBezTo>
                <a:cubicBezTo>
                  <a:pt x="45" y="32"/>
                  <a:pt x="43" y="34"/>
                  <a:pt x="41" y="34"/>
                </a:cubicBezTo>
                <a:cubicBezTo>
                  <a:pt x="39" y="34"/>
                  <a:pt x="37" y="32"/>
                  <a:pt x="35" y="30"/>
                </a:cubicBezTo>
                <a:cubicBezTo>
                  <a:pt x="34" y="28"/>
                  <a:pt x="33" y="24"/>
                  <a:pt x="33" y="21"/>
                </a:cubicBezTo>
                <a:cubicBezTo>
                  <a:pt x="33" y="17"/>
                  <a:pt x="34" y="13"/>
                  <a:pt x="35" y="11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9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>
            <a:off x="1547664" y="3001047"/>
            <a:ext cx="7056784" cy="129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文本框 29"/>
          <p:cNvSpPr txBox="1"/>
          <p:nvPr/>
        </p:nvSpPr>
        <p:spPr>
          <a:xfrm>
            <a:off x="1726210" y="3376871"/>
            <a:ext cx="69877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确定决策者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如何能够既服务于对方利益又帮助你实现自己的目标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为什么对方会说“不”？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什么样的低成本方案将排除对方的反对？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000616" y="1727343"/>
            <a:ext cx="36881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高效谈判者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都表现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出一个重要特点：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具备从</a:t>
            </a:r>
            <a:r>
              <a:rPr lang="zh-CN" altLang="en-US" sz="28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对方角度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看待问题的能力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987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五边形 9"/>
          <p:cNvSpPr/>
          <p:nvPr/>
        </p:nvSpPr>
        <p:spPr>
          <a:xfrm>
            <a:off x="304800" y="964322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五边形 10"/>
          <p:cNvSpPr/>
          <p:nvPr/>
        </p:nvSpPr>
        <p:spPr>
          <a:xfrm>
            <a:off x="304800" y="1928646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五边形 11"/>
          <p:cNvSpPr/>
          <p:nvPr/>
        </p:nvSpPr>
        <p:spPr>
          <a:xfrm>
            <a:off x="304800" y="2892968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五边形 12"/>
          <p:cNvSpPr/>
          <p:nvPr/>
        </p:nvSpPr>
        <p:spPr>
          <a:xfrm>
            <a:off x="304800" y="3792765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五边形 13"/>
          <p:cNvSpPr/>
          <p:nvPr/>
        </p:nvSpPr>
        <p:spPr>
          <a:xfrm>
            <a:off x="304800" y="-2"/>
            <a:ext cx="378768" cy="9643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0" y="0"/>
            <a:ext cx="304800" cy="5715000"/>
            <a:chOff x="0" y="0"/>
            <a:chExt cx="304800" cy="5737820"/>
          </a:xfrm>
        </p:grpSpPr>
        <p:sp>
          <p:nvSpPr>
            <p:cNvPr id="5" name="矩形 4"/>
            <p:cNvSpPr/>
            <p:nvPr/>
          </p:nvSpPr>
          <p:spPr>
            <a:xfrm>
              <a:off x="0" y="1633364"/>
              <a:ext cx="304800" cy="410445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769268"/>
              <a:ext cx="304800" cy="39905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304800" cy="3143250"/>
            </a:xfrm>
            <a:prstGeom prst="rect">
              <a:avLst/>
            </a:prstGeom>
          </p:spPr>
        </p:pic>
      </p:grpSp>
      <p:grpSp>
        <p:nvGrpSpPr>
          <p:cNvPr id="2" name="组合 1"/>
          <p:cNvGrpSpPr/>
          <p:nvPr/>
        </p:nvGrpSpPr>
        <p:grpSpPr>
          <a:xfrm>
            <a:off x="304800" y="4745796"/>
            <a:ext cx="1080120" cy="964323"/>
            <a:chOff x="304800" y="0"/>
            <a:chExt cx="1080120" cy="964323"/>
          </a:xfrm>
        </p:grpSpPr>
        <p:sp>
          <p:nvSpPr>
            <p:cNvPr id="8" name="五边形 7"/>
            <p:cNvSpPr/>
            <p:nvPr/>
          </p:nvSpPr>
          <p:spPr>
            <a:xfrm>
              <a:off x="304800" y="0"/>
              <a:ext cx="1080120" cy="964323"/>
            </a:xfrm>
            <a:prstGeom prst="homePlat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95536" y="119335"/>
              <a:ext cx="55015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 smtClean="0">
                  <a:solidFill>
                    <a:schemeClr val="bg1"/>
                  </a:solidFill>
                  <a:latin typeface="Broadway" panose="04040905080B02020502" pitchFamily="82" charset="0"/>
                </a:rPr>
                <a:t>6</a:t>
              </a:r>
              <a:endParaRPr lang="zh-CN" altLang="en-US" sz="4400" b="1" dirty="0">
                <a:solidFill>
                  <a:schemeClr val="bg1"/>
                </a:solidFill>
                <a:latin typeface="Broadway" panose="04040905080B02020502" pitchFamily="82" charset="0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7884368" y="37227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3347864" y="2167596"/>
            <a:ext cx="2871901" cy="2447821"/>
            <a:chOff x="3212267" y="1557282"/>
            <a:chExt cx="2714063" cy="2379887"/>
          </a:xfrm>
        </p:grpSpPr>
        <p:sp>
          <p:nvSpPr>
            <p:cNvPr id="19" name="空心弧 2"/>
            <p:cNvSpPr/>
            <p:nvPr/>
          </p:nvSpPr>
          <p:spPr>
            <a:xfrm>
              <a:off x="4650342" y="1557282"/>
              <a:ext cx="892379" cy="922713"/>
            </a:xfrm>
            <a:custGeom>
              <a:avLst/>
              <a:gdLst/>
              <a:ahLst/>
              <a:cxnLst/>
              <a:rect l="l" t="t" r="r" b="b"/>
              <a:pathLst>
                <a:path w="892379" h="922713">
                  <a:moveTo>
                    <a:pt x="0" y="0"/>
                  </a:moveTo>
                  <a:cubicBezTo>
                    <a:pt x="160168" y="9608"/>
                    <a:pt x="314383" y="51836"/>
                    <a:pt x="453426" y="123570"/>
                  </a:cubicBezTo>
                  <a:lnTo>
                    <a:pt x="604345" y="36837"/>
                  </a:lnTo>
                  <a:lnTo>
                    <a:pt x="604694" y="212831"/>
                  </a:lnTo>
                  <a:cubicBezTo>
                    <a:pt x="715765" y="290557"/>
                    <a:pt x="813361" y="388350"/>
                    <a:pt x="892379" y="502645"/>
                  </a:cubicBezTo>
                  <a:lnTo>
                    <a:pt x="207443" y="922713"/>
                  </a:lnTo>
                  <a:cubicBezTo>
                    <a:pt x="153410" y="860704"/>
                    <a:pt x="80429" y="818732"/>
                    <a:pt x="0" y="802318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1905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roadway" panose="04040905080B02020502" pitchFamily="82" charset="0"/>
              </a:endParaRPr>
            </a:p>
          </p:txBody>
        </p:sp>
        <p:sp>
          <p:nvSpPr>
            <p:cNvPr id="20" name="空心弧 2"/>
            <p:cNvSpPr/>
            <p:nvPr/>
          </p:nvSpPr>
          <p:spPr>
            <a:xfrm flipH="1">
              <a:off x="3590473" y="1557282"/>
              <a:ext cx="892379" cy="922713"/>
            </a:xfrm>
            <a:custGeom>
              <a:avLst/>
              <a:gdLst/>
              <a:ahLst/>
              <a:cxnLst/>
              <a:rect l="l" t="t" r="r" b="b"/>
              <a:pathLst>
                <a:path w="892379" h="922713">
                  <a:moveTo>
                    <a:pt x="0" y="0"/>
                  </a:moveTo>
                  <a:lnTo>
                    <a:pt x="0" y="802318"/>
                  </a:lnTo>
                  <a:cubicBezTo>
                    <a:pt x="80429" y="818732"/>
                    <a:pt x="153410" y="860704"/>
                    <a:pt x="207443" y="922713"/>
                  </a:cubicBezTo>
                  <a:lnTo>
                    <a:pt x="892379" y="502645"/>
                  </a:lnTo>
                  <a:cubicBezTo>
                    <a:pt x="810691" y="384489"/>
                    <a:pt x="709150" y="283968"/>
                    <a:pt x="593122" y="205428"/>
                  </a:cubicBezTo>
                  <a:lnTo>
                    <a:pt x="592787" y="36837"/>
                  </a:lnTo>
                  <a:lnTo>
                    <a:pt x="447197" y="120508"/>
                  </a:lnTo>
                  <a:cubicBezTo>
                    <a:pt x="309813" y="50592"/>
                    <a:pt x="157796" y="9466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1905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roadway" panose="04040905080B02020502" pitchFamily="82" charset="0"/>
              </a:endParaRPr>
            </a:p>
          </p:txBody>
        </p:sp>
        <p:sp>
          <p:nvSpPr>
            <p:cNvPr id="21" name="空心弧 2"/>
            <p:cNvSpPr/>
            <p:nvPr/>
          </p:nvSpPr>
          <p:spPr>
            <a:xfrm rot="18030313" flipH="1">
              <a:off x="3227434" y="2376908"/>
              <a:ext cx="892379" cy="922713"/>
            </a:xfrm>
            <a:custGeom>
              <a:avLst/>
              <a:gdLst/>
              <a:ahLst/>
              <a:cxnLst/>
              <a:rect l="l" t="t" r="r" b="b"/>
              <a:pathLst>
                <a:path w="892379" h="922713">
                  <a:moveTo>
                    <a:pt x="0" y="0"/>
                  </a:moveTo>
                  <a:lnTo>
                    <a:pt x="0" y="802318"/>
                  </a:lnTo>
                  <a:cubicBezTo>
                    <a:pt x="80429" y="818732"/>
                    <a:pt x="153410" y="860704"/>
                    <a:pt x="207443" y="922713"/>
                  </a:cubicBezTo>
                  <a:lnTo>
                    <a:pt x="892379" y="502645"/>
                  </a:lnTo>
                  <a:cubicBezTo>
                    <a:pt x="808327" y="381070"/>
                    <a:pt x="703256" y="278165"/>
                    <a:pt x="582884" y="198879"/>
                  </a:cubicBezTo>
                  <a:lnTo>
                    <a:pt x="584113" y="18918"/>
                  </a:lnTo>
                  <a:lnTo>
                    <a:pt x="423962" y="109089"/>
                  </a:lnTo>
                  <a:cubicBezTo>
                    <a:pt x="292751" y="46081"/>
                    <a:pt x="148949" y="8935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1905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roadway" panose="04040905080B02020502" pitchFamily="82" charset="0"/>
              </a:endParaRPr>
            </a:p>
          </p:txBody>
        </p:sp>
        <p:sp>
          <p:nvSpPr>
            <p:cNvPr id="22" name="空心弧 2"/>
            <p:cNvSpPr/>
            <p:nvPr/>
          </p:nvSpPr>
          <p:spPr>
            <a:xfrm rot="3569687">
              <a:off x="5018784" y="2376908"/>
              <a:ext cx="892379" cy="922713"/>
            </a:xfrm>
            <a:custGeom>
              <a:avLst/>
              <a:gdLst/>
              <a:ahLst/>
              <a:cxnLst/>
              <a:rect l="l" t="t" r="r" b="b"/>
              <a:pathLst>
                <a:path w="892379" h="922713">
                  <a:moveTo>
                    <a:pt x="0" y="0"/>
                  </a:moveTo>
                  <a:cubicBezTo>
                    <a:pt x="151721" y="9102"/>
                    <a:pt x="298101" y="47473"/>
                    <a:pt x="431244" y="112668"/>
                  </a:cubicBezTo>
                  <a:lnTo>
                    <a:pt x="577343" y="30408"/>
                  </a:lnTo>
                  <a:lnTo>
                    <a:pt x="576222" y="194617"/>
                  </a:lnTo>
                  <a:cubicBezTo>
                    <a:pt x="699400" y="274403"/>
                    <a:pt x="806788" y="378844"/>
                    <a:pt x="892379" y="502645"/>
                  </a:cubicBezTo>
                  <a:lnTo>
                    <a:pt x="207443" y="922713"/>
                  </a:lnTo>
                  <a:cubicBezTo>
                    <a:pt x="153410" y="860704"/>
                    <a:pt x="80429" y="818732"/>
                    <a:pt x="0" y="802318"/>
                  </a:cubicBezTo>
                  <a:close/>
                </a:path>
              </a:pathLst>
            </a:custGeom>
            <a:solidFill>
              <a:schemeClr val="accent1"/>
            </a:solidFill>
            <a:ln w="1905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roadway" panose="04040905080B02020502" pitchFamily="82" charset="0"/>
              </a:endParaRPr>
            </a:p>
          </p:txBody>
        </p:sp>
        <p:sp>
          <p:nvSpPr>
            <p:cNvPr id="23" name="空心弧 2"/>
            <p:cNvSpPr/>
            <p:nvPr/>
          </p:nvSpPr>
          <p:spPr>
            <a:xfrm flipV="1">
              <a:off x="4650342" y="3014456"/>
              <a:ext cx="892379" cy="922713"/>
            </a:xfrm>
            <a:custGeom>
              <a:avLst/>
              <a:gdLst/>
              <a:ahLst/>
              <a:cxnLst/>
              <a:rect l="l" t="t" r="r" b="b"/>
              <a:pathLst>
                <a:path w="892379" h="922713">
                  <a:moveTo>
                    <a:pt x="207443" y="922713"/>
                  </a:moveTo>
                  <a:lnTo>
                    <a:pt x="892379" y="502645"/>
                  </a:lnTo>
                  <a:cubicBezTo>
                    <a:pt x="813365" y="388357"/>
                    <a:pt x="715776" y="290568"/>
                    <a:pt x="604713" y="212844"/>
                  </a:cubicBezTo>
                  <a:lnTo>
                    <a:pt x="604345" y="27002"/>
                  </a:lnTo>
                  <a:lnTo>
                    <a:pt x="444202" y="119036"/>
                  </a:lnTo>
                  <a:cubicBezTo>
                    <a:pt x="307615" y="49999"/>
                    <a:pt x="156655" y="9398"/>
                    <a:pt x="0" y="0"/>
                  </a:cubicBezTo>
                  <a:lnTo>
                    <a:pt x="0" y="802318"/>
                  </a:lnTo>
                  <a:cubicBezTo>
                    <a:pt x="80429" y="818732"/>
                    <a:pt x="153410" y="860704"/>
                    <a:pt x="207443" y="922713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1905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roadway" panose="04040905080B02020502" pitchFamily="82" charset="0"/>
              </a:endParaRPr>
            </a:p>
          </p:txBody>
        </p:sp>
        <p:sp>
          <p:nvSpPr>
            <p:cNvPr id="24" name="空心弧 2"/>
            <p:cNvSpPr/>
            <p:nvPr/>
          </p:nvSpPr>
          <p:spPr>
            <a:xfrm flipH="1" flipV="1">
              <a:off x="3590473" y="3014456"/>
              <a:ext cx="892379" cy="922713"/>
            </a:xfrm>
            <a:custGeom>
              <a:avLst/>
              <a:gdLst/>
              <a:ahLst/>
              <a:cxnLst/>
              <a:rect l="l" t="t" r="r" b="b"/>
              <a:pathLst>
                <a:path w="892379" h="922713">
                  <a:moveTo>
                    <a:pt x="207443" y="922713"/>
                  </a:moveTo>
                  <a:cubicBezTo>
                    <a:pt x="153410" y="860704"/>
                    <a:pt x="80429" y="818732"/>
                    <a:pt x="0" y="802318"/>
                  </a:cubicBezTo>
                  <a:lnTo>
                    <a:pt x="0" y="0"/>
                  </a:lnTo>
                  <a:cubicBezTo>
                    <a:pt x="154283" y="9255"/>
                    <a:pt x="303042" y="48777"/>
                    <a:pt x="437972" y="115975"/>
                  </a:cubicBezTo>
                  <a:lnTo>
                    <a:pt x="592787" y="27002"/>
                  </a:lnTo>
                  <a:lnTo>
                    <a:pt x="593141" y="205441"/>
                  </a:lnTo>
                  <a:cubicBezTo>
                    <a:pt x="709161" y="283979"/>
                    <a:pt x="810696" y="384496"/>
                    <a:pt x="892379" y="502645"/>
                  </a:cubicBezTo>
                  <a:close/>
                </a:path>
              </a:pathLst>
            </a:custGeom>
            <a:solidFill>
              <a:schemeClr val="accent1"/>
            </a:solidFill>
            <a:ln w="1905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roadway" panose="04040905080B02020502" pitchFamily="82" charset="0"/>
              </a:endParaRPr>
            </a:p>
          </p:txBody>
        </p:sp>
        <p:sp>
          <p:nvSpPr>
            <p:cNvPr id="25" name="TextBox 23"/>
            <p:cNvSpPr txBox="1"/>
            <p:nvPr/>
          </p:nvSpPr>
          <p:spPr>
            <a:xfrm>
              <a:off x="4771748" y="1739416"/>
              <a:ext cx="447417" cy="299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accent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Broadway" panose="04040905080B02020502" pitchFamily="82" charset="0"/>
                </a:rPr>
                <a:t>01</a:t>
              </a:r>
              <a:endParaRPr lang="zh-CN" altLang="en-US" dirty="0">
                <a:solidFill>
                  <a:schemeClr val="accent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Broadway" panose="04040905080B02020502" pitchFamily="82" charset="0"/>
              </a:endParaRPr>
            </a:p>
          </p:txBody>
        </p:sp>
        <p:sp>
          <p:nvSpPr>
            <p:cNvPr id="32" name="TextBox 30"/>
            <p:cNvSpPr txBox="1"/>
            <p:nvPr/>
          </p:nvSpPr>
          <p:spPr>
            <a:xfrm>
              <a:off x="5276711" y="2558722"/>
              <a:ext cx="447417" cy="299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accent1">
                      <a:lumMod val="50000"/>
                    </a:schemeClr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Broadway" panose="04040905080B02020502" pitchFamily="82" charset="0"/>
                </a:rPr>
                <a:t>02</a:t>
              </a:r>
              <a:endParaRPr lang="zh-CN" altLang="en-US" dirty="0"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Broadway" panose="04040905080B02020502" pitchFamily="82" charset="0"/>
              </a:endParaRPr>
            </a:p>
          </p:txBody>
        </p:sp>
        <p:sp>
          <p:nvSpPr>
            <p:cNvPr id="33" name="TextBox 31"/>
            <p:cNvSpPr txBox="1"/>
            <p:nvPr/>
          </p:nvSpPr>
          <p:spPr>
            <a:xfrm>
              <a:off x="4817419" y="3426786"/>
              <a:ext cx="447417" cy="299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accent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Broadway" panose="04040905080B02020502" pitchFamily="82" charset="0"/>
                </a:rPr>
                <a:t>03</a:t>
              </a:r>
              <a:endParaRPr lang="zh-CN" altLang="en-US" dirty="0">
                <a:solidFill>
                  <a:schemeClr val="accent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Broadway" panose="04040905080B02020502" pitchFamily="82" charset="0"/>
              </a:endParaRPr>
            </a:p>
          </p:txBody>
        </p:sp>
        <p:sp>
          <p:nvSpPr>
            <p:cNvPr id="34" name="TextBox 32"/>
            <p:cNvSpPr txBox="1"/>
            <p:nvPr/>
          </p:nvSpPr>
          <p:spPr>
            <a:xfrm>
              <a:off x="3850857" y="3426786"/>
              <a:ext cx="447417" cy="299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accent1">
                      <a:lumMod val="50000"/>
                    </a:schemeClr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Broadway" panose="04040905080B02020502" pitchFamily="82" charset="0"/>
                </a:rPr>
                <a:t>04</a:t>
              </a:r>
              <a:endParaRPr lang="zh-CN" altLang="en-US" dirty="0"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Broadway" panose="04040905080B02020502" pitchFamily="82" charset="0"/>
              </a:endParaRPr>
            </a:p>
          </p:txBody>
        </p:sp>
        <p:sp>
          <p:nvSpPr>
            <p:cNvPr id="35" name="TextBox 33"/>
            <p:cNvSpPr txBox="1"/>
            <p:nvPr/>
          </p:nvSpPr>
          <p:spPr>
            <a:xfrm>
              <a:off x="3857348" y="1739416"/>
              <a:ext cx="447417" cy="299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accent1">
                      <a:lumMod val="50000"/>
                    </a:schemeClr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Broadway" panose="04040905080B02020502" pitchFamily="82" charset="0"/>
                </a:rPr>
                <a:t>06</a:t>
              </a:r>
              <a:endParaRPr lang="zh-CN" altLang="en-US" dirty="0"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Broadway" panose="04040905080B02020502" pitchFamily="82" charset="0"/>
              </a:endParaRPr>
            </a:p>
          </p:txBody>
        </p:sp>
        <p:sp>
          <p:nvSpPr>
            <p:cNvPr id="36" name="TextBox 34"/>
            <p:cNvSpPr txBox="1"/>
            <p:nvPr/>
          </p:nvSpPr>
          <p:spPr>
            <a:xfrm>
              <a:off x="3403440" y="2558722"/>
              <a:ext cx="447417" cy="299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accent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Broadway" panose="04040905080B02020502" pitchFamily="82" charset="0"/>
                </a:rPr>
                <a:t>05</a:t>
              </a:r>
              <a:endParaRPr lang="zh-CN" altLang="en-US" dirty="0">
                <a:solidFill>
                  <a:schemeClr val="accent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Broadway" panose="04040905080B02020502" pitchFamily="82" charset="0"/>
              </a:endParaRPr>
            </a:p>
          </p:txBody>
        </p:sp>
      </p:grpSp>
      <p:sp>
        <p:nvSpPr>
          <p:cNvPr id="37" name="TextBox 119"/>
          <p:cNvSpPr txBox="1"/>
          <p:nvPr/>
        </p:nvSpPr>
        <p:spPr>
          <a:xfrm>
            <a:off x="5127895" y="1441768"/>
            <a:ext cx="1865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交易失败的情况下哪一方损失最大？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119"/>
          <p:cNvSpPr txBox="1"/>
          <p:nvPr/>
        </p:nvSpPr>
        <p:spPr>
          <a:xfrm>
            <a:off x="5099925" y="4825682"/>
            <a:ext cx="18749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时间对谁更关键？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Box 119"/>
          <p:cNvSpPr txBox="1"/>
          <p:nvPr/>
        </p:nvSpPr>
        <p:spPr>
          <a:xfrm>
            <a:off x="6268209" y="3130749"/>
            <a:ext cx="25068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我可以改进自己的替代方案或让对方现状恶化吗？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119"/>
          <p:cNvSpPr txBox="1"/>
          <p:nvPr/>
        </p:nvSpPr>
        <p:spPr>
          <a:xfrm>
            <a:off x="2559011" y="4815024"/>
            <a:ext cx="1701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我可以控制对方谋者所需资源吗？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119"/>
          <p:cNvSpPr txBox="1"/>
          <p:nvPr/>
        </p:nvSpPr>
        <p:spPr>
          <a:xfrm>
            <a:off x="1246112" y="3124216"/>
            <a:ext cx="21220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我可以用有利于我的准则来约束对方吗？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Box 119"/>
          <p:cNvSpPr txBox="1"/>
          <p:nvPr/>
        </p:nvSpPr>
        <p:spPr>
          <a:xfrm>
            <a:off x="2734267" y="1441768"/>
            <a:ext cx="1919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我可以组建联盟以提高我的地位吗？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Freeform 103"/>
          <p:cNvSpPr>
            <a:spLocks noEditPoints="1"/>
          </p:cNvSpPr>
          <p:nvPr/>
        </p:nvSpPr>
        <p:spPr bwMode="auto">
          <a:xfrm>
            <a:off x="4289047" y="2659115"/>
            <a:ext cx="323694" cy="279090"/>
          </a:xfrm>
          <a:custGeom>
            <a:avLst/>
            <a:gdLst>
              <a:gd name="T0" fmla="*/ 33 w 97"/>
              <a:gd name="T1" fmla="*/ 75 h 75"/>
              <a:gd name="T2" fmla="*/ 44 w 97"/>
              <a:gd name="T3" fmla="*/ 75 h 75"/>
              <a:gd name="T4" fmla="*/ 47 w 97"/>
              <a:gd name="T5" fmla="*/ 73 h 75"/>
              <a:gd name="T6" fmla="*/ 47 w 97"/>
              <a:gd name="T7" fmla="*/ 49 h 75"/>
              <a:gd name="T8" fmla="*/ 39 w 97"/>
              <a:gd name="T9" fmla="*/ 45 h 75"/>
              <a:gd name="T10" fmla="*/ 30 w 97"/>
              <a:gd name="T11" fmla="*/ 50 h 75"/>
              <a:gd name="T12" fmla="*/ 30 w 97"/>
              <a:gd name="T13" fmla="*/ 73 h 75"/>
              <a:gd name="T14" fmla="*/ 33 w 97"/>
              <a:gd name="T15" fmla="*/ 75 h 75"/>
              <a:gd name="T16" fmla="*/ 0 w 97"/>
              <a:gd name="T17" fmla="*/ 49 h 75"/>
              <a:gd name="T18" fmla="*/ 37 w 97"/>
              <a:gd name="T19" fmla="*/ 28 h 75"/>
              <a:gd name="T20" fmla="*/ 39 w 97"/>
              <a:gd name="T21" fmla="*/ 26 h 75"/>
              <a:gd name="T22" fmla="*/ 41 w 97"/>
              <a:gd name="T23" fmla="*/ 28 h 75"/>
              <a:gd name="T24" fmla="*/ 52 w 97"/>
              <a:gd name="T25" fmla="*/ 34 h 75"/>
              <a:gd name="T26" fmla="*/ 81 w 97"/>
              <a:gd name="T27" fmla="*/ 9 h 75"/>
              <a:gd name="T28" fmla="*/ 77 w 97"/>
              <a:gd name="T29" fmla="*/ 4 h 75"/>
              <a:gd name="T30" fmla="*/ 87 w 97"/>
              <a:gd name="T31" fmla="*/ 2 h 75"/>
              <a:gd name="T32" fmla="*/ 97 w 97"/>
              <a:gd name="T33" fmla="*/ 0 h 75"/>
              <a:gd name="T34" fmla="*/ 94 w 97"/>
              <a:gd name="T35" fmla="*/ 10 h 75"/>
              <a:gd name="T36" fmla="*/ 91 w 97"/>
              <a:gd name="T37" fmla="*/ 19 h 75"/>
              <a:gd name="T38" fmla="*/ 87 w 97"/>
              <a:gd name="T39" fmla="*/ 15 h 75"/>
              <a:gd name="T40" fmla="*/ 55 w 97"/>
              <a:gd name="T41" fmla="*/ 42 h 75"/>
              <a:gd name="T42" fmla="*/ 53 w 97"/>
              <a:gd name="T43" fmla="*/ 44 h 75"/>
              <a:gd name="T44" fmla="*/ 50 w 97"/>
              <a:gd name="T45" fmla="*/ 43 h 75"/>
              <a:gd name="T46" fmla="*/ 39 w 97"/>
              <a:gd name="T47" fmla="*/ 36 h 75"/>
              <a:gd name="T48" fmla="*/ 5 w 97"/>
              <a:gd name="T49" fmla="*/ 57 h 75"/>
              <a:gd name="T50" fmla="*/ 0 w 97"/>
              <a:gd name="T51" fmla="*/ 49 h 75"/>
              <a:gd name="T52" fmla="*/ 10 w 97"/>
              <a:gd name="T53" fmla="*/ 75 h 75"/>
              <a:gd name="T54" fmla="*/ 21 w 97"/>
              <a:gd name="T55" fmla="*/ 75 h 75"/>
              <a:gd name="T56" fmla="*/ 23 w 97"/>
              <a:gd name="T57" fmla="*/ 73 h 75"/>
              <a:gd name="T58" fmla="*/ 23 w 97"/>
              <a:gd name="T59" fmla="*/ 54 h 75"/>
              <a:gd name="T60" fmla="*/ 7 w 97"/>
              <a:gd name="T61" fmla="*/ 64 h 75"/>
              <a:gd name="T62" fmla="*/ 7 w 97"/>
              <a:gd name="T63" fmla="*/ 73 h 75"/>
              <a:gd name="T64" fmla="*/ 10 w 97"/>
              <a:gd name="T65" fmla="*/ 75 h 75"/>
              <a:gd name="T66" fmla="*/ 56 w 97"/>
              <a:gd name="T67" fmla="*/ 75 h 75"/>
              <a:gd name="T68" fmla="*/ 67 w 97"/>
              <a:gd name="T69" fmla="*/ 75 h 75"/>
              <a:gd name="T70" fmla="*/ 70 w 97"/>
              <a:gd name="T71" fmla="*/ 73 h 75"/>
              <a:gd name="T72" fmla="*/ 70 w 97"/>
              <a:gd name="T73" fmla="*/ 39 h 75"/>
              <a:gd name="T74" fmla="*/ 70 w 97"/>
              <a:gd name="T75" fmla="*/ 39 h 75"/>
              <a:gd name="T76" fmla="*/ 54 w 97"/>
              <a:gd name="T77" fmla="*/ 53 h 75"/>
              <a:gd name="T78" fmla="*/ 53 w 97"/>
              <a:gd name="T79" fmla="*/ 52 h 75"/>
              <a:gd name="T80" fmla="*/ 53 w 97"/>
              <a:gd name="T81" fmla="*/ 73 h 75"/>
              <a:gd name="T82" fmla="*/ 56 w 97"/>
              <a:gd name="T83" fmla="*/ 75 h 75"/>
              <a:gd name="T84" fmla="*/ 79 w 97"/>
              <a:gd name="T85" fmla="*/ 75 h 75"/>
              <a:gd name="T86" fmla="*/ 90 w 97"/>
              <a:gd name="T87" fmla="*/ 75 h 75"/>
              <a:gd name="T88" fmla="*/ 93 w 97"/>
              <a:gd name="T89" fmla="*/ 73 h 75"/>
              <a:gd name="T90" fmla="*/ 93 w 97"/>
              <a:gd name="T91" fmla="*/ 32 h 75"/>
              <a:gd name="T92" fmla="*/ 86 w 97"/>
              <a:gd name="T93" fmla="*/ 24 h 75"/>
              <a:gd name="T94" fmla="*/ 77 w 97"/>
              <a:gd name="T95" fmla="*/ 33 h 75"/>
              <a:gd name="T96" fmla="*/ 77 w 97"/>
              <a:gd name="T97" fmla="*/ 73 h 75"/>
              <a:gd name="T98" fmla="*/ 79 w 97"/>
              <a:gd name="T99" fmla="*/ 75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97" h="75">
                <a:moveTo>
                  <a:pt x="33" y="75"/>
                </a:moveTo>
                <a:cubicBezTo>
                  <a:pt x="37" y="75"/>
                  <a:pt x="40" y="75"/>
                  <a:pt x="44" y="75"/>
                </a:cubicBezTo>
                <a:cubicBezTo>
                  <a:pt x="45" y="75"/>
                  <a:pt x="47" y="74"/>
                  <a:pt x="47" y="73"/>
                </a:cubicBezTo>
                <a:cubicBezTo>
                  <a:pt x="47" y="49"/>
                  <a:pt x="47" y="49"/>
                  <a:pt x="47" y="49"/>
                </a:cubicBezTo>
                <a:cubicBezTo>
                  <a:pt x="39" y="45"/>
                  <a:pt x="39" y="45"/>
                  <a:pt x="39" y="45"/>
                </a:cubicBezTo>
                <a:cubicBezTo>
                  <a:pt x="30" y="50"/>
                  <a:pt x="30" y="50"/>
                  <a:pt x="30" y="50"/>
                </a:cubicBezTo>
                <a:cubicBezTo>
                  <a:pt x="30" y="73"/>
                  <a:pt x="30" y="73"/>
                  <a:pt x="30" y="73"/>
                </a:cubicBezTo>
                <a:cubicBezTo>
                  <a:pt x="30" y="74"/>
                  <a:pt x="31" y="75"/>
                  <a:pt x="33" y="75"/>
                </a:cubicBezTo>
                <a:close/>
                <a:moveTo>
                  <a:pt x="0" y="49"/>
                </a:moveTo>
                <a:cubicBezTo>
                  <a:pt x="37" y="28"/>
                  <a:pt x="37" y="28"/>
                  <a:pt x="37" y="28"/>
                </a:cubicBezTo>
                <a:cubicBezTo>
                  <a:pt x="39" y="26"/>
                  <a:pt x="39" y="26"/>
                  <a:pt x="39" y="26"/>
                </a:cubicBezTo>
                <a:cubicBezTo>
                  <a:pt x="41" y="28"/>
                  <a:pt x="41" y="28"/>
                  <a:pt x="41" y="28"/>
                </a:cubicBezTo>
                <a:cubicBezTo>
                  <a:pt x="52" y="34"/>
                  <a:pt x="52" y="34"/>
                  <a:pt x="52" y="34"/>
                </a:cubicBezTo>
                <a:cubicBezTo>
                  <a:pt x="81" y="9"/>
                  <a:pt x="81" y="9"/>
                  <a:pt x="81" y="9"/>
                </a:cubicBezTo>
                <a:cubicBezTo>
                  <a:pt x="77" y="4"/>
                  <a:pt x="77" y="4"/>
                  <a:pt x="77" y="4"/>
                </a:cubicBezTo>
                <a:cubicBezTo>
                  <a:pt x="87" y="2"/>
                  <a:pt x="87" y="2"/>
                  <a:pt x="87" y="2"/>
                </a:cubicBezTo>
                <a:cubicBezTo>
                  <a:pt x="97" y="0"/>
                  <a:pt x="97" y="0"/>
                  <a:pt x="97" y="0"/>
                </a:cubicBezTo>
                <a:cubicBezTo>
                  <a:pt x="94" y="10"/>
                  <a:pt x="94" y="10"/>
                  <a:pt x="94" y="10"/>
                </a:cubicBezTo>
                <a:cubicBezTo>
                  <a:pt x="91" y="19"/>
                  <a:pt x="91" y="19"/>
                  <a:pt x="91" y="19"/>
                </a:cubicBezTo>
                <a:cubicBezTo>
                  <a:pt x="87" y="15"/>
                  <a:pt x="87" y="15"/>
                  <a:pt x="87" y="15"/>
                </a:cubicBezTo>
                <a:cubicBezTo>
                  <a:pt x="55" y="42"/>
                  <a:pt x="55" y="42"/>
                  <a:pt x="55" y="42"/>
                </a:cubicBezTo>
                <a:cubicBezTo>
                  <a:pt x="53" y="44"/>
                  <a:pt x="53" y="44"/>
                  <a:pt x="53" y="44"/>
                </a:cubicBezTo>
                <a:cubicBezTo>
                  <a:pt x="50" y="43"/>
                  <a:pt x="50" y="43"/>
                  <a:pt x="50" y="43"/>
                </a:cubicBezTo>
                <a:cubicBezTo>
                  <a:pt x="39" y="36"/>
                  <a:pt x="39" y="36"/>
                  <a:pt x="39" y="36"/>
                </a:cubicBezTo>
                <a:cubicBezTo>
                  <a:pt x="5" y="57"/>
                  <a:pt x="5" y="57"/>
                  <a:pt x="5" y="57"/>
                </a:cubicBezTo>
                <a:cubicBezTo>
                  <a:pt x="0" y="49"/>
                  <a:pt x="0" y="49"/>
                  <a:pt x="0" y="49"/>
                </a:cubicBezTo>
                <a:close/>
                <a:moveTo>
                  <a:pt x="10" y="75"/>
                </a:moveTo>
                <a:cubicBezTo>
                  <a:pt x="21" y="75"/>
                  <a:pt x="21" y="75"/>
                  <a:pt x="21" y="75"/>
                </a:cubicBezTo>
                <a:cubicBezTo>
                  <a:pt x="22" y="75"/>
                  <a:pt x="23" y="74"/>
                  <a:pt x="23" y="73"/>
                </a:cubicBezTo>
                <a:cubicBezTo>
                  <a:pt x="23" y="54"/>
                  <a:pt x="23" y="54"/>
                  <a:pt x="23" y="54"/>
                </a:cubicBezTo>
                <a:cubicBezTo>
                  <a:pt x="7" y="64"/>
                  <a:pt x="7" y="64"/>
                  <a:pt x="7" y="64"/>
                </a:cubicBezTo>
                <a:cubicBezTo>
                  <a:pt x="7" y="73"/>
                  <a:pt x="7" y="73"/>
                  <a:pt x="7" y="73"/>
                </a:cubicBezTo>
                <a:cubicBezTo>
                  <a:pt x="7" y="74"/>
                  <a:pt x="8" y="75"/>
                  <a:pt x="10" y="75"/>
                </a:cubicBezTo>
                <a:close/>
                <a:moveTo>
                  <a:pt x="56" y="75"/>
                </a:moveTo>
                <a:cubicBezTo>
                  <a:pt x="60" y="75"/>
                  <a:pt x="63" y="75"/>
                  <a:pt x="67" y="75"/>
                </a:cubicBezTo>
                <a:cubicBezTo>
                  <a:pt x="69" y="75"/>
                  <a:pt x="70" y="74"/>
                  <a:pt x="70" y="73"/>
                </a:cubicBezTo>
                <a:cubicBezTo>
                  <a:pt x="70" y="62"/>
                  <a:pt x="70" y="50"/>
                  <a:pt x="70" y="39"/>
                </a:cubicBezTo>
                <a:cubicBezTo>
                  <a:pt x="70" y="39"/>
                  <a:pt x="70" y="39"/>
                  <a:pt x="70" y="39"/>
                </a:cubicBezTo>
                <a:cubicBezTo>
                  <a:pt x="54" y="53"/>
                  <a:pt x="54" y="53"/>
                  <a:pt x="54" y="53"/>
                </a:cubicBezTo>
                <a:cubicBezTo>
                  <a:pt x="53" y="52"/>
                  <a:pt x="53" y="52"/>
                  <a:pt x="53" y="52"/>
                </a:cubicBezTo>
                <a:cubicBezTo>
                  <a:pt x="53" y="73"/>
                  <a:pt x="53" y="73"/>
                  <a:pt x="53" y="73"/>
                </a:cubicBezTo>
                <a:cubicBezTo>
                  <a:pt x="53" y="74"/>
                  <a:pt x="55" y="75"/>
                  <a:pt x="56" y="75"/>
                </a:cubicBezTo>
                <a:close/>
                <a:moveTo>
                  <a:pt x="79" y="75"/>
                </a:moveTo>
                <a:cubicBezTo>
                  <a:pt x="90" y="75"/>
                  <a:pt x="90" y="75"/>
                  <a:pt x="90" y="75"/>
                </a:cubicBezTo>
                <a:cubicBezTo>
                  <a:pt x="92" y="75"/>
                  <a:pt x="93" y="74"/>
                  <a:pt x="93" y="73"/>
                </a:cubicBezTo>
                <a:cubicBezTo>
                  <a:pt x="93" y="32"/>
                  <a:pt x="93" y="32"/>
                  <a:pt x="93" y="32"/>
                </a:cubicBezTo>
                <a:cubicBezTo>
                  <a:pt x="86" y="24"/>
                  <a:pt x="86" y="24"/>
                  <a:pt x="86" y="24"/>
                </a:cubicBezTo>
                <a:cubicBezTo>
                  <a:pt x="77" y="33"/>
                  <a:pt x="77" y="33"/>
                  <a:pt x="77" y="33"/>
                </a:cubicBezTo>
                <a:cubicBezTo>
                  <a:pt x="77" y="73"/>
                  <a:pt x="77" y="73"/>
                  <a:pt x="77" y="73"/>
                </a:cubicBezTo>
                <a:cubicBezTo>
                  <a:pt x="77" y="74"/>
                  <a:pt x="78" y="75"/>
                  <a:pt x="79" y="75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Freeform 61"/>
          <p:cNvSpPr>
            <a:spLocks noEditPoints="1"/>
          </p:cNvSpPr>
          <p:nvPr/>
        </p:nvSpPr>
        <p:spPr bwMode="auto">
          <a:xfrm>
            <a:off x="5323932" y="3261206"/>
            <a:ext cx="270590" cy="269270"/>
          </a:xfrm>
          <a:custGeom>
            <a:avLst/>
            <a:gdLst>
              <a:gd name="T0" fmla="*/ 53 w 87"/>
              <a:gd name="T1" fmla="*/ 66 h 115"/>
              <a:gd name="T2" fmla="*/ 57 w 87"/>
              <a:gd name="T3" fmla="*/ 107 h 115"/>
              <a:gd name="T4" fmla="*/ 44 w 87"/>
              <a:gd name="T5" fmla="*/ 115 h 115"/>
              <a:gd name="T6" fmla="*/ 32 w 87"/>
              <a:gd name="T7" fmla="*/ 107 h 115"/>
              <a:gd name="T8" fmla="*/ 42 w 87"/>
              <a:gd name="T9" fmla="*/ 11 h 115"/>
              <a:gd name="T10" fmla="*/ 25 w 87"/>
              <a:gd name="T11" fmla="*/ 14 h 115"/>
              <a:gd name="T12" fmla="*/ 26 w 87"/>
              <a:gd name="T13" fmla="*/ 0 h 115"/>
              <a:gd name="T14" fmla="*/ 40 w 87"/>
              <a:gd name="T15" fmla="*/ 51 h 115"/>
              <a:gd name="T16" fmla="*/ 55 w 87"/>
              <a:gd name="T17" fmla="*/ 60 h 115"/>
              <a:gd name="T18" fmla="*/ 58 w 87"/>
              <a:gd name="T19" fmla="*/ 45 h 115"/>
              <a:gd name="T20" fmla="*/ 46 w 87"/>
              <a:gd name="T21" fmla="*/ 62 h 115"/>
              <a:gd name="T22" fmla="*/ 37 w 87"/>
              <a:gd name="T23" fmla="*/ 56 h 115"/>
              <a:gd name="T24" fmla="*/ 26 w 87"/>
              <a:gd name="T25" fmla="*/ 49 h 115"/>
              <a:gd name="T26" fmla="*/ 20 w 87"/>
              <a:gd name="T27" fmla="*/ 25 h 115"/>
              <a:gd name="T28" fmla="*/ 13 w 87"/>
              <a:gd name="T29" fmla="*/ 35 h 115"/>
              <a:gd name="T30" fmla="*/ 39 w 87"/>
              <a:gd name="T31" fmla="*/ 62 h 115"/>
              <a:gd name="T32" fmla="*/ 46 w 87"/>
              <a:gd name="T33" fmla="*/ 62 h 115"/>
              <a:gd name="T34" fmla="*/ 35 w 87"/>
              <a:gd name="T35" fmla="*/ 16 h 115"/>
              <a:gd name="T36" fmla="*/ 39 w 87"/>
              <a:gd name="T37" fmla="*/ 29 h 115"/>
              <a:gd name="T38" fmla="*/ 48 w 87"/>
              <a:gd name="T39" fmla="*/ 32 h 115"/>
              <a:gd name="T40" fmla="*/ 52 w 87"/>
              <a:gd name="T41" fmla="*/ 22 h 115"/>
              <a:gd name="T42" fmla="*/ 47 w 87"/>
              <a:gd name="T43" fmla="*/ 2 h 115"/>
              <a:gd name="T44" fmla="*/ 45 w 87"/>
              <a:gd name="T45" fmla="*/ 8 h 115"/>
              <a:gd name="T46" fmla="*/ 49 w 87"/>
              <a:gd name="T47" fmla="*/ 9 h 115"/>
              <a:gd name="T48" fmla="*/ 54 w 87"/>
              <a:gd name="T49" fmla="*/ 10 h 115"/>
              <a:gd name="T50" fmla="*/ 64 w 87"/>
              <a:gd name="T51" fmla="*/ 20 h 115"/>
              <a:gd name="T52" fmla="*/ 67 w 87"/>
              <a:gd name="T53" fmla="*/ 27 h 115"/>
              <a:gd name="T54" fmla="*/ 67 w 87"/>
              <a:gd name="T55" fmla="*/ 35 h 115"/>
              <a:gd name="T56" fmla="*/ 73 w 87"/>
              <a:gd name="T57" fmla="*/ 32 h 115"/>
              <a:gd name="T58" fmla="*/ 73 w 87"/>
              <a:gd name="T59" fmla="*/ 26 h 115"/>
              <a:gd name="T60" fmla="*/ 57 w 87"/>
              <a:gd name="T61" fmla="*/ 5 h 115"/>
              <a:gd name="T62" fmla="*/ 47 w 87"/>
              <a:gd name="T63" fmla="*/ 2 h 115"/>
              <a:gd name="T64" fmla="*/ 57 w 87"/>
              <a:gd name="T65" fmla="*/ 18 h 115"/>
              <a:gd name="T66" fmla="*/ 58 w 87"/>
              <a:gd name="T67" fmla="*/ 18 h 115"/>
              <a:gd name="T68" fmla="*/ 66 w 87"/>
              <a:gd name="T69" fmla="*/ 31 h 115"/>
              <a:gd name="T70" fmla="*/ 59 w 87"/>
              <a:gd name="T71" fmla="*/ 31 h 115"/>
              <a:gd name="T72" fmla="*/ 26 w 87"/>
              <a:gd name="T73" fmla="*/ 33 h 115"/>
              <a:gd name="T74" fmla="*/ 29 w 87"/>
              <a:gd name="T75" fmla="*/ 46 h 115"/>
              <a:gd name="T76" fmla="*/ 28 w 87"/>
              <a:gd name="T77" fmla="*/ 46 h 115"/>
              <a:gd name="T78" fmla="*/ 39 w 87"/>
              <a:gd name="T79" fmla="*/ 74 h 115"/>
              <a:gd name="T80" fmla="*/ 42 w 87"/>
              <a:gd name="T81" fmla="*/ 80 h 115"/>
              <a:gd name="T82" fmla="*/ 53 w 87"/>
              <a:gd name="T83" fmla="*/ 105 h 115"/>
              <a:gd name="T84" fmla="*/ 47 w 87"/>
              <a:gd name="T85" fmla="*/ 79 h 115"/>
              <a:gd name="T86" fmla="*/ 41 w 87"/>
              <a:gd name="T87" fmla="*/ 71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87" h="115">
                <a:moveTo>
                  <a:pt x="0" y="79"/>
                </a:moveTo>
                <a:cubicBezTo>
                  <a:pt x="8" y="69"/>
                  <a:pt x="24" y="74"/>
                  <a:pt x="35" y="66"/>
                </a:cubicBezTo>
                <a:cubicBezTo>
                  <a:pt x="41" y="66"/>
                  <a:pt x="47" y="66"/>
                  <a:pt x="53" y="66"/>
                </a:cubicBezTo>
                <a:cubicBezTo>
                  <a:pt x="64" y="74"/>
                  <a:pt x="80" y="69"/>
                  <a:pt x="87" y="79"/>
                </a:cubicBezTo>
                <a:cubicBezTo>
                  <a:pt x="87" y="84"/>
                  <a:pt x="87" y="99"/>
                  <a:pt x="87" y="104"/>
                </a:cubicBezTo>
                <a:cubicBezTo>
                  <a:pt x="80" y="105"/>
                  <a:pt x="69" y="106"/>
                  <a:pt x="57" y="107"/>
                </a:cubicBezTo>
                <a:cubicBezTo>
                  <a:pt x="56" y="108"/>
                  <a:pt x="56" y="108"/>
                  <a:pt x="56" y="108"/>
                </a:cubicBezTo>
                <a:cubicBezTo>
                  <a:pt x="46" y="114"/>
                  <a:pt x="46" y="114"/>
                  <a:pt x="46" y="114"/>
                </a:cubicBezTo>
                <a:cubicBezTo>
                  <a:pt x="44" y="115"/>
                  <a:pt x="44" y="115"/>
                  <a:pt x="44" y="115"/>
                </a:cubicBezTo>
                <a:cubicBezTo>
                  <a:pt x="43" y="114"/>
                  <a:pt x="43" y="114"/>
                  <a:pt x="43" y="114"/>
                </a:cubicBezTo>
                <a:cubicBezTo>
                  <a:pt x="33" y="108"/>
                  <a:pt x="33" y="108"/>
                  <a:pt x="33" y="108"/>
                </a:cubicBezTo>
                <a:cubicBezTo>
                  <a:pt x="32" y="107"/>
                  <a:pt x="32" y="107"/>
                  <a:pt x="32" y="107"/>
                </a:cubicBezTo>
                <a:cubicBezTo>
                  <a:pt x="20" y="107"/>
                  <a:pt x="9" y="105"/>
                  <a:pt x="0" y="104"/>
                </a:cubicBezTo>
                <a:cubicBezTo>
                  <a:pt x="0" y="99"/>
                  <a:pt x="0" y="84"/>
                  <a:pt x="0" y="79"/>
                </a:cubicBezTo>
                <a:close/>
                <a:moveTo>
                  <a:pt x="42" y="11"/>
                </a:moveTo>
                <a:cubicBezTo>
                  <a:pt x="34" y="15"/>
                  <a:pt x="34" y="15"/>
                  <a:pt x="34" y="15"/>
                </a:cubicBezTo>
                <a:cubicBezTo>
                  <a:pt x="25" y="19"/>
                  <a:pt x="25" y="19"/>
                  <a:pt x="25" y="19"/>
                </a:cubicBezTo>
                <a:cubicBezTo>
                  <a:pt x="25" y="14"/>
                  <a:pt x="25" y="14"/>
                  <a:pt x="25" y="14"/>
                </a:cubicBezTo>
                <a:cubicBezTo>
                  <a:pt x="15" y="16"/>
                  <a:pt x="8" y="23"/>
                  <a:pt x="9" y="36"/>
                </a:cubicBezTo>
                <a:cubicBezTo>
                  <a:pt x="7" y="20"/>
                  <a:pt x="12" y="7"/>
                  <a:pt x="26" y="4"/>
                </a:cubicBezTo>
                <a:cubicBezTo>
                  <a:pt x="26" y="0"/>
                  <a:pt x="26" y="0"/>
                  <a:pt x="26" y="0"/>
                </a:cubicBezTo>
                <a:cubicBezTo>
                  <a:pt x="34" y="5"/>
                  <a:pt x="34" y="5"/>
                  <a:pt x="34" y="5"/>
                </a:cubicBezTo>
                <a:cubicBezTo>
                  <a:pt x="42" y="11"/>
                  <a:pt x="42" y="11"/>
                  <a:pt x="42" y="11"/>
                </a:cubicBezTo>
                <a:close/>
                <a:moveTo>
                  <a:pt x="40" y="51"/>
                </a:moveTo>
                <a:cubicBezTo>
                  <a:pt x="47" y="57"/>
                  <a:pt x="47" y="57"/>
                  <a:pt x="47" y="57"/>
                </a:cubicBezTo>
                <a:cubicBezTo>
                  <a:pt x="54" y="64"/>
                  <a:pt x="54" y="64"/>
                  <a:pt x="54" y="64"/>
                </a:cubicBezTo>
                <a:cubicBezTo>
                  <a:pt x="55" y="60"/>
                  <a:pt x="55" y="60"/>
                  <a:pt x="55" y="60"/>
                </a:cubicBezTo>
                <a:cubicBezTo>
                  <a:pt x="69" y="60"/>
                  <a:pt x="77" y="48"/>
                  <a:pt x="77" y="32"/>
                </a:cubicBezTo>
                <a:cubicBezTo>
                  <a:pt x="76" y="45"/>
                  <a:pt x="67" y="50"/>
                  <a:pt x="57" y="50"/>
                </a:cubicBezTo>
                <a:cubicBezTo>
                  <a:pt x="58" y="45"/>
                  <a:pt x="58" y="45"/>
                  <a:pt x="58" y="45"/>
                </a:cubicBezTo>
                <a:cubicBezTo>
                  <a:pt x="49" y="48"/>
                  <a:pt x="49" y="48"/>
                  <a:pt x="49" y="48"/>
                </a:cubicBezTo>
                <a:cubicBezTo>
                  <a:pt x="40" y="51"/>
                  <a:pt x="40" y="51"/>
                  <a:pt x="40" y="51"/>
                </a:cubicBezTo>
                <a:close/>
                <a:moveTo>
                  <a:pt x="46" y="62"/>
                </a:moveTo>
                <a:cubicBezTo>
                  <a:pt x="40" y="56"/>
                  <a:pt x="40" y="56"/>
                  <a:pt x="40" y="56"/>
                </a:cubicBezTo>
                <a:cubicBezTo>
                  <a:pt x="40" y="56"/>
                  <a:pt x="40" y="56"/>
                  <a:pt x="40" y="56"/>
                </a:cubicBezTo>
                <a:cubicBezTo>
                  <a:pt x="39" y="56"/>
                  <a:pt x="38" y="56"/>
                  <a:pt x="37" y="56"/>
                </a:cubicBezTo>
                <a:cubicBezTo>
                  <a:pt x="36" y="55"/>
                  <a:pt x="35" y="55"/>
                  <a:pt x="34" y="55"/>
                </a:cubicBezTo>
                <a:cubicBezTo>
                  <a:pt x="34" y="55"/>
                  <a:pt x="34" y="55"/>
                  <a:pt x="34" y="55"/>
                </a:cubicBezTo>
                <a:cubicBezTo>
                  <a:pt x="31" y="53"/>
                  <a:pt x="28" y="52"/>
                  <a:pt x="26" y="49"/>
                </a:cubicBezTo>
                <a:cubicBezTo>
                  <a:pt x="21" y="45"/>
                  <a:pt x="19" y="39"/>
                  <a:pt x="19" y="32"/>
                </a:cubicBezTo>
                <a:cubicBezTo>
                  <a:pt x="19" y="30"/>
                  <a:pt x="19" y="27"/>
                  <a:pt x="20" y="25"/>
                </a:cubicBezTo>
                <a:cubicBezTo>
                  <a:pt x="20" y="25"/>
                  <a:pt x="20" y="25"/>
                  <a:pt x="20" y="25"/>
                </a:cubicBezTo>
                <a:cubicBezTo>
                  <a:pt x="20" y="24"/>
                  <a:pt x="20" y="23"/>
                  <a:pt x="21" y="22"/>
                </a:cubicBezTo>
                <a:cubicBezTo>
                  <a:pt x="21" y="20"/>
                  <a:pt x="21" y="20"/>
                  <a:pt x="21" y="20"/>
                </a:cubicBezTo>
                <a:cubicBezTo>
                  <a:pt x="15" y="22"/>
                  <a:pt x="12" y="28"/>
                  <a:pt x="13" y="35"/>
                </a:cubicBezTo>
                <a:cubicBezTo>
                  <a:pt x="13" y="38"/>
                  <a:pt x="13" y="38"/>
                  <a:pt x="13" y="38"/>
                </a:cubicBezTo>
                <a:cubicBezTo>
                  <a:pt x="15" y="44"/>
                  <a:pt x="17" y="49"/>
                  <a:pt x="22" y="53"/>
                </a:cubicBezTo>
                <a:cubicBezTo>
                  <a:pt x="26" y="58"/>
                  <a:pt x="32" y="61"/>
                  <a:pt x="39" y="62"/>
                </a:cubicBezTo>
                <a:cubicBezTo>
                  <a:pt x="39" y="62"/>
                  <a:pt x="39" y="62"/>
                  <a:pt x="39" y="62"/>
                </a:cubicBezTo>
                <a:cubicBezTo>
                  <a:pt x="39" y="62"/>
                  <a:pt x="39" y="62"/>
                  <a:pt x="39" y="62"/>
                </a:cubicBezTo>
                <a:cubicBezTo>
                  <a:pt x="42" y="62"/>
                  <a:pt x="44" y="62"/>
                  <a:pt x="46" y="62"/>
                </a:cubicBezTo>
                <a:close/>
                <a:moveTo>
                  <a:pt x="43" y="27"/>
                </a:moveTo>
                <a:cubicBezTo>
                  <a:pt x="43" y="27"/>
                  <a:pt x="42" y="27"/>
                  <a:pt x="42" y="27"/>
                </a:cubicBezTo>
                <a:cubicBezTo>
                  <a:pt x="39" y="22"/>
                  <a:pt x="39" y="21"/>
                  <a:pt x="35" y="16"/>
                </a:cubicBezTo>
                <a:cubicBezTo>
                  <a:pt x="35" y="16"/>
                  <a:pt x="35" y="16"/>
                  <a:pt x="35" y="16"/>
                </a:cubicBezTo>
                <a:cubicBezTo>
                  <a:pt x="33" y="18"/>
                  <a:pt x="33" y="18"/>
                  <a:pt x="33" y="18"/>
                </a:cubicBezTo>
                <a:cubicBezTo>
                  <a:pt x="35" y="23"/>
                  <a:pt x="36" y="25"/>
                  <a:pt x="39" y="29"/>
                </a:cubicBezTo>
                <a:cubicBezTo>
                  <a:pt x="39" y="30"/>
                  <a:pt x="39" y="31"/>
                  <a:pt x="39" y="32"/>
                </a:cubicBezTo>
                <a:cubicBezTo>
                  <a:pt x="39" y="35"/>
                  <a:pt x="41" y="37"/>
                  <a:pt x="43" y="37"/>
                </a:cubicBezTo>
                <a:cubicBezTo>
                  <a:pt x="46" y="37"/>
                  <a:pt x="48" y="35"/>
                  <a:pt x="48" y="32"/>
                </a:cubicBezTo>
                <a:cubicBezTo>
                  <a:pt x="48" y="32"/>
                  <a:pt x="48" y="31"/>
                  <a:pt x="48" y="31"/>
                </a:cubicBezTo>
                <a:cubicBezTo>
                  <a:pt x="51" y="28"/>
                  <a:pt x="51" y="28"/>
                  <a:pt x="54" y="24"/>
                </a:cubicBezTo>
                <a:cubicBezTo>
                  <a:pt x="53" y="23"/>
                  <a:pt x="52" y="23"/>
                  <a:pt x="52" y="22"/>
                </a:cubicBezTo>
                <a:cubicBezTo>
                  <a:pt x="49" y="24"/>
                  <a:pt x="48" y="25"/>
                  <a:pt x="45" y="28"/>
                </a:cubicBezTo>
                <a:cubicBezTo>
                  <a:pt x="45" y="27"/>
                  <a:pt x="44" y="27"/>
                  <a:pt x="43" y="27"/>
                </a:cubicBezTo>
                <a:close/>
                <a:moveTo>
                  <a:pt x="47" y="2"/>
                </a:moveTo>
                <a:cubicBezTo>
                  <a:pt x="44" y="1"/>
                  <a:pt x="40" y="2"/>
                  <a:pt x="37" y="2"/>
                </a:cubicBezTo>
                <a:cubicBezTo>
                  <a:pt x="37" y="2"/>
                  <a:pt x="37" y="2"/>
                  <a:pt x="37" y="2"/>
                </a:cubicBezTo>
                <a:cubicBezTo>
                  <a:pt x="45" y="8"/>
                  <a:pt x="45" y="8"/>
                  <a:pt x="45" y="8"/>
                </a:cubicBezTo>
                <a:cubicBezTo>
                  <a:pt x="45" y="8"/>
                  <a:pt x="46" y="8"/>
                  <a:pt x="46" y="8"/>
                </a:cubicBezTo>
                <a:cubicBezTo>
                  <a:pt x="46" y="8"/>
                  <a:pt x="46" y="8"/>
                  <a:pt x="46" y="8"/>
                </a:cubicBezTo>
                <a:cubicBezTo>
                  <a:pt x="47" y="8"/>
                  <a:pt x="48" y="8"/>
                  <a:pt x="49" y="9"/>
                </a:cubicBezTo>
                <a:cubicBezTo>
                  <a:pt x="51" y="9"/>
                  <a:pt x="53" y="10"/>
                  <a:pt x="54" y="10"/>
                </a:cubicBezTo>
                <a:cubicBezTo>
                  <a:pt x="54" y="10"/>
                  <a:pt x="54" y="10"/>
                  <a:pt x="54" y="10"/>
                </a:cubicBezTo>
                <a:cubicBezTo>
                  <a:pt x="54" y="10"/>
                  <a:pt x="54" y="10"/>
                  <a:pt x="54" y="10"/>
                </a:cubicBezTo>
                <a:cubicBezTo>
                  <a:pt x="57" y="12"/>
                  <a:pt x="59" y="13"/>
                  <a:pt x="60" y="15"/>
                </a:cubicBezTo>
                <a:cubicBezTo>
                  <a:pt x="61" y="16"/>
                  <a:pt x="62" y="16"/>
                  <a:pt x="62" y="17"/>
                </a:cubicBezTo>
                <a:cubicBezTo>
                  <a:pt x="63" y="18"/>
                  <a:pt x="64" y="19"/>
                  <a:pt x="64" y="20"/>
                </a:cubicBezTo>
                <a:cubicBezTo>
                  <a:pt x="65" y="22"/>
                  <a:pt x="66" y="24"/>
                  <a:pt x="67" y="27"/>
                </a:cubicBezTo>
                <a:cubicBezTo>
                  <a:pt x="67" y="27"/>
                  <a:pt x="67" y="27"/>
                  <a:pt x="67" y="27"/>
                </a:cubicBezTo>
                <a:cubicBezTo>
                  <a:pt x="67" y="27"/>
                  <a:pt x="67" y="27"/>
                  <a:pt x="67" y="27"/>
                </a:cubicBezTo>
                <a:cubicBezTo>
                  <a:pt x="67" y="29"/>
                  <a:pt x="67" y="30"/>
                  <a:pt x="67" y="32"/>
                </a:cubicBezTo>
                <a:cubicBezTo>
                  <a:pt x="67" y="33"/>
                  <a:pt x="67" y="34"/>
                  <a:pt x="67" y="35"/>
                </a:cubicBezTo>
                <a:cubicBezTo>
                  <a:pt x="67" y="35"/>
                  <a:pt x="67" y="35"/>
                  <a:pt x="67" y="35"/>
                </a:cubicBezTo>
                <a:cubicBezTo>
                  <a:pt x="67" y="36"/>
                  <a:pt x="67" y="37"/>
                  <a:pt x="67" y="38"/>
                </a:cubicBezTo>
                <a:cubicBezTo>
                  <a:pt x="66" y="41"/>
                  <a:pt x="65" y="43"/>
                  <a:pt x="64" y="45"/>
                </a:cubicBezTo>
                <a:cubicBezTo>
                  <a:pt x="69" y="43"/>
                  <a:pt x="72" y="39"/>
                  <a:pt x="73" y="32"/>
                </a:cubicBezTo>
                <a:cubicBezTo>
                  <a:pt x="73" y="29"/>
                  <a:pt x="73" y="29"/>
                  <a:pt x="73" y="29"/>
                </a:cubicBezTo>
                <a:cubicBezTo>
                  <a:pt x="73" y="28"/>
                  <a:pt x="73" y="27"/>
                  <a:pt x="73" y="26"/>
                </a:cubicBezTo>
                <a:cubicBezTo>
                  <a:pt x="73" y="26"/>
                  <a:pt x="73" y="26"/>
                  <a:pt x="73" y="26"/>
                </a:cubicBezTo>
                <a:cubicBezTo>
                  <a:pt x="73" y="26"/>
                  <a:pt x="73" y="26"/>
                  <a:pt x="73" y="26"/>
                </a:cubicBezTo>
                <a:cubicBezTo>
                  <a:pt x="72" y="21"/>
                  <a:pt x="70" y="17"/>
                  <a:pt x="67" y="14"/>
                </a:cubicBezTo>
                <a:cubicBezTo>
                  <a:pt x="64" y="10"/>
                  <a:pt x="61" y="7"/>
                  <a:pt x="57" y="5"/>
                </a:cubicBezTo>
                <a:cubicBezTo>
                  <a:pt x="57" y="5"/>
                  <a:pt x="57" y="5"/>
                  <a:pt x="57" y="5"/>
                </a:cubicBezTo>
                <a:cubicBezTo>
                  <a:pt x="57" y="5"/>
                  <a:pt x="57" y="5"/>
                  <a:pt x="57" y="5"/>
                </a:cubicBezTo>
                <a:cubicBezTo>
                  <a:pt x="54" y="3"/>
                  <a:pt x="51" y="2"/>
                  <a:pt x="47" y="2"/>
                </a:cubicBezTo>
                <a:cubicBezTo>
                  <a:pt x="47" y="2"/>
                  <a:pt x="47" y="2"/>
                  <a:pt x="47" y="2"/>
                </a:cubicBezTo>
                <a:cubicBezTo>
                  <a:pt x="47" y="2"/>
                  <a:pt x="47" y="2"/>
                  <a:pt x="47" y="2"/>
                </a:cubicBezTo>
                <a:close/>
                <a:moveTo>
                  <a:pt x="57" y="18"/>
                </a:moveTo>
                <a:cubicBezTo>
                  <a:pt x="59" y="16"/>
                  <a:pt x="59" y="16"/>
                  <a:pt x="59" y="16"/>
                </a:cubicBezTo>
                <a:cubicBezTo>
                  <a:pt x="60" y="16"/>
                  <a:pt x="60" y="16"/>
                  <a:pt x="60" y="16"/>
                </a:cubicBezTo>
                <a:cubicBezTo>
                  <a:pt x="58" y="18"/>
                  <a:pt x="58" y="18"/>
                  <a:pt x="58" y="18"/>
                </a:cubicBezTo>
                <a:cubicBezTo>
                  <a:pt x="57" y="18"/>
                  <a:pt x="57" y="18"/>
                  <a:pt x="57" y="18"/>
                </a:cubicBezTo>
                <a:close/>
                <a:moveTo>
                  <a:pt x="59" y="31"/>
                </a:moveTo>
                <a:cubicBezTo>
                  <a:pt x="66" y="31"/>
                  <a:pt x="66" y="31"/>
                  <a:pt x="66" y="31"/>
                </a:cubicBezTo>
                <a:cubicBezTo>
                  <a:pt x="66" y="33"/>
                  <a:pt x="66" y="33"/>
                  <a:pt x="66" y="33"/>
                </a:cubicBezTo>
                <a:cubicBezTo>
                  <a:pt x="59" y="33"/>
                  <a:pt x="59" y="33"/>
                  <a:pt x="59" y="33"/>
                </a:cubicBezTo>
                <a:cubicBezTo>
                  <a:pt x="59" y="31"/>
                  <a:pt x="59" y="31"/>
                  <a:pt x="59" y="31"/>
                </a:cubicBezTo>
                <a:close/>
                <a:moveTo>
                  <a:pt x="20" y="31"/>
                </a:moveTo>
                <a:cubicBezTo>
                  <a:pt x="20" y="33"/>
                  <a:pt x="20" y="33"/>
                  <a:pt x="20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31"/>
                  <a:pt x="26" y="31"/>
                  <a:pt x="26" y="31"/>
                </a:cubicBezTo>
                <a:cubicBezTo>
                  <a:pt x="20" y="31"/>
                  <a:pt x="20" y="31"/>
                  <a:pt x="20" y="31"/>
                </a:cubicBezTo>
                <a:close/>
                <a:moveTo>
                  <a:pt x="29" y="46"/>
                </a:moveTo>
                <a:cubicBezTo>
                  <a:pt x="27" y="48"/>
                  <a:pt x="27" y="48"/>
                  <a:pt x="27" y="48"/>
                </a:cubicBezTo>
                <a:cubicBezTo>
                  <a:pt x="26" y="48"/>
                  <a:pt x="26" y="48"/>
                  <a:pt x="26" y="48"/>
                </a:cubicBezTo>
                <a:cubicBezTo>
                  <a:pt x="28" y="46"/>
                  <a:pt x="28" y="46"/>
                  <a:pt x="28" y="46"/>
                </a:cubicBezTo>
                <a:cubicBezTo>
                  <a:pt x="29" y="46"/>
                  <a:pt x="29" y="46"/>
                  <a:pt x="29" y="46"/>
                </a:cubicBezTo>
                <a:close/>
                <a:moveTo>
                  <a:pt x="41" y="71"/>
                </a:moveTo>
                <a:cubicBezTo>
                  <a:pt x="39" y="74"/>
                  <a:pt x="39" y="74"/>
                  <a:pt x="39" y="74"/>
                </a:cubicBezTo>
                <a:cubicBezTo>
                  <a:pt x="42" y="79"/>
                  <a:pt x="42" y="79"/>
                  <a:pt x="42" y="79"/>
                </a:cubicBezTo>
                <a:cubicBezTo>
                  <a:pt x="42" y="79"/>
                  <a:pt x="42" y="79"/>
                  <a:pt x="42" y="79"/>
                </a:cubicBezTo>
                <a:cubicBezTo>
                  <a:pt x="42" y="80"/>
                  <a:pt x="42" y="80"/>
                  <a:pt x="42" y="80"/>
                </a:cubicBezTo>
                <a:cubicBezTo>
                  <a:pt x="37" y="105"/>
                  <a:pt x="37" y="105"/>
                  <a:pt x="37" y="105"/>
                </a:cubicBezTo>
                <a:cubicBezTo>
                  <a:pt x="44" y="110"/>
                  <a:pt x="44" y="110"/>
                  <a:pt x="44" y="110"/>
                </a:cubicBezTo>
                <a:cubicBezTo>
                  <a:pt x="53" y="105"/>
                  <a:pt x="53" y="105"/>
                  <a:pt x="53" y="105"/>
                </a:cubicBezTo>
                <a:cubicBezTo>
                  <a:pt x="47" y="80"/>
                  <a:pt x="47" y="80"/>
                  <a:pt x="47" y="80"/>
                </a:cubicBezTo>
                <a:cubicBezTo>
                  <a:pt x="46" y="79"/>
                  <a:pt x="46" y="79"/>
                  <a:pt x="46" y="79"/>
                </a:cubicBezTo>
                <a:cubicBezTo>
                  <a:pt x="47" y="79"/>
                  <a:pt x="47" y="79"/>
                  <a:pt x="47" y="79"/>
                </a:cubicBezTo>
                <a:cubicBezTo>
                  <a:pt x="50" y="74"/>
                  <a:pt x="50" y="74"/>
                  <a:pt x="50" y="74"/>
                </a:cubicBezTo>
                <a:cubicBezTo>
                  <a:pt x="48" y="71"/>
                  <a:pt x="48" y="71"/>
                  <a:pt x="48" y="71"/>
                </a:cubicBezTo>
                <a:lnTo>
                  <a:pt x="41" y="71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Freeform 67"/>
          <p:cNvSpPr>
            <a:spLocks noEditPoints="1"/>
          </p:cNvSpPr>
          <p:nvPr/>
        </p:nvSpPr>
        <p:spPr bwMode="auto">
          <a:xfrm>
            <a:off x="4955463" y="2649758"/>
            <a:ext cx="288925" cy="276225"/>
          </a:xfrm>
          <a:custGeom>
            <a:avLst/>
            <a:gdLst>
              <a:gd name="T0" fmla="*/ 0 w 77"/>
              <a:gd name="T1" fmla="*/ 85 h 98"/>
              <a:gd name="T2" fmla="*/ 29 w 77"/>
              <a:gd name="T3" fmla="*/ 98 h 98"/>
              <a:gd name="T4" fmla="*/ 30 w 77"/>
              <a:gd name="T5" fmla="*/ 98 h 98"/>
              <a:gd name="T6" fmla="*/ 30 w 77"/>
              <a:gd name="T7" fmla="*/ 98 h 98"/>
              <a:gd name="T8" fmla="*/ 31 w 77"/>
              <a:gd name="T9" fmla="*/ 98 h 98"/>
              <a:gd name="T10" fmla="*/ 33 w 77"/>
              <a:gd name="T11" fmla="*/ 98 h 98"/>
              <a:gd name="T12" fmla="*/ 33 w 77"/>
              <a:gd name="T13" fmla="*/ 98 h 98"/>
              <a:gd name="T14" fmla="*/ 34 w 77"/>
              <a:gd name="T15" fmla="*/ 98 h 98"/>
              <a:gd name="T16" fmla="*/ 35 w 77"/>
              <a:gd name="T17" fmla="*/ 98 h 98"/>
              <a:gd name="T18" fmla="*/ 36 w 77"/>
              <a:gd name="T19" fmla="*/ 98 h 98"/>
              <a:gd name="T20" fmla="*/ 37 w 77"/>
              <a:gd name="T21" fmla="*/ 98 h 98"/>
              <a:gd name="T22" fmla="*/ 38 w 77"/>
              <a:gd name="T23" fmla="*/ 98 h 98"/>
              <a:gd name="T24" fmla="*/ 39 w 77"/>
              <a:gd name="T25" fmla="*/ 98 h 98"/>
              <a:gd name="T26" fmla="*/ 40 w 77"/>
              <a:gd name="T27" fmla="*/ 98 h 98"/>
              <a:gd name="T28" fmla="*/ 41 w 77"/>
              <a:gd name="T29" fmla="*/ 98 h 98"/>
              <a:gd name="T30" fmla="*/ 42 w 77"/>
              <a:gd name="T31" fmla="*/ 98 h 98"/>
              <a:gd name="T32" fmla="*/ 43 w 77"/>
              <a:gd name="T33" fmla="*/ 98 h 98"/>
              <a:gd name="T34" fmla="*/ 43 w 77"/>
              <a:gd name="T35" fmla="*/ 98 h 98"/>
              <a:gd name="T36" fmla="*/ 44 w 77"/>
              <a:gd name="T37" fmla="*/ 98 h 98"/>
              <a:gd name="T38" fmla="*/ 45 w 77"/>
              <a:gd name="T39" fmla="*/ 98 h 98"/>
              <a:gd name="T40" fmla="*/ 46 w 77"/>
              <a:gd name="T41" fmla="*/ 98 h 98"/>
              <a:gd name="T42" fmla="*/ 47 w 77"/>
              <a:gd name="T43" fmla="*/ 98 h 98"/>
              <a:gd name="T44" fmla="*/ 47 w 77"/>
              <a:gd name="T45" fmla="*/ 98 h 98"/>
              <a:gd name="T46" fmla="*/ 77 w 77"/>
              <a:gd name="T47" fmla="*/ 85 h 98"/>
              <a:gd name="T48" fmla="*/ 22 w 77"/>
              <a:gd name="T49" fmla="*/ 33 h 98"/>
              <a:gd name="T50" fmla="*/ 25 w 77"/>
              <a:gd name="T51" fmla="*/ 20 h 98"/>
              <a:gd name="T52" fmla="*/ 22 w 77"/>
              <a:gd name="T53" fmla="*/ 0 h 98"/>
              <a:gd name="T54" fmla="*/ 27 w 77"/>
              <a:gd name="T55" fmla="*/ 6 h 98"/>
              <a:gd name="T56" fmla="*/ 35 w 77"/>
              <a:gd name="T57" fmla="*/ 0 h 98"/>
              <a:gd name="T58" fmla="*/ 40 w 77"/>
              <a:gd name="T59" fmla="*/ 6 h 98"/>
              <a:gd name="T60" fmla="*/ 48 w 77"/>
              <a:gd name="T61" fmla="*/ 0 h 98"/>
              <a:gd name="T62" fmla="*/ 50 w 77"/>
              <a:gd name="T63" fmla="*/ 6 h 98"/>
              <a:gd name="T64" fmla="*/ 59 w 77"/>
              <a:gd name="T65" fmla="*/ 1 h 98"/>
              <a:gd name="T66" fmla="*/ 18 w 77"/>
              <a:gd name="T67" fmla="*/ 31 h 98"/>
              <a:gd name="T68" fmla="*/ 18 w 77"/>
              <a:gd name="T69" fmla="*/ 22 h 98"/>
              <a:gd name="T70" fmla="*/ 63 w 77"/>
              <a:gd name="T71" fmla="*/ 26 h 98"/>
              <a:gd name="T72" fmla="*/ 18 w 77"/>
              <a:gd name="T73" fmla="*/ 31 h 98"/>
              <a:gd name="T74" fmla="*/ 43 w 77"/>
              <a:gd name="T75" fmla="*/ 86 h 98"/>
              <a:gd name="T76" fmla="*/ 35 w 77"/>
              <a:gd name="T77" fmla="*/ 84 h 98"/>
              <a:gd name="T78" fmla="*/ 30 w 77"/>
              <a:gd name="T79" fmla="*/ 69 h 98"/>
              <a:gd name="T80" fmla="*/ 37 w 77"/>
              <a:gd name="T81" fmla="*/ 78 h 98"/>
              <a:gd name="T82" fmla="*/ 40 w 77"/>
              <a:gd name="T83" fmla="*/ 78 h 98"/>
              <a:gd name="T84" fmla="*/ 39 w 77"/>
              <a:gd name="T85" fmla="*/ 70 h 98"/>
              <a:gd name="T86" fmla="*/ 30 w 77"/>
              <a:gd name="T87" fmla="*/ 57 h 98"/>
              <a:gd name="T88" fmla="*/ 35 w 77"/>
              <a:gd name="T89" fmla="*/ 46 h 98"/>
              <a:gd name="T90" fmla="*/ 43 w 77"/>
              <a:gd name="T91" fmla="*/ 44 h 98"/>
              <a:gd name="T92" fmla="*/ 48 w 77"/>
              <a:gd name="T93" fmla="*/ 53 h 98"/>
              <a:gd name="T94" fmla="*/ 40 w 77"/>
              <a:gd name="T95" fmla="*/ 59 h 98"/>
              <a:gd name="T96" fmla="*/ 39 w 77"/>
              <a:gd name="T97" fmla="*/ 51 h 98"/>
              <a:gd name="T98" fmla="*/ 38 w 77"/>
              <a:gd name="T99" fmla="*/ 56 h 98"/>
              <a:gd name="T100" fmla="*/ 47 w 77"/>
              <a:gd name="T101" fmla="*/ 68 h 98"/>
              <a:gd name="T102" fmla="*/ 49 w 77"/>
              <a:gd name="T103" fmla="*/ 77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7" h="98">
                <a:moveTo>
                  <a:pt x="22" y="33"/>
                </a:moveTo>
                <a:cubicBezTo>
                  <a:pt x="11" y="49"/>
                  <a:pt x="4" y="66"/>
                  <a:pt x="0" y="85"/>
                </a:cubicBezTo>
                <a:cubicBezTo>
                  <a:pt x="1" y="91"/>
                  <a:pt x="5" y="96"/>
                  <a:pt x="11" y="98"/>
                </a:cubicBezTo>
                <a:cubicBezTo>
                  <a:pt x="29" y="98"/>
                  <a:pt x="29" y="98"/>
                  <a:pt x="29" y="98"/>
                </a:cubicBezTo>
                <a:cubicBezTo>
                  <a:pt x="30" y="98"/>
                  <a:pt x="30" y="98"/>
                  <a:pt x="30" y="98"/>
                </a:cubicBezTo>
                <a:cubicBezTo>
                  <a:pt x="30" y="98"/>
                  <a:pt x="30" y="98"/>
                  <a:pt x="30" y="98"/>
                </a:cubicBezTo>
                <a:cubicBezTo>
                  <a:pt x="30" y="98"/>
                  <a:pt x="30" y="98"/>
                  <a:pt x="30" y="98"/>
                </a:cubicBezTo>
                <a:cubicBezTo>
                  <a:pt x="30" y="98"/>
                  <a:pt x="30" y="98"/>
                  <a:pt x="30" y="98"/>
                </a:cubicBezTo>
                <a:cubicBezTo>
                  <a:pt x="31" y="98"/>
                  <a:pt x="31" y="98"/>
                  <a:pt x="31" y="98"/>
                </a:cubicBezTo>
                <a:cubicBezTo>
                  <a:pt x="31" y="98"/>
                  <a:pt x="31" y="98"/>
                  <a:pt x="31" y="98"/>
                </a:cubicBezTo>
                <a:cubicBezTo>
                  <a:pt x="32" y="98"/>
                  <a:pt x="32" y="98"/>
                  <a:pt x="32" y="98"/>
                </a:cubicBezTo>
                <a:cubicBezTo>
                  <a:pt x="33" y="98"/>
                  <a:pt x="33" y="98"/>
                  <a:pt x="33" y="98"/>
                </a:cubicBezTo>
                <a:cubicBezTo>
                  <a:pt x="33" y="98"/>
                  <a:pt x="33" y="98"/>
                  <a:pt x="33" y="98"/>
                </a:cubicBezTo>
                <a:cubicBezTo>
                  <a:pt x="33" y="98"/>
                  <a:pt x="33" y="98"/>
                  <a:pt x="33" y="98"/>
                </a:cubicBezTo>
                <a:cubicBezTo>
                  <a:pt x="34" y="98"/>
                  <a:pt x="34" y="98"/>
                  <a:pt x="34" y="98"/>
                </a:cubicBezTo>
                <a:cubicBezTo>
                  <a:pt x="34" y="98"/>
                  <a:pt x="34" y="98"/>
                  <a:pt x="34" y="98"/>
                </a:cubicBezTo>
                <a:cubicBezTo>
                  <a:pt x="34" y="98"/>
                  <a:pt x="34" y="98"/>
                  <a:pt x="34" y="98"/>
                </a:cubicBezTo>
                <a:cubicBezTo>
                  <a:pt x="35" y="98"/>
                  <a:pt x="35" y="98"/>
                  <a:pt x="35" y="98"/>
                </a:cubicBezTo>
                <a:cubicBezTo>
                  <a:pt x="35" y="98"/>
                  <a:pt x="35" y="98"/>
                  <a:pt x="35" y="98"/>
                </a:cubicBezTo>
                <a:cubicBezTo>
                  <a:pt x="36" y="98"/>
                  <a:pt x="36" y="98"/>
                  <a:pt x="36" y="98"/>
                </a:cubicBezTo>
                <a:cubicBezTo>
                  <a:pt x="37" y="98"/>
                  <a:pt x="37" y="98"/>
                  <a:pt x="37" y="98"/>
                </a:cubicBezTo>
                <a:cubicBezTo>
                  <a:pt x="37" y="98"/>
                  <a:pt x="37" y="98"/>
                  <a:pt x="37" y="98"/>
                </a:cubicBezTo>
                <a:cubicBezTo>
                  <a:pt x="37" y="98"/>
                  <a:pt x="37" y="98"/>
                  <a:pt x="37" y="98"/>
                </a:cubicBezTo>
                <a:cubicBezTo>
                  <a:pt x="38" y="98"/>
                  <a:pt x="38" y="98"/>
                  <a:pt x="38" y="98"/>
                </a:cubicBezTo>
                <a:cubicBezTo>
                  <a:pt x="38" y="98"/>
                  <a:pt x="38" y="98"/>
                  <a:pt x="38" y="98"/>
                </a:cubicBezTo>
                <a:cubicBezTo>
                  <a:pt x="39" y="98"/>
                  <a:pt x="39" y="98"/>
                  <a:pt x="39" y="98"/>
                </a:cubicBezTo>
                <a:cubicBezTo>
                  <a:pt x="39" y="98"/>
                  <a:pt x="39" y="98"/>
                  <a:pt x="39" y="98"/>
                </a:cubicBezTo>
                <a:cubicBezTo>
                  <a:pt x="40" y="98"/>
                  <a:pt x="40" y="98"/>
                  <a:pt x="40" y="98"/>
                </a:cubicBezTo>
                <a:cubicBezTo>
                  <a:pt x="40" y="98"/>
                  <a:pt x="40" y="98"/>
                  <a:pt x="40" y="98"/>
                </a:cubicBezTo>
                <a:cubicBezTo>
                  <a:pt x="41" y="98"/>
                  <a:pt x="41" y="98"/>
                  <a:pt x="41" y="98"/>
                </a:cubicBezTo>
                <a:cubicBezTo>
                  <a:pt x="41" y="98"/>
                  <a:pt x="41" y="98"/>
                  <a:pt x="41" y="98"/>
                </a:cubicBezTo>
                <a:cubicBezTo>
                  <a:pt x="42" y="98"/>
                  <a:pt x="42" y="98"/>
                  <a:pt x="42" y="98"/>
                </a:cubicBezTo>
                <a:cubicBezTo>
                  <a:pt x="42" y="98"/>
                  <a:pt x="42" y="98"/>
                  <a:pt x="42" y="98"/>
                </a:cubicBezTo>
                <a:cubicBezTo>
                  <a:pt x="43" y="98"/>
                  <a:pt x="43" y="98"/>
                  <a:pt x="43" y="98"/>
                </a:cubicBezTo>
                <a:cubicBezTo>
                  <a:pt x="43" y="98"/>
                  <a:pt x="43" y="98"/>
                  <a:pt x="43" y="98"/>
                </a:cubicBezTo>
                <a:cubicBezTo>
                  <a:pt x="43" y="98"/>
                  <a:pt x="43" y="98"/>
                  <a:pt x="43" y="98"/>
                </a:cubicBezTo>
                <a:cubicBezTo>
                  <a:pt x="43" y="98"/>
                  <a:pt x="43" y="98"/>
                  <a:pt x="43" y="98"/>
                </a:cubicBezTo>
                <a:cubicBezTo>
                  <a:pt x="44" y="98"/>
                  <a:pt x="44" y="98"/>
                  <a:pt x="44" y="98"/>
                </a:cubicBezTo>
                <a:cubicBezTo>
                  <a:pt x="45" y="98"/>
                  <a:pt x="45" y="98"/>
                  <a:pt x="45" y="98"/>
                </a:cubicBezTo>
                <a:cubicBezTo>
                  <a:pt x="45" y="98"/>
                  <a:pt x="45" y="98"/>
                  <a:pt x="45" y="98"/>
                </a:cubicBezTo>
                <a:cubicBezTo>
                  <a:pt x="46" y="98"/>
                  <a:pt x="46" y="98"/>
                  <a:pt x="46" y="98"/>
                </a:cubicBezTo>
                <a:cubicBezTo>
                  <a:pt x="46" y="98"/>
                  <a:pt x="46" y="98"/>
                  <a:pt x="46" y="98"/>
                </a:cubicBezTo>
                <a:cubicBezTo>
                  <a:pt x="46" y="98"/>
                  <a:pt x="46" y="98"/>
                  <a:pt x="46" y="98"/>
                </a:cubicBezTo>
                <a:cubicBezTo>
                  <a:pt x="47" y="98"/>
                  <a:pt x="47" y="98"/>
                  <a:pt x="47" y="98"/>
                </a:cubicBezTo>
                <a:cubicBezTo>
                  <a:pt x="47" y="98"/>
                  <a:pt x="47" y="98"/>
                  <a:pt x="47" y="98"/>
                </a:cubicBezTo>
                <a:cubicBezTo>
                  <a:pt x="47" y="98"/>
                  <a:pt x="47" y="98"/>
                  <a:pt x="47" y="98"/>
                </a:cubicBezTo>
                <a:cubicBezTo>
                  <a:pt x="66" y="98"/>
                  <a:pt x="66" y="98"/>
                  <a:pt x="66" y="98"/>
                </a:cubicBezTo>
                <a:cubicBezTo>
                  <a:pt x="72" y="96"/>
                  <a:pt x="75" y="91"/>
                  <a:pt x="77" y="85"/>
                </a:cubicBezTo>
                <a:cubicBezTo>
                  <a:pt x="72" y="66"/>
                  <a:pt x="66" y="49"/>
                  <a:pt x="55" y="33"/>
                </a:cubicBezTo>
                <a:cubicBezTo>
                  <a:pt x="44" y="33"/>
                  <a:pt x="33" y="33"/>
                  <a:pt x="22" y="33"/>
                </a:cubicBezTo>
                <a:close/>
                <a:moveTo>
                  <a:pt x="50" y="20"/>
                </a:moveTo>
                <a:cubicBezTo>
                  <a:pt x="42" y="20"/>
                  <a:pt x="34" y="20"/>
                  <a:pt x="25" y="20"/>
                </a:cubicBezTo>
                <a:cubicBezTo>
                  <a:pt x="16" y="1"/>
                  <a:pt x="16" y="1"/>
                  <a:pt x="16" y="1"/>
                </a:cubicBezTo>
                <a:cubicBezTo>
                  <a:pt x="22" y="0"/>
                  <a:pt x="22" y="0"/>
                  <a:pt x="22" y="0"/>
                </a:cubicBezTo>
                <a:cubicBezTo>
                  <a:pt x="25" y="6"/>
                  <a:pt x="25" y="6"/>
                  <a:pt x="25" y="6"/>
                </a:cubicBezTo>
                <a:cubicBezTo>
                  <a:pt x="27" y="6"/>
                  <a:pt x="27" y="6"/>
                  <a:pt x="27" y="6"/>
                </a:cubicBezTo>
                <a:cubicBezTo>
                  <a:pt x="27" y="0"/>
                  <a:pt x="27" y="0"/>
                  <a:pt x="27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6" y="6"/>
                  <a:pt x="36" y="6"/>
                  <a:pt x="36" y="6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0"/>
                  <a:pt x="40" y="0"/>
                  <a:pt x="40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8" y="6"/>
                  <a:pt x="48" y="6"/>
                  <a:pt x="48" y="6"/>
                </a:cubicBezTo>
                <a:cubicBezTo>
                  <a:pt x="50" y="6"/>
                  <a:pt x="50" y="6"/>
                  <a:pt x="50" y="6"/>
                </a:cubicBezTo>
                <a:cubicBezTo>
                  <a:pt x="53" y="0"/>
                  <a:pt x="53" y="0"/>
                  <a:pt x="53" y="0"/>
                </a:cubicBezTo>
                <a:cubicBezTo>
                  <a:pt x="59" y="1"/>
                  <a:pt x="59" y="1"/>
                  <a:pt x="59" y="1"/>
                </a:cubicBezTo>
                <a:cubicBezTo>
                  <a:pt x="50" y="20"/>
                  <a:pt x="50" y="20"/>
                  <a:pt x="50" y="20"/>
                </a:cubicBezTo>
                <a:close/>
                <a:moveTo>
                  <a:pt x="18" y="31"/>
                </a:moveTo>
                <a:cubicBezTo>
                  <a:pt x="16" y="31"/>
                  <a:pt x="14" y="29"/>
                  <a:pt x="14" y="26"/>
                </a:cubicBezTo>
                <a:cubicBezTo>
                  <a:pt x="14" y="24"/>
                  <a:pt x="16" y="22"/>
                  <a:pt x="18" y="22"/>
                </a:cubicBezTo>
                <a:cubicBezTo>
                  <a:pt x="59" y="22"/>
                  <a:pt x="59" y="22"/>
                  <a:pt x="59" y="22"/>
                </a:cubicBezTo>
                <a:cubicBezTo>
                  <a:pt x="61" y="22"/>
                  <a:pt x="63" y="24"/>
                  <a:pt x="63" y="26"/>
                </a:cubicBezTo>
                <a:cubicBezTo>
                  <a:pt x="63" y="29"/>
                  <a:pt x="61" y="31"/>
                  <a:pt x="59" y="31"/>
                </a:cubicBezTo>
                <a:cubicBezTo>
                  <a:pt x="18" y="31"/>
                  <a:pt x="18" y="31"/>
                  <a:pt x="18" y="31"/>
                </a:cubicBezTo>
                <a:close/>
                <a:moveTo>
                  <a:pt x="43" y="84"/>
                </a:moveTo>
                <a:cubicBezTo>
                  <a:pt x="43" y="86"/>
                  <a:pt x="43" y="86"/>
                  <a:pt x="43" y="86"/>
                </a:cubicBezTo>
                <a:cubicBezTo>
                  <a:pt x="35" y="86"/>
                  <a:pt x="35" y="86"/>
                  <a:pt x="35" y="86"/>
                </a:cubicBezTo>
                <a:cubicBezTo>
                  <a:pt x="35" y="84"/>
                  <a:pt x="35" y="84"/>
                  <a:pt x="35" y="84"/>
                </a:cubicBezTo>
                <a:cubicBezTo>
                  <a:pt x="32" y="83"/>
                  <a:pt x="30" y="81"/>
                  <a:pt x="30" y="77"/>
                </a:cubicBezTo>
                <a:cubicBezTo>
                  <a:pt x="30" y="69"/>
                  <a:pt x="30" y="69"/>
                  <a:pt x="30" y="69"/>
                </a:cubicBezTo>
                <a:cubicBezTo>
                  <a:pt x="37" y="69"/>
                  <a:pt x="37" y="69"/>
                  <a:pt x="37" y="69"/>
                </a:cubicBezTo>
                <a:cubicBezTo>
                  <a:pt x="37" y="78"/>
                  <a:pt x="37" y="78"/>
                  <a:pt x="37" y="78"/>
                </a:cubicBezTo>
                <a:cubicBezTo>
                  <a:pt x="37" y="78"/>
                  <a:pt x="38" y="79"/>
                  <a:pt x="39" y="79"/>
                </a:cubicBezTo>
                <a:cubicBezTo>
                  <a:pt x="40" y="79"/>
                  <a:pt x="40" y="78"/>
                  <a:pt x="40" y="78"/>
                </a:cubicBezTo>
                <a:cubicBezTo>
                  <a:pt x="40" y="73"/>
                  <a:pt x="40" y="73"/>
                  <a:pt x="40" y="73"/>
                </a:cubicBezTo>
                <a:cubicBezTo>
                  <a:pt x="40" y="72"/>
                  <a:pt x="40" y="71"/>
                  <a:pt x="39" y="70"/>
                </a:cubicBezTo>
                <a:cubicBezTo>
                  <a:pt x="38" y="69"/>
                  <a:pt x="36" y="67"/>
                  <a:pt x="32" y="63"/>
                </a:cubicBezTo>
                <a:cubicBezTo>
                  <a:pt x="31" y="61"/>
                  <a:pt x="30" y="59"/>
                  <a:pt x="30" y="57"/>
                </a:cubicBezTo>
                <a:cubicBezTo>
                  <a:pt x="30" y="53"/>
                  <a:pt x="30" y="53"/>
                  <a:pt x="30" y="53"/>
                </a:cubicBezTo>
                <a:cubicBezTo>
                  <a:pt x="30" y="49"/>
                  <a:pt x="32" y="47"/>
                  <a:pt x="35" y="46"/>
                </a:cubicBezTo>
                <a:cubicBezTo>
                  <a:pt x="35" y="44"/>
                  <a:pt x="35" y="44"/>
                  <a:pt x="35" y="44"/>
                </a:cubicBezTo>
                <a:cubicBezTo>
                  <a:pt x="43" y="44"/>
                  <a:pt x="43" y="44"/>
                  <a:pt x="43" y="44"/>
                </a:cubicBezTo>
                <a:cubicBezTo>
                  <a:pt x="43" y="46"/>
                  <a:pt x="43" y="46"/>
                  <a:pt x="43" y="46"/>
                </a:cubicBezTo>
                <a:cubicBezTo>
                  <a:pt x="46" y="47"/>
                  <a:pt x="48" y="49"/>
                  <a:pt x="48" y="53"/>
                </a:cubicBezTo>
                <a:cubicBezTo>
                  <a:pt x="48" y="59"/>
                  <a:pt x="48" y="59"/>
                  <a:pt x="48" y="59"/>
                </a:cubicBezTo>
                <a:cubicBezTo>
                  <a:pt x="40" y="59"/>
                  <a:pt x="40" y="59"/>
                  <a:pt x="40" y="59"/>
                </a:cubicBezTo>
                <a:cubicBezTo>
                  <a:pt x="40" y="52"/>
                  <a:pt x="40" y="52"/>
                  <a:pt x="40" y="52"/>
                </a:cubicBezTo>
                <a:cubicBezTo>
                  <a:pt x="40" y="51"/>
                  <a:pt x="40" y="51"/>
                  <a:pt x="39" y="51"/>
                </a:cubicBezTo>
                <a:cubicBezTo>
                  <a:pt x="38" y="51"/>
                  <a:pt x="38" y="52"/>
                  <a:pt x="38" y="53"/>
                </a:cubicBezTo>
                <a:cubicBezTo>
                  <a:pt x="38" y="56"/>
                  <a:pt x="38" y="56"/>
                  <a:pt x="38" y="56"/>
                </a:cubicBezTo>
                <a:cubicBezTo>
                  <a:pt x="38" y="57"/>
                  <a:pt x="39" y="59"/>
                  <a:pt x="41" y="61"/>
                </a:cubicBezTo>
                <a:cubicBezTo>
                  <a:pt x="44" y="64"/>
                  <a:pt x="47" y="67"/>
                  <a:pt x="47" y="68"/>
                </a:cubicBezTo>
                <a:cubicBezTo>
                  <a:pt x="48" y="69"/>
                  <a:pt x="49" y="71"/>
                  <a:pt x="49" y="72"/>
                </a:cubicBezTo>
                <a:cubicBezTo>
                  <a:pt x="49" y="77"/>
                  <a:pt x="49" y="77"/>
                  <a:pt x="49" y="77"/>
                </a:cubicBezTo>
                <a:cubicBezTo>
                  <a:pt x="49" y="81"/>
                  <a:pt x="47" y="83"/>
                  <a:pt x="43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Freeform 34"/>
          <p:cNvSpPr>
            <a:spLocks noEditPoints="1"/>
          </p:cNvSpPr>
          <p:nvPr/>
        </p:nvSpPr>
        <p:spPr bwMode="auto">
          <a:xfrm>
            <a:off x="3978886" y="3268702"/>
            <a:ext cx="306288" cy="308372"/>
          </a:xfrm>
          <a:custGeom>
            <a:avLst/>
            <a:gdLst>
              <a:gd name="T0" fmla="*/ 65 w 100"/>
              <a:gd name="T1" fmla="*/ 0 h 110"/>
              <a:gd name="T2" fmla="*/ 77 w 100"/>
              <a:gd name="T3" fmla="*/ 12 h 110"/>
              <a:gd name="T4" fmla="*/ 68 w 100"/>
              <a:gd name="T5" fmla="*/ 40 h 110"/>
              <a:gd name="T6" fmla="*/ 67 w 100"/>
              <a:gd name="T7" fmla="*/ 10 h 110"/>
              <a:gd name="T8" fmla="*/ 28 w 100"/>
              <a:gd name="T9" fmla="*/ 9 h 110"/>
              <a:gd name="T10" fmla="*/ 28 w 100"/>
              <a:gd name="T11" fmla="*/ 16 h 110"/>
              <a:gd name="T12" fmla="*/ 25 w 100"/>
              <a:gd name="T13" fmla="*/ 24 h 110"/>
              <a:gd name="T14" fmla="*/ 18 w 100"/>
              <a:gd name="T15" fmla="*/ 26 h 110"/>
              <a:gd name="T16" fmla="*/ 9 w 100"/>
              <a:gd name="T17" fmla="*/ 25 h 110"/>
              <a:gd name="T18" fmla="*/ 10 w 100"/>
              <a:gd name="T19" fmla="*/ 87 h 110"/>
              <a:gd name="T20" fmla="*/ 12 w 100"/>
              <a:gd name="T21" fmla="*/ 88 h 110"/>
              <a:gd name="T22" fmla="*/ 44 w 100"/>
              <a:gd name="T23" fmla="*/ 97 h 110"/>
              <a:gd name="T24" fmla="*/ 4 w 100"/>
              <a:gd name="T25" fmla="*/ 93 h 110"/>
              <a:gd name="T26" fmla="*/ 4 w 100"/>
              <a:gd name="T27" fmla="*/ 93 h 110"/>
              <a:gd name="T28" fmla="*/ 0 w 100"/>
              <a:gd name="T29" fmla="*/ 22 h 110"/>
              <a:gd name="T30" fmla="*/ 2 w 100"/>
              <a:gd name="T31" fmla="*/ 19 h 110"/>
              <a:gd name="T32" fmla="*/ 21 w 100"/>
              <a:gd name="T33" fmla="*/ 0 h 110"/>
              <a:gd name="T34" fmla="*/ 90 w 100"/>
              <a:gd name="T35" fmla="*/ 45 h 110"/>
              <a:gd name="T36" fmla="*/ 84 w 100"/>
              <a:gd name="T37" fmla="*/ 39 h 110"/>
              <a:gd name="T38" fmla="*/ 83 w 100"/>
              <a:gd name="T39" fmla="*/ 47 h 110"/>
              <a:gd name="T40" fmla="*/ 94 w 100"/>
              <a:gd name="T41" fmla="*/ 53 h 110"/>
              <a:gd name="T42" fmla="*/ 86 w 100"/>
              <a:gd name="T43" fmla="*/ 81 h 110"/>
              <a:gd name="T44" fmla="*/ 100 w 100"/>
              <a:gd name="T45" fmla="*/ 51 h 110"/>
              <a:gd name="T46" fmla="*/ 90 w 100"/>
              <a:gd name="T47" fmla="*/ 45 h 110"/>
              <a:gd name="T48" fmla="*/ 54 w 100"/>
              <a:gd name="T49" fmla="*/ 84 h 110"/>
              <a:gd name="T50" fmla="*/ 90 w 100"/>
              <a:gd name="T51" fmla="*/ 55 h 110"/>
              <a:gd name="T52" fmla="*/ 52 w 100"/>
              <a:gd name="T53" fmla="*/ 87 h 110"/>
              <a:gd name="T54" fmla="*/ 51 w 100"/>
              <a:gd name="T55" fmla="*/ 103 h 110"/>
              <a:gd name="T56" fmla="*/ 52 w 100"/>
              <a:gd name="T57" fmla="*/ 110 h 110"/>
              <a:gd name="T58" fmla="*/ 56 w 100"/>
              <a:gd name="T59" fmla="*/ 106 h 110"/>
              <a:gd name="T60" fmla="*/ 52 w 100"/>
              <a:gd name="T61" fmla="*/ 87 h 110"/>
              <a:gd name="T62" fmla="*/ 18 w 100"/>
              <a:gd name="T63" fmla="*/ 60 h 110"/>
              <a:gd name="T64" fmla="*/ 30 w 100"/>
              <a:gd name="T65" fmla="*/ 56 h 110"/>
              <a:gd name="T66" fmla="*/ 18 w 100"/>
              <a:gd name="T67" fmla="*/ 43 h 110"/>
              <a:gd name="T68" fmla="*/ 60 w 100"/>
              <a:gd name="T69" fmla="*/ 48 h 110"/>
              <a:gd name="T70" fmla="*/ 18 w 100"/>
              <a:gd name="T71" fmla="*/ 43 h 110"/>
              <a:gd name="T72" fmla="*/ 18 w 100"/>
              <a:gd name="T73" fmla="*/ 36 h 110"/>
              <a:gd name="T74" fmla="*/ 60 w 100"/>
              <a:gd name="T75" fmla="*/ 31 h 110"/>
              <a:gd name="T76" fmla="*/ 37 w 100"/>
              <a:gd name="T77" fmla="*/ 19 h 110"/>
              <a:gd name="T78" fmla="*/ 60 w 100"/>
              <a:gd name="T79" fmla="*/ 24 h 110"/>
              <a:gd name="T80" fmla="*/ 37 w 100"/>
              <a:gd name="T81" fmla="*/ 19 h 110"/>
              <a:gd name="T82" fmla="*/ 14 w 100"/>
              <a:gd name="T83" fmla="*/ 21 h 110"/>
              <a:gd name="T84" fmla="*/ 18 w 100"/>
              <a:gd name="T85" fmla="*/ 22 h 110"/>
              <a:gd name="T86" fmla="*/ 20 w 100"/>
              <a:gd name="T87" fmla="*/ 22 h 110"/>
              <a:gd name="T88" fmla="*/ 24 w 100"/>
              <a:gd name="T89" fmla="*/ 18 h 110"/>
              <a:gd name="T90" fmla="*/ 24 w 100"/>
              <a:gd name="T91" fmla="*/ 17 h 110"/>
              <a:gd name="T92" fmla="*/ 23 w 100"/>
              <a:gd name="T93" fmla="*/ 12 h 110"/>
              <a:gd name="T94" fmla="*/ 12 w 100"/>
              <a:gd name="T95" fmla="*/ 21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00" h="110">
                <a:moveTo>
                  <a:pt x="23" y="0"/>
                </a:moveTo>
                <a:cubicBezTo>
                  <a:pt x="65" y="0"/>
                  <a:pt x="65" y="0"/>
                  <a:pt x="65" y="0"/>
                </a:cubicBezTo>
                <a:cubicBezTo>
                  <a:pt x="68" y="0"/>
                  <a:pt x="71" y="1"/>
                  <a:pt x="74" y="4"/>
                </a:cubicBezTo>
                <a:cubicBezTo>
                  <a:pt x="76" y="6"/>
                  <a:pt x="77" y="9"/>
                  <a:pt x="77" y="12"/>
                </a:cubicBezTo>
                <a:cubicBezTo>
                  <a:pt x="77" y="35"/>
                  <a:pt x="77" y="35"/>
                  <a:pt x="77" y="35"/>
                </a:cubicBezTo>
                <a:cubicBezTo>
                  <a:pt x="68" y="40"/>
                  <a:pt x="68" y="40"/>
                  <a:pt x="68" y="40"/>
                </a:cubicBezTo>
                <a:cubicBezTo>
                  <a:pt x="68" y="12"/>
                  <a:pt x="68" y="12"/>
                  <a:pt x="68" y="12"/>
                </a:cubicBezTo>
                <a:cubicBezTo>
                  <a:pt x="68" y="11"/>
                  <a:pt x="68" y="11"/>
                  <a:pt x="67" y="10"/>
                </a:cubicBezTo>
                <a:cubicBezTo>
                  <a:pt x="67" y="10"/>
                  <a:pt x="66" y="9"/>
                  <a:pt x="65" y="9"/>
                </a:cubicBezTo>
                <a:cubicBezTo>
                  <a:pt x="28" y="9"/>
                  <a:pt x="28" y="9"/>
                  <a:pt x="28" y="9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6"/>
                  <a:pt x="28" y="16"/>
                  <a:pt x="28" y="16"/>
                </a:cubicBezTo>
                <a:cubicBezTo>
                  <a:pt x="28" y="17"/>
                  <a:pt x="28" y="18"/>
                  <a:pt x="28" y="19"/>
                </a:cubicBezTo>
                <a:cubicBezTo>
                  <a:pt x="28" y="21"/>
                  <a:pt x="27" y="23"/>
                  <a:pt x="25" y="24"/>
                </a:cubicBezTo>
                <a:cubicBezTo>
                  <a:pt x="24" y="25"/>
                  <a:pt x="23" y="26"/>
                  <a:pt x="21" y="26"/>
                </a:cubicBezTo>
                <a:cubicBezTo>
                  <a:pt x="20" y="26"/>
                  <a:pt x="19" y="26"/>
                  <a:pt x="18" y="26"/>
                </a:cubicBezTo>
                <a:cubicBezTo>
                  <a:pt x="14" y="26"/>
                  <a:pt x="14" y="26"/>
                  <a:pt x="14" y="26"/>
                </a:cubicBezTo>
                <a:cubicBezTo>
                  <a:pt x="9" y="25"/>
                  <a:pt x="9" y="25"/>
                  <a:pt x="9" y="25"/>
                </a:cubicBezTo>
                <a:cubicBezTo>
                  <a:pt x="9" y="85"/>
                  <a:pt x="9" y="85"/>
                  <a:pt x="9" y="85"/>
                </a:cubicBezTo>
                <a:cubicBezTo>
                  <a:pt x="9" y="86"/>
                  <a:pt x="10" y="86"/>
                  <a:pt x="10" y="87"/>
                </a:cubicBezTo>
                <a:cubicBezTo>
                  <a:pt x="10" y="87"/>
                  <a:pt x="10" y="87"/>
                  <a:pt x="10" y="87"/>
                </a:cubicBezTo>
                <a:cubicBezTo>
                  <a:pt x="11" y="87"/>
                  <a:pt x="11" y="88"/>
                  <a:pt x="12" y="88"/>
                </a:cubicBezTo>
                <a:cubicBezTo>
                  <a:pt x="45" y="88"/>
                  <a:pt x="45" y="88"/>
                  <a:pt x="45" y="88"/>
                </a:cubicBezTo>
                <a:cubicBezTo>
                  <a:pt x="44" y="97"/>
                  <a:pt x="44" y="97"/>
                  <a:pt x="44" y="97"/>
                </a:cubicBezTo>
                <a:cubicBezTo>
                  <a:pt x="12" y="97"/>
                  <a:pt x="12" y="97"/>
                  <a:pt x="12" y="97"/>
                </a:cubicBezTo>
                <a:cubicBezTo>
                  <a:pt x="9" y="97"/>
                  <a:pt x="6" y="96"/>
                  <a:pt x="4" y="93"/>
                </a:cubicBezTo>
                <a:cubicBezTo>
                  <a:pt x="4" y="93"/>
                  <a:pt x="4" y="93"/>
                  <a:pt x="4" y="93"/>
                </a:cubicBezTo>
                <a:cubicBezTo>
                  <a:pt x="4" y="93"/>
                  <a:pt x="4" y="93"/>
                  <a:pt x="4" y="93"/>
                </a:cubicBezTo>
                <a:cubicBezTo>
                  <a:pt x="2" y="91"/>
                  <a:pt x="0" y="88"/>
                  <a:pt x="0" y="85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0"/>
                  <a:pt x="0" y="20"/>
                  <a:pt x="0" y="20"/>
                </a:cubicBezTo>
                <a:cubicBezTo>
                  <a:pt x="2" y="19"/>
                  <a:pt x="2" y="19"/>
                  <a:pt x="2" y="19"/>
                </a:cubicBezTo>
                <a:cubicBezTo>
                  <a:pt x="20" y="1"/>
                  <a:pt x="20" y="1"/>
                  <a:pt x="20" y="1"/>
                </a:cubicBezTo>
                <a:cubicBezTo>
                  <a:pt x="21" y="0"/>
                  <a:pt x="21" y="0"/>
                  <a:pt x="21" y="0"/>
                </a:cubicBezTo>
                <a:cubicBezTo>
                  <a:pt x="23" y="0"/>
                  <a:pt x="23" y="0"/>
                  <a:pt x="23" y="0"/>
                </a:cubicBezTo>
                <a:close/>
                <a:moveTo>
                  <a:pt x="90" y="45"/>
                </a:moveTo>
                <a:cubicBezTo>
                  <a:pt x="90" y="43"/>
                  <a:pt x="90" y="43"/>
                  <a:pt x="90" y="43"/>
                </a:cubicBezTo>
                <a:cubicBezTo>
                  <a:pt x="84" y="39"/>
                  <a:pt x="84" y="39"/>
                  <a:pt x="84" y="39"/>
                </a:cubicBezTo>
                <a:cubicBezTo>
                  <a:pt x="75" y="44"/>
                  <a:pt x="75" y="44"/>
                  <a:pt x="75" y="44"/>
                </a:cubicBezTo>
                <a:cubicBezTo>
                  <a:pt x="83" y="47"/>
                  <a:pt x="83" y="47"/>
                  <a:pt x="83" y="47"/>
                </a:cubicBezTo>
                <a:cubicBezTo>
                  <a:pt x="91" y="52"/>
                  <a:pt x="91" y="52"/>
                  <a:pt x="91" y="52"/>
                </a:cubicBezTo>
                <a:cubicBezTo>
                  <a:pt x="94" y="53"/>
                  <a:pt x="94" y="53"/>
                  <a:pt x="94" y="53"/>
                </a:cubicBezTo>
                <a:cubicBezTo>
                  <a:pt x="92" y="62"/>
                  <a:pt x="88" y="70"/>
                  <a:pt x="82" y="77"/>
                </a:cubicBezTo>
                <a:cubicBezTo>
                  <a:pt x="86" y="81"/>
                  <a:pt x="86" y="81"/>
                  <a:pt x="86" y="81"/>
                </a:cubicBezTo>
                <a:cubicBezTo>
                  <a:pt x="93" y="73"/>
                  <a:pt x="98" y="63"/>
                  <a:pt x="100" y="53"/>
                </a:cubicBezTo>
                <a:cubicBezTo>
                  <a:pt x="100" y="51"/>
                  <a:pt x="100" y="51"/>
                  <a:pt x="100" y="51"/>
                </a:cubicBezTo>
                <a:cubicBezTo>
                  <a:pt x="98" y="50"/>
                  <a:pt x="98" y="50"/>
                  <a:pt x="98" y="50"/>
                </a:cubicBezTo>
                <a:cubicBezTo>
                  <a:pt x="90" y="45"/>
                  <a:pt x="90" y="45"/>
                  <a:pt x="90" y="45"/>
                </a:cubicBezTo>
                <a:close/>
                <a:moveTo>
                  <a:pt x="74" y="47"/>
                </a:moveTo>
                <a:cubicBezTo>
                  <a:pt x="64" y="58"/>
                  <a:pt x="58" y="70"/>
                  <a:pt x="54" y="84"/>
                </a:cubicBezTo>
                <a:cubicBezTo>
                  <a:pt x="59" y="86"/>
                  <a:pt x="64" y="89"/>
                  <a:pt x="70" y="92"/>
                </a:cubicBezTo>
                <a:cubicBezTo>
                  <a:pt x="78" y="81"/>
                  <a:pt x="85" y="68"/>
                  <a:pt x="90" y="55"/>
                </a:cubicBezTo>
                <a:cubicBezTo>
                  <a:pt x="84" y="52"/>
                  <a:pt x="79" y="50"/>
                  <a:pt x="74" y="47"/>
                </a:cubicBezTo>
                <a:close/>
                <a:moveTo>
                  <a:pt x="52" y="87"/>
                </a:moveTo>
                <a:cubicBezTo>
                  <a:pt x="50" y="103"/>
                  <a:pt x="50" y="103"/>
                  <a:pt x="50" y="103"/>
                </a:cubicBezTo>
                <a:cubicBezTo>
                  <a:pt x="51" y="103"/>
                  <a:pt x="51" y="103"/>
                  <a:pt x="51" y="103"/>
                </a:cubicBezTo>
                <a:cubicBezTo>
                  <a:pt x="50" y="108"/>
                  <a:pt x="50" y="108"/>
                  <a:pt x="50" y="108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5" y="106"/>
                  <a:pt x="55" y="106"/>
                  <a:pt x="55" y="106"/>
                </a:cubicBezTo>
                <a:cubicBezTo>
                  <a:pt x="56" y="106"/>
                  <a:pt x="56" y="106"/>
                  <a:pt x="56" y="106"/>
                </a:cubicBezTo>
                <a:cubicBezTo>
                  <a:pt x="68" y="95"/>
                  <a:pt x="68" y="95"/>
                  <a:pt x="68" y="95"/>
                </a:cubicBezTo>
                <a:cubicBezTo>
                  <a:pt x="52" y="87"/>
                  <a:pt x="52" y="87"/>
                  <a:pt x="52" y="87"/>
                </a:cubicBezTo>
                <a:close/>
                <a:moveTo>
                  <a:pt x="18" y="56"/>
                </a:moveTo>
                <a:cubicBezTo>
                  <a:pt x="18" y="60"/>
                  <a:pt x="18" y="60"/>
                  <a:pt x="18" y="60"/>
                </a:cubicBezTo>
                <a:cubicBezTo>
                  <a:pt x="30" y="60"/>
                  <a:pt x="30" y="60"/>
                  <a:pt x="30" y="60"/>
                </a:cubicBezTo>
                <a:cubicBezTo>
                  <a:pt x="30" y="56"/>
                  <a:pt x="30" y="56"/>
                  <a:pt x="30" y="56"/>
                </a:cubicBezTo>
                <a:cubicBezTo>
                  <a:pt x="18" y="56"/>
                  <a:pt x="18" y="56"/>
                  <a:pt x="18" y="56"/>
                </a:cubicBezTo>
                <a:close/>
                <a:moveTo>
                  <a:pt x="18" y="43"/>
                </a:moveTo>
                <a:cubicBezTo>
                  <a:pt x="18" y="48"/>
                  <a:pt x="18" y="48"/>
                  <a:pt x="18" y="48"/>
                </a:cubicBezTo>
                <a:cubicBezTo>
                  <a:pt x="60" y="48"/>
                  <a:pt x="60" y="48"/>
                  <a:pt x="60" y="48"/>
                </a:cubicBezTo>
                <a:cubicBezTo>
                  <a:pt x="60" y="43"/>
                  <a:pt x="60" y="43"/>
                  <a:pt x="60" y="43"/>
                </a:cubicBezTo>
                <a:cubicBezTo>
                  <a:pt x="18" y="43"/>
                  <a:pt x="18" y="43"/>
                  <a:pt x="18" y="43"/>
                </a:cubicBezTo>
                <a:close/>
                <a:moveTo>
                  <a:pt x="18" y="31"/>
                </a:moveTo>
                <a:cubicBezTo>
                  <a:pt x="18" y="36"/>
                  <a:pt x="18" y="36"/>
                  <a:pt x="18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0" y="31"/>
                  <a:pt x="60" y="31"/>
                  <a:pt x="60" y="31"/>
                </a:cubicBezTo>
                <a:cubicBezTo>
                  <a:pt x="18" y="31"/>
                  <a:pt x="18" y="31"/>
                  <a:pt x="18" y="31"/>
                </a:cubicBezTo>
                <a:close/>
                <a:moveTo>
                  <a:pt x="37" y="19"/>
                </a:moveTo>
                <a:cubicBezTo>
                  <a:pt x="37" y="24"/>
                  <a:pt x="37" y="24"/>
                  <a:pt x="37" y="24"/>
                </a:cubicBezTo>
                <a:cubicBezTo>
                  <a:pt x="60" y="24"/>
                  <a:pt x="60" y="24"/>
                  <a:pt x="60" y="24"/>
                </a:cubicBezTo>
                <a:cubicBezTo>
                  <a:pt x="60" y="19"/>
                  <a:pt x="60" y="19"/>
                  <a:pt x="60" y="19"/>
                </a:cubicBezTo>
                <a:cubicBezTo>
                  <a:pt x="37" y="19"/>
                  <a:pt x="37" y="19"/>
                  <a:pt x="37" y="19"/>
                </a:cubicBezTo>
                <a:close/>
                <a:moveTo>
                  <a:pt x="12" y="21"/>
                </a:moveTo>
                <a:cubicBezTo>
                  <a:pt x="14" y="21"/>
                  <a:pt x="14" y="21"/>
                  <a:pt x="14" y="21"/>
                </a:cubicBezTo>
                <a:cubicBezTo>
                  <a:pt x="18" y="22"/>
                  <a:pt x="18" y="22"/>
                  <a:pt x="18" y="22"/>
                </a:cubicBezTo>
                <a:cubicBezTo>
                  <a:pt x="18" y="22"/>
                  <a:pt x="18" y="22"/>
                  <a:pt x="18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20" y="22"/>
                </a:cubicBezTo>
                <a:cubicBezTo>
                  <a:pt x="21" y="22"/>
                  <a:pt x="22" y="21"/>
                  <a:pt x="22" y="20"/>
                </a:cubicBezTo>
                <a:cubicBezTo>
                  <a:pt x="23" y="20"/>
                  <a:pt x="24" y="19"/>
                  <a:pt x="24" y="18"/>
                </a:cubicBezTo>
                <a:cubicBezTo>
                  <a:pt x="24" y="18"/>
                  <a:pt x="24" y="17"/>
                  <a:pt x="24" y="17"/>
                </a:cubicBezTo>
                <a:cubicBezTo>
                  <a:pt x="24" y="17"/>
                  <a:pt x="24" y="17"/>
                  <a:pt x="24" y="17"/>
                </a:cubicBezTo>
                <a:cubicBezTo>
                  <a:pt x="24" y="16"/>
                  <a:pt x="24" y="16"/>
                  <a:pt x="24" y="16"/>
                </a:cubicBezTo>
                <a:cubicBezTo>
                  <a:pt x="23" y="12"/>
                  <a:pt x="23" y="12"/>
                  <a:pt x="23" y="12"/>
                </a:cubicBezTo>
                <a:cubicBezTo>
                  <a:pt x="23" y="11"/>
                  <a:pt x="23" y="11"/>
                  <a:pt x="23" y="11"/>
                </a:cubicBezTo>
                <a:lnTo>
                  <a:pt x="12" y="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Freeform 45"/>
          <p:cNvSpPr>
            <a:spLocks noEditPoints="1"/>
          </p:cNvSpPr>
          <p:nvPr/>
        </p:nvSpPr>
        <p:spPr bwMode="auto">
          <a:xfrm>
            <a:off x="4353131" y="3822192"/>
            <a:ext cx="222250" cy="267891"/>
          </a:xfrm>
          <a:custGeom>
            <a:avLst/>
            <a:gdLst>
              <a:gd name="T0" fmla="*/ 19 w 59"/>
              <a:gd name="T1" fmla="*/ 6 h 95"/>
              <a:gd name="T2" fmla="*/ 40 w 59"/>
              <a:gd name="T3" fmla="*/ 0 h 95"/>
              <a:gd name="T4" fmla="*/ 45 w 59"/>
              <a:gd name="T5" fmla="*/ 6 h 95"/>
              <a:gd name="T6" fmla="*/ 59 w 59"/>
              <a:gd name="T7" fmla="*/ 19 h 95"/>
              <a:gd name="T8" fmla="*/ 55 w 59"/>
              <a:gd name="T9" fmla="*/ 91 h 95"/>
              <a:gd name="T10" fmla="*/ 45 w 59"/>
              <a:gd name="T11" fmla="*/ 95 h 95"/>
              <a:gd name="T12" fmla="*/ 4 w 59"/>
              <a:gd name="T13" fmla="*/ 91 h 95"/>
              <a:gd name="T14" fmla="*/ 0 w 59"/>
              <a:gd name="T15" fmla="*/ 19 h 95"/>
              <a:gd name="T16" fmla="*/ 4 w 59"/>
              <a:gd name="T17" fmla="*/ 10 h 95"/>
              <a:gd name="T18" fmla="*/ 14 w 59"/>
              <a:gd name="T19" fmla="*/ 6 h 95"/>
              <a:gd name="T20" fmla="*/ 19 w 59"/>
              <a:gd name="T21" fmla="*/ 28 h 95"/>
              <a:gd name="T22" fmla="*/ 27 w 59"/>
              <a:gd name="T23" fmla="*/ 36 h 95"/>
              <a:gd name="T24" fmla="*/ 31 w 59"/>
              <a:gd name="T25" fmla="*/ 28 h 95"/>
              <a:gd name="T26" fmla="*/ 39 w 59"/>
              <a:gd name="T27" fmla="*/ 23 h 95"/>
              <a:gd name="T28" fmla="*/ 31 w 59"/>
              <a:gd name="T29" fmla="*/ 15 h 95"/>
              <a:gd name="T30" fmla="*/ 27 w 59"/>
              <a:gd name="T31" fmla="*/ 23 h 95"/>
              <a:gd name="T32" fmla="*/ 13 w 59"/>
              <a:gd name="T33" fmla="*/ 38 h 95"/>
              <a:gd name="T34" fmla="*/ 45 w 59"/>
              <a:gd name="T35" fmla="*/ 44 h 95"/>
              <a:gd name="T36" fmla="*/ 13 w 59"/>
              <a:gd name="T37" fmla="*/ 38 h 95"/>
              <a:gd name="T38" fmla="*/ 13 w 59"/>
              <a:gd name="T39" fmla="*/ 53 h 95"/>
              <a:gd name="T40" fmla="*/ 45 w 59"/>
              <a:gd name="T41" fmla="*/ 46 h 95"/>
              <a:gd name="T42" fmla="*/ 13 w 59"/>
              <a:gd name="T43" fmla="*/ 55 h 95"/>
              <a:gd name="T44" fmla="*/ 45 w 59"/>
              <a:gd name="T45" fmla="*/ 62 h 95"/>
              <a:gd name="T46" fmla="*/ 13 w 59"/>
              <a:gd name="T47" fmla="*/ 55 h 95"/>
              <a:gd name="T48" fmla="*/ 13 w 59"/>
              <a:gd name="T49" fmla="*/ 71 h 95"/>
              <a:gd name="T50" fmla="*/ 45 w 59"/>
              <a:gd name="T51" fmla="*/ 65 h 95"/>
              <a:gd name="T52" fmla="*/ 13 w 59"/>
              <a:gd name="T53" fmla="*/ 74 h 95"/>
              <a:gd name="T54" fmla="*/ 45 w 59"/>
              <a:gd name="T55" fmla="*/ 80 h 95"/>
              <a:gd name="T56" fmla="*/ 13 w 59"/>
              <a:gd name="T57" fmla="*/ 74 h 95"/>
              <a:gd name="T58" fmla="*/ 14 w 59"/>
              <a:gd name="T59" fmla="*/ 14 h 95"/>
              <a:gd name="T60" fmla="*/ 10 w 59"/>
              <a:gd name="T61" fmla="*/ 15 h 95"/>
              <a:gd name="T62" fmla="*/ 8 w 59"/>
              <a:gd name="T63" fmla="*/ 81 h 95"/>
              <a:gd name="T64" fmla="*/ 14 w 59"/>
              <a:gd name="T65" fmla="*/ 87 h 95"/>
              <a:gd name="T66" fmla="*/ 49 w 59"/>
              <a:gd name="T67" fmla="*/ 85 h 95"/>
              <a:gd name="T68" fmla="*/ 51 w 59"/>
              <a:gd name="T69" fmla="*/ 19 h 95"/>
              <a:gd name="T70" fmla="*/ 45 w 59"/>
              <a:gd name="T71" fmla="*/ 14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9" h="95">
                <a:moveTo>
                  <a:pt x="14" y="6"/>
                </a:moveTo>
                <a:cubicBezTo>
                  <a:pt x="19" y="6"/>
                  <a:pt x="19" y="6"/>
                  <a:pt x="19" y="6"/>
                </a:cubicBezTo>
                <a:cubicBezTo>
                  <a:pt x="19" y="0"/>
                  <a:pt x="19" y="0"/>
                  <a:pt x="19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6"/>
                  <a:pt x="40" y="6"/>
                  <a:pt x="40" y="6"/>
                </a:cubicBezTo>
                <a:cubicBezTo>
                  <a:pt x="45" y="6"/>
                  <a:pt x="45" y="6"/>
                  <a:pt x="45" y="6"/>
                </a:cubicBezTo>
                <a:cubicBezTo>
                  <a:pt x="49" y="6"/>
                  <a:pt x="52" y="7"/>
                  <a:pt x="55" y="10"/>
                </a:cubicBezTo>
                <a:cubicBezTo>
                  <a:pt x="57" y="12"/>
                  <a:pt x="59" y="15"/>
                  <a:pt x="59" y="19"/>
                </a:cubicBezTo>
                <a:cubicBezTo>
                  <a:pt x="59" y="81"/>
                  <a:pt x="59" y="81"/>
                  <a:pt x="59" y="81"/>
                </a:cubicBezTo>
                <a:cubicBezTo>
                  <a:pt x="59" y="85"/>
                  <a:pt x="57" y="88"/>
                  <a:pt x="55" y="91"/>
                </a:cubicBezTo>
                <a:cubicBezTo>
                  <a:pt x="55" y="91"/>
                  <a:pt x="55" y="91"/>
                  <a:pt x="55" y="91"/>
                </a:cubicBezTo>
                <a:cubicBezTo>
                  <a:pt x="52" y="93"/>
                  <a:pt x="49" y="95"/>
                  <a:pt x="45" y="95"/>
                </a:cubicBezTo>
                <a:cubicBezTo>
                  <a:pt x="14" y="95"/>
                  <a:pt x="14" y="95"/>
                  <a:pt x="14" y="95"/>
                </a:cubicBezTo>
                <a:cubicBezTo>
                  <a:pt x="10" y="95"/>
                  <a:pt x="7" y="93"/>
                  <a:pt x="4" y="91"/>
                </a:cubicBezTo>
                <a:cubicBezTo>
                  <a:pt x="2" y="88"/>
                  <a:pt x="0" y="85"/>
                  <a:pt x="0" y="81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5"/>
                  <a:pt x="2" y="12"/>
                  <a:pt x="4" y="10"/>
                </a:cubicBezTo>
                <a:cubicBezTo>
                  <a:pt x="4" y="10"/>
                  <a:pt x="4" y="10"/>
                  <a:pt x="4" y="10"/>
                </a:cubicBezTo>
                <a:cubicBezTo>
                  <a:pt x="4" y="10"/>
                  <a:pt x="4" y="10"/>
                  <a:pt x="4" y="10"/>
                </a:cubicBezTo>
                <a:cubicBezTo>
                  <a:pt x="7" y="7"/>
                  <a:pt x="10" y="6"/>
                  <a:pt x="14" y="6"/>
                </a:cubicBezTo>
                <a:close/>
                <a:moveTo>
                  <a:pt x="19" y="23"/>
                </a:moveTo>
                <a:cubicBezTo>
                  <a:pt x="19" y="28"/>
                  <a:pt x="19" y="28"/>
                  <a:pt x="19" y="28"/>
                </a:cubicBezTo>
                <a:cubicBezTo>
                  <a:pt x="27" y="28"/>
                  <a:pt x="27" y="28"/>
                  <a:pt x="27" y="28"/>
                </a:cubicBezTo>
                <a:cubicBezTo>
                  <a:pt x="27" y="36"/>
                  <a:pt x="27" y="36"/>
                  <a:pt x="27" y="36"/>
                </a:cubicBezTo>
                <a:cubicBezTo>
                  <a:pt x="31" y="36"/>
                  <a:pt x="31" y="36"/>
                  <a:pt x="31" y="36"/>
                </a:cubicBezTo>
                <a:cubicBezTo>
                  <a:pt x="31" y="28"/>
                  <a:pt x="31" y="28"/>
                  <a:pt x="31" y="28"/>
                </a:cubicBezTo>
                <a:cubicBezTo>
                  <a:pt x="39" y="28"/>
                  <a:pt x="39" y="28"/>
                  <a:pt x="39" y="28"/>
                </a:cubicBezTo>
                <a:cubicBezTo>
                  <a:pt x="39" y="23"/>
                  <a:pt x="39" y="23"/>
                  <a:pt x="39" y="23"/>
                </a:cubicBezTo>
                <a:cubicBezTo>
                  <a:pt x="31" y="23"/>
                  <a:pt x="31" y="23"/>
                  <a:pt x="31" y="23"/>
                </a:cubicBezTo>
                <a:cubicBezTo>
                  <a:pt x="31" y="15"/>
                  <a:pt x="31" y="15"/>
                  <a:pt x="31" y="15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23"/>
                  <a:pt x="27" y="23"/>
                  <a:pt x="27" y="23"/>
                </a:cubicBezTo>
                <a:cubicBezTo>
                  <a:pt x="19" y="23"/>
                  <a:pt x="19" y="23"/>
                  <a:pt x="19" y="23"/>
                </a:cubicBezTo>
                <a:close/>
                <a:moveTo>
                  <a:pt x="13" y="38"/>
                </a:moveTo>
                <a:cubicBezTo>
                  <a:pt x="13" y="44"/>
                  <a:pt x="13" y="44"/>
                  <a:pt x="13" y="44"/>
                </a:cubicBezTo>
                <a:cubicBezTo>
                  <a:pt x="45" y="44"/>
                  <a:pt x="45" y="44"/>
                  <a:pt x="45" y="44"/>
                </a:cubicBezTo>
                <a:cubicBezTo>
                  <a:pt x="45" y="38"/>
                  <a:pt x="45" y="38"/>
                  <a:pt x="45" y="38"/>
                </a:cubicBezTo>
                <a:cubicBezTo>
                  <a:pt x="13" y="38"/>
                  <a:pt x="13" y="38"/>
                  <a:pt x="13" y="38"/>
                </a:cubicBezTo>
                <a:close/>
                <a:moveTo>
                  <a:pt x="13" y="46"/>
                </a:moveTo>
                <a:cubicBezTo>
                  <a:pt x="13" y="53"/>
                  <a:pt x="13" y="53"/>
                  <a:pt x="13" y="53"/>
                </a:cubicBezTo>
                <a:cubicBezTo>
                  <a:pt x="45" y="53"/>
                  <a:pt x="45" y="53"/>
                  <a:pt x="45" y="53"/>
                </a:cubicBezTo>
                <a:cubicBezTo>
                  <a:pt x="45" y="46"/>
                  <a:pt x="45" y="46"/>
                  <a:pt x="45" y="46"/>
                </a:cubicBezTo>
                <a:cubicBezTo>
                  <a:pt x="13" y="46"/>
                  <a:pt x="13" y="46"/>
                  <a:pt x="13" y="46"/>
                </a:cubicBezTo>
                <a:close/>
                <a:moveTo>
                  <a:pt x="13" y="55"/>
                </a:moveTo>
                <a:cubicBezTo>
                  <a:pt x="13" y="62"/>
                  <a:pt x="13" y="62"/>
                  <a:pt x="13" y="62"/>
                </a:cubicBezTo>
                <a:cubicBezTo>
                  <a:pt x="45" y="62"/>
                  <a:pt x="45" y="62"/>
                  <a:pt x="45" y="62"/>
                </a:cubicBezTo>
                <a:cubicBezTo>
                  <a:pt x="45" y="55"/>
                  <a:pt x="45" y="55"/>
                  <a:pt x="45" y="55"/>
                </a:cubicBezTo>
                <a:cubicBezTo>
                  <a:pt x="13" y="55"/>
                  <a:pt x="13" y="55"/>
                  <a:pt x="13" y="55"/>
                </a:cubicBezTo>
                <a:close/>
                <a:moveTo>
                  <a:pt x="13" y="65"/>
                </a:moveTo>
                <a:cubicBezTo>
                  <a:pt x="13" y="71"/>
                  <a:pt x="13" y="71"/>
                  <a:pt x="13" y="71"/>
                </a:cubicBezTo>
                <a:cubicBezTo>
                  <a:pt x="45" y="71"/>
                  <a:pt x="45" y="71"/>
                  <a:pt x="45" y="71"/>
                </a:cubicBezTo>
                <a:cubicBezTo>
                  <a:pt x="45" y="65"/>
                  <a:pt x="45" y="65"/>
                  <a:pt x="45" y="65"/>
                </a:cubicBezTo>
                <a:cubicBezTo>
                  <a:pt x="13" y="65"/>
                  <a:pt x="13" y="65"/>
                  <a:pt x="13" y="65"/>
                </a:cubicBezTo>
                <a:close/>
                <a:moveTo>
                  <a:pt x="13" y="74"/>
                </a:moveTo>
                <a:cubicBezTo>
                  <a:pt x="13" y="80"/>
                  <a:pt x="13" y="80"/>
                  <a:pt x="13" y="80"/>
                </a:cubicBezTo>
                <a:cubicBezTo>
                  <a:pt x="45" y="80"/>
                  <a:pt x="45" y="80"/>
                  <a:pt x="45" y="80"/>
                </a:cubicBezTo>
                <a:cubicBezTo>
                  <a:pt x="45" y="74"/>
                  <a:pt x="45" y="74"/>
                  <a:pt x="45" y="74"/>
                </a:cubicBezTo>
                <a:cubicBezTo>
                  <a:pt x="13" y="74"/>
                  <a:pt x="13" y="74"/>
                  <a:pt x="13" y="74"/>
                </a:cubicBezTo>
                <a:close/>
                <a:moveTo>
                  <a:pt x="45" y="14"/>
                </a:moveTo>
                <a:cubicBezTo>
                  <a:pt x="14" y="14"/>
                  <a:pt x="14" y="14"/>
                  <a:pt x="14" y="14"/>
                </a:cubicBezTo>
                <a:cubicBezTo>
                  <a:pt x="12" y="14"/>
                  <a:pt x="11" y="14"/>
                  <a:pt x="10" y="15"/>
                </a:cubicBezTo>
                <a:cubicBezTo>
                  <a:pt x="10" y="15"/>
                  <a:pt x="10" y="15"/>
                  <a:pt x="10" y="15"/>
                </a:cubicBezTo>
                <a:cubicBezTo>
                  <a:pt x="9" y="16"/>
                  <a:pt x="8" y="18"/>
                  <a:pt x="8" y="19"/>
                </a:cubicBezTo>
                <a:cubicBezTo>
                  <a:pt x="8" y="81"/>
                  <a:pt x="8" y="81"/>
                  <a:pt x="8" y="81"/>
                </a:cubicBezTo>
                <a:cubicBezTo>
                  <a:pt x="8" y="83"/>
                  <a:pt x="9" y="84"/>
                  <a:pt x="10" y="85"/>
                </a:cubicBezTo>
                <a:cubicBezTo>
                  <a:pt x="11" y="86"/>
                  <a:pt x="12" y="87"/>
                  <a:pt x="14" y="87"/>
                </a:cubicBezTo>
                <a:cubicBezTo>
                  <a:pt x="45" y="87"/>
                  <a:pt x="45" y="87"/>
                  <a:pt x="45" y="87"/>
                </a:cubicBezTo>
                <a:cubicBezTo>
                  <a:pt x="47" y="87"/>
                  <a:pt x="48" y="86"/>
                  <a:pt x="49" y="85"/>
                </a:cubicBezTo>
                <a:cubicBezTo>
                  <a:pt x="50" y="84"/>
                  <a:pt x="51" y="83"/>
                  <a:pt x="51" y="81"/>
                </a:cubicBezTo>
                <a:cubicBezTo>
                  <a:pt x="51" y="19"/>
                  <a:pt x="51" y="19"/>
                  <a:pt x="51" y="19"/>
                </a:cubicBezTo>
                <a:cubicBezTo>
                  <a:pt x="51" y="18"/>
                  <a:pt x="50" y="16"/>
                  <a:pt x="49" y="15"/>
                </a:cubicBezTo>
                <a:cubicBezTo>
                  <a:pt x="48" y="14"/>
                  <a:pt x="47" y="14"/>
                  <a:pt x="45" y="14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Freeform 103"/>
          <p:cNvSpPr>
            <a:spLocks noEditPoints="1"/>
          </p:cNvSpPr>
          <p:nvPr/>
        </p:nvSpPr>
        <p:spPr bwMode="auto">
          <a:xfrm>
            <a:off x="5007409" y="3821758"/>
            <a:ext cx="346075" cy="247650"/>
          </a:xfrm>
          <a:custGeom>
            <a:avLst/>
            <a:gdLst>
              <a:gd name="T0" fmla="*/ 88 w 218"/>
              <a:gd name="T1" fmla="*/ 43 h 208"/>
              <a:gd name="T2" fmla="*/ 36 w 218"/>
              <a:gd name="T3" fmla="*/ 43 h 208"/>
              <a:gd name="T4" fmla="*/ 26 w 218"/>
              <a:gd name="T5" fmla="*/ 57 h 208"/>
              <a:gd name="T6" fmla="*/ 36 w 218"/>
              <a:gd name="T7" fmla="*/ 71 h 208"/>
              <a:gd name="T8" fmla="*/ 88 w 218"/>
              <a:gd name="T9" fmla="*/ 71 h 208"/>
              <a:gd name="T10" fmla="*/ 88 w 218"/>
              <a:gd name="T11" fmla="*/ 43 h 208"/>
              <a:gd name="T12" fmla="*/ 88 w 218"/>
              <a:gd name="T13" fmla="*/ 43 h 208"/>
              <a:gd name="T14" fmla="*/ 125 w 218"/>
              <a:gd name="T15" fmla="*/ 71 h 208"/>
              <a:gd name="T16" fmla="*/ 187 w 218"/>
              <a:gd name="T17" fmla="*/ 71 h 208"/>
              <a:gd name="T18" fmla="*/ 194 w 218"/>
              <a:gd name="T19" fmla="*/ 71 h 208"/>
              <a:gd name="T20" fmla="*/ 196 w 218"/>
              <a:gd name="T21" fmla="*/ 76 h 208"/>
              <a:gd name="T22" fmla="*/ 213 w 218"/>
              <a:gd name="T23" fmla="*/ 102 h 208"/>
              <a:gd name="T24" fmla="*/ 218 w 218"/>
              <a:gd name="T25" fmla="*/ 109 h 208"/>
              <a:gd name="T26" fmla="*/ 213 w 218"/>
              <a:gd name="T27" fmla="*/ 113 h 208"/>
              <a:gd name="T28" fmla="*/ 196 w 218"/>
              <a:gd name="T29" fmla="*/ 139 h 208"/>
              <a:gd name="T30" fmla="*/ 194 w 218"/>
              <a:gd name="T31" fmla="*/ 147 h 208"/>
              <a:gd name="T32" fmla="*/ 187 w 218"/>
              <a:gd name="T33" fmla="*/ 147 h 208"/>
              <a:gd name="T34" fmla="*/ 125 w 218"/>
              <a:gd name="T35" fmla="*/ 147 h 208"/>
              <a:gd name="T36" fmla="*/ 125 w 218"/>
              <a:gd name="T37" fmla="*/ 180 h 208"/>
              <a:gd name="T38" fmla="*/ 180 w 218"/>
              <a:gd name="T39" fmla="*/ 180 h 208"/>
              <a:gd name="T40" fmla="*/ 180 w 218"/>
              <a:gd name="T41" fmla="*/ 208 h 208"/>
              <a:gd name="T42" fmla="*/ 40 w 218"/>
              <a:gd name="T43" fmla="*/ 208 h 208"/>
              <a:gd name="T44" fmla="*/ 40 w 218"/>
              <a:gd name="T45" fmla="*/ 180 h 208"/>
              <a:gd name="T46" fmla="*/ 90 w 218"/>
              <a:gd name="T47" fmla="*/ 180 h 208"/>
              <a:gd name="T48" fmla="*/ 90 w 218"/>
              <a:gd name="T49" fmla="*/ 95 h 208"/>
              <a:gd name="T50" fmla="*/ 29 w 218"/>
              <a:gd name="T51" fmla="*/ 95 h 208"/>
              <a:gd name="T52" fmla="*/ 22 w 218"/>
              <a:gd name="T53" fmla="*/ 95 h 208"/>
              <a:gd name="T54" fmla="*/ 19 w 218"/>
              <a:gd name="T55" fmla="*/ 87 h 208"/>
              <a:gd name="T56" fmla="*/ 3 w 218"/>
              <a:gd name="T57" fmla="*/ 61 h 208"/>
              <a:gd name="T58" fmla="*/ 0 w 218"/>
              <a:gd name="T59" fmla="*/ 57 h 208"/>
              <a:gd name="T60" fmla="*/ 3 w 218"/>
              <a:gd name="T61" fmla="*/ 50 h 208"/>
              <a:gd name="T62" fmla="*/ 19 w 218"/>
              <a:gd name="T63" fmla="*/ 24 h 208"/>
              <a:gd name="T64" fmla="*/ 22 w 218"/>
              <a:gd name="T65" fmla="*/ 19 h 208"/>
              <a:gd name="T66" fmla="*/ 29 w 218"/>
              <a:gd name="T67" fmla="*/ 19 h 208"/>
              <a:gd name="T68" fmla="*/ 90 w 218"/>
              <a:gd name="T69" fmla="*/ 19 h 208"/>
              <a:gd name="T70" fmla="*/ 90 w 218"/>
              <a:gd name="T71" fmla="*/ 14 h 208"/>
              <a:gd name="T72" fmla="*/ 109 w 218"/>
              <a:gd name="T73" fmla="*/ 0 h 208"/>
              <a:gd name="T74" fmla="*/ 125 w 218"/>
              <a:gd name="T75" fmla="*/ 14 h 208"/>
              <a:gd name="T76" fmla="*/ 125 w 218"/>
              <a:gd name="T77" fmla="*/ 71 h 208"/>
              <a:gd name="T78" fmla="*/ 125 w 218"/>
              <a:gd name="T79" fmla="*/ 71 h 208"/>
              <a:gd name="T80" fmla="*/ 182 w 218"/>
              <a:gd name="T81" fmla="*/ 92 h 208"/>
              <a:gd name="T82" fmla="*/ 128 w 218"/>
              <a:gd name="T83" fmla="*/ 92 h 208"/>
              <a:gd name="T84" fmla="*/ 128 w 218"/>
              <a:gd name="T85" fmla="*/ 123 h 208"/>
              <a:gd name="T86" fmla="*/ 182 w 218"/>
              <a:gd name="T87" fmla="*/ 123 h 208"/>
              <a:gd name="T88" fmla="*/ 192 w 218"/>
              <a:gd name="T89" fmla="*/ 109 h 208"/>
              <a:gd name="T90" fmla="*/ 182 w 218"/>
              <a:gd name="T91" fmla="*/ 92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18" h="208">
                <a:moveTo>
                  <a:pt x="88" y="43"/>
                </a:moveTo>
                <a:lnTo>
                  <a:pt x="36" y="43"/>
                </a:lnTo>
                <a:lnTo>
                  <a:pt x="26" y="57"/>
                </a:lnTo>
                <a:lnTo>
                  <a:pt x="36" y="71"/>
                </a:lnTo>
                <a:lnTo>
                  <a:pt x="88" y="71"/>
                </a:lnTo>
                <a:lnTo>
                  <a:pt x="88" y="43"/>
                </a:lnTo>
                <a:lnTo>
                  <a:pt x="88" y="43"/>
                </a:lnTo>
                <a:close/>
                <a:moveTo>
                  <a:pt x="125" y="71"/>
                </a:moveTo>
                <a:lnTo>
                  <a:pt x="187" y="71"/>
                </a:lnTo>
                <a:lnTo>
                  <a:pt x="194" y="71"/>
                </a:lnTo>
                <a:lnTo>
                  <a:pt x="196" y="76"/>
                </a:lnTo>
                <a:lnTo>
                  <a:pt x="213" y="102"/>
                </a:lnTo>
                <a:lnTo>
                  <a:pt x="218" y="109"/>
                </a:lnTo>
                <a:lnTo>
                  <a:pt x="213" y="113"/>
                </a:lnTo>
                <a:lnTo>
                  <a:pt x="196" y="139"/>
                </a:lnTo>
                <a:lnTo>
                  <a:pt x="194" y="147"/>
                </a:lnTo>
                <a:lnTo>
                  <a:pt x="187" y="147"/>
                </a:lnTo>
                <a:lnTo>
                  <a:pt x="125" y="147"/>
                </a:lnTo>
                <a:lnTo>
                  <a:pt x="125" y="180"/>
                </a:lnTo>
                <a:lnTo>
                  <a:pt x="180" y="180"/>
                </a:lnTo>
                <a:lnTo>
                  <a:pt x="180" y="208"/>
                </a:lnTo>
                <a:lnTo>
                  <a:pt x="40" y="208"/>
                </a:lnTo>
                <a:lnTo>
                  <a:pt x="40" y="180"/>
                </a:lnTo>
                <a:lnTo>
                  <a:pt x="90" y="180"/>
                </a:lnTo>
                <a:lnTo>
                  <a:pt x="90" y="95"/>
                </a:lnTo>
                <a:lnTo>
                  <a:pt x="29" y="95"/>
                </a:lnTo>
                <a:lnTo>
                  <a:pt x="22" y="95"/>
                </a:lnTo>
                <a:lnTo>
                  <a:pt x="19" y="87"/>
                </a:lnTo>
                <a:lnTo>
                  <a:pt x="3" y="61"/>
                </a:lnTo>
                <a:lnTo>
                  <a:pt x="0" y="57"/>
                </a:lnTo>
                <a:lnTo>
                  <a:pt x="3" y="50"/>
                </a:lnTo>
                <a:lnTo>
                  <a:pt x="19" y="24"/>
                </a:lnTo>
                <a:lnTo>
                  <a:pt x="22" y="19"/>
                </a:lnTo>
                <a:lnTo>
                  <a:pt x="29" y="19"/>
                </a:lnTo>
                <a:lnTo>
                  <a:pt x="90" y="19"/>
                </a:lnTo>
                <a:lnTo>
                  <a:pt x="90" y="14"/>
                </a:lnTo>
                <a:lnTo>
                  <a:pt x="109" y="0"/>
                </a:lnTo>
                <a:lnTo>
                  <a:pt x="125" y="14"/>
                </a:lnTo>
                <a:lnTo>
                  <a:pt x="125" y="71"/>
                </a:lnTo>
                <a:lnTo>
                  <a:pt x="125" y="71"/>
                </a:lnTo>
                <a:close/>
                <a:moveTo>
                  <a:pt x="182" y="92"/>
                </a:moveTo>
                <a:lnTo>
                  <a:pt x="128" y="92"/>
                </a:lnTo>
                <a:lnTo>
                  <a:pt x="128" y="123"/>
                </a:lnTo>
                <a:lnTo>
                  <a:pt x="182" y="123"/>
                </a:lnTo>
                <a:lnTo>
                  <a:pt x="192" y="109"/>
                </a:lnTo>
                <a:lnTo>
                  <a:pt x="182" y="9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71" name="直接连接符 70"/>
          <p:cNvCxnSpPr/>
          <p:nvPr/>
        </p:nvCxnSpPr>
        <p:spPr>
          <a:xfrm>
            <a:off x="2800169" y="2315005"/>
            <a:ext cx="3998390" cy="2215766"/>
          </a:xfrm>
          <a:prstGeom prst="line">
            <a:avLst/>
          </a:prstGeom>
          <a:ln w="12700">
            <a:solidFill>
              <a:srgbClr val="0033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V="1">
            <a:off x="2836945" y="2274151"/>
            <a:ext cx="3986174" cy="2192163"/>
          </a:xfrm>
          <a:prstGeom prst="line">
            <a:avLst/>
          </a:prstGeom>
          <a:ln w="12700">
            <a:solidFill>
              <a:srgbClr val="0033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 flipH="1">
            <a:off x="4766302" y="1581035"/>
            <a:ext cx="9767" cy="3818764"/>
          </a:xfrm>
          <a:prstGeom prst="line">
            <a:avLst/>
          </a:prstGeom>
          <a:ln w="12700">
            <a:solidFill>
              <a:srgbClr val="0033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组合 73"/>
          <p:cNvGrpSpPr/>
          <p:nvPr/>
        </p:nvGrpSpPr>
        <p:grpSpPr>
          <a:xfrm>
            <a:off x="4434353" y="3036987"/>
            <a:ext cx="681847" cy="681847"/>
            <a:chOff x="1268047" y="1694923"/>
            <a:chExt cx="681847" cy="681847"/>
          </a:xfrm>
        </p:grpSpPr>
        <p:sp>
          <p:nvSpPr>
            <p:cNvPr id="75" name="椭圆 74"/>
            <p:cNvSpPr/>
            <p:nvPr/>
          </p:nvSpPr>
          <p:spPr>
            <a:xfrm>
              <a:off x="1268047" y="1694923"/>
              <a:ext cx="681847" cy="681847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1364319" y="1771986"/>
              <a:ext cx="505360" cy="50536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7" name="直接连接符 76"/>
          <p:cNvCxnSpPr/>
          <p:nvPr/>
        </p:nvCxnSpPr>
        <p:spPr>
          <a:xfrm>
            <a:off x="4499547" y="955209"/>
            <a:ext cx="4492120" cy="0"/>
          </a:xfrm>
          <a:prstGeom prst="line">
            <a:avLst/>
          </a:prstGeom>
          <a:ln w="12700">
            <a:solidFill>
              <a:srgbClr val="0033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62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58" t="15591" r="-132" b="8268"/>
          <a:stretch/>
        </p:blipFill>
        <p:spPr>
          <a:xfrm>
            <a:off x="-72189" y="0"/>
            <a:ext cx="9216189" cy="4054642"/>
          </a:xfrm>
          <a:custGeom>
            <a:avLst/>
            <a:gdLst>
              <a:gd name="connsiteX0" fmla="*/ 0 w 9218443"/>
              <a:gd name="connsiteY0" fmla="*/ 0 h 4054642"/>
              <a:gd name="connsiteX1" fmla="*/ 9218443 w 9218443"/>
              <a:gd name="connsiteY1" fmla="*/ 0 h 4054642"/>
              <a:gd name="connsiteX2" fmla="*/ 9218443 w 9218443"/>
              <a:gd name="connsiteY2" fmla="*/ 4054642 h 4054642"/>
              <a:gd name="connsiteX3" fmla="*/ 6115423 w 9218443"/>
              <a:gd name="connsiteY3" fmla="*/ 4054642 h 4054642"/>
              <a:gd name="connsiteX4" fmla="*/ 4647570 w 9218443"/>
              <a:gd name="connsiteY4" fmla="*/ 2586789 h 4054642"/>
              <a:gd name="connsiteX5" fmla="*/ 3179717 w 9218443"/>
              <a:gd name="connsiteY5" fmla="*/ 4054642 h 4054642"/>
              <a:gd name="connsiteX6" fmla="*/ 0 w 9218443"/>
              <a:gd name="connsiteY6" fmla="*/ 4054642 h 405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18443" h="4054642">
                <a:moveTo>
                  <a:pt x="0" y="0"/>
                </a:moveTo>
                <a:lnTo>
                  <a:pt x="9218443" y="0"/>
                </a:lnTo>
                <a:lnTo>
                  <a:pt x="9218443" y="4054642"/>
                </a:lnTo>
                <a:lnTo>
                  <a:pt x="6115423" y="4054642"/>
                </a:lnTo>
                <a:cubicBezTo>
                  <a:pt x="6115423" y="3243969"/>
                  <a:pt x="5458243" y="2586789"/>
                  <a:pt x="4647570" y="2586789"/>
                </a:cubicBezTo>
                <a:cubicBezTo>
                  <a:pt x="3836897" y="2586789"/>
                  <a:pt x="3179717" y="3243969"/>
                  <a:pt x="3179717" y="4054642"/>
                </a:cubicBezTo>
                <a:lnTo>
                  <a:pt x="0" y="4054642"/>
                </a:lnTo>
                <a:close/>
              </a:path>
            </a:pathLst>
          </a:custGeom>
        </p:spPr>
      </p:pic>
      <p:sp>
        <p:nvSpPr>
          <p:cNvPr id="5" name="文本框 4"/>
          <p:cNvSpPr txBox="1"/>
          <p:nvPr/>
        </p:nvSpPr>
        <p:spPr>
          <a:xfrm>
            <a:off x="1614309" y="2477287"/>
            <a:ext cx="5939446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高效谈判的</a:t>
            </a:r>
            <a:r>
              <a:rPr lang="en-US" altLang="zh-CN" sz="19900" b="1" dirty="0" smtClean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4</a:t>
            </a:r>
            <a:r>
              <a:rPr lang="zh-CN" altLang="en-US" sz="32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32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基本步骤</a:t>
            </a:r>
          </a:p>
        </p:txBody>
      </p:sp>
      <p:sp>
        <p:nvSpPr>
          <p:cNvPr id="14" name="椭圆 13"/>
          <p:cNvSpPr/>
          <p:nvPr/>
        </p:nvSpPr>
        <p:spPr>
          <a:xfrm>
            <a:off x="467544" y="4242017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812360" y="4245827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609254" y="4387848"/>
            <a:ext cx="647682" cy="647682"/>
            <a:chOff x="1407600" y="4289874"/>
            <a:chExt cx="799484" cy="799484"/>
          </a:xfrm>
        </p:grpSpPr>
        <p:sp>
          <p:nvSpPr>
            <p:cNvPr id="17" name="椭圆 16"/>
            <p:cNvSpPr/>
            <p:nvPr/>
          </p:nvSpPr>
          <p:spPr>
            <a:xfrm>
              <a:off x="1407600" y="4289874"/>
              <a:ext cx="799484" cy="799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Freeform 140"/>
            <p:cNvSpPr>
              <a:spLocks/>
            </p:cNvSpPr>
            <p:nvPr/>
          </p:nvSpPr>
          <p:spPr bwMode="auto">
            <a:xfrm>
              <a:off x="1535614" y="4400372"/>
              <a:ext cx="537503" cy="513452"/>
            </a:xfrm>
            <a:custGeom>
              <a:avLst/>
              <a:gdLst>
                <a:gd name="T0" fmla="*/ 8914 w 9909"/>
                <a:gd name="T1" fmla="*/ 8634 h 12980"/>
                <a:gd name="T2" fmla="*/ 8871 w 9909"/>
                <a:gd name="T3" fmla="*/ 8626 h 12980"/>
                <a:gd name="T4" fmla="*/ 8840 w 9909"/>
                <a:gd name="T5" fmla="*/ 8588 h 12980"/>
                <a:gd name="T6" fmla="*/ 6747 w 9909"/>
                <a:gd name="T7" fmla="*/ 9060 h 12980"/>
                <a:gd name="T8" fmla="*/ 6597 w 9909"/>
                <a:gd name="T9" fmla="*/ 9225 h 12980"/>
                <a:gd name="T10" fmla="*/ 6457 w 9909"/>
                <a:gd name="T11" fmla="*/ 9399 h 12980"/>
                <a:gd name="T12" fmla="*/ 6328 w 9909"/>
                <a:gd name="T13" fmla="*/ 9581 h 12980"/>
                <a:gd name="T14" fmla="*/ 6209 w 9909"/>
                <a:gd name="T15" fmla="*/ 9773 h 12980"/>
                <a:gd name="T16" fmla="*/ 6099 w 9909"/>
                <a:gd name="T17" fmla="*/ 9974 h 12980"/>
                <a:gd name="T18" fmla="*/ 6001 w 9909"/>
                <a:gd name="T19" fmla="*/ 10185 h 12980"/>
                <a:gd name="T20" fmla="*/ 5915 w 9909"/>
                <a:gd name="T21" fmla="*/ 10402 h 12980"/>
                <a:gd name="T22" fmla="*/ 5842 w 9909"/>
                <a:gd name="T23" fmla="*/ 10621 h 12980"/>
                <a:gd name="T24" fmla="*/ 5785 w 9909"/>
                <a:gd name="T25" fmla="*/ 10840 h 12980"/>
                <a:gd name="T26" fmla="*/ 5740 w 9909"/>
                <a:gd name="T27" fmla="*/ 11061 h 12980"/>
                <a:gd name="T28" fmla="*/ 5710 w 9909"/>
                <a:gd name="T29" fmla="*/ 11282 h 12980"/>
                <a:gd name="T30" fmla="*/ 5695 w 9909"/>
                <a:gd name="T31" fmla="*/ 11506 h 12980"/>
                <a:gd name="T32" fmla="*/ 4209 w 9909"/>
                <a:gd name="T33" fmla="*/ 12980 h 12980"/>
                <a:gd name="T34" fmla="*/ 4205 w 9909"/>
                <a:gd name="T35" fmla="*/ 11461 h 12980"/>
                <a:gd name="T36" fmla="*/ 4186 w 9909"/>
                <a:gd name="T37" fmla="*/ 11235 h 12980"/>
                <a:gd name="T38" fmla="*/ 4156 w 9909"/>
                <a:gd name="T39" fmla="*/ 11013 h 12980"/>
                <a:gd name="T40" fmla="*/ 4111 w 9909"/>
                <a:gd name="T41" fmla="*/ 10792 h 12980"/>
                <a:gd name="T42" fmla="*/ 4054 w 9909"/>
                <a:gd name="T43" fmla="*/ 10575 h 12980"/>
                <a:gd name="T44" fmla="*/ 3981 w 9909"/>
                <a:gd name="T45" fmla="*/ 10359 h 12980"/>
                <a:gd name="T46" fmla="*/ 3896 w 9909"/>
                <a:gd name="T47" fmla="*/ 10148 h 12980"/>
                <a:gd name="T48" fmla="*/ 3756 w 9909"/>
                <a:gd name="T49" fmla="*/ 9864 h 12980"/>
                <a:gd name="T50" fmla="*/ 3593 w 9909"/>
                <a:gd name="T51" fmla="*/ 9595 h 12980"/>
                <a:gd name="T52" fmla="*/ 3463 w 9909"/>
                <a:gd name="T53" fmla="*/ 9412 h 12980"/>
                <a:gd name="T54" fmla="*/ 3320 w 9909"/>
                <a:gd name="T55" fmla="*/ 9236 h 12980"/>
                <a:gd name="T56" fmla="*/ 3165 w 9909"/>
                <a:gd name="T57" fmla="*/ 9068 h 12980"/>
                <a:gd name="T58" fmla="*/ 899 w 9909"/>
                <a:gd name="T59" fmla="*/ 8561 h 12980"/>
                <a:gd name="T60" fmla="*/ 0 w 9909"/>
                <a:gd name="T61" fmla="*/ 5015 h 12980"/>
                <a:gd name="T62" fmla="*/ 10 w 9909"/>
                <a:gd name="T63" fmla="*/ 4968 h 12980"/>
                <a:gd name="T64" fmla="*/ 37 w 9909"/>
                <a:gd name="T65" fmla="*/ 4925 h 12980"/>
                <a:gd name="T66" fmla="*/ 76 w 9909"/>
                <a:gd name="T67" fmla="*/ 4887 h 12980"/>
                <a:gd name="T68" fmla="*/ 120 w 9909"/>
                <a:gd name="T69" fmla="*/ 4865 h 12980"/>
                <a:gd name="T70" fmla="*/ 168 w 9909"/>
                <a:gd name="T71" fmla="*/ 4857 h 12980"/>
                <a:gd name="T72" fmla="*/ 3708 w 9909"/>
                <a:gd name="T73" fmla="*/ 5740 h 12980"/>
                <a:gd name="T74" fmla="*/ 3736 w 9909"/>
                <a:gd name="T75" fmla="*/ 5760 h 12980"/>
                <a:gd name="T76" fmla="*/ 3772 w 9909"/>
                <a:gd name="T77" fmla="*/ 5830 h 12980"/>
                <a:gd name="T78" fmla="*/ 3771 w 9909"/>
                <a:gd name="T79" fmla="*/ 5868 h 12980"/>
                <a:gd name="T80" fmla="*/ 3743 w 9909"/>
                <a:gd name="T81" fmla="*/ 5895 h 12980"/>
                <a:gd name="T82" fmla="*/ 3720 w 9909"/>
                <a:gd name="T83" fmla="*/ 5903 h 12980"/>
                <a:gd name="T84" fmla="*/ 2986 w 9909"/>
                <a:gd name="T85" fmla="*/ 3294 h 12980"/>
                <a:gd name="T86" fmla="*/ 2972 w 9909"/>
                <a:gd name="T87" fmla="*/ 3249 h 12980"/>
                <a:gd name="T88" fmla="*/ 4841 w 9909"/>
                <a:gd name="T89" fmla="*/ 51 h 12980"/>
                <a:gd name="T90" fmla="*/ 4885 w 9909"/>
                <a:gd name="T91" fmla="*/ 17 h 12980"/>
                <a:gd name="T92" fmla="*/ 4929 w 9909"/>
                <a:gd name="T93" fmla="*/ 3 h 12980"/>
                <a:gd name="T94" fmla="*/ 4986 w 9909"/>
                <a:gd name="T95" fmla="*/ 1 h 12980"/>
                <a:gd name="T96" fmla="*/ 5040 w 9909"/>
                <a:gd name="T97" fmla="*/ 13 h 12980"/>
                <a:gd name="T98" fmla="*/ 5076 w 9909"/>
                <a:gd name="T99" fmla="*/ 37 h 12980"/>
                <a:gd name="T100" fmla="*/ 6948 w 9909"/>
                <a:gd name="T101" fmla="*/ 3197 h 12980"/>
                <a:gd name="T102" fmla="*/ 6935 w 9909"/>
                <a:gd name="T103" fmla="*/ 3268 h 12980"/>
                <a:gd name="T104" fmla="*/ 6918 w 9909"/>
                <a:gd name="T105" fmla="*/ 3289 h 12980"/>
                <a:gd name="T106" fmla="*/ 6851 w 9909"/>
                <a:gd name="T107" fmla="*/ 3309 h 12980"/>
                <a:gd name="T108" fmla="*/ 6165 w 9909"/>
                <a:gd name="T109" fmla="*/ 5936 h 12980"/>
                <a:gd name="T110" fmla="*/ 9723 w 9909"/>
                <a:gd name="T111" fmla="*/ 4853 h 12980"/>
                <a:gd name="T112" fmla="*/ 9773 w 9909"/>
                <a:gd name="T113" fmla="*/ 4850 h 12980"/>
                <a:gd name="T114" fmla="*/ 9822 w 9909"/>
                <a:gd name="T115" fmla="*/ 4866 h 12980"/>
                <a:gd name="T116" fmla="*/ 9868 w 9909"/>
                <a:gd name="T117" fmla="*/ 4901 h 12980"/>
                <a:gd name="T118" fmla="*/ 9899 w 9909"/>
                <a:gd name="T119" fmla="*/ 4946 h 12980"/>
                <a:gd name="T120" fmla="*/ 9909 w 9909"/>
                <a:gd name="T121" fmla="*/ 4997 h 12980"/>
                <a:gd name="T122" fmla="*/ 9899 w 9909"/>
                <a:gd name="T123" fmla="*/ 5055 h 12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09" h="12980">
                  <a:moveTo>
                    <a:pt x="9899" y="5055"/>
                  </a:moveTo>
                  <a:lnTo>
                    <a:pt x="9002" y="8561"/>
                  </a:lnTo>
                  <a:lnTo>
                    <a:pt x="8936" y="8627"/>
                  </a:lnTo>
                  <a:lnTo>
                    <a:pt x="8925" y="8631"/>
                  </a:lnTo>
                  <a:lnTo>
                    <a:pt x="8914" y="8634"/>
                  </a:lnTo>
                  <a:lnTo>
                    <a:pt x="8904" y="8635"/>
                  </a:lnTo>
                  <a:lnTo>
                    <a:pt x="8894" y="8635"/>
                  </a:lnTo>
                  <a:lnTo>
                    <a:pt x="8886" y="8633"/>
                  </a:lnTo>
                  <a:lnTo>
                    <a:pt x="8878" y="8630"/>
                  </a:lnTo>
                  <a:lnTo>
                    <a:pt x="8871" y="8626"/>
                  </a:lnTo>
                  <a:lnTo>
                    <a:pt x="8865" y="8620"/>
                  </a:lnTo>
                  <a:lnTo>
                    <a:pt x="8854" y="8608"/>
                  </a:lnTo>
                  <a:lnTo>
                    <a:pt x="8845" y="8598"/>
                  </a:lnTo>
                  <a:lnTo>
                    <a:pt x="8842" y="8593"/>
                  </a:lnTo>
                  <a:lnTo>
                    <a:pt x="8840" y="8588"/>
                  </a:lnTo>
                  <a:lnTo>
                    <a:pt x="8839" y="8583"/>
                  </a:lnTo>
                  <a:lnTo>
                    <a:pt x="8839" y="8578"/>
                  </a:lnTo>
                  <a:lnTo>
                    <a:pt x="8398" y="7420"/>
                  </a:lnTo>
                  <a:lnTo>
                    <a:pt x="6778" y="9028"/>
                  </a:lnTo>
                  <a:lnTo>
                    <a:pt x="6747" y="9060"/>
                  </a:lnTo>
                  <a:lnTo>
                    <a:pt x="6716" y="9092"/>
                  </a:lnTo>
                  <a:lnTo>
                    <a:pt x="6685" y="9125"/>
                  </a:lnTo>
                  <a:lnTo>
                    <a:pt x="6656" y="9158"/>
                  </a:lnTo>
                  <a:lnTo>
                    <a:pt x="6626" y="9191"/>
                  </a:lnTo>
                  <a:lnTo>
                    <a:pt x="6597" y="9225"/>
                  </a:lnTo>
                  <a:lnTo>
                    <a:pt x="6568" y="9259"/>
                  </a:lnTo>
                  <a:lnTo>
                    <a:pt x="6539" y="9293"/>
                  </a:lnTo>
                  <a:lnTo>
                    <a:pt x="6512" y="9328"/>
                  </a:lnTo>
                  <a:lnTo>
                    <a:pt x="6484" y="9364"/>
                  </a:lnTo>
                  <a:lnTo>
                    <a:pt x="6457" y="9399"/>
                  </a:lnTo>
                  <a:lnTo>
                    <a:pt x="6430" y="9434"/>
                  </a:lnTo>
                  <a:lnTo>
                    <a:pt x="6404" y="9471"/>
                  </a:lnTo>
                  <a:lnTo>
                    <a:pt x="6378" y="9508"/>
                  </a:lnTo>
                  <a:lnTo>
                    <a:pt x="6353" y="9545"/>
                  </a:lnTo>
                  <a:lnTo>
                    <a:pt x="6328" y="9581"/>
                  </a:lnTo>
                  <a:lnTo>
                    <a:pt x="6303" y="9619"/>
                  </a:lnTo>
                  <a:lnTo>
                    <a:pt x="6279" y="9657"/>
                  </a:lnTo>
                  <a:lnTo>
                    <a:pt x="6255" y="9696"/>
                  </a:lnTo>
                  <a:lnTo>
                    <a:pt x="6231" y="9734"/>
                  </a:lnTo>
                  <a:lnTo>
                    <a:pt x="6209" y="9773"/>
                  </a:lnTo>
                  <a:lnTo>
                    <a:pt x="6186" y="9813"/>
                  </a:lnTo>
                  <a:lnTo>
                    <a:pt x="6164" y="9853"/>
                  </a:lnTo>
                  <a:lnTo>
                    <a:pt x="6142" y="9893"/>
                  </a:lnTo>
                  <a:lnTo>
                    <a:pt x="6121" y="9934"/>
                  </a:lnTo>
                  <a:lnTo>
                    <a:pt x="6099" y="9974"/>
                  </a:lnTo>
                  <a:lnTo>
                    <a:pt x="6079" y="10016"/>
                  </a:lnTo>
                  <a:lnTo>
                    <a:pt x="6059" y="10057"/>
                  </a:lnTo>
                  <a:lnTo>
                    <a:pt x="6039" y="10100"/>
                  </a:lnTo>
                  <a:lnTo>
                    <a:pt x="6020" y="10142"/>
                  </a:lnTo>
                  <a:lnTo>
                    <a:pt x="6001" y="10185"/>
                  </a:lnTo>
                  <a:lnTo>
                    <a:pt x="5982" y="10228"/>
                  </a:lnTo>
                  <a:lnTo>
                    <a:pt x="5965" y="10272"/>
                  </a:lnTo>
                  <a:lnTo>
                    <a:pt x="5947" y="10315"/>
                  </a:lnTo>
                  <a:lnTo>
                    <a:pt x="5931" y="10358"/>
                  </a:lnTo>
                  <a:lnTo>
                    <a:pt x="5915" y="10402"/>
                  </a:lnTo>
                  <a:lnTo>
                    <a:pt x="5899" y="10446"/>
                  </a:lnTo>
                  <a:lnTo>
                    <a:pt x="5884" y="10489"/>
                  </a:lnTo>
                  <a:lnTo>
                    <a:pt x="5870" y="10533"/>
                  </a:lnTo>
                  <a:lnTo>
                    <a:pt x="5855" y="10577"/>
                  </a:lnTo>
                  <a:lnTo>
                    <a:pt x="5842" y="10621"/>
                  </a:lnTo>
                  <a:lnTo>
                    <a:pt x="5830" y="10665"/>
                  </a:lnTo>
                  <a:lnTo>
                    <a:pt x="5818" y="10709"/>
                  </a:lnTo>
                  <a:lnTo>
                    <a:pt x="5806" y="10752"/>
                  </a:lnTo>
                  <a:lnTo>
                    <a:pt x="5795" y="10796"/>
                  </a:lnTo>
                  <a:lnTo>
                    <a:pt x="5785" y="10840"/>
                  </a:lnTo>
                  <a:lnTo>
                    <a:pt x="5775" y="10884"/>
                  </a:lnTo>
                  <a:lnTo>
                    <a:pt x="5766" y="10928"/>
                  </a:lnTo>
                  <a:lnTo>
                    <a:pt x="5756" y="10972"/>
                  </a:lnTo>
                  <a:lnTo>
                    <a:pt x="5748" y="11017"/>
                  </a:lnTo>
                  <a:lnTo>
                    <a:pt x="5740" y="11061"/>
                  </a:lnTo>
                  <a:lnTo>
                    <a:pt x="5733" y="11105"/>
                  </a:lnTo>
                  <a:lnTo>
                    <a:pt x="5727" y="11150"/>
                  </a:lnTo>
                  <a:lnTo>
                    <a:pt x="5721" y="11194"/>
                  </a:lnTo>
                  <a:lnTo>
                    <a:pt x="5716" y="11238"/>
                  </a:lnTo>
                  <a:lnTo>
                    <a:pt x="5710" y="11282"/>
                  </a:lnTo>
                  <a:lnTo>
                    <a:pt x="5706" y="11327"/>
                  </a:lnTo>
                  <a:lnTo>
                    <a:pt x="5702" y="11371"/>
                  </a:lnTo>
                  <a:lnTo>
                    <a:pt x="5699" y="11416"/>
                  </a:lnTo>
                  <a:lnTo>
                    <a:pt x="5697" y="11461"/>
                  </a:lnTo>
                  <a:lnTo>
                    <a:pt x="5695" y="11506"/>
                  </a:lnTo>
                  <a:lnTo>
                    <a:pt x="5693" y="11551"/>
                  </a:lnTo>
                  <a:lnTo>
                    <a:pt x="5692" y="11596"/>
                  </a:lnTo>
                  <a:lnTo>
                    <a:pt x="5692" y="11641"/>
                  </a:lnTo>
                  <a:lnTo>
                    <a:pt x="5692" y="12980"/>
                  </a:lnTo>
                  <a:lnTo>
                    <a:pt x="4209" y="12980"/>
                  </a:lnTo>
                  <a:lnTo>
                    <a:pt x="4209" y="11644"/>
                  </a:lnTo>
                  <a:lnTo>
                    <a:pt x="4209" y="11598"/>
                  </a:lnTo>
                  <a:lnTo>
                    <a:pt x="4208" y="11552"/>
                  </a:lnTo>
                  <a:lnTo>
                    <a:pt x="4206" y="11507"/>
                  </a:lnTo>
                  <a:lnTo>
                    <a:pt x="4205" y="11461"/>
                  </a:lnTo>
                  <a:lnTo>
                    <a:pt x="4202" y="11416"/>
                  </a:lnTo>
                  <a:lnTo>
                    <a:pt x="4199" y="11370"/>
                  </a:lnTo>
                  <a:lnTo>
                    <a:pt x="4196" y="11325"/>
                  </a:lnTo>
                  <a:lnTo>
                    <a:pt x="4192" y="11280"/>
                  </a:lnTo>
                  <a:lnTo>
                    <a:pt x="4186" y="11235"/>
                  </a:lnTo>
                  <a:lnTo>
                    <a:pt x="4181" y="11190"/>
                  </a:lnTo>
                  <a:lnTo>
                    <a:pt x="4176" y="11146"/>
                  </a:lnTo>
                  <a:lnTo>
                    <a:pt x="4170" y="11102"/>
                  </a:lnTo>
                  <a:lnTo>
                    <a:pt x="4163" y="11057"/>
                  </a:lnTo>
                  <a:lnTo>
                    <a:pt x="4156" y="11013"/>
                  </a:lnTo>
                  <a:lnTo>
                    <a:pt x="4148" y="10968"/>
                  </a:lnTo>
                  <a:lnTo>
                    <a:pt x="4139" y="10924"/>
                  </a:lnTo>
                  <a:lnTo>
                    <a:pt x="4131" y="10880"/>
                  </a:lnTo>
                  <a:lnTo>
                    <a:pt x="4121" y="10836"/>
                  </a:lnTo>
                  <a:lnTo>
                    <a:pt x="4111" y="10792"/>
                  </a:lnTo>
                  <a:lnTo>
                    <a:pt x="4101" y="10748"/>
                  </a:lnTo>
                  <a:lnTo>
                    <a:pt x="4089" y="10704"/>
                  </a:lnTo>
                  <a:lnTo>
                    <a:pt x="4078" y="10662"/>
                  </a:lnTo>
                  <a:lnTo>
                    <a:pt x="4066" y="10618"/>
                  </a:lnTo>
                  <a:lnTo>
                    <a:pt x="4054" y="10575"/>
                  </a:lnTo>
                  <a:lnTo>
                    <a:pt x="4039" y="10531"/>
                  </a:lnTo>
                  <a:lnTo>
                    <a:pt x="4026" y="10488"/>
                  </a:lnTo>
                  <a:lnTo>
                    <a:pt x="4012" y="10445"/>
                  </a:lnTo>
                  <a:lnTo>
                    <a:pt x="3997" y="10402"/>
                  </a:lnTo>
                  <a:lnTo>
                    <a:pt x="3981" y="10359"/>
                  </a:lnTo>
                  <a:lnTo>
                    <a:pt x="3965" y="10316"/>
                  </a:lnTo>
                  <a:lnTo>
                    <a:pt x="3949" y="10274"/>
                  </a:lnTo>
                  <a:lnTo>
                    <a:pt x="3931" y="10232"/>
                  </a:lnTo>
                  <a:lnTo>
                    <a:pt x="3914" y="10190"/>
                  </a:lnTo>
                  <a:lnTo>
                    <a:pt x="3896" y="10148"/>
                  </a:lnTo>
                  <a:lnTo>
                    <a:pt x="3877" y="10106"/>
                  </a:lnTo>
                  <a:lnTo>
                    <a:pt x="3858" y="10065"/>
                  </a:lnTo>
                  <a:lnTo>
                    <a:pt x="3819" y="9984"/>
                  </a:lnTo>
                  <a:lnTo>
                    <a:pt x="3777" y="9904"/>
                  </a:lnTo>
                  <a:lnTo>
                    <a:pt x="3756" y="9864"/>
                  </a:lnTo>
                  <a:lnTo>
                    <a:pt x="3734" y="9824"/>
                  </a:lnTo>
                  <a:lnTo>
                    <a:pt x="3712" y="9785"/>
                  </a:lnTo>
                  <a:lnTo>
                    <a:pt x="3689" y="9747"/>
                  </a:lnTo>
                  <a:lnTo>
                    <a:pt x="3642" y="9670"/>
                  </a:lnTo>
                  <a:lnTo>
                    <a:pt x="3593" y="9595"/>
                  </a:lnTo>
                  <a:lnTo>
                    <a:pt x="3568" y="9558"/>
                  </a:lnTo>
                  <a:lnTo>
                    <a:pt x="3542" y="9521"/>
                  </a:lnTo>
                  <a:lnTo>
                    <a:pt x="3516" y="9484"/>
                  </a:lnTo>
                  <a:lnTo>
                    <a:pt x="3489" y="9448"/>
                  </a:lnTo>
                  <a:lnTo>
                    <a:pt x="3463" y="9412"/>
                  </a:lnTo>
                  <a:lnTo>
                    <a:pt x="3435" y="9376"/>
                  </a:lnTo>
                  <a:lnTo>
                    <a:pt x="3407" y="9340"/>
                  </a:lnTo>
                  <a:lnTo>
                    <a:pt x="3379" y="9306"/>
                  </a:lnTo>
                  <a:lnTo>
                    <a:pt x="3349" y="9271"/>
                  </a:lnTo>
                  <a:lnTo>
                    <a:pt x="3320" y="9236"/>
                  </a:lnTo>
                  <a:lnTo>
                    <a:pt x="3290" y="9201"/>
                  </a:lnTo>
                  <a:lnTo>
                    <a:pt x="3260" y="9168"/>
                  </a:lnTo>
                  <a:lnTo>
                    <a:pt x="3229" y="9134"/>
                  </a:lnTo>
                  <a:lnTo>
                    <a:pt x="3197" y="9100"/>
                  </a:lnTo>
                  <a:lnTo>
                    <a:pt x="3165" y="9068"/>
                  </a:lnTo>
                  <a:lnTo>
                    <a:pt x="3133" y="9034"/>
                  </a:lnTo>
                  <a:lnTo>
                    <a:pt x="1503" y="7403"/>
                  </a:lnTo>
                  <a:lnTo>
                    <a:pt x="1062" y="8578"/>
                  </a:lnTo>
                  <a:lnTo>
                    <a:pt x="981" y="8627"/>
                  </a:lnTo>
                  <a:lnTo>
                    <a:pt x="899" y="8561"/>
                  </a:lnTo>
                  <a:lnTo>
                    <a:pt x="2" y="5055"/>
                  </a:lnTo>
                  <a:lnTo>
                    <a:pt x="1" y="5045"/>
                  </a:lnTo>
                  <a:lnTo>
                    <a:pt x="0" y="5034"/>
                  </a:lnTo>
                  <a:lnTo>
                    <a:pt x="0" y="5025"/>
                  </a:lnTo>
                  <a:lnTo>
                    <a:pt x="0" y="5015"/>
                  </a:lnTo>
                  <a:lnTo>
                    <a:pt x="1" y="5005"/>
                  </a:lnTo>
                  <a:lnTo>
                    <a:pt x="2" y="4996"/>
                  </a:lnTo>
                  <a:lnTo>
                    <a:pt x="4" y="4986"/>
                  </a:lnTo>
                  <a:lnTo>
                    <a:pt x="7" y="4977"/>
                  </a:lnTo>
                  <a:lnTo>
                    <a:pt x="10" y="4968"/>
                  </a:lnTo>
                  <a:lnTo>
                    <a:pt x="14" y="4959"/>
                  </a:lnTo>
                  <a:lnTo>
                    <a:pt x="20" y="4951"/>
                  </a:lnTo>
                  <a:lnTo>
                    <a:pt x="25" y="4942"/>
                  </a:lnTo>
                  <a:lnTo>
                    <a:pt x="30" y="4933"/>
                  </a:lnTo>
                  <a:lnTo>
                    <a:pt x="37" y="4925"/>
                  </a:lnTo>
                  <a:lnTo>
                    <a:pt x="44" y="4917"/>
                  </a:lnTo>
                  <a:lnTo>
                    <a:pt x="51" y="4909"/>
                  </a:lnTo>
                  <a:lnTo>
                    <a:pt x="59" y="4901"/>
                  </a:lnTo>
                  <a:lnTo>
                    <a:pt x="68" y="4894"/>
                  </a:lnTo>
                  <a:lnTo>
                    <a:pt x="76" y="4887"/>
                  </a:lnTo>
                  <a:lnTo>
                    <a:pt x="84" y="4881"/>
                  </a:lnTo>
                  <a:lnTo>
                    <a:pt x="93" y="4876"/>
                  </a:lnTo>
                  <a:lnTo>
                    <a:pt x="101" y="4872"/>
                  </a:lnTo>
                  <a:lnTo>
                    <a:pt x="110" y="4868"/>
                  </a:lnTo>
                  <a:lnTo>
                    <a:pt x="120" y="4865"/>
                  </a:lnTo>
                  <a:lnTo>
                    <a:pt x="129" y="4862"/>
                  </a:lnTo>
                  <a:lnTo>
                    <a:pt x="138" y="4860"/>
                  </a:lnTo>
                  <a:lnTo>
                    <a:pt x="148" y="4858"/>
                  </a:lnTo>
                  <a:lnTo>
                    <a:pt x="157" y="4857"/>
                  </a:lnTo>
                  <a:lnTo>
                    <a:pt x="168" y="4857"/>
                  </a:lnTo>
                  <a:lnTo>
                    <a:pt x="178" y="4857"/>
                  </a:lnTo>
                  <a:lnTo>
                    <a:pt x="188" y="4858"/>
                  </a:lnTo>
                  <a:lnTo>
                    <a:pt x="198" y="4860"/>
                  </a:lnTo>
                  <a:lnTo>
                    <a:pt x="3704" y="5740"/>
                  </a:lnTo>
                  <a:lnTo>
                    <a:pt x="3708" y="5740"/>
                  </a:lnTo>
                  <a:lnTo>
                    <a:pt x="3712" y="5741"/>
                  </a:lnTo>
                  <a:lnTo>
                    <a:pt x="3716" y="5743"/>
                  </a:lnTo>
                  <a:lnTo>
                    <a:pt x="3720" y="5745"/>
                  </a:lnTo>
                  <a:lnTo>
                    <a:pt x="3728" y="5751"/>
                  </a:lnTo>
                  <a:lnTo>
                    <a:pt x="3736" y="5760"/>
                  </a:lnTo>
                  <a:lnTo>
                    <a:pt x="3743" y="5772"/>
                  </a:lnTo>
                  <a:lnTo>
                    <a:pt x="3752" y="5786"/>
                  </a:lnTo>
                  <a:lnTo>
                    <a:pt x="3760" y="5802"/>
                  </a:lnTo>
                  <a:lnTo>
                    <a:pt x="3769" y="5822"/>
                  </a:lnTo>
                  <a:lnTo>
                    <a:pt x="3772" y="5830"/>
                  </a:lnTo>
                  <a:lnTo>
                    <a:pt x="3774" y="5838"/>
                  </a:lnTo>
                  <a:lnTo>
                    <a:pt x="3775" y="5846"/>
                  </a:lnTo>
                  <a:lnTo>
                    <a:pt x="3775" y="5853"/>
                  </a:lnTo>
                  <a:lnTo>
                    <a:pt x="3774" y="5861"/>
                  </a:lnTo>
                  <a:lnTo>
                    <a:pt x="3771" y="5868"/>
                  </a:lnTo>
                  <a:lnTo>
                    <a:pt x="3767" y="5874"/>
                  </a:lnTo>
                  <a:lnTo>
                    <a:pt x="3762" y="5881"/>
                  </a:lnTo>
                  <a:lnTo>
                    <a:pt x="3756" y="5886"/>
                  </a:lnTo>
                  <a:lnTo>
                    <a:pt x="3750" y="5891"/>
                  </a:lnTo>
                  <a:lnTo>
                    <a:pt x="3743" y="5895"/>
                  </a:lnTo>
                  <a:lnTo>
                    <a:pt x="3738" y="5898"/>
                  </a:lnTo>
                  <a:lnTo>
                    <a:pt x="3733" y="5900"/>
                  </a:lnTo>
                  <a:lnTo>
                    <a:pt x="3728" y="5902"/>
                  </a:lnTo>
                  <a:lnTo>
                    <a:pt x="3724" y="5903"/>
                  </a:lnTo>
                  <a:lnTo>
                    <a:pt x="3720" y="5903"/>
                  </a:lnTo>
                  <a:lnTo>
                    <a:pt x="2579" y="6376"/>
                  </a:lnTo>
                  <a:lnTo>
                    <a:pt x="4209" y="8007"/>
                  </a:lnTo>
                  <a:lnTo>
                    <a:pt x="4209" y="2804"/>
                  </a:lnTo>
                  <a:lnTo>
                    <a:pt x="3084" y="3310"/>
                  </a:lnTo>
                  <a:lnTo>
                    <a:pt x="2986" y="3294"/>
                  </a:lnTo>
                  <a:lnTo>
                    <a:pt x="2983" y="3289"/>
                  </a:lnTo>
                  <a:lnTo>
                    <a:pt x="2979" y="3282"/>
                  </a:lnTo>
                  <a:lnTo>
                    <a:pt x="2977" y="3273"/>
                  </a:lnTo>
                  <a:lnTo>
                    <a:pt x="2974" y="3262"/>
                  </a:lnTo>
                  <a:lnTo>
                    <a:pt x="2972" y="3249"/>
                  </a:lnTo>
                  <a:lnTo>
                    <a:pt x="2971" y="3233"/>
                  </a:lnTo>
                  <a:lnTo>
                    <a:pt x="2970" y="3216"/>
                  </a:lnTo>
                  <a:lnTo>
                    <a:pt x="2970" y="3197"/>
                  </a:lnTo>
                  <a:lnTo>
                    <a:pt x="4829" y="65"/>
                  </a:lnTo>
                  <a:lnTo>
                    <a:pt x="4841" y="51"/>
                  </a:lnTo>
                  <a:lnTo>
                    <a:pt x="4854" y="37"/>
                  </a:lnTo>
                  <a:lnTo>
                    <a:pt x="4861" y="31"/>
                  </a:lnTo>
                  <a:lnTo>
                    <a:pt x="4869" y="26"/>
                  </a:lnTo>
                  <a:lnTo>
                    <a:pt x="4876" y="21"/>
                  </a:lnTo>
                  <a:lnTo>
                    <a:pt x="4885" y="17"/>
                  </a:lnTo>
                  <a:lnTo>
                    <a:pt x="4893" y="13"/>
                  </a:lnTo>
                  <a:lnTo>
                    <a:pt x="4902" y="10"/>
                  </a:lnTo>
                  <a:lnTo>
                    <a:pt x="4910" y="7"/>
                  </a:lnTo>
                  <a:lnTo>
                    <a:pt x="4919" y="4"/>
                  </a:lnTo>
                  <a:lnTo>
                    <a:pt x="4929" y="3"/>
                  </a:lnTo>
                  <a:lnTo>
                    <a:pt x="4939" y="1"/>
                  </a:lnTo>
                  <a:lnTo>
                    <a:pt x="4948" y="1"/>
                  </a:lnTo>
                  <a:lnTo>
                    <a:pt x="4958" y="0"/>
                  </a:lnTo>
                  <a:lnTo>
                    <a:pt x="4972" y="1"/>
                  </a:lnTo>
                  <a:lnTo>
                    <a:pt x="4986" y="1"/>
                  </a:lnTo>
                  <a:lnTo>
                    <a:pt x="4998" y="3"/>
                  </a:lnTo>
                  <a:lnTo>
                    <a:pt x="5009" y="4"/>
                  </a:lnTo>
                  <a:lnTo>
                    <a:pt x="5020" y="7"/>
                  </a:lnTo>
                  <a:lnTo>
                    <a:pt x="5031" y="10"/>
                  </a:lnTo>
                  <a:lnTo>
                    <a:pt x="5040" y="13"/>
                  </a:lnTo>
                  <a:lnTo>
                    <a:pt x="5048" y="17"/>
                  </a:lnTo>
                  <a:lnTo>
                    <a:pt x="5056" y="21"/>
                  </a:lnTo>
                  <a:lnTo>
                    <a:pt x="5063" y="26"/>
                  </a:lnTo>
                  <a:lnTo>
                    <a:pt x="5069" y="31"/>
                  </a:lnTo>
                  <a:lnTo>
                    <a:pt x="5076" y="37"/>
                  </a:lnTo>
                  <a:lnTo>
                    <a:pt x="5080" y="44"/>
                  </a:lnTo>
                  <a:lnTo>
                    <a:pt x="5084" y="51"/>
                  </a:lnTo>
                  <a:lnTo>
                    <a:pt x="5087" y="58"/>
                  </a:lnTo>
                  <a:lnTo>
                    <a:pt x="5089" y="65"/>
                  </a:lnTo>
                  <a:lnTo>
                    <a:pt x="6948" y="3197"/>
                  </a:lnTo>
                  <a:lnTo>
                    <a:pt x="6947" y="3216"/>
                  </a:lnTo>
                  <a:lnTo>
                    <a:pt x="6946" y="3233"/>
                  </a:lnTo>
                  <a:lnTo>
                    <a:pt x="6943" y="3249"/>
                  </a:lnTo>
                  <a:lnTo>
                    <a:pt x="6937" y="3262"/>
                  </a:lnTo>
                  <a:lnTo>
                    <a:pt x="6935" y="3268"/>
                  </a:lnTo>
                  <a:lnTo>
                    <a:pt x="6932" y="3273"/>
                  </a:lnTo>
                  <a:lnTo>
                    <a:pt x="6929" y="3278"/>
                  </a:lnTo>
                  <a:lnTo>
                    <a:pt x="6925" y="3282"/>
                  </a:lnTo>
                  <a:lnTo>
                    <a:pt x="6922" y="3286"/>
                  </a:lnTo>
                  <a:lnTo>
                    <a:pt x="6918" y="3289"/>
                  </a:lnTo>
                  <a:lnTo>
                    <a:pt x="6913" y="3292"/>
                  </a:lnTo>
                  <a:lnTo>
                    <a:pt x="6909" y="3294"/>
                  </a:lnTo>
                  <a:lnTo>
                    <a:pt x="6887" y="3301"/>
                  </a:lnTo>
                  <a:lnTo>
                    <a:pt x="6868" y="3306"/>
                  </a:lnTo>
                  <a:lnTo>
                    <a:pt x="6851" y="3309"/>
                  </a:lnTo>
                  <a:lnTo>
                    <a:pt x="6833" y="3310"/>
                  </a:lnTo>
                  <a:lnTo>
                    <a:pt x="5692" y="2804"/>
                  </a:lnTo>
                  <a:lnTo>
                    <a:pt x="5692" y="8007"/>
                  </a:lnTo>
                  <a:lnTo>
                    <a:pt x="7322" y="6343"/>
                  </a:lnTo>
                  <a:lnTo>
                    <a:pt x="6165" y="5936"/>
                  </a:lnTo>
                  <a:lnTo>
                    <a:pt x="6099" y="5854"/>
                  </a:lnTo>
                  <a:lnTo>
                    <a:pt x="6165" y="5773"/>
                  </a:lnTo>
                  <a:lnTo>
                    <a:pt x="9703" y="4860"/>
                  </a:lnTo>
                  <a:lnTo>
                    <a:pt x="9713" y="4856"/>
                  </a:lnTo>
                  <a:lnTo>
                    <a:pt x="9723" y="4853"/>
                  </a:lnTo>
                  <a:lnTo>
                    <a:pt x="9733" y="4851"/>
                  </a:lnTo>
                  <a:lnTo>
                    <a:pt x="9744" y="4849"/>
                  </a:lnTo>
                  <a:lnTo>
                    <a:pt x="9754" y="4849"/>
                  </a:lnTo>
                  <a:lnTo>
                    <a:pt x="9764" y="4849"/>
                  </a:lnTo>
                  <a:lnTo>
                    <a:pt x="9773" y="4850"/>
                  </a:lnTo>
                  <a:lnTo>
                    <a:pt x="9783" y="4852"/>
                  </a:lnTo>
                  <a:lnTo>
                    <a:pt x="9794" y="4854"/>
                  </a:lnTo>
                  <a:lnTo>
                    <a:pt x="9803" y="4857"/>
                  </a:lnTo>
                  <a:lnTo>
                    <a:pt x="9812" y="4861"/>
                  </a:lnTo>
                  <a:lnTo>
                    <a:pt x="9822" y="4866"/>
                  </a:lnTo>
                  <a:lnTo>
                    <a:pt x="9831" y="4871"/>
                  </a:lnTo>
                  <a:lnTo>
                    <a:pt x="9841" y="4878"/>
                  </a:lnTo>
                  <a:lnTo>
                    <a:pt x="9850" y="4884"/>
                  </a:lnTo>
                  <a:lnTo>
                    <a:pt x="9859" y="4893"/>
                  </a:lnTo>
                  <a:lnTo>
                    <a:pt x="9868" y="4901"/>
                  </a:lnTo>
                  <a:lnTo>
                    <a:pt x="9876" y="4909"/>
                  </a:lnTo>
                  <a:lnTo>
                    <a:pt x="9884" y="4917"/>
                  </a:lnTo>
                  <a:lnTo>
                    <a:pt x="9890" y="4926"/>
                  </a:lnTo>
                  <a:lnTo>
                    <a:pt x="9895" y="4935"/>
                  </a:lnTo>
                  <a:lnTo>
                    <a:pt x="9899" y="4946"/>
                  </a:lnTo>
                  <a:lnTo>
                    <a:pt x="9903" y="4955"/>
                  </a:lnTo>
                  <a:lnTo>
                    <a:pt x="9906" y="4965"/>
                  </a:lnTo>
                  <a:lnTo>
                    <a:pt x="9908" y="4975"/>
                  </a:lnTo>
                  <a:lnTo>
                    <a:pt x="9909" y="4986"/>
                  </a:lnTo>
                  <a:lnTo>
                    <a:pt x="9909" y="4997"/>
                  </a:lnTo>
                  <a:lnTo>
                    <a:pt x="9909" y="5008"/>
                  </a:lnTo>
                  <a:lnTo>
                    <a:pt x="9908" y="5020"/>
                  </a:lnTo>
                  <a:lnTo>
                    <a:pt x="9905" y="5031"/>
                  </a:lnTo>
                  <a:lnTo>
                    <a:pt x="9902" y="5044"/>
                  </a:lnTo>
                  <a:lnTo>
                    <a:pt x="9899" y="50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949926" y="4387848"/>
            <a:ext cx="647682" cy="647682"/>
            <a:chOff x="7025646" y="4289874"/>
            <a:chExt cx="799484" cy="799484"/>
          </a:xfrm>
        </p:grpSpPr>
        <p:sp>
          <p:nvSpPr>
            <p:cNvPr id="20" name="椭圆 19"/>
            <p:cNvSpPr/>
            <p:nvPr/>
          </p:nvSpPr>
          <p:spPr>
            <a:xfrm>
              <a:off x="7025646" y="4289874"/>
              <a:ext cx="799484" cy="7994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7155120" y="4409704"/>
              <a:ext cx="540535" cy="455658"/>
              <a:chOff x="7109871" y="4390243"/>
              <a:chExt cx="586808" cy="494665"/>
            </a:xfrm>
          </p:grpSpPr>
          <p:sp>
            <p:nvSpPr>
              <p:cNvPr id="22" name="Freeform 52"/>
              <p:cNvSpPr>
                <a:spLocks/>
              </p:cNvSpPr>
              <p:nvPr/>
            </p:nvSpPr>
            <p:spPr bwMode="auto">
              <a:xfrm>
                <a:off x="7109871" y="4825500"/>
                <a:ext cx="586808" cy="59408"/>
              </a:xfrm>
              <a:custGeom>
                <a:avLst/>
                <a:gdLst>
                  <a:gd name="T0" fmla="*/ 1071 w 11146"/>
                  <a:gd name="T1" fmla="*/ 1139 h 1140"/>
                  <a:gd name="T2" fmla="*/ 937 w 11146"/>
                  <a:gd name="T3" fmla="*/ 1130 h 1140"/>
                  <a:gd name="T4" fmla="*/ 812 w 11146"/>
                  <a:gd name="T5" fmla="*/ 1112 h 1140"/>
                  <a:gd name="T6" fmla="*/ 697 w 11146"/>
                  <a:gd name="T7" fmla="*/ 1086 h 1140"/>
                  <a:gd name="T8" fmla="*/ 589 w 11146"/>
                  <a:gd name="T9" fmla="*/ 1049 h 1140"/>
                  <a:gd name="T10" fmla="*/ 492 w 11146"/>
                  <a:gd name="T11" fmla="*/ 1005 h 1140"/>
                  <a:gd name="T12" fmla="*/ 403 w 11146"/>
                  <a:gd name="T13" fmla="*/ 952 h 1140"/>
                  <a:gd name="T14" fmla="*/ 322 w 11146"/>
                  <a:gd name="T15" fmla="*/ 889 h 1140"/>
                  <a:gd name="T16" fmla="*/ 251 w 11146"/>
                  <a:gd name="T17" fmla="*/ 818 h 1140"/>
                  <a:gd name="T18" fmla="*/ 189 w 11146"/>
                  <a:gd name="T19" fmla="*/ 738 h 1140"/>
                  <a:gd name="T20" fmla="*/ 136 w 11146"/>
                  <a:gd name="T21" fmla="*/ 649 h 1140"/>
                  <a:gd name="T22" fmla="*/ 91 w 11146"/>
                  <a:gd name="T23" fmla="*/ 551 h 1140"/>
                  <a:gd name="T24" fmla="*/ 55 w 11146"/>
                  <a:gd name="T25" fmla="*/ 444 h 1140"/>
                  <a:gd name="T26" fmla="*/ 28 w 11146"/>
                  <a:gd name="T27" fmla="*/ 328 h 1140"/>
                  <a:gd name="T28" fmla="*/ 10 w 11146"/>
                  <a:gd name="T29" fmla="*/ 204 h 1140"/>
                  <a:gd name="T30" fmla="*/ 2 w 11146"/>
                  <a:gd name="T31" fmla="*/ 70 h 1140"/>
                  <a:gd name="T32" fmla="*/ 11132 w 11146"/>
                  <a:gd name="T33" fmla="*/ 0 h 1140"/>
                  <a:gd name="T34" fmla="*/ 11144 w 11146"/>
                  <a:gd name="T35" fmla="*/ 70 h 1140"/>
                  <a:gd name="T36" fmla="*/ 11135 w 11146"/>
                  <a:gd name="T37" fmla="*/ 204 h 1140"/>
                  <a:gd name="T38" fmla="*/ 11117 w 11146"/>
                  <a:gd name="T39" fmla="*/ 328 h 1140"/>
                  <a:gd name="T40" fmla="*/ 11090 w 11146"/>
                  <a:gd name="T41" fmla="*/ 444 h 1140"/>
                  <a:gd name="T42" fmla="*/ 11054 w 11146"/>
                  <a:gd name="T43" fmla="*/ 551 h 1140"/>
                  <a:gd name="T44" fmla="*/ 11009 w 11146"/>
                  <a:gd name="T45" fmla="*/ 649 h 1140"/>
                  <a:gd name="T46" fmla="*/ 10955 w 11146"/>
                  <a:gd name="T47" fmla="*/ 738 h 1140"/>
                  <a:gd name="T48" fmla="*/ 10892 w 11146"/>
                  <a:gd name="T49" fmla="*/ 818 h 1140"/>
                  <a:gd name="T50" fmla="*/ 10821 w 11146"/>
                  <a:gd name="T51" fmla="*/ 889 h 1140"/>
                  <a:gd name="T52" fmla="*/ 10739 w 11146"/>
                  <a:gd name="T53" fmla="*/ 952 h 1140"/>
                  <a:gd name="T54" fmla="*/ 10650 w 11146"/>
                  <a:gd name="T55" fmla="*/ 1005 h 1140"/>
                  <a:gd name="T56" fmla="*/ 10551 w 11146"/>
                  <a:gd name="T57" fmla="*/ 1049 h 1140"/>
                  <a:gd name="T58" fmla="*/ 10443 w 11146"/>
                  <a:gd name="T59" fmla="*/ 1086 h 1140"/>
                  <a:gd name="T60" fmla="*/ 10327 w 11146"/>
                  <a:gd name="T61" fmla="*/ 1112 h 1140"/>
                  <a:gd name="T62" fmla="*/ 10202 w 11146"/>
                  <a:gd name="T63" fmla="*/ 1130 h 1140"/>
                  <a:gd name="T64" fmla="*/ 10067 w 11146"/>
                  <a:gd name="T65" fmla="*/ 1139 h 1140"/>
                  <a:gd name="T66" fmla="*/ 1141 w 11146"/>
                  <a:gd name="T67" fmla="*/ 1140 h 1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146" h="1140">
                    <a:moveTo>
                      <a:pt x="1141" y="1140"/>
                    </a:moveTo>
                    <a:lnTo>
                      <a:pt x="1071" y="1139"/>
                    </a:lnTo>
                    <a:lnTo>
                      <a:pt x="1003" y="1136"/>
                    </a:lnTo>
                    <a:lnTo>
                      <a:pt x="937" y="1130"/>
                    </a:lnTo>
                    <a:lnTo>
                      <a:pt x="873" y="1122"/>
                    </a:lnTo>
                    <a:lnTo>
                      <a:pt x="812" y="1112"/>
                    </a:lnTo>
                    <a:lnTo>
                      <a:pt x="753" y="1100"/>
                    </a:lnTo>
                    <a:lnTo>
                      <a:pt x="697" y="1086"/>
                    </a:lnTo>
                    <a:lnTo>
                      <a:pt x="642" y="1068"/>
                    </a:lnTo>
                    <a:lnTo>
                      <a:pt x="589" y="1049"/>
                    </a:lnTo>
                    <a:lnTo>
                      <a:pt x="539" y="1028"/>
                    </a:lnTo>
                    <a:lnTo>
                      <a:pt x="492" y="1005"/>
                    </a:lnTo>
                    <a:lnTo>
                      <a:pt x="446" y="979"/>
                    </a:lnTo>
                    <a:lnTo>
                      <a:pt x="403" y="952"/>
                    </a:lnTo>
                    <a:lnTo>
                      <a:pt x="361" y="922"/>
                    </a:lnTo>
                    <a:lnTo>
                      <a:pt x="322" y="889"/>
                    </a:lnTo>
                    <a:lnTo>
                      <a:pt x="286" y="855"/>
                    </a:lnTo>
                    <a:lnTo>
                      <a:pt x="251" y="818"/>
                    </a:lnTo>
                    <a:lnTo>
                      <a:pt x="219" y="779"/>
                    </a:lnTo>
                    <a:lnTo>
                      <a:pt x="189" y="738"/>
                    </a:lnTo>
                    <a:lnTo>
                      <a:pt x="161" y="694"/>
                    </a:lnTo>
                    <a:lnTo>
                      <a:pt x="136" y="649"/>
                    </a:lnTo>
                    <a:lnTo>
                      <a:pt x="112" y="601"/>
                    </a:lnTo>
                    <a:lnTo>
                      <a:pt x="91" y="551"/>
                    </a:lnTo>
                    <a:lnTo>
                      <a:pt x="71" y="499"/>
                    </a:lnTo>
                    <a:lnTo>
                      <a:pt x="55" y="444"/>
                    </a:lnTo>
                    <a:lnTo>
                      <a:pt x="40" y="387"/>
                    </a:lnTo>
                    <a:lnTo>
                      <a:pt x="28" y="328"/>
                    </a:lnTo>
                    <a:lnTo>
                      <a:pt x="18" y="267"/>
                    </a:lnTo>
                    <a:lnTo>
                      <a:pt x="10" y="204"/>
                    </a:lnTo>
                    <a:lnTo>
                      <a:pt x="5" y="137"/>
                    </a:lnTo>
                    <a:lnTo>
                      <a:pt x="2" y="70"/>
                    </a:lnTo>
                    <a:lnTo>
                      <a:pt x="0" y="0"/>
                    </a:lnTo>
                    <a:lnTo>
                      <a:pt x="11132" y="0"/>
                    </a:lnTo>
                    <a:lnTo>
                      <a:pt x="11146" y="0"/>
                    </a:lnTo>
                    <a:lnTo>
                      <a:pt x="11144" y="70"/>
                    </a:lnTo>
                    <a:lnTo>
                      <a:pt x="11141" y="137"/>
                    </a:lnTo>
                    <a:lnTo>
                      <a:pt x="11135" y="204"/>
                    </a:lnTo>
                    <a:lnTo>
                      <a:pt x="11128" y="267"/>
                    </a:lnTo>
                    <a:lnTo>
                      <a:pt x="11117" y="328"/>
                    </a:lnTo>
                    <a:lnTo>
                      <a:pt x="11105" y="387"/>
                    </a:lnTo>
                    <a:lnTo>
                      <a:pt x="11090" y="444"/>
                    </a:lnTo>
                    <a:lnTo>
                      <a:pt x="11074" y="499"/>
                    </a:lnTo>
                    <a:lnTo>
                      <a:pt x="11054" y="551"/>
                    </a:lnTo>
                    <a:lnTo>
                      <a:pt x="11032" y="601"/>
                    </a:lnTo>
                    <a:lnTo>
                      <a:pt x="11009" y="649"/>
                    </a:lnTo>
                    <a:lnTo>
                      <a:pt x="10983" y="694"/>
                    </a:lnTo>
                    <a:lnTo>
                      <a:pt x="10955" y="738"/>
                    </a:lnTo>
                    <a:lnTo>
                      <a:pt x="10925" y="779"/>
                    </a:lnTo>
                    <a:lnTo>
                      <a:pt x="10892" y="818"/>
                    </a:lnTo>
                    <a:lnTo>
                      <a:pt x="10858" y="855"/>
                    </a:lnTo>
                    <a:lnTo>
                      <a:pt x="10821" y="889"/>
                    </a:lnTo>
                    <a:lnTo>
                      <a:pt x="10782" y="922"/>
                    </a:lnTo>
                    <a:lnTo>
                      <a:pt x="10739" y="952"/>
                    </a:lnTo>
                    <a:lnTo>
                      <a:pt x="10696" y="979"/>
                    </a:lnTo>
                    <a:lnTo>
                      <a:pt x="10650" y="1005"/>
                    </a:lnTo>
                    <a:lnTo>
                      <a:pt x="10602" y="1028"/>
                    </a:lnTo>
                    <a:lnTo>
                      <a:pt x="10551" y="1049"/>
                    </a:lnTo>
                    <a:lnTo>
                      <a:pt x="10499" y="1068"/>
                    </a:lnTo>
                    <a:lnTo>
                      <a:pt x="10443" y="1086"/>
                    </a:lnTo>
                    <a:lnTo>
                      <a:pt x="10386" y="1100"/>
                    </a:lnTo>
                    <a:lnTo>
                      <a:pt x="10327" y="1112"/>
                    </a:lnTo>
                    <a:lnTo>
                      <a:pt x="10265" y="1122"/>
                    </a:lnTo>
                    <a:lnTo>
                      <a:pt x="10202" y="1130"/>
                    </a:lnTo>
                    <a:lnTo>
                      <a:pt x="10135" y="1136"/>
                    </a:lnTo>
                    <a:lnTo>
                      <a:pt x="10067" y="1139"/>
                    </a:lnTo>
                    <a:lnTo>
                      <a:pt x="9996" y="1140"/>
                    </a:lnTo>
                    <a:lnTo>
                      <a:pt x="1141" y="1140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53"/>
              <p:cNvSpPr>
                <a:spLocks/>
              </p:cNvSpPr>
              <p:nvPr/>
            </p:nvSpPr>
            <p:spPr bwMode="auto">
              <a:xfrm>
                <a:off x="7243236" y="4526033"/>
                <a:ext cx="430407" cy="281280"/>
              </a:xfrm>
              <a:custGeom>
                <a:avLst/>
                <a:gdLst>
                  <a:gd name="T0" fmla="*/ 6055 w 8157"/>
                  <a:gd name="T1" fmla="*/ 4539 h 5347"/>
                  <a:gd name="T2" fmla="*/ 6025 w 8157"/>
                  <a:gd name="T3" fmla="*/ 4739 h 5347"/>
                  <a:gd name="T4" fmla="*/ 5967 w 8157"/>
                  <a:gd name="T5" fmla="*/ 4911 h 5347"/>
                  <a:gd name="T6" fmla="*/ 5878 w 8157"/>
                  <a:gd name="T7" fmla="*/ 5055 h 5347"/>
                  <a:gd name="T8" fmla="*/ 5760 w 8157"/>
                  <a:gd name="T9" fmla="*/ 5170 h 5347"/>
                  <a:gd name="T10" fmla="*/ 5612 w 8157"/>
                  <a:gd name="T11" fmla="*/ 5256 h 5347"/>
                  <a:gd name="T12" fmla="*/ 5435 w 8157"/>
                  <a:gd name="T13" fmla="*/ 5315 h 5347"/>
                  <a:gd name="T14" fmla="*/ 5227 w 8157"/>
                  <a:gd name="T15" fmla="*/ 5343 h 5347"/>
                  <a:gd name="T16" fmla="*/ 875 w 8157"/>
                  <a:gd name="T17" fmla="*/ 5346 h 5347"/>
                  <a:gd name="T18" fmla="*/ 663 w 8157"/>
                  <a:gd name="T19" fmla="*/ 5325 h 5347"/>
                  <a:gd name="T20" fmla="*/ 481 w 8157"/>
                  <a:gd name="T21" fmla="*/ 5273 h 5347"/>
                  <a:gd name="T22" fmla="*/ 328 w 8157"/>
                  <a:gd name="T23" fmla="*/ 5194 h 5347"/>
                  <a:gd name="T24" fmla="*/ 204 w 8157"/>
                  <a:gd name="T25" fmla="*/ 5086 h 5347"/>
                  <a:gd name="T26" fmla="*/ 110 w 8157"/>
                  <a:gd name="T27" fmla="*/ 4949 h 5347"/>
                  <a:gd name="T28" fmla="*/ 45 w 8157"/>
                  <a:gd name="T29" fmla="*/ 4785 h 5347"/>
                  <a:gd name="T30" fmla="*/ 8 w 8157"/>
                  <a:gd name="T31" fmla="*/ 4591 h 5347"/>
                  <a:gd name="T32" fmla="*/ 0 w 8157"/>
                  <a:gd name="T33" fmla="*/ 0 h 5347"/>
                  <a:gd name="T34" fmla="*/ 6217 w 8157"/>
                  <a:gd name="T35" fmla="*/ 6 h 5347"/>
                  <a:gd name="T36" fmla="*/ 6421 w 8157"/>
                  <a:gd name="T37" fmla="*/ 29 h 5347"/>
                  <a:gd name="T38" fmla="*/ 6618 w 8157"/>
                  <a:gd name="T39" fmla="*/ 72 h 5347"/>
                  <a:gd name="T40" fmla="*/ 6808 w 8157"/>
                  <a:gd name="T41" fmla="*/ 134 h 5347"/>
                  <a:gd name="T42" fmla="*/ 6990 w 8157"/>
                  <a:gd name="T43" fmla="*/ 215 h 5347"/>
                  <a:gd name="T44" fmla="*/ 7166 w 8157"/>
                  <a:gd name="T45" fmla="*/ 317 h 5347"/>
                  <a:gd name="T46" fmla="*/ 7334 w 8157"/>
                  <a:gd name="T47" fmla="*/ 436 h 5347"/>
                  <a:gd name="T48" fmla="*/ 7495 w 8157"/>
                  <a:gd name="T49" fmla="*/ 577 h 5347"/>
                  <a:gd name="T50" fmla="*/ 7646 w 8157"/>
                  <a:gd name="T51" fmla="*/ 732 h 5347"/>
                  <a:gd name="T52" fmla="*/ 7777 w 8157"/>
                  <a:gd name="T53" fmla="*/ 896 h 5347"/>
                  <a:gd name="T54" fmla="*/ 7889 w 8157"/>
                  <a:gd name="T55" fmla="*/ 1066 h 5347"/>
                  <a:gd name="T56" fmla="*/ 7982 w 8157"/>
                  <a:gd name="T57" fmla="*/ 1246 h 5347"/>
                  <a:gd name="T58" fmla="*/ 8055 w 8157"/>
                  <a:gd name="T59" fmla="*/ 1433 h 5347"/>
                  <a:gd name="T60" fmla="*/ 8108 w 8157"/>
                  <a:gd name="T61" fmla="*/ 1627 h 5347"/>
                  <a:gd name="T62" fmla="*/ 8142 w 8157"/>
                  <a:gd name="T63" fmla="*/ 1830 h 5347"/>
                  <a:gd name="T64" fmla="*/ 8157 w 8157"/>
                  <a:gd name="T65" fmla="*/ 2041 h 5347"/>
                  <a:gd name="T66" fmla="*/ 8152 w 8157"/>
                  <a:gd name="T67" fmla="*/ 2257 h 5347"/>
                  <a:gd name="T68" fmla="*/ 8128 w 8157"/>
                  <a:gd name="T69" fmla="*/ 2467 h 5347"/>
                  <a:gd name="T70" fmla="*/ 8084 w 8157"/>
                  <a:gd name="T71" fmla="*/ 2668 h 5347"/>
                  <a:gd name="T72" fmla="*/ 8021 w 8157"/>
                  <a:gd name="T73" fmla="*/ 2860 h 5347"/>
                  <a:gd name="T74" fmla="*/ 7937 w 8157"/>
                  <a:gd name="T75" fmla="*/ 3043 h 5347"/>
                  <a:gd name="T76" fmla="*/ 7835 w 8157"/>
                  <a:gd name="T77" fmla="*/ 3218 h 5347"/>
                  <a:gd name="T78" fmla="*/ 7714 w 8157"/>
                  <a:gd name="T79" fmla="*/ 3384 h 5347"/>
                  <a:gd name="T80" fmla="*/ 7572 w 8157"/>
                  <a:gd name="T81" fmla="*/ 3542 h 5347"/>
                  <a:gd name="T82" fmla="*/ 7416 w 8157"/>
                  <a:gd name="T83" fmla="*/ 3687 h 5347"/>
                  <a:gd name="T84" fmla="*/ 7251 w 8157"/>
                  <a:gd name="T85" fmla="*/ 3815 h 5347"/>
                  <a:gd name="T86" fmla="*/ 7080 w 8157"/>
                  <a:gd name="T87" fmla="*/ 3922 h 5347"/>
                  <a:gd name="T88" fmla="*/ 6900 w 8157"/>
                  <a:gd name="T89" fmla="*/ 4011 h 5347"/>
                  <a:gd name="T90" fmla="*/ 6714 w 8157"/>
                  <a:gd name="T91" fmla="*/ 4081 h 5347"/>
                  <a:gd name="T92" fmla="*/ 6521 w 8157"/>
                  <a:gd name="T93" fmla="*/ 4133 h 5347"/>
                  <a:gd name="T94" fmla="*/ 6320 w 8157"/>
                  <a:gd name="T95" fmla="*/ 4166 h 5347"/>
                  <a:gd name="T96" fmla="*/ 6111 w 8157"/>
                  <a:gd name="T97" fmla="*/ 4180 h 5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157" h="5347">
                    <a:moveTo>
                      <a:pt x="6058" y="4180"/>
                    </a:moveTo>
                    <a:lnTo>
                      <a:pt x="6058" y="4428"/>
                    </a:lnTo>
                    <a:lnTo>
                      <a:pt x="6057" y="4484"/>
                    </a:lnTo>
                    <a:lnTo>
                      <a:pt x="6055" y="4539"/>
                    </a:lnTo>
                    <a:lnTo>
                      <a:pt x="6050" y="4591"/>
                    </a:lnTo>
                    <a:lnTo>
                      <a:pt x="6044" y="4642"/>
                    </a:lnTo>
                    <a:lnTo>
                      <a:pt x="6035" y="4692"/>
                    </a:lnTo>
                    <a:lnTo>
                      <a:pt x="6025" y="4739"/>
                    </a:lnTo>
                    <a:lnTo>
                      <a:pt x="6013" y="4785"/>
                    </a:lnTo>
                    <a:lnTo>
                      <a:pt x="6000" y="4829"/>
                    </a:lnTo>
                    <a:lnTo>
                      <a:pt x="5984" y="4871"/>
                    </a:lnTo>
                    <a:lnTo>
                      <a:pt x="5967" y="4911"/>
                    </a:lnTo>
                    <a:lnTo>
                      <a:pt x="5947" y="4949"/>
                    </a:lnTo>
                    <a:lnTo>
                      <a:pt x="5926" y="4987"/>
                    </a:lnTo>
                    <a:lnTo>
                      <a:pt x="5903" y="5022"/>
                    </a:lnTo>
                    <a:lnTo>
                      <a:pt x="5878" y="5055"/>
                    </a:lnTo>
                    <a:lnTo>
                      <a:pt x="5851" y="5086"/>
                    </a:lnTo>
                    <a:lnTo>
                      <a:pt x="5822" y="5116"/>
                    </a:lnTo>
                    <a:lnTo>
                      <a:pt x="5792" y="5144"/>
                    </a:lnTo>
                    <a:lnTo>
                      <a:pt x="5760" y="5170"/>
                    </a:lnTo>
                    <a:lnTo>
                      <a:pt x="5726" y="5194"/>
                    </a:lnTo>
                    <a:lnTo>
                      <a:pt x="5690" y="5217"/>
                    </a:lnTo>
                    <a:lnTo>
                      <a:pt x="5652" y="5237"/>
                    </a:lnTo>
                    <a:lnTo>
                      <a:pt x="5612" y="5256"/>
                    </a:lnTo>
                    <a:lnTo>
                      <a:pt x="5571" y="5273"/>
                    </a:lnTo>
                    <a:lnTo>
                      <a:pt x="5527" y="5289"/>
                    </a:lnTo>
                    <a:lnTo>
                      <a:pt x="5482" y="5303"/>
                    </a:lnTo>
                    <a:lnTo>
                      <a:pt x="5435" y="5315"/>
                    </a:lnTo>
                    <a:lnTo>
                      <a:pt x="5386" y="5325"/>
                    </a:lnTo>
                    <a:lnTo>
                      <a:pt x="5335" y="5333"/>
                    </a:lnTo>
                    <a:lnTo>
                      <a:pt x="5283" y="5339"/>
                    </a:lnTo>
                    <a:lnTo>
                      <a:pt x="5227" y="5343"/>
                    </a:lnTo>
                    <a:lnTo>
                      <a:pt x="5171" y="5346"/>
                    </a:lnTo>
                    <a:lnTo>
                      <a:pt x="5113" y="5347"/>
                    </a:lnTo>
                    <a:lnTo>
                      <a:pt x="933" y="5347"/>
                    </a:lnTo>
                    <a:lnTo>
                      <a:pt x="875" y="5346"/>
                    </a:lnTo>
                    <a:lnTo>
                      <a:pt x="820" y="5343"/>
                    </a:lnTo>
                    <a:lnTo>
                      <a:pt x="765" y="5339"/>
                    </a:lnTo>
                    <a:lnTo>
                      <a:pt x="713" y="5333"/>
                    </a:lnTo>
                    <a:lnTo>
                      <a:pt x="663" y="5325"/>
                    </a:lnTo>
                    <a:lnTo>
                      <a:pt x="615" y="5315"/>
                    </a:lnTo>
                    <a:lnTo>
                      <a:pt x="569" y="5303"/>
                    </a:lnTo>
                    <a:lnTo>
                      <a:pt x="524" y="5289"/>
                    </a:lnTo>
                    <a:lnTo>
                      <a:pt x="481" y="5273"/>
                    </a:lnTo>
                    <a:lnTo>
                      <a:pt x="440" y="5256"/>
                    </a:lnTo>
                    <a:lnTo>
                      <a:pt x="401" y="5237"/>
                    </a:lnTo>
                    <a:lnTo>
                      <a:pt x="364" y="5217"/>
                    </a:lnTo>
                    <a:lnTo>
                      <a:pt x="328" y="5194"/>
                    </a:lnTo>
                    <a:lnTo>
                      <a:pt x="295" y="5170"/>
                    </a:lnTo>
                    <a:lnTo>
                      <a:pt x="263" y="5144"/>
                    </a:lnTo>
                    <a:lnTo>
                      <a:pt x="233" y="5116"/>
                    </a:lnTo>
                    <a:lnTo>
                      <a:pt x="204" y="5086"/>
                    </a:lnTo>
                    <a:lnTo>
                      <a:pt x="178" y="5055"/>
                    </a:lnTo>
                    <a:lnTo>
                      <a:pt x="153" y="5022"/>
                    </a:lnTo>
                    <a:lnTo>
                      <a:pt x="131" y="4987"/>
                    </a:lnTo>
                    <a:lnTo>
                      <a:pt x="110" y="4949"/>
                    </a:lnTo>
                    <a:lnTo>
                      <a:pt x="91" y="4911"/>
                    </a:lnTo>
                    <a:lnTo>
                      <a:pt x="74" y="4871"/>
                    </a:lnTo>
                    <a:lnTo>
                      <a:pt x="58" y="4829"/>
                    </a:lnTo>
                    <a:lnTo>
                      <a:pt x="45" y="4785"/>
                    </a:lnTo>
                    <a:lnTo>
                      <a:pt x="33" y="4739"/>
                    </a:lnTo>
                    <a:lnTo>
                      <a:pt x="23" y="4692"/>
                    </a:lnTo>
                    <a:lnTo>
                      <a:pt x="15" y="4642"/>
                    </a:lnTo>
                    <a:lnTo>
                      <a:pt x="8" y="4591"/>
                    </a:lnTo>
                    <a:lnTo>
                      <a:pt x="4" y="4539"/>
                    </a:lnTo>
                    <a:lnTo>
                      <a:pt x="1" y="4484"/>
                    </a:lnTo>
                    <a:lnTo>
                      <a:pt x="0" y="4428"/>
                    </a:lnTo>
                    <a:lnTo>
                      <a:pt x="0" y="0"/>
                    </a:lnTo>
                    <a:lnTo>
                      <a:pt x="6058" y="0"/>
                    </a:lnTo>
                    <a:lnTo>
                      <a:pt x="6111" y="1"/>
                    </a:lnTo>
                    <a:lnTo>
                      <a:pt x="6165" y="3"/>
                    </a:lnTo>
                    <a:lnTo>
                      <a:pt x="6217" y="6"/>
                    </a:lnTo>
                    <a:lnTo>
                      <a:pt x="6269" y="10"/>
                    </a:lnTo>
                    <a:lnTo>
                      <a:pt x="6320" y="15"/>
                    </a:lnTo>
                    <a:lnTo>
                      <a:pt x="6371" y="22"/>
                    </a:lnTo>
                    <a:lnTo>
                      <a:pt x="6421" y="29"/>
                    </a:lnTo>
                    <a:lnTo>
                      <a:pt x="6472" y="38"/>
                    </a:lnTo>
                    <a:lnTo>
                      <a:pt x="6521" y="48"/>
                    </a:lnTo>
                    <a:lnTo>
                      <a:pt x="6570" y="60"/>
                    </a:lnTo>
                    <a:lnTo>
                      <a:pt x="6618" y="72"/>
                    </a:lnTo>
                    <a:lnTo>
                      <a:pt x="6666" y="86"/>
                    </a:lnTo>
                    <a:lnTo>
                      <a:pt x="6714" y="101"/>
                    </a:lnTo>
                    <a:lnTo>
                      <a:pt x="6762" y="117"/>
                    </a:lnTo>
                    <a:lnTo>
                      <a:pt x="6808" y="134"/>
                    </a:lnTo>
                    <a:lnTo>
                      <a:pt x="6855" y="153"/>
                    </a:lnTo>
                    <a:lnTo>
                      <a:pt x="6900" y="172"/>
                    </a:lnTo>
                    <a:lnTo>
                      <a:pt x="6946" y="193"/>
                    </a:lnTo>
                    <a:lnTo>
                      <a:pt x="6990" y="215"/>
                    </a:lnTo>
                    <a:lnTo>
                      <a:pt x="7035" y="240"/>
                    </a:lnTo>
                    <a:lnTo>
                      <a:pt x="7080" y="264"/>
                    </a:lnTo>
                    <a:lnTo>
                      <a:pt x="7123" y="290"/>
                    </a:lnTo>
                    <a:lnTo>
                      <a:pt x="7166" y="317"/>
                    </a:lnTo>
                    <a:lnTo>
                      <a:pt x="7209" y="345"/>
                    </a:lnTo>
                    <a:lnTo>
                      <a:pt x="7251" y="374"/>
                    </a:lnTo>
                    <a:lnTo>
                      <a:pt x="7292" y="405"/>
                    </a:lnTo>
                    <a:lnTo>
                      <a:pt x="7334" y="436"/>
                    </a:lnTo>
                    <a:lnTo>
                      <a:pt x="7376" y="469"/>
                    </a:lnTo>
                    <a:lnTo>
                      <a:pt x="7416" y="504"/>
                    </a:lnTo>
                    <a:lnTo>
                      <a:pt x="7456" y="540"/>
                    </a:lnTo>
                    <a:lnTo>
                      <a:pt x="7495" y="577"/>
                    </a:lnTo>
                    <a:lnTo>
                      <a:pt x="7534" y="614"/>
                    </a:lnTo>
                    <a:lnTo>
                      <a:pt x="7572" y="653"/>
                    </a:lnTo>
                    <a:lnTo>
                      <a:pt x="7609" y="692"/>
                    </a:lnTo>
                    <a:lnTo>
                      <a:pt x="7646" y="732"/>
                    </a:lnTo>
                    <a:lnTo>
                      <a:pt x="7681" y="772"/>
                    </a:lnTo>
                    <a:lnTo>
                      <a:pt x="7714" y="812"/>
                    </a:lnTo>
                    <a:lnTo>
                      <a:pt x="7746" y="854"/>
                    </a:lnTo>
                    <a:lnTo>
                      <a:pt x="7777" y="896"/>
                    </a:lnTo>
                    <a:lnTo>
                      <a:pt x="7807" y="938"/>
                    </a:lnTo>
                    <a:lnTo>
                      <a:pt x="7835" y="980"/>
                    </a:lnTo>
                    <a:lnTo>
                      <a:pt x="7863" y="1023"/>
                    </a:lnTo>
                    <a:lnTo>
                      <a:pt x="7889" y="1066"/>
                    </a:lnTo>
                    <a:lnTo>
                      <a:pt x="7914" y="1110"/>
                    </a:lnTo>
                    <a:lnTo>
                      <a:pt x="7937" y="1155"/>
                    </a:lnTo>
                    <a:lnTo>
                      <a:pt x="7961" y="1200"/>
                    </a:lnTo>
                    <a:lnTo>
                      <a:pt x="7982" y="1246"/>
                    </a:lnTo>
                    <a:lnTo>
                      <a:pt x="8002" y="1291"/>
                    </a:lnTo>
                    <a:lnTo>
                      <a:pt x="8021" y="1338"/>
                    </a:lnTo>
                    <a:lnTo>
                      <a:pt x="8038" y="1384"/>
                    </a:lnTo>
                    <a:lnTo>
                      <a:pt x="8055" y="1433"/>
                    </a:lnTo>
                    <a:lnTo>
                      <a:pt x="8070" y="1480"/>
                    </a:lnTo>
                    <a:lnTo>
                      <a:pt x="8084" y="1529"/>
                    </a:lnTo>
                    <a:lnTo>
                      <a:pt x="8097" y="1577"/>
                    </a:lnTo>
                    <a:lnTo>
                      <a:pt x="8108" y="1627"/>
                    </a:lnTo>
                    <a:lnTo>
                      <a:pt x="8118" y="1676"/>
                    </a:lnTo>
                    <a:lnTo>
                      <a:pt x="8128" y="1728"/>
                    </a:lnTo>
                    <a:lnTo>
                      <a:pt x="8135" y="1778"/>
                    </a:lnTo>
                    <a:lnTo>
                      <a:pt x="8142" y="1830"/>
                    </a:lnTo>
                    <a:lnTo>
                      <a:pt x="8148" y="1882"/>
                    </a:lnTo>
                    <a:lnTo>
                      <a:pt x="8152" y="1934"/>
                    </a:lnTo>
                    <a:lnTo>
                      <a:pt x="8155" y="1987"/>
                    </a:lnTo>
                    <a:lnTo>
                      <a:pt x="8157" y="2041"/>
                    </a:lnTo>
                    <a:lnTo>
                      <a:pt x="8157" y="2095"/>
                    </a:lnTo>
                    <a:lnTo>
                      <a:pt x="8157" y="2149"/>
                    </a:lnTo>
                    <a:lnTo>
                      <a:pt x="8155" y="2203"/>
                    </a:lnTo>
                    <a:lnTo>
                      <a:pt x="8152" y="2257"/>
                    </a:lnTo>
                    <a:lnTo>
                      <a:pt x="8148" y="2311"/>
                    </a:lnTo>
                    <a:lnTo>
                      <a:pt x="8142" y="2364"/>
                    </a:lnTo>
                    <a:lnTo>
                      <a:pt x="8135" y="2415"/>
                    </a:lnTo>
                    <a:lnTo>
                      <a:pt x="8128" y="2467"/>
                    </a:lnTo>
                    <a:lnTo>
                      <a:pt x="8118" y="2518"/>
                    </a:lnTo>
                    <a:lnTo>
                      <a:pt x="8108" y="2568"/>
                    </a:lnTo>
                    <a:lnTo>
                      <a:pt x="8097" y="2619"/>
                    </a:lnTo>
                    <a:lnTo>
                      <a:pt x="8084" y="2668"/>
                    </a:lnTo>
                    <a:lnTo>
                      <a:pt x="8070" y="2717"/>
                    </a:lnTo>
                    <a:lnTo>
                      <a:pt x="8055" y="2765"/>
                    </a:lnTo>
                    <a:lnTo>
                      <a:pt x="8038" y="2812"/>
                    </a:lnTo>
                    <a:lnTo>
                      <a:pt x="8021" y="2860"/>
                    </a:lnTo>
                    <a:lnTo>
                      <a:pt x="8002" y="2907"/>
                    </a:lnTo>
                    <a:lnTo>
                      <a:pt x="7982" y="2953"/>
                    </a:lnTo>
                    <a:lnTo>
                      <a:pt x="7961" y="2998"/>
                    </a:lnTo>
                    <a:lnTo>
                      <a:pt x="7937" y="3043"/>
                    </a:lnTo>
                    <a:lnTo>
                      <a:pt x="7914" y="3088"/>
                    </a:lnTo>
                    <a:lnTo>
                      <a:pt x="7889" y="3132"/>
                    </a:lnTo>
                    <a:lnTo>
                      <a:pt x="7863" y="3175"/>
                    </a:lnTo>
                    <a:lnTo>
                      <a:pt x="7835" y="3218"/>
                    </a:lnTo>
                    <a:lnTo>
                      <a:pt x="7807" y="3261"/>
                    </a:lnTo>
                    <a:lnTo>
                      <a:pt x="7777" y="3302"/>
                    </a:lnTo>
                    <a:lnTo>
                      <a:pt x="7746" y="3343"/>
                    </a:lnTo>
                    <a:lnTo>
                      <a:pt x="7714" y="3384"/>
                    </a:lnTo>
                    <a:lnTo>
                      <a:pt x="7681" y="3424"/>
                    </a:lnTo>
                    <a:lnTo>
                      <a:pt x="7646" y="3463"/>
                    </a:lnTo>
                    <a:lnTo>
                      <a:pt x="7609" y="3503"/>
                    </a:lnTo>
                    <a:lnTo>
                      <a:pt x="7572" y="3542"/>
                    </a:lnTo>
                    <a:lnTo>
                      <a:pt x="7534" y="3579"/>
                    </a:lnTo>
                    <a:lnTo>
                      <a:pt x="7495" y="3616"/>
                    </a:lnTo>
                    <a:lnTo>
                      <a:pt x="7456" y="3652"/>
                    </a:lnTo>
                    <a:lnTo>
                      <a:pt x="7416" y="3687"/>
                    </a:lnTo>
                    <a:lnTo>
                      <a:pt x="7376" y="3720"/>
                    </a:lnTo>
                    <a:lnTo>
                      <a:pt x="7334" y="3753"/>
                    </a:lnTo>
                    <a:lnTo>
                      <a:pt x="7292" y="3784"/>
                    </a:lnTo>
                    <a:lnTo>
                      <a:pt x="7251" y="3815"/>
                    </a:lnTo>
                    <a:lnTo>
                      <a:pt x="7209" y="3843"/>
                    </a:lnTo>
                    <a:lnTo>
                      <a:pt x="7166" y="3871"/>
                    </a:lnTo>
                    <a:lnTo>
                      <a:pt x="7123" y="3897"/>
                    </a:lnTo>
                    <a:lnTo>
                      <a:pt x="7080" y="3922"/>
                    </a:lnTo>
                    <a:lnTo>
                      <a:pt x="7035" y="3946"/>
                    </a:lnTo>
                    <a:lnTo>
                      <a:pt x="6990" y="3969"/>
                    </a:lnTo>
                    <a:lnTo>
                      <a:pt x="6946" y="3991"/>
                    </a:lnTo>
                    <a:lnTo>
                      <a:pt x="6900" y="4011"/>
                    </a:lnTo>
                    <a:lnTo>
                      <a:pt x="6855" y="4030"/>
                    </a:lnTo>
                    <a:lnTo>
                      <a:pt x="6808" y="4048"/>
                    </a:lnTo>
                    <a:lnTo>
                      <a:pt x="6762" y="4065"/>
                    </a:lnTo>
                    <a:lnTo>
                      <a:pt x="6714" y="4081"/>
                    </a:lnTo>
                    <a:lnTo>
                      <a:pt x="6666" y="4097"/>
                    </a:lnTo>
                    <a:lnTo>
                      <a:pt x="6618" y="4110"/>
                    </a:lnTo>
                    <a:lnTo>
                      <a:pt x="6570" y="4122"/>
                    </a:lnTo>
                    <a:lnTo>
                      <a:pt x="6521" y="4133"/>
                    </a:lnTo>
                    <a:lnTo>
                      <a:pt x="6472" y="4143"/>
                    </a:lnTo>
                    <a:lnTo>
                      <a:pt x="6421" y="4152"/>
                    </a:lnTo>
                    <a:lnTo>
                      <a:pt x="6371" y="4160"/>
                    </a:lnTo>
                    <a:lnTo>
                      <a:pt x="6320" y="4166"/>
                    </a:lnTo>
                    <a:lnTo>
                      <a:pt x="6269" y="4171"/>
                    </a:lnTo>
                    <a:lnTo>
                      <a:pt x="6217" y="4175"/>
                    </a:lnTo>
                    <a:lnTo>
                      <a:pt x="6165" y="4178"/>
                    </a:lnTo>
                    <a:lnTo>
                      <a:pt x="6111" y="4180"/>
                    </a:lnTo>
                    <a:lnTo>
                      <a:pt x="6058" y="4180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1F1A17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54"/>
              <p:cNvSpPr>
                <a:spLocks/>
              </p:cNvSpPr>
              <p:nvPr/>
            </p:nvSpPr>
            <p:spPr bwMode="auto">
              <a:xfrm>
                <a:off x="7250511" y="4390243"/>
                <a:ext cx="277643" cy="120029"/>
              </a:xfrm>
              <a:custGeom>
                <a:avLst/>
                <a:gdLst>
                  <a:gd name="T0" fmla="*/ 156 w 229"/>
                  <a:gd name="T1" fmla="*/ 123 h 126"/>
                  <a:gd name="T2" fmla="*/ 157 w 229"/>
                  <a:gd name="T3" fmla="*/ 117 h 126"/>
                  <a:gd name="T4" fmla="*/ 157 w 229"/>
                  <a:gd name="T5" fmla="*/ 112 h 126"/>
                  <a:gd name="T6" fmla="*/ 155 w 229"/>
                  <a:gd name="T7" fmla="*/ 107 h 126"/>
                  <a:gd name="T8" fmla="*/ 152 w 229"/>
                  <a:gd name="T9" fmla="*/ 103 h 126"/>
                  <a:gd name="T10" fmla="*/ 147 w 229"/>
                  <a:gd name="T11" fmla="*/ 99 h 126"/>
                  <a:gd name="T12" fmla="*/ 141 w 229"/>
                  <a:gd name="T13" fmla="*/ 95 h 126"/>
                  <a:gd name="T14" fmla="*/ 134 w 229"/>
                  <a:gd name="T15" fmla="*/ 92 h 126"/>
                  <a:gd name="T16" fmla="*/ 121 w 229"/>
                  <a:gd name="T17" fmla="*/ 88 h 126"/>
                  <a:gd name="T18" fmla="*/ 103 w 229"/>
                  <a:gd name="T19" fmla="*/ 83 h 126"/>
                  <a:gd name="T20" fmla="*/ 85 w 229"/>
                  <a:gd name="T21" fmla="*/ 78 h 126"/>
                  <a:gd name="T22" fmla="*/ 66 w 229"/>
                  <a:gd name="T23" fmla="*/ 73 h 126"/>
                  <a:gd name="T24" fmla="*/ 48 w 229"/>
                  <a:gd name="T25" fmla="*/ 69 h 126"/>
                  <a:gd name="T26" fmla="*/ 36 w 229"/>
                  <a:gd name="T27" fmla="*/ 65 h 126"/>
                  <a:gd name="T28" fmla="*/ 29 w 229"/>
                  <a:gd name="T29" fmla="*/ 62 h 126"/>
                  <a:gd name="T30" fmla="*/ 22 w 229"/>
                  <a:gd name="T31" fmla="*/ 59 h 126"/>
                  <a:gd name="T32" fmla="*/ 16 w 229"/>
                  <a:gd name="T33" fmla="*/ 56 h 126"/>
                  <a:gd name="T34" fmla="*/ 11 w 229"/>
                  <a:gd name="T35" fmla="*/ 52 h 126"/>
                  <a:gd name="T36" fmla="*/ 6 w 229"/>
                  <a:gd name="T37" fmla="*/ 49 h 126"/>
                  <a:gd name="T38" fmla="*/ 2 w 229"/>
                  <a:gd name="T39" fmla="*/ 45 h 126"/>
                  <a:gd name="T40" fmla="*/ 0 w 229"/>
                  <a:gd name="T41" fmla="*/ 41 h 126"/>
                  <a:gd name="T42" fmla="*/ 0 w 229"/>
                  <a:gd name="T43" fmla="*/ 36 h 126"/>
                  <a:gd name="T44" fmla="*/ 2 w 229"/>
                  <a:gd name="T45" fmla="*/ 31 h 126"/>
                  <a:gd name="T46" fmla="*/ 7 w 229"/>
                  <a:gd name="T47" fmla="*/ 25 h 126"/>
                  <a:gd name="T48" fmla="*/ 13 w 229"/>
                  <a:gd name="T49" fmla="*/ 19 h 126"/>
                  <a:gd name="T50" fmla="*/ 22 w 229"/>
                  <a:gd name="T51" fmla="*/ 12 h 126"/>
                  <a:gd name="T52" fmla="*/ 32 w 229"/>
                  <a:gd name="T53" fmla="*/ 4 h 126"/>
                  <a:gd name="T54" fmla="*/ 33 w 229"/>
                  <a:gd name="T55" fmla="*/ 4 h 126"/>
                  <a:gd name="T56" fmla="*/ 23 w 229"/>
                  <a:gd name="T57" fmla="*/ 11 h 126"/>
                  <a:gd name="T58" fmla="*/ 16 w 229"/>
                  <a:gd name="T59" fmla="*/ 18 h 126"/>
                  <a:gd name="T60" fmla="*/ 12 w 229"/>
                  <a:gd name="T61" fmla="*/ 24 h 126"/>
                  <a:gd name="T62" fmla="*/ 9 w 229"/>
                  <a:gd name="T63" fmla="*/ 30 h 126"/>
                  <a:gd name="T64" fmla="*/ 9 w 229"/>
                  <a:gd name="T65" fmla="*/ 35 h 126"/>
                  <a:gd name="T66" fmla="*/ 11 w 229"/>
                  <a:gd name="T67" fmla="*/ 39 h 126"/>
                  <a:gd name="T68" fmla="*/ 16 w 229"/>
                  <a:gd name="T69" fmla="*/ 42 h 126"/>
                  <a:gd name="T70" fmla="*/ 26 w 229"/>
                  <a:gd name="T71" fmla="*/ 47 h 126"/>
                  <a:gd name="T72" fmla="*/ 42 w 229"/>
                  <a:gd name="T73" fmla="*/ 52 h 126"/>
                  <a:gd name="T74" fmla="*/ 60 w 229"/>
                  <a:gd name="T75" fmla="*/ 56 h 126"/>
                  <a:gd name="T76" fmla="*/ 79 w 229"/>
                  <a:gd name="T77" fmla="*/ 61 h 126"/>
                  <a:gd name="T78" fmla="*/ 100 w 229"/>
                  <a:gd name="T79" fmla="*/ 64 h 126"/>
                  <a:gd name="T80" fmla="*/ 120 w 229"/>
                  <a:gd name="T81" fmla="*/ 68 h 126"/>
                  <a:gd name="T82" fmla="*/ 138 w 229"/>
                  <a:gd name="T83" fmla="*/ 73 h 126"/>
                  <a:gd name="T84" fmla="*/ 155 w 229"/>
                  <a:gd name="T85" fmla="*/ 78 h 126"/>
                  <a:gd name="T86" fmla="*/ 166 w 229"/>
                  <a:gd name="T87" fmla="*/ 83 h 126"/>
                  <a:gd name="T88" fmla="*/ 172 w 229"/>
                  <a:gd name="T89" fmla="*/ 86 h 126"/>
                  <a:gd name="T90" fmla="*/ 175 w 229"/>
                  <a:gd name="T91" fmla="*/ 91 h 126"/>
                  <a:gd name="T92" fmla="*/ 176 w 229"/>
                  <a:gd name="T93" fmla="*/ 96 h 126"/>
                  <a:gd name="T94" fmla="*/ 175 w 229"/>
                  <a:gd name="T95" fmla="*/ 101 h 126"/>
                  <a:gd name="T96" fmla="*/ 172 w 229"/>
                  <a:gd name="T97" fmla="*/ 107 h 126"/>
                  <a:gd name="T98" fmla="*/ 166 w 229"/>
                  <a:gd name="T99" fmla="*/ 114 h 126"/>
                  <a:gd name="T100" fmla="*/ 159 w 229"/>
                  <a:gd name="T101" fmla="*/ 122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29" h="126">
                    <a:moveTo>
                      <a:pt x="229" y="113"/>
                    </a:moveTo>
                    <a:lnTo>
                      <a:pt x="154" y="126"/>
                    </a:lnTo>
                    <a:lnTo>
                      <a:pt x="155" y="124"/>
                    </a:lnTo>
                    <a:lnTo>
                      <a:pt x="156" y="123"/>
                    </a:lnTo>
                    <a:lnTo>
                      <a:pt x="156" y="121"/>
                    </a:lnTo>
                    <a:lnTo>
                      <a:pt x="156" y="120"/>
                    </a:lnTo>
                    <a:lnTo>
                      <a:pt x="157" y="119"/>
                    </a:lnTo>
                    <a:lnTo>
                      <a:pt x="157" y="117"/>
                    </a:lnTo>
                    <a:lnTo>
                      <a:pt x="157" y="116"/>
                    </a:lnTo>
                    <a:lnTo>
                      <a:pt x="157" y="115"/>
                    </a:lnTo>
                    <a:lnTo>
                      <a:pt x="157" y="113"/>
                    </a:lnTo>
                    <a:lnTo>
                      <a:pt x="157" y="112"/>
                    </a:lnTo>
                    <a:lnTo>
                      <a:pt x="156" y="111"/>
                    </a:lnTo>
                    <a:lnTo>
                      <a:pt x="156" y="110"/>
                    </a:lnTo>
                    <a:lnTo>
                      <a:pt x="156" y="108"/>
                    </a:lnTo>
                    <a:lnTo>
                      <a:pt x="155" y="107"/>
                    </a:lnTo>
                    <a:lnTo>
                      <a:pt x="154" y="106"/>
                    </a:lnTo>
                    <a:lnTo>
                      <a:pt x="154" y="105"/>
                    </a:lnTo>
                    <a:lnTo>
                      <a:pt x="153" y="104"/>
                    </a:lnTo>
                    <a:lnTo>
                      <a:pt x="152" y="103"/>
                    </a:lnTo>
                    <a:lnTo>
                      <a:pt x="151" y="102"/>
                    </a:lnTo>
                    <a:lnTo>
                      <a:pt x="150" y="101"/>
                    </a:lnTo>
                    <a:lnTo>
                      <a:pt x="149" y="100"/>
                    </a:lnTo>
                    <a:lnTo>
                      <a:pt x="147" y="99"/>
                    </a:lnTo>
                    <a:lnTo>
                      <a:pt x="146" y="98"/>
                    </a:lnTo>
                    <a:lnTo>
                      <a:pt x="145" y="97"/>
                    </a:lnTo>
                    <a:lnTo>
                      <a:pt x="143" y="96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38" y="94"/>
                    </a:lnTo>
                    <a:lnTo>
                      <a:pt x="136" y="93"/>
                    </a:lnTo>
                    <a:lnTo>
                      <a:pt x="134" y="92"/>
                    </a:lnTo>
                    <a:lnTo>
                      <a:pt x="132" y="92"/>
                    </a:lnTo>
                    <a:lnTo>
                      <a:pt x="130" y="91"/>
                    </a:lnTo>
                    <a:lnTo>
                      <a:pt x="125" y="90"/>
                    </a:lnTo>
                    <a:lnTo>
                      <a:pt x="121" y="88"/>
                    </a:lnTo>
                    <a:lnTo>
                      <a:pt x="116" y="87"/>
                    </a:lnTo>
                    <a:lnTo>
                      <a:pt x="112" y="86"/>
                    </a:lnTo>
                    <a:lnTo>
                      <a:pt x="107" y="85"/>
                    </a:lnTo>
                    <a:lnTo>
                      <a:pt x="103" y="83"/>
                    </a:lnTo>
                    <a:lnTo>
                      <a:pt x="98" y="82"/>
                    </a:lnTo>
                    <a:lnTo>
                      <a:pt x="94" y="81"/>
                    </a:lnTo>
                    <a:lnTo>
                      <a:pt x="89" y="79"/>
                    </a:lnTo>
                    <a:lnTo>
                      <a:pt x="85" y="78"/>
                    </a:lnTo>
                    <a:lnTo>
                      <a:pt x="80" y="77"/>
                    </a:lnTo>
                    <a:lnTo>
                      <a:pt x="76" y="76"/>
                    </a:lnTo>
                    <a:lnTo>
                      <a:pt x="71" y="75"/>
                    </a:lnTo>
                    <a:lnTo>
                      <a:pt x="66" y="73"/>
                    </a:lnTo>
                    <a:lnTo>
                      <a:pt x="62" y="72"/>
                    </a:lnTo>
                    <a:lnTo>
                      <a:pt x="57" y="71"/>
                    </a:lnTo>
                    <a:lnTo>
                      <a:pt x="53" y="70"/>
                    </a:lnTo>
                    <a:lnTo>
                      <a:pt x="48" y="69"/>
                    </a:lnTo>
                    <a:lnTo>
                      <a:pt x="44" y="67"/>
                    </a:lnTo>
                    <a:lnTo>
                      <a:pt x="40" y="66"/>
                    </a:lnTo>
                    <a:lnTo>
                      <a:pt x="38" y="65"/>
                    </a:lnTo>
                    <a:lnTo>
                      <a:pt x="36" y="65"/>
                    </a:lnTo>
                    <a:lnTo>
                      <a:pt x="34" y="64"/>
                    </a:lnTo>
                    <a:lnTo>
                      <a:pt x="32" y="63"/>
                    </a:lnTo>
                    <a:lnTo>
                      <a:pt x="31" y="63"/>
                    </a:lnTo>
                    <a:lnTo>
                      <a:pt x="29" y="62"/>
                    </a:lnTo>
                    <a:lnTo>
                      <a:pt x="27" y="61"/>
                    </a:lnTo>
                    <a:lnTo>
                      <a:pt x="25" y="60"/>
                    </a:lnTo>
                    <a:lnTo>
                      <a:pt x="24" y="60"/>
                    </a:lnTo>
                    <a:lnTo>
                      <a:pt x="22" y="59"/>
                    </a:lnTo>
                    <a:lnTo>
                      <a:pt x="21" y="58"/>
                    </a:lnTo>
                    <a:lnTo>
                      <a:pt x="19" y="57"/>
                    </a:lnTo>
                    <a:lnTo>
                      <a:pt x="18" y="57"/>
                    </a:lnTo>
                    <a:lnTo>
                      <a:pt x="16" y="56"/>
                    </a:lnTo>
                    <a:lnTo>
                      <a:pt x="15" y="55"/>
                    </a:lnTo>
                    <a:lnTo>
                      <a:pt x="13" y="54"/>
                    </a:lnTo>
                    <a:lnTo>
                      <a:pt x="12" y="53"/>
                    </a:lnTo>
                    <a:lnTo>
                      <a:pt x="11" y="52"/>
                    </a:lnTo>
                    <a:lnTo>
                      <a:pt x="10" y="52"/>
                    </a:lnTo>
                    <a:lnTo>
                      <a:pt x="8" y="51"/>
                    </a:lnTo>
                    <a:lnTo>
                      <a:pt x="7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3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2" y="32"/>
                    </a:lnTo>
                    <a:lnTo>
                      <a:pt x="2" y="31"/>
                    </a:lnTo>
                    <a:lnTo>
                      <a:pt x="3" y="29"/>
                    </a:lnTo>
                    <a:lnTo>
                      <a:pt x="4" y="28"/>
                    </a:lnTo>
                    <a:lnTo>
                      <a:pt x="5" y="27"/>
                    </a:lnTo>
                    <a:lnTo>
                      <a:pt x="7" y="25"/>
                    </a:lnTo>
                    <a:lnTo>
                      <a:pt x="8" y="23"/>
                    </a:lnTo>
                    <a:lnTo>
                      <a:pt x="10" y="22"/>
                    </a:lnTo>
                    <a:lnTo>
                      <a:pt x="11" y="20"/>
                    </a:lnTo>
                    <a:lnTo>
                      <a:pt x="13" y="19"/>
                    </a:lnTo>
                    <a:lnTo>
                      <a:pt x="15" y="17"/>
                    </a:lnTo>
                    <a:lnTo>
                      <a:pt x="17" y="15"/>
                    </a:lnTo>
                    <a:lnTo>
                      <a:pt x="19" y="13"/>
                    </a:lnTo>
                    <a:lnTo>
                      <a:pt x="22" y="12"/>
                    </a:lnTo>
                    <a:lnTo>
                      <a:pt x="24" y="10"/>
                    </a:lnTo>
                    <a:lnTo>
                      <a:pt x="27" y="8"/>
                    </a:lnTo>
                    <a:lnTo>
                      <a:pt x="29" y="6"/>
                    </a:lnTo>
                    <a:lnTo>
                      <a:pt x="32" y="4"/>
                    </a:lnTo>
                    <a:lnTo>
                      <a:pt x="35" y="2"/>
                    </a:lnTo>
                    <a:lnTo>
                      <a:pt x="38" y="0"/>
                    </a:lnTo>
                    <a:lnTo>
                      <a:pt x="35" y="2"/>
                    </a:lnTo>
                    <a:lnTo>
                      <a:pt x="33" y="4"/>
                    </a:lnTo>
                    <a:lnTo>
                      <a:pt x="30" y="6"/>
                    </a:lnTo>
                    <a:lnTo>
                      <a:pt x="28" y="8"/>
                    </a:lnTo>
                    <a:lnTo>
                      <a:pt x="25" y="10"/>
                    </a:lnTo>
                    <a:lnTo>
                      <a:pt x="23" y="11"/>
                    </a:lnTo>
                    <a:lnTo>
                      <a:pt x="21" y="13"/>
                    </a:lnTo>
                    <a:lnTo>
                      <a:pt x="19" y="15"/>
                    </a:lnTo>
                    <a:lnTo>
                      <a:pt x="18" y="17"/>
                    </a:lnTo>
                    <a:lnTo>
                      <a:pt x="16" y="18"/>
                    </a:lnTo>
                    <a:lnTo>
                      <a:pt x="15" y="20"/>
                    </a:lnTo>
                    <a:lnTo>
                      <a:pt x="14" y="21"/>
                    </a:lnTo>
                    <a:lnTo>
                      <a:pt x="13" y="23"/>
                    </a:lnTo>
                    <a:lnTo>
                      <a:pt x="12" y="24"/>
                    </a:lnTo>
                    <a:lnTo>
                      <a:pt x="11" y="26"/>
                    </a:lnTo>
                    <a:lnTo>
                      <a:pt x="10" y="27"/>
                    </a:lnTo>
                    <a:lnTo>
                      <a:pt x="10" y="29"/>
                    </a:lnTo>
                    <a:lnTo>
                      <a:pt x="9" y="30"/>
                    </a:lnTo>
                    <a:lnTo>
                      <a:pt x="9" y="31"/>
                    </a:lnTo>
                    <a:lnTo>
                      <a:pt x="9" y="32"/>
                    </a:lnTo>
                    <a:lnTo>
                      <a:pt x="9" y="34"/>
                    </a:lnTo>
                    <a:lnTo>
                      <a:pt x="9" y="35"/>
                    </a:lnTo>
                    <a:lnTo>
                      <a:pt x="10" y="36"/>
                    </a:lnTo>
                    <a:lnTo>
                      <a:pt x="10" y="37"/>
                    </a:lnTo>
                    <a:lnTo>
                      <a:pt x="11" y="38"/>
                    </a:lnTo>
                    <a:lnTo>
                      <a:pt x="11" y="39"/>
                    </a:lnTo>
                    <a:lnTo>
                      <a:pt x="12" y="40"/>
                    </a:lnTo>
                    <a:lnTo>
                      <a:pt x="13" y="41"/>
                    </a:lnTo>
                    <a:lnTo>
                      <a:pt x="15" y="42"/>
                    </a:lnTo>
                    <a:lnTo>
                      <a:pt x="16" y="42"/>
                    </a:lnTo>
                    <a:lnTo>
                      <a:pt x="18" y="43"/>
                    </a:lnTo>
                    <a:lnTo>
                      <a:pt x="19" y="44"/>
                    </a:lnTo>
                    <a:lnTo>
                      <a:pt x="23" y="45"/>
                    </a:lnTo>
                    <a:lnTo>
                      <a:pt x="26" y="47"/>
                    </a:lnTo>
                    <a:lnTo>
                      <a:pt x="30" y="48"/>
                    </a:lnTo>
                    <a:lnTo>
                      <a:pt x="34" y="49"/>
                    </a:lnTo>
                    <a:lnTo>
                      <a:pt x="38" y="51"/>
                    </a:lnTo>
                    <a:lnTo>
                      <a:pt x="42" y="52"/>
                    </a:lnTo>
                    <a:lnTo>
                      <a:pt x="46" y="53"/>
                    </a:lnTo>
                    <a:lnTo>
                      <a:pt x="51" y="54"/>
                    </a:lnTo>
                    <a:lnTo>
                      <a:pt x="55" y="55"/>
                    </a:lnTo>
                    <a:lnTo>
                      <a:pt x="60" y="56"/>
                    </a:lnTo>
                    <a:lnTo>
                      <a:pt x="64" y="57"/>
                    </a:lnTo>
                    <a:lnTo>
                      <a:pt x="69" y="59"/>
                    </a:lnTo>
                    <a:lnTo>
                      <a:pt x="74" y="60"/>
                    </a:lnTo>
                    <a:lnTo>
                      <a:pt x="79" y="61"/>
                    </a:lnTo>
                    <a:lnTo>
                      <a:pt x="84" y="62"/>
                    </a:lnTo>
                    <a:lnTo>
                      <a:pt x="90" y="62"/>
                    </a:lnTo>
                    <a:lnTo>
                      <a:pt x="95" y="63"/>
                    </a:lnTo>
                    <a:lnTo>
                      <a:pt x="100" y="64"/>
                    </a:lnTo>
                    <a:lnTo>
                      <a:pt x="105" y="65"/>
                    </a:lnTo>
                    <a:lnTo>
                      <a:pt x="110" y="66"/>
                    </a:lnTo>
                    <a:lnTo>
                      <a:pt x="115" y="67"/>
                    </a:lnTo>
                    <a:lnTo>
                      <a:pt x="120" y="68"/>
                    </a:lnTo>
                    <a:lnTo>
                      <a:pt x="125" y="70"/>
                    </a:lnTo>
                    <a:lnTo>
                      <a:pt x="129" y="71"/>
                    </a:lnTo>
                    <a:lnTo>
                      <a:pt x="134" y="72"/>
                    </a:lnTo>
                    <a:lnTo>
                      <a:pt x="138" y="73"/>
                    </a:lnTo>
                    <a:lnTo>
                      <a:pt x="143" y="74"/>
                    </a:lnTo>
                    <a:lnTo>
                      <a:pt x="147" y="76"/>
                    </a:lnTo>
                    <a:lnTo>
                      <a:pt x="151" y="77"/>
                    </a:lnTo>
                    <a:lnTo>
                      <a:pt x="155" y="78"/>
                    </a:lnTo>
                    <a:lnTo>
                      <a:pt x="159" y="80"/>
                    </a:lnTo>
                    <a:lnTo>
                      <a:pt x="163" y="81"/>
                    </a:lnTo>
                    <a:lnTo>
                      <a:pt x="165" y="82"/>
                    </a:lnTo>
                    <a:lnTo>
                      <a:pt x="166" y="83"/>
                    </a:lnTo>
                    <a:lnTo>
                      <a:pt x="168" y="84"/>
                    </a:lnTo>
                    <a:lnTo>
                      <a:pt x="169" y="85"/>
                    </a:lnTo>
                    <a:lnTo>
                      <a:pt x="171" y="85"/>
                    </a:lnTo>
                    <a:lnTo>
                      <a:pt x="172" y="86"/>
                    </a:lnTo>
                    <a:lnTo>
                      <a:pt x="173" y="87"/>
                    </a:lnTo>
                    <a:lnTo>
                      <a:pt x="174" y="88"/>
                    </a:lnTo>
                    <a:lnTo>
                      <a:pt x="174" y="90"/>
                    </a:lnTo>
                    <a:lnTo>
                      <a:pt x="175" y="91"/>
                    </a:lnTo>
                    <a:lnTo>
                      <a:pt x="175" y="92"/>
                    </a:lnTo>
                    <a:lnTo>
                      <a:pt x="176" y="93"/>
                    </a:lnTo>
                    <a:lnTo>
                      <a:pt x="176" y="94"/>
                    </a:lnTo>
                    <a:lnTo>
                      <a:pt x="176" y="96"/>
                    </a:lnTo>
                    <a:lnTo>
                      <a:pt x="176" y="97"/>
                    </a:lnTo>
                    <a:lnTo>
                      <a:pt x="176" y="98"/>
                    </a:lnTo>
                    <a:lnTo>
                      <a:pt x="175" y="100"/>
                    </a:lnTo>
                    <a:lnTo>
                      <a:pt x="175" y="101"/>
                    </a:lnTo>
                    <a:lnTo>
                      <a:pt x="174" y="103"/>
                    </a:lnTo>
                    <a:lnTo>
                      <a:pt x="174" y="104"/>
                    </a:lnTo>
                    <a:lnTo>
                      <a:pt x="173" y="106"/>
                    </a:lnTo>
                    <a:lnTo>
                      <a:pt x="172" y="107"/>
                    </a:lnTo>
                    <a:lnTo>
                      <a:pt x="171" y="109"/>
                    </a:lnTo>
                    <a:lnTo>
                      <a:pt x="169" y="111"/>
                    </a:lnTo>
                    <a:lnTo>
                      <a:pt x="168" y="113"/>
                    </a:lnTo>
                    <a:lnTo>
                      <a:pt x="166" y="114"/>
                    </a:lnTo>
                    <a:lnTo>
                      <a:pt x="165" y="116"/>
                    </a:lnTo>
                    <a:lnTo>
                      <a:pt x="163" y="118"/>
                    </a:lnTo>
                    <a:lnTo>
                      <a:pt x="161" y="120"/>
                    </a:lnTo>
                    <a:lnTo>
                      <a:pt x="159" y="122"/>
                    </a:lnTo>
                    <a:lnTo>
                      <a:pt x="157" y="124"/>
                    </a:lnTo>
                    <a:lnTo>
                      <a:pt x="154" y="126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55"/>
              <p:cNvSpPr>
                <a:spLocks/>
              </p:cNvSpPr>
              <p:nvPr/>
            </p:nvSpPr>
            <p:spPr bwMode="auto">
              <a:xfrm>
                <a:off x="7562101" y="4561193"/>
                <a:ext cx="73957" cy="147915"/>
              </a:xfrm>
              <a:custGeom>
                <a:avLst/>
                <a:gdLst>
                  <a:gd name="T0" fmla="*/ 35 w 1401"/>
                  <a:gd name="T1" fmla="*/ 2796 h 2797"/>
                  <a:gd name="T2" fmla="*/ 138 w 1401"/>
                  <a:gd name="T3" fmla="*/ 2790 h 2797"/>
                  <a:gd name="T4" fmla="*/ 238 w 1401"/>
                  <a:gd name="T5" fmla="*/ 2777 h 2797"/>
                  <a:gd name="T6" fmla="*/ 335 w 1401"/>
                  <a:gd name="T7" fmla="*/ 2757 h 2797"/>
                  <a:gd name="T8" fmla="*/ 431 w 1401"/>
                  <a:gd name="T9" fmla="*/ 2730 h 2797"/>
                  <a:gd name="T10" fmla="*/ 524 w 1401"/>
                  <a:gd name="T11" fmla="*/ 2695 h 2797"/>
                  <a:gd name="T12" fmla="*/ 614 w 1401"/>
                  <a:gd name="T13" fmla="*/ 2654 h 2797"/>
                  <a:gd name="T14" fmla="*/ 702 w 1401"/>
                  <a:gd name="T15" fmla="*/ 2606 h 2797"/>
                  <a:gd name="T16" fmla="*/ 788 w 1401"/>
                  <a:gd name="T17" fmla="*/ 2551 h 2797"/>
                  <a:gd name="T18" fmla="*/ 870 w 1401"/>
                  <a:gd name="T19" fmla="*/ 2488 h 2797"/>
                  <a:gd name="T20" fmla="*/ 950 w 1401"/>
                  <a:gd name="T21" fmla="*/ 2419 h 2797"/>
                  <a:gd name="T22" fmla="*/ 1029 w 1401"/>
                  <a:gd name="T23" fmla="*/ 2344 h 2797"/>
                  <a:gd name="T24" fmla="*/ 1099 w 1401"/>
                  <a:gd name="T25" fmla="*/ 2265 h 2797"/>
                  <a:gd name="T26" fmla="*/ 1163 w 1401"/>
                  <a:gd name="T27" fmla="*/ 2182 h 2797"/>
                  <a:gd name="T28" fmla="*/ 1218 w 1401"/>
                  <a:gd name="T29" fmla="*/ 2096 h 2797"/>
                  <a:gd name="T30" fmla="*/ 1267 w 1401"/>
                  <a:gd name="T31" fmla="*/ 2008 h 2797"/>
                  <a:gd name="T32" fmla="*/ 1308 w 1401"/>
                  <a:gd name="T33" fmla="*/ 1916 h 2797"/>
                  <a:gd name="T34" fmla="*/ 1342 w 1401"/>
                  <a:gd name="T35" fmla="*/ 1821 h 2797"/>
                  <a:gd name="T36" fmla="*/ 1368 w 1401"/>
                  <a:gd name="T37" fmla="*/ 1723 h 2797"/>
                  <a:gd name="T38" fmla="*/ 1386 w 1401"/>
                  <a:gd name="T39" fmla="*/ 1622 h 2797"/>
                  <a:gd name="T40" fmla="*/ 1398 w 1401"/>
                  <a:gd name="T41" fmla="*/ 1517 h 2797"/>
                  <a:gd name="T42" fmla="*/ 1401 w 1401"/>
                  <a:gd name="T43" fmla="*/ 1410 h 2797"/>
                  <a:gd name="T44" fmla="*/ 1398 w 1401"/>
                  <a:gd name="T45" fmla="*/ 1306 h 2797"/>
                  <a:gd name="T46" fmla="*/ 1386 w 1401"/>
                  <a:gd name="T47" fmla="*/ 1205 h 2797"/>
                  <a:gd name="T48" fmla="*/ 1368 w 1401"/>
                  <a:gd name="T49" fmla="*/ 1107 h 2797"/>
                  <a:gd name="T50" fmla="*/ 1342 w 1401"/>
                  <a:gd name="T51" fmla="*/ 1010 h 2797"/>
                  <a:gd name="T52" fmla="*/ 1308 w 1401"/>
                  <a:gd name="T53" fmla="*/ 917 h 2797"/>
                  <a:gd name="T54" fmla="*/ 1267 w 1401"/>
                  <a:gd name="T55" fmla="*/ 825 h 2797"/>
                  <a:gd name="T56" fmla="*/ 1218 w 1401"/>
                  <a:gd name="T57" fmla="*/ 736 h 2797"/>
                  <a:gd name="T58" fmla="*/ 1163 w 1401"/>
                  <a:gd name="T59" fmla="*/ 649 h 2797"/>
                  <a:gd name="T60" fmla="*/ 1099 w 1401"/>
                  <a:gd name="T61" fmla="*/ 564 h 2797"/>
                  <a:gd name="T62" fmla="*/ 1029 w 1401"/>
                  <a:gd name="T63" fmla="*/ 482 h 2797"/>
                  <a:gd name="T64" fmla="*/ 950 w 1401"/>
                  <a:gd name="T65" fmla="*/ 402 h 2797"/>
                  <a:gd name="T66" fmla="*/ 870 w 1401"/>
                  <a:gd name="T67" fmla="*/ 327 h 2797"/>
                  <a:gd name="T68" fmla="*/ 788 w 1401"/>
                  <a:gd name="T69" fmla="*/ 261 h 2797"/>
                  <a:gd name="T70" fmla="*/ 702 w 1401"/>
                  <a:gd name="T71" fmla="*/ 202 h 2797"/>
                  <a:gd name="T72" fmla="*/ 614 w 1401"/>
                  <a:gd name="T73" fmla="*/ 151 h 2797"/>
                  <a:gd name="T74" fmla="*/ 524 w 1401"/>
                  <a:gd name="T75" fmla="*/ 106 h 2797"/>
                  <a:gd name="T76" fmla="*/ 431 w 1401"/>
                  <a:gd name="T77" fmla="*/ 70 h 2797"/>
                  <a:gd name="T78" fmla="*/ 335 w 1401"/>
                  <a:gd name="T79" fmla="*/ 41 h 2797"/>
                  <a:gd name="T80" fmla="*/ 238 w 1401"/>
                  <a:gd name="T81" fmla="*/ 20 h 2797"/>
                  <a:gd name="T82" fmla="*/ 138 w 1401"/>
                  <a:gd name="T83" fmla="*/ 6 h 2797"/>
                  <a:gd name="T84" fmla="*/ 35 w 1401"/>
                  <a:gd name="T85" fmla="*/ 0 h 2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401" h="2797">
                    <a:moveTo>
                      <a:pt x="0" y="2797"/>
                    </a:moveTo>
                    <a:lnTo>
                      <a:pt x="0" y="2797"/>
                    </a:lnTo>
                    <a:lnTo>
                      <a:pt x="35" y="2796"/>
                    </a:lnTo>
                    <a:lnTo>
                      <a:pt x="69" y="2795"/>
                    </a:lnTo>
                    <a:lnTo>
                      <a:pt x="104" y="2793"/>
                    </a:lnTo>
                    <a:lnTo>
                      <a:pt x="138" y="2790"/>
                    </a:lnTo>
                    <a:lnTo>
                      <a:pt x="171" y="2787"/>
                    </a:lnTo>
                    <a:lnTo>
                      <a:pt x="205" y="2782"/>
                    </a:lnTo>
                    <a:lnTo>
                      <a:pt x="238" y="2777"/>
                    </a:lnTo>
                    <a:lnTo>
                      <a:pt x="270" y="2771"/>
                    </a:lnTo>
                    <a:lnTo>
                      <a:pt x="303" y="2764"/>
                    </a:lnTo>
                    <a:lnTo>
                      <a:pt x="335" y="2757"/>
                    </a:lnTo>
                    <a:lnTo>
                      <a:pt x="367" y="2749"/>
                    </a:lnTo>
                    <a:lnTo>
                      <a:pt x="400" y="2739"/>
                    </a:lnTo>
                    <a:lnTo>
                      <a:pt x="431" y="2730"/>
                    </a:lnTo>
                    <a:lnTo>
                      <a:pt x="462" y="2719"/>
                    </a:lnTo>
                    <a:lnTo>
                      <a:pt x="493" y="2708"/>
                    </a:lnTo>
                    <a:lnTo>
                      <a:pt x="524" y="2695"/>
                    </a:lnTo>
                    <a:lnTo>
                      <a:pt x="554" y="2682"/>
                    </a:lnTo>
                    <a:lnTo>
                      <a:pt x="584" y="2669"/>
                    </a:lnTo>
                    <a:lnTo>
                      <a:pt x="614" y="2654"/>
                    </a:lnTo>
                    <a:lnTo>
                      <a:pt x="643" y="2639"/>
                    </a:lnTo>
                    <a:lnTo>
                      <a:pt x="672" y="2623"/>
                    </a:lnTo>
                    <a:lnTo>
                      <a:pt x="702" y="2606"/>
                    </a:lnTo>
                    <a:lnTo>
                      <a:pt x="731" y="2588"/>
                    </a:lnTo>
                    <a:lnTo>
                      <a:pt x="760" y="2570"/>
                    </a:lnTo>
                    <a:lnTo>
                      <a:pt x="788" y="2551"/>
                    </a:lnTo>
                    <a:lnTo>
                      <a:pt x="815" y="2531"/>
                    </a:lnTo>
                    <a:lnTo>
                      <a:pt x="843" y="2509"/>
                    </a:lnTo>
                    <a:lnTo>
                      <a:pt x="870" y="2488"/>
                    </a:lnTo>
                    <a:lnTo>
                      <a:pt x="897" y="2466"/>
                    </a:lnTo>
                    <a:lnTo>
                      <a:pt x="924" y="2443"/>
                    </a:lnTo>
                    <a:lnTo>
                      <a:pt x="950" y="2419"/>
                    </a:lnTo>
                    <a:lnTo>
                      <a:pt x="977" y="2395"/>
                    </a:lnTo>
                    <a:lnTo>
                      <a:pt x="1004" y="2369"/>
                    </a:lnTo>
                    <a:lnTo>
                      <a:pt x="1029" y="2344"/>
                    </a:lnTo>
                    <a:lnTo>
                      <a:pt x="1053" y="2318"/>
                    </a:lnTo>
                    <a:lnTo>
                      <a:pt x="1077" y="2291"/>
                    </a:lnTo>
                    <a:lnTo>
                      <a:pt x="1099" y="2265"/>
                    </a:lnTo>
                    <a:lnTo>
                      <a:pt x="1121" y="2238"/>
                    </a:lnTo>
                    <a:lnTo>
                      <a:pt x="1142" y="2209"/>
                    </a:lnTo>
                    <a:lnTo>
                      <a:pt x="1163" y="2182"/>
                    </a:lnTo>
                    <a:lnTo>
                      <a:pt x="1182" y="2153"/>
                    </a:lnTo>
                    <a:lnTo>
                      <a:pt x="1201" y="2125"/>
                    </a:lnTo>
                    <a:lnTo>
                      <a:pt x="1218" y="2096"/>
                    </a:lnTo>
                    <a:lnTo>
                      <a:pt x="1235" y="2067"/>
                    </a:lnTo>
                    <a:lnTo>
                      <a:pt x="1251" y="2038"/>
                    </a:lnTo>
                    <a:lnTo>
                      <a:pt x="1267" y="2008"/>
                    </a:lnTo>
                    <a:lnTo>
                      <a:pt x="1281" y="1978"/>
                    </a:lnTo>
                    <a:lnTo>
                      <a:pt x="1296" y="1947"/>
                    </a:lnTo>
                    <a:lnTo>
                      <a:pt x="1308" y="1916"/>
                    </a:lnTo>
                    <a:lnTo>
                      <a:pt x="1320" y="1884"/>
                    </a:lnTo>
                    <a:lnTo>
                      <a:pt x="1332" y="1853"/>
                    </a:lnTo>
                    <a:lnTo>
                      <a:pt x="1342" y="1821"/>
                    </a:lnTo>
                    <a:lnTo>
                      <a:pt x="1351" y="1789"/>
                    </a:lnTo>
                    <a:lnTo>
                      <a:pt x="1360" y="1756"/>
                    </a:lnTo>
                    <a:lnTo>
                      <a:pt x="1368" y="1723"/>
                    </a:lnTo>
                    <a:lnTo>
                      <a:pt x="1375" y="1690"/>
                    </a:lnTo>
                    <a:lnTo>
                      <a:pt x="1381" y="1656"/>
                    </a:lnTo>
                    <a:lnTo>
                      <a:pt x="1386" y="1622"/>
                    </a:lnTo>
                    <a:lnTo>
                      <a:pt x="1391" y="1587"/>
                    </a:lnTo>
                    <a:lnTo>
                      <a:pt x="1395" y="1552"/>
                    </a:lnTo>
                    <a:lnTo>
                      <a:pt x="1398" y="1517"/>
                    </a:lnTo>
                    <a:lnTo>
                      <a:pt x="1400" y="1482"/>
                    </a:lnTo>
                    <a:lnTo>
                      <a:pt x="1401" y="1446"/>
                    </a:lnTo>
                    <a:lnTo>
                      <a:pt x="1401" y="1410"/>
                    </a:lnTo>
                    <a:lnTo>
                      <a:pt x="1401" y="1375"/>
                    </a:lnTo>
                    <a:lnTo>
                      <a:pt x="1400" y="1341"/>
                    </a:lnTo>
                    <a:lnTo>
                      <a:pt x="1398" y="1306"/>
                    </a:lnTo>
                    <a:lnTo>
                      <a:pt x="1395" y="1272"/>
                    </a:lnTo>
                    <a:lnTo>
                      <a:pt x="1391" y="1239"/>
                    </a:lnTo>
                    <a:lnTo>
                      <a:pt x="1386" y="1205"/>
                    </a:lnTo>
                    <a:lnTo>
                      <a:pt x="1381" y="1172"/>
                    </a:lnTo>
                    <a:lnTo>
                      <a:pt x="1375" y="1139"/>
                    </a:lnTo>
                    <a:lnTo>
                      <a:pt x="1368" y="1107"/>
                    </a:lnTo>
                    <a:lnTo>
                      <a:pt x="1360" y="1075"/>
                    </a:lnTo>
                    <a:lnTo>
                      <a:pt x="1351" y="1043"/>
                    </a:lnTo>
                    <a:lnTo>
                      <a:pt x="1342" y="1010"/>
                    </a:lnTo>
                    <a:lnTo>
                      <a:pt x="1332" y="979"/>
                    </a:lnTo>
                    <a:lnTo>
                      <a:pt x="1320" y="947"/>
                    </a:lnTo>
                    <a:lnTo>
                      <a:pt x="1308" y="917"/>
                    </a:lnTo>
                    <a:lnTo>
                      <a:pt x="1296" y="886"/>
                    </a:lnTo>
                    <a:lnTo>
                      <a:pt x="1281" y="855"/>
                    </a:lnTo>
                    <a:lnTo>
                      <a:pt x="1267" y="825"/>
                    </a:lnTo>
                    <a:lnTo>
                      <a:pt x="1251" y="795"/>
                    </a:lnTo>
                    <a:lnTo>
                      <a:pt x="1235" y="766"/>
                    </a:lnTo>
                    <a:lnTo>
                      <a:pt x="1218" y="736"/>
                    </a:lnTo>
                    <a:lnTo>
                      <a:pt x="1201" y="706"/>
                    </a:lnTo>
                    <a:lnTo>
                      <a:pt x="1182" y="677"/>
                    </a:lnTo>
                    <a:lnTo>
                      <a:pt x="1163" y="649"/>
                    </a:lnTo>
                    <a:lnTo>
                      <a:pt x="1142" y="620"/>
                    </a:lnTo>
                    <a:lnTo>
                      <a:pt x="1121" y="592"/>
                    </a:lnTo>
                    <a:lnTo>
                      <a:pt x="1099" y="564"/>
                    </a:lnTo>
                    <a:lnTo>
                      <a:pt x="1077" y="537"/>
                    </a:lnTo>
                    <a:lnTo>
                      <a:pt x="1053" y="509"/>
                    </a:lnTo>
                    <a:lnTo>
                      <a:pt x="1029" y="482"/>
                    </a:lnTo>
                    <a:lnTo>
                      <a:pt x="1004" y="456"/>
                    </a:lnTo>
                    <a:lnTo>
                      <a:pt x="977" y="428"/>
                    </a:lnTo>
                    <a:lnTo>
                      <a:pt x="950" y="402"/>
                    </a:lnTo>
                    <a:lnTo>
                      <a:pt x="924" y="376"/>
                    </a:lnTo>
                    <a:lnTo>
                      <a:pt x="897" y="351"/>
                    </a:lnTo>
                    <a:lnTo>
                      <a:pt x="870" y="327"/>
                    </a:lnTo>
                    <a:lnTo>
                      <a:pt x="843" y="305"/>
                    </a:lnTo>
                    <a:lnTo>
                      <a:pt x="815" y="282"/>
                    </a:lnTo>
                    <a:lnTo>
                      <a:pt x="788" y="261"/>
                    </a:lnTo>
                    <a:lnTo>
                      <a:pt x="760" y="241"/>
                    </a:lnTo>
                    <a:lnTo>
                      <a:pt x="731" y="221"/>
                    </a:lnTo>
                    <a:lnTo>
                      <a:pt x="702" y="202"/>
                    </a:lnTo>
                    <a:lnTo>
                      <a:pt x="672" y="184"/>
                    </a:lnTo>
                    <a:lnTo>
                      <a:pt x="643" y="167"/>
                    </a:lnTo>
                    <a:lnTo>
                      <a:pt x="614" y="151"/>
                    </a:lnTo>
                    <a:lnTo>
                      <a:pt x="584" y="135"/>
                    </a:lnTo>
                    <a:lnTo>
                      <a:pt x="554" y="120"/>
                    </a:lnTo>
                    <a:lnTo>
                      <a:pt x="524" y="106"/>
                    </a:lnTo>
                    <a:lnTo>
                      <a:pt x="493" y="93"/>
                    </a:lnTo>
                    <a:lnTo>
                      <a:pt x="462" y="81"/>
                    </a:lnTo>
                    <a:lnTo>
                      <a:pt x="431" y="70"/>
                    </a:lnTo>
                    <a:lnTo>
                      <a:pt x="400" y="60"/>
                    </a:lnTo>
                    <a:lnTo>
                      <a:pt x="367" y="50"/>
                    </a:lnTo>
                    <a:lnTo>
                      <a:pt x="335" y="41"/>
                    </a:lnTo>
                    <a:lnTo>
                      <a:pt x="303" y="33"/>
                    </a:lnTo>
                    <a:lnTo>
                      <a:pt x="270" y="26"/>
                    </a:lnTo>
                    <a:lnTo>
                      <a:pt x="238" y="20"/>
                    </a:lnTo>
                    <a:lnTo>
                      <a:pt x="205" y="15"/>
                    </a:lnTo>
                    <a:lnTo>
                      <a:pt x="171" y="10"/>
                    </a:lnTo>
                    <a:lnTo>
                      <a:pt x="138" y="6"/>
                    </a:lnTo>
                    <a:lnTo>
                      <a:pt x="104" y="4"/>
                    </a:lnTo>
                    <a:lnTo>
                      <a:pt x="69" y="1"/>
                    </a:lnTo>
                    <a:lnTo>
                      <a:pt x="35" y="0"/>
                    </a:lnTo>
                    <a:lnTo>
                      <a:pt x="0" y="0"/>
                    </a:lnTo>
                    <a:lnTo>
                      <a:pt x="0" y="27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1F1A17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033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79512" y="0"/>
            <a:ext cx="8964488" cy="625251"/>
            <a:chOff x="179512" y="0"/>
            <a:chExt cx="8964488" cy="625251"/>
          </a:xfrm>
        </p:grpSpPr>
        <p:grpSp>
          <p:nvGrpSpPr>
            <p:cNvPr id="5" name="组合 4"/>
            <p:cNvGrpSpPr/>
            <p:nvPr/>
          </p:nvGrpSpPr>
          <p:grpSpPr>
            <a:xfrm>
              <a:off x="1691680" y="0"/>
              <a:ext cx="7452320" cy="625251"/>
              <a:chOff x="1691680" y="1"/>
              <a:chExt cx="7452320" cy="437184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691680" y="1"/>
                <a:ext cx="4464496" cy="43718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3995936" y="1"/>
                <a:ext cx="3850010" cy="43718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33950" y="1"/>
                <a:ext cx="4210050" cy="437184"/>
              </a:xfrm>
              <a:prstGeom prst="rect">
                <a:avLst/>
              </a:prstGeom>
            </p:spPr>
          </p:pic>
        </p:grpSp>
        <p:sp>
          <p:nvSpPr>
            <p:cNvPr id="6" name="文本框 5"/>
            <p:cNvSpPr txBox="1"/>
            <p:nvPr/>
          </p:nvSpPr>
          <p:spPr>
            <a:xfrm>
              <a:off x="179512" y="102030"/>
              <a:ext cx="1349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 smtClean="0">
                  <a:solidFill>
                    <a:schemeClr val="accent1">
                      <a:lumMod val="50000"/>
                    </a:schemeClr>
                  </a:solidFill>
                  <a:latin typeface="Broadway" panose="04040905080B02020502" pitchFamily="82" charset="0"/>
                </a:rPr>
                <a:t>Step 1</a:t>
              </a:r>
              <a:endParaRPr lang="zh-CN" altLang="en-US" sz="2800" b="1" dirty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029308" y="102030"/>
            <a:ext cx="3629000" cy="1440161"/>
            <a:chOff x="1663081" y="103745"/>
            <a:chExt cx="3629000" cy="1440161"/>
          </a:xfrm>
        </p:grpSpPr>
        <p:grpSp>
          <p:nvGrpSpPr>
            <p:cNvPr id="11" name="组合 10"/>
            <p:cNvGrpSpPr/>
            <p:nvPr/>
          </p:nvGrpSpPr>
          <p:grpSpPr>
            <a:xfrm>
              <a:off x="1663081" y="206615"/>
              <a:ext cx="3629000" cy="1337291"/>
              <a:chOff x="629698" y="1106718"/>
              <a:chExt cx="1748766" cy="1337291"/>
            </a:xfrm>
          </p:grpSpPr>
          <p:cxnSp>
            <p:nvCxnSpPr>
              <p:cNvPr id="13" name="直接连接符 12"/>
              <p:cNvCxnSpPr/>
              <p:nvPr/>
            </p:nvCxnSpPr>
            <p:spPr>
              <a:xfrm>
                <a:off x="1504081" y="1106718"/>
                <a:ext cx="360040" cy="308606"/>
              </a:xfrm>
              <a:prstGeom prst="line">
                <a:avLst/>
              </a:prstGeom>
              <a:ln w="38100">
                <a:solidFill>
                  <a:srgbClr val="0E375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H="1">
                <a:off x="1144041" y="1106718"/>
                <a:ext cx="360040" cy="308606"/>
              </a:xfrm>
              <a:prstGeom prst="line">
                <a:avLst/>
              </a:prstGeom>
              <a:ln w="38100">
                <a:solidFill>
                  <a:srgbClr val="0E375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矩形 14"/>
              <p:cNvSpPr/>
              <p:nvPr/>
            </p:nvSpPr>
            <p:spPr>
              <a:xfrm>
                <a:off x="629698" y="1415323"/>
                <a:ext cx="1748766" cy="1028686"/>
              </a:xfrm>
              <a:prstGeom prst="rect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738555" y="1524180"/>
                <a:ext cx="1531052" cy="81097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792984" y="1674200"/>
                <a:ext cx="15310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准备策略</a:t>
                </a:r>
              </a:p>
            </p:txBody>
          </p:sp>
        </p:grpSp>
        <p:sp>
          <p:nvSpPr>
            <p:cNvPr id="12" name="椭圆 11"/>
            <p:cNvSpPr/>
            <p:nvPr/>
          </p:nvSpPr>
          <p:spPr>
            <a:xfrm>
              <a:off x="3384793" y="103745"/>
              <a:ext cx="205737" cy="205737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6308" y="2055696"/>
            <a:ext cx="681847" cy="681847"/>
            <a:chOff x="1268047" y="1694923"/>
            <a:chExt cx="681847" cy="681847"/>
          </a:xfrm>
        </p:grpSpPr>
        <p:sp>
          <p:nvSpPr>
            <p:cNvPr id="18" name="椭圆 17"/>
            <p:cNvSpPr/>
            <p:nvPr/>
          </p:nvSpPr>
          <p:spPr>
            <a:xfrm>
              <a:off x="1268047" y="1694923"/>
              <a:ext cx="681847" cy="681847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364319" y="1771986"/>
              <a:ext cx="505360" cy="50536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469205" y="4440162"/>
            <a:ext cx="681847" cy="681847"/>
            <a:chOff x="2116065" y="3452963"/>
            <a:chExt cx="681847" cy="681847"/>
          </a:xfrm>
        </p:grpSpPr>
        <p:sp>
          <p:nvSpPr>
            <p:cNvPr id="22" name="椭圆 21"/>
            <p:cNvSpPr/>
            <p:nvPr/>
          </p:nvSpPr>
          <p:spPr>
            <a:xfrm>
              <a:off x="2116065" y="3452963"/>
              <a:ext cx="681847" cy="681847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 flipV="1">
              <a:off x="2204309" y="3540746"/>
              <a:ext cx="505360" cy="5053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020175" y="4447933"/>
            <a:ext cx="681847" cy="681847"/>
            <a:chOff x="3788017" y="3452963"/>
            <a:chExt cx="681847" cy="681847"/>
          </a:xfrm>
        </p:grpSpPr>
        <p:sp>
          <p:nvSpPr>
            <p:cNvPr id="21" name="椭圆 20"/>
            <p:cNvSpPr/>
            <p:nvPr/>
          </p:nvSpPr>
          <p:spPr>
            <a:xfrm>
              <a:off x="3788017" y="3452963"/>
              <a:ext cx="681847" cy="681847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 flipV="1">
              <a:off x="3884289" y="3540746"/>
              <a:ext cx="505360" cy="50536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204436" y="2055696"/>
            <a:ext cx="681847" cy="681847"/>
            <a:chOff x="5476025" y="3452963"/>
            <a:chExt cx="681847" cy="681847"/>
          </a:xfrm>
        </p:grpSpPr>
        <p:sp>
          <p:nvSpPr>
            <p:cNvPr id="20" name="椭圆 19"/>
            <p:cNvSpPr/>
            <p:nvPr/>
          </p:nvSpPr>
          <p:spPr>
            <a:xfrm>
              <a:off x="5476025" y="3452963"/>
              <a:ext cx="681847" cy="681847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 flipV="1">
              <a:off x="5564269" y="3540746"/>
              <a:ext cx="505360" cy="5053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7722564" y="2055696"/>
            <a:ext cx="681847" cy="681847"/>
            <a:chOff x="7156004" y="3452963"/>
            <a:chExt cx="681847" cy="681847"/>
          </a:xfrm>
        </p:grpSpPr>
        <p:sp>
          <p:nvSpPr>
            <p:cNvPr id="19" name="椭圆 18"/>
            <p:cNvSpPr/>
            <p:nvPr/>
          </p:nvSpPr>
          <p:spPr>
            <a:xfrm>
              <a:off x="7156004" y="3452963"/>
              <a:ext cx="681847" cy="681847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 flipV="1">
              <a:off x="7244248" y="3540746"/>
              <a:ext cx="505360" cy="50536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任意多边形 39"/>
          <p:cNvSpPr/>
          <p:nvPr/>
        </p:nvSpPr>
        <p:spPr>
          <a:xfrm flipH="1">
            <a:off x="993268" y="2759454"/>
            <a:ext cx="1850539" cy="1666568"/>
          </a:xfrm>
          <a:custGeom>
            <a:avLst/>
            <a:gdLst>
              <a:gd name="connsiteX0" fmla="*/ 0 w 510363"/>
              <a:gd name="connsiteY0" fmla="*/ 637954 h 637954"/>
              <a:gd name="connsiteX1" fmla="*/ 510363 w 510363"/>
              <a:gd name="connsiteY1" fmla="*/ 0 h 637954"/>
              <a:gd name="connsiteX0" fmla="*/ 0 w 515261"/>
              <a:gd name="connsiteY0" fmla="*/ 637954 h 637954"/>
              <a:gd name="connsiteX1" fmla="*/ 510363 w 515261"/>
              <a:gd name="connsiteY1" fmla="*/ 0 h 637954"/>
              <a:gd name="connsiteX0" fmla="*/ 0 w 513901"/>
              <a:gd name="connsiteY0" fmla="*/ 637954 h 637954"/>
              <a:gd name="connsiteX1" fmla="*/ 510363 w 513901"/>
              <a:gd name="connsiteY1" fmla="*/ 0 h 637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901" h="637954">
                <a:moveTo>
                  <a:pt x="0" y="637954"/>
                </a:moveTo>
                <a:cubicBezTo>
                  <a:pt x="0" y="138224"/>
                  <a:pt x="563525" y="520995"/>
                  <a:pt x="510363" y="0"/>
                </a:cubicBezTo>
              </a:path>
            </a:pathLst>
          </a:custGeom>
          <a:noFill/>
          <a:ln w="19050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 flipH="1">
            <a:off x="4510560" y="2759454"/>
            <a:ext cx="1850539" cy="1666568"/>
          </a:xfrm>
          <a:custGeom>
            <a:avLst/>
            <a:gdLst>
              <a:gd name="connsiteX0" fmla="*/ 0 w 510363"/>
              <a:gd name="connsiteY0" fmla="*/ 637954 h 637954"/>
              <a:gd name="connsiteX1" fmla="*/ 510363 w 510363"/>
              <a:gd name="connsiteY1" fmla="*/ 0 h 637954"/>
              <a:gd name="connsiteX0" fmla="*/ 0 w 515261"/>
              <a:gd name="connsiteY0" fmla="*/ 637954 h 637954"/>
              <a:gd name="connsiteX1" fmla="*/ 510363 w 515261"/>
              <a:gd name="connsiteY1" fmla="*/ 0 h 637954"/>
              <a:gd name="connsiteX0" fmla="*/ 0 w 513901"/>
              <a:gd name="connsiteY0" fmla="*/ 637954 h 637954"/>
              <a:gd name="connsiteX1" fmla="*/ 510363 w 513901"/>
              <a:gd name="connsiteY1" fmla="*/ 0 h 637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901" h="637954">
                <a:moveTo>
                  <a:pt x="0" y="637954"/>
                </a:moveTo>
                <a:cubicBezTo>
                  <a:pt x="0" y="138224"/>
                  <a:pt x="563525" y="520995"/>
                  <a:pt x="510363" y="0"/>
                </a:cubicBezTo>
              </a:path>
            </a:pathLst>
          </a:custGeom>
          <a:noFill/>
          <a:ln w="19050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rot="5400000" flipH="1">
            <a:off x="2450055" y="3086432"/>
            <a:ext cx="2416278" cy="1014287"/>
          </a:xfrm>
          <a:custGeom>
            <a:avLst/>
            <a:gdLst>
              <a:gd name="connsiteX0" fmla="*/ 0 w 510363"/>
              <a:gd name="connsiteY0" fmla="*/ 637954 h 637954"/>
              <a:gd name="connsiteX1" fmla="*/ 510363 w 510363"/>
              <a:gd name="connsiteY1" fmla="*/ 0 h 637954"/>
              <a:gd name="connsiteX0" fmla="*/ 0 w 515261"/>
              <a:gd name="connsiteY0" fmla="*/ 637954 h 637954"/>
              <a:gd name="connsiteX1" fmla="*/ 510363 w 515261"/>
              <a:gd name="connsiteY1" fmla="*/ 0 h 637954"/>
              <a:gd name="connsiteX0" fmla="*/ 0 w 513901"/>
              <a:gd name="connsiteY0" fmla="*/ 637954 h 637954"/>
              <a:gd name="connsiteX1" fmla="*/ 510363 w 513901"/>
              <a:gd name="connsiteY1" fmla="*/ 0 h 637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901" h="637954">
                <a:moveTo>
                  <a:pt x="0" y="637954"/>
                </a:moveTo>
                <a:cubicBezTo>
                  <a:pt x="0" y="138224"/>
                  <a:pt x="563525" y="520995"/>
                  <a:pt x="510363" y="0"/>
                </a:cubicBezTo>
              </a:path>
            </a:pathLst>
          </a:custGeom>
          <a:noFill/>
          <a:ln w="19050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 rot="5400000" flipH="1">
            <a:off x="6001027" y="3073114"/>
            <a:ext cx="2416278" cy="1014287"/>
          </a:xfrm>
          <a:custGeom>
            <a:avLst/>
            <a:gdLst>
              <a:gd name="connsiteX0" fmla="*/ 0 w 510363"/>
              <a:gd name="connsiteY0" fmla="*/ 637954 h 637954"/>
              <a:gd name="connsiteX1" fmla="*/ 510363 w 510363"/>
              <a:gd name="connsiteY1" fmla="*/ 0 h 637954"/>
              <a:gd name="connsiteX0" fmla="*/ 0 w 515261"/>
              <a:gd name="connsiteY0" fmla="*/ 637954 h 637954"/>
              <a:gd name="connsiteX1" fmla="*/ 510363 w 515261"/>
              <a:gd name="connsiteY1" fmla="*/ 0 h 637954"/>
              <a:gd name="connsiteX0" fmla="*/ 0 w 513901"/>
              <a:gd name="connsiteY0" fmla="*/ 637954 h 637954"/>
              <a:gd name="connsiteX1" fmla="*/ 510363 w 513901"/>
              <a:gd name="connsiteY1" fmla="*/ 0 h 637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901" h="637954">
                <a:moveTo>
                  <a:pt x="0" y="637954"/>
                </a:moveTo>
                <a:cubicBezTo>
                  <a:pt x="0" y="138224"/>
                  <a:pt x="563525" y="520995"/>
                  <a:pt x="510363" y="0"/>
                </a:cubicBezTo>
              </a:path>
            </a:pathLst>
          </a:custGeom>
          <a:noFill/>
          <a:ln w="19050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TextBox 119"/>
          <p:cNvSpPr txBox="1"/>
          <p:nvPr/>
        </p:nvSpPr>
        <p:spPr>
          <a:xfrm>
            <a:off x="1482087" y="2121178"/>
            <a:ext cx="1555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根据情境矩阵判断基本情境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119"/>
          <p:cNvSpPr txBox="1"/>
          <p:nvPr/>
        </p:nvSpPr>
        <p:spPr>
          <a:xfrm>
            <a:off x="808053" y="4509327"/>
            <a:ext cx="1669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谈判情境、风格和策略的匹配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119"/>
          <p:cNvSpPr txBox="1"/>
          <p:nvPr/>
        </p:nvSpPr>
        <p:spPr>
          <a:xfrm>
            <a:off x="4988720" y="2100284"/>
            <a:ext cx="15859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从对方角度来审视谈判情境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Box 119"/>
          <p:cNvSpPr txBox="1"/>
          <p:nvPr/>
        </p:nvSpPr>
        <p:spPr>
          <a:xfrm>
            <a:off x="4204436" y="4545005"/>
            <a:ext cx="1825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确定以什么方式与对方交流最合适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119"/>
          <p:cNvSpPr txBox="1"/>
          <p:nvPr/>
        </p:nvSpPr>
        <p:spPr>
          <a:xfrm>
            <a:off x="7612371" y="2864759"/>
            <a:ext cx="11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制定你的谈判计划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Freeform 25"/>
          <p:cNvSpPr>
            <a:spLocks noEditPoints="1"/>
          </p:cNvSpPr>
          <p:nvPr/>
        </p:nvSpPr>
        <p:spPr bwMode="auto">
          <a:xfrm>
            <a:off x="875292" y="2277180"/>
            <a:ext cx="311150" cy="230981"/>
          </a:xfrm>
          <a:custGeom>
            <a:avLst/>
            <a:gdLst>
              <a:gd name="T0" fmla="*/ 12 w 83"/>
              <a:gd name="T1" fmla="*/ 0 h 82"/>
              <a:gd name="T2" fmla="*/ 14 w 83"/>
              <a:gd name="T3" fmla="*/ 0 h 82"/>
              <a:gd name="T4" fmla="*/ 14 w 83"/>
              <a:gd name="T5" fmla="*/ 19 h 82"/>
              <a:gd name="T6" fmla="*/ 23 w 83"/>
              <a:gd name="T7" fmla="*/ 28 h 82"/>
              <a:gd name="T8" fmla="*/ 58 w 83"/>
              <a:gd name="T9" fmla="*/ 28 h 82"/>
              <a:gd name="T10" fmla="*/ 67 w 83"/>
              <a:gd name="T11" fmla="*/ 19 h 82"/>
              <a:gd name="T12" fmla="*/ 67 w 83"/>
              <a:gd name="T13" fmla="*/ 0 h 82"/>
              <a:gd name="T14" fmla="*/ 69 w 83"/>
              <a:gd name="T15" fmla="*/ 0 h 82"/>
              <a:gd name="T16" fmla="*/ 83 w 83"/>
              <a:gd name="T17" fmla="*/ 16 h 82"/>
              <a:gd name="T18" fmla="*/ 83 w 83"/>
              <a:gd name="T19" fmla="*/ 70 h 82"/>
              <a:gd name="T20" fmla="*/ 71 w 83"/>
              <a:gd name="T21" fmla="*/ 82 h 82"/>
              <a:gd name="T22" fmla="*/ 12 w 83"/>
              <a:gd name="T23" fmla="*/ 82 h 82"/>
              <a:gd name="T24" fmla="*/ 0 w 83"/>
              <a:gd name="T25" fmla="*/ 70 h 82"/>
              <a:gd name="T26" fmla="*/ 0 w 83"/>
              <a:gd name="T27" fmla="*/ 12 h 82"/>
              <a:gd name="T28" fmla="*/ 12 w 83"/>
              <a:gd name="T29" fmla="*/ 0 h 82"/>
              <a:gd name="T30" fmla="*/ 22 w 83"/>
              <a:gd name="T31" fmla="*/ 4 h 82"/>
              <a:gd name="T32" fmla="*/ 22 w 83"/>
              <a:gd name="T33" fmla="*/ 20 h 82"/>
              <a:gd name="T34" fmla="*/ 33 w 83"/>
              <a:gd name="T35" fmla="*/ 20 h 82"/>
              <a:gd name="T36" fmla="*/ 33 w 83"/>
              <a:gd name="T37" fmla="*/ 4 h 82"/>
              <a:gd name="T38" fmla="*/ 22 w 83"/>
              <a:gd name="T39" fmla="*/ 4 h 82"/>
              <a:gd name="T40" fmla="*/ 8 w 83"/>
              <a:gd name="T41" fmla="*/ 67 h 82"/>
              <a:gd name="T42" fmla="*/ 8 w 83"/>
              <a:gd name="T43" fmla="*/ 73 h 82"/>
              <a:gd name="T44" fmla="*/ 13 w 83"/>
              <a:gd name="T45" fmla="*/ 73 h 82"/>
              <a:gd name="T46" fmla="*/ 13 w 83"/>
              <a:gd name="T47" fmla="*/ 67 h 82"/>
              <a:gd name="T48" fmla="*/ 8 w 83"/>
              <a:gd name="T49" fmla="*/ 67 h 82"/>
              <a:gd name="T50" fmla="*/ 69 w 83"/>
              <a:gd name="T51" fmla="*/ 67 h 82"/>
              <a:gd name="T52" fmla="*/ 69 w 83"/>
              <a:gd name="T53" fmla="*/ 73 h 82"/>
              <a:gd name="T54" fmla="*/ 74 w 83"/>
              <a:gd name="T55" fmla="*/ 73 h 82"/>
              <a:gd name="T56" fmla="*/ 74 w 83"/>
              <a:gd name="T57" fmla="*/ 67 h 82"/>
              <a:gd name="T58" fmla="*/ 69 w 83"/>
              <a:gd name="T59" fmla="*/ 67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83" h="82">
                <a:moveTo>
                  <a:pt x="12" y="0"/>
                </a:moveTo>
                <a:cubicBezTo>
                  <a:pt x="14" y="0"/>
                  <a:pt x="14" y="0"/>
                  <a:pt x="14" y="0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24"/>
                  <a:pt x="18" y="28"/>
                  <a:pt x="23" y="28"/>
                </a:cubicBezTo>
                <a:cubicBezTo>
                  <a:pt x="58" y="28"/>
                  <a:pt x="58" y="28"/>
                  <a:pt x="58" y="28"/>
                </a:cubicBezTo>
                <a:cubicBezTo>
                  <a:pt x="63" y="28"/>
                  <a:pt x="67" y="24"/>
                  <a:pt x="67" y="19"/>
                </a:cubicBezTo>
                <a:cubicBezTo>
                  <a:pt x="67" y="0"/>
                  <a:pt x="67" y="0"/>
                  <a:pt x="67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83" y="16"/>
                  <a:pt x="83" y="16"/>
                  <a:pt x="83" y="16"/>
                </a:cubicBezTo>
                <a:cubicBezTo>
                  <a:pt x="83" y="70"/>
                  <a:pt x="83" y="70"/>
                  <a:pt x="83" y="70"/>
                </a:cubicBezTo>
                <a:cubicBezTo>
                  <a:pt x="83" y="76"/>
                  <a:pt x="77" y="82"/>
                  <a:pt x="71" y="82"/>
                </a:cubicBezTo>
                <a:cubicBezTo>
                  <a:pt x="12" y="82"/>
                  <a:pt x="12" y="82"/>
                  <a:pt x="12" y="82"/>
                </a:cubicBezTo>
                <a:cubicBezTo>
                  <a:pt x="6" y="82"/>
                  <a:pt x="0" y="76"/>
                  <a:pt x="0" y="7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6" y="0"/>
                  <a:pt x="12" y="0"/>
                </a:cubicBezTo>
                <a:close/>
                <a:moveTo>
                  <a:pt x="22" y="4"/>
                </a:moveTo>
                <a:cubicBezTo>
                  <a:pt x="22" y="20"/>
                  <a:pt x="22" y="20"/>
                  <a:pt x="22" y="20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4"/>
                  <a:pt x="33" y="4"/>
                  <a:pt x="33" y="4"/>
                </a:cubicBezTo>
                <a:cubicBezTo>
                  <a:pt x="22" y="4"/>
                  <a:pt x="22" y="4"/>
                  <a:pt x="22" y="4"/>
                </a:cubicBezTo>
                <a:close/>
                <a:moveTo>
                  <a:pt x="8" y="67"/>
                </a:moveTo>
                <a:cubicBezTo>
                  <a:pt x="8" y="73"/>
                  <a:pt x="8" y="73"/>
                  <a:pt x="8" y="73"/>
                </a:cubicBezTo>
                <a:cubicBezTo>
                  <a:pt x="13" y="73"/>
                  <a:pt x="13" y="73"/>
                  <a:pt x="13" y="73"/>
                </a:cubicBezTo>
                <a:cubicBezTo>
                  <a:pt x="13" y="67"/>
                  <a:pt x="13" y="67"/>
                  <a:pt x="13" y="67"/>
                </a:cubicBezTo>
                <a:cubicBezTo>
                  <a:pt x="8" y="67"/>
                  <a:pt x="8" y="67"/>
                  <a:pt x="8" y="67"/>
                </a:cubicBezTo>
                <a:close/>
                <a:moveTo>
                  <a:pt x="69" y="67"/>
                </a:moveTo>
                <a:cubicBezTo>
                  <a:pt x="69" y="73"/>
                  <a:pt x="69" y="73"/>
                  <a:pt x="69" y="73"/>
                </a:cubicBezTo>
                <a:cubicBezTo>
                  <a:pt x="74" y="73"/>
                  <a:pt x="74" y="73"/>
                  <a:pt x="74" y="73"/>
                </a:cubicBezTo>
                <a:cubicBezTo>
                  <a:pt x="74" y="67"/>
                  <a:pt x="74" y="67"/>
                  <a:pt x="74" y="67"/>
                </a:cubicBezTo>
                <a:lnTo>
                  <a:pt x="69" y="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Freeform 22"/>
          <p:cNvSpPr>
            <a:spLocks noEditPoints="1"/>
          </p:cNvSpPr>
          <p:nvPr/>
        </p:nvSpPr>
        <p:spPr bwMode="auto">
          <a:xfrm>
            <a:off x="2674157" y="4628820"/>
            <a:ext cx="261937" cy="303610"/>
          </a:xfrm>
          <a:custGeom>
            <a:avLst/>
            <a:gdLst>
              <a:gd name="T0" fmla="*/ 31 w 70"/>
              <a:gd name="T1" fmla="*/ 20 h 108"/>
              <a:gd name="T2" fmla="*/ 36 w 70"/>
              <a:gd name="T3" fmla="*/ 20 h 108"/>
              <a:gd name="T4" fmla="*/ 51 w 70"/>
              <a:gd name="T5" fmla="*/ 32 h 108"/>
              <a:gd name="T6" fmla="*/ 62 w 70"/>
              <a:gd name="T7" fmla="*/ 51 h 108"/>
              <a:gd name="T8" fmla="*/ 64 w 70"/>
              <a:gd name="T9" fmla="*/ 69 h 108"/>
              <a:gd name="T10" fmla="*/ 63 w 70"/>
              <a:gd name="T11" fmla="*/ 74 h 108"/>
              <a:gd name="T12" fmla="*/ 54 w 70"/>
              <a:gd name="T13" fmla="*/ 60 h 108"/>
              <a:gd name="T14" fmla="*/ 49 w 70"/>
              <a:gd name="T15" fmla="*/ 55 h 108"/>
              <a:gd name="T16" fmla="*/ 41 w 70"/>
              <a:gd name="T17" fmla="*/ 42 h 108"/>
              <a:gd name="T18" fmla="*/ 40 w 70"/>
              <a:gd name="T19" fmla="*/ 34 h 108"/>
              <a:gd name="T20" fmla="*/ 31 w 70"/>
              <a:gd name="T21" fmla="*/ 20 h 108"/>
              <a:gd name="T22" fmla="*/ 39 w 70"/>
              <a:gd name="T23" fmla="*/ 60 h 108"/>
              <a:gd name="T24" fmla="*/ 36 w 70"/>
              <a:gd name="T25" fmla="*/ 70 h 108"/>
              <a:gd name="T26" fmla="*/ 54 w 70"/>
              <a:gd name="T27" fmla="*/ 103 h 108"/>
              <a:gd name="T28" fmla="*/ 65 w 70"/>
              <a:gd name="T29" fmla="*/ 106 h 108"/>
              <a:gd name="T30" fmla="*/ 65 w 70"/>
              <a:gd name="T31" fmla="*/ 106 h 108"/>
              <a:gd name="T32" fmla="*/ 68 w 70"/>
              <a:gd name="T33" fmla="*/ 95 h 108"/>
              <a:gd name="T34" fmla="*/ 49 w 70"/>
              <a:gd name="T35" fmla="*/ 63 h 108"/>
              <a:gd name="T36" fmla="*/ 39 w 70"/>
              <a:gd name="T37" fmla="*/ 60 h 108"/>
              <a:gd name="T38" fmla="*/ 39 w 70"/>
              <a:gd name="T39" fmla="*/ 60 h 108"/>
              <a:gd name="T40" fmla="*/ 5 w 70"/>
              <a:gd name="T41" fmla="*/ 2 h 108"/>
              <a:gd name="T42" fmla="*/ 2 w 70"/>
              <a:gd name="T43" fmla="*/ 13 h 108"/>
              <a:gd name="T44" fmla="*/ 21 w 70"/>
              <a:gd name="T45" fmla="*/ 45 h 108"/>
              <a:gd name="T46" fmla="*/ 32 w 70"/>
              <a:gd name="T47" fmla="*/ 48 h 108"/>
              <a:gd name="T48" fmla="*/ 32 w 70"/>
              <a:gd name="T49" fmla="*/ 48 h 108"/>
              <a:gd name="T50" fmla="*/ 35 w 70"/>
              <a:gd name="T51" fmla="*/ 37 h 108"/>
              <a:gd name="T52" fmla="*/ 16 w 70"/>
              <a:gd name="T53" fmla="*/ 5 h 108"/>
              <a:gd name="T54" fmla="*/ 5 w 70"/>
              <a:gd name="T55" fmla="*/ 2 h 108"/>
              <a:gd name="T56" fmla="*/ 5 w 70"/>
              <a:gd name="T57" fmla="*/ 2 h 108"/>
              <a:gd name="T58" fmla="*/ 39 w 70"/>
              <a:gd name="T59" fmla="*/ 88 h 108"/>
              <a:gd name="T60" fmla="*/ 31 w 70"/>
              <a:gd name="T61" fmla="*/ 73 h 108"/>
              <a:gd name="T62" fmla="*/ 29 w 70"/>
              <a:gd name="T63" fmla="*/ 66 h 108"/>
              <a:gd name="T64" fmla="*/ 22 w 70"/>
              <a:gd name="T65" fmla="*/ 53 h 108"/>
              <a:gd name="T66" fmla="*/ 16 w 70"/>
              <a:gd name="T67" fmla="*/ 48 h 108"/>
              <a:gd name="T68" fmla="*/ 8 w 70"/>
              <a:gd name="T69" fmla="*/ 33 h 108"/>
              <a:gd name="T70" fmla="*/ 6 w 70"/>
              <a:gd name="T71" fmla="*/ 38 h 108"/>
              <a:gd name="T72" fmla="*/ 8 w 70"/>
              <a:gd name="T73" fmla="*/ 57 h 108"/>
              <a:gd name="T74" fmla="*/ 19 w 70"/>
              <a:gd name="T75" fmla="*/ 75 h 108"/>
              <a:gd name="T76" fmla="*/ 34 w 70"/>
              <a:gd name="T77" fmla="*/ 87 h 108"/>
              <a:gd name="T78" fmla="*/ 39 w 70"/>
              <a:gd name="T79" fmla="*/ 8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0" h="108">
                <a:moveTo>
                  <a:pt x="31" y="20"/>
                </a:moveTo>
                <a:cubicBezTo>
                  <a:pt x="33" y="20"/>
                  <a:pt x="34" y="20"/>
                  <a:pt x="36" y="20"/>
                </a:cubicBezTo>
                <a:cubicBezTo>
                  <a:pt x="42" y="22"/>
                  <a:pt x="48" y="26"/>
                  <a:pt x="51" y="32"/>
                </a:cubicBezTo>
                <a:cubicBezTo>
                  <a:pt x="62" y="51"/>
                  <a:pt x="62" y="51"/>
                  <a:pt x="62" y="51"/>
                </a:cubicBezTo>
                <a:cubicBezTo>
                  <a:pt x="65" y="56"/>
                  <a:pt x="66" y="63"/>
                  <a:pt x="64" y="69"/>
                </a:cubicBezTo>
                <a:cubicBezTo>
                  <a:pt x="64" y="71"/>
                  <a:pt x="63" y="73"/>
                  <a:pt x="63" y="74"/>
                </a:cubicBezTo>
                <a:cubicBezTo>
                  <a:pt x="54" y="60"/>
                  <a:pt x="54" y="60"/>
                  <a:pt x="54" y="60"/>
                </a:cubicBezTo>
                <a:cubicBezTo>
                  <a:pt x="53" y="58"/>
                  <a:pt x="51" y="56"/>
                  <a:pt x="49" y="55"/>
                </a:cubicBezTo>
                <a:cubicBezTo>
                  <a:pt x="41" y="42"/>
                  <a:pt x="41" y="42"/>
                  <a:pt x="41" y="42"/>
                </a:cubicBezTo>
                <a:cubicBezTo>
                  <a:pt x="41" y="39"/>
                  <a:pt x="41" y="37"/>
                  <a:pt x="40" y="34"/>
                </a:cubicBezTo>
                <a:cubicBezTo>
                  <a:pt x="31" y="20"/>
                  <a:pt x="31" y="20"/>
                  <a:pt x="31" y="20"/>
                </a:cubicBezTo>
                <a:close/>
                <a:moveTo>
                  <a:pt x="39" y="60"/>
                </a:moveTo>
                <a:cubicBezTo>
                  <a:pt x="35" y="62"/>
                  <a:pt x="34" y="67"/>
                  <a:pt x="36" y="70"/>
                </a:cubicBezTo>
                <a:cubicBezTo>
                  <a:pt x="54" y="103"/>
                  <a:pt x="54" y="103"/>
                  <a:pt x="54" y="103"/>
                </a:cubicBezTo>
                <a:cubicBezTo>
                  <a:pt x="57" y="107"/>
                  <a:pt x="61" y="108"/>
                  <a:pt x="65" y="106"/>
                </a:cubicBezTo>
                <a:cubicBezTo>
                  <a:pt x="65" y="106"/>
                  <a:pt x="65" y="106"/>
                  <a:pt x="65" y="106"/>
                </a:cubicBezTo>
                <a:cubicBezTo>
                  <a:pt x="69" y="104"/>
                  <a:pt x="70" y="99"/>
                  <a:pt x="68" y="95"/>
                </a:cubicBezTo>
                <a:cubicBezTo>
                  <a:pt x="49" y="63"/>
                  <a:pt x="49" y="63"/>
                  <a:pt x="49" y="63"/>
                </a:cubicBezTo>
                <a:cubicBezTo>
                  <a:pt x="47" y="59"/>
                  <a:pt x="42" y="57"/>
                  <a:pt x="39" y="60"/>
                </a:cubicBezTo>
                <a:cubicBezTo>
                  <a:pt x="39" y="60"/>
                  <a:pt x="39" y="60"/>
                  <a:pt x="39" y="60"/>
                </a:cubicBezTo>
                <a:close/>
                <a:moveTo>
                  <a:pt x="5" y="2"/>
                </a:moveTo>
                <a:cubicBezTo>
                  <a:pt x="2" y="4"/>
                  <a:pt x="0" y="9"/>
                  <a:pt x="2" y="13"/>
                </a:cubicBezTo>
                <a:cubicBezTo>
                  <a:pt x="21" y="45"/>
                  <a:pt x="21" y="45"/>
                  <a:pt x="21" y="45"/>
                </a:cubicBezTo>
                <a:cubicBezTo>
                  <a:pt x="23" y="49"/>
                  <a:pt x="28" y="50"/>
                  <a:pt x="32" y="48"/>
                </a:cubicBezTo>
                <a:cubicBezTo>
                  <a:pt x="32" y="48"/>
                  <a:pt x="32" y="48"/>
                  <a:pt x="32" y="48"/>
                </a:cubicBezTo>
                <a:cubicBezTo>
                  <a:pt x="36" y="46"/>
                  <a:pt x="37" y="41"/>
                  <a:pt x="35" y="37"/>
                </a:cubicBezTo>
                <a:cubicBezTo>
                  <a:pt x="16" y="5"/>
                  <a:pt x="16" y="5"/>
                  <a:pt x="16" y="5"/>
                </a:cubicBezTo>
                <a:cubicBezTo>
                  <a:pt x="14" y="1"/>
                  <a:pt x="9" y="0"/>
                  <a:pt x="5" y="2"/>
                </a:cubicBezTo>
                <a:cubicBezTo>
                  <a:pt x="5" y="2"/>
                  <a:pt x="5" y="2"/>
                  <a:pt x="5" y="2"/>
                </a:cubicBezTo>
                <a:close/>
                <a:moveTo>
                  <a:pt x="39" y="88"/>
                </a:moveTo>
                <a:cubicBezTo>
                  <a:pt x="31" y="73"/>
                  <a:pt x="31" y="73"/>
                  <a:pt x="31" y="73"/>
                </a:cubicBezTo>
                <a:cubicBezTo>
                  <a:pt x="30" y="71"/>
                  <a:pt x="29" y="69"/>
                  <a:pt x="29" y="66"/>
                </a:cubicBezTo>
                <a:cubicBezTo>
                  <a:pt x="22" y="53"/>
                  <a:pt x="22" y="53"/>
                  <a:pt x="22" y="53"/>
                </a:cubicBezTo>
                <a:cubicBezTo>
                  <a:pt x="19" y="52"/>
                  <a:pt x="18" y="50"/>
                  <a:pt x="16" y="48"/>
                </a:cubicBezTo>
                <a:cubicBezTo>
                  <a:pt x="8" y="33"/>
                  <a:pt x="8" y="33"/>
                  <a:pt x="8" y="33"/>
                </a:cubicBezTo>
                <a:cubicBezTo>
                  <a:pt x="7" y="34"/>
                  <a:pt x="6" y="36"/>
                  <a:pt x="6" y="38"/>
                </a:cubicBezTo>
                <a:cubicBezTo>
                  <a:pt x="4" y="44"/>
                  <a:pt x="5" y="51"/>
                  <a:pt x="8" y="57"/>
                </a:cubicBezTo>
                <a:cubicBezTo>
                  <a:pt x="19" y="75"/>
                  <a:pt x="19" y="75"/>
                  <a:pt x="19" y="75"/>
                </a:cubicBezTo>
                <a:cubicBezTo>
                  <a:pt x="22" y="81"/>
                  <a:pt x="28" y="85"/>
                  <a:pt x="34" y="87"/>
                </a:cubicBezTo>
                <a:cubicBezTo>
                  <a:pt x="36" y="87"/>
                  <a:pt x="38" y="88"/>
                  <a:pt x="39" y="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Freeform 7"/>
          <p:cNvSpPr>
            <a:spLocks noEditPoints="1"/>
          </p:cNvSpPr>
          <p:nvPr/>
        </p:nvSpPr>
        <p:spPr bwMode="auto">
          <a:xfrm>
            <a:off x="6156176" y="4712105"/>
            <a:ext cx="430212" cy="214313"/>
          </a:xfrm>
          <a:custGeom>
            <a:avLst/>
            <a:gdLst>
              <a:gd name="T0" fmla="*/ 10 w 115"/>
              <a:gd name="T1" fmla="*/ 0 h 76"/>
              <a:gd name="T2" fmla="*/ 14 w 115"/>
              <a:gd name="T3" fmla="*/ 42 h 76"/>
              <a:gd name="T4" fmla="*/ 24 w 115"/>
              <a:gd name="T5" fmla="*/ 43 h 76"/>
              <a:gd name="T6" fmla="*/ 54 w 115"/>
              <a:gd name="T7" fmla="*/ 24 h 76"/>
              <a:gd name="T8" fmla="*/ 71 w 115"/>
              <a:gd name="T9" fmla="*/ 28 h 76"/>
              <a:gd name="T10" fmla="*/ 42 w 115"/>
              <a:gd name="T11" fmla="*/ 12 h 76"/>
              <a:gd name="T12" fmla="*/ 26 w 115"/>
              <a:gd name="T13" fmla="*/ 13 h 76"/>
              <a:gd name="T14" fmla="*/ 20 w 115"/>
              <a:gd name="T15" fmla="*/ 22 h 76"/>
              <a:gd name="T16" fmla="*/ 25 w 115"/>
              <a:gd name="T17" fmla="*/ 5 h 76"/>
              <a:gd name="T18" fmla="*/ 115 w 115"/>
              <a:gd name="T19" fmla="*/ 32 h 76"/>
              <a:gd name="T20" fmla="*/ 100 w 115"/>
              <a:gd name="T21" fmla="*/ 38 h 76"/>
              <a:gd name="T22" fmla="*/ 84 w 115"/>
              <a:gd name="T23" fmla="*/ 46 h 76"/>
              <a:gd name="T24" fmla="*/ 74 w 115"/>
              <a:gd name="T25" fmla="*/ 69 h 76"/>
              <a:gd name="T26" fmla="*/ 67 w 115"/>
              <a:gd name="T27" fmla="*/ 76 h 76"/>
              <a:gd name="T28" fmla="*/ 64 w 115"/>
              <a:gd name="T29" fmla="*/ 64 h 76"/>
              <a:gd name="T30" fmla="*/ 53 w 115"/>
              <a:gd name="T31" fmla="*/ 73 h 76"/>
              <a:gd name="T32" fmla="*/ 53 w 115"/>
              <a:gd name="T33" fmla="*/ 59 h 76"/>
              <a:gd name="T34" fmla="*/ 40 w 115"/>
              <a:gd name="T35" fmla="*/ 68 h 76"/>
              <a:gd name="T36" fmla="*/ 48 w 115"/>
              <a:gd name="T37" fmla="*/ 48 h 76"/>
              <a:gd name="T38" fmla="*/ 31 w 115"/>
              <a:gd name="T39" fmla="*/ 59 h 76"/>
              <a:gd name="T40" fmla="*/ 50 w 115"/>
              <a:gd name="T41" fmla="*/ 30 h 76"/>
              <a:gd name="T42" fmla="*/ 69 w 115"/>
              <a:gd name="T43" fmla="*/ 37 h 76"/>
              <a:gd name="T44" fmla="*/ 69 w 115"/>
              <a:gd name="T45" fmla="*/ 19 h 76"/>
              <a:gd name="T46" fmla="*/ 89 w 115"/>
              <a:gd name="T47" fmla="*/ 27 h 76"/>
              <a:gd name="T48" fmla="*/ 81 w 115"/>
              <a:gd name="T49" fmla="*/ 14 h 76"/>
              <a:gd name="T50" fmla="*/ 79 w 115"/>
              <a:gd name="T51" fmla="*/ 12 h 76"/>
              <a:gd name="T52" fmla="*/ 97 w 115"/>
              <a:gd name="T53" fmla="*/ 52 h 76"/>
              <a:gd name="T54" fmla="*/ 85 w 115"/>
              <a:gd name="T55" fmla="*/ 53 h 76"/>
              <a:gd name="T56" fmla="*/ 97 w 115"/>
              <a:gd name="T57" fmla="*/ 52 h 76"/>
              <a:gd name="T58" fmla="*/ 86 w 115"/>
              <a:gd name="T59" fmla="*/ 67 h 76"/>
              <a:gd name="T60" fmla="*/ 76 w 115"/>
              <a:gd name="T61" fmla="*/ 63 h 76"/>
              <a:gd name="T62" fmla="*/ 87 w 115"/>
              <a:gd name="T63" fmla="*/ 65 h 76"/>
              <a:gd name="T64" fmla="*/ 81 w 115"/>
              <a:gd name="T65" fmla="*/ 54 h 76"/>
              <a:gd name="T66" fmla="*/ 87 w 115"/>
              <a:gd name="T67" fmla="*/ 65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15" h="76">
                <a:moveTo>
                  <a:pt x="25" y="5"/>
                </a:moveTo>
                <a:cubicBezTo>
                  <a:pt x="10" y="0"/>
                  <a:pt x="10" y="0"/>
                  <a:pt x="10" y="0"/>
                </a:cubicBezTo>
                <a:cubicBezTo>
                  <a:pt x="0" y="38"/>
                  <a:pt x="0" y="38"/>
                  <a:pt x="0" y="38"/>
                </a:cubicBezTo>
                <a:cubicBezTo>
                  <a:pt x="14" y="42"/>
                  <a:pt x="14" y="42"/>
                  <a:pt x="14" y="42"/>
                </a:cubicBezTo>
                <a:cubicBezTo>
                  <a:pt x="16" y="36"/>
                  <a:pt x="16" y="36"/>
                  <a:pt x="16" y="36"/>
                </a:cubicBezTo>
                <a:cubicBezTo>
                  <a:pt x="24" y="43"/>
                  <a:pt x="24" y="43"/>
                  <a:pt x="24" y="43"/>
                </a:cubicBezTo>
                <a:cubicBezTo>
                  <a:pt x="43" y="28"/>
                  <a:pt x="43" y="28"/>
                  <a:pt x="43" y="28"/>
                </a:cubicBezTo>
                <a:cubicBezTo>
                  <a:pt x="54" y="24"/>
                  <a:pt x="54" y="24"/>
                  <a:pt x="54" y="24"/>
                </a:cubicBezTo>
                <a:cubicBezTo>
                  <a:pt x="67" y="32"/>
                  <a:pt x="67" y="32"/>
                  <a:pt x="67" y="32"/>
                </a:cubicBezTo>
                <a:cubicBezTo>
                  <a:pt x="71" y="28"/>
                  <a:pt x="71" y="28"/>
                  <a:pt x="71" y="28"/>
                </a:cubicBezTo>
                <a:cubicBezTo>
                  <a:pt x="61" y="13"/>
                  <a:pt x="61" y="13"/>
                  <a:pt x="61" y="13"/>
                </a:cubicBezTo>
                <a:cubicBezTo>
                  <a:pt x="42" y="12"/>
                  <a:pt x="42" y="12"/>
                  <a:pt x="42" y="12"/>
                </a:cubicBezTo>
                <a:cubicBezTo>
                  <a:pt x="28" y="14"/>
                  <a:pt x="28" y="14"/>
                  <a:pt x="28" y="14"/>
                </a:cubicBezTo>
                <a:cubicBezTo>
                  <a:pt x="26" y="13"/>
                  <a:pt x="26" y="13"/>
                  <a:pt x="26" y="13"/>
                </a:cubicBezTo>
                <a:cubicBezTo>
                  <a:pt x="21" y="23"/>
                  <a:pt x="21" y="23"/>
                  <a:pt x="21" y="23"/>
                </a:cubicBezTo>
                <a:cubicBezTo>
                  <a:pt x="20" y="22"/>
                  <a:pt x="20" y="22"/>
                  <a:pt x="20" y="22"/>
                </a:cubicBezTo>
                <a:cubicBezTo>
                  <a:pt x="23" y="11"/>
                  <a:pt x="23" y="11"/>
                  <a:pt x="23" y="11"/>
                </a:cubicBezTo>
                <a:cubicBezTo>
                  <a:pt x="25" y="5"/>
                  <a:pt x="25" y="5"/>
                  <a:pt x="25" y="5"/>
                </a:cubicBezTo>
                <a:close/>
                <a:moveTo>
                  <a:pt x="91" y="2"/>
                </a:moveTo>
                <a:cubicBezTo>
                  <a:pt x="115" y="32"/>
                  <a:pt x="115" y="32"/>
                  <a:pt x="115" y="32"/>
                </a:cubicBezTo>
                <a:cubicBezTo>
                  <a:pt x="103" y="42"/>
                  <a:pt x="103" y="42"/>
                  <a:pt x="103" y="42"/>
                </a:cubicBezTo>
                <a:cubicBezTo>
                  <a:pt x="100" y="38"/>
                  <a:pt x="100" y="38"/>
                  <a:pt x="100" y="38"/>
                </a:cubicBezTo>
                <a:cubicBezTo>
                  <a:pt x="92" y="48"/>
                  <a:pt x="92" y="48"/>
                  <a:pt x="92" y="48"/>
                </a:cubicBezTo>
                <a:cubicBezTo>
                  <a:pt x="84" y="46"/>
                  <a:pt x="84" y="46"/>
                  <a:pt x="84" y="46"/>
                </a:cubicBezTo>
                <a:cubicBezTo>
                  <a:pt x="78" y="49"/>
                  <a:pt x="71" y="55"/>
                  <a:pt x="70" y="62"/>
                </a:cubicBezTo>
                <a:cubicBezTo>
                  <a:pt x="74" y="69"/>
                  <a:pt x="74" y="69"/>
                  <a:pt x="74" y="69"/>
                </a:cubicBezTo>
                <a:cubicBezTo>
                  <a:pt x="73" y="71"/>
                  <a:pt x="73" y="71"/>
                  <a:pt x="73" y="71"/>
                </a:cubicBezTo>
                <a:cubicBezTo>
                  <a:pt x="71" y="73"/>
                  <a:pt x="69" y="74"/>
                  <a:pt x="67" y="76"/>
                </a:cubicBezTo>
                <a:cubicBezTo>
                  <a:pt x="65" y="75"/>
                  <a:pt x="63" y="73"/>
                  <a:pt x="61" y="72"/>
                </a:cubicBezTo>
                <a:cubicBezTo>
                  <a:pt x="61" y="69"/>
                  <a:pt x="64" y="65"/>
                  <a:pt x="64" y="64"/>
                </a:cubicBezTo>
                <a:cubicBezTo>
                  <a:pt x="63" y="63"/>
                  <a:pt x="63" y="63"/>
                  <a:pt x="63" y="63"/>
                </a:cubicBezTo>
                <a:cubicBezTo>
                  <a:pt x="61" y="66"/>
                  <a:pt x="55" y="71"/>
                  <a:pt x="53" y="73"/>
                </a:cubicBezTo>
                <a:cubicBezTo>
                  <a:pt x="51" y="72"/>
                  <a:pt x="49" y="71"/>
                  <a:pt x="46" y="69"/>
                </a:cubicBezTo>
                <a:cubicBezTo>
                  <a:pt x="47" y="67"/>
                  <a:pt x="52" y="61"/>
                  <a:pt x="53" y="59"/>
                </a:cubicBezTo>
                <a:cubicBezTo>
                  <a:pt x="52" y="58"/>
                  <a:pt x="52" y="58"/>
                  <a:pt x="52" y="58"/>
                </a:cubicBezTo>
                <a:cubicBezTo>
                  <a:pt x="48" y="63"/>
                  <a:pt x="43" y="67"/>
                  <a:pt x="40" y="68"/>
                </a:cubicBezTo>
                <a:cubicBezTo>
                  <a:pt x="33" y="63"/>
                  <a:pt x="33" y="63"/>
                  <a:pt x="33" y="63"/>
                </a:cubicBezTo>
                <a:cubicBezTo>
                  <a:pt x="37" y="57"/>
                  <a:pt x="43" y="52"/>
                  <a:pt x="48" y="48"/>
                </a:cubicBezTo>
                <a:cubicBezTo>
                  <a:pt x="47" y="46"/>
                  <a:pt x="47" y="46"/>
                  <a:pt x="47" y="46"/>
                </a:cubicBezTo>
                <a:cubicBezTo>
                  <a:pt x="43" y="49"/>
                  <a:pt x="35" y="56"/>
                  <a:pt x="31" y="59"/>
                </a:cubicBezTo>
                <a:cubicBezTo>
                  <a:pt x="27" y="58"/>
                  <a:pt x="25" y="56"/>
                  <a:pt x="24" y="52"/>
                </a:cubicBezTo>
                <a:cubicBezTo>
                  <a:pt x="32" y="45"/>
                  <a:pt x="41" y="37"/>
                  <a:pt x="50" y="30"/>
                </a:cubicBezTo>
                <a:cubicBezTo>
                  <a:pt x="55" y="29"/>
                  <a:pt x="55" y="29"/>
                  <a:pt x="55" y="29"/>
                </a:cubicBezTo>
                <a:cubicBezTo>
                  <a:pt x="69" y="37"/>
                  <a:pt x="69" y="37"/>
                  <a:pt x="69" y="37"/>
                </a:cubicBezTo>
                <a:cubicBezTo>
                  <a:pt x="76" y="30"/>
                  <a:pt x="76" y="30"/>
                  <a:pt x="76" y="30"/>
                </a:cubicBezTo>
                <a:cubicBezTo>
                  <a:pt x="69" y="19"/>
                  <a:pt x="69" y="19"/>
                  <a:pt x="69" y="19"/>
                </a:cubicBezTo>
                <a:cubicBezTo>
                  <a:pt x="72" y="17"/>
                  <a:pt x="74" y="16"/>
                  <a:pt x="76" y="15"/>
                </a:cubicBezTo>
                <a:cubicBezTo>
                  <a:pt x="89" y="27"/>
                  <a:pt x="89" y="27"/>
                  <a:pt x="89" y="27"/>
                </a:cubicBezTo>
                <a:cubicBezTo>
                  <a:pt x="90" y="26"/>
                  <a:pt x="90" y="26"/>
                  <a:pt x="90" y="26"/>
                </a:cubicBezTo>
                <a:cubicBezTo>
                  <a:pt x="81" y="14"/>
                  <a:pt x="81" y="14"/>
                  <a:pt x="81" y="14"/>
                </a:cubicBezTo>
                <a:cubicBezTo>
                  <a:pt x="81" y="14"/>
                  <a:pt x="81" y="14"/>
                  <a:pt x="81" y="14"/>
                </a:cubicBezTo>
                <a:cubicBezTo>
                  <a:pt x="79" y="12"/>
                  <a:pt x="79" y="12"/>
                  <a:pt x="79" y="12"/>
                </a:cubicBezTo>
                <a:cubicBezTo>
                  <a:pt x="91" y="2"/>
                  <a:pt x="91" y="2"/>
                  <a:pt x="91" y="2"/>
                </a:cubicBezTo>
                <a:close/>
                <a:moveTo>
                  <a:pt x="97" y="52"/>
                </a:moveTo>
                <a:cubicBezTo>
                  <a:pt x="87" y="50"/>
                  <a:pt x="87" y="50"/>
                  <a:pt x="87" y="50"/>
                </a:cubicBezTo>
                <a:cubicBezTo>
                  <a:pt x="85" y="53"/>
                  <a:pt x="85" y="53"/>
                  <a:pt x="85" y="53"/>
                </a:cubicBezTo>
                <a:cubicBezTo>
                  <a:pt x="93" y="58"/>
                  <a:pt x="93" y="58"/>
                  <a:pt x="93" y="58"/>
                </a:cubicBezTo>
                <a:cubicBezTo>
                  <a:pt x="94" y="56"/>
                  <a:pt x="95" y="54"/>
                  <a:pt x="97" y="52"/>
                </a:cubicBezTo>
                <a:close/>
                <a:moveTo>
                  <a:pt x="80" y="71"/>
                </a:moveTo>
                <a:cubicBezTo>
                  <a:pt x="82" y="70"/>
                  <a:pt x="84" y="68"/>
                  <a:pt x="86" y="67"/>
                </a:cubicBezTo>
                <a:cubicBezTo>
                  <a:pt x="78" y="61"/>
                  <a:pt x="78" y="61"/>
                  <a:pt x="78" y="61"/>
                </a:cubicBezTo>
                <a:cubicBezTo>
                  <a:pt x="76" y="63"/>
                  <a:pt x="76" y="63"/>
                  <a:pt x="76" y="63"/>
                </a:cubicBezTo>
                <a:cubicBezTo>
                  <a:pt x="80" y="71"/>
                  <a:pt x="80" y="71"/>
                  <a:pt x="80" y="71"/>
                </a:cubicBezTo>
                <a:close/>
                <a:moveTo>
                  <a:pt x="87" y="65"/>
                </a:moveTo>
                <a:cubicBezTo>
                  <a:pt x="89" y="64"/>
                  <a:pt x="90" y="62"/>
                  <a:pt x="91" y="60"/>
                </a:cubicBezTo>
                <a:cubicBezTo>
                  <a:pt x="81" y="54"/>
                  <a:pt x="81" y="54"/>
                  <a:pt x="81" y="54"/>
                </a:cubicBezTo>
                <a:cubicBezTo>
                  <a:pt x="78" y="57"/>
                  <a:pt x="78" y="57"/>
                  <a:pt x="78" y="57"/>
                </a:cubicBezTo>
                <a:lnTo>
                  <a:pt x="87" y="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Freeform 180"/>
          <p:cNvSpPr>
            <a:spLocks noEditPoints="1"/>
          </p:cNvSpPr>
          <p:nvPr/>
        </p:nvSpPr>
        <p:spPr bwMode="auto">
          <a:xfrm>
            <a:off x="4370962" y="2209428"/>
            <a:ext cx="348794" cy="350207"/>
          </a:xfrm>
          <a:custGeom>
            <a:avLst/>
            <a:gdLst>
              <a:gd name="T0" fmla="*/ 57 w 79"/>
              <a:gd name="T1" fmla="*/ 16 h 79"/>
              <a:gd name="T2" fmla="*/ 53 w 79"/>
              <a:gd name="T3" fmla="*/ 30 h 79"/>
              <a:gd name="T4" fmla="*/ 33 w 79"/>
              <a:gd name="T5" fmla="*/ 11 h 79"/>
              <a:gd name="T6" fmla="*/ 57 w 79"/>
              <a:gd name="T7" fmla="*/ 16 h 79"/>
              <a:gd name="T8" fmla="*/ 39 w 79"/>
              <a:gd name="T9" fmla="*/ 0 h 79"/>
              <a:gd name="T10" fmla="*/ 11 w 79"/>
              <a:gd name="T11" fmla="*/ 11 h 79"/>
              <a:gd name="T12" fmla="*/ 0 w 79"/>
              <a:gd name="T13" fmla="*/ 39 h 79"/>
              <a:gd name="T14" fmla="*/ 11 w 79"/>
              <a:gd name="T15" fmla="*/ 67 h 79"/>
              <a:gd name="T16" fmla="*/ 39 w 79"/>
              <a:gd name="T17" fmla="*/ 79 h 79"/>
              <a:gd name="T18" fmla="*/ 67 w 79"/>
              <a:gd name="T19" fmla="*/ 67 h 79"/>
              <a:gd name="T20" fmla="*/ 79 w 79"/>
              <a:gd name="T21" fmla="*/ 39 h 79"/>
              <a:gd name="T22" fmla="*/ 67 w 79"/>
              <a:gd name="T23" fmla="*/ 11 h 79"/>
              <a:gd name="T24" fmla="*/ 39 w 79"/>
              <a:gd name="T25" fmla="*/ 0 h 79"/>
              <a:gd name="T26" fmla="*/ 63 w 79"/>
              <a:gd name="T27" fmla="*/ 16 h 79"/>
              <a:gd name="T28" fmla="*/ 39 w 79"/>
              <a:gd name="T29" fmla="*/ 6 h 79"/>
              <a:gd name="T30" fmla="*/ 16 w 79"/>
              <a:gd name="T31" fmla="*/ 16 h 79"/>
              <a:gd name="T32" fmla="*/ 6 w 79"/>
              <a:gd name="T33" fmla="*/ 39 h 79"/>
              <a:gd name="T34" fmla="*/ 16 w 79"/>
              <a:gd name="T35" fmla="*/ 63 h 79"/>
              <a:gd name="T36" fmla="*/ 39 w 79"/>
              <a:gd name="T37" fmla="*/ 73 h 79"/>
              <a:gd name="T38" fmla="*/ 63 w 79"/>
              <a:gd name="T39" fmla="*/ 63 h 79"/>
              <a:gd name="T40" fmla="*/ 73 w 79"/>
              <a:gd name="T41" fmla="*/ 39 h 79"/>
              <a:gd name="T42" fmla="*/ 63 w 79"/>
              <a:gd name="T43" fmla="*/ 16 h 79"/>
              <a:gd name="T44" fmla="*/ 28 w 79"/>
              <a:gd name="T45" fmla="*/ 13 h 79"/>
              <a:gd name="T46" fmla="*/ 12 w 79"/>
              <a:gd name="T47" fmla="*/ 31 h 79"/>
              <a:gd name="T48" fmla="*/ 40 w 79"/>
              <a:gd name="T49" fmla="*/ 25 h 79"/>
              <a:gd name="T50" fmla="*/ 28 w 79"/>
              <a:gd name="T51" fmla="*/ 13 h 79"/>
              <a:gd name="T52" fmla="*/ 11 w 79"/>
              <a:gd name="T53" fmla="*/ 36 h 79"/>
              <a:gd name="T54" fmla="*/ 28 w 79"/>
              <a:gd name="T55" fmla="*/ 32 h 79"/>
              <a:gd name="T56" fmla="*/ 18 w 79"/>
              <a:gd name="T57" fmla="*/ 59 h 79"/>
              <a:gd name="T58" fmla="*/ 11 w 79"/>
              <a:gd name="T59" fmla="*/ 36 h 79"/>
              <a:gd name="T60" fmla="*/ 23 w 79"/>
              <a:gd name="T61" fmla="*/ 63 h 79"/>
              <a:gd name="T62" fmla="*/ 28 w 79"/>
              <a:gd name="T63" fmla="*/ 47 h 79"/>
              <a:gd name="T64" fmla="*/ 47 w 79"/>
              <a:gd name="T65" fmla="*/ 68 h 79"/>
              <a:gd name="T66" fmla="*/ 23 w 79"/>
              <a:gd name="T67" fmla="*/ 63 h 79"/>
              <a:gd name="T68" fmla="*/ 51 w 79"/>
              <a:gd name="T69" fmla="*/ 65 h 79"/>
              <a:gd name="T70" fmla="*/ 40 w 79"/>
              <a:gd name="T71" fmla="*/ 54 h 79"/>
              <a:gd name="T72" fmla="*/ 67 w 79"/>
              <a:gd name="T73" fmla="*/ 47 h 79"/>
              <a:gd name="T74" fmla="*/ 51 w 79"/>
              <a:gd name="T75" fmla="*/ 65 h 79"/>
              <a:gd name="T76" fmla="*/ 68 w 79"/>
              <a:gd name="T77" fmla="*/ 42 h 79"/>
              <a:gd name="T78" fmla="*/ 61 w 79"/>
              <a:gd name="T79" fmla="*/ 19 h 79"/>
              <a:gd name="T80" fmla="*/ 53 w 79"/>
              <a:gd name="T81" fmla="*/ 46 h 79"/>
              <a:gd name="T82" fmla="*/ 68 w 79"/>
              <a:gd name="T83" fmla="*/ 42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" h="79">
                <a:moveTo>
                  <a:pt x="57" y="16"/>
                </a:moveTo>
                <a:cubicBezTo>
                  <a:pt x="53" y="30"/>
                  <a:pt x="53" y="30"/>
                  <a:pt x="53" y="30"/>
                </a:cubicBezTo>
                <a:cubicBezTo>
                  <a:pt x="33" y="11"/>
                  <a:pt x="33" y="11"/>
                  <a:pt x="33" y="11"/>
                </a:cubicBezTo>
                <a:cubicBezTo>
                  <a:pt x="41" y="9"/>
                  <a:pt x="48" y="9"/>
                  <a:pt x="57" y="16"/>
                </a:cubicBezTo>
                <a:close/>
                <a:moveTo>
                  <a:pt x="39" y="0"/>
                </a:moveTo>
                <a:cubicBezTo>
                  <a:pt x="28" y="0"/>
                  <a:pt x="19" y="4"/>
                  <a:pt x="11" y="11"/>
                </a:cubicBezTo>
                <a:cubicBezTo>
                  <a:pt x="4" y="18"/>
                  <a:pt x="0" y="28"/>
                  <a:pt x="0" y="39"/>
                </a:cubicBezTo>
                <a:cubicBezTo>
                  <a:pt x="0" y="50"/>
                  <a:pt x="4" y="60"/>
                  <a:pt x="11" y="67"/>
                </a:cubicBezTo>
                <a:cubicBezTo>
                  <a:pt x="19" y="74"/>
                  <a:pt x="28" y="79"/>
                  <a:pt x="39" y="79"/>
                </a:cubicBezTo>
                <a:cubicBezTo>
                  <a:pt x="50" y="79"/>
                  <a:pt x="60" y="74"/>
                  <a:pt x="67" y="67"/>
                </a:cubicBezTo>
                <a:cubicBezTo>
                  <a:pt x="75" y="60"/>
                  <a:pt x="79" y="50"/>
                  <a:pt x="79" y="39"/>
                </a:cubicBezTo>
                <a:cubicBezTo>
                  <a:pt x="79" y="28"/>
                  <a:pt x="75" y="18"/>
                  <a:pt x="67" y="11"/>
                </a:cubicBezTo>
                <a:cubicBezTo>
                  <a:pt x="60" y="4"/>
                  <a:pt x="50" y="0"/>
                  <a:pt x="39" y="0"/>
                </a:cubicBezTo>
                <a:close/>
                <a:moveTo>
                  <a:pt x="63" y="16"/>
                </a:moveTo>
                <a:cubicBezTo>
                  <a:pt x="57" y="10"/>
                  <a:pt x="49" y="6"/>
                  <a:pt x="39" y="6"/>
                </a:cubicBezTo>
                <a:cubicBezTo>
                  <a:pt x="30" y="6"/>
                  <a:pt x="22" y="10"/>
                  <a:pt x="16" y="16"/>
                </a:cubicBezTo>
                <a:cubicBezTo>
                  <a:pt x="10" y="22"/>
                  <a:pt x="6" y="30"/>
                  <a:pt x="6" y="39"/>
                </a:cubicBezTo>
                <a:cubicBezTo>
                  <a:pt x="6" y="48"/>
                  <a:pt x="10" y="57"/>
                  <a:pt x="16" y="63"/>
                </a:cubicBezTo>
                <a:cubicBezTo>
                  <a:pt x="22" y="69"/>
                  <a:pt x="30" y="73"/>
                  <a:pt x="39" y="73"/>
                </a:cubicBezTo>
                <a:cubicBezTo>
                  <a:pt x="49" y="73"/>
                  <a:pt x="57" y="69"/>
                  <a:pt x="63" y="63"/>
                </a:cubicBezTo>
                <a:cubicBezTo>
                  <a:pt x="69" y="57"/>
                  <a:pt x="73" y="48"/>
                  <a:pt x="73" y="39"/>
                </a:cubicBezTo>
                <a:cubicBezTo>
                  <a:pt x="73" y="30"/>
                  <a:pt x="69" y="22"/>
                  <a:pt x="63" y="16"/>
                </a:cubicBezTo>
                <a:close/>
                <a:moveTo>
                  <a:pt x="28" y="13"/>
                </a:moveTo>
                <a:cubicBezTo>
                  <a:pt x="18" y="17"/>
                  <a:pt x="14" y="24"/>
                  <a:pt x="12" y="31"/>
                </a:cubicBezTo>
                <a:cubicBezTo>
                  <a:pt x="40" y="25"/>
                  <a:pt x="40" y="25"/>
                  <a:pt x="40" y="25"/>
                </a:cubicBezTo>
                <a:cubicBezTo>
                  <a:pt x="28" y="13"/>
                  <a:pt x="28" y="13"/>
                  <a:pt x="28" y="13"/>
                </a:cubicBezTo>
                <a:close/>
                <a:moveTo>
                  <a:pt x="11" y="36"/>
                </a:moveTo>
                <a:cubicBezTo>
                  <a:pt x="28" y="32"/>
                  <a:pt x="28" y="32"/>
                  <a:pt x="28" y="32"/>
                </a:cubicBezTo>
                <a:cubicBezTo>
                  <a:pt x="18" y="59"/>
                  <a:pt x="18" y="59"/>
                  <a:pt x="18" y="59"/>
                </a:cubicBezTo>
                <a:cubicBezTo>
                  <a:pt x="13" y="54"/>
                  <a:pt x="10" y="47"/>
                  <a:pt x="11" y="36"/>
                </a:cubicBezTo>
                <a:close/>
                <a:moveTo>
                  <a:pt x="23" y="63"/>
                </a:moveTo>
                <a:cubicBezTo>
                  <a:pt x="28" y="47"/>
                  <a:pt x="28" y="47"/>
                  <a:pt x="28" y="47"/>
                </a:cubicBezTo>
                <a:cubicBezTo>
                  <a:pt x="47" y="68"/>
                  <a:pt x="47" y="68"/>
                  <a:pt x="47" y="68"/>
                </a:cubicBezTo>
                <a:cubicBezTo>
                  <a:pt x="39" y="69"/>
                  <a:pt x="32" y="69"/>
                  <a:pt x="23" y="63"/>
                </a:cubicBezTo>
                <a:close/>
                <a:moveTo>
                  <a:pt x="51" y="65"/>
                </a:moveTo>
                <a:cubicBezTo>
                  <a:pt x="40" y="54"/>
                  <a:pt x="40" y="54"/>
                  <a:pt x="40" y="54"/>
                </a:cubicBezTo>
                <a:cubicBezTo>
                  <a:pt x="67" y="47"/>
                  <a:pt x="67" y="47"/>
                  <a:pt x="67" y="47"/>
                </a:cubicBezTo>
                <a:cubicBezTo>
                  <a:pt x="65" y="55"/>
                  <a:pt x="61" y="61"/>
                  <a:pt x="51" y="65"/>
                </a:cubicBezTo>
                <a:close/>
                <a:moveTo>
                  <a:pt x="68" y="42"/>
                </a:moveTo>
                <a:cubicBezTo>
                  <a:pt x="69" y="31"/>
                  <a:pt x="66" y="25"/>
                  <a:pt x="61" y="19"/>
                </a:cubicBezTo>
                <a:cubicBezTo>
                  <a:pt x="53" y="46"/>
                  <a:pt x="53" y="46"/>
                  <a:pt x="53" y="46"/>
                </a:cubicBezTo>
                <a:lnTo>
                  <a:pt x="68" y="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102860" tIns="51429" rIns="102860" bIns="51429" numCol="1" anchor="t" anchorCtr="0" compatLnSpc="1">
            <a:prstTxWarp prst="textNoShape">
              <a:avLst/>
            </a:prstTxWarp>
          </a:bodyPr>
          <a:lstStyle/>
          <a:p>
            <a:pPr defTabSz="1028598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54" name="Freeform 34"/>
          <p:cNvSpPr>
            <a:spLocks noEditPoints="1"/>
          </p:cNvSpPr>
          <p:nvPr/>
        </p:nvSpPr>
        <p:spPr bwMode="auto">
          <a:xfrm>
            <a:off x="7886558" y="2249889"/>
            <a:ext cx="374650" cy="308372"/>
          </a:xfrm>
          <a:custGeom>
            <a:avLst/>
            <a:gdLst>
              <a:gd name="T0" fmla="*/ 65 w 100"/>
              <a:gd name="T1" fmla="*/ 0 h 110"/>
              <a:gd name="T2" fmla="*/ 77 w 100"/>
              <a:gd name="T3" fmla="*/ 12 h 110"/>
              <a:gd name="T4" fmla="*/ 68 w 100"/>
              <a:gd name="T5" fmla="*/ 40 h 110"/>
              <a:gd name="T6" fmla="*/ 67 w 100"/>
              <a:gd name="T7" fmla="*/ 10 h 110"/>
              <a:gd name="T8" fmla="*/ 28 w 100"/>
              <a:gd name="T9" fmla="*/ 9 h 110"/>
              <a:gd name="T10" fmla="*/ 28 w 100"/>
              <a:gd name="T11" fmla="*/ 16 h 110"/>
              <a:gd name="T12" fmla="*/ 25 w 100"/>
              <a:gd name="T13" fmla="*/ 24 h 110"/>
              <a:gd name="T14" fmla="*/ 18 w 100"/>
              <a:gd name="T15" fmla="*/ 26 h 110"/>
              <a:gd name="T16" fmla="*/ 9 w 100"/>
              <a:gd name="T17" fmla="*/ 25 h 110"/>
              <a:gd name="T18" fmla="*/ 10 w 100"/>
              <a:gd name="T19" fmla="*/ 87 h 110"/>
              <a:gd name="T20" fmla="*/ 12 w 100"/>
              <a:gd name="T21" fmla="*/ 88 h 110"/>
              <a:gd name="T22" fmla="*/ 44 w 100"/>
              <a:gd name="T23" fmla="*/ 97 h 110"/>
              <a:gd name="T24" fmla="*/ 4 w 100"/>
              <a:gd name="T25" fmla="*/ 93 h 110"/>
              <a:gd name="T26" fmla="*/ 4 w 100"/>
              <a:gd name="T27" fmla="*/ 93 h 110"/>
              <a:gd name="T28" fmla="*/ 0 w 100"/>
              <a:gd name="T29" fmla="*/ 22 h 110"/>
              <a:gd name="T30" fmla="*/ 2 w 100"/>
              <a:gd name="T31" fmla="*/ 19 h 110"/>
              <a:gd name="T32" fmla="*/ 21 w 100"/>
              <a:gd name="T33" fmla="*/ 0 h 110"/>
              <a:gd name="T34" fmla="*/ 90 w 100"/>
              <a:gd name="T35" fmla="*/ 45 h 110"/>
              <a:gd name="T36" fmla="*/ 84 w 100"/>
              <a:gd name="T37" fmla="*/ 39 h 110"/>
              <a:gd name="T38" fmla="*/ 83 w 100"/>
              <a:gd name="T39" fmla="*/ 47 h 110"/>
              <a:gd name="T40" fmla="*/ 94 w 100"/>
              <a:gd name="T41" fmla="*/ 53 h 110"/>
              <a:gd name="T42" fmla="*/ 86 w 100"/>
              <a:gd name="T43" fmla="*/ 81 h 110"/>
              <a:gd name="T44" fmla="*/ 100 w 100"/>
              <a:gd name="T45" fmla="*/ 51 h 110"/>
              <a:gd name="T46" fmla="*/ 90 w 100"/>
              <a:gd name="T47" fmla="*/ 45 h 110"/>
              <a:gd name="T48" fmla="*/ 54 w 100"/>
              <a:gd name="T49" fmla="*/ 84 h 110"/>
              <a:gd name="T50" fmla="*/ 90 w 100"/>
              <a:gd name="T51" fmla="*/ 55 h 110"/>
              <a:gd name="T52" fmla="*/ 52 w 100"/>
              <a:gd name="T53" fmla="*/ 87 h 110"/>
              <a:gd name="T54" fmla="*/ 51 w 100"/>
              <a:gd name="T55" fmla="*/ 103 h 110"/>
              <a:gd name="T56" fmla="*/ 52 w 100"/>
              <a:gd name="T57" fmla="*/ 110 h 110"/>
              <a:gd name="T58" fmla="*/ 56 w 100"/>
              <a:gd name="T59" fmla="*/ 106 h 110"/>
              <a:gd name="T60" fmla="*/ 52 w 100"/>
              <a:gd name="T61" fmla="*/ 87 h 110"/>
              <a:gd name="T62" fmla="*/ 18 w 100"/>
              <a:gd name="T63" fmla="*/ 60 h 110"/>
              <a:gd name="T64" fmla="*/ 30 w 100"/>
              <a:gd name="T65" fmla="*/ 56 h 110"/>
              <a:gd name="T66" fmla="*/ 18 w 100"/>
              <a:gd name="T67" fmla="*/ 43 h 110"/>
              <a:gd name="T68" fmla="*/ 60 w 100"/>
              <a:gd name="T69" fmla="*/ 48 h 110"/>
              <a:gd name="T70" fmla="*/ 18 w 100"/>
              <a:gd name="T71" fmla="*/ 43 h 110"/>
              <a:gd name="T72" fmla="*/ 18 w 100"/>
              <a:gd name="T73" fmla="*/ 36 h 110"/>
              <a:gd name="T74" fmla="*/ 60 w 100"/>
              <a:gd name="T75" fmla="*/ 31 h 110"/>
              <a:gd name="T76" fmla="*/ 37 w 100"/>
              <a:gd name="T77" fmla="*/ 19 h 110"/>
              <a:gd name="T78" fmla="*/ 60 w 100"/>
              <a:gd name="T79" fmla="*/ 24 h 110"/>
              <a:gd name="T80" fmla="*/ 37 w 100"/>
              <a:gd name="T81" fmla="*/ 19 h 110"/>
              <a:gd name="T82" fmla="*/ 14 w 100"/>
              <a:gd name="T83" fmla="*/ 21 h 110"/>
              <a:gd name="T84" fmla="*/ 18 w 100"/>
              <a:gd name="T85" fmla="*/ 22 h 110"/>
              <a:gd name="T86" fmla="*/ 20 w 100"/>
              <a:gd name="T87" fmla="*/ 22 h 110"/>
              <a:gd name="T88" fmla="*/ 24 w 100"/>
              <a:gd name="T89" fmla="*/ 18 h 110"/>
              <a:gd name="T90" fmla="*/ 24 w 100"/>
              <a:gd name="T91" fmla="*/ 17 h 110"/>
              <a:gd name="T92" fmla="*/ 23 w 100"/>
              <a:gd name="T93" fmla="*/ 12 h 110"/>
              <a:gd name="T94" fmla="*/ 12 w 100"/>
              <a:gd name="T95" fmla="*/ 21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00" h="110">
                <a:moveTo>
                  <a:pt x="23" y="0"/>
                </a:moveTo>
                <a:cubicBezTo>
                  <a:pt x="65" y="0"/>
                  <a:pt x="65" y="0"/>
                  <a:pt x="65" y="0"/>
                </a:cubicBezTo>
                <a:cubicBezTo>
                  <a:pt x="68" y="0"/>
                  <a:pt x="71" y="1"/>
                  <a:pt x="74" y="4"/>
                </a:cubicBezTo>
                <a:cubicBezTo>
                  <a:pt x="76" y="6"/>
                  <a:pt x="77" y="9"/>
                  <a:pt x="77" y="12"/>
                </a:cubicBezTo>
                <a:cubicBezTo>
                  <a:pt x="77" y="35"/>
                  <a:pt x="77" y="35"/>
                  <a:pt x="77" y="35"/>
                </a:cubicBezTo>
                <a:cubicBezTo>
                  <a:pt x="68" y="40"/>
                  <a:pt x="68" y="40"/>
                  <a:pt x="68" y="40"/>
                </a:cubicBezTo>
                <a:cubicBezTo>
                  <a:pt x="68" y="12"/>
                  <a:pt x="68" y="12"/>
                  <a:pt x="68" y="12"/>
                </a:cubicBezTo>
                <a:cubicBezTo>
                  <a:pt x="68" y="11"/>
                  <a:pt x="68" y="11"/>
                  <a:pt x="67" y="10"/>
                </a:cubicBezTo>
                <a:cubicBezTo>
                  <a:pt x="67" y="10"/>
                  <a:pt x="66" y="9"/>
                  <a:pt x="65" y="9"/>
                </a:cubicBezTo>
                <a:cubicBezTo>
                  <a:pt x="28" y="9"/>
                  <a:pt x="28" y="9"/>
                  <a:pt x="28" y="9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6"/>
                  <a:pt x="28" y="16"/>
                  <a:pt x="28" y="16"/>
                </a:cubicBezTo>
                <a:cubicBezTo>
                  <a:pt x="28" y="17"/>
                  <a:pt x="28" y="18"/>
                  <a:pt x="28" y="19"/>
                </a:cubicBezTo>
                <a:cubicBezTo>
                  <a:pt x="28" y="21"/>
                  <a:pt x="27" y="23"/>
                  <a:pt x="25" y="24"/>
                </a:cubicBezTo>
                <a:cubicBezTo>
                  <a:pt x="24" y="25"/>
                  <a:pt x="23" y="26"/>
                  <a:pt x="21" y="26"/>
                </a:cubicBezTo>
                <a:cubicBezTo>
                  <a:pt x="20" y="26"/>
                  <a:pt x="19" y="26"/>
                  <a:pt x="18" y="26"/>
                </a:cubicBezTo>
                <a:cubicBezTo>
                  <a:pt x="14" y="26"/>
                  <a:pt x="14" y="26"/>
                  <a:pt x="14" y="26"/>
                </a:cubicBezTo>
                <a:cubicBezTo>
                  <a:pt x="9" y="25"/>
                  <a:pt x="9" y="25"/>
                  <a:pt x="9" y="25"/>
                </a:cubicBezTo>
                <a:cubicBezTo>
                  <a:pt x="9" y="85"/>
                  <a:pt x="9" y="85"/>
                  <a:pt x="9" y="85"/>
                </a:cubicBezTo>
                <a:cubicBezTo>
                  <a:pt x="9" y="86"/>
                  <a:pt x="10" y="86"/>
                  <a:pt x="10" y="87"/>
                </a:cubicBezTo>
                <a:cubicBezTo>
                  <a:pt x="10" y="87"/>
                  <a:pt x="10" y="87"/>
                  <a:pt x="10" y="87"/>
                </a:cubicBezTo>
                <a:cubicBezTo>
                  <a:pt x="11" y="87"/>
                  <a:pt x="11" y="88"/>
                  <a:pt x="12" y="88"/>
                </a:cubicBezTo>
                <a:cubicBezTo>
                  <a:pt x="45" y="88"/>
                  <a:pt x="45" y="88"/>
                  <a:pt x="45" y="88"/>
                </a:cubicBezTo>
                <a:cubicBezTo>
                  <a:pt x="44" y="97"/>
                  <a:pt x="44" y="97"/>
                  <a:pt x="44" y="97"/>
                </a:cubicBezTo>
                <a:cubicBezTo>
                  <a:pt x="12" y="97"/>
                  <a:pt x="12" y="97"/>
                  <a:pt x="12" y="97"/>
                </a:cubicBezTo>
                <a:cubicBezTo>
                  <a:pt x="9" y="97"/>
                  <a:pt x="6" y="96"/>
                  <a:pt x="4" y="93"/>
                </a:cubicBezTo>
                <a:cubicBezTo>
                  <a:pt x="4" y="93"/>
                  <a:pt x="4" y="93"/>
                  <a:pt x="4" y="93"/>
                </a:cubicBezTo>
                <a:cubicBezTo>
                  <a:pt x="4" y="93"/>
                  <a:pt x="4" y="93"/>
                  <a:pt x="4" y="93"/>
                </a:cubicBezTo>
                <a:cubicBezTo>
                  <a:pt x="2" y="91"/>
                  <a:pt x="0" y="88"/>
                  <a:pt x="0" y="85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0"/>
                  <a:pt x="0" y="20"/>
                  <a:pt x="0" y="20"/>
                </a:cubicBezTo>
                <a:cubicBezTo>
                  <a:pt x="2" y="19"/>
                  <a:pt x="2" y="19"/>
                  <a:pt x="2" y="19"/>
                </a:cubicBezTo>
                <a:cubicBezTo>
                  <a:pt x="20" y="1"/>
                  <a:pt x="20" y="1"/>
                  <a:pt x="20" y="1"/>
                </a:cubicBezTo>
                <a:cubicBezTo>
                  <a:pt x="21" y="0"/>
                  <a:pt x="21" y="0"/>
                  <a:pt x="21" y="0"/>
                </a:cubicBezTo>
                <a:cubicBezTo>
                  <a:pt x="23" y="0"/>
                  <a:pt x="23" y="0"/>
                  <a:pt x="23" y="0"/>
                </a:cubicBezTo>
                <a:close/>
                <a:moveTo>
                  <a:pt x="90" y="45"/>
                </a:moveTo>
                <a:cubicBezTo>
                  <a:pt x="90" y="43"/>
                  <a:pt x="90" y="43"/>
                  <a:pt x="90" y="43"/>
                </a:cubicBezTo>
                <a:cubicBezTo>
                  <a:pt x="84" y="39"/>
                  <a:pt x="84" y="39"/>
                  <a:pt x="84" y="39"/>
                </a:cubicBezTo>
                <a:cubicBezTo>
                  <a:pt x="75" y="44"/>
                  <a:pt x="75" y="44"/>
                  <a:pt x="75" y="44"/>
                </a:cubicBezTo>
                <a:cubicBezTo>
                  <a:pt x="83" y="47"/>
                  <a:pt x="83" y="47"/>
                  <a:pt x="83" y="47"/>
                </a:cubicBezTo>
                <a:cubicBezTo>
                  <a:pt x="91" y="52"/>
                  <a:pt x="91" y="52"/>
                  <a:pt x="91" y="52"/>
                </a:cubicBezTo>
                <a:cubicBezTo>
                  <a:pt x="94" y="53"/>
                  <a:pt x="94" y="53"/>
                  <a:pt x="94" y="53"/>
                </a:cubicBezTo>
                <a:cubicBezTo>
                  <a:pt x="92" y="62"/>
                  <a:pt x="88" y="70"/>
                  <a:pt x="82" y="77"/>
                </a:cubicBezTo>
                <a:cubicBezTo>
                  <a:pt x="86" y="81"/>
                  <a:pt x="86" y="81"/>
                  <a:pt x="86" y="81"/>
                </a:cubicBezTo>
                <a:cubicBezTo>
                  <a:pt x="93" y="73"/>
                  <a:pt x="98" y="63"/>
                  <a:pt x="100" y="53"/>
                </a:cubicBezTo>
                <a:cubicBezTo>
                  <a:pt x="100" y="51"/>
                  <a:pt x="100" y="51"/>
                  <a:pt x="100" y="51"/>
                </a:cubicBezTo>
                <a:cubicBezTo>
                  <a:pt x="98" y="50"/>
                  <a:pt x="98" y="50"/>
                  <a:pt x="98" y="50"/>
                </a:cubicBezTo>
                <a:cubicBezTo>
                  <a:pt x="90" y="45"/>
                  <a:pt x="90" y="45"/>
                  <a:pt x="90" y="45"/>
                </a:cubicBezTo>
                <a:close/>
                <a:moveTo>
                  <a:pt x="74" y="47"/>
                </a:moveTo>
                <a:cubicBezTo>
                  <a:pt x="64" y="58"/>
                  <a:pt x="58" y="70"/>
                  <a:pt x="54" y="84"/>
                </a:cubicBezTo>
                <a:cubicBezTo>
                  <a:pt x="59" y="86"/>
                  <a:pt x="64" y="89"/>
                  <a:pt x="70" y="92"/>
                </a:cubicBezTo>
                <a:cubicBezTo>
                  <a:pt x="78" y="81"/>
                  <a:pt x="85" y="68"/>
                  <a:pt x="90" y="55"/>
                </a:cubicBezTo>
                <a:cubicBezTo>
                  <a:pt x="84" y="52"/>
                  <a:pt x="79" y="50"/>
                  <a:pt x="74" y="47"/>
                </a:cubicBezTo>
                <a:close/>
                <a:moveTo>
                  <a:pt x="52" y="87"/>
                </a:moveTo>
                <a:cubicBezTo>
                  <a:pt x="50" y="103"/>
                  <a:pt x="50" y="103"/>
                  <a:pt x="50" y="103"/>
                </a:cubicBezTo>
                <a:cubicBezTo>
                  <a:pt x="51" y="103"/>
                  <a:pt x="51" y="103"/>
                  <a:pt x="51" y="103"/>
                </a:cubicBezTo>
                <a:cubicBezTo>
                  <a:pt x="50" y="108"/>
                  <a:pt x="50" y="108"/>
                  <a:pt x="50" y="108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5" y="106"/>
                  <a:pt x="55" y="106"/>
                  <a:pt x="55" y="106"/>
                </a:cubicBezTo>
                <a:cubicBezTo>
                  <a:pt x="56" y="106"/>
                  <a:pt x="56" y="106"/>
                  <a:pt x="56" y="106"/>
                </a:cubicBezTo>
                <a:cubicBezTo>
                  <a:pt x="68" y="95"/>
                  <a:pt x="68" y="95"/>
                  <a:pt x="68" y="95"/>
                </a:cubicBezTo>
                <a:cubicBezTo>
                  <a:pt x="52" y="87"/>
                  <a:pt x="52" y="87"/>
                  <a:pt x="52" y="87"/>
                </a:cubicBezTo>
                <a:close/>
                <a:moveTo>
                  <a:pt x="18" y="56"/>
                </a:moveTo>
                <a:cubicBezTo>
                  <a:pt x="18" y="60"/>
                  <a:pt x="18" y="60"/>
                  <a:pt x="18" y="60"/>
                </a:cubicBezTo>
                <a:cubicBezTo>
                  <a:pt x="30" y="60"/>
                  <a:pt x="30" y="60"/>
                  <a:pt x="30" y="60"/>
                </a:cubicBezTo>
                <a:cubicBezTo>
                  <a:pt x="30" y="56"/>
                  <a:pt x="30" y="56"/>
                  <a:pt x="30" y="56"/>
                </a:cubicBezTo>
                <a:cubicBezTo>
                  <a:pt x="18" y="56"/>
                  <a:pt x="18" y="56"/>
                  <a:pt x="18" y="56"/>
                </a:cubicBezTo>
                <a:close/>
                <a:moveTo>
                  <a:pt x="18" y="43"/>
                </a:moveTo>
                <a:cubicBezTo>
                  <a:pt x="18" y="48"/>
                  <a:pt x="18" y="48"/>
                  <a:pt x="18" y="48"/>
                </a:cubicBezTo>
                <a:cubicBezTo>
                  <a:pt x="60" y="48"/>
                  <a:pt x="60" y="48"/>
                  <a:pt x="60" y="48"/>
                </a:cubicBezTo>
                <a:cubicBezTo>
                  <a:pt x="60" y="43"/>
                  <a:pt x="60" y="43"/>
                  <a:pt x="60" y="43"/>
                </a:cubicBezTo>
                <a:cubicBezTo>
                  <a:pt x="18" y="43"/>
                  <a:pt x="18" y="43"/>
                  <a:pt x="18" y="43"/>
                </a:cubicBezTo>
                <a:close/>
                <a:moveTo>
                  <a:pt x="18" y="31"/>
                </a:moveTo>
                <a:cubicBezTo>
                  <a:pt x="18" y="36"/>
                  <a:pt x="18" y="36"/>
                  <a:pt x="18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0" y="31"/>
                  <a:pt x="60" y="31"/>
                  <a:pt x="60" y="31"/>
                </a:cubicBezTo>
                <a:cubicBezTo>
                  <a:pt x="18" y="31"/>
                  <a:pt x="18" y="31"/>
                  <a:pt x="18" y="31"/>
                </a:cubicBezTo>
                <a:close/>
                <a:moveTo>
                  <a:pt x="37" y="19"/>
                </a:moveTo>
                <a:cubicBezTo>
                  <a:pt x="37" y="24"/>
                  <a:pt x="37" y="24"/>
                  <a:pt x="37" y="24"/>
                </a:cubicBezTo>
                <a:cubicBezTo>
                  <a:pt x="60" y="24"/>
                  <a:pt x="60" y="24"/>
                  <a:pt x="60" y="24"/>
                </a:cubicBezTo>
                <a:cubicBezTo>
                  <a:pt x="60" y="19"/>
                  <a:pt x="60" y="19"/>
                  <a:pt x="60" y="19"/>
                </a:cubicBezTo>
                <a:cubicBezTo>
                  <a:pt x="37" y="19"/>
                  <a:pt x="37" y="19"/>
                  <a:pt x="37" y="19"/>
                </a:cubicBezTo>
                <a:close/>
                <a:moveTo>
                  <a:pt x="12" y="21"/>
                </a:moveTo>
                <a:cubicBezTo>
                  <a:pt x="14" y="21"/>
                  <a:pt x="14" y="21"/>
                  <a:pt x="14" y="21"/>
                </a:cubicBezTo>
                <a:cubicBezTo>
                  <a:pt x="18" y="22"/>
                  <a:pt x="18" y="22"/>
                  <a:pt x="18" y="22"/>
                </a:cubicBezTo>
                <a:cubicBezTo>
                  <a:pt x="18" y="22"/>
                  <a:pt x="18" y="22"/>
                  <a:pt x="18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20" y="22"/>
                </a:cubicBezTo>
                <a:cubicBezTo>
                  <a:pt x="21" y="22"/>
                  <a:pt x="22" y="21"/>
                  <a:pt x="22" y="20"/>
                </a:cubicBezTo>
                <a:cubicBezTo>
                  <a:pt x="23" y="20"/>
                  <a:pt x="24" y="19"/>
                  <a:pt x="24" y="18"/>
                </a:cubicBezTo>
                <a:cubicBezTo>
                  <a:pt x="24" y="18"/>
                  <a:pt x="24" y="17"/>
                  <a:pt x="24" y="17"/>
                </a:cubicBezTo>
                <a:cubicBezTo>
                  <a:pt x="24" y="17"/>
                  <a:pt x="24" y="17"/>
                  <a:pt x="24" y="17"/>
                </a:cubicBezTo>
                <a:cubicBezTo>
                  <a:pt x="24" y="16"/>
                  <a:pt x="24" y="16"/>
                  <a:pt x="24" y="16"/>
                </a:cubicBezTo>
                <a:cubicBezTo>
                  <a:pt x="23" y="12"/>
                  <a:pt x="23" y="12"/>
                  <a:pt x="23" y="12"/>
                </a:cubicBezTo>
                <a:cubicBezTo>
                  <a:pt x="23" y="11"/>
                  <a:pt x="23" y="11"/>
                  <a:pt x="23" y="11"/>
                </a:cubicBezTo>
                <a:lnTo>
                  <a:pt x="12" y="2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66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79512" y="0"/>
            <a:ext cx="8964488" cy="625251"/>
            <a:chOff x="179512" y="0"/>
            <a:chExt cx="8964488" cy="625251"/>
          </a:xfrm>
        </p:grpSpPr>
        <p:grpSp>
          <p:nvGrpSpPr>
            <p:cNvPr id="8" name="组合 7"/>
            <p:cNvGrpSpPr/>
            <p:nvPr/>
          </p:nvGrpSpPr>
          <p:grpSpPr>
            <a:xfrm>
              <a:off x="1691680" y="0"/>
              <a:ext cx="7452320" cy="625251"/>
              <a:chOff x="1691680" y="1"/>
              <a:chExt cx="7452320" cy="437184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691680" y="1"/>
                <a:ext cx="4464496" cy="43718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3995936" y="1"/>
                <a:ext cx="3850010" cy="43718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33950" y="1"/>
                <a:ext cx="4210050" cy="437184"/>
              </a:xfrm>
              <a:prstGeom prst="rect">
                <a:avLst/>
              </a:prstGeom>
            </p:spPr>
          </p:pic>
        </p:grpSp>
        <p:sp>
          <p:nvSpPr>
            <p:cNvPr id="7" name="文本框 6"/>
            <p:cNvSpPr txBox="1"/>
            <p:nvPr/>
          </p:nvSpPr>
          <p:spPr>
            <a:xfrm>
              <a:off x="179512" y="102030"/>
              <a:ext cx="1349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 smtClean="0">
                  <a:solidFill>
                    <a:schemeClr val="accent1">
                      <a:lumMod val="50000"/>
                    </a:schemeClr>
                  </a:solidFill>
                  <a:latin typeface="Broadway" panose="04040905080B02020502" pitchFamily="82" charset="0"/>
                </a:rPr>
                <a:t>Step 1</a:t>
              </a:r>
              <a:endParaRPr lang="zh-CN" altLang="en-US" sz="2800" b="1" dirty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152128" y="623771"/>
            <a:ext cx="2600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029308" y="102030"/>
            <a:ext cx="3629000" cy="1440161"/>
            <a:chOff x="1663081" y="103745"/>
            <a:chExt cx="3629000" cy="1440161"/>
          </a:xfrm>
        </p:grpSpPr>
        <p:grpSp>
          <p:nvGrpSpPr>
            <p:cNvPr id="19" name="组合 18"/>
            <p:cNvGrpSpPr/>
            <p:nvPr/>
          </p:nvGrpSpPr>
          <p:grpSpPr>
            <a:xfrm>
              <a:off x="1663081" y="206615"/>
              <a:ext cx="3629000" cy="1337291"/>
              <a:chOff x="629698" y="1106718"/>
              <a:chExt cx="1748766" cy="1337291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1504081" y="1106718"/>
                <a:ext cx="360040" cy="308606"/>
              </a:xfrm>
              <a:prstGeom prst="line">
                <a:avLst/>
              </a:prstGeom>
              <a:ln w="38100">
                <a:solidFill>
                  <a:srgbClr val="0E375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1144041" y="1106718"/>
                <a:ext cx="360040" cy="308606"/>
              </a:xfrm>
              <a:prstGeom prst="line">
                <a:avLst/>
              </a:prstGeom>
              <a:ln w="38100">
                <a:solidFill>
                  <a:srgbClr val="0E375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矩形 22"/>
              <p:cNvSpPr/>
              <p:nvPr/>
            </p:nvSpPr>
            <p:spPr>
              <a:xfrm>
                <a:off x="629698" y="1415323"/>
                <a:ext cx="1748766" cy="1028686"/>
              </a:xfrm>
              <a:prstGeom prst="rect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738555" y="1524180"/>
                <a:ext cx="1531052" cy="81097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TextBox 16"/>
              <p:cNvSpPr txBox="1"/>
              <p:nvPr/>
            </p:nvSpPr>
            <p:spPr>
              <a:xfrm>
                <a:off x="792984" y="1674200"/>
                <a:ext cx="15310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准备策略</a:t>
                </a:r>
              </a:p>
            </p:txBody>
          </p:sp>
        </p:grpSp>
        <p:sp>
          <p:nvSpPr>
            <p:cNvPr id="20" name="椭圆 19"/>
            <p:cNvSpPr/>
            <p:nvPr/>
          </p:nvSpPr>
          <p:spPr>
            <a:xfrm>
              <a:off x="3384793" y="103745"/>
              <a:ext cx="205737" cy="205737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矩形 25"/>
          <p:cNvSpPr/>
          <p:nvPr/>
        </p:nvSpPr>
        <p:spPr>
          <a:xfrm>
            <a:off x="1687253" y="2791230"/>
            <a:ext cx="3145612" cy="1149229"/>
          </a:xfrm>
          <a:prstGeom prst="rect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①平衡考虑</a:t>
            </a:r>
            <a:endParaRPr lang="en-US" altLang="zh-CN" b="1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（商业伙伴、合资公司或合并）</a:t>
            </a:r>
            <a:endParaRPr lang="en-US" altLang="zh-CN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最优策略：解决问题或妥协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76761" y="4168160"/>
            <a:ext cx="3145612" cy="1149229"/>
          </a:xfrm>
          <a:prstGeom prst="rect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③交易</a:t>
            </a:r>
            <a:endParaRPr lang="en-US" altLang="zh-CN" b="1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（离婚、售房或市场交易）</a:t>
            </a:r>
            <a:endParaRPr lang="en-US" altLang="zh-CN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最优策略：竞争、解决问题或妥协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092534" y="2791229"/>
            <a:ext cx="3145612" cy="1149229"/>
          </a:xfrm>
          <a:prstGeom prst="rect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②关系</a:t>
            </a:r>
            <a:endParaRPr lang="en-US" altLang="zh-CN" b="1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（婚姻、朋友关系或工作团队）</a:t>
            </a:r>
            <a:endParaRPr lang="en-US" altLang="zh-CN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最优策略：迁就、解决问题或妥协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098015" y="4168160"/>
            <a:ext cx="3145612" cy="1149229"/>
          </a:xfrm>
          <a:prstGeom prst="rect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④默认协作</a:t>
            </a:r>
            <a:endParaRPr lang="en-US" altLang="zh-CN" b="1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（公路十字路口或飞机座位）</a:t>
            </a:r>
            <a:endParaRPr lang="en-US" altLang="zh-CN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最优策略：回避、迁就或妥协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 flipH="1">
            <a:off x="385945" y="3032517"/>
            <a:ext cx="6139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各方对未来关系重要性的认识</a:t>
            </a:r>
            <a:endParaRPr lang="zh-CN" altLang="en-US" sz="16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 flipH="1">
            <a:off x="3790266" y="1886419"/>
            <a:ext cx="2649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各方对利益冲突的认识</a:t>
            </a:r>
            <a:endParaRPr lang="zh-CN" altLang="en-US" sz="16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直角三角形 2"/>
          <p:cNvSpPr/>
          <p:nvPr/>
        </p:nvSpPr>
        <p:spPr>
          <a:xfrm rot="10800000">
            <a:off x="1112911" y="2886049"/>
            <a:ext cx="314673" cy="2564221"/>
          </a:xfrm>
          <a:prstGeom prst="rtTriangle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直角三角形 34"/>
          <p:cNvSpPr/>
          <p:nvPr/>
        </p:nvSpPr>
        <p:spPr>
          <a:xfrm rot="5400000" flipH="1">
            <a:off x="4798084" y="-860103"/>
            <a:ext cx="308247" cy="6550893"/>
          </a:xfrm>
          <a:prstGeom prst="rtTriangle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99878" y="2206454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情境</a:t>
            </a:r>
            <a:endParaRPr lang="en-US" altLang="zh-CN" sz="1600" b="1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84308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79512" y="0"/>
            <a:ext cx="8964488" cy="625251"/>
            <a:chOff x="179512" y="0"/>
            <a:chExt cx="8964488" cy="625251"/>
          </a:xfrm>
        </p:grpSpPr>
        <p:grpSp>
          <p:nvGrpSpPr>
            <p:cNvPr id="5" name="组合 4"/>
            <p:cNvGrpSpPr/>
            <p:nvPr/>
          </p:nvGrpSpPr>
          <p:grpSpPr>
            <a:xfrm>
              <a:off x="1691680" y="0"/>
              <a:ext cx="7452320" cy="625251"/>
              <a:chOff x="1691680" y="1"/>
              <a:chExt cx="7452320" cy="437184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691680" y="1"/>
                <a:ext cx="4464496" cy="43718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3995936" y="1"/>
                <a:ext cx="3850010" cy="43718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33950" y="1"/>
                <a:ext cx="4210050" cy="437184"/>
              </a:xfrm>
              <a:prstGeom prst="rect">
                <a:avLst/>
              </a:prstGeom>
            </p:spPr>
          </p:pic>
        </p:grpSp>
        <p:sp>
          <p:nvSpPr>
            <p:cNvPr id="6" name="文本框 5"/>
            <p:cNvSpPr txBox="1"/>
            <p:nvPr/>
          </p:nvSpPr>
          <p:spPr>
            <a:xfrm>
              <a:off x="179512" y="102030"/>
              <a:ext cx="1349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 smtClean="0">
                  <a:solidFill>
                    <a:schemeClr val="accent1">
                      <a:lumMod val="50000"/>
                    </a:schemeClr>
                  </a:solidFill>
                  <a:latin typeface="Broadway" panose="04040905080B02020502" pitchFamily="82" charset="0"/>
                </a:rPr>
                <a:t>Step 2</a:t>
              </a:r>
              <a:endParaRPr lang="zh-CN" altLang="en-US" sz="2800" b="1" dirty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029308" y="102030"/>
            <a:ext cx="3629000" cy="1440161"/>
            <a:chOff x="1663081" y="103745"/>
            <a:chExt cx="3629000" cy="1440161"/>
          </a:xfrm>
        </p:grpSpPr>
        <p:grpSp>
          <p:nvGrpSpPr>
            <p:cNvPr id="19" name="组合 18"/>
            <p:cNvGrpSpPr/>
            <p:nvPr/>
          </p:nvGrpSpPr>
          <p:grpSpPr>
            <a:xfrm>
              <a:off x="1663081" y="206615"/>
              <a:ext cx="3629000" cy="1337291"/>
              <a:chOff x="629698" y="1106718"/>
              <a:chExt cx="1748766" cy="1337291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1504081" y="1106718"/>
                <a:ext cx="360040" cy="308606"/>
              </a:xfrm>
              <a:prstGeom prst="line">
                <a:avLst/>
              </a:prstGeom>
              <a:ln w="38100">
                <a:solidFill>
                  <a:srgbClr val="0E375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1144041" y="1106718"/>
                <a:ext cx="360040" cy="308606"/>
              </a:xfrm>
              <a:prstGeom prst="line">
                <a:avLst/>
              </a:prstGeom>
              <a:ln w="38100">
                <a:solidFill>
                  <a:srgbClr val="0E375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矩形 22"/>
              <p:cNvSpPr/>
              <p:nvPr/>
            </p:nvSpPr>
            <p:spPr>
              <a:xfrm>
                <a:off x="629698" y="1415323"/>
                <a:ext cx="1748766" cy="1028686"/>
              </a:xfrm>
              <a:prstGeom prst="rect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738555" y="1524180"/>
                <a:ext cx="1531052" cy="81097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TextBox 16"/>
              <p:cNvSpPr txBox="1"/>
              <p:nvPr/>
            </p:nvSpPr>
            <p:spPr>
              <a:xfrm>
                <a:off x="792984" y="1674200"/>
                <a:ext cx="15310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交换信息</a:t>
                </a:r>
              </a:p>
            </p:txBody>
          </p:sp>
        </p:grpSp>
        <p:sp>
          <p:nvSpPr>
            <p:cNvPr id="20" name="椭圆 19"/>
            <p:cNvSpPr/>
            <p:nvPr/>
          </p:nvSpPr>
          <p:spPr>
            <a:xfrm>
              <a:off x="3384793" y="103745"/>
              <a:ext cx="205737" cy="205737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空心弧 1"/>
          <p:cNvSpPr/>
          <p:nvPr/>
        </p:nvSpPr>
        <p:spPr>
          <a:xfrm>
            <a:off x="2096661" y="3446748"/>
            <a:ext cx="4750618" cy="4536504"/>
          </a:xfrm>
          <a:prstGeom prst="blockArc">
            <a:avLst>
              <a:gd name="adj1" fmla="val 10815913"/>
              <a:gd name="adj2" fmla="val 21599996"/>
              <a:gd name="adj3" fmla="val 16042"/>
            </a:avLst>
          </a:prstGeom>
          <a:pattFill prst="ltDnDiag">
            <a:fgClr>
              <a:schemeClr val="accent1">
                <a:lumMod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1828205" y="3902280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4011135" y="2876482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6198730" y="3906666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Box 119"/>
          <p:cNvSpPr txBox="1"/>
          <p:nvPr/>
        </p:nvSpPr>
        <p:spPr>
          <a:xfrm>
            <a:off x="429222" y="3149805"/>
            <a:ext cx="2229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留意谈判桌上的情绪或气氛，营造友好气氛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Box 119"/>
          <p:cNvSpPr txBox="1"/>
          <p:nvPr/>
        </p:nvSpPr>
        <p:spPr>
          <a:xfrm>
            <a:off x="3543357" y="2077649"/>
            <a:ext cx="2229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获得关于对方的利益、问题和认知的信息。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119"/>
          <p:cNvSpPr txBox="1"/>
          <p:nvPr/>
        </p:nvSpPr>
        <p:spPr>
          <a:xfrm>
            <a:off x="6400091" y="3149805"/>
            <a:ext cx="2229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表明自己的期望和优势。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119"/>
          <p:cNvSpPr txBox="1"/>
          <p:nvPr/>
        </p:nvSpPr>
        <p:spPr>
          <a:xfrm>
            <a:off x="3622079" y="4505350"/>
            <a:ext cx="17799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在信息交换阶段要达到的三个主要目标</a:t>
            </a:r>
            <a:endParaRPr lang="en-US" altLang="zh-CN" sz="20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74690" y="4102077"/>
            <a:ext cx="629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</a:rPr>
              <a:t>01</a:t>
            </a:r>
            <a:endParaRPr lang="zh-CN" altLang="en-US" sz="2800" b="1" dirty="0">
              <a:solidFill>
                <a:schemeClr val="accent1">
                  <a:lumMod val="50000"/>
                </a:schemeClr>
              </a:solidFill>
              <a:latin typeface="Broadway" panose="04040905080B02020502" pitchFamily="82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152603" y="3057472"/>
            <a:ext cx="649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</a:rPr>
              <a:t>02</a:t>
            </a:r>
            <a:endParaRPr lang="zh-CN" altLang="en-US" sz="2800" b="1" dirty="0">
              <a:solidFill>
                <a:schemeClr val="accent1">
                  <a:lumMod val="50000"/>
                </a:schemeClr>
              </a:solidFill>
              <a:latin typeface="Broadway" panose="04040905080B02020502" pitchFamily="82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334875" y="4102077"/>
            <a:ext cx="649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</a:rPr>
              <a:t>03</a:t>
            </a:r>
            <a:endParaRPr lang="zh-CN" altLang="en-US" sz="2800" b="1" dirty="0">
              <a:solidFill>
                <a:schemeClr val="accent1">
                  <a:lumMod val="50000"/>
                </a:schemeClr>
              </a:solidFill>
              <a:latin typeface="Broadway" panose="04040905080B02020502" pitchFamily="82" charset="0"/>
            </a:endParaRPr>
          </a:p>
        </p:txBody>
      </p:sp>
      <p:pic>
        <p:nvPicPr>
          <p:cNvPr id="45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4400000" flipH="1">
            <a:off x="1404134" y="2785161"/>
            <a:ext cx="2358445" cy="97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8000000" flipH="1">
            <a:off x="5089058" y="2785161"/>
            <a:ext cx="2358445" cy="97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07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79512" y="0"/>
            <a:ext cx="8964488" cy="625251"/>
            <a:chOff x="179512" y="0"/>
            <a:chExt cx="8964488" cy="625251"/>
          </a:xfrm>
        </p:grpSpPr>
        <p:grpSp>
          <p:nvGrpSpPr>
            <p:cNvPr id="5" name="组合 4"/>
            <p:cNvGrpSpPr/>
            <p:nvPr/>
          </p:nvGrpSpPr>
          <p:grpSpPr>
            <a:xfrm>
              <a:off x="1691680" y="0"/>
              <a:ext cx="7452320" cy="625251"/>
              <a:chOff x="1691680" y="1"/>
              <a:chExt cx="7452320" cy="437184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691680" y="1"/>
                <a:ext cx="4464496" cy="43718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3995936" y="1"/>
                <a:ext cx="3850010" cy="43718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33950" y="1"/>
                <a:ext cx="4210050" cy="437184"/>
              </a:xfrm>
              <a:prstGeom prst="rect">
                <a:avLst/>
              </a:prstGeom>
            </p:spPr>
          </p:pic>
        </p:grpSp>
        <p:sp>
          <p:nvSpPr>
            <p:cNvPr id="6" name="文本框 5"/>
            <p:cNvSpPr txBox="1"/>
            <p:nvPr/>
          </p:nvSpPr>
          <p:spPr>
            <a:xfrm>
              <a:off x="179512" y="102030"/>
              <a:ext cx="1349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 smtClean="0">
                  <a:solidFill>
                    <a:schemeClr val="accent1">
                      <a:lumMod val="50000"/>
                    </a:schemeClr>
                  </a:solidFill>
                  <a:latin typeface="Broadway" panose="04040905080B02020502" pitchFamily="82" charset="0"/>
                </a:rPr>
                <a:t>Step 2</a:t>
              </a:r>
              <a:endParaRPr lang="zh-CN" altLang="en-US" sz="2800" b="1" dirty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11560" y="1345332"/>
            <a:ext cx="7857682" cy="3563851"/>
            <a:chOff x="385945" y="1886419"/>
            <a:chExt cx="7857682" cy="3563851"/>
          </a:xfrm>
        </p:grpSpPr>
        <p:sp>
          <p:nvSpPr>
            <p:cNvPr id="35" name="矩形 34"/>
            <p:cNvSpPr/>
            <p:nvPr/>
          </p:nvSpPr>
          <p:spPr>
            <a:xfrm>
              <a:off x="1687253" y="2791230"/>
              <a:ext cx="3145612" cy="1149229"/>
            </a:xfrm>
            <a:prstGeom prst="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充满信心地提要求，</a:t>
              </a:r>
              <a:endParaRPr lang="en-US" altLang="zh-CN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发出可信的威胁展示的选择，</a:t>
              </a:r>
              <a:endParaRPr lang="en-US" altLang="zh-CN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让对方做决定</a:t>
              </a:r>
              <a:endPara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676761" y="4168160"/>
              <a:ext cx="3145612" cy="1149229"/>
            </a:xfrm>
            <a:prstGeom prst="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向对方表明你在意</a:t>
              </a:r>
              <a:endParaRPr lang="en-US" altLang="zh-CN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发展双方关系</a:t>
              </a:r>
              <a:endParaRPr lang="en-US" altLang="zh-CN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慷慨待人</a:t>
              </a:r>
              <a:endPara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5092534" y="2791229"/>
              <a:ext cx="3145612" cy="1149229"/>
            </a:xfrm>
            <a:prstGeom prst="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强调未来的不确定性虚张声势</a:t>
              </a:r>
              <a:endParaRPr lang="en-US" altLang="zh-CN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（做出实力强大的样子，</a:t>
              </a:r>
              <a:endParaRPr lang="en-US" altLang="zh-CN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尽管实际力量弱小）</a:t>
              </a:r>
              <a:endPara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5098015" y="4168160"/>
              <a:ext cx="3145612" cy="1149229"/>
            </a:xfrm>
            <a:prstGeom prst="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承认对方实力，</a:t>
              </a:r>
              <a:endParaRPr lang="en-US" altLang="zh-CN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强调未来合作的潜在收益，</a:t>
              </a:r>
              <a:endParaRPr lang="en-US" altLang="zh-CN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恳求</a:t>
              </a:r>
              <a:r>
                <a:rPr lang="zh-CN" altLang="en-US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对方的同情</a:t>
              </a:r>
              <a:endPara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 flipH="1">
              <a:off x="385945" y="3032517"/>
              <a:ext cx="61393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你准备如何运用你的优势</a:t>
              </a:r>
              <a:endParaRPr lang="zh-CN" altLang="en-US" sz="1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 flipH="1">
              <a:off x="3790266" y="1886419"/>
              <a:ext cx="26498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你的实际优势</a:t>
              </a:r>
              <a:endParaRPr lang="zh-CN" altLang="en-US" sz="1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直角三角形 40"/>
            <p:cNvSpPr/>
            <p:nvPr/>
          </p:nvSpPr>
          <p:spPr>
            <a:xfrm rot="10800000">
              <a:off x="1112911" y="2886049"/>
              <a:ext cx="314673" cy="2564221"/>
            </a:xfrm>
            <a:prstGeom prst="rtTriangle">
              <a:avLst/>
            </a:prstGeom>
            <a:pattFill prst="ltUpDiag">
              <a:fgClr>
                <a:schemeClr val="tx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直角三角形 41"/>
            <p:cNvSpPr/>
            <p:nvPr/>
          </p:nvSpPr>
          <p:spPr>
            <a:xfrm rot="5400000" flipH="1">
              <a:off x="4798084" y="-860103"/>
              <a:ext cx="308247" cy="6550893"/>
            </a:xfrm>
            <a:prstGeom prst="rtTriangle">
              <a:avLst/>
            </a:prstGeom>
            <a:pattFill prst="ltUpDiag">
              <a:fgClr>
                <a:schemeClr val="tx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257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同心圆 46"/>
          <p:cNvSpPr/>
          <p:nvPr/>
        </p:nvSpPr>
        <p:spPr>
          <a:xfrm>
            <a:off x="5733330" y="2484306"/>
            <a:ext cx="2859952" cy="2859952"/>
          </a:xfrm>
          <a:prstGeom prst="donut">
            <a:avLst>
              <a:gd name="adj" fmla="val 7351"/>
            </a:avLst>
          </a:prstGeom>
          <a:pattFill prst="ltUpDiag">
            <a:fgClr>
              <a:schemeClr val="accent1">
                <a:lumMod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同心圆 45"/>
          <p:cNvSpPr/>
          <p:nvPr/>
        </p:nvSpPr>
        <p:spPr>
          <a:xfrm>
            <a:off x="3117188" y="2482890"/>
            <a:ext cx="2859952" cy="2859952"/>
          </a:xfrm>
          <a:prstGeom prst="donut">
            <a:avLst>
              <a:gd name="adj" fmla="val 7351"/>
            </a:avLst>
          </a:prstGeom>
          <a:pattFill prst="ltUpDiag">
            <a:fgClr>
              <a:schemeClr val="accent1">
                <a:lumMod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79512" y="0"/>
            <a:ext cx="8964488" cy="625251"/>
            <a:chOff x="179512" y="0"/>
            <a:chExt cx="8964488" cy="625251"/>
          </a:xfrm>
        </p:grpSpPr>
        <p:grpSp>
          <p:nvGrpSpPr>
            <p:cNvPr id="5" name="组合 4"/>
            <p:cNvGrpSpPr/>
            <p:nvPr/>
          </p:nvGrpSpPr>
          <p:grpSpPr>
            <a:xfrm>
              <a:off x="1691680" y="0"/>
              <a:ext cx="7452320" cy="625251"/>
              <a:chOff x="1691680" y="1"/>
              <a:chExt cx="7452320" cy="437184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691680" y="1"/>
                <a:ext cx="4464496" cy="43718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3995936" y="1"/>
                <a:ext cx="3850010" cy="43718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33950" y="1"/>
                <a:ext cx="4210050" cy="437184"/>
              </a:xfrm>
              <a:prstGeom prst="rect">
                <a:avLst/>
              </a:prstGeom>
            </p:spPr>
          </p:pic>
        </p:grpSp>
        <p:sp>
          <p:nvSpPr>
            <p:cNvPr id="6" name="文本框 5"/>
            <p:cNvSpPr txBox="1"/>
            <p:nvPr/>
          </p:nvSpPr>
          <p:spPr>
            <a:xfrm>
              <a:off x="179512" y="102030"/>
              <a:ext cx="1349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 smtClean="0">
                  <a:solidFill>
                    <a:schemeClr val="accent1">
                      <a:lumMod val="50000"/>
                    </a:schemeClr>
                  </a:solidFill>
                  <a:latin typeface="Broadway" panose="04040905080B02020502" pitchFamily="82" charset="0"/>
                </a:rPr>
                <a:t>Step 3</a:t>
              </a:r>
              <a:endParaRPr lang="zh-CN" altLang="en-US" sz="2800" b="1" dirty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029308" y="102030"/>
            <a:ext cx="3629000" cy="1870681"/>
            <a:chOff x="1663081" y="103745"/>
            <a:chExt cx="3629000" cy="1870681"/>
          </a:xfrm>
        </p:grpSpPr>
        <p:grpSp>
          <p:nvGrpSpPr>
            <p:cNvPr id="11" name="组合 10"/>
            <p:cNvGrpSpPr/>
            <p:nvPr/>
          </p:nvGrpSpPr>
          <p:grpSpPr>
            <a:xfrm>
              <a:off x="1663081" y="206615"/>
              <a:ext cx="3629000" cy="1767811"/>
              <a:chOff x="629698" y="1106718"/>
              <a:chExt cx="1748766" cy="1767811"/>
            </a:xfrm>
          </p:grpSpPr>
          <p:cxnSp>
            <p:nvCxnSpPr>
              <p:cNvPr id="12" name="直接连接符 11"/>
              <p:cNvCxnSpPr/>
              <p:nvPr/>
            </p:nvCxnSpPr>
            <p:spPr>
              <a:xfrm>
                <a:off x="1504081" y="1106718"/>
                <a:ext cx="360040" cy="308606"/>
              </a:xfrm>
              <a:prstGeom prst="line">
                <a:avLst/>
              </a:prstGeom>
              <a:ln w="38100">
                <a:solidFill>
                  <a:srgbClr val="0E375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 flipH="1">
                <a:off x="1144041" y="1106718"/>
                <a:ext cx="360040" cy="308606"/>
              </a:xfrm>
              <a:prstGeom prst="line">
                <a:avLst/>
              </a:prstGeom>
              <a:ln w="38100">
                <a:solidFill>
                  <a:srgbClr val="0E375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矩形 14"/>
              <p:cNvSpPr/>
              <p:nvPr/>
            </p:nvSpPr>
            <p:spPr>
              <a:xfrm>
                <a:off x="629698" y="1415323"/>
                <a:ext cx="1748766" cy="1028686"/>
              </a:xfrm>
              <a:prstGeom prst="rect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738555" y="1524180"/>
                <a:ext cx="1531052" cy="81097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792984" y="1674200"/>
                <a:ext cx="153105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开始谈判和作出让步</a:t>
                </a:r>
              </a:p>
            </p:txBody>
          </p:sp>
        </p:grpSp>
        <p:sp>
          <p:nvSpPr>
            <p:cNvPr id="18" name="椭圆 17"/>
            <p:cNvSpPr/>
            <p:nvPr/>
          </p:nvSpPr>
          <p:spPr>
            <a:xfrm>
              <a:off x="3384793" y="103745"/>
              <a:ext cx="205737" cy="205737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同心圆 24"/>
          <p:cNvSpPr/>
          <p:nvPr/>
        </p:nvSpPr>
        <p:spPr>
          <a:xfrm>
            <a:off x="501047" y="2465175"/>
            <a:ext cx="2859952" cy="2859952"/>
          </a:xfrm>
          <a:prstGeom prst="donut">
            <a:avLst>
              <a:gd name="adj" fmla="val 7351"/>
            </a:avLst>
          </a:prstGeom>
          <a:pattFill prst="ltUpDiag">
            <a:fgClr>
              <a:schemeClr val="accent1">
                <a:lumMod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6471143" y="1763797"/>
            <a:ext cx="1296144" cy="1669767"/>
            <a:chOff x="6471143" y="1763797"/>
            <a:chExt cx="1296144" cy="1669767"/>
          </a:xfrm>
        </p:grpSpPr>
        <p:grpSp>
          <p:nvGrpSpPr>
            <p:cNvPr id="24" name="组合 23"/>
            <p:cNvGrpSpPr/>
            <p:nvPr/>
          </p:nvGrpSpPr>
          <p:grpSpPr>
            <a:xfrm rot="5400000">
              <a:off x="6471143" y="2137420"/>
              <a:ext cx="1296144" cy="1296144"/>
              <a:chOff x="4531729" y="3883599"/>
              <a:chExt cx="1296144" cy="1296144"/>
            </a:xfrm>
          </p:grpSpPr>
          <p:sp>
            <p:nvSpPr>
              <p:cNvPr id="19" name="泪滴形 18"/>
              <p:cNvSpPr/>
              <p:nvPr/>
            </p:nvSpPr>
            <p:spPr>
              <a:xfrm rot="13500000">
                <a:off x="4531729" y="3883599"/>
                <a:ext cx="1296144" cy="1296144"/>
              </a:xfrm>
              <a:prstGeom prst="teardrop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4718393" y="4070263"/>
                <a:ext cx="922815" cy="922815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" name="椭圆 25"/>
            <p:cNvSpPr/>
            <p:nvPr/>
          </p:nvSpPr>
          <p:spPr>
            <a:xfrm rot="12600000">
              <a:off x="6999215" y="1763797"/>
              <a:ext cx="258201" cy="258201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782593" y="2522958"/>
              <a:ext cx="64953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 smtClean="0">
                  <a:solidFill>
                    <a:schemeClr val="accent1">
                      <a:lumMod val="50000"/>
                    </a:schemeClr>
                  </a:solidFill>
                  <a:latin typeface="Broadway" panose="04040905080B02020502" pitchFamily="82" charset="0"/>
                </a:rPr>
                <a:t>03</a:t>
              </a:r>
              <a:endParaRPr lang="zh-CN" altLang="en-US" sz="2800" b="1" dirty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</a:endParaRPr>
            </a:p>
          </p:txBody>
        </p:sp>
      </p:grpSp>
      <p:sp>
        <p:nvSpPr>
          <p:cNvPr id="32" name="TextBox 119"/>
          <p:cNvSpPr txBox="1"/>
          <p:nvPr/>
        </p:nvSpPr>
        <p:spPr>
          <a:xfrm>
            <a:off x="1149782" y="3477454"/>
            <a:ext cx="22299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判断谈判情境</a:t>
            </a:r>
            <a:endParaRPr lang="en-US" altLang="zh-CN" sz="1600" b="1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交易情境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关系情境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平衡考虑情境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协作情境</a:t>
            </a:r>
          </a:p>
        </p:txBody>
      </p:sp>
      <p:sp>
        <p:nvSpPr>
          <p:cNvPr id="33" name="TextBox 119"/>
          <p:cNvSpPr txBox="1"/>
          <p:nvPr/>
        </p:nvSpPr>
        <p:spPr>
          <a:xfrm>
            <a:off x="3662316" y="3477454"/>
            <a:ext cx="18366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判断双方优势</a:t>
            </a:r>
            <a:endParaRPr lang="en-US" altLang="zh-CN" sz="16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你有能力承担更大损失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对方有能力承担更大损失</a:t>
            </a:r>
          </a:p>
        </p:txBody>
      </p:sp>
      <p:sp>
        <p:nvSpPr>
          <p:cNvPr id="34" name="TextBox 119"/>
          <p:cNvSpPr txBox="1"/>
          <p:nvPr/>
        </p:nvSpPr>
        <p:spPr>
          <a:xfrm>
            <a:off x="6257782" y="3501730"/>
            <a:ext cx="2229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判断双方谈判风格</a:t>
            </a:r>
            <a:endParaRPr lang="en-US" altLang="zh-CN" sz="1600" b="1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竞争型谈判者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合作型谈判者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3886112" y="1739878"/>
            <a:ext cx="1296144" cy="1671800"/>
            <a:chOff x="4098287" y="1739878"/>
            <a:chExt cx="1296144" cy="1671800"/>
          </a:xfrm>
        </p:grpSpPr>
        <p:grpSp>
          <p:nvGrpSpPr>
            <p:cNvPr id="35" name="组合 34"/>
            <p:cNvGrpSpPr/>
            <p:nvPr/>
          </p:nvGrpSpPr>
          <p:grpSpPr>
            <a:xfrm>
              <a:off x="4098287" y="2115534"/>
              <a:ext cx="1296144" cy="1296144"/>
              <a:chOff x="4892010" y="2159626"/>
              <a:chExt cx="1296144" cy="1296144"/>
            </a:xfrm>
          </p:grpSpPr>
          <p:grpSp>
            <p:nvGrpSpPr>
              <p:cNvPr id="14" name="组合 13"/>
              <p:cNvGrpSpPr/>
              <p:nvPr/>
            </p:nvGrpSpPr>
            <p:grpSpPr>
              <a:xfrm rot="5400000">
                <a:off x="4892010" y="2159626"/>
                <a:ext cx="1296144" cy="1296144"/>
                <a:chOff x="2980776" y="2908566"/>
                <a:chExt cx="1296144" cy="1296144"/>
              </a:xfrm>
            </p:grpSpPr>
            <p:sp>
              <p:nvSpPr>
                <p:cNvPr id="20" name="泪滴形 19"/>
                <p:cNvSpPr/>
                <p:nvPr/>
              </p:nvSpPr>
              <p:spPr>
                <a:xfrm rot="13500000">
                  <a:off x="2980776" y="2908566"/>
                  <a:ext cx="1296144" cy="1296144"/>
                </a:xfrm>
                <a:prstGeom prst="teardrop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椭圆 21"/>
                <p:cNvSpPr/>
                <p:nvPr/>
              </p:nvSpPr>
              <p:spPr>
                <a:xfrm>
                  <a:off x="3167441" y="3095411"/>
                  <a:ext cx="922815" cy="922815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rgbClr val="FCFCFC"/>
                    </a:gs>
                    <a:gs pos="0">
                      <a:srgbClr val="CCCCCC"/>
                    </a:gs>
                  </a:gsLst>
                  <a:lin ang="7200000" scaled="0"/>
                  <a:tileRect/>
                </a:gradFill>
                <a:ln w="12700">
                  <a:gradFill>
                    <a:gsLst>
                      <a:gs pos="89000">
                        <a:schemeClr val="bg1">
                          <a:lumMod val="85000"/>
                        </a:schemeClr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</a:ln>
                <a:effectLst>
                  <a:outerShdw blurRad="254000" dist="127000" dir="8160000" algn="tr" rotWithShape="0">
                    <a:prstClr val="black">
                      <a:alpha val="34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9" name="文本框 28"/>
              <p:cNvSpPr txBox="1"/>
              <p:nvPr/>
            </p:nvSpPr>
            <p:spPr>
              <a:xfrm>
                <a:off x="5217405" y="2535678"/>
                <a:ext cx="64953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 smtClean="0">
                    <a:solidFill>
                      <a:schemeClr val="accent1">
                        <a:lumMod val="50000"/>
                      </a:schemeClr>
                    </a:solidFill>
                    <a:latin typeface="Broadway" panose="04040905080B02020502" pitchFamily="82" charset="0"/>
                  </a:rPr>
                  <a:t>02</a:t>
                </a:r>
                <a:endParaRPr lang="zh-CN" altLang="en-US" sz="2800" b="1" dirty="0">
                  <a:solidFill>
                    <a:schemeClr val="accent1">
                      <a:lumMod val="50000"/>
                    </a:schemeClr>
                  </a:solidFill>
                  <a:latin typeface="Broadway" panose="04040905080B02020502" pitchFamily="82" charset="0"/>
                </a:endParaRPr>
              </a:p>
            </p:txBody>
          </p:sp>
        </p:grpSp>
        <p:sp>
          <p:nvSpPr>
            <p:cNvPr id="36" name="椭圆 35"/>
            <p:cNvSpPr/>
            <p:nvPr/>
          </p:nvSpPr>
          <p:spPr>
            <a:xfrm rot="12600000">
              <a:off x="4627805" y="1739878"/>
              <a:ext cx="258201" cy="258201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301082" y="1721136"/>
            <a:ext cx="1296144" cy="1668491"/>
            <a:chOff x="1301082" y="1721136"/>
            <a:chExt cx="1296144" cy="1668491"/>
          </a:xfrm>
        </p:grpSpPr>
        <p:grpSp>
          <p:nvGrpSpPr>
            <p:cNvPr id="40" name="组合 39"/>
            <p:cNvGrpSpPr/>
            <p:nvPr/>
          </p:nvGrpSpPr>
          <p:grpSpPr>
            <a:xfrm>
              <a:off x="1301082" y="2093483"/>
              <a:ext cx="1296144" cy="1296144"/>
              <a:chOff x="1301082" y="2093483"/>
              <a:chExt cx="1296144" cy="1296144"/>
            </a:xfrm>
          </p:grpSpPr>
          <p:grpSp>
            <p:nvGrpSpPr>
              <p:cNvPr id="10" name="组合 9"/>
              <p:cNvGrpSpPr/>
              <p:nvPr/>
            </p:nvGrpSpPr>
            <p:grpSpPr>
              <a:xfrm rot="5400000">
                <a:off x="1301082" y="2093483"/>
                <a:ext cx="1296144" cy="1296144"/>
                <a:chOff x="1208199" y="1992052"/>
                <a:chExt cx="1296144" cy="1296144"/>
              </a:xfrm>
            </p:grpSpPr>
            <p:sp>
              <p:nvSpPr>
                <p:cNvPr id="3" name="泪滴形 2"/>
                <p:cNvSpPr/>
                <p:nvPr/>
              </p:nvSpPr>
              <p:spPr>
                <a:xfrm rot="13500000">
                  <a:off x="1208199" y="1992052"/>
                  <a:ext cx="1296144" cy="1296144"/>
                </a:xfrm>
                <a:prstGeom prst="teardrop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椭圆 20"/>
                <p:cNvSpPr/>
                <p:nvPr/>
              </p:nvSpPr>
              <p:spPr>
                <a:xfrm>
                  <a:off x="1378391" y="2172596"/>
                  <a:ext cx="922815" cy="922815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rgbClr val="FCFCFC"/>
                    </a:gs>
                    <a:gs pos="0">
                      <a:srgbClr val="CCCCCC"/>
                    </a:gs>
                  </a:gsLst>
                  <a:lin ang="7200000" scaled="0"/>
                  <a:tileRect/>
                </a:gradFill>
                <a:ln w="12700">
                  <a:gradFill>
                    <a:gsLst>
                      <a:gs pos="89000">
                        <a:schemeClr val="bg1">
                          <a:lumMod val="85000"/>
                        </a:schemeClr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</a:ln>
                <a:effectLst>
                  <a:outerShdw blurRad="254000" dist="127000" dir="8160000" algn="tr" rotWithShape="0">
                    <a:prstClr val="black">
                      <a:alpha val="34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28" name="文本框 27"/>
              <p:cNvSpPr txBox="1"/>
              <p:nvPr/>
            </p:nvSpPr>
            <p:spPr>
              <a:xfrm>
                <a:off x="1634548" y="2463472"/>
                <a:ext cx="6292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 smtClean="0">
                    <a:solidFill>
                      <a:schemeClr val="accent1">
                        <a:lumMod val="50000"/>
                      </a:schemeClr>
                    </a:solidFill>
                    <a:latin typeface="Broadway" panose="04040905080B02020502" pitchFamily="82" charset="0"/>
                  </a:rPr>
                  <a:t>01</a:t>
                </a:r>
                <a:endParaRPr lang="zh-CN" altLang="en-US" sz="2800" b="1" dirty="0">
                  <a:solidFill>
                    <a:schemeClr val="accent1">
                      <a:lumMod val="50000"/>
                    </a:schemeClr>
                  </a:solidFill>
                  <a:latin typeface="Broadway" panose="04040905080B02020502" pitchFamily="82" charset="0"/>
                </a:endParaRPr>
              </a:p>
            </p:txBody>
          </p:sp>
        </p:grpSp>
        <p:sp>
          <p:nvSpPr>
            <p:cNvPr id="37" name="椭圆 36"/>
            <p:cNvSpPr/>
            <p:nvPr/>
          </p:nvSpPr>
          <p:spPr>
            <a:xfrm rot="12600000">
              <a:off x="1820052" y="1721136"/>
              <a:ext cx="258201" cy="258201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433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/>
        </p:nvSpPr>
        <p:spPr>
          <a:xfrm>
            <a:off x="6114160" y="1027015"/>
            <a:ext cx="2265906" cy="436752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>
            <a:off x="3742623" y="1027017"/>
            <a:ext cx="2265906" cy="43675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>
            <a:off x="1360283" y="1027015"/>
            <a:ext cx="2265906" cy="43675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79512" y="0"/>
            <a:ext cx="8964488" cy="625251"/>
            <a:chOff x="179512" y="0"/>
            <a:chExt cx="8964488" cy="625251"/>
          </a:xfrm>
        </p:grpSpPr>
        <p:grpSp>
          <p:nvGrpSpPr>
            <p:cNvPr id="5" name="组合 4"/>
            <p:cNvGrpSpPr/>
            <p:nvPr/>
          </p:nvGrpSpPr>
          <p:grpSpPr>
            <a:xfrm>
              <a:off x="1691680" y="0"/>
              <a:ext cx="7452320" cy="625251"/>
              <a:chOff x="1691680" y="1"/>
              <a:chExt cx="7452320" cy="437184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691680" y="1"/>
                <a:ext cx="4464496" cy="43718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3995936" y="1"/>
                <a:ext cx="3850010" cy="43718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33950" y="1"/>
                <a:ext cx="4210050" cy="437184"/>
              </a:xfrm>
              <a:prstGeom prst="rect">
                <a:avLst/>
              </a:prstGeom>
            </p:spPr>
          </p:pic>
        </p:grpSp>
        <p:sp>
          <p:nvSpPr>
            <p:cNvPr id="6" name="文本框 5"/>
            <p:cNvSpPr txBox="1"/>
            <p:nvPr/>
          </p:nvSpPr>
          <p:spPr>
            <a:xfrm>
              <a:off x="179512" y="102030"/>
              <a:ext cx="1349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 smtClean="0">
                  <a:solidFill>
                    <a:schemeClr val="accent1">
                      <a:lumMod val="50000"/>
                    </a:schemeClr>
                  </a:solidFill>
                  <a:latin typeface="Broadway" panose="04040905080B02020502" pitchFamily="82" charset="0"/>
                </a:rPr>
                <a:t>Step 3</a:t>
              </a:r>
              <a:endParaRPr lang="zh-CN" altLang="en-US" sz="2800" b="1" dirty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</a:endParaRPr>
            </a:p>
          </p:txBody>
        </p:sp>
      </p:grpSp>
      <p:sp>
        <p:nvSpPr>
          <p:cNvPr id="63" name="TextBox 119"/>
          <p:cNvSpPr txBox="1"/>
          <p:nvPr/>
        </p:nvSpPr>
        <p:spPr>
          <a:xfrm>
            <a:off x="1528920" y="1776400"/>
            <a:ext cx="20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如存有疑虑，保持沉默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如果信息充足，先开口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4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>
            <a:off x="1309648" y="5395015"/>
            <a:ext cx="7056784" cy="162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7" name="TextBox 119"/>
          <p:cNvSpPr txBox="1"/>
          <p:nvPr/>
        </p:nvSpPr>
        <p:spPr>
          <a:xfrm>
            <a:off x="1525307" y="2755835"/>
            <a:ext cx="20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如存有疑虑，保持沉默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如果信息充足，先开口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Box 119"/>
          <p:cNvSpPr txBox="1"/>
          <p:nvPr/>
        </p:nvSpPr>
        <p:spPr>
          <a:xfrm>
            <a:off x="1270844" y="3873345"/>
            <a:ext cx="2229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是的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TextBox 119"/>
          <p:cNvSpPr txBox="1"/>
          <p:nvPr/>
        </p:nvSpPr>
        <p:spPr>
          <a:xfrm>
            <a:off x="1534051" y="4740380"/>
            <a:ext cx="20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是的，可能的话，尽量避免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Box 119"/>
          <p:cNvSpPr txBox="1"/>
          <p:nvPr/>
        </p:nvSpPr>
        <p:spPr>
          <a:xfrm>
            <a:off x="3762657" y="1764359"/>
            <a:ext cx="2215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只要有过得去的依据，就可以提出最苛刻的要求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Box 119"/>
          <p:cNvSpPr txBox="1"/>
          <p:nvPr/>
        </p:nvSpPr>
        <p:spPr>
          <a:xfrm>
            <a:off x="3791213" y="2783719"/>
            <a:ext cx="2148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如果有坚定的依据，可以提最强硬的要求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Box 119"/>
          <p:cNvSpPr txBox="1"/>
          <p:nvPr/>
        </p:nvSpPr>
        <p:spPr>
          <a:xfrm>
            <a:off x="3700935" y="3883660"/>
            <a:ext cx="2229901" cy="384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慷慨待人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Box 119"/>
          <p:cNvSpPr txBox="1"/>
          <p:nvPr/>
        </p:nvSpPr>
        <p:spPr>
          <a:xfrm>
            <a:off x="3862376" y="4781970"/>
            <a:ext cx="2077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尽最大的能力解决问题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TextBox 119"/>
          <p:cNvSpPr txBox="1"/>
          <p:nvPr/>
        </p:nvSpPr>
        <p:spPr>
          <a:xfrm>
            <a:off x="6181235" y="1776400"/>
            <a:ext cx="2071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慢慢让步，幅度逐步减小，止步于预期水平上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Box 119"/>
          <p:cNvSpPr txBox="1"/>
          <p:nvPr/>
        </p:nvSpPr>
        <p:spPr>
          <a:xfrm>
            <a:off x="6181235" y="2759292"/>
            <a:ext cx="22164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小问题大让步，大问题小让步。提供多个构思巧妙的选项和方案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TextBox 119"/>
          <p:cNvSpPr txBox="1"/>
          <p:nvPr/>
        </p:nvSpPr>
        <p:spPr>
          <a:xfrm>
            <a:off x="6128901" y="3883659"/>
            <a:ext cx="2216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迁就对方或者公平的解决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119"/>
          <p:cNvSpPr txBox="1"/>
          <p:nvPr/>
        </p:nvSpPr>
        <p:spPr>
          <a:xfrm>
            <a:off x="6196287" y="4774354"/>
            <a:ext cx="2216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迁就对方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1360283" y="1027014"/>
            <a:ext cx="2275613" cy="446388"/>
          </a:xfrm>
          <a:prstGeom prst="rect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应该先提要求吗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3731880" y="1027014"/>
            <a:ext cx="2275613" cy="446388"/>
          </a:xfrm>
          <a:prstGeom prst="rect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如何先提要求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6111407" y="1029528"/>
            <a:ext cx="2275613" cy="446388"/>
          </a:xfrm>
          <a:prstGeom prst="rect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让步策略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391275" y="1736225"/>
            <a:ext cx="964747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</a:t>
            </a:r>
          </a:p>
        </p:txBody>
      </p:sp>
      <p:sp>
        <p:nvSpPr>
          <p:cNvPr id="106" name="矩形 105"/>
          <p:cNvSpPr/>
          <p:nvPr/>
        </p:nvSpPr>
        <p:spPr>
          <a:xfrm>
            <a:off x="391275" y="2743998"/>
            <a:ext cx="964747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平衡考虑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391275" y="4759544"/>
            <a:ext cx="964747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默认协作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391275" y="3751771"/>
            <a:ext cx="964747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185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1362443" y="3790404"/>
            <a:ext cx="2813898" cy="135044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1362443" y="2118822"/>
            <a:ext cx="2813898" cy="135044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79512" y="0"/>
            <a:ext cx="8964488" cy="625251"/>
            <a:chOff x="179512" y="0"/>
            <a:chExt cx="8964488" cy="625251"/>
          </a:xfrm>
        </p:grpSpPr>
        <p:grpSp>
          <p:nvGrpSpPr>
            <p:cNvPr id="5" name="组合 4"/>
            <p:cNvGrpSpPr/>
            <p:nvPr/>
          </p:nvGrpSpPr>
          <p:grpSpPr>
            <a:xfrm>
              <a:off x="1691680" y="0"/>
              <a:ext cx="7452320" cy="625251"/>
              <a:chOff x="1691680" y="1"/>
              <a:chExt cx="7452320" cy="437184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691680" y="1"/>
                <a:ext cx="4464496" cy="43718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3995936" y="1"/>
                <a:ext cx="3850010" cy="43718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33950" y="1"/>
                <a:ext cx="4210050" cy="437184"/>
              </a:xfrm>
              <a:prstGeom prst="rect">
                <a:avLst/>
              </a:prstGeom>
            </p:spPr>
          </p:pic>
        </p:grpSp>
        <p:sp>
          <p:nvSpPr>
            <p:cNvPr id="6" name="文本框 5"/>
            <p:cNvSpPr txBox="1"/>
            <p:nvPr/>
          </p:nvSpPr>
          <p:spPr>
            <a:xfrm>
              <a:off x="179512" y="102030"/>
              <a:ext cx="1349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 smtClean="0">
                  <a:solidFill>
                    <a:schemeClr val="accent1">
                      <a:lumMod val="50000"/>
                    </a:schemeClr>
                  </a:solidFill>
                  <a:latin typeface="Broadway" panose="04040905080B02020502" pitchFamily="82" charset="0"/>
                </a:rPr>
                <a:t>Step 4</a:t>
              </a:r>
              <a:endParaRPr lang="zh-CN" altLang="en-US" sz="2800" b="1" dirty="0">
                <a:solidFill>
                  <a:schemeClr val="accent1">
                    <a:lumMod val="50000"/>
                  </a:schemeClr>
                </a:solidFill>
                <a:latin typeface="Broadway" panose="04040905080B02020502" pitchFamily="82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029308" y="103745"/>
            <a:ext cx="3629000" cy="1440161"/>
            <a:chOff x="1663081" y="103745"/>
            <a:chExt cx="3629000" cy="1440161"/>
          </a:xfrm>
        </p:grpSpPr>
        <p:grpSp>
          <p:nvGrpSpPr>
            <p:cNvPr id="12" name="组合 11"/>
            <p:cNvGrpSpPr/>
            <p:nvPr/>
          </p:nvGrpSpPr>
          <p:grpSpPr>
            <a:xfrm>
              <a:off x="1663081" y="206615"/>
              <a:ext cx="3629000" cy="1337291"/>
              <a:chOff x="629698" y="1106718"/>
              <a:chExt cx="1748766" cy="1337291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1504081" y="1106718"/>
                <a:ext cx="360040" cy="308606"/>
              </a:xfrm>
              <a:prstGeom prst="line">
                <a:avLst/>
              </a:prstGeom>
              <a:ln w="38100">
                <a:solidFill>
                  <a:srgbClr val="0E375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 flipH="1">
                <a:off x="1144041" y="1106718"/>
                <a:ext cx="360040" cy="308606"/>
              </a:xfrm>
              <a:prstGeom prst="line">
                <a:avLst/>
              </a:prstGeom>
              <a:ln w="38100">
                <a:solidFill>
                  <a:srgbClr val="0E375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矩形 15"/>
              <p:cNvSpPr/>
              <p:nvPr/>
            </p:nvSpPr>
            <p:spPr>
              <a:xfrm>
                <a:off x="629698" y="1415323"/>
                <a:ext cx="1748766" cy="1028686"/>
              </a:xfrm>
              <a:prstGeom prst="rect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738555" y="1524180"/>
                <a:ext cx="1531052" cy="81097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TextBox 16"/>
              <p:cNvSpPr txBox="1"/>
              <p:nvPr/>
            </p:nvSpPr>
            <p:spPr>
              <a:xfrm>
                <a:off x="792984" y="1674200"/>
                <a:ext cx="15310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结束谈判并达成协议</a:t>
                </a:r>
              </a:p>
            </p:txBody>
          </p:sp>
        </p:grpSp>
        <p:sp>
          <p:nvSpPr>
            <p:cNvPr id="13" name="椭圆 12"/>
            <p:cNvSpPr/>
            <p:nvPr/>
          </p:nvSpPr>
          <p:spPr>
            <a:xfrm>
              <a:off x="3384793" y="103745"/>
              <a:ext cx="205737" cy="205737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椭圆 18"/>
          <p:cNvSpPr/>
          <p:nvPr/>
        </p:nvSpPr>
        <p:spPr>
          <a:xfrm>
            <a:off x="906747" y="1957096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</a:t>
            </a:r>
            <a:endParaRPr lang="zh-CN" altLang="en-US" sz="16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906746" y="3628678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平衡考虑</a:t>
            </a:r>
            <a:endParaRPr lang="zh-CN" altLang="en-US" sz="16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5380519" y="3790404"/>
            <a:ext cx="2813898" cy="135044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5380519" y="2118822"/>
            <a:ext cx="2813898" cy="135044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4924823" y="1957096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endParaRPr lang="zh-CN" altLang="en-US" sz="16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4924822" y="3628678"/>
            <a:ext cx="922815" cy="92281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默认协作</a:t>
            </a:r>
            <a:endParaRPr lang="zh-CN" altLang="en-US" sz="16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119"/>
          <p:cNvSpPr txBox="1"/>
          <p:nvPr/>
        </p:nvSpPr>
        <p:spPr>
          <a:xfrm>
            <a:off x="1950841" y="2356691"/>
            <a:ext cx="20713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期限；退出谈判；最终报价；平分差距；中立的评估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119"/>
          <p:cNvSpPr txBox="1"/>
          <p:nvPr/>
        </p:nvSpPr>
        <p:spPr>
          <a:xfrm>
            <a:off x="5966190" y="2356691"/>
            <a:ext cx="2071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平分差距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迁就对方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119"/>
          <p:cNvSpPr txBox="1"/>
          <p:nvPr/>
        </p:nvSpPr>
        <p:spPr>
          <a:xfrm>
            <a:off x="1947373" y="4028273"/>
            <a:ext cx="20713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期限；退出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谈判；最终报价；平分差距；中立的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评估；后解决方案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119"/>
          <p:cNvSpPr txBox="1"/>
          <p:nvPr/>
        </p:nvSpPr>
        <p:spPr>
          <a:xfrm>
            <a:off x="5966189" y="4029083"/>
            <a:ext cx="20713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迁就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725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15" r="608" b="5980"/>
          <a:stretch/>
        </p:blipFill>
        <p:spPr>
          <a:xfrm>
            <a:off x="1" y="0"/>
            <a:ext cx="9143999" cy="406179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056115" y="1767577"/>
            <a:ext cx="493006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zh-CN" altLang="en-US" sz="6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09847" y="3001516"/>
            <a:ext cx="76708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2475430" y="3061196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沃顿商学院最实用的谈判课</a:t>
            </a:r>
            <a:r>
              <a:rPr lang="en-US" altLang="zh-CN" sz="1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读书笔记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0" name="组合 129"/>
          <p:cNvGrpSpPr/>
          <p:nvPr/>
        </p:nvGrpSpPr>
        <p:grpSpPr>
          <a:xfrm>
            <a:off x="4845297" y="4369668"/>
            <a:ext cx="922815" cy="922815"/>
            <a:chOff x="5864312" y="4242017"/>
            <a:chExt cx="922815" cy="922815"/>
          </a:xfrm>
        </p:grpSpPr>
        <p:sp>
          <p:nvSpPr>
            <p:cNvPr id="69" name="椭圆 68"/>
            <p:cNvSpPr/>
            <p:nvPr/>
          </p:nvSpPr>
          <p:spPr>
            <a:xfrm>
              <a:off x="5864312" y="4242017"/>
              <a:ext cx="922815" cy="922815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2" name="组合 71"/>
            <p:cNvGrpSpPr/>
            <p:nvPr/>
          </p:nvGrpSpPr>
          <p:grpSpPr>
            <a:xfrm>
              <a:off x="5994886" y="4387848"/>
              <a:ext cx="647682" cy="647682"/>
              <a:chOff x="5925978" y="4289874"/>
              <a:chExt cx="799484" cy="799484"/>
            </a:xfrm>
          </p:grpSpPr>
          <p:sp>
            <p:nvSpPr>
              <p:cNvPr id="73" name="椭圆 72"/>
              <p:cNvSpPr/>
              <p:nvPr/>
            </p:nvSpPr>
            <p:spPr>
              <a:xfrm>
                <a:off x="5925978" y="4289874"/>
                <a:ext cx="799484" cy="79948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4" name="Group 657"/>
              <p:cNvGrpSpPr>
                <a:grpSpLocks/>
              </p:cNvGrpSpPr>
              <p:nvPr/>
            </p:nvGrpSpPr>
            <p:grpSpPr bwMode="auto">
              <a:xfrm>
                <a:off x="5988282" y="4503675"/>
                <a:ext cx="674876" cy="373314"/>
                <a:chOff x="3646" y="4088"/>
                <a:chExt cx="1003" cy="555"/>
              </a:xfrm>
              <a:solidFill>
                <a:schemeClr val="bg1"/>
              </a:solidFill>
            </p:grpSpPr>
            <p:grpSp>
              <p:nvGrpSpPr>
                <p:cNvPr id="75" name="Group 655"/>
                <p:cNvGrpSpPr>
                  <a:grpSpLocks/>
                </p:cNvGrpSpPr>
                <p:nvPr/>
              </p:nvGrpSpPr>
              <p:grpSpPr bwMode="auto">
                <a:xfrm>
                  <a:off x="3646" y="4088"/>
                  <a:ext cx="1003" cy="555"/>
                  <a:chOff x="3132" y="4264"/>
                  <a:chExt cx="1125" cy="623"/>
                </a:xfrm>
                <a:grpFill/>
              </p:grpSpPr>
              <p:sp>
                <p:nvSpPr>
                  <p:cNvPr id="77" name="Freeform 652"/>
                  <p:cNvSpPr>
                    <a:spLocks noEditPoints="1"/>
                  </p:cNvSpPr>
                  <p:nvPr/>
                </p:nvSpPr>
                <p:spPr bwMode="auto">
                  <a:xfrm>
                    <a:off x="3132" y="4264"/>
                    <a:ext cx="1125" cy="623"/>
                  </a:xfrm>
                  <a:custGeom>
                    <a:avLst/>
                    <a:gdLst>
                      <a:gd name="T0" fmla="*/ 15972 w 16875"/>
                      <a:gd name="T1" fmla="*/ 6015 h 9345"/>
                      <a:gd name="T2" fmla="*/ 14508 w 16875"/>
                      <a:gd name="T3" fmla="*/ 7426 h 9345"/>
                      <a:gd name="T4" fmla="*/ 10994 w 16875"/>
                      <a:gd name="T5" fmla="*/ 9069 h 9345"/>
                      <a:gd name="T6" fmla="*/ 6792 w 16875"/>
                      <a:gd name="T7" fmla="*/ 9233 h 9345"/>
                      <a:gd name="T8" fmla="*/ 3091 w 16875"/>
                      <a:gd name="T9" fmla="*/ 7919 h 9345"/>
                      <a:gd name="T10" fmla="*/ 1152 w 16875"/>
                      <a:gd name="T11" fmla="*/ 6297 h 9345"/>
                      <a:gd name="T12" fmla="*/ 148 w 16875"/>
                      <a:gd name="T13" fmla="*/ 4932 h 9345"/>
                      <a:gd name="T14" fmla="*/ 793 w 16875"/>
                      <a:gd name="T15" fmla="*/ 3484 h 9345"/>
                      <a:gd name="T16" fmla="*/ 2037 w 16875"/>
                      <a:gd name="T17" fmla="*/ 2194 h 9345"/>
                      <a:gd name="T18" fmla="*/ 5470 w 16875"/>
                      <a:gd name="T19" fmla="*/ 386 h 9345"/>
                      <a:gd name="T20" fmla="*/ 9642 w 16875"/>
                      <a:gd name="T21" fmla="*/ 57 h 9345"/>
                      <a:gd name="T22" fmla="*/ 13427 w 16875"/>
                      <a:gd name="T23" fmla="*/ 1207 h 9345"/>
                      <a:gd name="T24" fmla="*/ 15608 w 16875"/>
                      <a:gd name="T25" fmla="*/ 2918 h 9345"/>
                      <a:gd name="T26" fmla="*/ 16629 w 16875"/>
                      <a:gd name="T27" fmla="*/ 4261 h 9345"/>
                      <a:gd name="T28" fmla="*/ 14588 w 16875"/>
                      <a:gd name="T29" fmla="*/ 3690 h 9345"/>
                      <a:gd name="T30" fmla="*/ 12754 w 16875"/>
                      <a:gd name="T31" fmla="*/ 2138 h 9345"/>
                      <a:gd name="T32" fmla="*/ 10331 w 16875"/>
                      <a:gd name="T33" fmla="*/ 1226 h 9345"/>
                      <a:gd name="T34" fmla="*/ 10980 w 16875"/>
                      <a:gd name="T35" fmla="*/ 1741 h 9345"/>
                      <a:gd name="T36" fmla="*/ 11802 w 16875"/>
                      <a:gd name="T37" fmla="*/ 2677 h 9345"/>
                      <a:gd name="T38" fmla="*/ 12280 w 16875"/>
                      <a:gd name="T39" fmla="*/ 3836 h 9345"/>
                      <a:gd name="T40" fmla="*/ 12348 w 16875"/>
                      <a:gd name="T41" fmla="*/ 5103 h 9345"/>
                      <a:gd name="T42" fmla="*/ 12014 w 16875"/>
                      <a:gd name="T43" fmla="*/ 6287 h 9345"/>
                      <a:gd name="T44" fmla="*/ 11301 w 16875"/>
                      <a:gd name="T45" fmla="*/ 7314 h 9345"/>
                      <a:gd name="T46" fmla="*/ 10320 w 16875"/>
                      <a:gd name="T47" fmla="*/ 8055 h 9345"/>
                      <a:gd name="T48" fmla="*/ 12817 w 16875"/>
                      <a:gd name="T49" fmla="*/ 7206 h 9345"/>
                      <a:gd name="T50" fmla="*/ 15271 w 16875"/>
                      <a:gd name="T51" fmla="*/ 4679 h 9345"/>
                      <a:gd name="T52" fmla="*/ 11297 w 16875"/>
                      <a:gd name="T53" fmla="*/ 3445 h 9345"/>
                      <a:gd name="T54" fmla="*/ 10465 w 16875"/>
                      <a:gd name="T55" fmla="*/ 2365 h 9345"/>
                      <a:gd name="T56" fmla="*/ 9279 w 16875"/>
                      <a:gd name="T57" fmla="*/ 1736 h 9345"/>
                      <a:gd name="T58" fmla="*/ 8143 w 16875"/>
                      <a:gd name="T59" fmla="*/ 1643 h 9345"/>
                      <a:gd name="T60" fmla="*/ 7226 w 16875"/>
                      <a:gd name="T61" fmla="*/ 1872 h 9345"/>
                      <a:gd name="T62" fmla="*/ 3736 w 16875"/>
                      <a:gd name="T63" fmla="*/ 2352 h 9345"/>
                      <a:gd name="T64" fmla="*/ 1728 w 16875"/>
                      <a:gd name="T65" fmla="*/ 4888 h 9345"/>
                      <a:gd name="T66" fmla="*/ 2599 w 16875"/>
                      <a:gd name="T67" fmla="*/ 6014 h 9345"/>
                      <a:gd name="T68" fmla="*/ 4344 w 16875"/>
                      <a:gd name="T69" fmla="*/ 7341 h 9345"/>
                      <a:gd name="T70" fmla="*/ 6796 w 16875"/>
                      <a:gd name="T71" fmla="*/ 8178 h 9345"/>
                      <a:gd name="T72" fmla="*/ 5763 w 16875"/>
                      <a:gd name="T73" fmla="*/ 7505 h 9345"/>
                      <a:gd name="T74" fmla="*/ 4988 w 16875"/>
                      <a:gd name="T75" fmla="*/ 6533 h 9345"/>
                      <a:gd name="T76" fmla="*/ 4566 w 16875"/>
                      <a:gd name="T77" fmla="*/ 5377 h 9345"/>
                      <a:gd name="T78" fmla="*/ 4566 w 16875"/>
                      <a:gd name="T79" fmla="*/ 3989 h 9345"/>
                      <a:gd name="T80" fmla="*/ 5362 w 16875"/>
                      <a:gd name="T81" fmla="*/ 4184 h 9345"/>
                      <a:gd name="T82" fmla="*/ 5427 w 16875"/>
                      <a:gd name="T83" fmla="*/ 5504 h 9345"/>
                      <a:gd name="T84" fmla="*/ 6072 w 16875"/>
                      <a:gd name="T85" fmla="*/ 6666 h 9345"/>
                      <a:gd name="T86" fmla="*/ 7174 w 16875"/>
                      <a:gd name="T87" fmla="*/ 7473 h 9345"/>
                      <a:gd name="T88" fmla="*/ 8518 w 16875"/>
                      <a:gd name="T89" fmla="*/ 7724 h 9345"/>
                      <a:gd name="T90" fmla="*/ 9836 w 16875"/>
                      <a:gd name="T91" fmla="*/ 7411 h 9345"/>
                      <a:gd name="T92" fmla="*/ 10903 w 16875"/>
                      <a:gd name="T93" fmla="*/ 6549 h 9345"/>
                      <a:gd name="T94" fmla="*/ 11482 w 16875"/>
                      <a:gd name="T95" fmla="*/ 5361 h 9345"/>
                      <a:gd name="T96" fmla="*/ 10754 w 16875"/>
                      <a:gd name="T97" fmla="*/ 5137 h 9345"/>
                      <a:gd name="T98" fmla="*/ 10340 w 16875"/>
                      <a:gd name="T99" fmla="*/ 6045 h 9345"/>
                      <a:gd name="T100" fmla="*/ 9545 w 16875"/>
                      <a:gd name="T101" fmla="*/ 6723 h 9345"/>
                      <a:gd name="T102" fmla="*/ 8558 w 16875"/>
                      <a:gd name="T103" fmla="*/ 6984 h 9345"/>
                      <a:gd name="T104" fmla="*/ 7528 w 16875"/>
                      <a:gd name="T105" fmla="*/ 6817 h 9345"/>
                      <a:gd name="T106" fmla="*/ 6683 w 16875"/>
                      <a:gd name="T107" fmla="*/ 6223 h 9345"/>
                      <a:gd name="T108" fmla="*/ 6174 w 16875"/>
                      <a:gd name="T109" fmla="*/ 5354 h 9345"/>
                      <a:gd name="T110" fmla="*/ 6099 w 16875"/>
                      <a:gd name="T111" fmla="*/ 4366 h 9345"/>
                      <a:gd name="T112" fmla="*/ 7843 w 16875"/>
                      <a:gd name="T113" fmla="*/ 2446 h 9345"/>
                      <a:gd name="T114" fmla="*/ 8906 w 16875"/>
                      <a:gd name="T115" fmla="*/ 2411 h 9345"/>
                      <a:gd name="T116" fmla="*/ 9835 w 16875"/>
                      <a:gd name="T117" fmla="*/ 2815 h 9345"/>
                      <a:gd name="T118" fmla="*/ 10527 w 16875"/>
                      <a:gd name="T119" fmla="*/ 3593 h 9345"/>
                      <a:gd name="T120" fmla="*/ 10795 w 16875"/>
                      <a:gd name="T121" fmla="*/ 4561 h 93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16875" h="9345">
                        <a:moveTo>
                          <a:pt x="16875" y="4679"/>
                        </a:moveTo>
                        <a:lnTo>
                          <a:pt x="16828" y="4764"/>
                        </a:lnTo>
                        <a:lnTo>
                          <a:pt x="16779" y="4849"/>
                        </a:lnTo>
                        <a:lnTo>
                          <a:pt x="16729" y="4932"/>
                        </a:lnTo>
                        <a:lnTo>
                          <a:pt x="16680" y="5014"/>
                        </a:lnTo>
                        <a:lnTo>
                          <a:pt x="16629" y="5095"/>
                        </a:lnTo>
                        <a:lnTo>
                          <a:pt x="16579" y="5176"/>
                        </a:lnTo>
                        <a:lnTo>
                          <a:pt x="16526" y="5256"/>
                        </a:lnTo>
                        <a:lnTo>
                          <a:pt x="16474" y="5335"/>
                        </a:lnTo>
                        <a:lnTo>
                          <a:pt x="16420" y="5415"/>
                        </a:lnTo>
                        <a:lnTo>
                          <a:pt x="16368" y="5493"/>
                        </a:lnTo>
                        <a:lnTo>
                          <a:pt x="16313" y="5569"/>
                        </a:lnTo>
                        <a:lnTo>
                          <a:pt x="16258" y="5645"/>
                        </a:lnTo>
                        <a:lnTo>
                          <a:pt x="16202" y="5721"/>
                        </a:lnTo>
                        <a:lnTo>
                          <a:pt x="16145" y="5795"/>
                        </a:lnTo>
                        <a:lnTo>
                          <a:pt x="16088" y="5870"/>
                        </a:lnTo>
                        <a:lnTo>
                          <a:pt x="16031" y="5943"/>
                        </a:lnTo>
                        <a:lnTo>
                          <a:pt x="15972" y="6015"/>
                        </a:lnTo>
                        <a:lnTo>
                          <a:pt x="15913" y="6086"/>
                        </a:lnTo>
                        <a:lnTo>
                          <a:pt x="15854" y="6158"/>
                        </a:lnTo>
                        <a:lnTo>
                          <a:pt x="15793" y="6227"/>
                        </a:lnTo>
                        <a:lnTo>
                          <a:pt x="15732" y="6297"/>
                        </a:lnTo>
                        <a:lnTo>
                          <a:pt x="15671" y="6365"/>
                        </a:lnTo>
                        <a:lnTo>
                          <a:pt x="15608" y="6433"/>
                        </a:lnTo>
                        <a:lnTo>
                          <a:pt x="15545" y="6499"/>
                        </a:lnTo>
                        <a:lnTo>
                          <a:pt x="15481" y="6566"/>
                        </a:lnTo>
                        <a:lnTo>
                          <a:pt x="15416" y="6631"/>
                        </a:lnTo>
                        <a:lnTo>
                          <a:pt x="15352" y="6695"/>
                        </a:lnTo>
                        <a:lnTo>
                          <a:pt x="15286" y="6759"/>
                        </a:lnTo>
                        <a:lnTo>
                          <a:pt x="15219" y="6823"/>
                        </a:lnTo>
                        <a:lnTo>
                          <a:pt x="15152" y="6885"/>
                        </a:lnTo>
                        <a:lnTo>
                          <a:pt x="15084" y="6946"/>
                        </a:lnTo>
                        <a:lnTo>
                          <a:pt x="15016" y="7007"/>
                        </a:lnTo>
                        <a:lnTo>
                          <a:pt x="14849" y="7152"/>
                        </a:lnTo>
                        <a:lnTo>
                          <a:pt x="14680" y="7291"/>
                        </a:lnTo>
                        <a:lnTo>
                          <a:pt x="14508" y="7426"/>
                        </a:lnTo>
                        <a:lnTo>
                          <a:pt x="14334" y="7555"/>
                        </a:lnTo>
                        <a:lnTo>
                          <a:pt x="14158" y="7681"/>
                        </a:lnTo>
                        <a:lnTo>
                          <a:pt x="13979" y="7802"/>
                        </a:lnTo>
                        <a:lnTo>
                          <a:pt x="13797" y="7919"/>
                        </a:lnTo>
                        <a:lnTo>
                          <a:pt x="13614" y="8031"/>
                        </a:lnTo>
                        <a:lnTo>
                          <a:pt x="13427" y="8138"/>
                        </a:lnTo>
                        <a:lnTo>
                          <a:pt x="13238" y="8240"/>
                        </a:lnTo>
                        <a:lnTo>
                          <a:pt x="13046" y="8338"/>
                        </a:lnTo>
                        <a:lnTo>
                          <a:pt x="12852" y="8432"/>
                        </a:lnTo>
                        <a:lnTo>
                          <a:pt x="12656" y="8522"/>
                        </a:lnTo>
                        <a:lnTo>
                          <a:pt x="12457" y="8606"/>
                        </a:lnTo>
                        <a:lnTo>
                          <a:pt x="12255" y="8686"/>
                        </a:lnTo>
                        <a:lnTo>
                          <a:pt x="12051" y="8761"/>
                        </a:lnTo>
                        <a:lnTo>
                          <a:pt x="11845" y="8832"/>
                        </a:lnTo>
                        <a:lnTo>
                          <a:pt x="11635" y="8898"/>
                        </a:lnTo>
                        <a:lnTo>
                          <a:pt x="11424" y="8959"/>
                        </a:lnTo>
                        <a:lnTo>
                          <a:pt x="11210" y="9016"/>
                        </a:lnTo>
                        <a:lnTo>
                          <a:pt x="10994" y="9069"/>
                        </a:lnTo>
                        <a:lnTo>
                          <a:pt x="10775" y="9117"/>
                        </a:lnTo>
                        <a:lnTo>
                          <a:pt x="10553" y="9161"/>
                        </a:lnTo>
                        <a:lnTo>
                          <a:pt x="10329" y="9200"/>
                        </a:lnTo>
                        <a:lnTo>
                          <a:pt x="10103" y="9233"/>
                        </a:lnTo>
                        <a:lnTo>
                          <a:pt x="9874" y="9263"/>
                        </a:lnTo>
                        <a:lnTo>
                          <a:pt x="9642" y="9288"/>
                        </a:lnTo>
                        <a:lnTo>
                          <a:pt x="9408" y="9308"/>
                        </a:lnTo>
                        <a:lnTo>
                          <a:pt x="9172" y="9325"/>
                        </a:lnTo>
                        <a:lnTo>
                          <a:pt x="8933" y="9336"/>
                        </a:lnTo>
                        <a:lnTo>
                          <a:pt x="8692" y="9343"/>
                        </a:lnTo>
                        <a:lnTo>
                          <a:pt x="8448" y="9345"/>
                        </a:lnTo>
                        <a:lnTo>
                          <a:pt x="8203" y="9343"/>
                        </a:lnTo>
                        <a:lnTo>
                          <a:pt x="7962" y="9336"/>
                        </a:lnTo>
                        <a:lnTo>
                          <a:pt x="7723" y="9325"/>
                        </a:lnTo>
                        <a:lnTo>
                          <a:pt x="7487" y="9308"/>
                        </a:lnTo>
                        <a:lnTo>
                          <a:pt x="7253" y="9288"/>
                        </a:lnTo>
                        <a:lnTo>
                          <a:pt x="7021" y="9263"/>
                        </a:lnTo>
                        <a:lnTo>
                          <a:pt x="6792" y="9233"/>
                        </a:lnTo>
                        <a:lnTo>
                          <a:pt x="6565" y="9200"/>
                        </a:lnTo>
                        <a:lnTo>
                          <a:pt x="6341" y="9161"/>
                        </a:lnTo>
                        <a:lnTo>
                          <a:pt x="6119" y="9117"/>
                        </a:lnTo>
                        <a:lnTo>
                          <a:pt x="5900" y="9069"/>
                        </a:lnTo>
                        <a:lnTo>
                          <a:pt x="5684" y="9016"/>
                        </a:lnTo>
                        <a:lnTo>
                          <a:pt x="5470" y="8959"/>
                        </a:lnTo>
                        <a:lnTo>
                          <a:pt x="5258" y="8898"/>
                        </a:lnTo>
                        <a:lnTo>
                          <a:pt x="5048" y="8832"/>
                        </a:lnTo>
                        <a:lnTo>
                          <a:pt x="4841" y="8761"/>
                        </a:lnTo>
                        <a:lnTo>
                          <a:pt x="4636" y="8686"/>
                        </a:lnTo>
                        <a:lnTo>
                          <a:pt x="4435" y="8606"/>
                        </a:lnTo>
                        <a:lnTo>
                          <a:pt x="4236" y="8522"/>
                        </a:lnTo>
                        <a:lnTo>
                          <a:pt x="4038" y="8432"/>
                        </a:lnTo>
                        <a:lnTo>
                          <a:pt x="3844" y="8338"/>
                        </a:lnTo>
                        <a:lnTo>
                          <a:pt x="3652" y="8240"/>
                        </a:lnTo>
                        <a:lnTo>
                          <a:pt x="3463" y="8138"/>
                        </a:lnTo>
                        <a:lnTo>
                          <a:pt x="3276" y="8031"/>
                        </a:lnTo>
                        <a:lnTo>
                          <a:pt x="3091" y="7919"/>
                        </a:lnTo>
                        <a:lnTo>
                          <a:pt x="2909" y="7802"/>
                        </a:lnTo>
                        <a:lnTo>
                          <a:pt x="2730" y="7681"/>
                        </a:lnTo>
                        <a:lnTo>
                          <a:pt x="2552" y="7555"/>
                        </a:lnTo>
                        <a:lnTo>
                          <a:pt x="2378" y="7426"/>
                        </a:lnTo>
                        <a:lnTo>
                          <a:pt x="2206" y="7291"/>
                        </a:lnTo>
                        <a:lnTo>
                          <a:pt x="2037" y="7152"/>
                        </a:lnTo>
                        <a:lnTo>
                          <a:pt x="1869" y="7007"/>
                        </a:lnTo>
                        <a:lnTo>
                          <a:pt x="1800" y="6946"/>
                        </a:lnTo>
                        <a:lnTo>
                          <a:pt x="1733" y="6885"/>
                        </a:lnTo>
                        <a:lnTo>
                          <a:pt x="1665" y="6823"/>
                        </a:lnTo>
                        <a:lnTo>
                          <a:pt x="1599" y="6759"/>
                        </a:lnTo>
                        <a:lnTo>
                          <a:pt x="1534" y="6695"/>
                        </a:lnTo>
                        <a:lnTo>
                          <a:pt x="1468" y="6631"/>
                        </a:lnTo>
                        <a:lnTo>
                          <a:pt x="1404" y="6566"/>
                        </a:lnTo>
                        <a:lnTo>
                          <a:pt x="1339" y="6499"/>
                        </a:lnTo>
                        <a:lnTo>
                          <a:pt x="1276" y="6433"/>
                        </a:lnTo>
                        <a:lnTo>
                          <a:pt x="1214" y="6365"/>
                        </a:lnTo>
                        <a:lnTo>
                          <a:pt x="1152" y="6297"/>
                        </a:lnTo>
                        <a:lnTo>
                          <a:pt x="1091" y="6227"/>
                        </a:lnTo>
                        <a:lnTo>
                          <a:pt x="1029" y="6158"/>
                        </a:lnTo>
                        <a:lnTo>
                          <a:pt x="969" y="6086"/>
                        </a:lnTo>
                        <a:lnTo>
                          <a:pt x="910" y="6015"/>
                        </a:lnTo>
                        <a:lnTo>
                          <a:pt x="851" y="5943"/>
                        </a:lnTo>
                        <a:lnTo>
                          <a:pt x="793" y="5870"/>
                        </a:lnTo>
                        <a:lnTo>
                          <a:pt x="736" y="5795"/>
                        </a:lnTo>
                        <a:lnTo>
                          <a:pt x="679" y="5721"/>
                        </a:lnTo>
                        <a:lnTo>
                          <a:pt x="623" y="5645"/>
                        </a:lnTo>
                        <a:lnTo>
                          <a:pt x="567" y="5569"/>
                        </a:lnTo>
                        <a:lnTo>
                          <a:pt x="513" y="5493"/>
                        </a:lnTo>
                        <a:lnTo>
                          <a:pt x="459" y="5415"/>
                        </a:lnTo>
                        <a:lnTo>
                          <a:pt x="405" y="5335"/>
                        </a:lnTo>
                        <a:lnTo>
                          <a:pt x="352" y="5256"/>
                        </a:lnTo>
                        <a:lnTo>
                          <a:pt x="301" y="5176"/>
                        </a:lnTo>
                        <a:lnTo>
                          <a:pt x="249" y="5095"/>
                        </a:lnTo>
                        <a:lnTo>
                          <a:pt x="197" y="5014"/>
                        </a:lnTo>
                        <a:lnTo>
                          <a:pt x="148" y="4932"/>
                        </a:lnTo>
                        <a:lnTo>
                          <a:pt x="97" y="4849"/>
                        </a:lnTo>
                        <a:lnTo>
                          <a:pt x="49" y="4764"/>
                        </a:lnTo>
                        <a:lnTo>
                          <a:pt x="0" y="4679"/>
                        </a:lnTo>
                        <a:lnTo>
                          <a:pt x="49" y="4595"/>
                        </a:lnTo>
                        <a:lnTo>
                          <a:pt x="97" y="4510"/>
                        </a:lnTo>
                        <a:lnTo>
                          <a:pt x="148" y="4426"/>
                        </a:lnTo>
                        <a:lnTo>
                          <a:pt x="197" y="4344"/>
                        </a:lnTo>
                        <a:lnTo>
                          <a:pt x="249" y="4261"/>
                        </a:lnTo>
                        <a:lnTo>
                          <a:pt x="301" y="4180"/>
                        </a:lnTo>
                        <a:lnTo>
                          <a:pt x="352" y="4100"/>
                        </a:lnTo>
                        <a:lnTo>
                          <a:pt x="405" y="4020"/>
                        </a:lnTo>
                        <a:lnTo>
                          <a:pt x="459" y="3941"/>
                        </a:lnTo>
                        <a:lnTo>
                          <a:pt x="513" y="3863"/>
                        </a:lnTo>
                        <a:lnTo>
                          <a:pt x="567" y="3786"/>
                        </a:lnTo>
                        <a:lnTo>
                          <a:pt x="623" y="3709"/>
                        </a:lnTo>
                        <a:lnTo>
                          <a:pt x="679" y="3633"/>
                        </a:lnTo>
                        <a:lnTo>
                          <a:pt x="736" y="3558"/>
                        </a:lnTo>
                        <a:lnTo>
                          <a:pt x="793" y="3484"/>
                        </a:lnTo>
                        <a:lnTo>
                          <a:pt x="851" y="3411"/>
                        </a:lnTo>
                        <a:lnTo>
                          <a:pt x="910" y="3338"/>
                        </a:lnTo>
                        <a:lnTo>
                          <a:pt x="969" y="3265"/>
                        </a:lnTo>
                        <a:lnTo>
                          <a:pt x="1029" y="3195"/>
                        </a:lnTo>
                        <a:lnTo>
                          <a:pt x="1091" y="3124"/>
                        </a:lnTo>
                        <a:lnTo>
                          <a:pt x="1152" y="3055"/>
                        </a:lnTo>
                        <a:lnTo>
                          <a:pt x="1214" y="2986"/>
                        </a:lnTo>
                        <a:lnTo>
                          <a:pt x="1276" y="2918"/>
                        </a:lnTo>
                        <a:lnTo>
                          <a:pt x="1339" y="2850"/>
                        </a:lnTo>
                        <a:lnTo>
                          <a:pt x="1404" y="2784"/>
                        </a:lnTo>
                        <a:lnTo>
                          <a:pt x="1468" y="2717"/>
                        </a:lnTo>
                        <a:lnTo>
                          <a:pt x="1534" y="2652"/>
                        </a:lnTo>
                        <a:lnTo>
                          <a:pt x="1599" y="2588"/>
                        </a:lnTo>
                        <a:lnTo>
                          <a:pt x="1665" y="2524"/>
                        </a:lnTo>
                        <a:lnTo>
                          <a:pt x="1733" y="2461"/>
                        </a:lnTo>
                        <a:lnTo>
                          <a:pt x="1800" y="2399"/>
                        </a:lnTo>
                        <a:lnTo>
                          <a:pt x="1869" y="2338"/>
                        </a:lnTo>
                        <a:lnTo>
                          <a:pt x="2037" y="2194"/>
                        </a:lnTo>
                        <a:lnTo>
                          <a:pt x="2206" y="2054"/>
                        </a:lnTo>
                        <a:lnTo>
                          <a:pt x="2378" y="1919"/>
                        </a:lnTo>
                        <a:lnTo>
                          <a:pt x="2552" y="1790"/>
                        </a:lnTo>
                        <a:lnTo>
                          <a:pt x="2730" y="1664"/>
                        </a:lnTo>
                        <a:lnTo>
                          <a:pt x="2909" y="1543"/>
                        </a:lnTo>
                        <a:lnTo>
                          <a:pt x="3091" y="1426"/>
                        </a:lnTo>
                        <a:lnTo>
                          <a:pt x="3276" y="1314"/>
                        </a:lnTo>
                        <a:lnTo>
                          <a:pt x="3463" y="1207"/>
                        </a:lnTo>
                        <a:lnTo>
                          <a:pt x="3652" y="1105"/>
                        </a:lnTo>
                        <a:lnTo>
                          <a:pt x="3844" y="1007"/>
                        </a:lnTo>
                        <a:lnTo>
                          <a:pt x="4038" y="913"/>
                        </a:lnTo>
                        <a:lnTo>
                          <a:pt x="4236" y="824"/>
                        </a:lnTo>
                        <a:lnTo>
                          <a:pt x="4435" y="739"/>
                        </a:lnTo>
                        <a:lnTo>
                          <a:pt x="4636" y="660"/>
                        </a:lnTo>
                        <a:lnTo>
                          <a:pt x="4841" y="584"/>
                        </a:lnTo>
                        <a:lnTo>
                          <a:pt x="5048" y="513"/>
                        </a:lnTo>
                        <a:lnTo>
                          <a:pt x="5258" y="447"/>
                        </a:lnTo>
                        <a:lnTo>
                          <a:pt x="5470" y="386"/>
                        </a:lnTo>
                        <a:lnTo>
                          <a:pt x="5684" y="329"/>
                        </a:lnTo>
                        <a:lnTo>
                          <a:pt x="5900" y="276"/>
                        </a:lnTo>
                        <a:lnTo>
                          <a:pt x="6119" y="228"/>
                        </a:lnTo>
                        <a:lnTo>
                          <a:pt x="6341" y="184"/>
                        </a:lnTo>
                        <a:lnTo>
                          <a:pt x="6565" y="145"/>
                        </a:lnTo>
                        <a:lnTo>
                          <a:pt x="6792" y="112"/>
                        </a:lnTo>
                        <a:lnTo>
                          <a:pt x="7021" y="82"/>
                        </a:lnTo>
                        <a:lnTo>
                          <a:pt x="7253" y="57"/>
                        </a:lnTo>
                        <a:lnTo>
                          <a:pt x="7487" y="37"/>
                        </a:lnTo>
                        <a:lnTo>
                          <a:pt x="7723" y="20"/>
                        </a:lnTo>
                        <a:lnTo>
                          <a:pt x="7962" y="9"/>
                        </a:lnTo>
                        <a:lnTo>
                          <a:pt x="8203" y="2"/>
                        </a:lnTo>
                        <a:lnTo>
                          <a:pt x="8448" y="0"/>
                        </a:lnTo>
                        <a:lnTo>
                          <a:pt x="8692" y="2"/>
                        </a:lnTo>
                        <a:lnTo>
                          <a:pt x="8933" y="9"/>
                        </a:lnTo>
                        <a:lnTo>
                          <a:pt x="9172" y="20"/>
                        </a:lnTo>
                        <a:lnTo>
                          <a:pt x="9408" y="37"/>
                        </a:lnTo>
                        <a:lnTo>
                          <a:pt x="9642" y="57"/>
                        </a:lnTo>
                        <a:lnTo>
                          <a:pt x="9874" y="82"/>
                        </a:lnTo>
                        <a:lnTo>
                          <a:pt x="10103" y="112"/>
                        </a:lnTo>
                        <a:lnTo>
                          <a:pt x="10329" y="145"/>
                        </a:lnTo>
                        <a:lnTo>
                          <a:pt x="10553" y="184"/>
                        </a:lnTo>
                        <a:lnTo>
                          <a:pt x="10775" y="228"/>
                        </a:lnTo>
                        <a:lnTo>
                          <a:pt x="10994" y="276"/>
                        </a:lnTo>
                        <a:lnTo>
                          <a:pt x="11210" y="329"/>
                        </a:lnTo>
                        <a:lnTo>
                          <a:pt x="11424" y="386"/>
                        </a:lnTo>
                        <a:lnTo>
                          <a:pt x="11635" y="447"/>
                        </a:lnTo>
                        <a:lnTo>
                          <a:pt x="11845" y="513"/>
                        </a:lnTo>
                        <a:lnTo>
                          <a:pt x="12051" y="584"/>
                        </a:lnTo>
                        <a:lnTo>
                          <a:pt x="12255" y="660"/>
                        </a:lnTo>
                        <a:lnTo>
                          <a:pt x="12457" y="739"/>
                        </a:lnTo>
                        <a:lnTo>
                          <a:pt x="12656" y="824"/>
                        </a:lnTo>
                        <a:lnTo>
                          <a:pt x="12852" y="913"/>
                        </a:lnTo>
                        <a:lnTo>
                          <a:pt x="13046" y="1007"/>
                        </a:lnTo>
                        <a:lnTo>
                          <a:pt x="13238" y="1105"/>
                        </a:lnTo>
                        <a:lnTo>
                          <a:pt x="13427" y="1207"/>
                        </a:lnTo>
                        <a:lnTo>
                          <a:pt x="13614" y="1314"/>
                        </a:lnTo>
                        <a:lnTo>
                          <a:pt x="13797" y="1426"/>
                        </a:lnTo>
                        <a:lnTo>
                          <a:pt x="13979" y="1543"/>
                        </a:lnTo>
                        <a:lnTo>
                          <a:pt x="14158" y="1664"/>
                        </a:lnTo>
                        <a:lnTo>
                          <a:pt x="14334" y="1790"/>
                        </a:lnTo>
                        <a:lnTo>
                          <a:pt x="14508" y="1919"/>
                        </a:lnTo>
                        <a:lnTo>
                          <a:pt x="14680" y="2054"/>
                        </a:lnTo>
                        <a:lnTo>
                          <a:pt x="14849" y="2194"/>
                        </a:lnTo>
                        <a:lnTo>
                          <a:pt x="15016" y="2338"/>
                        </a:lnTo>
                        <a:lnTo>
                          <a:pt x="15084" y="2399"/>
                        </a:lnTo>
                        <a:lnTo>
                          <a:pt x="15152" y="2461"/>
                        </a:lnTo>
                        <a:lnTo>
                          <a:pt x="15219" y="2524"/>
                        </a:lnTo>
                        <a:lnTo>
                          <a:pt x="15286" y="2588"/>
                        </a:lnTo>
                        <a:lnTo>
                          <a:pt x="15352" y="2652"/>
                        </a:lnTo>
                        <a:lnTo>
                          <a:pt x="15416" y="2717"/>
                        </a:lnTo>
                        <a:lnTo>
                          <a:pt x="15481" y="2784"/>
                        </a:lnTo>
                        <a:lnTo>
                          <a:pt x="15545" y="2850"/>
                        </a:lnTo>
                        <a:lnTo>
                          <a:pt x="15608" y="2918"/>
                        </a:lnTo>
                        <a:lnTo>
                          <a:pt x="15671" y="2986"/>
                        </a:lnTo>
                        <a:lnTo>
                          <a:pt x="15732" y="3055"/>
                        </a:lnTo>
                        <a:lnTo>
                          <a:pt x="15793" y="3124"/>
                        </a:lnTo>
                        <a:lnTo>
                          <a:pt x="15854" y="3195"/>
                        </a:lnTo>
                        <a:lnTo>
                          <a:pt x="15913" y="3265"/>
                        </a:lnTo>
                        <a:lnTo>
                          <a:pt x="15972" y="3338"/>
                        </a:lnTo>
                        <a:lnTo>
                          <a:pt x="16031" y="3411"/>
                        </a:lnTo>
                        <a:lnTo>
                          <a:pt x="16088" y="3484"/>
                        </a:lnTo>
                        <a:lnTo>
                          <a:pt x="16145" y="3558"/>
                        </a:lnTo>
                        <a:lnTo>
                          <a:pt x="16202" y="3633"/>
                        </a:lnTo>
                        <a:lnTo>
                          <a:pt x="16258" y="3709"/>
                        </a:lnTo>
                        <a:lnTo>
                          <a:pt x="16313" y="3786"/>
                        </a:lnTo>
                        <a:lnTo>
                          <a:pt x="16368" y="3863"/>
                        </a:lnTo>
                        <a:lnTo>
                          <a:pt x="16420" y="3941"/>
                        </a:lnTo>
                        <a:lnTo>
                          <a:pt x="16474" y="4020"/>
                        </a:lnTo>
                        <a:lnTo>
                          <a:pt x="16526" y="4100"/>
                        </a:lnTo>
                        <a:lnTo>
                          <a:pt x="16579" y="4180"/>
                        </a:lnTo>
                        <a:lnTo>
                          <a:pt x="16629" y="4261"/>
                        </a:lnTo>
                        <a:lnTo>
                          <a:pt x="16680" y="4344"/>
                        </a:lnTo>
                        <a:lnTo>
                          <a:pt x="16729" y="4426"/>
                        </a:lnTo>
                        <a:lnTo>
                          <a:pt x="16779" y="4510"/>
                        </a:lnTo>
                        <a:lnTo>
                          <a:pt x="16828" y="4595"/>
                        </a:lnTo>
                        <a:lnTo>
                          <a:pt x="16875" y="4679"/>
                        </a:lnTo>
                        <a:close/>
                        <a:moveTo>
                          <a:pt x="15271" y="4679"/>
                        </a:moveTo>
                        <a:lnTo>
                          <a:pt x="15210" y="4574"/>
                        </a:lnTo>
                        <a:lnTo>
                          <a:pt x="15147" y="4470"/>
                        </a:lnTo>
                        <a:lnTo>
                          <a:pt x="15116" y="4420"/>
                        </a:lnTo>
                        <a:lnTo>
                          <a:pt x="15084" y="4368"/>
                        </a:lnTo>
                        <a:lnTo>
                          <a:pt x="15051" y="4317"/>
                        </a:lnTo>
                        <a:lnTo>
                          <a:pt x="15018" y="4268"/>
                        </a:lnTo>
                        <a:lnTo>
                          <a:pt x="14950" y="4168"/>
                        </a:lnTo>
                        <a:lnTo>
                          <a:pt x="14882" y="4070"/>
                        </a:lnTo>
                        <a:lnTo>
                          <a:pt x="14811" y="3973"/>
                        </a:lnTo>
                        <a:lnTo>
                          <a:pt x="14738" y="3877"/>
                        </a:lnTo>
                        <a:lnTo>
                          <a:pt x="14664" y="3783"/>
                        </a:lnTo>
                        <a:lnTo>
                          <a:pt x="14588" y="3690"/>
                        </a:lnTo>
                        <a:lnTo>
                          <a:pt x="14511" y="3598"/>
                        </a:lnTo>
                        <a:lnTo>
                          <a:pt x="14433" y="3509"/>
                        </a:lnTo>
                        <a:lnTo>
                          <a:pt x="14352" y="3420"/>
                        </a:lnTo>
                        <a:lnTo>
                          <a:pt x="14271" y="3333"/>
                        </a:lnTo>
                        <a:lnTo>
                          <a:pt x="14188" y="3247"/>
                        </a:lnTo>
                        <a:lnTo>
                          <a:pt x="14103" y="3163"/>
                        </a:lnTo>
                        <a:lnTo>
                          <a:pt x="13999" y="3065"/>
                        </a:lnTo>
                        <a:lnTo>
                          <a:pt x="13892" y="2969"/>
                        </a:lnTo>
                        <a:lnTo>
                          <a:pt x="13786" y="2875"/>
                        </a:lnTo>
                        <a:lnTo>
                          <a:pt x="13677" y="2784"/>
                        </a:lnTo>
                        <a:lnTo>
                          <a:pt x="13566" y="2695"/>
                        </a:lnTo>
                        <a:lnTo>
                          <a:pt x="13455" y="2609"/>
                        </a:lnTo>
                        <a:lnTo>
                          <a:pt x="13342" y="2524"/>
                        </a:lnTo>
                        <a:lnTo>
                          <a:pt x="13228" y="2442"/>
                        </a:lnTo>
                        <a:lnTo>
                          <a:pt x="13111" y="2363"/>
                        </a:lnTo>
                        <a:lnTo>
                          <a:pt x="12994" y="2285"/>
                        </a:lnTo>
                        <a:lnTo>
                          <a:pt x="12875" y="2210"/>
                        </a:lnTo>
                        <a:lnTo>
                          <a:pt x="12754" y="2138"/>
                        </a:lnTo>
                        <a:lnTo>
                          <a:pt x="12632" y="2067"/>
                        </a:lnTo>
                        <a:lnTo>
                          <a:pt x="12509" y="1999"/>
                        </a:lnTo>
                        <a:lnTo>
                          <a:pt x="12384" y="1933"/>
                        </a:lnTo>
                        <a:lnTo>
                          <a:pt x="12258" y="1870"/>
                        </a:lnTo>
                        <a:lnTo>
                          <a:pt x="12129" y="1809"/>
                        </a:lnTo>
                        <a:lnTo>
                          <a:pt x="12000" y="1750"/>
                        </a:lnTo>
                        <a:lnTo>
                          <a:pt x="11869" y="1694"/>
                        </a:lnTo>
                        <a:lnTo>
                          <a:pt x="11737" y="1640"/>
                        </a:lnTo>
                        <a:lnTo>
                          <a:pt x="11603" y="1587"/>
                        </a:lnTo>
                        <a:lnTo>
                          <a:pt x="11468" y="1538"/>
                        </a:lnTo>
                        <a:lnTo>
                          <a:pt x="11331" y="1491"/>
                        </a:lnTo>
                        <a:lnTo>
                          <a:pt x="11192" y="1446"/>
                        </a:lnTo>
                        <a:lnTo>
                          <a:pt x="11052" y="1404"/>
                        </a:lnTo>
                        <a:lnTo>
                          <a:pt x="10911" y="1363"/>
                        </a:lnTo>
                        <a:lnTo>
                          <a:pt x="10768" y="1326"/>
                        </a:lnTo>
                        <a:lnTo>
                          <a:pt x="10624" y="1290"/>
                        </a:lnTo>
                        <a:lnTo>
                          <a:pt x="10478" y="1256"/>
                        </a:lnTo>
                        <a:lnTo>
                          <a:pt x="10331" y="1226"/>
                        </a:lnTo>
                        <a:lnTo>
                          <a:pt x="10182" y="1197"/>
                        </a:lnTo>
                        <a:lnTo>
                          <a:pt x="10031" y="1171"/>
                        </a:lnTo>
                        <a:lnTo>
                          <a:pt x="10097" y="1199"/>
                        </a:lnTo>
                        <a:lnTo>
                          <a:pt x="10162" y="1229"/>
                        </a:lnTo>
                        <a:lnTo>
                          <a:pt x="10225" y="1259"/>
                        </a:lnTo>
                        <a:lnTo>
                          <a:pt x="10288" y="1290"/>
                        </a:lnTo>
                        <a:lnTo>
                          <a:pt x="10351" y="1323"/>
                        </a:lnTo>
                        <a:lnTo>
                          <a:pt x="10412" y="1355"/>
                        </a:lnTo>
                        <a:lnTo>
                          <a:pt x="10472" y="1390"/>
                        </a:lnTo>
                        <a:lnTo>
                          <a:pt x="10532" y="1425"/>
                        </a:lnTo>
                        <a:lnTo>
                          <a:pt x="10591" y="1462"/>
                        </a:lnTo>
                        <a:lnTo>
                          <a:pt x="10649" y="1499"/>
                        </a:lnTo>
                        <a:lnTo>
                          <a:pt x="10706" y="1537"/>
                        </a:lnTo>
                        <a:lnTo>
                          <a:pt x="10763" y="1576"/>
                        </a:lnTo>
                        <a:lnTo>
                          <a:pt x="10818" y="1616"/>
                        </a:lnTo>
                        <a:lnTo>
                          <a:pt x="10874" y="1657"/>
                        </a:lnTo>
                        <a:lnTo>
                          <a:pt x="10928" y="1698"/>
                        </a:lnTo>
                        <a:lnTo>
                          <a:pt x="10980" y="1741"/>
                        </a:lnTo>
                        <a:lnTo>
                          <a:pt x="11033" y="1786"/>
                        </a:lnTo>
                        <a:lnTo>
                          <a:pt x="11085" y="1830"/>
                        </a:lnTo>
                        <a:lnTo>
                          <a:pt x="11135" y="1875"/>
                        </a:lnTo>
                        <a:lnTo>
                          <a:pt x="11186" y="1923"/>
                        </a:lnTo>
                        <a:lnTo>
                          <a:pt x="11235" y="1970"/>
                        </a:lnTo>
                        <a:lnTo>
                          <a:pt x="11283" y="2018"/>
                        </a:lnTo>
                        <a:lnTo>
                          <a:pt x="11331" y="2068"/>
                        </a:lnTo>
                        <a:lnTo>
                          <a:pt x="11378" y="2119"/>
                        </a:lnTo>
                        <a:lnTo>
                          <a:pt x="11423" y="2169"/>
                        </a:lnTo>
                        <a:lnTo>
                          <a:pt x="11469" y="2222"/>
                        </a:lnTo>
                        <a:lnTo>
                          <a:pt x="11513" y="2276"/>
                        </a:lnTo>
                        <a:lnTo>
                          <a:pt x="11557" y="2329"/>
                        </a:lnTo>
                        <a:lnTo>
                          <a:pt x="11599" y="2385"/>
                        </a:lnTo>
                        <a:lnTo>
                          <a:pt x="11642" y="2441"/>
                        </a:lnTo>
                        <a:lnTo>
                          <a:pt x="11683" y="2498"/>
                        </a:lnTo>
                        <a:lnTo>
                          <a:pt x="11723" y="2556"/>
                        </a:lnTo>
                        <a:lnTo>
                          <a:pt x="11763" y="2616"/>
                        </a:lnTo>
                        <a:lnTo>
                          <a:pt x="11802" y="2677"/>
                        </a:lnTo>
                        <a:lnTo>
                          <a:pt x="11839" y="2738"/>
                        </a:lnTo>
                        <a:lnTo>
                          <a:pt x="11876" y="2799"/>
                        </a:lnTo>
                        <a:lnTo>
                          <a:pt x="11911" y="2862"/>
                        </a:lnTo>
                        <a:lnTo>
                          <a:pt x="11943" y="2924"/>
                        </a:lnTo>
                        <a:lnTo>
                          <a:pt x="11976" y="2986"/>
                        </a:lnTo>
                        <a:lnTo>
                          <a:pt x="12007" y="3049"/>
                        </a:lnTo>
                        <a:lnTo>
                          <a:pt x="12037" y="3113"/>
                        </a:lnTo>
                        <a:lnTo>
                          <a:pt x="12066" y="3176"/>
                        </a:lnTo>
                        <a:lnTo>
                          <a:pt x="12092" y="3240"/>
                        </a:lnTo>
                        <a:lnTo>
                          <a:pt x="12118" y="3305"/>
                        </a:lnTo>
                        <a:lnTo>
                          <a:pt x="12143" y="3370"/>
                        </a:lnTo>
                        <a:lnTo>
                          <a:pt x="12167" y="3435"/>
                        </a:lnTo>
                        <a:lnTo>
                          <a:pt x="12189" y="3501"/>
                        </a:lnTo>
                        <a:lnTo>
                          <a:pt x="12209" y="3567"/>
                        </a:lnTo>
                        <a:lnTo>
                          <a:pt x="12229" y="3634"/>
                        </a:lnTo>
                        <a:lnTo>
                          <a:pt x="12247" y="3701"/>
                        </a:lnTo>
                        <a:lnTo>
                          <a:pt x="12264" y="3768"/>
                        </a:lnTo>
                        <a:lnTo>
                          <a:pt x="12280" y="3836"/>
                        </a:lnTo>
                        <a:lnTo>
                          <a:pt x="12294" y="3904"/>
                        </a:lnTo>
                        <a:lnTo>
                          <a:pt x="12308" y="3973"/>
                        </a:lnTo>
                        <a:lnTo>
                          <a:pt x="12320" y="4041"/>
                        </a:lnTo>
                        <a:lnTo>
                          <a:pt x="12330" y="4111"/>
                        </a:lnTo>
                        <a:lnTo>
                          <a:pt x="12340" y="4180"/>
                        </a:lnTo>
                        <a:lnTo>
                          <a:pt x="12348" y="4251"/>
                        </a:lnTo>
                        <a:lnTo>
                          <a:pt x="12356" y="4322"/>
                        </a:lnTo>
                        <a:lnTo>
                          <a:pt x="12361" y="4392"/>
                        </a:lnTo>
                        <a:lnTo>
                          <a:pt x="12365" y="4463"/>
                        </a:lnTo>
                        <a:lnTo>
                          <a:pt x="12368" y="4534"/>
                        </a:lnTo>
                        <a:lnTo>
                          <a:pt x="12370" y="4607"/>
                        </a:lnTo>
                        <a:lnTo>
                          <a:pt x="12370" y="4679"/>
                        </a:lnTo>
                        <a:lnTo>
                          <a:pt x="12370" y="4750"/>
                        </a:lnTo>
                        <a:lnTo>
                          <a:pt x="12368" y="4822"/>
                        </a:lnTo>
                        <a:lnTo>
                          <a:pt x="12365" y="4893"/>
                        </a:lnTo>
                        <a:lnTo>
                          <a:pt x="12361" y="4962"/>
                        </a:lnTo>
                        <a:lnTo>
                          <a:pt x="12356" y="5033"/>
                        </a:lnTo>
                        <a:lnTo>
                          <a:pt x="12348" y="5103"/>
                        </a:lnTo>
                        <a:lnTo>
                          <a:pt x="12341" y="5171"/>
                        </a:lnTo>
                        <a:lnTo>
                          <a:pt x="12331" y="5241"/>
                        </a:lnTo>
                        <a:lnTo>
                          <a:pt x="12321" y="5308"/>
                        </a:lnTo>
                        <a:lnTo>
                          <a:pt x="12309" y="5377"/>
                        </a:lnTo>
                        <a:lnTo>
                          <a:pt x="12296" y="5444"/>
                        </a:lnTo>
                        <a:lnTo>
                          <a:pt x="12282" y="5512"/>
                        </a:lnTo>
                        <a:lnTo>
                          <a:pt x="12266" y="5578"/>
                        </a:lnTo>
                        <a:lnTo>
                          <a:pt x="12249" y="5644"/>
                        </a:lnTo>
                        <a:lnTo>
                          <a:pt x="12231" y="5711"/>
                        </a:lnTo>
                        <a:lnTo>
                          <a:pt x="12212" y="5776"/>
                        </a:lnTo>
                        <a:lnTo>
                          <a:pt x="12192" y="5841"/>
                        </a:lnTo>
                        <a:lnTo>
                          <a:pt x="12170" y="5906"/>
                        </a:lnTo>
                        <a:lnTo>
                          <a:pt x="12147" y="5971"/>
                        </a:lnTo>
                        <a:lnTo>
                          <a:pt x="12124" y="6034"/>
                        </a:lnTo>
                        <a:lnTo>
                          <a:pt x="12097" y="6099"/>
                        </a:lnTo>
                        <a:lnTo>
                          <a:pt x="12071" y="6162"/>
                        </a:lnTo>
                        <a:lnTo>
                          <a:pt x="12043" y="6224"/>
                        </a:lnTo>
                        <a:lnTo>
                          <a:pt x="12014" y="6287"/>
                        </a:lnTo>
                        <a:lnTo>
                          <a:pt x="11983" y="6348"/>
                        </a:lnTo>
                        <a:lnTo>
                          <a:pt x="11952" y="6411"/>
                        </a:lnTo>
                        <a:lnTo>
                          <a:pt x="11919" y="6472"/>
                        </a:lnTo>
                        <a:lnTo>
                          <a:pt x="11885" y="6533"/>
                        </a:lnTo>
                        <a:lnTo>
                          <a:pt x="11850" y="6593"/>
                        </a:lnTo>
                        <a:lnTo>
                          <a:pt x="11814" y="6653"/>
                        </a:lnTo>
                        <a:lnTo>
                          <a:pt x="11776" y="6713"/>
                        </a:lnTo>
                        <a:lnTo>
                          <a:pt x="11737" y="6772"/>
                        </a:lnTo>
                        <a:lnTo>
                          <a:pt x="11696" y="6831"/>
                        </a:lnTo>
                        <a:lnTo>
                          <a:pt x="11655" y="6888"/>
                        </a:lnTo>
                        <a:lnTo>
                          <a:pt x="11614" y="6945"/>
                        </a:lnTo>
                        <a:lnTo>
                          <a:pt x="11572" y="7000"/>
                        </a:lnTo>
                        <a:lnTo>
                          <a:pt x="11529" y="7055"/>
                        </a:lnTo>
                        <a:lnTo>
                          <a:pt x="11484" y="7108"/>
                        </a:lnTo>
                        <a:lnTo>
                          <a:pt x="11440" y="7161"/>
                        </a:lnTo>
                        <a:lnTo>
                          <a:pt x="11395" y="7213"/>
                        </a:lnTo>
                        <a:lnTo>
                          <a:pt x="11348" y="7264"/>
                        </a:lnTo>
                        <a:lnTo>
                          <a:pt x="11301" y="7314"/>
                        </a:lnTo>
                        <a:lnTo>
                          <a:pt x="11254" y="7363"/>
                        </a:lnTo>
                        <a:lnTo>
                          <a:pt x="11204" y="7411"/>
                        </a:lnTo>
                        <a:lnTo>
                          <a:pt x="11155" y="7458"/>
                        </a:lnTo>
                        <a:lnTo>
                          <a:pt x="11105" y="7505"/>
                        </a:lnTo>
                        <a:lnTo>
                          <a:pt x="11054" y="7550"/>
                        </a:lnTo>
                        <a:lnTo>
                          <a:pt x="11003" y="7594"/>
                        </a:lnTo>
                        <a:lnTo>
                          <a:pt x="10950" y="7637"/>
                        </a:lnTo>
                        <a:lnTo>
                          <a:pt x="10896" y="7681"/>
                        </a:lnTo>
                        <a:lnTo>
                          <a:pt x="10842" y="7722"/>
                        </a:lnTo>
                        <a:lnTo>
                          <a:pt x="10787" y="7763"/>
                        </a:lnTo>
                        <a:lnTo>
                          <a:pt x="10731" y="7803"/>
                        </a:lnTo>
                        <a:lnTo>
                          <a:pt x="10676" y="7841"/>
                        </a:lnTo>
                        <a:lnTo>
                          <a:pt x="10618" y="7879"/>
                        </a:lnTo>
                        <a:lnTo>
                          <a:pt x="10560" y="7916"/>
                        </a:lnTo>
                        <a:lnTo>
                          <a:pt x="10502" y="7952"/>
                        </a:lnTo>
                        <a:lnTo>
                          <a:pt x="10441" y="7987"/>
                        </a:lnTo>
                        <a:lnTo>
                          <a:pt x="10381" y="8021"/>
                        </a:lnTo>
                        <a:lnTo>
                          <a:pt x="10320" y="8055"/>
                        </a:lnTo>
                        <a:lnTo>
                          <a:pt x="10259" y="8086"/>
                        </a:lnTo>
                        <a:lnTo>
                          <a:pt x="10196" y="8118"/>
                        </a:lnTo>
                        <a:lnTo>
                          <a:pt x="10132" y="8149"/>
                        </a:lnTo>
                        <a:lnTo>
                          <a:pt x="10069" y="8178"/>
                        </a:lnTo>
                        <a:lnTo>
                          <a:pt x="10290" y="8137"/>
                        </a:lnTo>
                        <a:lnTo>
                          <a:pt x="10506" y="8092"/>
                        </a:lnTo>
                        <a:lnTo>
                          <a:pt x="10719" y="8042"/>
                        </a:lnTo>
                        <a:lnTo>
                          <a:pt x="10929" y="7988"/>
                        </a:lnTo>
                        <a:lnTo>
                          <a:pt x="11134" y="7930"/>
                        </a:lnTo>
                        <a:lnTo>
                          <a:pt x="11336" y="7868"/>
                        </a:lnTo>
                        <a:lnTo>
                          <a:pt x="11534" y="7801"/>
                        </a:lnTo>
                        <a:lnTo>
                          <a:pt x="11728" y="7729"/>
                        </a:lnTo>
                        <a:lnTo>
                          <a:pt x="11919" y="7653"/>
                        </a:lnTo>
                        <a:lnTo>
                          <a:pt x="12106" y="7573"/>
                        </a:lnTo>
                        <a:lnTo>
                          <a:pt x="12289" y="7488"/>
                        </a:lnTo>
                        <a:lnTo>
                          <a:pt x="12469" y="7398"/>
                        </a:lnTo>
                        <a:lnTo>
                          <a:pt x="12645" y="7304"/>
                        </a:lnTo>
                        <a:lnTo>
                          <a:pt x="12817" y="7206"/>
                        </a:lnTo>
                        <a:lnTo>
                          <a:pt x="12984" y="7104"/>
                        </a:lnTo>
                        <a:lnTo>
                          <a:pt x="13149" y="6997"/>
                        </a:lnTo>
                        <a:lnTo>
                          <a:pt x="13310" y="6886"/>
                        </a:lnTo>
                        <a:lnTo>
                          <a:pt x="13467" y="6770"/>
                        </a:lnTo>
                        <a:lnTo>
                          <a:pt x="13620" y="6649"/>
                        </a:lnTo>
                        <a:lnTo>
                          <a:pt x="13770" y="6524"/>
                        </a:lnTo>
                        <a:lnTo>
                          <a:pt x="13916" y="6395"/>
                        </a:lnTo>
                        <a:lnTo>
                          <a:pt x="14057" y="6261"/>
                        </a:lnTo>
                        <a:lnTo>
                          <a:pt x="14195" y="6123"/>
                        </a:lnTo>
                        <a:lnTo>
                          <a:pt x="14330" y="5981"/>
                        </a:lnTo>
                        <a:lnTo>
                          <a:pt x="14461" y="5833"/>
                        </a:lnTo>
                        <a:lnTo>
                          <a:pt x="14587" y="5682"/>
                        </a:lnTo>
                        <a:lnTo>
                          <a:pt x="14711" y="5526"/>
                        </a:lnTo>
                        <a:lnTo>
                          <a:pt x="14830" y="5366"/>
                        </a:lnTo>
                        <a:lnTo>
                          <a:pt x="14946" y="5201"/>
                        </a:lnTo>
                        <a:lnTo>
                          <a:pt x="15058" y="5031"/>
                        </a:lnTo>
                        <a:lnTo>
                          <a:pt x="15166" y="4858"/>
                        </a:lnTo>
                        <a:lnTo>
                          <a:pt x="15271" y="4679"/>
                        </a:lnTo>
                        <a:close/>
                        <a:moveTo>
                          <a:pt x="11555" y="4679"/>
                        </a:moveTo>
                        <a:lnTo>
                          <a:pt x="11554" y="4601"/>
                        </a:lnTo>
                        <a:lnTo>
                          <a:pt x="11552" y="4524"/>
                        </a:lnTo>
                        <a:lnTo>
                          <a:pt x="11548" y="4447"/>
                        </a:lnTo>
                        <a:lnTo>
                          <a:pt x="11541" y="4370"/>
                        </a:lnTo>
                        <a:lnTo>
                          <a:pt x="11533" y="4295"/>
                        </a:lnTo>
                        <a:lnTo>
                          <a:pt x="11524" y="4220"/>
                        </a:lnTo>
                        <a:lnTo>
                          <a:pt x="11512" y="4147"/>
                        </a:lnTo>
                        <a:lnTo>
                          <a:pt x="11498" y="4073"/>
                        </a:lnTo>
                        <a:lnTo>
                          <a:pt x="11482" y="4000"/>
                        </a:lnTo>
                        <a:lnTo>
                          <a:pt x="11466" y="3928"/>
                        </a:lnTo>
                        <a:lnTo>
                          <a:pt x="11448" y="3858"/>
                        </a:lnTo>
                        <a:lnTo>
                          <a:pt x="11426" y="3787"/>
                        </a:lnTo>
                        <a:lnTo>
                          <a:pt x="11404" y="3718"/>
                        </a:lnTo>
                        <a:lnTo>
                          <a:pt x="11380" y="3648"/>
                        </a:lnTo>
                        <a:lnTo>
                          <a:pt x="11354" y="3579"/>
                        </a:lnTo>
                        <a:lnTo>
                          <a:pt x="11326" y="3512"/>
                        </a:lnTo>
                        <a:lnTo>
                          <a:pt x="11297" y="3445"/>
                        </a:lnTo>
                        <a:lnTo>
                          <a:pt x="11265" y="3379"/>
                        </a:lnTo>
                        <a:lnTo>
                          <a:pt x="11232" y="3313"/>
                        </a:lnTo>
                        <a:lnTo>
                          <a:pt x="11198" y="3249"/>
                        </a:lnTo>
                        <a:lnTo>
                          <a:pt x="11161" y="3184"/>
                        </a:lnTo>
                        <a:lnTo>
                          <a:pt x="11123" y="3121"/>
                        </a:lnTo>
                        <a:lnTo>
                          <a:pt x="11082" y="3058"/>
                        </a:lnTo>
                        <a:lnTo>
                          <a:pt x="11040" y="2997"/>
                        </a:lnTo>
                        <a:lnTo>
                          <a:pt x="10996" y="2935"/>
                        </a:lnTo>
                        <a:lnTo>
                          <a:pt x="10951" y="2874"/>
                        </a:lnTo>
                        <a:lnTo>
                          <a:pt x="10903" y="2814"/>
                        </a:lnTo>
                        <a:lnTo>
                          <a:pt x="10854" y="2755"/>
                        </a:lnTo>
                        <a:lnTo>
                          <a:pt x="10803" y="2697"/>
                        </a:lnTo>
                        <a:lnTo>
                          <a:pt x="10750" y="2639"/>
                        </a:lnTo>
                        <a:lnTo>
                          <a:pt x="10696" y="2582"/>
                        </a:lnTo>
                        <a:lnTo>
                          <a:pt x="10640" y="2525"/>
                        </a:lnTo>
                        <a:lnTo>
                          <a:pt x="10582" y="2471"/>
                        </a:lnTo>
                        <a:lnTo>
                          <a:pt x="10524" y="2417"/>
                        </a:lnTo>
                        <a:lnTo>
                          <a:pt x="10465" y="2365"/>
                        </a:lnTo>
                        <a:lnTo>
                          <a:pt x="10406" y="2316"/>
                        </a:lnTo>
                        <a:lnTo>
                          <a:pt x="10345" y="2268"/>
                        </a:lnTo>
                        <a:lnTo>
                          <a:pt x="10284" y="2222"/>
                        </a:lnTo>
                        <a:lnTo>
                          <a:pt x="10222" y="2177"/>
                        </a:lnTo>
                        <a:lnTo>
                          <a:pt x="10160" y="2134"/>
                        </a:lnTo>
                        <a:lnTo>
                          <a:pt x="10097" y="2093"/>
                        </a:lnTo>
                        <a:lnTo>
                          <a:pt x="10032" y="2053"/>
                        </a:lnTo>
                        <a:lnTo>
                          <a:pt x="9968" y="2016"/>
                        </a:lnTo>
                        <a:lnTo>
                          <a:pt x="9902" y="1981"/>
                        </a:lnTo>
                        <a:lnTo>
                          <a:pt x="9836" y="1946"/>
                        </a:lnTo>
                        <a:lnTo>
                          <a:pt x="9769" y="1913"/>
                        </a:lnTo>
                        <a:lnTo>
                          <a:pt x="9701" y="1882"/>
                        </a:lnTo>
                        <a:lnTo>
                          <a:pt x="9632" y="1854"/>
                        </a:lnTo>
                        <a:lnTo>
                          <a:pt x="9564" y="1827"/>
                        </a:lnTo>
                        <a:lnTo>
                          <a:pt x="9493" y="1801"/>
                        </a:lnTo>
                        <a:lnTo>
                          <a:pt x="9423" y="1778"/>
                        </a:lnTo>
                        <a:lnTo>
                          <a:pt x="9352" y="1756"/>
                        </a:lnTo>
                        <a:lnTo>
                          <a:pt x="9279" y="1736"/>
                        </a:lnTo>
                        <a:lnTo>
                          <a:pt x="9206" y="1718"/>
                        </a:lnTo>
                        <a:lnTo>
                          <a:pt x="9133" y="1701"/>
                        </a:lnTo>
                        <a:lnTo>
                          <a:pt x="9059" y="1686"/>
                        </a:lnTo>
                        <a:lnTo>
                          <a:pt x="8984" y="1673"/>
                        </a:lnTo>
                        <a:lnTo>
                          <a:pt x="8908" y="1661"/>
                        </a:lnTo>
                        <a:lnTo>
                          <a:pt x="8831" y="1652"/>
                        </a:lnTo>
                        <a:lnTo>
                          <a:pt x="8754" y="1644"/>
                        </a:lnTo>
                        <a:lnTo>
                          <a:pt x="8676" y="1638"/>
                        </a:lnTo>
                        <a:lnTo>
                          <a:pt x="8597" y="1634"/>
                        </a:lnTo>
                        <a:lnTo>
                          <a:pt x="8518" y="1631"/>
                        </a:lnTo>
                        <a:lnTo>
                          <a:pt x="8438" y="1631"/>
                        </a:lnTo>
                        <a:lnTo>
                          <a:pt x="8395" y="1631"/>
                        </a:lnTo>
                        <a:lnTo>
                          <a:pt x="8353" y="1632"/>
                        </a:lnTo>
                        <a:lnTo>
                          <a:pt x="8311" y="1633"/>
                        </a:lnTo>
                        <a:lnTo>
                          <a:pt x="8269" y="1635"/>
                        </a:lnTo>
                        <a:lnTo>
                          <a:pt x="8227" y="1637"/>
                        </a:lnTo>
                        <a:lnTo>
                          <a:pt x="8185" y="1640"/>
                        </a:lnTo>
                        <a:lnTo>
                          <a:pt x="8143" y="1643"/>
                        </a:lnTo>
                        <a:lnTo>
                          <a:pt x="8102" y="1647"/>
                        </a:lnTo>
                        <a:lnTo>
                          <a:pt x="8061" y="1653"/>
                        </a:lnTo>
                        <a:lnTo>
                          <a:pt x="8020" y="1657"/>
                        </a:lnTo>
                        <a:lnTo>
                          <a:pt x="7979" y="1663"/>
                        </a:lnTo>
                        <a:lnTo>
                          <a:pt x="7938" y="1670"/>
                        </a:lnTo>
                        <a:lnTo>
                          <a:pt x="7896" y="1676"/>
                        </a:lnTo>
                        <a:lnTo>
                          <a:pt x="7856" y="1683"/>
                        </a:lnTo>
                        <a:lnTo>
                          <a:pt x="7816" y="1692"/>
                        </a:lnTo>
                        <a:lnTo>
                          <a:pt x="7775" y="1700"/>
                        </a:lnTo>
                        <a:lnTo>
                          <a:pt x="7735" y="1709"/>
                        </a:lnTo>
                        <a:lnTo>
                          <a:pt x="7695" y="1718"/>
                        </a:lnTo>
                        <a:lnTo>
                          <a:pt x="7655" y="1729"/>
                        </a:lnTo>
                        <a:lnTo>
                          <a:pt x="7616" y="1738"/>
                        </a:lnTo>
                        <a:lnTo>
                          <a:pt x="7537" y="1761"/>
                        </a:lnTo>
                        <a:lnTo>
                          <a:pt x="7458" y="1786"/>
                        </a:lnTo>
                        <a:lnTo>
                          <a:pt x="7380" y="1813"/>
                        </a:lnTo>
                        <a:lnTo>
                          <a:pt x="7302" y="1841"/>
                        </a:lnTo>
                        <a:lnTo>
                          <a:pt x="7226" y="1872"/>
                        </a:lnTo>
                        <a:lnTo>
                          <a:pt x="7149" y="1906"/>
                        </a:lnTo>
                        <a:lnTo>
                          <a:pt x="6826" y="1171"/>
                        </a:lnTo>
                        <a:lnTo>
                          <a:pt x="6606" y="1211"/>
                        </a:lnTo>
                        <a:lnTo>
                          <a:pt x="6388" y="1255"/>
                        </a:lnTo>
                        <a:lnTo>
                          <a:pt x="6174" y="1305"/>
                        </a:lnTo>
                        <a:lnTo>
                          <a:pt x="5964" y="1359"/>
                        </a:lnTo>
                        <a:lnTo>
                          <a:pt x="5758" y="1417"/>
                        </a:lnTo>
                        <a:lnTo>
                          <a:pt x="5555" y="1480"/>
                        </a:lnTo>
                        <a:lnTo>
                          <a:pt x="5357" y="1546"/>
                        </a:lnTo>
                        <a:lnTo>
                          <a:pt x="5162" y="1618"/>
                        </a:lnTo>
                        <a:lnTo>
                          <a:pt x="4970" y="1694"/>
                        </a:lnTo>
                        <a:lnTo>
                          <a:pt x="4783" y="1775"/>
                        </a:lnTo>
                        <a:lnTo>
                          <a:pt x="4598" y="1859"/>
                        </a:lnTo>
                        <a:lnTo>
                          <a:pt x="4419" y="1949"/>
                        </a:lnTo>
                        <a:lnTo>
                          <a:pt x="4242" y="2043"/>
                        </a:lnTo>
                        <a:lnTo>
                          <a:pt x="4070" y="2141"/>
                        </a:lnTo>
                        <a:lnTo>
                          <a:pt x="3901" y="2244"/>
                        </a:lnTo>
                        <a:lnTo>
                          <a:pt x="3736" y="2352"/>
                        </a:lnTo>
                        <a:lnTo>
                          <a:pt x="3574" y="2463"/>
                        </a:lnTo>
                        <a:lnTo>
                          <a:pt x="3417" y="2579"/>
                        </a:lnTo>
                        <a:lnTo>
                          <a:pt x="3263" y="2700"/>
                        </a:lnTo>
                        <a:lnTo>
                          <a:pt x="3113" y="2826"/>
                        </a:lnTo>
                        <a:lnTo>
                          <a:pt x="2967" y="2955"/>
                        </a:lnTo>
                        <a:lnTo>
                          <a:pt x="2824" y="3089"/>
                        </a:lnTo>
                        <a:lnTo>
                          <a:pt x="2685" y="3228"/>
                        </a:lnTo>
                        <a:lnTo>
                          <a:pt x="2550" y="3372"/>
                        </a:lnTo>
                        <a:lnTo>
                          <a:pt x="2418" y="3519"/>
                        </a:lnTo>
                        <a:lnTo>
                          <a:pt x="2291" y="3671"/>
                        </a:lnTo>
                        <a:lnTo>
                          <a:pt x="2167" y="3828"/>
                        </a:lnTo>
                        <a:lnTo>
                          <a:pt x="2047" y="3989"/>
                        </a:lnTo>
                        <a:lnTo>
                          <a:pt x="1931" y="4155"/>
                        </a:lnTo>
                        <a:lnTo>
                          <a:pt x="1818" y="4326"/>
                        </a:lnTo>
                        <a:lnTo>
                          <a:pt x="1710" y="4500"/>
                        </a:lnTo>
                        <a:lnTo>
                          <a:pt x="1604" y="4679"/>
                        </a:lnTo>
                        <a:lnTo>
                          <a:pt x="1665" y="4784"/>
                        </a:lnTo>
                        <a:lnTo>
                          <a:pt x="1728" y="4888"/>
                        </a:lnTo>
                        <a:lnTo>
                          <a:pt x="1792" y="4990"/>
                        </a:lnTo>
                        <a:lnTo>
                          <a:pt x="1858" y="5090"/>
                        </a:lnTo>
                        <a:lnTo>
                          <a:pt x="1925" y="5189"/>
                        </a:lnTo>
                        <a:lnTo>
                          <a:pt x="1993" y="5287"/>
                        </a:lnTo>
                        <a:lnTo>
                          <a:pt x="2064" y="5383"/>
                        </a:lnTo>
                        <a:lnTo>
                          <a:pt x="2136" y="5477"/>
                        </a:lnTo>
                        <a:lnTo>
                          <a:pt x="2173" y="5524"/>
                        </a:lnTo>
                        <a:lnTo>
                          <a:pt x="2210" y="5571"/>
                        </a:lnTo>
                        <a:lnTo>
                          <a:pt x="2246" y="5616"/>
                        </a:lnTo>
                        <a:lnTo>
                          <a:pt x="2283" y="5662"/>
                        </a:lnTo>
                        <a:lnTo>
                          <a:pt x="2322" y="5708"/>
                        </a:lnTo>
                        <a:lnTo>
                          <a:pt x="2360" y="5752"/>
                        </a:lnTo>
                        <a:lnTo>
                          <a:pt x="2399" y="5797"/>
                        </a:lnTo>
                        <a:lnTo>
                          <a:pt x="2438" y="5841"/>
                        </a:lnTo>
                        <a:lnTo>
                          <a:pt x="2477" y="5885"/>
                        </a:lnTo>
                        <a:lnTo>
                          <a:pt x="2518" y="5929"/>
                        </a:lnTo>
                        <a:lnTo>
                          <a:pt x="2558" y="5972"/>
                        </a:lnTo>
                        <a:lnTo>
                          <a:pt x="2599" y="6014"/>
                        </a:lnTo>
                        <a:lnTo>
                          <a:pt x="2640" y="6056"/>
                        </a:lnTo>
                        <a:lnTo>
                          <a:pt x="2681" y="6099"/>
                        </a:lnTo>
                        <a:lnTo>
                          <a:pt x="2723" y="6141"/>
                        </a:lnTo>
                        <a:lnTo>
                          <a:pt x="2765" y="6182"/>
                        </a:lnTo>
                        <a:lnTo>
                          <a:pt x="2869" y="6280"/>
                        </a:lnTo>
                        <a:lnTo>
                          <a:pt x="2973" y="6375"/>
                        </a:lnTo>
                        <a:lnTo>
                          <a:pt x="3080" y="6468"/>
                        </a:lnTo>
                        <a:lnTo>
                          <a:pt x="3187" y="6559"/>
                        </a:lnTo>
                        <a:lnTo>
                          <a:pt x="3297" y="6648"/>
                        </a:lnTo>
                        <a:lnTo>
                          <a:pt x="3407" y="6733"/>
                        </a:lnTo>
                        <a:lnTo>
                          <a:pt x="3519" y="6817"/>
                        </a:lnTo>
                        <a:lnTo>
                          <a:pt x="3632" y="6899"/>
                        </a:lnTo>
                        <a:lnTo>
                          <a:pt x="3747" y="6979"/>
                        </a:lnTo>
                        <a:lnTo>
                          <a:pt x="3864" y="7056"/>
                        </a:lnTo>
                        <a:lnTo>
                          <a:pt x="3981" y="7130"/>
                        </a:lnTo>
                        <a:lnTo>
                          <a:pt x="4102" y="7203"/>
                        </a:lnTo>
                        <a:lnTo>
                          <a:pt x="4222" y="7273"/>
                        </a:lnTo>
                        <a:lnTo>
                          <a:pt x="4344" y="7341"/>
                        </a:lnTo>
                        <a:lnTo>
                          <a:pt x="4468" y="7407"/>
                        </a:lnTo>
                        <a:lnTo>
                          <a:pt x="4593" y="7471"/>
                        </a:lnTo>
                        <a:lnTo>
                          <a:pt x="4720" y="7532"/>
                        </a:lnTo>
                        <a:lnTo>
                          <a:pt x="4848" y="7591"/>
                        </a:lnTo>
                        <a:lnTo>
                          <a:pt x="4978" y="7647"/>
                        </a:lnTo>
                        <a:lnTo>
                          <a:pt x="5109" y="7702"/>
                        </a:lnTo>
                        <a:lnTo>
                          <a:pt x="5242" y="7753"/>
                        </a:lnTo>
                        <a:lnTo>
                          <a:pt x="5376" y="7804"/>
                        </a:lnTo>
                        <a:lnTo>
                          <a:pt x="5511" y="7851"/>
                        </a:lnTo>
                        <a:lnTo>
                          <a:pt x="5648" y="7897"/>
                        </a:lnTo>
                        <a:lnTo>
                          <a:pt x="5786" y="7940"/>
                        </a:lnTo>
                        <a:lnTo>
                          <a:pt x="5926" y="7980"/>
                        </a:lnTo>
                        <a:lnTo>
                          <a:pt x="6068" y="8019"/>
                        </a:lnTo>
                        <a:lnTo>
                          <a:pt x="6210" y="8055"/>
                        </a:lnTo>
                        <a:lnTo>
                          <a:pt x="6354" y="8090"/>
                        </a:lnTo>
                        <a:lnTo>
                          <a:pt x="6500" y="8121"/>
                        </a:lnTo>
                        <a:lnTo>
                          <a:pt x="6648" y="8151"/>
                        </a:lnTo>
                        <a:lnTo>
                          <a:pt x="6796" y="8178"/>
                        </a:lnTo>
                        <a:lnTo>
                          <a:pt x="6732" y="8149"/>
                        </a:lnTo>
                        <a:lnTo>
                          <a:pt x="6669" y="8118"/>
                        </a:lnTo>
                        <a:lnTo>
                          <a:pt x="6607" y="8086"/>
                        </a:lnTo>
                        <a:lnTo>
                          <a:pt x="6544" y="8055"/>
                        </a:lnTo>
                        <a:lnTo>
                          <a:pt x="6483" y="8021"/>
                        </a:lnTo>
                        <a:lnTo>
                          <a:pt x="6423" y="7987"/>
                        </a:lnTo>
                        <a:lnTo>
                          <a:pt x="6364" y="7952"/>
                        </a:lnTo>
                        <a:lnTo>
                          <a:pt x="6305" y="7916"/>
                        </a:lnTo>
                        <a:lnTo>
                          <a:pt x="6248" y="7879"/>
                        </a:lnTo>
                        <a:lnTo>
                          <a:pt x="6191" y="7841"/>
                        </a:lnTo>
                        <a:lnTo>
                          <a:pt x="6134" y="7803"/>
                        </a:lnTo>
                        <a:lnTo>
                          <a:pt x="6079" y="7763"/>
                        </a:lnTo>
                        <a:lnTo>
                          <a:pt x="6024" y="7722"/>
                        </a:lnTo>
                        <a:lnTo>
                          <a:pt x="5971" y="7681"/>
                        </a:lnTo>
                        <a:lnTo>
                          <a:pt x="5917" y="7637"/>
                        </a:lnTo>
                        <a:lnTo>
                          <a:pt x="5865" y="7594"/>
                        </a:lnTo>
                        <a:lnTo>
                          <a:pt x="5813" y="7550"/>
                        </a:lnTo>
                        <a:lnTo>
                          <a:pt x="5763" y="7505"/>
                        </a:lnTo>
                        <a:lnTo>
                          <a:pt x="5712" y="7458"/>
                        </a:lnTo>
                        <a:lnTo>
                          <a:pt x="5664" y="7411"/>
                        </a:lnTo>
                        <a:lnTo>
                          <a:pt x="5615" y="7363"/>
                        </a:lnTo>
                        <a:lnTo>
                          <a:pt x="5568" y="7314"/>
                        </a:lnTo>
                        <a:lnTo>
                          <a:pt x="5521" y="7264"/>
                        </a:lnTo>
                        <a:lnTo>
                          <a:pt x="5475" y="7213"/>
                        </a:lnTo>
                        <a:lnTo>
                          <a:pt x="5430" y="7161"/>
                        </a:lnTo>
                        <a:lnTo>
                          <a:pt x="5385" y="7108"/>
                        </a:lnTo>
                        <a:lnTo>
                          <a:pt x="5341" y="7055"/>
                        </a:lnTo>
                        <a:lnTo>
                          <a:pt x="5299" y="7000"/>
                        </a:lnTo>
                        <a:lnTo>
                          <a:pt x="5257" y="6945"/>
                        </a:lnTo>
                        <a:lnTo>
                          <a:pt x="5215" y="6888"/>
                        </a:lnTo>
                        <a:lnTo>
                          <a:pt x="5174" y="6831"/>
                        </a:lnTo>
                        <a:lnTo>
                          <a:pt x="5135" y="6772"/>
                        </a:lnTo>
                        <a:lnTo>
                          <a:pt x="5096" y="6713"/>
                        </a:lnTo>
                        <a:lnTo>
                          <a:pt x="5058" y="6653"/>
                        </a:lnTo>
                        <a:lnTo>
                          <a:pt x="5022" y="6593"/>
                        </a:lnTo>
                        <a:lnTo>
                          <a:pt x="4988" y="6533"/>
                        </a:lnTo>
                        <a:lnTo>
                          <a:pt x="4954" y="6472"/>
                        </a:lnTo>
                        <a:lnTo>
                          <a:pt x="4921" y="6411"/>
                        </a:lnTo>
                        <a:lnTo>
                          <a:pt x="4890" y="6348"/>
                        </a:lnTo>
                        <a:lnTo>
                          <a:pt x="4859" y="6287"/>
                        </a:lnTo>
                        <a:lnTo>
                          <a:pt x="4830" y="6224"/>
                        </a:lnTo>
                        <a:lnTo>
                          <a:pt x="4803" y="6162"/>
                        </a:lnTo>
                        <a:lnTo>
                          <a:pt x="4777" y="6099"/>
                        </a:lnTo>
                        <a:lnTo>
                          <a:pt x="4751" y="6034"/>
                        </a:lnTo>
                        <a:lnTo>
                          <a:pt x="4727" y="5971"/>
                        </a:lnTo>
                        <a:lnTo>
                          <a:pt x="4704" y="5906"/>
                        </a:lnTo>
                        <a:lnTo>
                          <a:pt x="4683" y="5841"/>
                        </a:lnTo>
                        <a:lnTo>
                          <a:pt x="4662" y="5776"/>
                        </a:lnTo>
                        <a:lnTo>
                          <a:pt x="4643" y="5711"/>
                        </a:lnTo>
                        <a:lnTo>
                          <a:pt x="4625" y="5644"/>
                        </a:lnTo>
                        <a:lnTo>
                          <a:pt x="4609" y="5578"/>
                        </a:lnTo>
                        <a:lnTo>
                          <a:pt x="4593" y="5512"/>
                        </a:lnTo>
                        <a:lnTo>
                          <a:pt x="4578" y="5444"/>
                        </a:lnTo>
                        <a:lnTo>
                          <a:pt x="4566" y="5377"/>
                        </a:lnTo>
                        <a:lnTo>
                          <a:pt x="4554" y="5308"/>
                        </a:lnTo>
                        <a:lnTo>
                          <a:pt x="4544" y="5241"/>
                        </a:lnTo>
                        <a:lnTo>
                          <a:pt x="4534" y="5171"/>
                        </a:lnTo>
                        <a:lnTo>
                          <a:pt x="4527" y="5103"/>
                        </a:lnTo>
                        <a:lnTo>
                          <a:pt x="4519" y="5033"/>
                        </a:lnTo>
                        <a:lnTo>
                          <a:pt x="4514" y="4962"/>
                        </a:lnTo>
                        <a:lnTo>
                          <a:pt x="4510" y="4893"/>
                        </a:lnTo>
                        <a:lnTo>
                          <a:pt x="4507" y="4822"/>
                        </a:lnTo>
                        <a:lnTo>
                          <a:pt x="4505" y="4750"/>
                        </a:lnTo>
                        <a:lnTo>
                          <a:pt x="4505" y="4679"/>
                        </a:lnTo>
                        <a:lnTo>
                          <a:pt x="4505" y="4592"/>
                        </a:lnTo>
                        <a:lnTo>
                          <a:pt x="4508" y="4505"/>
                        </a:lnTo>
                        <a:lnTo>
                          <a:pt x="4513" y="4418"/>
                        </a:lnTo>
                        <a:lnTo>
                          <a:pt x="4519" y="4332"/>
                        </a:lnTo>
                        <a:lnTo>
                          <a:pt x="4529" y="4246"/>
                        </a:lnTo>
                        <a:lnTo>
                          <a:pt x="4539" y="4160"/>
                        </a:lnTo>
                        <a:lnTo>
                          <a:pt x="4552" y="4075"/>
                        </a:lnTo>
                        <a:lnTo>
                          <a:pt x="4566" y="3989"/>
                        </a:lnTo>
                        <a:lnTo>
                          <a:pt x="4583" y="3905"/>
                        </a:lnTo>
                        <a:lnTo>
                          <a:pt x="4601" y="3821"/>
                        </a:lnTo>
                        <a:lnTo>
                          <a:pt x="4621" y="3737"/>
                        </a:lnTo>
                        <a:lnTo>
                          <a:pt x="4643" y="3653"/>
                        </a:lnTo>
                        <a:lnTo>
                          <a:pt x="4667" y="3569"/>
                        </a:lnTo>
                        <a:lnTo>
                          <a:pt x="4692" y="3486"/>
                        </a:lnTo>
                        <a:lnTo>
                          <a:pt x="4720" y="3403"/>
                        </a:lnTo>
                        <a:lnTo>
                          <a:pt x="4749" y="3320"/>
                        </a:lnTo>
                        <a:lnTo>
                          <a:pt x="5538" y="3566"/>
                        </a:lnTo>
                        <a:lnTo>
                          <a:pt x="5512" y="3633"/>
                        </a:lnTo>
                        <a:lnTo>
                          <a:pt x="5486" y="3702"/>
                        </a:lnTo>
                        <a:lnTo>
                          <a:pt x="5464" y="3770"/>
                        </a:lnTo>
                        <a:lnTo>
                          <a:pt x="5443" y="3839"/>
                        </a:lnTo>
                        <a:lnTo>
                          <a:pt x="5423" y="3907"/>
                        </a:lnTo>
                        <a:lnTo>
                          <a:pt x="5405" y="3977"/>
                        </a:lnTo>
                        <a:lnTo>
                          <a:pt x="5389" y="4045"/>
                        </a:lnTo>
                        <a:lnTo>
                          <a:pt x="5375" y="4115"/>
                        </a:lnTo>
                        <a:lnTo>
                          <a:pt x="5362" y="4184"/>
                        </a:lnTo>
                        <a:lnTo>
                          <a:pt x="5350" y="4254"/>
                        </a:lnTo>
                        <a:lnTo>
                          <a:pt x="5341" y="4325"/>
                        </a:lnTo>
                        <a:lnTo>
                          <a:pt x="5334" y="4395"/>
                        </a:lnTo>
                        <a:lnTo>
                          <a:pt x="5327" y="4466"/>
                        </a:lnTo>
                        <a:lnTo>
                          <a:pt x="5323" y="4537"/>
                        </a:lnTo>
                        <a:lnTo>
                          <a:pt x="5321" y="4608"/>
                        </a:lnTo>
                        <a:lnTo>
                          <a:pt x="5320" y="4679"/>
                        </a:lnTo>
                        <a:lnTo>
                          <a:pt x="5321" y="4758"/>
                        </a:lnTo>
                        <a:lnTo>
                          <a:pt x="5323" y="4836"/>
                        </a:lnTo>
                        <a:lnTo>
                          <a:pt x="5327" y="4913"/>
                        </a:lnTo>
                        <a:lnTo>
                          <a:pt x="5334" y="4990"/>
                        </a:lnTo>
                        <a:lnTo>
                          <a:pt x="5342" y="5065"/>
                        </a:lnTo>
                        <a:lnTo>
                          <a:pt x="5351" y="5140"/>
                        </a:lnTo>
                        <a:lnTo>
                          <a:pt x="5363" y="5214"/>
                        </a:lnTo>
                        <a:lnTo>
                          <a:pt x="5377" y="5288"/>
                        </a:lnTo>
                        <a:lnTo>
                          <a:pt x="5392" y="5361"/>
                        </a:lnTo>
                        <a:lnTo>
                          <a:pt x="5409" y="5432"/>
                        </a:lnTo>
                        <a:lnTo>
                          <a:pt x="5427" y="5504"/>
                        </a:lnTo>
                        <a:lnTo>
                          <a:pt x="5449" y="5575"/>
                        </a:lnTo>
                        <a:lnTo>
                          <a:pt x="5471" y="5645"/>
                        </a:lnTo>
                        <a:lnTo>
                          <a:pt x="5495" y="5714"/>
                        </a:lnTo>
                        <a:lnTo>
                          <a:pt x="5521" y="5782"/>
                        </a:lnTo>
                        <a:lnTo>
                          <a:pt x="5549" y="5851"/>
                        </a:lnTo>
                        <a:lnTo>
                          <a:pt x="5578" y="5917"/>
                        </a:lnTo>
                        <a:lnTo>
                          <a:pt x="5610" y="5984"/>
                        </a:lnTo>
                        <a:lnTo>
                          <a:pt x="5643" y="6050"/>
                        </a:lnTo>
                        <a:lnTo>
                          <a:pt x="5677" y="6114"/>
                        </a:lnTo>
                        <a:lnTo>
                          <a:pt x="5714" y="6179"/>
                        </a:lnTo>
                        <a:lnTo>
                          <a:pt x="5752" y="6242"/>
                        </a:lnTo>
                        <a:lnTo>
                          <a:pt x="5792" y="6305"/>
                        </a:lnTo>
                        <a:lnTo>
                          <a:pt x="5835" y="6367"/>
                        </a:lnTo>
                        <a:lnTo>
                          <a:pt x="5879" y="6429"/>
                        </a:lnTo>
                        <a:lnTo>
                          <a:pt x="5924" y="6489"/>
                        </a:lnTo>
                        <a:lnTo>
                          <a:pt x="5972" y="6549"/>
                        </a:lnTo>
                        <a:lnTo>
                          <a:pt x="6021" y="6608"/>
                        </a:lnTo>
                        <a:lnTo>
                          <a:pt x="6072" y="6666"/>
                        </a:lnTo>
                        <a:lnTo>
                          <a:pt x="6125" y="6724"/>
                        </a:lnTo>
                        <a:lnTo>
                          <a:pt x="6179" y="6779"/>
                        </a:lnTo>
                        <a:lnTo>
                          <a:pt x="6235" y="6836"/>
                        </a:lnTo>
                        <a:lnTo>
                          <a:pt x="6293" y="6890"/>
                        </a:lnTo>
                        <a:lnTo>
                          <a:pt x="6351" y="6943"/>
                        </a:lnTo>
                        <a:lnTo>
                          <a:pt x="6410" y="6995"/>
                        </a:lnTo>
                        <a:lnTo>
                          <a:pt x="6469" y="7044"/>
                        </a:lnTo>
                        <a:lnTo>
                          <a:pt x="6530" y="7091"/>
                        </a:lnTo>
                        <a:lnTo>
                          <a:pt x="6591" y="7137"/>
                        </a:lnTo>
                        <a:lnTo>
                          <a:pt x="6653" y="7181"/>
                        </a:lnTo>
                        <a:lnTo>
                          <a:pt x="6715" y="7224"/>
                        </a:lnTo>
                        <a:lnTo>
                          <a:pt x="6778" y="7264"/>
                        </a:lnTo>
                        <a:lnTo>
                          <a:pt x="6843" y="7303"/>
                        </a:lnTo>
                        <a:lnTo>
                          <a:pt x="6907" y="7341"/>
                        </a:lnTo>
                        <a:lnTo>
                          <a:pt x="6973" y="7377"/>
                        </a:lnTo>
                        <a:lnTo>
                          <a:pt x="7039" y="7411"/>
                        </a:lnTo>
                        <a:lnTo>
                          <a:pt x="7106" y="7442"/>
                        </a:lnTo>
                        <a:lnTo>
                          <a:pt x="7174" y="7473"/>
                        </a:lnTo>
                        <a:lnTo>
                          <a:pt x="7243" y="7502"/>
                        </a:lnTo>
                        <a:lnTo>
                          <a:pt x="7311" y="7529"/>
                        </a:lnTo>
                        <a:lnTo>
                          <a:pt x="7382" y="7554"/>
                        </a:lnTo>
                        <a:lnTo>
                          <a:pt x="7452" y="7577"/>
                        </a:lnTo>
                        <a:lnTo>
                          <a:pt x="7523" y="7600"/>
                        </a:lnTo>
                        <a:lnTo>
                          <a:pt x="7596" y="7620"/>
                        </a:lnTo>
                        <a:lnTo>
                          <a:pt x="7669" y="7637"/>
                        </a:lnTo>
                        <a:lnTo>
                          <a:pt x="7742" y="7654"/>
                        </a:lnTo>
                        <a:lnTo>
                          <a:pt x="7816" y="7669"/>
                        </a:lnTo>
                        <a:lnTo>
                          <a:pt x="7891" y="7682"/>
                        </a:lnTo>
                        <a:lnTo>
                          <a:pt x="7967" y="7693"/>
                        </a:lnTo>
                        <a:lnTo>
                          <a:pt x="8044" y="7703"/>
                        </a:lnTo>
                        <a:lnTo>
                          <a:pt x="8121" y="7711"/>
                        </a:lnTo>
                        <a:lnTo>
                          <a:pt x="8199" y="7717"/>
                        </a:lnTo>
                        <a:lnTo>
                          <a:pt x="8278" y="7722"/>
                        </a:lnTo>
                        <a:lnTo>
                          <a:pt x="8357" y="7724"/>
                        </a:lnTo>
                        <a:lnTo>
                          <a:pt x="8438" y="7725"/>
                        </a:lnTo>
                        <a:lnTo>
                          <a:pt x="8518" y="7724"/>
                        </a:lnTo>
                        <a:lnTo>
                          <a:pt x="8597" y="7722"/>
                        </a:lnTo>
                        <a:lnTo>
                          <a:pt x="8676" y="7717"/>
                        </a:lnTo>
                        <a:lnTo>
                          <a:pt x="8754" y="7711"/>
                        </a:lnTo>
                        <a:lnTo>
                          <a:pt x="8831" y="7703"/>
                        </a:lnTo>
                        <a:lnTo>
                          <a:pt x="8908" y="7693"/>
                        </a:lnTo>
                        <a:lnTo>
                          <a:pt x="8984" y="7682"/>
                        </a:lnTo>
                        <a:lnTo>
                          <a:pt x="9059" y="7669"/>
                        </a:lnTo>
                        <a:lnTo>
                          <a:pt x="9133" y="7654"/>
                        </a:lnTo>
                        <a:lnTo>
                          <a:pt x="9206" y="7637"/>
                        </a:lnTo>
                        <a:lnTo>
                          <a:pt x="9279" y="7620"/>
                        </a:lnTo>
                        <a:lnTo>
                          <a:pt x="9352" y="7600"/>
                        </a:lnTo>
                        <a:lnTo>
                          <a:pt x="9423" y="7577"/>
                        </a:lnTo>
                        <a:lnTo>
                          <a:pt x="9493" y="7554"/>
                        </a:lnTo>
                        <a:lnTo>
                          <a:pt x="9564" y="7529"/>
                        </a:lnTo>
                        <a:lnTo>
                          <a:pt x="9632" y="7502"/>
                        </a:lnTo>
                        <a:lnTo>
                          <a:pt x="9701" y="7473"/>
                        </a:lnTo>
                        <a:lnTo>
                          <a:pt x="9769" y="7442"/>
                        </a:lnTo>
                        <a:lnTo>
                          <a:pt x="9836" y="7411"/>
                        </a:lnTo>
                        <a:lnTo>
                          <a:pt x="9902" y="7377"/>
                        </a:lnTo>
                        <a:lnTo>
                          <a:pt x="9968" y="7341"/>
                        </a:lnTo>
                        <a:lnTo>
                          <a:pt x="10032" y="7303"/>
                        </a:lnTo>
                        <a:lnTo>
                          <a:pt x="10097" y="7264"/>
                        </a:lnTo>
                        <a:lnTo>
                          <a:pt x="10160" y="7224"/>
                        </a:lnTo>
                        <a:lnTo>
                          <a:pt x="10222" y="7181"/>
                        </a:lnTo>
                        <a:lnTo>
                          <a:pt x="10284" y="7137"/>
                        </a:lnTo>
                        <a:lnTo>
                          <a:pt x="10345" y="7091"/>
                        </a:lnTo>
                        <a:lnTo>
                          <a:pt x="10406" y="7044"/>
                        </a:lnTo>
                        <a:lnTo>
                          <a:pt x="10465" y="6995"/>
                        </a:lnTo>
                        <a:lnTo>
                          <a:pt x="10524" y="6943"/>
                        </a:lnTo>
                        <a:lnTo>
                          <a:pt x="10582" y="6890"/>
                        </a:lnTo>
                        <a:lnTo>
                          <a:pt x="10640" y="6836"/>
                        </a:lnTo>
                        <a:lnTo>
                          <a:pt x="10696" y="6779"/>
                        </a:lnTo>
                        <a:lnTo>
                          <a:pt x="10750" y="6724"/>
                        </a:lnTo>
                        <a:lnTo>
                          <a:pt x="10803" y="6666"/>
                        </a:lnTo>
                        <a:lnTo>
                          <a:pt x="10854" y="6608"/>
                        </a:lnTo>
                        <a:lnTo>
                          <a:pt x="10903" y="6549"/>
                        </a:lnTo>
                        <a:lnTo>
                          <a:pt x="10951" y="6489"/>
                        </a:lnTo>
                        <a:lnTo>
                          <a:pt x="10996" y="6429"/>
                        </a:lnTo>
                        <a:lnTo>
                          <a:pt x="11040" y="6367"/>
                        </a:lnTo>
                        <a:lnTo>
                          <a:pt x="11082" y="6305"/>
                        </a:lnTo>
                        <a:lnTo>
                          <a:pt x="11123" y="6242"/>
                        </a:lnTo>
                        <a:lnTo>
                          <a:pt x="11161" y="6179"/>
                        </a:lnTo>
                        <a:lnTo>
                          <a:pt x="11198" y="6114"/>
                        </a:lnTo>
                        <a:lnTo>
                          <a:pt x="11232" y="6050"/>
                        </a:lnTo>
                        <a:lnTo>
                          <a:pt x="11265" y="5984"/>
                        </a:lnTo>
                        <a:lnTo>
                          <a:pt x="11297" y="5917"/>
                        </a:lnTo>
                        <a:lnTo>
                          <a:pt x="11326" y="5851"/>
                        </a:lnTo>
                        <a:lnTo>
                          <a:pt x="11354" y="5782"/>
                        </a:lnTo>
                        <a:lnTo>
                          <a:pt x="11380" y="5714"/>
                        </a:lnTo>
                        <a:lnTo>
                          <a:pt x="11404" y="5645"/>
                        </a:lnTo>
                        <a:lnTo>
                          <a:pt x="11426" y="5575"/>
                        </a:lnTo>
                        <a:lnTo>
                          <a:pt x="11448" y="5504"/>
                        </a:lnTo>
                        <a:lnTo>
                          <a:pt x="11466" y="5432"/>
                        </a:lnTo>
                        <a:lnTo>
                          <a:pt x="11482" y="5361"/>
                        </a:lnTo>
                        <a:lnTo>
                          <a:pt x="11498" y="5288"/>
                        </a:lnTo>
                        <a:lnTo>
                          <a:pt x="11512" y="5214"/>
                        </a:lnTo>
                        <a:lnTo>
                          <a:pt x="11524" y="5140"/>
                        </a:lnTo>
                        <a:lnTo>
                          <a:pt x="11533" y="5065"/>
                        </a:lnTo>
                        <a:lnTo>
                          <a:pt x="11541" y="4990"/>
                        </a:lnTo>
                        <a:lnTo>
                          <a:pt x="11548" y="4913"/>
                        </a:lnTo>
                        <a:lnTo>
                          <a:pt x="11552" y="4836"/>
                        </a:lnTo>
                        <a:lnTo>
                          <a:pt x="11554" y="4758"/>
                        </a:lnTo>
                        <a:lnTo>
                          <a:pt x="11555" y="4679"/>
                        </a:lnTo>
                        <a:close/>
                        <a:moveTo>
                          <a:pt x="10797" y="4679"/>
                        </a:moveTo>
                        <a:lnTo>
                          <a:pt x="10796" y="4739"/>
                        </a:lnTo>
                        <a:lnTo>
                          <a:pt x="10795" y="4797"/>
                        </a:lnTo>
                        <a:lnTo>
                          <a:pt x="10791" y="4855"/>
                        </a:lnTo>
                        <a:lnTo>
                          <a:pt x="10786" y="4913"/>
                        </a:lnTo>
                        <a:lnTo>
                          <a:pt x="10780" y="4970"/>
                        </a:lnTo>
                        <a:lnTo>
                          <a:pt x="10773" y="5027"/>
                        </a:lnTo>
                        <a:lnTo>
                          <a:pt x="10764" y="5083"/>
                        </a:lnTo>
                        <a:lnTo>
                          <a:pt x="10754" y="5137"/>
                        </a:lnTo>
                        <a:lnTo>
                          <a:pt x="10742" y="5193"/>
                        </a:lnTo>
                        <a:lnTo>
                          <a:pt x="10729" y="5247"/>
                        </a:lnTo>
                        <a:lnTo>
                          <a:pt x="10715" y="5301"/>
                        </a:lnTo>
                        <a:lnTo>
                          <a:pt x="10700" y="5354"/>
                        </a:lnTo>
                        <a:lnTo>
                          <a:pt x="10683" y="5407"/>
                        </a:lnTo>
                        <a:lnTo>
                          <a:pt x="10664" y="5459"/>
                        </a:lnTo>
                        <a:lnTo>
                          <a:pt x="10645" y="5512"/>
                        </a:lnTo>
                        <a:lnTo>
                          <a:pt x="10624" y="5562"/>
                        </a:lnTo>
                        <a:lnTo>
                          <a:pt x="10602" y="5613"/>
                        </a:lnTo>
                        <a:lnTo>
                          <a:pt x="10577" y="5663"/>
                        </a:lnTo>
                        <a:lnTo>
                          <a:pt x="10553" y="5713"/>
                        </a:lnTo>
                        <a:lnTo>
                          <a:pt x="10527" y="5761"/>
                        </a:lnTo>
                        <a:lnTo>
                          <a:pt x="10498" y="5811"/>
                        </a:lnTo>
                        <a:lnTo>
                          <a:pt x="10470" y="5858"/>
                        </a:lnTo>
                        <a:lnTo>
                          <a:pt x="10439" y="5906"/>
                        </a:lnTo>
                        <a:lnTo>
                          <a:pt x="10408" y="5953"/>
                        </a:lnTo>
                        <a:lnTo>
                          <a:pt x="10375" y="6000"/>
                        </a:lnTo>
                        <a:lnTo>
                          <a:pt x="10340" y="6045"/>
                        </a:lnTo>
                        <a:lnTo>
                          <a:pt x="10304" y="6090"/>
                        </a:lnTo>
                        <a:lnTo>
                          <a:pt x="10267" y="6135"/>
                        </a:lnTo>
                        <a:lnTo>
                          <a:pt x="10228" y="6180"/>
                        </a:lnTo>
                        <a:lnTo>
                          <a:pt x="10189" y="6223"/>
                        </a:lnTo>
                        <a:lnTo>
                          <a:pt x="10148" y="6267"/>
                        </a:lnTo>
                        <a:lnTo>
                          <a:pt x="10106" y="6309"/>
                        </a:lnTo>
                        <a:lnTo>
                          <a:pt x="10062" y="6352"/>
                        </a:lnTo>
                        <a:lnTo>
                          <a:pt x="10017" y="6392"/>
                        </a:lnTo>
                        <a:lnTo>
                          <a:pt x="9973" y="6431"/>
                        </a:lnTo>
                        <a:lnTo>
                          <a:pt x="9928" y="6469"/>
                        </a:lnTo>
                        <a:lnTo>
                          <a:pt x="9881" y="6505"/>
                        </a:lnTo>
                        <a:lnTo>
                          <a:pt x="9835" y="6540"/>
                        </a:lnTo>
                        <a:lnTo>
                          <a:pt x="9789" y="6574"/>
                        </a:lnTo>
                        <a:lnTo>
                          <a:pt x="9741" y="6607"/>
                        </a:lnTo>
                        <a:lnTo>
                          <a:pt x="9693" y="6637"/>
                        </a:lnTo>
                        <a:lnTo>
                          <a:pt x="9644" y="6667"/>
                        </a:lnTo>
                        <a:lnTo>
                          <a:pt x="9594" y="6695"/>
                        </a:lnTo>
                        <a:lnTo>
                          <a:pt x="9545" y="6723"/>
                        </a:lnTo>
                        <a:lnTo>
                          <a:pt x="9494" y="6749"/>
                        </a:lnTo>
                        <a:lnTo>
                          <a:pt x="9444" y="6773"/>
                        </a:lnTo>
                        <a:lnTo>
                          <a:pt x="9393" y="6796"/>
                        </a:lnTo>
                        <a:lnTo>
                          <a:pt x="9340" y="6817"/>
                        </a:lnTo>
                        <a:lnTo>
                          <a:pt x="9289" y="6839"/>
                        </a:lnTo>
                        <a:lnTo>
                          <a:pt x="9235" y="6857"/>
                        </a:lnTo>
                        <a:lnTo>
                          <a:pt x="9182" y="6875"/>
                        </a:lnTo>
                        <a:lnTo>
                          <a:pt x="9127" y="6892"/>
                        </a:lnTo>
                        <a:lnTo>
                          <a:pt x="9073" y="6907"/>
                        </a:lnTo>
                        <a:lnTo>
                          <a:pt x="9018" y="6921"/>
                        </a:lnTo>
                        <a:lnTo>
                          <a:pt x="8963" y="6933"/>
                        </a:lnTo>
                        <a:lnTo>
                          <a:pt x="8906" y="6945"/>
                        </a:lnTo>
                        <a:lnTo>
                          <a:pt x="8850" y="6954"/>
                        </a:lnTo>
                        <a:lnTo>
                          <a:pt x="8792" y="6963"/>
                        </a:lnTo>
                        <a:lnTo>
                          <a:pt x="8735" y="6970"/>
                        </a:lnTo>
                        <a:lnTo>
                          <a:pt x="8676" y="6977"/>
                        </a:lnTo>
                        <a:lnTo>
                          <a:pt x="8617" y="6981"/>
                        </a:lnTo>
                        <a:lnTo>
                          <a:pt x="8558" y="6984"/>
                        </a:lnTo>
                        <a:lnTo>
                          <a:pt x="8498" y="6986"/>
                        </a:lnTo>
                        <a:lnTo>
                          <a:pt x="8438" y="6987"/>
                        </a:lnTo>
                        <a:lnTo>
                          <a:pt x="8376" y="6986"/>
                        </a:lnTo>
                        <a:lnTo>
                          <a:pt x="8316" y="6984"/>
                        </a:lnTo>
                        <a:lnTo>
                          <a:pt x="8256" y="6981"/>
                        </a:lnTo>
                        <a:lnTo>
                          <a:pt x="8197" y="6977"/>
                        </a:lnTo>
                        <a:lnTo>
                          <a:pt x="8138" y="6970"/>
                        </a:lnTo>
                        <a:lnTo>
                          <a:pt x="8080" y="6963"/>
                        </a:lnTo>
                        <a:lnTo>
                          <a:pt x="8022" y="6954"/>
                        </a:lnTo>
                        <a:lnTo>
                          <a:pt x="7965" y="6945"/>
                        </a:lnTo>
                        <a:lnTo>
                          <a:pt x="7908" y="6933"/>
                        </a:lnTo>
                        <a:lnTo>
                          <a:pt x="7852" y="6921"/>
                        </a:lnTo>
                        <a:lnTo>
                          <a:pt x="7797" y="6907"/>
                        </a:lnTo>
                        <a:lnTo>
                          <a:pt x="7742" y="6892"/>
                        </a:lnTo>
                        <a:lnTo>
                          <a:pt x="7688" y="6875"/>
                        </a:lnTo>
                        <a:lnTo>
                          <a:pt x="7635" y="6857"/>
                        </a:lnTo>
                        <a:lnTo>
                          <a:pt x="7581" y="6839"/>
                        </a:lnTo>
                        <a:lnTo>
                          <a:pt x="7528" y="6817"/>
                        </a:lnTo>
                        <a:lnTo>
                          <a:pt x="7477" y="6796"/>
                        </a:lnTo>
                        <a:lnTo>
                          <a:pt x="7425" y="6773"/>
                        </a:lnTo>
                        <a:lnTo>
                          <a:pt x="7374" y="6749"/>
                        </a:lnTo>
                        <a:lnTo>
                          <a:pt x="7325" y="6723"/>
                        </a:lnTo>
                        <a:lnTo>
                          <a:pt x="7274" y="6695"/>
                        </a:lnTo>
                        <a:lnTo>
                          <a:pt x="7226" y="6667"/>
                        </a:lnTo>
                        <a:lnTo>
                          <a:pt x="7177" y="6637"/>
                        </a:lnTo>
                        <a:lnTo>
                          <a:pt x="7130" y="6607"/>
                        </a:lnTo>
                        <a:lnTo>
                          <a:pt x="7082" y="6574"/>
                        </a:lnTo>
                        <a:lnTo>
                          <a:pt x="7035" y="6540"/>
                        </a:lnTo>
                        <a:lnTo>
                          <a:pt x="6988" y="6505"/>
                        </a:lnTo>
                        <a:lnTo>
                          <a:pt x="6943" y="6469"/>
                        </a:lnTo>
                        <a:lnTo>
                          <a:pt x="6898" y="6431"/>
                        </a:lnTo>
                        <a:lnTo>
                          <a:pt x="6853" y="6392"/>
                        </a:lnTo>
                        <a:lnTo>
                          <a:pt x="6809" y="6352"/>
                        </a:lnTo>
                        <a:lnTo>
                          <a:pt x="6766" y="6309"/>
                        </a:lnTo>
                        <a:lnTo>
                          <a:pt x="6724" y="6267"/>
                        </a:lnTo>
                        <a:lnTo>
                          <a:pt x="6683" y="6223"/>
                        </a:lnTo>
                        <a:lnTo>
                          <a:pt x="6642" y="6180"/>
                        </a:lnTo>
                        <a:lnTo>
                          <a:pt x="6604" y="6135"/>
                        </a:lnTo>
                        <a:lnTo>
                          <a:pt x="6568" y="6090"/>
                        </a:lnTo>
                        <a:lnTo>
                          <a:pt x="6532" y="6045"/>
                        </a:lnTo>
                        <a:lnTo>
                          <a:pt x="6498" y="6000"/>
                        </a:lnTo>
                        <a:lnTo>
                          <a:pt x="6464" y="5953"/>
                        </a:lnTo>
                        <a:lnTo>
                          <a:pt x="6433" y="5906"/>
                        </a:lnTo>
                        <a:lnTo>
                          <a:pt x="6403" y="5858"/>
                        </a:lnTo>
                        <a:lnTo>
                          <a:pt x="6373" y="5811"/>
                        </a:lnTo>
                        <a:lnTo>
                          <a:pt x="6346" y="5761"/>
                        </a:lnTo>
                        <a:lnTo>
                          <a:pt x="6320" y="5713"/>
                        </a:lnTo>
                        <a:lnTo>
                          <a:pt x="6295" y="5663"/>
                        </a:lnTo>
                        <a:lnTo>
                          <a:pt x="6272" y="5613"/>
                        </a:lnTo>
                        <a:lnTo>
                          <a:pt x="6250" y="5562"/>
                        </a:lnTo>
                        <a:lnTo>
                          <a:pt x="6229" y="5512"/>
                        </a:lnTo>
                        <a:lnTo>
                          <a:pt x="6209" y="5459"/>
                        </a:lnTo>
                        <a:lnTo>
                          <a:pt x="6191" y="5407"/>
                        </a:lnTo>
                        <a:lnTo>
                          <a:pt x="6174" y="5354"/>
                        </a:lnTo>
                        <a:lnTo>
                          <a:pt x="6159" y="5301"/>
                        </a:lnTo>
                        <a:lnTo>
                          <a:pt x="6145" y="5247"/>
                        </a:lnTo>
                        <a:lnTo>
                          <a:pt x="6132" y="5193"/>
                        </a:lnTo>
                        <a:lnTo>
                          <a:pt x="6120" y="5137"/>
                        </a:lnTo>
                        <a:lnTo>
                          <a:pt x="6111" y="5083"/>
                        </a:lnTo>
                        <a:lnTo>
                          <a:pt x="6102" y="5027"/>
                        </a:lnTo>
                        <a:lnTo>
                          <a:pt x="6095" y="4970"/>
                        </a:lnTo>
                        <a:lnTo>
                          <a:pt x="6089" y="4913"/>
                        </a:lnTo>
                        <a:lnTo>
                          <a:pt x="6084" y="4855"/>
                        </a:lnTo>
                        <a:lnTo>
                          <a:pt x="6080" y="4797"/>
                        </a:lnTo>
                        <a:lnTo>
                          <a:pt x="6078" y="4739"/>
                        </a:lnTo>
                        <a:lnTo>
                          <a:pt x="6078" y="4679"/>
                        </a:lnTo>
                        <a:lnTo>
                          <a:pt x="6078" y="4626"/>
                        </a:lnTo>
                        <a:lnTo>
                          <a:pt x="6080" y="4573"/>
                        </a:lnTo>
                        <a:lnTo>
                          <a:pt x="6083" y="4522"/>
                        </a:lnTo>
                        <a:lnTo>
                          <a:pt x="6088" y="4469"/>
                        </a:lnTo>
                        <a:lnTo>
                          <a:pt x="6093" y="4417"/>
                        </a:lnTo>
                        <a:lnTo>
                          <a:pt x="6099" y="4366"/>
                        </a:lnTo>
                        <a:lnTo>
                          <a:pt x="6107" y="4314"/>
                        </a:lnTo>
                        <a:lnTo>
                          <a:pt x="6115" y="4262"/>
                        </a:lnTo>
                        <a:lnTo>
                          <a:pt x="6126" y="4212"/>
                        </a:lnTo>
                        <a:lnTo>
                          <a:pt x="6136" y="4160"/>
                        </a:lnTo>
                        <a:lnTo>
                          <a:pt x="6149" y="4110"/>
                        </a:lnTo>
                        <a:lnTo>
                          <a:pt x="6161" y="4059"/>
                        </a:lnTo>
                        <a:lnTo>
                          <a:pt x="6176" y="4010"/>
                        </a:lnTo>
                        <a:lnTo>
                          <a:pt x="6191" y="3960"/>
                        </a:lnTo>
                        <a:lnTo>
                          <a:pt x="6208" y="3910"/>
                        </a:lnTo>
                        <a:lnTo>
                          <a:pt x="6226" y="3861"/>
                        </a:lnTo>
                        <a:lnTo>
                          <a:pt x="8636" y="4954"/>
                        </a:lnTo>
                        <a:lnTo>
                          <a:pt x="7504" y="2566"/>
                        </a:lnTo>
                        <a:lnTo>
                          <a:pt x="7560" y="2542"/>
                        </a:lnTo>
                        <a:lnTo>
                          <a:pt x="7616" y="2520"/>
                        </a:lnTo>
                        <a:lnTo>
                          <a:pt x="7672" y="2499"/>
                        </a:lnTo>
                        <a:lnTo>
                          <a:pt x="7729" y="2480"/>
                        </a:lnTo>
                        <a:lnTo>
                          <a:pt x="7786" y="2462"/>
                        </a:lnTo>
                        <a:lnTo>
                          <a:pt x="7843" y="2446"/>
                        </a:lnTo>
                        <a:lnTo>
                          <a:pt x="7901" y="2432"/>
                        </a:lnTo>
                        <a:lnTo>
                          <a:pt x="7959" y="2418"/>
                        </a:lnTo>
                        <a:lnTo>
                          <a:pt x="8017" y="2406"/>
                        </a:lnTo>
                        <a:lnTo>
                          <a:pt x="8076" y="2396"/>
                        </a:lnTo>
                        <a:lnTo>
                          <a:pt x="8135" y="2387"/>
                        </a:lnTo>
                        <a:lnTo>
                          <a:pt x="8195" y="2381"/>
                        </a:lnTo>
                        <a:lnTo>
                          <a:pt x="8255" y="2375"/>
                        </a:lnTo>
                        <a:lnTo>
                          <a:pt x="8315" y="2372"/>
                        </a:lnTo>
                        <a:lnTo>
                          <a:pt x="8376" y="2369"/>
                        </a:lnTo>
                        <a:lnTo>
                          <a:pt x="8438" y="2368"/>
                        </a:lnTo>
                        <a:lnTo>
                          <a:pt x="8498" y="2368"/>
                        </a:lnTo>
                        <a:lnTo>
                          <a:pt x="8558" y="2371"/>
                        </a:lnTo>
                        <a:lnTo>
                          <a:pt x="8617" y="2374"/>
                        </a:lnTo>
                        <a:lnTo>
                          <a:pt x="8676" y="2379"/>
                        </a:lnTo>
                        <a:lnTo>
                          <a:pt x="8735" y="2384"/>
                        </a:lnTo>
                        <a:lnTo>
                          <a:pt x="8792" y="2392"/>
                        </a:lnTo>
                        <a:lnTo>
                          <a:pt x="8850" y="2400"/>
                        </a:lnTo>
                        <a:lnTo>
                          <a:pt x="8906" y="2411"/>
                        </a:lnTo>
                        <a:lnTo>
                          <a:pt x="8963" y="2421"/>
                        </a:lnTo>
                        <a:lnTo>
                          <a:pt x="9018" y="2434"/>
                        </a:lnTo>
                        <a:lnTo>
                          <a:pt x="9073" y="2449"/>
                        </a:lnTo>
                        <a:lnTo>
                          <a:pt x="9127" y="2463"/>
                        </a:lnTo>
                        <a:lnTo>
                          <a:pt x="9182" y="2480"/>
                        </a:lnTo>
                        <a:lnTo>
                          <a:pt x="9235" y="2497"/>
                        </a:lnTo>
                        <a:lnTo>
                          <a:pt x="9289" y="2517"/>
                        </a:lnTo>
                        <a:lnTo>
                          <a:pt x="9340" y="2537"/>
                        </a:lnTo>
                        <a:lnTo>
                          <a:pt x="9393" y="2559"/>
                        </a:lnTo>
                        <a:lnTo>
                          <a:pt x="9444" y="2582"/>
                        </a:lnTo>
                        <a:lnTo>
                          <a:pt x="9494" y="2607"/>
                        </a:lnTo>
                        <a:lnTo>
                          <a:pt x="9545" y="2632"/>
                        </a:lnTo>
                        <a:lnTo>
                          <a:pt x="9594" y="2659"/>
                        </a:lnTo>
                        <a:lnTo>
                          <a:pt x="9644" y="2688"/>
                        </a:lnTo>
                        <a:lnTo>
                          <a:pt x="9693" y="2717"/>
                        </a:lnTo>
                        <a:lnTo>
                          <a:pt x="9741" y="2749"/>
                        </a:lnTo>
                        <a:lnTo>
                          <a:pt x="9789" y="2782"/>
                        </a:lnTo>
                        <a:lnTo>
                          <a:pt x="9835" y="2815"/>
                        </a:lnTo>
                        <a:lnTo>
                          <a:pt x="9881" y="2850"/>
                        </a:lnTo>
                        <a:lnTo>
                          <a:pt x="9928" y="2887"/>
                        </a:lnTo>
                        <a:lnTo>
                          <a:pt x="9973" y="2924"/>
                        </a:lnTo>
                        <a:lnTo>
                          <a:pt x="10017" y="2964"/>
                        </a:lnTo>
                        <a:lnTo>
                          <a:pt x="10062" y="3004"/>
                        </a:lnTo>
                        <a:lnTo>
                          <a:pt x="10106" y="3046"/>
                        </a:lnTo>
                        <a:lnTo>
                          <a:pt x="10148" y="3088"/>
                        </a:lnTo>
                        <a:lnTo>
                          <a:pt x="10189" y="3132"/>
                        </a:lnTo>
                        <a:lnTo>
                          <a:pt x="10228" y="3176"/>
                        </a:lnTo>
                        <a:lnTo>
                          <a:pt x="10267" y="3220"/>
                        </a:lnTo>
                        <a:lnTo>
                          <a:pt x="10304" y="3264"/>
                        </a:lnTo>
                        <a:lnTo>
                          <a:pt x="10340" y="3310"/>
                        </a:lnTo>
                        <a:lnTo>
                          <a:pt x="10375" y="3356"/>
                        </a:lnTo>
                        <a:lnTo>
                          <a:pt x="10408" y="3402"/>
                        </a:lnTo>
                        <a:lnTo>
                          <a:pt x="10439" y="3450"/>
                        </a:lnTo>
                        <a:lnTo>
                          <a:pt x="10470" y="3497"/>
                        </a:lnTo>
                        <a:lnTo>
                          <a:pt x="10498" y="3545"/>
                        </a:lnTo>
                        <a:lnTo>
                          <a:pt x="10527" y="3593"/>
                        </a:lnTo>
                        <a:lnTo>
                          <a:pt x="10553" y="3643"/>
                        </a:lnTo>
                        <a:lnTo>
                          <a:pt x="10577" y="3692"/>
                        </a:lnTo>
                        <a:lnTo>
                          <a:pt x="10602" y="3743"/>
                        </a:lnTo>
                        <a:lnTo>
                          <a:pt x="10624" y="3793"/>
                        </a:lnTo>
                        <a:lnTo>
                          <a:pt x="10645" y="3845"/>
                        </a:lnTo>
                        <a:lnTo>
                          <a:pt x="10664" y="3897"/>
                        </a:lnTo>
                        <a:lnTo>
                          <a:pt x="10683" y="3948"/>
                        </a:lnTo>
                        <a:lnTo>
                          <a:pt x="10700" y="4002"/>
                        </a:lnTo>
                        <a:lnTo>
                          <a:pt x="10715" y="4055"/>
                        </a:lnTo>
                        <a:lnTo>
                          <a:pt x="10729" y="4110"/>
                        </a:lnTo>
                        <a:lnTo>
                          <a:pt x="10742" y="4163"/>
                        </a:lnTo>
                        <a:lnTo>
                          <a:pt x="10754" y="4219"/>
                        </a:lnTo>
                        <a:lnTo>
                          <a:pt x="10764" y="4274"/>
                        </a:lnTo>
                        <a:lnTo>
                          <a:pt x="10773" y="4331"/>
                        </a:lnTo>
                        <a:lnTo>
                          <a:pt x="10780" y="4388"/>
                        </a:lnTo>
                        <a:lnTo>
                          <a:pt x="10786" y="4445"/>
                        </a:lnTo>
                        <a:lnTo>
                          <a:pt x="10791" y="4503"/>
                        </a:lnTo>
                        <a:lnTo>
                          <a:pt x="10795" y="4561"/>
                        </a:lnTo>
                        <a:lnTo>
                          <a:pt x="10796" y="4620"/>
                        </a:lnTo>
                        <a:lnTo>
                          <a:pt x="10797" y="467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" name="Oval 653"/>
                  <p:cNvSpPr>
                    <a:spLocks noChangeArrowheads="1"/>
                  </p:cNvSpPr>
                  <p:nvPr/>
                </p:nvSpPr>
                <p:spPr bwMode="auto">
                  <a:xfrm>
                    <a:off x="3538" y="4421"/>
                    <a:ext cx="320" cy="320"/>
                  </a:xfrm>
                  <a:prstGeom prst="ellipse">
                    <a:avLst/>
                  </a:pr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" name="AutoShape 654"/>
                  <p:cNvSpPr>
                    <a:spLocks noChangeArrowheads="1"/>
                  </p:cNvSpPr>
                  <p:nvPr/>
                </p:nvSpPr>
                <p:spPr bwMode="auto">
                  <a:xfrm>
                    <a:off x="3436" y="4313"/>
                    <a:ext cx="527" cy="527"/>
                  </a:xfrm>
                  <a:custGeom>
                    <a:avLst/>
                    <a:gdLst>
                      <a:gd name="G0" fmla="+- 2582 0 0"/>
                      <a:gd name="G1" fmla="+- 21600 0 2582"/>
                      <a:gd name="G2" fmla="+- 21600 0 2582"/>
                      <a:gd name="G3" fmla="*/ G0 2929 10000"/>
                      <a:gd name="G4" fmla="+- 21600 0 G3"/>
                      <a:gd name="G5" fmla="+- 21600 0 G3"/>
                      <a:gd name="T0" fmla="*/ 10800 w 21600"/>
                      <a:gd name="T1" fmla="*/ 0 h 21600"/>
                      <a:gd name="T2" fmla="*/ 3163 w 21600"/>
                      <a:gd name="T3" fmla="*/ 3163 h 21600"/>
                      <a:gd name="T4" fmla="*/ 0 w 21600"/>
                      <a:gd name="T5" fmla="*/ 10800 h 21600"/>
                      <a:gd name="T6" fmla="*/ 3163 w 21600"/>
                      <a:gd name="T7" fmla="*/ 18437 h 21600"/>
                      <a:gd name="T8" fmla="*/ 10800 w 21600"/>
                      <a:gd name="T9" fmla="*/ 21600 h 21600"/>
                      <a:gd name="T10" fmla="*/ 18437 w 21600"/>
                      <a:gd name="T11" fmla="*/ 18437 h 21600"/>
                      <a:gd name="T12" fmla="*/ 21600 w 21600"/>
                      <a:gd name="T13" fmla="*/ 10800 h 21600"/>
                      <a:gd name="T14" fmla="*/ 18437 w 21600"/>
                      <a:gd name="T15" fmla="*/ 3163 h 21600"/>
                      <a:gd name="T16" fmla="*/ 3163 w 21600"/>
                      <a:gd name="T17" fmla="*/ 3163 h 21600"/>
                      <a:gd name="T18" fmla="*/ 18437 w 21600"/>
                      <a:gd name="T19" fmla="*/ 18437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T16" t="T17" r="T18" b="T19"/>
                    <a:pathLst>
                      <a:path w="21600" h="21600">
                        <a:moveTo>
                          <a:pt x="0" y="10800"/>
                        </a:moveTo>
                        <a:cubicBezTo>
                          <a:pt x="0" y="4835"/>
                          <a:pt x="4835" y="0"/>
                          <a:pt x="10800" y="0"/>
                        </a:cubicBezTo>
                        <a:cubicBezTo>
                          <a:pt x="16765" y="0"/>
                          <a:pt x="21600" y="4835"/>
                          <a:pt x="21600" y="10800"/>
                        </a:cubicBezTo>
                        <a:cubicBezTo>
                          <a:pt x="21600" y="16765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16765"/>
                          <a:pt x="0" y="10800"/>
                        </a:cubicBezTo>
                        <a:close/>
                        <a:moveTo>
                          <a:pt x="2582" y="10800"/>
                        </a:moveTo>
                        <a:cubicBezTo>
                          <a:pt x="2582" y="15339"/>
                          <a:pt x="6261" y="19018"/>
                          <a:pt x="10800" y="19018"/>
                        </a:cubicBezTo>
                        <a:cubicBezTo>
                          <a:pt x="15339" y="19018"/>
                          <a:pt x="19018" y="15339"/>
                          <a:pt x="19018" y="10800"/>
                        </a:cubicBezTo>
                        <a:cubicBezTo>
                          <a:pt x="19018" y="6261"/>
                          <a:pt x="15339" y="2582"/>
                          <a:pt x="10800" y="2582"/>
                        </a:cubicBezTo>
                        <a:cubicBezTo>
                          <a:pt x="6261" y="2582"/>
                          <a:pt x="2582" y="6261"/>
                          <a:pt x="2582" y="108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6" name="AutoShape 656"/>
                <p:cNvSpPr>
                  <a:spLocks noChangeArrowheads="1"/>
                </p:cNvSpPr>
                <p:nvPr/>
              </p:nvSpPr>
              <p:spPr bwMode="auto">
                <a:xfrm rot="1198326">
                  <a:off x="4088" y="4250"/>
                  <a:ext cx="97" cy="94"/>
                </a:xfrm>
                <a:prstGeom prst="triangle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32" name="组合 131"/>
          <p:cNvGrpSpPr/>
          <p:nvPr/>
        </p:nvGrpSpPr>
        <p:grpSpPr>
          <a:xfrm>
            <a:off x="2164933" y="4369668"/>
            <a:ext cx="922815" cy="922815"/>
            <a:chOff x="1379316" y="4242017"/>
            <a:chExt cx="922815" cy="922815"/>
          </a:xfrm>
        </p:grpSpPr>
        <p:sp>
          <p:nvSpPr>
            <p:cNvPr id="67" name="椭圆 66"/>
            <p:cNvSpPr/>
            <p:nvPr/>
          </p:nvSpPr>
          <p:spPr>
            <a:xfrm>
              <a:off x="1379316" y="4242017"/>
              <a:ext cx="922815" cy="922815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0" name="组合 79"/>
            <p:cNvGrpSpPr/>
            <p:nvPr/>
          </p:nvGrpSpPr>
          <p:grpSpPr>
            <a:xfrm>
              <a:off x="1521026" y="4387848"/>
              <a:ext cx="647682" cy="647682"/>
              <a:chOff x="1407600" y="4289874"/>
              <a:chExt cx="799484" cy="799484"/>
            </a:xfrm>
          </p:grpSpPr>
          <p:sp>
            <p:nvSpPr>
              <p:cNvPr id="81" name="椭圆 80"/>
              <p:cNvSpPr/>
              <p:nvPr/>
            </p:nvSpPr>
            <p:spPr>
              <a:xfrm>
                <a:off x="1407600" y="4289874"/>
                <a:ext cx="799484" cy="79948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Freeform 140"/>
              <p:cNvSpPr>
                <a:spLocks/>
              </p:cNvSpPr>
              <p:nvPr/>
            </p:nvSpPr>
            <p:spPr bwMode="auto">
              <a:xfrm>
                <a:off x="1535614" y="4400372"/>
                <a:ext cx="537503" cy="513452"/>
              </a:xfrm>
              <a:custGeom>
                <a:avLst/>
                <a:gdLst>
                  <a:gd name="T0" fmla="*/ 8914 w 9909"/>
                  <a:gd name="T1" fmla="*/ 8634 h 12980"/>
                  <a:gd name="T2" fmla="*/ 8871 w 9909"/>
                  <a:gd name="T3" fmla="*/ 8626 h 12980"/>
                  <a:gd name="T4" fmla="*/ 8840 w 9909"/>
                  <a:gd name="T5" fmla="*/ 8588 h 12980"/>
                  <a:gd name="T6" fmla="*/ 6747 w 9909"/>
                  <a:gd name="T7" fmla="*/ 9060 h 12980"/>
                  <a:gd name="T8" fmla="*/ 6597 w 9909"/>
                  <a:gd name="T9" fmla="*/ 9225 h 12980"/>
                  <a:gd name="T10" fmla="*/ 6457 w 9909"/>
                  <a:gd name="T11" fmla="*/ 9399 h 12980"/>
                  <a:gd name="T12" fmla="*/ 6328 w 9909"/>
                  <a:gd name="T13" fmla="*/ 9581 h 12980"/>
                  <a:gd name="T14" fmla="*/ 6209 w 9909"/>
                  <a:gd name="T15" fmla="*/ 9773 h 12980"/>
                  <a:gd name="T16" fmla="*/ 6099 w 9909"/>
                  <a:gd name="T17" fmla="*/ 9974 h 12980"/>
                  <a:gd name="T18" fmla="*/ 6001 w 9909"/>
                  <a:gd name="T19" fmla="*/ 10185 h 12980"/>
                  <a:gd name="T20" fmla="*/ 5915 w 9909"/>
                  <a:gd name="T21" fmla="*/ 10402 h 12980"/>
                  <a:gd name="T22" fmla="*/ 5842 w 9909"/>
                  <a:gd name="T23" fmla="*/ 10621 h 12980"/>
                  <a:gd name="T24" fmla="*/ 5785 w 9909"/>
                  <a:gd name="T25" fmla="*/ 10840 h 12980"/>
                  <a:gd name="T26" fmla="*/ 5740 w 9909"/>
                  <a:gd name="T27" fmla="*/ 11061 h 12980"/>
                  <a:gd name="T28" fmla="*/ 5710 w 9909"/>
                  <a:gd name="T29" fmla="*/ 11282 h 12980"/>
                  <a:gd name="T30" fmla="*/ 5695 w 9909"/>
                  <a:gd name="T31" fmla="*/ 11506 h 12980"/>
                  <a:gd name="T32" fmla="*/ 4209 w 9909"/>
                  <a:gd name="T33" fmla="*/ 12980 h 12980"/>
                  <a:gd name="T34" fmla="*/ 4205 w 9909"/>
                  <a:gd name="T35" fmla="*/ 11461 h 12980"/>
                  <a:gd name="T36" fmla="*/ 4186 w 9909"/>
                  <a:gd name="T37" fmla="*/ 11235 h 12980"/>
                  <a:gd name="T38" fmla="*/ 4156 w 9909"/>
                  <a:gd name="T39" fmla="*/ 11013 h 12980"/>
                  <a:gd name="T40" fmla="*/ 4111 w 9909"/>
                  <a:gd name="T41" fmla="*/ 10792 h 12980"/>
                  <a:gd name="T42" fmla="*/ 4054 w 9909"/>
                  <a:gd name="T43" fmla="*/ 10575 h 12980"/>
                  <a:gd name="T44" fmla="*/ 3981 w 9909"/>
                  <a:gd name="T45" fmla="*/ 10359 h 12980"/>
                  <a:gd name="T46" fmla="*/ 3896 w 9909"/>
                  <a:gd name="T47" fmla="*/ 10148 h 12980"/>
                  <a:gd name="T48" fmla="*/ 3756 w 9909"/>
                  <a:gd name="T49" fmla="*/ 9864 h 12980"/>
                  <a:gd name="T50" fmla="*/ 3593 w 9909"/>
                  <a:gd name="T51" fmla="*/ 9595 h 12980"/>
                  <a:gd name="T52" fmla="*/ 3463 w 9909"/>
                  <a:gd name="T53" fmla="*/ 9412 h 12980"/>
                  <a:gd name="T54" fmla="*/ 3320 w 9909"/>
                  <a:gd name="T55" fmla="*/ 9236 h 12980"/>
                  <a:gd name="T56" fmla="*/ 3165 w 9909"/>
                  <a:gd name="T57" fmla="*/ 9068 h 12980"/>
                  <a:gd name="T58" fmla="*/ 899 w 9909"/>
                  <a:gd name="T59" fmla="*/ 8561 h 12980"/>
                  <a:gd name="T60" fmla="*/ 0 w 9909"/>
                  <a:gd name="T61" fmla="*/ 5015 h 12980"/>
                  <a:gd name="T62" fmla="*/ 10 w 9909"/>
                  <a:gd name="T63" fmla="*/ 4968 h 12980"/>
                  <a:gd name="T64" fmla="*/ 37 w 9909"/>
                  <a:gd name="T65" fmla="*/ 4925 h 12980"/>
                  <a:gd name="T66" fmla="*/ 76 w 9909"/>
                  <a:gd name="T67" fmla="*/ 4887 h 12980"/>
                  <a:gd name="T68" fmla="*/ 120 w 9909"/>
                  <a:gd name="T69" fmla="*/ 4865 h 12980"/>
                  <a:gd name="T70" fmla="*/ 168 w 9909"/>
                  <a:gd name="T71" fmla="*/ 4857 h 12980"/>
                  <a:gd name="T72" fmla="*/ 3708 w 9909"/>
                  <a:gd name="T73" fmla="*/ 5740 h 12980"/>
                  <a:gd name="T74" fmla="*/ 3736 w 9909"/>
                  <a:gd name="T75" fmla="*/ 5760 h 12980"/>
                  <a:gd name="T76" fmla="*/ 3772 w 9909"/>
                  <a:gd name="T77" fmla="*/ 5830 h 12980"/>
                  <a:gd name="T78" fmla="*/ 3771 w 9909"/>
                  <a:gd name="T79" fmla="*/ 5868 h 12980"/>
                  <a:gd name="T80" fmla="*/ 3743 w 9909"/>
                  <a:gd name="T81" fmla="*/ 5895 h 12980"/>
                  <a:gd name="T82" fmla="*/ 3720 w 9909"/>
                  <a:gd name="T83" fmla="*/ 5903 h 12980"/>
                  <a:gd name="T84" fmla="*/ 2986 w 9909"/>
                  <a:gd name="T85" fmla="*/ 3294 h 12980"/>
                  <a:gd name="T86" fmla="*/ 2972 w 9909"/>
                  <a:gd name="T87" fmla="*/ 3249 h 12980"/>
                  <a:gd name="T88" fmla="*/ 4841 w 9909"/>
                  <a:gd name="T89" fmla="*/ 51 h 12980"/>
                  <a:gd name="T90" fmla="*/ 4885 w 9909"/>
                  <a:gd name="T91" fmla="*/ 17 h 12980"/>
                  <a:gd name="T92" fmla="*/ 4929 w 9909"/>
                  <a:gd name="T93" fmla="*/ 3 h 12980"/>
                  <a:gd name="T94" fmla="*/ 4986 w 9909"/>
                  <a:gd name="T95" fmla="*/ 1 h 12980"/>
                  <a:gd name="T96" fmla="*/ 5040 w 9909"/>
                  <a:gd name="T97" fmla="*/ 13 h 12980"/>
                  <a:gd name="T98" fmla="*/ 5076 w 9909"/>
                  <a:gd name="T99" fmla="*/ 37 h 12980"/>
                  <a:gd name="T100" fmla="*/ 6948 w 9909"/>
                  <a:gd name="T101" fmla="*/ 3197 h 12980"/>
                  <a:gd name="T102" fmla="*/ 6935 w 9909"/>
                  <a:gd name="T103" fmla="*/ 3268 h 12980"/>
                  <a:gd name="T104" fmla="*/ 6918 w 9909"/>
                  <a:gd name="T105" fmla="*/ 3289 h 12980"/>
                  <a:gd name="T106" fmla="*/ 6851 w 9909"/>
                  <a:gd name="T107" fmla="*/ 3309 h 12980"/>
                  <a:gd name="T108" fmla="*/ 6165 w 9909"/>
                  <a:gd name="T109" fmla="*/ 5936 h 12980"/>
                  <a:gd name="T110" fmla="*/ 9723 w 9909"/>
                  <a:gd name="T111" fmla="*/ 4853 h 12980"/>
                  <a:gd name="T112" fmla="*/ 9773 w 9909"/>
                  <a:gd name="T113" fmla="*/ 4850 h 12980"/>
                  <a:gd name="T114" fmla="*/ 9822 w 9909"/>
                  <a:gd name="T115" fmla="*/ 4866 h 12980"/>
                  <a:gd name="T116" fmla="*/ 9868 w 9909"/>
                  <a:gd name="T117" fmla="*/ 4901 h 12980"/>
                  <a:gd name="T118" fmla="*/ 9899 w 9909"/>
                  <a:gd name="T119" fmla="*/ 4946 h 12980"/>
                  <a:gd name="T120" fmla="*/ 9909 w 9909"/>
                  <a:gd name="T121" fmla="*/ 4997 h 12980"/>
                  <a:gd name="T122" fmla="*/ 9899 w 9909"/>
                  <a:gd name="T123" fmla="*/ 5055 h 129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909" h="12980">
                    <a:moveTo>
                      <a:pt x="9899" y="5055"/>
                    </a:moveTo>
                    <a:lnTo>
                      <a:pt x="9002" y="8561"/>
                    </a:lnTo>
                    <a:lnTo>
                      <a:pt x="8936" y="8627"/>
                    </a:lnTo>
                    <a:lnTo>
                      <a:pt x="8925" y="8631"/>
                    </a:lnTo>
                    <a:lnTo>
                      <a:pt x="8914" y="8634"/>
                    </a:lnTo>
                    <a:lnTo>
                      <a:pt x="8904" y="8635"/>
                    </a:lnTo>
                    <a:lnTo>
                      <a:pt x="8894" y="8635"/>
                    </a:lnTo>
                    <a:lnTo>
                      <a:pt x="8886" y="8633"/>
                    </a:lnTo>
                    <a:lnTo>
                      <a:pt x="8878" y="8630"/>
                    </a:lnTo>
                    <a:lnTo>
                      <a:pt x="8871" y="8626"/>
                    </a:lnTo>
                    <a:lnTo>
                      <a:pt x="8865" y="8620"/>
                    </a:lnTo>
                    <a:lnTo>
                      <a:pt x="8854" y="8608"/>
                    </a:lnTo>
                    <a:lnTo>
                      <a:pt x="8845" y="8598"/>
                    </a:lnTo>
                    <a:lnTo>
                      <a:pt x="8842" y="8593"/>
                    </a:lnTo>
                    <a:lnTo>
                      <a:pt x="8840" y="8588"/>
                    </a:lnTo>
                    <a:lnTo>
                      <a:pt x="8839" y="8583"/>
                    </a:lnTo>
                    <a:lnTo>
                      <a:pt x="8839" y="8578"/>
                    </a:lnTo>
                    <a:lnTo>
                      <a:pt x="8398" y="7420"/>
                    </a:lnTo>
                    <a:lnTo>
                      <a:pt x="6778" y="9028"/>
                    </a:lnTo>
                    <a:lnTo>
                      <a:pt x="6747" y="9060"/>
                    </a:lnTo>
                    <a:lnTo>
                      <a:pt x="6716" y="9092"/>
                    </a:lnTo>
                    <a:lnTo>
                      <a:pt x="6685" y="9125"/>
                    </a:lnTo>
                    <a:lnTo>
                      <a:pt x="6656" y="9158"/>
                    </a:lnTo>
                    <a:lnTo>
                      <a:pt x="6626" y="9191"/>
                    </a:lnTo>
                    <a:lnTo>
                      <a:pt x="6597" y="9225"/>
                    </a:lnTo>
                    <a:lnTo>
                      <a:pt x="6568" y="9259"/>
                    </a:lnTo>
                    <a:lnTo>
                      <a:pt x="6539" y="9293"/>
                    </a:lnTo>
                    <a:lnTo>
                      <a:pt x="6512" y="9328"/>
                    </a:lnTo>
                    <a:lnTo>
                      <a:pt x="6484" y="9364"/>
                    </a:lnTo>
                    <a:lnTo>
                      <a:pt x="6457" y="9399"/>
                    </a:lnTo>
                    <a:lnTo>
                      <a:pt x="6430" y="9434"/>
                    </a:lnTo>
                    <a:lnTo>
                      <a:pt x="6404" y="9471"/>
                    </a:lnTo>
                    <a:lnTo>
                      <a:pt x="6378" y="9508"/>
                    </a:lnTo>
                    <a:lnTo>
                      <a:pt x="6353" y="9545"/>
                    </a:lnTo>
                    <a:lnTo>
                      <a:pt x="6328" y="9581"/>
                    </a:lnTo>
                    <a:lnTo>
                      <a:pt x="6303" y="9619"/>
                    </a:lnTo>
                    <a:lnTo>
                      <a:pt x="6279" y="9657"/>
                    </a:lnTo>
                    <a:lnTo>
                      <a:pt x="6255" y="9696"/>
                    </a:lnTo>
                    <a:lnTo>
                      <a:pt x="6231" y="9734"/>
                    </a:lnTo>
                    <a:lnTo>
                      <a:pt x="6209" y="9773"/>
                    </a:lnTo>
                    <a:lnTo>
                      <a:pt x="6186" y="9813"/>
                    </a:lnTo>
                    <a:lnTo>
                      <a:pt x="6164" y="9853"/>
                    </a:lnTo>
                    <a:lnTo>
                      <a:pt x="6142" y="9893"/>
                    </a:lnTo>
                    <a:lnTo>
                      <a:pt x="6121" y="9934"/>
                    </a:lnTo>
                    <a:lnTo>
                      <a:pt x="6099" y="9974"/>
                    </a:lnTo>
                    <a:lnTo>
                      <a:pt x="6079" y="10016"/>
                    </a:lnTo>
                    <a:lnTo>
                      <a:pt x="6059" y="10057"/>
                    </a:lnTo>
                    <a:lnTo>
                      <a:pt x="6039" y="10100"/>
                    </a:lnTo>
                    <a:lnTo>
                      <a:pt x="6020" y="10142"/>
                    </a:lnTo>
                    <a:lnTo>
                      <a:pt x="6001" y="10185"/>
                    </a:lnTo>
                    <a:lnTo>
                      <a:pt x="5982" y="10228"/>
                    </a:lnTo>
                    <a:lnTo>
                      <a:pt x="5965" y="10272"/>
                    </a:lnTo>
                    <a:lnTo>
                      <a:pt x="5947" y="10315"/>
                    </a:lnTo>
                    <a:lnTo>
                      <a:pt x="5931" y="10358"/>
                    </a:lnTo>
                    <a:lnTo>
                      <a:pt x="5915" y="10402"/>
                    </a:lnTo>
                    <a:lnTo>
                      <a:pt x="5899" y="10446"/>
                    </a:lnTo>
                    <a:lnTo>
                      <a:pt x="5884" y="10489"/>
                    </a:lnTo>
                    <a:lnTo>
                      <a:pt x="5870" y="10533"/>
                    </a:lnTo>
                    <a:lnTo>
                      <a:pt x="5855" y="10577"/>
                    </a:lnTo>
                    <a:lnTo>
                      <a:pt x="5842" y="10621"/>
                    </a:lnTo>
                    <a:lnTo>
                      <a:pt x="5830" y="10665"/>
                    </a:lnTo>
                    <a:lnTo>
                      <a:pt x="5818" y="10709"/>
                    </a:lnTo>
                    <a:lnTo>
                      <a:pt x="5806" y="10752"/>
                    </a:lnTo>
                    <a:lnTo>
                      <a:pt x="5795" y="10796"/>
                    </a:lnTo>
                    <a:lnTo>
                      <a:pt x="5785" y="10840"/>
                    </a:lnTo>
                    <a:lnTo>
                      <a:pt x="5775" y="10884"/>
                    </a:lnTo>
                    <a:lnTo>
                      <a:pt x="5766" y="10928"/>
                    </a:lnTo>
                    <a:lnTo>
                      <a:pt x="5756" y="10972"/>
                    </a:lnTo>
                    <a:lnTo>
                      <a:pt x="5748" y="11017"/>
                    </a:lnTo>
                    <a:lnTo>
                      <a:pt x="5740" y="11061"/>
                    </a:lnTo>
                    <a:lnTo>
                      <a:pt x="5733" y="11105"/>
                    </a:lnTo>
                    <a:lnTo>
                      <a:pt x="5727" y="11150"/>
                    </a:lnTo>
                    <a:lnTo>
                      <a:pt x="5721" y="11194"/>
                    </a:lnTo>
                    <a:lnTo>
                      <a:pt x="5716" y="11238"/>
                    </a:lnTo>
                    <a:lnTo>
                      <a:pt x="5710" y="11282"/>
                    </a:lnTo>
                    <a:lnTo>
                      <a:pt x="5706" y="11327"/>
                    </a:lnTo>
                    <a:lnTo>
                      <a:pt x="5702" y="11371"/>
                    </a:lnTo>
                    <a:lnTo>
                      <a:pt x="5699" y="11416"/>
                    </a:lnTo>
                    <a:lnTo>
                      <a:pt x="5697" y="11461"/>
                    </a:lnTo>
                    <a:lnTo>
                      <a:pt x="5695" y="11506"/>
                    </a:lnTo>
                    <a:lnTo>
                      <a:pt x="5693" y="11551"/>
                    </a:lnTo>
                    <a:lnTo>
                      <a:pt x="5692" y="11596"/>
                    </a:lnTo>
                    <a:lnTo>
                      <a:pt x="5692" y="11641"/>
                    </a:lnTo>
                    <a:lnTo>
                      <a:pt x="5692" y="12980"/>
                    </a:lnTo>
                    <a:lnTo>
                      <a:pt x="4209" y="12980"/>
                    </a:lnTo>
                    <a:lnTo>
                      <a:pt x="4209" y="11644"/>
                    </a:lnTo>
                    <a:lnTo>
                      <a:pt x="4209" y="11598"/>
                    </a:lnTo>
                    <a:lnTo>
                      <a:pt x="4208" y="11552"/>
                    </a:lnTo>
                    <a:lnTo>
                      <a:pt x="4206" y="11507"/>
                    </a:lnTo>
                    <a:lnTo>
                      <a:pt x="4205" y="11461"/>
                    </a:lnTo>
                    <a:lnTo>
                      <a:pt x="4202" y="11416"/>
                    </a:lnTo>
                    <a:lnTo>
                      <a:pt x="4199" y="11370"/>
                    </a:lnTo>
                    <a:lnTo>
                      <a:pt x="4196" y="11325"/>
                    </a:lnTo>
                    <a:lnTo>
                      <a:pt x="4192" y="11280"/>
                    </a:lnTo>
                    <a:lnTo>
                      <a:pt x="4186" y="11235"/>
                    </a:lnTo>
                    <a:lnTo>
                      <a:pt x="4181" y="11190"/>
                    </a:lnTo>
                    <a:lnTo>
                      <a:pt x="4176" y="11146"/>
                    </a:lnTo>
                    <a:lnTo>
                      <a:pt x="4170" y="11102"/>
                    </a:lnTo>
                    <a:lnTo>
                      <a:pt x="4163" y="11057"/>
                    </a:lnTo>
                    <a:lnTo>
                      <a:pt x="4156" y="11013"/>
                    </a:lnTo>
                    <a:lnTo>
                      <a:pt x="4148" y="10968"/>
                    </a:lnTo>
                    <a:lnTo>
                      <a:pt x="4139" y="10924"/>
                    </a:lnTo>
                    <a:lnTo>
                      <a:pt x="4131" y="10880"/>
                    </a:lnTo>
                    <a:lnTo>
                      <a:pt x="4121" y="10836"/>
                    </a:lnTo>
                    <a:lnTo>
                      <a:pt x="4111" y="10792"/>
                    </a:lnTo>
                    <a:lnTo>
                      <a:pt x="4101" y="10748"/>
                    </a:lnTo>
                    <a:lnTo>
                      <a:pt x="4089" y="10704"/>
                    </a:lnTo>
                    <a:lnTo>
                      <a:pt x="4078" y="10662"/>
                    </a:lnTo>
                    <a:lnTo>
                      <a:pt x="4066" y="10618"/>
                    </a:lnTo>
                    <a:lnTo>
                      <a:pt x="4054" y="10575"/>
                    </a:lnTo>
                    <a:lnTo>
                      <a:pt x="4039" y="10531"/>
                    </a:lnTo>
                    <a:lnTo>
                      <a:pt x="4026" y="10488"/>
                    </a:lnTo>
                    <a:lnTo>
                      <a:pt x="4012" y="10445"/>
                    </a:lnTo>
                    <a:lnTo>
                      <a:pt x="3997" y="10402"/>
                    </a:lnTo>
                    <a:lnTo>
                      <a:pt x="3981" y="10359"/>
                    </a:lnTo>
                    <a:lnTo>
                      <a:pt x="3965" y="10316"/>
                    </a:lnTo>
                    <a:lnTo>
                      <a:pt x="3949" y="10274"/>
                    </a:lnTo>
                    <a:lnTo>
                      <a:pt x="3931" y="10232"/>
                    </a:lnTo>
                    <a:lnTo>
                      <a:pt x="3914" y="10190"/>
                    </a:lnTo>
                    <a:lnTo>
                      <a:pt x="3896" y="10148"/>
                    </a:lnTo>
                    <a:lnTo>
                      <a:pt x="3877" y="10106"/>
                    </a:lnTo>
                    <a:lnTo>
                      <a:pt x="3858" y="10065"/>
                    </a:lnTo>
                    <a:lnTo>
                      <a:pt x="3819" y="9984"/>
                    </a:lnTo>
                    <a:lnTo>
                      <a:pt x="3777" y="9904"/>
                    </a:lnTo>
                    <a:lnTo>
                      <a:pt x="3756" y="9864"/>
                    </a:lnTo>
                    <a:lnTo>
                      <a:pt x="3734" y="9824"/>
                    </a:lnTo>
                    <a:lnTo>
                      <a:pt x="3712" y="9785"/>
                    </a:lnTo>
                    <a:lnTo>
                      <a:pt x="3689" y="9747"/>
                    </a:lnTo>
                    <a:lnTo>
                      <a:pt x="3642" y="9670"/>
                    </a:lnTo>
                    <a:lnTo>
                      <a:pt x="3593" y="9595"/>
                    </a:lnTo>
                    <a:lnTo>
                      <a:pt x="3568" y="9558"/>
                    </a:lnTo>
                    <a:lnTo>
                      <a:pt x="3542" y="9521"/>
                    </a:lnTo>
                    <a:lnTo>
                      <a:pt x="3516" y="9484"/>
                    </a:lnTo>
                    <a:lnTo>
                      <a:pt x="3489" y="9448"/>
                    </a:lnTo>
                    <a:lnTo>
                      <a:pt x="3463" y="9412"/>
                    </a:lnTo>
                    <a:lnTo>
                      <a:pt x="3435" y="9376"/>
                    </a:lnTo>
                    <a:lnTo>
                      <a:pt x="3407" y="9340"/>
                    </a:lnTo>
                    <a:lnTo>
                      <a:pt x="3379" y="9306"/>
                    </a:lnTo>
                    <a:lnTo>
                      <a:pt x="3349" y="9271"/>
                    </a:lnTo>
                    <a:lnTo>
                      <a:pt x="3320" y="9236"/>
                    </a:lnTo>
                    <a:lnTo>
                      <a:pt x="3290" y="9201"/>
                    </a:lnTo>
                    <a:lnTo>
                      <a:pt x="3260" y="9168"/>
                    </a:lnTo>
                    <a:lnTo>
                      <a:pt x="3229" y="9134"/>
                    </a:lnTo>
                    <a:lnTo>
                      <a:pt x="3197" y="9100"/>
                    </a:lnTo>
                    <a:lnTo>
                      <a:pt x="3165" y="9068"/>
                    </a:lnTo>
                    <a:lnTo>
                      <a:pt x="3133" y="9034"/>
                    </a:lnTo>
                    <a:lnTo>
                      <a:pt x="1503" y="7403"/>
                    </a:lnTo>
                    <a:lnTo>
                      <a:pt x="1062" y="8578"/>
                    </a:lnTo>
                    <a:lnTo>
                      <a:pt x="981" y="8627"/>
                    </a:lnTo>
                    <a:lnTo>
                      <a:pt x="899" y="8561"/>
                    </a:lnTo>
                    <a:lnTo>
                      <a:pt x="2" y="5055"/>
                    </a:lnTo>
                    <a:lnTo>
                      <a:pt x="1" y="5045"/>
                    </a:lnTo>
                    <a:lnTo>
                      <a:pt x="0" y="5034"/>
                    </a:lnTo>
                    <a:lnTo>
                      <a:pt x="0" y="5025"/>
                    </a:lnTo>
                    <a:lnTo>
                      <a:pt x="0" y="5015"/>
                    </a:lnTo>
                    <a:lnTo>
                      <a:pt x="1" y="5005"/>
                    </a:lnTo>
                    <a:lnTo>
                      <a:pt x="2" y="4996"/>
                    </a:lnTo>
                    <a:lnTo>
                      <a:pt x="4" y="4986"/>
                    </a:lnTo>
                    <a:lnTo>
                      <a:pt x="7" y="4977"/>
                    </a:lnTo>
                    <a:lnTo>
                      <a:pt x="10" y="4968"/>
                    </a:lnTo>
                    <a:lnTo>
                      <a:pt x="14" y="4959"/>
                    </a:lnTo>
                    <a:lnTo>
                      <a:pt x="20" y="4951"/>
                    </a:lnTo>
                    <a:lnTo>
                      <a:pt x="25" y="4942"/>
                    </a:lnTo>
                    <a:lnTo>
                      <a:pt x="30" y="4933"/>
                    </a:lnTo>
                    <a:lnTo>
                      <a:pt x="37" y="4925"/>
                    </a:lnTo>
                    <a:lnTo>
                      <a:pt x="44" y="4917"/>
                    </a:lnTo>
                    <a:lnTo>
                      <a:pt x="51" y="4909"/>
                    </a:lnTo>
                    <a:lnTo>
                      <a:pt x="59" y="4901"/>
                    </a:lnTo>
                    <a:lnTo>
                      <a:pt x="68" y="4894"/>
                    </a:lnTo>
                    <a:lnTo>
                      <a:pt x="76" y="4887"/>
                    </a:lnTo>
                    <a:lnTo>
                      <a:pt x="84" y="4881"/>
                    </a:lnTo>
                    <a:lnTo>
                      <a:pt x="93" y="4876"/>
                    </a:lnTo>
                    <a:lnTo>
                      <a:pt x="101" y="4872"/>
                    </a:lnTo>
                    <a:lnTo>
                      <a:pt x="110" y="4868"/>
                    </a:lnTo>
                    <a:lnTo>
                      <a:pt x="120" y="4865"/>
                    </a:lnTo>
                    <a:lnTo>
                      <a:pt x="129" y="4862"/>
                    </a:lnTo>
                    <a:lnTo>
                      <a:pt x="138" y="4860"/>
                    </a:lnTo>
                    <a:lnTo>
                      <a:pt x="148" y="4858"/>
                    </a:lnTo>
                    <a:lnTo>
                      <a:pt x="157" y="4857"/>
                    </a:lnTo>
                    <a:lnTo>
                      <a:pt x="168" y="4857"/>
                    </a:lnTo>
                    <a:lnTo>
                      <a:pt x="178" y="4857"/>
                    </a:lnTo>
                    <a:lnTo>
                      <a:pt x="188" y="4858"/>
                    </a:lnTo>
                    <a:lnTo>
                      <a:pt x="198" y="4860"/>
                    </a:lnTo>
                    <a:lnTo>
                      <a:pt x="3704" y="5740"/>
                    </a:lnTo>
                    <a:lnTo>
                      <a:pt x="3708" y="5740"/>
                    </a:lnTo>
                    <a:lnTo>
                      <a:pt x="3712" y="5741"/>
                    </a:lnTo>
                    <a:lnTo>
                      <a:pt x="3716" y="5743"/>
                    </a:lnTo>
                    <a:lnTo>
                      <a:pt x="3720" y="5745"/>
                    </a:lnTo>
                    <a:lnTo>
                      <a:pt x="3728" y="5751"/>
                    </a:lnTo>
                    <a:lnTo>
                      <a:pt x="3736" y="5760"/>
                    </a:lnTo>
                    <a:lnTo>
                      <a:pt x="3743" y="5772"/>
                    </a:lnTo>
                    <a:lnTo>
                      <a:pt x="3752" y="5786"/>
                    </a:lnTo>
                    <a:lnTo>
                      <a:pt x="3760" y="5802"/>
                    </a:lnTo>
                    <a:lnTo>
                      <a:pt x="3769" y="5822"/>
                    </a:lnTo>
                    <a:lnTo>
                      <a:pt x="3772" y="5830"/>
                    </a:lnTo>
                    <a:lnTo>
                      <a:pt x="3774" y="5838"/>
                    </a:lnTo>
                    <a:lnTo>
                      <a:pt x="3775" y="5846"/>
                    </a:lnTo>
                    <a:lnTo>
                      <a:pt x="3775" y="5853"/>
                    </a:lnTo>
                    <a:lnTo>
                      <a:pt x="3774" y="5861"/>
                    </a:lnTo>
                    <a:lnTo>
                      <a:pt x="3771" y="5868"/>
                    </a:lnTo>
                    <a:lnTo>
                      <a:pt x="3767" y="5874"/>
                    </a:lnTo>
                    <a:lnTo>
                      <a:pt x="3762" y="5881"/>
                    </a:lnTo>
                    <a:lnTo>
                      <a:pt x="3756" y="5886"/>
                    </a:lnTo>
                    <a:lnTo>
                      <a:pt x="3750" y="5891"/>
                    </a:lnTo>
                    <a:lnTo>
                      <a:pt x="3743" y="5895"/>
                    </a:lnTo>
                    <a:lnTo>
                      <a:pt x="3738" y="5898"/>
                    </a:lnTo>
                    <a:lnTo>
                      <a:pt x="3733" y="5900"/>
                    </a:lnTo>
                    <a:lnTo>
                      <a:pt x="3728" y="5902"/>
                    </a:lnTo>
                    <a:lnTo>
                      <a:pt x="3724" y="5903"/>
                    </a:lnTo>
                    <a:lnTo>
                      <a:pt x="3720" y="5903"/>
                    </a:lnTo>
                    <a:lnTo>
                      <a:pt x="2579" y="6376"/>
                    </a:lnTo>
                    <a:lnTo>
                      <a:pt x="4209" y="8007"/>
                    </a:lnTo>
                    <a:lnTo>
                      <a:pt x="4209" y="2804"/>
                    </a:lnTo>
                    <a:lnTo>
                      <a:pt x="3084" y="3310"/>
                    </a:lnTo>
                    <a:lnTo>
                      <a:pt x="2986" y="3294"/>
                    </a:lnTo>
                    <a:lnTo>
                      <a:pt x="2983" y="3289"/>
                    </a:lnTo>
                    <a:lnTo>
                      <a:pt x="2979" y="3282"/>
                    </a:lnTo>
                    <a:lnTo>
                      <a:pt x="2977" y="3273"/>
                    </a:lnTo>
                    <a:lnTo>
                      <a:pt x="2974" y="3262"/>
                    </a:lnTo>
                    <a:lnTo>
                      <a:pt x="2972" y="3249"/>
                    </a:lnTo>
                    <a:lnTo>
                      <a:pt x="2971" y="3233"/>
                    </a:lnTo>
                    <a:lnTo>
                      <a:pt x="2970" y="3216"/>
                    </a:lnTo>
                    <a:lnTo>
                      <a:pt x="2970" y="3197"/>
                    </a:lnTo>
                    <a:lnTo>
                      <a:pt x="4829" y="65"/>
                    </a:lnTo>
                    <a:lnTo>
                      <a:pt x="4841" y="51"/>
                    </a:lnTo>
                    <a:lnTo>
                      <a:pt x="4854" y="37"/>
                    </a:lnTo>
                    <a:lnTo>
                      <a:pt x="4861" y="31"/>
                    </a:lnTo>
                    <a:lnTo>
                      <a:pt x="4869" y="26"/>
                    </a:lnTo>
                    <a:lnTo>
                      <a:pt x="4876" y="21"/>
                    </a:lnTo>
                    <a:lnTo>
                      <a:pt x="4885" y="17"/>
                    </a:lnTo>
                    <a:lnTo>
                      <a:pt x="4893" y="13"/>
                    </a:lnTo>
                    <a:lnTo>
                      <a:pt x="4902" y="10"/>
                    </a:lnTo>
                    <a:lnTo>
                      <a:pt x="4910" y="7"/>
                    </a:lnTo>
                    <a:lnTo>
                      <a:pt x="4919" y="4"/>
                    </a:lnTo>
                    <a:lnTo>
                      <a:pt x="4929" y="3"/>
                    </a:lnTo>
                    <a:lnTo>
                      <a:pt x="4939" y="1"/>
                    </a:lnTo>
                    <a:lnTo>
                      <a:pt x="4948" y="1"/>
                    </a:lnTo>
                    <a:lnTo>
                      <a:pt x="4958" y="0"/>
                    </a:lnTo>
                    <a:lnTo>
                      <a:pt x="4972" y="1"/>
                    </a:lnTo>
                    <a:lnTo>
                      <a:pt x="4986" y="1"/>
                    </a:lnTo>
                    <a:lnTo>
                      <a:pt x="4998" y="3"/>
                    </a:lnTo>
                    <a:lnTo>
                      <a:pt x="5009" y="4"/>
                    </a:lnTo>
                    <a:lnTo>
                      <a:pt x="5020" y="7"/>
                    </a:lnTo>
                    <a:lnTo>
                      <a:pt x="5031" y="10"/>
                    </a:lnTo>
                    <a:lnTo>
                      <a:pt x="5040" y="13"/>
                    </a:lnTo>
                    <a:lnTo>
                      <a:pt x="5048" y="17"/>
                    </a:lnTo>
                    <a:lnTo>
                      <a:pt x="5056" y="21"/>
                    </a:lnTo>
                    <a:lnTo>
                      <a:pt x="5063" y="26"/>
                    </a:lnTo>
                    <a:lnTo>
                      <a:pt x="5069" y="31"/>
                    </a:lnTo>
                    <a:lnTo>
                      <a:pt x="5076" y="37"/>
                    </a:lnTo>
                    <a:lnTo>
                      <a:pt x="5080" y="44"/>
                    </a:lnTo>
                    <a:lnTo>
                      <a:pt x="5084" y="51"/>
                    </a:lnTo>
                    <a:lnTo>
                      <a:pt x="5087" y="58"/>
                    </a:lnTo>
                    <a:lnTo>
                      <a:pt x="5089" y="65"/>
                    </a:lnTo>
                    <a:lnTo>
                      <a:pt x="6948" y="3197"/>
                    </a:lnTo>
                    <a:lnTo>
                      <a:pt x="6947" y="3216"/>
                    </a:lnTo>
                    <a:lnTo>
                      <a:pt x="6946" y="3233"/>
                    </a:lnTo>
                    <a:lnTo>
                      <a:pt x="6943" y="3249"/>
                    </a:lnTo>
                    <a:lnTo>
                      <a:pt x="6937" y="3262"/>
                    </a:lnTo>
                    <a:lnTo>
                      <a:pt x="6935" y="3268"/>
                    </a:lnTo>
                    <a:lnTo>
                      <a:pt x="6932" y="3273"/>
                    </a:lnTo>
                    <a:lnTo>
                      <a:pt x="6929" y="3278"/>
                    </a:lnTo>
                    <a:lnTo>
                      <a:pt x="6925" y="3282"/>
                    </a:lnTo>
                    <a:lnTo>
                      <a:pt x="6922" y="3286"/>
                    </a:lnTo>
                    <a:lnTo>
                      <a:pt x="6918" y="3289"/>
                    </a:lnTo>
                    <a:lnTo>
                      <a:pt x="6913" y="3292"/>
                    </a:lnTo>
                    <a:lnTo>
                      <a:pt x="6909" y="3294"/>
                    </a:lnTo>
                    <a:lnTo>
                      <a:pt x="6887" y="3301"/>
                    </a:lnTo>
                    <a:lnTo>
                      <a:pt x="6868" y="3306"/>
                    </a:lnTo>
                    <a:lnTo>
                      <a:pt x="6851" y="3309"/>
                    </a:lnTo>
                    <a:lnTo>
                      <a:pt x="6833" y="3310"/>
                    </a:lnTo>
                    <a:lnTo>
                      <a:pt x="5692" y="2804"/>
                    </a:lnTo>
                    <a:lnTo>
                      <a:pt x="5692" y="8007"/>
                    </a:lnTo>
                    <a:lnTo>
                      <a:pt x="7322" y="6343"/>
                    </a:lnTo>
                    <a:lnTo>
                      <a:pt x="6165" y="5936"/>
                    </a:lnTo>
                    <a:lnTo>
                      <a:pt x="6099" y="5854"/>
                    </a:lnTo>
                    <a:lnTo>
                      <a:pt x="6165" y="5773"/>
                    </a:lnTo>
                    <a:lnTo>
                      <a:pt x="9703" y="4860"/>
                    </a:lnTo>
                    <a:lnTo>
                      <a:pt x="9713" y="4856"/>
                    </a:lnTo>
                    <a:lnTo>
                      <a:pt x="9723" y="4853"/>
                    </a:lnTo>
                    <a:lnTo>
                      <a:pt x="9733" y="4851"/>
                    </a:lnTo>
                    <a:lnTo>
                      <a:pt x="9744" y="4849"/>
                    </a:lnTo>
                    <a:lnTo>
                      <a:pt x="9754" y="4849"/>
                    </a:lnTo>
                    <a:lnTo>
                      <a:pt x="9764" y="4849"/>
                    </a:lnTo>
                    <a:lnTo>
                      <a:pt x="9773" y="4850"/>
                    </a:lnTo>
                    <a:lnTo>
                      <a:pt x="9783" y="4852"/>
                    </a:lnTo>
                    <a:lnTo>
                      <a:pt x="9794" y="4854"/>
                    </a:lnTo>
                    <a:lnTo>
                      <a:pt x="9803" y="4857"/>
                    </a:lnTo>
                    <a:lnTo>
                      <a:pt x="9812" y="4861"/>
                    </a:lnTo>
                    <a:lnTo>
                      <a:pt x="9822" y="4866"/>
                    </a:lnTo>
                    <a:lnTo>
                      <a:pt x="9831" y="4871"/>
                    </a:lnTo>
                    <a:lnTo>
                      <a:pt x="9841" y="4878"/>
                    </a:lnTo>
                    <a:lnTo>
                      <a:pt x="9850" y="4884"/>
                    </a:lnTo>
                    <a:lnTo>
                      <a:pt x="9859" y="4893"/>
                    </a:lnTo>
                    <a:lnTo>
                      <a:pt x="9868" y="4901"/>
                    </a:lnTo>
                    <a:lnTo>
                      <a:pt x="9876" y="4909"/>
                    </a:lnTo>
                    <a:lnTo>
                      <a:pt x="9884" y="4917"/>
                    </a:lnTo>
                    <a:lnTo>
                      <a:pt x="9890" y="4926"/>
                    </a:lnTo>
                    <a:lnTo>
                      <a:pt x="9895" y="4935"/>
                    </a:lnTo>
                    <a:lnTo>
                      <a:pt x="9899" y="4946"/>
                    </a:lnTo>
                    <a:lnTo>
                      <a:pt x="9903" y="4955"/>
                    </a:lnTo>
                    <a:lnTo>
                      <a:pt x="9906" y="4965"/>
                    </a:lnTo>
                    <a:lnTo>
                      <a:pt x="9908" y="4975"/>
                    </a:lnTo>
                    <a:lnTo>
                      <a:pt x="9909" y="4986"/>
                    </a:lnTo>
                    <a:lnTo>
                      <a:pt x="9909" y="4997"/>
                    </a:lnTo>
                    <a:lnTo>
                      <a:pt x="9909" y="5008"/>
                    </a:lnTo>
                    <a:lnTo>
                      <a:pt x="9908" y="5020"/>
                    </a:lnTo>
                    <a:lnTo>
                      <a:pt x="9905" y="5031"/>
                    </a:lnTo>
                    <a:lnTo>
                      <a:pt x="9902" y="5044"/>
                    </a:lnTo>
                    <a:lnTo>
                      <a:pt x="9899" y="505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1" name="组合 130"/>
          <p:cNvGrpSpPr/>
          <p:nvPr/>
        </p:nvGrpSpPr>
        <p:grpSpPr>
          <a:xfrm>
            <a:off x="3505115" y="4369668"/>
            <a:ext cx="922815" cy="922815"/>
            <a:chOff x="2493710" y="4251550"/>
            <a:chExt cx="922815" cy="922815"/>
          </a:xfrm>
        </p:grpSpPr>
        <p:sp>
          <p:nvSpPr>
            <p:cNvPr id="68" name="椭圆 67"/>
            <p:cNvSpPr/>
            <p:nvPr/>
          </p:nvSpPr>
          <p:spPr>
            <a:xfrm>
              <a:off x="2493710" y="4251550"/>
              <a:ext cx="922815" cy="922815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组合 82"/>
            <p:cNvGrpSpPr/>
            <p:nvPr/>
          </p:nvGrpSpPr>
          <p:grpSpPr>
            <a:xfrm>
              <a:off x="2632603" y="4399034"/>
              <a:ext cx="647682" cy="647682"/>
              <a:chOff x="2507269" y="4289874"/>
              <a:chExt cx="799484" cy="799484"/>
            </a:xfrm>
          </p:grpSpPr>
          <p:sp>
            <p:nvSpPr>
              <p:cNvPr id="84" name="椭圆 83"/>
              <p:cNvSpPr/>
              <p:nvPr/>
            </p:nvSpPr>
            <p:spPr>
              <a:xfrm>
                <a:off x="2507269" y="4289874"/>
                <a:ext cx="799484" cy="79948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5" name="组合 84"/>
              <p:cNvGrpSpPr/>
              <p:nvPr/>
            </p:nvGrpSpPr>
            <p:grpSpPr>
              <a:xfrm>
                <a:off x="2675171" y="4384597"/>
                <a:ext cx="463679" cy="547328"/>
                <a:chOff x="-1305890" y="3128379"/>
                <a:chExt cx="712787" cy="841376"/>
              </a:xfrm>
            </p:grpSpPr>
            <p:sp>
              <p:nvSpPr>
                <p:cNvPr id="86" name="Freeform 252"/>
                <p:cNvSpPr>
                  <a:spLocks/>
                </p:cNvSpPr>
                <p:nvPr/>
              </p:nvSpPr>
              <p:spPr bwMode="auto">
                <a:xfrm>
                  <a:off x="-994197" y="3408300"/>
                  <a:ext cx="21746" cy="53241"/>
                </a:xfrm>
                <a:custGeom>
                  <a:avLst/>
                  <a:gdLst>
                    <a:gd name="T0" fmla="*/ 217 w 217"/>
                    <a:gd name="T1" fmla="*/ 2 h 532"/>
                    <a:gd name="T2" fmla="*/ 5 w 217"/>
                    <a:gd name="T3" fmla="*/ 0 h 532"/>
                    <a:gd name="T4" fmla="*/ 0 w 217"/>
                    <a:gd name="T5" fmla="*/ 530 h 532"/>
                    <a:gd name="T6" fmla="*/ 212 w 217"/>
                    <a:gd name="T7" fmla="*/ 532 h 532"/>
                    <a:gd name="T8" fmla="*/ 217 w 217"/>
                    <a:gd name="T9" fmla="*/ 2 h 5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7" h="532">
                      <a:moveTo>
                        <a:pt x="217" y="2"/>
                      </a:moveTo>
                      <a:lnTo>
                        <a:pt x="5" y="0"/>
                      </a:lnTo>
                      <a:lnTo>
                        <a:pt x="0" y="530"/>
                      </a:lnTo>
                      <a:lnTo>
                        <a:pt x="212" y="532"/>
                      </a:lnTo>
                      <a:lnTo>
                        <a:pt x="217" y="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" name="Freeform 253"/>
                <p:cNvSpPr>
                  <a:spLocks/>
                </p:cNvSpPr>
                <p:nvPr/>
              </p:nvSpPr>
              <p:spPr bwMode="auto">
                <a:xfrm>
                  <a:off x="-1119841" y="3432501"/>
                  <a:ext cx="45103" cy="56468"/>
                </a:xfrm>
                <a:custGeom>
                  <a:avLst/>
                  <a:gdLst>
                    <a:gd name="T0" fmla="*/ 185 w 445"/>
                    <a:gd name="T1" fmla="*/ 0 h 567"/>
                    <a:gd name="T2" fmla="*/ 0 w 445"/>
                    <a:gd name="T3" fmla="*/ 104 h 567"/>
                    <a:gd name="T4" fmla="*/ 260 w 445"/>
                    <a:gd name="T5" fmla="*/ 567 h 567"/>
                    <a:gd name="T6" fmla="*/ 445 w 445"/>
                    <a:gd name="T7" fmla="*/ 463 h 567"/>
                    <a:gd name="T8" fmla="*/ 185 w 445"/>
                    <a:gd name="T9" fmla="*/ 0 h 5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45" h="567">
                      <a:moveTo>
                        <a:pt x="185" y="0"/>
                      </a:moveTo>
                      <a:lnTo>
                        <a:pt x="0" y="104"/>
                      </a:lnTo>
                      <a:lnTo>
                        <a:pt x="260" y="567"/>
                      </a:lnTo>
                      <a:lnTo>
                        <a:pt x="445" y="463"/>
                      </a:lnTo>
                      <a:lnTo>
                        <a:pt x="18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" name="Freeform 254"/>
                <p:cNvSpPr>
                  <a:spLocks/>
                </p:cNvSpPr>
                <p:nvPr/>
              </p:nvSpPr>
              <p:spPr bwMode="auto">
                <a:xfrm>
                  <a:off x="-1211657" y="3517203"/>
                  <a:ext cx="56379" cy="45981"/>
                </a:xfrm>
                <a:custGeom>
                  <a:avLst/>
                  <a:gdLst>
                    <a:gd name="T0" fmla="*/ 109 w 566"/>
                    <a:gd name="T1" fmla="*/ 0 h 453"/>
                    <a:gd name="T2" fmla="*/ 0 w 566"/>
                    <a:gd name="T3" fmla="*/ 183 h 453"/>
                    <a:gd name="T4" fmla="*/ 457 w 566"/>
                    <a:gd name="T5" fmla="*/ 453 h 453"/>
                    <a:gd name="T6" fmla="*/ 566 w 566"/>
                    <a:gd name="T7" fmla="*/ 270 h 453"/>
                    <a:gd name="T8" fmla="*/ 109 w 566"/>
                    <a:gd name="T9" fmla="*/ 0 h 4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66" h="453">
                      <a:moveTo>
                        <a:pt x="109" y="0"/>
                      </a:moveTo>
                      <a:lnTo>
                        <a:pt x="0" y="183"/>
                      </a:lnTo>
                      <a:lnTo>
                        <a:pt x="457" y="453"/>
                      </a:lnTo>
                      <a:lnTo>
                        <a:pt x="566" y="270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" name="Freeform 255"/>
                <p:cNvSpPr>
                  <a:spLocks/>
                </p:cNvSpPr>
                <p:nvPr/>
              </p:nvSpPr>
              <p:spPr bwMode="auto">
                <a:xfrm>
                  <a:off x="-1245484" y="3641433"/>
                  <a:ext cx="53962" cy="21781"/>
                </a:xfrm>
                <a:custGeom>
                  <a:avLst/>
                  <a:gdLst>
                    <a:gd name="T0" fmla="*/ 2 w 533"/>
                    <a:gd name="T1" fmla="*/ 0 h 218"/>
                    <a:gd name="T2" fmla="*/ 0 w 533"/>
                    <a:gd name="T3" fmla="*/ 212 h 218"/>
                    <a:gd name="T4" fmla="*/ 530 w 533"/>
                    <a:gd name="T5" fmla="*/ 218 h 218"/>
                    <a:gd name="T6" fmla="*/ 533 w 533"/>
                    <a:gd name="T7" fmla="*/ 5 h 218"/>
                    <a:gd name="T8" fmla="*/ 2 w 533"/>
                    <a:gd name="T9" fmla="*/ 0 h 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33" h="218">
                      <a:moveTo>
                        <a:pt x="2" y="0"/>
                      </a:moveTo>
                      <a:lnTo>
                        <a:pt x="0" y="212"/>
                      </a:lnTo>
                      <a:lnTo>
                        <a:pt x="530" y="218"/>
                      </a:lnTo>
                      <a:lnTo>
                        <a:pt x="533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" name="Freeform 256"/>
                <p:cNvSpPr>
                  <a:spLocks/>
                </p:cNvSpPr>
                <p:nvPr/>
              </p:nvSpPr>
              <p:spPr bwMode="auto">
                <a:xfrm>
                  <a:off x="-1221322" y="3743882"/>
                  <a:ext cx="56379" cy="45175"/>
                </a:xfrm>
                <a:custGeom>
                  <a:avLst/>
                  <a:gdLst>
                    <a:gd name="T0" fmla="*/ 0 w 567"/>
                    <a:gd name="T1" fmla="*/ 260 h 445"/>
                    <a:gd name="T2" fmla="*/ 105 w 567"/>
                    <a:gd name="T3" fmla="*/ 445 h 445"/>
                    <a:gd name="T4" fmla="*/ 567 w 567"/>
                    <a:gd name="T5" fmla="*/ 185 h 445"/>
                    <a:gd name="T6" fmla="*/ 463 w 567"/>
                    <a:gd name="T7" fmla="*/ 0 h 445"/>
                    <a:gd name="T8" fmla="*/ 0 w 567"/>
                    <a:gd name="T9" fmla="*/ 260 h 4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67" h="445">
                      <a:moveTo>
                        <a:pt x="0" y="260"/>
                      </a:moveTo>
                      <a:lnTo>
                        <a:pt x="105" y="445"/>
                      </a:lnTo>
                      <a:lnTo>
                        <a:pt x="567" y="185"/>
                      </a:lnTo>
                      <a:lnTo>
                        <a:pt x="463" y="0"/>
                      </a:lnTo>
                      <a:lnTo>
                        <a:pt x="0" y="26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" name="Freeform 257"/>
                <p:cNvSpPr>
                  <a:spLocks/>
                </p:cNvSpPr>
                <p:nvPr/>
              </p:nvSpPr>
              <p:spPr bwMode="auto">
                <a:xfrm>
                  <a:off x="-1020775" y="3633366"/>
                  <a:ext cx="56379" cy="56468"/>
                </a:xfrm>
                <a:custGeom>
                  <a:avLst/>
                  <a:gdLst>
                    <a:gd name="T0" fmla="*/ 427 w 565"/>
                    <a:gd name="T1" fmla="*/ 38 h 565"/>
                    <a:gd name="T2" fmla="*/ 388 w 565"/>
                    <a:gd name="T3" fmla="*/ 20 h 565"/>
                    <a:gd name="T4" fmla="*/ 347 w 565"/>
                    <a:gd name="T5" fmla="*/ 7 h 565"/>
                    <a:gd name="T6" fmla="*/ 294 w 565"/>
                    <a:gd name="T7" fmla="*/ 0 h 565"/>
                    <a:gd name="T8" fmla="*/ 252 w 565"/>
                    <a:gd name="T9" fmla="*/ 1 h 565"/>
                    <a:gd name="T10" fmla="*/ 200 w 565"/>
                    <a:gd name="T11" fmla="*/ 12 h 565"/>
                    <a:gd name="T12" fmla="*/ 150 w 565"/>
                    <a:gd name="T13" fmla="*/ 33 h 565"/>
                    <a:gd name="T14" fmla="*/ 93 w 565"/>
                    <a:gd name="T15" fmla="*/ 72 h 565"/>
                    <a:gd name="T16" fmla="*/ 64 w 565"/>
                    <a:gd name="T17" fmla="*/ 103 h 565"/>
                    <a:gd name="T18" fmla="*/ 39 w 565"/>
                    <a:gd name="T19" fmla="*/ 139 h 565"/>
                    <a:gd name="T20" fmla="*/ 15 w 565"/>
                    <a:gd name="T21" fmla="*/ 190 h 565"/>
                    <a:gd name="T22" fmla="*/ 4 w 565"/>
                    <a:gd name="T23" fmla="*/ 231 h 565"/>
                    <a:gd name="T24" fmla="*/ 0 w 565"/>
                    <a:gd name="T25" fmla="*/ 272 h 565"/>
                    <a:gd name="T26" fmla="*/ 3 w 565"/>
                    <a:gd name="T27" fmla="*/ 326 h 565"/>
                    <a:gd name="T28" fmla="*/ 22 w 565"/>
                    <a:gd name="T29" fmla="*/ 392 h 565"/>
                    <a:gd name="T30" fmla="*/ 40 w 565"/>
                    <a:gd name="T31" fmla="*/ 428 h 565"/>
                    <a:gd name="T32" fmla="*/ 73 w 565"/>
                    <a:gd name="T33" fmla="*/ 472 h 565"/>
                    <a:gd name="T34" fmla="*/ 104 w 565"/>
                    <a:gd name="T35" fmla="*/ 502 h 565"/>
                    <a:gd name="T36" fmla="*/ 152 w 565"/>
                    <a:gd name="T37" fmla="*/ 534 h 565"/>
                    <a:gd name="T38" fmla="*/ 204 w 565"/>
                    <a:gd name="T39" fmla="*/ 554 h 565"/>
                    <a:gd name="T40" fmla="*/ 245 w 565"/>
                    <a:gd name="T41" fmla="*/ 563 h 565"/>
                    <a:gd name="T42" fmla="*/ 299 w 565"/>
                    <a:gd name="T43" fmla="*/ 565 h 565"/>
                    <a:gd name="T44" fmla="*/ 353 w 565"/>
                    <a:gd name="T45" fmla="*/ 557 h 565"/>
                    <a:gd name="T46" fmla="*/ 404 w 565"/>
                    <a:gd name="T47" fmla="*/ 538 h 565"/>
                    <a:gd name="T48" fmla="*/ 451 w 565"/>
                    <a:gd name="T49" fmla="*/ 510 h 565"/>
                    <a:gd name="T50" fmla="*/ 493 w 565"/>
                    <a:gd name="T51" fmla="*/ 472 h 565"/>
                    <a:gd name="T52" fmla="*/ 527 w 565"/>
                    <a:gd name="T53" fmla="*/ 427 h 565"/>
                    <a:gd name="T54" fmla="*/ 551 w 565"/>
                    <a:gd name="T55" fmla="*/ 375 h 565"/>
                    <a:gd name="T56" fmla="*/ 565 w 565"/>
                    <a:gd name="T57" fmla="*/ 307 h 565"/>
                    <a:gd name="T58" fmla="*/ 564 w 565"/>
                    <a:gd name="T59" fmla="*/ 253 h 565"/>
                    <a:gd name="T60" fmla="*/ 553 w 565"/>
                    <a:gd name="T61" fmla="*/ 199 h 565"/>
                    <a:gd name="T62" fmla="*/ 532 w 565"/>
                    <a:gd name="T63" fmla="*/ 149 h 565"/>
                    <a:gd name="T64" fmla="*/ 510 w 565"/>
                    <a:gd name="T65" fmla="*/ 114 h 565"/>
                    <a:gd name="T66" fmla="*/ 483 w 565"/>
                    <a:gd name="T67" fmla="*/ 82 h 565"/>
                    <a:gd name="T68" fmla="*/ 427 w 565"/>
                    <a:gd name="T69" fmla="*/ 38 h 5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565" h="565">
                      <a:moveTo>
                        <a:pt x="427" y="38"/>
                      </a:moveTo>
                      <a:lnTo>
                        <a:pt x="388" y="20"/>
                      </a:lnTo>
                      <a:lnTo>
                        <a:pt x="347" y="7"/>
                      </a:lnTo>
                      <a:lnTo>
                        <a:pt x="294" y="0"/>
                      </a:lnTo>
                      <a:lnTo>
                        <a:pt x="252" y="1"/>
                      </a:lnTo>
                      <a:lnTo>
                        <a:pt x="200" y="12"/>
                      </a:lnTo>
                      <a:lnTo>
                        <a:pt x="150" y="33"/>
                      </a:lnTo>
                      <a:lnTo>
                        <a:pt x="93" y="72"/>
                      </a:lnTo>
                      <a:lnTo>
                        <a:pt x="64" y="103"/>
                      </a:lnTo>
                      <a:lnTo>
                        <a:pt x="39" y="139"/>
                      </a:lnTo>
                      <a:lnTo>
                        <a:pt x="15" y="190"/>
                      </a:lnTo>
                      <a:lnTo>
                        <a:pt x="4" y="231"/>
                      </a:lnTo>
                      <a:lnTo>
                        <a:pt x="0" y="272"/>
                      </a:lnTo>
                      <a:lnTo>
                        <a:pt x="3" y="326"/>
                      </a:lnTo>
                      <a:lnTo>
                        <a:pt x="22" y="392"/>
                      </a:lnTo>
                      <a:lnTo>
                        <a:pt x="40" y="428"/>
                      </a:lnTo>
                      <a:lnTo>
                        <a:pt x="73" y="472"/>
                      </a:lnTo>
                      <a:lnTo>
                        <a:pt x="104" y="502"/>
                      </a:lnTo>
                      <a:lnTo>
                        <a:pt x="152" y="534"/>
                      </a:lnTo>
                      <a:lnTo>
                        <a:pt x="204" y="554"/>
                      </a:lnTo>
                      <a:lnTo>
                        <a:pt x="245" y="563"/>
                      </a:lnTo>
                      <a:lnTo>
                        <a:pt x="299" y="565"/>
                      </a:lnTo>
                      <a:lnTo>
                        <a:pt x="353" y="557"/>
                      </a:lnTo>
                      <a:lnTo>
                        <a:pt x="404" y="538"/>
                      </a:lnTo>
                      <a:lnTo>
                        <a:pt x="451" y="510"/>
                      </a:lnTo>
                      <a:lnTo>
                        <a:pt x="493" y="472"/>
                      </a:lnTo>
                      <a:lnTo>
                        <a:pt x="527" y="427"/>
                      </a:lnTo>
                      <a:lnTo>
                        <a:pt x="551" y="375"/>
                      </a:lnTo>
                      <a:lnTo>
                        <a:pt x="565" y="307"/>
                      </a:lnTo>
                      <a:lnTo>
                        <a:pt x="564" y="253"/>
                      </a:lnTo>
                      <a:lnTo>
                        <a:pt x="553" y="199"/>
                      </a:lnTo>
                      <a:lnTo>
                        <a:pt x="532" y="149"/>
                      </a:lnTo>
                      <a:lnTo>
                        <a:pt x="510" y="114"/>
                      </a:lnTo>
                      <a:lnTo>
                        <a:pt x="483" y="82"/>
                      </a:lnTo>
                      <a:lnTo>
                        <a:pt x="427" y="3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" name="Freeform 258"/>
                <p:cNvSpPr>
                  <a:spLocks/>
                </p:cNvSpPr>
                <p:nvPr/>
              </p:nvSpPr>
              <p:spPr bwMode="auto">
                <a:xfrm>
                  <a:off x="-870164" y="3282456"/>
                  <a:ext cx="156249" cy="154884"/>
                </a:xfrm>
                <a:custGeom>
                  <a:avLst/>
                  <a:gdLst>
                    <a:gd name="T0" fmla="*/ 1553 w 1553"/>
                    <a:gd name="T1" fmla="*/ 588 h 1532"/>
                    <a:gd name="T2" fmla="*/ 559 w 1553"/>
                    <a:gd name="T3" fmla="*/ 0 h 1532"/>
                    <a:gd name="T4" fmla="*/ 567 w 1553"/>
                    <a:gd name="T5" fmla="*/ 211 h 1532"/>
                    <a:gd name="T6" fmla="*/ 549 w 1553"/>
                    <a:gd name="T7" fmla="*/ 364 h 1532"/>
                    <a:gd name="T8" fmla="*/ 522 w 1553"/>
                    <a:gd name="T9" fmla="*/ 469 h 1532"/>
                    <a:gd name="T10" fmla="*/ 481 w 1553"/>
                    <a:gd name="T11" fmla="*/ 565 h 1532"/>
                    <a:gd name="T12" fmla="*/ 428 w 1553"/>
                    <a:gd name="T13" fmla="*/ 652 h 1532"/>
                    <a:gd name="T14" fmla="*/ 310 w 1553"/>
                    <a:gd name="T15" fmla="*/ 779 h 1532"/>
                    <a:gd name="T16" fmla="*/ 220 w 1553"/>
                    <a:gd name="T17" fmla="*/ 844 h 1532"/>
                    <a:gd name="T18" fmla="*/ 0 w 1553"/>
                    <a:gd name="T19" fmla="*/ 944 h 1532"/>
                    <a:gd name="T20" fmla="*/ 995 w 1553"/>
                    <a:gd name="T21" fmla="*/ 1532 h 1532"/>
                    <a:gd name="T22" fmla="*/ 978 w 1553"/>
                    <a:gd name="T23" fmla="*/ 1354 h 1532"/>
                    <a:gd name="T24" fmla="*/ 982 w 1553"/>
                    <a:gd name="T25" fmla="*/ 1233 h 1532"/>
                    <a:gd name="T26" fmla="*/ 1002 w 1553"/>
                    <a:gd name="T27" fmla="*/ 1121 h 1532"/>
                    <a:gd name="T28" fmla="*/ 1036 w 1553"/>
                    <a:gd name="T29" fmla="*/ 1021 h 1532"/>
                    <a:gd name="T30" fmla="*/ 1084 w 1553"/>
                    <a:gd name="T31" fmla="*/ 929 h 1532"/>
                    <a:gd name="T32" fmla="*/ 1145 w 1553"/>
                    <a:gd name="T33" fmla="*/ 846 h 1532"/>
                    <a:gd name="T34" fmla="*/ 1219 w 1553"/>
                    <a:gd name="T35" fmla="*/ 773 h 1532"/>
                    <a:gd name="T36" fmla="*/ 1337 w 1553"/>
                    <a:gd name="T37" fmla="*/ 688 h 1532"/>
                    <a:gd name="T38" fmla="*/ 1553 w 1553"/>
                    <a:gd name="T39" fmla="*/ 588 h 15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553" h="1532">
                      <a:moveTo>
                        <a:pt x="1553" y="588"/>
                      </a:moveTo>
                      <a:lnTo>
                        <a:pt x="559" y="0"/>
                      </a:lnTo>
                      <a:lnTo>
                        <a:pt x="567" y="211"/>
                      </a:lnTo>
                      <a:lnTo>
                        <a:pt x="549" y="364"/>
                      </a:lnTo>
                      <a:lnTo>
                        <a:pt x="522" y="469"/>
                      </a:lnTo>
                      <a:lnTo>
                        <a:pt x="481" y="565"/>
                      </a:lnTo>
                      <a:lnTo>
                        <a:pt x="428" y="652"/>
                      </a:lnTo>
                      <a:lnTo>
                        <a:pt x="310" y="779"/>
                      </a:lnTo>
                      <a:lnTo>
                        <a:pt x="220" y="844"/>
                      </a:lnTo>
                      <a:lnTo>
                        <a:pt x="0" y="944"/>
                      </a:lnTo>
                      <a:lnTo>
                        <a:pt x="995" y="1532"/>
                      </a:lnTo>
                      <a:lnTo>
                        <a:pt x="978" y="1354"/>
                      </a:lnTo>
                      <a:lnTo>
                        <a:pt x="982" y="1233"/>
                      </a:lnTo>
                      <a:lnTo>
                        <a:pt x="1002" y="1121"/>
                      </a:lnTo>
                      <a:lnTo>
                        <a:pt x="1036" y="1021"/>
                      </a:lnTo>
                      <a:lnTo>
                        <a:pt x="1084" y="929"/>
                      </a:lnTo>
                      <a:lnTo>
                        <a:pt x="1145" y="846"/>
                      </a:lnTo>
                      <a:lnTo>
                        <a:pt x="1219" y="773"/>
                      </a:lnTo>
                      <a:lnTo>
                        <a:pt x="1337" y="688"/>
                      </a:lnTo>
                      <a:lnTo>
                        <a:pt x="1553" y="5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" name="Freeform 259"/>
                <p:cNvSpPr>
                  <a:spLocks/>
                </p:cNvSpPr>
                <p:nvPr/>
              </p:nvSpPr>
              <p:spPr bwMode="auto">
                <a:xfrm>
                  <a:off x="-1080375" y="3471222"/>
                  <a:ext cx="101482" cy="196025"/>
                </a:xfrm>
                <a:custGeom>
                  <a:avLst/>
                  <a:gdLst>
                    <a:gd name="T0" fmla="*/ 852 w 1013"/>
                    <a:gd name="T1" fmla="*/ 1940 h 1940"/>
                    <a:gd name="T2" fmla="*/ 0 w 1013"/>
                    <a:gd name="T3" fmla="*/ 74 h 1940"/>
                    <a:gd name="T4" fmla="*/ 161 w 1013"/>
                    <a:gd name="T5" fmla="*/ 0 h 1940"/>
                    <a:gd name="T6" fmla="*/ 1013 w 1013"/>
                    <a:gd name="T7" fmla="*/ 1867 h 1940"/>
                    <a:gd name="T8" fmla="*/ 852 w 1013"/>
                    <a:gd name="T9" fmla="*/ 1940 h 19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3" h="1940">
                      <a:moveTo>
                        <a:pt x="852" y="1940"/>
                      </a:moveTo>
                      <a:lnTo>
                        <a:pt x="0" y="74"/>
                      </a:lnTo>
                      <a:lnTo>
                        <a:pt x="161" y="0"/>
                      </a:lnTo>
                      <a:lnTo>
                        <a:pt x="1013" y="1867"/>
                      </a:lnTo>
                      <a:lnTo>
                        <a:pt x="852" y="194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" name="Freeform 260"/>
                <p:cNvSpPr>
                  <a:spLocks/>
                </p:cNvSpPr>
                <p:nvPr/>
              </p:nvSpPr>
              <p:spPr bwMode="auto">
                <a:xfrm>
                  <a:off x="-1136754" y="3824551"/>
                  <a:ext cx="45908" cy="56468"/>
                </a:xfrm>
                <a:custGeom>
                  <a:avLst/>
                  <a:gdLst>
                    <a:gd name="T0" fmla="*/ 0 w 453"/>
                    <a:gd name="T1" fmla="*/ 456 h 564"/>
                    <a:gd name="T2" fmla="*/ 183 w 453"/>
                    <a:gd name="T3" fmla="*/ 564 h 564"/>
                    <a:gd name="T4" fmla="*/ 453 w 453"/>
                    <a:gd name="T5" fmla="*/ 107 h 564"/>
                    <a:gd name="T6" fmla="*/ 270 w 453"/>
                    <a:gd name="T7" fmla="*/ 0 h 564"/>
                    <a:gd name="T8" fmla="*/ 0 w 453"/>
                    <a:gd name="T9" fmla="*/ 45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3" h="564">
                      <a:moveTo>
                        <a:pt x="0" y="456"/>
                      </a:moveTo>
                      <a:lnTo>
                        <a:pt x="183" y="564"/>
                      </a:lnTo>
                      <a:lnTo>
                        <a:pt x="453" y="107"/>
                      </a:lnTo>
                      <a:lnTo>
                        <a:pt x="270" y="0"/>
                      </a:lnTo>
                      <a:lnTo>
                        <a:pt x="0" y="45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61"/>
                <p:cNvSpPr>
                  <a:spLocks/>
                </p:cNvSpPr>
                <p:nvPr/>
              </p:nvSpPr>
              <p:spPr bwMode="auto">
                <a:xfrm>
                  <a:off x="-1012721" y="3860852"/>
                  <a:ext cx="21746" cy="54048"/>
                </a:xfrm>
                <a:custGeom>
                  <a:avLst/>
                  <a:gdLst>
                    <a:gd name="T0" fmla="*/ 0 w 218"/>
                    <a:gd name="T1" fmla="*/ 530 h 534"/>
                    <a:gd name="T2" fmla="*/ 213 w 218"/>
                    <a:gd name="T3" fmla="*/ 534 h 534"/>
                    <a:gd name="T4" fmla="*/ 218 w 218"/>
                    <a:gd name="T5" fmla="*/ 2 h 534"/>
                    <a:gd name="T6" fmla="*/ 5 w 218"/>
                    <a:gd name="T7" fmla="*/ 0 h 534"/>
                    <a:gd name="T8" fmla="*/ 0 w 218"/>
                    <a:gd name="T9" fmla="*/ 530 h 5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8" h="534">
                      <a:moveTo>
                        <a:pt x="0" y="530"/>
                      </a:moveTo>
                      <a:lnTo>
                        <a:pt x="213" y="534"/>
                      </a:lnTo>
                      <a:lnTo>
                        <a:pt x="218" y="2"/>
                      </a:lnTo>
                      <a:lnTo>
                        <a:pt x="5" y="0"/>
                      </a:lnTo>
                      <a:lnTo>
                        <a:pt x="0" y="53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" name="Freeform 262"/>
                <p:cNvSpPr>
                  <a:spLocks/>
                </p:cNvSpPr>
                <p:nvPr/>
              </p:nvSpPr>
              <p:spPr bwMode="auto">
                <a:xfrm>
                  <a:off x="-910434" y="3833425"/>
                  <a:ext cx="45103" cy="57275"/>
                </a:xfrm>
                <a:custGeom>
                  <a:avLst/>
                  <a:gdLst>
                    <a:gd name="T0" fmla="*/ 260 w 444"/>
                    <a:gd name="T1" fmla="*/ 566 h 566"/>
                    <a:gd name="T2" fmla="*/ 444 w 444"/>
                    <a:gd name="T3" fmla="*/ 461 h 566"/>
                    <a:gd name="T4" fmla="*/ 184 w 444"/>
                    <a:gd name="T5" fmla="*/ 0 h 566"/>
                    <a:gd name="T6" fmla="*/ 0 w 444"/>
                    <a:gd name="T7" fmla="*/ 104 h 566"/>
                    <a:gd name="T8" fmla="*/ 260 w 444"/>
                    <a:gd name="T9" fmla="*/ 566 h 5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44" h="566">
                      <a:moveTo>
                        <a:pt x="260" y="566"/>
                      </a:moveTo>
                      <a:lnTo>
                        <a:pt x="444" y="461"/>
                      </a:lnTo>
                      <a:lnTo>
                        <a:pt x="184" y="0"/>
                      </a:lnTo>
                      <a:lnTo>
                        <a:pt x="0" y="104"/>
                      </a:lnTo>
                      <a:lnTo>
                        <a:pt x="260" y="56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" name="Freeform 263"/>
                <p:cNvSpPr>
                  <a:spLocks/>
                </p:cNvSpPr>
                <p:nvPr/>
              </p:nvSpPr>
              <p:spPr bwMode="auto">
                <a:xfrm>
                  <a:off x="-829893" y="3760016"/>
                  <a:ext cx="56379" cy="45981"/>
                </a:xfrm>
                <a:custGeom>
                  <a:avLst/>
                  <a:gdLst>
                    <a:gd name="T0" fmla="*/ 457 w 565"/>
                    <a:gd name="T1" fmla="*/ 452 h 452"/>
                    <a:gd name="T2" fmla="*/ 565 w 565"/>
                    <a:gd name="T3" fmla="*/ 270 h 452"/>
                    <a:gd name="T4" fmla="*/ 108 w 565"/>
                    <a:gd name="T5" fmla="*/ 0 h 452"/>
                    <a:gd name="T6" fmla="*/ 0 w 565"/>
                    <a:gd name="T7" fmla="*/ 183 h 452"/>
                    <a:gd name="T8" fmla="*/ 457 w 565"/>
                    <a:gd name="T9" fmla="*/ 452 h 4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65" h="452">
                      <a:moveTo>
                        <a:pt x="457" y="452"/>
                      </a:moveTo>
                      <a:lnTo>
                        <a:pt x="565" y="270"/>
                      </a:lnTo>
                      <a:lnTo>
                        <a:pt x="108" y="0"/>
                      </a:lnTo>
                      <a:lnTo>
                        <a:pt x="0" y="183"/>
                      </a:lnTo>
                      <a:lnTo>
                        <a:pt x="457" y="45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" name="Freeform 264"/>
                <p:cNvSpPr>
                  <a:spLocks/>
                </p:cNvSpPr>
                <p:nvPr/>
              </p:nvSpPr>
              <p:spPr bwMode="auto">
                <a:xfrm>
                  <a:off x="-793650" y="3659987"/>
                  <a:ext cx="53962" cy="21781"/>
                </a:xfrm>
                <a:custGeom>
                  <a:avLst/>
                  <a:gdLst>
                    <a:gd name="T0" fmla="*/ 530 w 532"/>
                    <a:gd name="T1" fmla="*/ 218 h 218"/>
                    <a:gd name="T2" fmla="*/ 532 w 532"/>
                    <a:gd name="T3" fmla="*/ 6 h 218"/>
                    <a:gd name="T4" fmla="*/ 2 w 532"/>
                    <a:gd name="T5" fmla="*/ 0 h 218"/>
                    <a:gd name="T6" fmla="*/ 0 w 532"/>
                    <a:gd name="T7" fmla="*/ 212 h 218"/>
                    <a:gd name="T8" fmla="*/ 530 w 532"/>
                    <a:gd name="T9" fmla="*/ 218 h 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32" h="218">
                      <a:moveTo>
                        <a:pt x="530" y="218"/>
                      </a:moveTo>
                      <a:lnTo>
                        <a:pt x="532" y="6"/>
                      </a:lnTo>
                      <a:lnTo>
                        <a:pt x="2" y="0"/>
                      </a:lnTo>
                      <a:lnTo>
                        <a:pt x="0" y="212"/>
                      </a:lnTo>
                      <a:lnTo>
                        <a:pt x="530" y="21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" name="Freeform 265"/>
                <p:cNvSpPr>
                  <a:spLocks/>
                </p:cNvSpPr>
                <p:nvPr/>
              </p:nvSpPr>
              <p:spPr bwMode="auto">
                <a:xfrm>
                  <a:off x="-821034" y="3534143"/>
                  <a:ext cx="57184" cy="44368"/>
                </a:xfrm>
                <a:custGeom>
                  <a:avLst/>
                  <a:gdLst>
                    <a:gd name="T0" fmla="*/ 566 w 566"/>
                    <a:gd name="T1" fmla="*/ 185 h 445"/>
                    <a:gd name="T2" fmla="*/ 462 w 566"/>
                    <a:gd name="T3" fmla="*/ 0 h 445"/>
                    <a:gd name="T4" fmla="*/ 0 w 566"/>
                    <a:gd name="T5" fmla="*/ 261 h 445"/>
                    <a:gd name="T6" fmla="*/ 105 w 566"/>
                    <a:gd name="T7" fmla="*/ 445 h 445"/>
                    <a:gd name="T8" fmla="*/ 566 w 566"/>
                    <a:gd name="T9" fmla="*/ 185 h 4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66" h="445">
                      <a:moveTo>
                        <a:pt x="566" y="185"/>
                      </a:moveTo>
                      <a:lnTo>
                        <a:pt x="462" y="0"/>
                      </a:lnTo>
                      <a:lnTo>
                        <a:pt x="0" y="261"/>
                      </a:lnTo>
                      <a:lnTo>
                        <a:pt x="105" y="445"/>
                      </a:lnTo>
                      <a:lnTo>
                        <a:pt x="566" y="18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" name="Freeform 266"/>
                <p:cNvSpPr>
                  <a:spLocks/>
                </p:cNvSpPr>
                <p:nvPr/>
              </p:nvSpPr>
              <p:spPr bwMode="auto">
                <a:xfrm>
                  <a:off x="-894326" y="3441374"/>
                  <a:ext cx="45908" cy="57275"/>
                </a:xfrm>
                <a:custGeom>
                  <a:avLst/>
                  <a:gdLst>
                    <a:gd name="T0" fmla="*/ 453 w 453"/>
                    <a:gd name="T1" fmla="*/ 108 h 565"/>
                    <a:gd name="T2" fmla="*/ 270 w 453"/>
                    <a:gd name="T3" fmla="*/ 0 h 565"/>
                    <a:gd name="T4" fmla="*/ 0 w 453"/>
                    <a:gd name="T5" fmla="*/ 457 h 565"/>
                    <a:gd name="T6" fmla="*/ 183 w 453"/>
                    <a:gd name="T7" fmla="*/ 565 h 565"/>
                    <a:gd name="T8" fmla="*/ 453 w 453"/>
                    <a:gd name="T9" fmla="*/ 108 h 5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3" h="565">
                      <a:moveTo>
                        <a:pt x="453" y="108"/>
                      </a:moveTo>
                      <a:lnTo>
                        <a:pt x="270" y="0"/>
                      </a:lnTo>
                      <a:lnTo>
                        <a:pt x="0" y="457"/>
                      </a:lnTo>
                      <a:lnTo>
                        <a:pt x="183" y="565"/>
                      </a:lnTo>
                      <a:lnTo>
                        <a:pt x="453" y="10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" name="Freeform 267"/>
                <p:cNvSpPr>
                  <a:spLocks/>
                </p:cNvSpPr>
                <p:nvPr/>
              </p:nvSpPr>
              <p:spPr bwMode="auto">
                <a:xfrm>
                  <a:off x="-1000640" y="3594645"/>
                  <a:ext cx="183633" cy="80669"/>
                </a:xfrm>
                <a:custGeom>
                  <a:avLst/>
                  <a:gdLst>
                    <a:gd name="T0" fmla="*/ 1821 w 1821"/>
                    <a:gd name="T1" fmla="*/ 306 h 799"/>
                    <a:gd name="T2" fmla="*/ 1735 w 1821"/>
                    <a:gd name="T3" fmla="*/ 0 h 799"/>
                    <a:gd name="T4" fmla="*/ 0 w 1821"/>
                    <a:gd name="T5" fmla="*/ 493 h 799"/>
                    <a:gd name="T6" fmla="*/ 86 w 1821"/>
                    <a:gd name="T7" fmla="*/ 799 h 799"/>
                    <a:gd name="T8" fmla="*/ 1821 w 1821"/>
                    <a:gd name="T9" fmla="*/ 306 h 7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21" h="799">
                      <a:moveTo>
                        <a:pt x="1821" y="306"/>
                      </a:moveTo>
                      <a:lnTo>
                        <a:pt x="1735" y="0"/>
                      </a:lnTo>
                      <a:lnTo>
                        <a:pt x="0" y="493"/>
                      </a:lnTo>
                      <a:lnTo>
                        <a:pt x="86" y="799"/>
                      </a:lnTo>
                      <a:lnTo>
                        <a:pt x="1821" y="30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" name="Freeform 268"/>
                <p:cNvSpPr>
                  <a:spLocks/>
                </p:cNvSpPr>
                <p:nvPr/>
              </p:nvSpPr>
              <p:spPr bwMode="auto">
                <a:xfrm>
                  <a:off x="-833115" y="3236475"/>
                  <a:ext cx="159471" cy="122617"/>
                </a:xfrm>
                <a:custGeom>
                  <a:avLst/>
                  <a:gdLst>
                    <a:gd name="T0" fmla="*/ 995 w 1586"/>
                    <a:gd name="T1" fmla="*/ 274 h 1215"/>
                    <a:gd name="T2" fmla="*/ 516 w 1586"/>
                    <a:gd name="T3" fmla="*/ 28 h 1215"/>
                    <a:gd name="T4" fmla="*/ 428 w 1586"/>
                    <a:gd name="T5" fmla="*/ 6 h 1215"/>
                    <a:gd name="T6" fmla="*/ 371 w 1586"/>
                    <a:gd name="T7" fmla="*/ 0 h 1215"/>
                    <a:gd name="T8" fmla="*/ 317 w 1586"/>
                    <a:gd name="T9" fmla="*/ 3 h 1215"/>
                    <a:gd name="T10" fmla="*/ 266 w 1586"/>
                    <a:gd name="T11" fmla="*/ 15 h 1215"/>
                    <a:gd name="T12" fmla="*/ 217 w 1586"/>
                    <a:gd name="T13" fmla="*/ 35 h 1215"/>
                    <a:gd name="T14" fmla="*/ 171 w 1586"/>
                    <a:gd name="T15" fmla="*/ 66 h 1215"/>
                    <a:gd name="T16" fmla="*/ 126 w 1586"/>
                    <a:gd name="T17" fmla="*/ 109 h 1215"/>
                    <a:gd name="T18" fmla="*/ 85 w 1586"/>
                    <a:gd name="T19" fmla="*/ 162 h 1215"/>
                    <a:gd name="T20" fmla="*/ 32 w 1586"/>
                    <a:gd name="T21" fmla="*/ 256 h 1215"/>
                    <a:gd name="T22" fmla="*/ 11 w 1586"/>
                    <a:gd name="T23" fmla="*/ 314 h 1215"/>
                    <a:gd name="T24" fmla="*/ 1 w 1586"/>
                    <a:gd name="T25" fmla="*/ 367 h 1215"/>
                    <a:gd name="T26" fmla="*/ 0 w 1586"/>
                    <a:gd name="T27" fmla="*/ 392 h 1215"/>
                    <a:gd name="T28" fmla="*/ 7 w 1586"/>
                    <a:gd name="T29" fmla="*/ 438 h 1215"/>
                    <a:gd name="T30" fmla="*/ 22 w 1586"/>
                    <a:gd name="T31" fmla="*/ 482 h 1215"/>
                    <a:gd name="T32" fmla="*/ 48 w 1586"/>
                    <a:gd name="T33" fmla="*/ 522 h 1215"/>
                    <a:gd name="T34" fmla="*/ 81 w 1586"/>
                    <a:gd name="T35" fmla="*/ 559 h 1215"/>
                    <a:gd name="T36" fmla="*/ 172 w 1586"/>
                    <a:gd name="T37" fmla="*/ 632 h 1215"/>
                    <a:gd name="T38" fmla="*/ 1144 w 1586"/>
                    <a:gd name="T39" fmla="*/ 1181 h 1215"/>
                    <a:gd name="T40" fmla="*/ 1227 w 1586"/>
                    <a:gd name="T41" fmla="*/ 1206 h 1215"/>
                    <a:gd name="T42" fmla="*/ 1303 w 1586"/>
                    <a:gd name="T43" fmla="*/ 1215 h 1215"/>
                    <a:gd name="T44" fmla="*/ 1374 w 1586"/>
                    <a:gd name="T45" fmla="*/ 1204 h 1215"/>
                    <a:gd name="T46" fmla="*/ 1418 w 1586"/>
                    <a:gd name="T47" fmla="*/ 1184 h 1215"/>
                    <a:gd name="T48" fmla="*/ 1439 w 1586"/>
                    <a:gd name="T49" fmla="*/ 1171 h 1215"/>
                    <a:gd name="T50" fmla="*/ 1478 w 1586"/>
                    <a:gd name="T51" fmla="*/ 1136 h 1215"/>
                    <a:gd name="T52" fmla="*/ 1515 w 1586"/>
                    <a:gd name="T53" fmla="*/ 1089 h 1215"/>
                    <a:gd name="T54" fmla="*/ 1549 w 1586"/>
                    <a:gd name="T55" fmla="*/ 1033 h 1215"/>
                    <a:gd name="T56" fmla="*/ 1572 w 1586"/>
                    <a:gd name="T57" fmla="*/ 976 h 1215"/>
                    <a:gd name="T58" fmla="*/ 1584 w 1586"/>
                    <a:gd name="T59" fmla="*/ 920 h 1215"/>
                    <a:gd name="T60" fmla="*/ 1586 w 1586"/>
                    <a:gd name="T61" fmla="*/ 866 h 1215"/>
                    <a:gd name="T62" fmla="*/ 1572 w 1586"/>
                    <a:gd name="T63" fmla="*/ 788 h 1215"/>
                    <a:gd name="T64" fmla="*/ 1537 w 1586"/>
                    <a:gd name="T65" fmla="*/ 712 h 1215"/>
                    <a:gd name="T66" fmla="*/ 1485 w 1586"/>
                    <a:gd name="T67" fmla="*/ 640 h 1215"/>
                    <a:gd name="T68" fmla="*/ 1392 w 1586"/>
                    <a:gd name="T69" fmla="*/ 545 h 1215"/>
                    <a:gd name="T70" fmla="*/ 995 w 1586"/>
                    <a:gd name="T71" fmla="*/ 274 h 12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586" h="1215">
                      <a:moveTo>
                        <a:pt x="995" y="274"/>
                      </a:moveTo>
                      <a:lnTo>
                        <a:pt x="516" y="28"/>
                      </a:lnTo>
                      <a:lnTo>
                        <a:pt x="428" y="6"/>
                      </a:lnTo>
                      <a:lnTo>
                        <a:pt x="371" y="0"/>
                      </a:lnTo>
                      <a:lnTo>
                        <a:pt x="317" y="3"/>
                      </a:lnTo>
                      <a:lnTo>
                        <a:pt x="266" y="15"/>
                      </a:lnTo>
                      <a:lnTo>
                        <a:pt x="217" y="35"/>
                      </a:lnTo>
                      <a:lnTo>
                        <a:pt x="171" y="66"/>
                      </a:lnTo>
                      <a:lnTo>
                        <a:pt x="126" y="109"/>
                      </a:lnTo>
                      <a:lnTo>
                        <a:pt x="85" y="162"/>
                      </a:lnTo>
                      <a:lnTo>
                        <a:pt x="32" y="256"/>
                      </a:lnTo>
                      <a:lnTo>
                        <a:pt x="11" y="314"/>
                      </a:lnTo>
                      <a:lnTo>
                        <a:pt x="1" y="367"/>
                      </a:lnTo>
                      <a:lnTo>
                        <a:pt x="0" y="392"/>
                      </a:lnTo>
                      <a:lnTo>
                        <a:pt x="7" y="438"/>
                      </a:lnTo>
                      <a:lnTo>
                        <a:pt x="22" y="482"/>
                      </a:lnTo>
                      <a:lnTo>
                        <a:pt x="48" y="522"/>
                      </a:lnTo>
                      <a:lnTo>
                        <a:pt x="81" y="559"/>
                      </a:lnTo>
                      <a:lnTo>
                        <a:pt x="172" y="632"/>
                      </a:lnTo>
                      <a:lnTo>
                        <a:pt x="1144" y="1181"/>
                      </a:lnTo>
                      <a:lnTo>
                        <a:pt x="1227" y="1206"/>
                      </a:lnTo>
                      <a:lnTo>
                        <a:pt x="1303" y="1215"/>
                      </a:lnTo>
                      <a:lnTo>
                        <a:pt x="1374" y="1204"/>
                      </a:lnTo>
                      <a:lnTo>
                        <a:pt x="1418" y="1184"/>
                      </a:lnTo>
                      <a:lnTo>
                        <a:pt x="1439" y="1171"/>
                      </a:lnTo>
                      <a:lnTo>
                        <a:pt x="1478" y="1136"/>
                      </a:lnTo>
                      <a:lnTo>
                        <a:pt x="1515" y="1089"/>
                      </a:lnTo>
                      <a:lnTo>
                        <a:pt x="1549" y="1033"/>
                      </a:lnTo>
                      <a:lnTo>
                        <a:pt x="1572" y="976"/>
                      </a:lnTo>
                      <a:lnTo>
                        <a:pt x="1584" y="920"/>
                      </a:lnTo>
                      <a:lnTo>
                        <a:pt x="1586" y="866"/>
                      </a:lnTo>
                      <a:lnTo>
                        <a:pt x="1572" y="788"/>
                      </a:lnTo>
                      <a:lnTo>
                        <a:pt x="1537" y="712"/>
                      </a:lnTo>
                      <a:lnTo>
                        <a:pt x="1485" y="640"/>
                      </a:lnTo>
                      <a:lnTo>
                        <a:pt x="1392" y="545"/>
                      </a:lnTo>
                      <a:lnTo>
                        <a:pt x="995" y="2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" name="Oval 269"/>
                <p:cNvSpPr>
                  <a:spLocks noChangeArrowheads="1"/>
                </p:cNvSpPr>
                <p:nvPr/>
              </p:nvSpPr>
              <p:spPr bwMode="auto">
                <a:xfrm>
                  <a:off x="-1305890" y="3347798"/>
                  <a:ext cx="620970" cy="621957"/>
                </a:xfrm>
                <a:prstGeom prst="ellipse">
                  <a:avLst/>
                </a:prstGeom>
                <a:noFill/>
                <a:ln w="571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" name="Oval 270"/>
                <p:cNvSpPr>
                  <a:spLocks noChangeArrowheads="1"/>
                </p:cNvSpPr>
                <p:nvPr/>
              </p:nvSpPr>
              <p:spPr bwMode="auto">
                <a:xfrm>
                  <a:off x="-866942" y="3128379"/>
                  <a:ext cx="273839" cy="274274"/>
                </a:xfrm>
                <a:prstGeom prst="ellips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3" name="组合 2"/>
          <p:cNvGrpSpPr/>
          <p:nvPr/>
        </p:nvGrpSpPr>
        <p:grpSpPr>
          <a:xfrm>
            <a:off x="6185479" y="4369668"/>
            <a:ext cx="922815" cy="922815"/>
            <a:chOff x="6994812" y="4245827"/>
            <a:chExt cx="922815" cy="922815"/>
          </a:xfrm>
        </p:grpSpPr>
        <p:sp>
          <p:nvSpPr>
            <p:cNvPr id="70" name="椭圆 69"/>
            <p:cNvSpPr/>
            <p:nvPr/>
          </p:nvSpPr>
          <p:spPr>
            <a:xfrm>
              <a:off x="6994812" y="4245827"/>
              <a:ext cx="922815" cy="922815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5" name="组合 104"/>
            <p:cNvGrpSpPr/>
            <p:nvPr/>
          </p:nvGrpSpPr>
          <p:grpSpPr>
            <a:xfrm>
              <a:off x="7132378" y="4387848"/>
              <a:ext cx="647682" cy="647682"/>
              <a:chOff x="7025646" y="4289874"/>
              <a:chExt cx="799484" cy="799484"/>
            </a:xfrm>
          </p:grpSpPr>
          <p:sp>
            <p:nvSpPr>
              <p:cNvPr id="106" name="椭圆 105"/>
              <p:cNvSpPr/>
              <p:nvPr/>
            </p:nvSpPr>
            <p:spPr>
              <a:xfrm>
                <a:off x="7025646" y="4289874"/>
                <a:ext cx="799484" cy="79948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07" name="组合 106"/>
              <p:cNvGrpSpPr/>
              <p:nvPr/>
            </p:nvGrpSpPr>
            <p:grpSpPr>
              <a:xfrm>
                <a:off x="7155120" y="4409704"/>
                <a:ext cx="540535" cy="455658"/>
                <a:chOff x="7109871" y="4390243"/>
                <a:chExt cx="586808" cy="494665"/>
              </a:xfrm>
            </p:grpSpPr>
            <p:sp>
              <p:nvSpPr>
                <p:cNvPr id="108" name="Freeform 52"/>
                <p:cNvSpPr>
                  <a:spLocks/>
                </p:cNvSpPr>
                <p:nvPr/>
              </p:nvSpPr>
              <p:spPr bwMode="auto">
                <a:xfrm>
                  <a:off x="7109871" y="4825500"/>
                  <a:ext cx="586808" cy="59408"/>
                </a:xfrm>
                <a:custGeom>
                  <a:avLst/>
                  <a:gdLst>
                    <a:gd name="T0" fmla="*/ 1071 w 11146"/>
                    <a:gd name="T1" fmla="*/ 1139 h 1140"/>
                    <a:gd name="T2" fmla="*/ 937 w 11146"/>
                    <a:gd name="T3" fmla="*/ 1130 h 1140"/>
                    <a:gd name="T4" fmla="*/ 812 w 11146"/>
                    <a:gd name="T5" fmla="*/ 1112 h 1140"/>
                    <a:gd name="T6" fmla="*/ 697 w 11146"/>
                    <a:gd name="T7" fmla="*/ 1086 h 1140"/>
                    <a:gd name="T8" fmla="*/ 589 w 11146"/>
                    <a:gd name="T9" fmla="*/ 1049 h 1140"/>
                    <a:gd name="T10" fmla="*/ 492 w 11146"/>
                    <a:gd name="T11" fmla="*/ 1005 h 1140"/>
                    <a:gd name="T12" fmla="*/ 403 w 11146"/>
                    <a:gd name="T13" fmla="*/ 952 h 1140"/>
                    <a:gd name="T14" fmla="*/ 322 w 11146"/>
                    <a:gd name="T15" fmla="*/ 889 h 1140"/>
                    <a:gd name="T16" fmla="*/ 251 w 11146"/>
                    <a:gd name="T17" fmla="*/ 818 h 1140"/>
                    <a:gd name="T18" fmla="*/ 189 w 11146"/>
                    <a:gd name="T19" fmla="*/ 738 h 1140"/>
                    <a:gd name="T20" fmla="*/ 136 w 11146"/>
                    <a:gd name="T21" fmla="*/ 649 h 1140"/>
                    <a:gd name="T22" fmla="*/ 91 w 11146"/>
                    <a:gd name="T23" fmla="*/ 551 h 1140"/>
                    <a:gd name="T24" fmla="*/ 55 w 11146"/>
                    <a:gd name="T25" fmla="*/ 444 h 1140"/>
                    <a:gd name="T26" fmla="*/ 28 w 11146"/>
                    <a:gd name="T27" fmla="*/ 328 h 1140"/>
                    <a:gd name="T28" fmla="*/ 10 w 11146"/>
                    <a:gd name="T29" fmla="*/ 204 h 1140"/>
                    <a:gd name="T30" fmla="*/ 2 w 11146"/>
                    <a:gd name="T31" fmla="*/ 70 h 1140"/>
                    <a:gd name="T32" fmla="*/ 11132 w 11146"/>
                    <a:gd name="T33" fmla="*/ 0 h 1140"/>
                    <a:gd name="T34" fmla="*/ 11144 w 11146"/>
                    <a:gd name="T35" fmla="*/ 70 h 1140"/>
                    <a:gd name="T36" fmla="*/ 11135 w 11146"/>
                    <a:gd name="T37" fmla="*/ 204 h 1140"/>
                    <a:gd name="T38" fmla="*/ 11117 w 11146"/>
                    <a:gd name="T39" fmla="*/ 328 h 1140"/>
                    <a:gd name="T40" fmla="*/ 11090 w 11146"/>
                    <a:gd name="T41" fmla="*/ 444 h 1140"/>
                    <a:gd name="T42" fmla="*/ 11054 w 11146"/>
                    <a:gd name="T43" fmla="*/ 551 h 1140"/>
                    <a:gd name="T44" fmla="*/ 11009 w 11146"/>
                    <a:gd name="T45" fmla="*/ 649 h 1140"/>
                    <a:gd name="T46" fmla="*/ 10955 w 11146"/>
                    <a:gd name="T47" fmla="*/ 738 h 1140"/>
                    <a:gd name="T48" fmla="*/ 10892 w 11146"/>
                    <a:gd name="T49" fmla="*/ 818 h 1140"/>
                    <a:gd name="T50" fmla="*/ 10821 w 11146"/>
                    <a:gd name="T51" fmla="*/ 889 h 1140"/>
                    <a:gd name="T52" fmla="*/ 10739 w 11146"/>
                    <a:gd name="T53" fmla="*/ 952 h 1140"/>
                    <a:gd name="T54" fmla="*/ 10650 w 11146"/>
                    <a:gd name="T55" fmla="*/ 1005 h 1140"/>
                    <a:gd name="T56" fmla="*/ 10551 w 11146"/>
                    <a:gd name="T57" fmla="*/ 1049 h 1140"/>
                    <a:gd name="T58" fmla="*/ 10443 w 11146"/>
                    <a:gd name="T59" fmla="*/ 1086 h 1140"/>
                    <a:gd name="T60" fmla="*/ 10327 w 11146"/>
                    <a:gd name="T61" fmla="*/ 1112 h 1140"/>
                    <a:gd name="T62" fmla="*/ 10202 w 11146"/>
                    <a:gd name="T63" fmla="*/ 1130 h 1140"/>
                    <a:gd name="T64" fmla="*/ 10067 w 11146"/>
                    <a:gd name="T65" fmla="*/ 1139 h 1140"/>
                    <a:gd name="T66" fmla="*/ 1141 w 11146"/>
                    <a:gd name="T67" fmla="*/ 1140 h 11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1146" h="1140">
                      <a:moveTo>
                        <a:pt x="1141" y="1140"/>
                      </a:moveTo>
                      <a:lnTo>
                        <a:pt x="1071" y="1139"/>
                      </a:lnTo>
                      <a:lnTo>
                        <a:pt x="1003" y="1136"/>
                      </a:lnTo>
                      <a:lnTo>
                        <a:pt x="937" y="1130"/>
                      </a:lnTo>
                      <a:lnTo>
                        <a:pt x="873" y="1122"/>
                      </a:lnTo>
                      <a:lnTo>
                        <a:pt x="812" y="1112"/>
                      </a:lnTo>
                      <a:lnTo>
                        <a:pt x="753" y="1100"/>
                      </a:lnTo>
                      <a:lnTo>
                        <a:pt x="697" y="1086"/>
                      </a:lnTo>
                      <a:lnTo>
                        <a:pt x="642" y="1068"/>
                      </a:lnTo>
                      <a:lnTo>
                        <a:pt x="589" y="1049"/>
                      </a:lnTo>
                      <a:lnTo>
                        <a:pt x="539" y="1028"/>
                      </a:lnTo>
                      <a:lnTo>
                        <a:pt x="492" y="1005"/>
                      </a:lnTo>
                      <a:lnTo>
                        <a:pt x="446" y="979"/>
                      </a:lnTo>
                      <a:lnTo>
                        <a:pt x="403" y="952"/>
                      </a:lnTo>
                      <a:lnTo>
                        <a:pt x="361" y="922"/>
                      </a:lnTo>
                      <a:lnTo>
                        <a:pt x="322" y="889"/>
                      </a:lnTo>
                      <a:lnTo>
                        <a:pt x="286" y="855"/>
                      </a:lnTo>
                      <a:lnTo>
                        <a:pt x="251" y="818"/>
                      </a:lnTo>
                      <a:lnTo>
                        <a:pt x="219" y="779"/>
                      </a:lnTo>
                      <a:lnTo>
                        <a:pt x="189" y="738"/>
                      </a:lnTo>
                      <a:lnTo>
                        <a:pt x="161" y="694"/>
                      </a:lnTo>
                      <a:lnTo>
                        <a:pt x="136" y="649"/>
                      </a:lnTo>
                      <a:lnTo>
                        <a:pt x="112" y="601"/>
                      </a:lnTo>
                      <a:lnTo>
                        <a:pt x="91" y="551"/>
                      </a:lnTo>
                      <a:lnTo>
                        <a:pt x="71" y="499"/>
                      </a:lnTo>
                      <a:lnTo>
                        <a:pt x="55" y="444"/>
                      </a:lnTo>
                      <a:lnTo>
                        <a:pt x="40" y="387"/>
                      </a:lnTo>
                      <a:lnTo>
                        <a:pt x="28" y="328"/>
                      </a:lnTo>
                      <a:lnTo>
                        <a:pt x="18" y="267"/>
                      </a:lnTo>
                      <a:lnTo>
                        <a:pt x="10" y="204"/>
                      </a:lnTo>
                      <a:lnTo>
                        <a:pt x="5" y="137"/>
                      </a:lnTo>
                      <a:lnTo>
                        <a:pt x="2" y="70"/>
                      </a:lnTo>
                      <a:lnTo>
                        <a:pt x="0" y="0"/>
                      </a:lnTo>
                      <a:lnTo>
                        <a:pt x="11132" y="0"/>
                      </a:lnTo>
                      <a:lnTo>
                        <a:pt x="11146" y="0"/>
                      </a:lnTo>
                      <a:lnTo>
                        <a:pt x="11144" y="70"/>
                      </a:lnTo>
                      <a:lnTo>
                        <a:pt x="11141" y="137"/>
                      </a:lnTo>
                      <a:lnTo>
                        <a:pt x="11135" y="204"/>
                      </a:lnTo>
                      <a:lnTo>
                        <a:pt x="11128" y="267"/>
                      </a:lnTo>
                      <a:lnTo>
                        <a:pt x="11117" y="328"/>
                      </a:lnTo>
                      <a:lnTo>
                        <a:pt x="11105" y="387"/>
                      </a:lnTo>
                      <a:lnTo>
                        <a:pt x="11090" y="444"/>
                      </a:lnTo>
                      <a:lnTo>
                        <a:pt x="11074" y="499"/>
                      </a:lnTo>
                      <a:lnTo>
                        <a:pt x="11054" y="551"/>
                      </a:lnTo>
                      <a:lnTo>
                        <a:pt x="11032" y="601"/>
                      </a:lnTo>
                      <a:lnTo>
                        <a:pt x="11009" y="649"/>
                      </a:lnTo>
                      <a:lnTo>
                        <a:pt x="10983" y="694"/>
                      </a:lnTo>
                      <a:lnTo>
                        <a:pt x="10955" y="738"/>
                      </a:lnTo>
                      <a:lnTo>
                        <a:pt x="10925" y="779"/>
                      </a:lnTo>
                      <a:lnTo>
                        <a:pt x="10892" y="818"/>
                      </a:lnTo>
                      <a:lnTo>
                        <a:pt x="10858" y="855"/>
                      </a:lnTo>
                      <a:lnTo>
                        <a:pt x="10821" y="889"/>
                      </a:lnTo>
                      <a:lnTo>
                        <a:pt x="10782" y="922"/>
                      </a:lnTo>
                      <a:lnTo>
                        <a:pt x="10739" y="952"/>
                      </a:lnTo>
                      <a:lnTo>
                        <a:pt x="10696" y="979"/>
                      </a:lnTo>
                      <a:lnTo>
                        <a:pt x="10650" y="1005"/>
                      </a:lnTo>
                      <a:lnTo>
                        <a:pt x="10602" y="1028"/>
                      </a:lnTo>
                      <a:lnTo>
                        <a:pt x="10551" y="1049"/>
                      </a:lnTo>
                      <a:lnTo>
                        <a:pt x="10499" y="1068"/>
                      </a:lnTo>
                      <a:lnTo>
                        <a:pt x="10443" y="1086"/>
                      </a:lnTo>
                      <a:lnTo>
                        <a:pt x="10386" y="1100"/>
                      </a:lnTo>
                      <a:lnTo>
                        <a:pt x="10327" y="1112"/>
                      </a:lnTo>
                      <a:lnTo>
                        <a:pt x="10265" y="1122"/>
                      </a:lnTo>
                      <a:lnTo>
                        <a:pt x="10202" y="1130"/>
                      </a:lnTo>
                      <a:lnTo>
                        <a:pt x="10135" y="1136"/>
                      </a:lnTo>
                      <a:lnTo>
                        <a:pt x="10067" y="1139"/>
                      </a:lnTo>
                      <a:lnTo>
                        <a:pt x="9996" y="1140"/>
                      </a:lnTo>
                      <a:lnTo>
                        <a:pt x="1141" y="114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" name="Freeform 53"/>
                <p:cNvSpPr>
                  <a:spLocks/>
                </p:cNvSpPr>
                <p:nvPr/>
              </p:nvSpPr>
              <p:spPr bwMode="auto">
                <a:xfrm>
                  <a:off x="7243236" y="4526033"/>
                  <a:ext cx="430407" cy="281280"/>
                </a:xfrm>
                <a:custGeom>
                  <a:avLst/>
                  <a:gdLst>
                    <a:gd name="T0" fmla="*/ 6055 w 8157"/>
                    <a:gd name="T1" fmla="*/ 4539 h 5347"/>
                    <a:gd name="T2" fmla="*/ 6025 w 8157"/>
                    <a:gd name="T3" fmla="*/ 4739 h 5347"/>
                    <a:gd name="T4" fmla="*/ 5967 w 8157"/>
                    <a:gd name="T5" fmla="*/ 4911 h 5347"/>
                    <a:gd name="T6" fmla="*/ 5878 w 8157"/>
                    <a:gd name="T7" fmla="*/ 5055 h 5347"/>
                    <a:gd name="T8" fmla="*/ 5760 w 8157"/>
                    <a:gd name="T9" fmla="*/ 5170 h 5347"/>
                    <a:gd name="T10" fmla="*/ 5612 w 8157"/>
                    <a:gd name="T11" fmla="*/ 5256 h 5347"/>
                    <a:gd name="T12" fmla="*/ 5435 w 8157"/>
                    <a:gd name="T13" fmla="*/ 5315 h 5347"/>
                    <a:gd name="T14" fmla="*/ 5227 w 8157"/>
                    <a:gd name="T15" fmla="*/ 5343 h 5347"/>
                    <a:gd name="T16" fmla="*/ 875 w 8157"/>
                    <a:gd name="T17" fmla="*/ 5346 h 5347"/>
                    <a:gd name="T18" fmla="*/ 663 w 8157"/>
                    <a:gd name="T19" fmla="*/ 5325 h 5347"/>
                    <a:gd name="T20" fmla="*/ 481 w 8157"/>
                    <a:gd name="T21" fmla="*/ 5273 h 5347"/>
                    <a:gd name="T22" fmla="*/ 328 w 8157"/>
                    <a:gd name="T23" fmla="*/ 5194 h 5347"/>
                    <a:gd name="T24" fmla="*/ 204 w 8157"/>
                    <a:gd name="T25" fmla="*/ 5086 h 5347"/>
                    <a:gd name="T26" fmla="*/ 110 w 8157"/>
                    <a:gd name="T27" fmla="*/ 4949 h 5347"/>
                    <a:gd name="T28" fmla="*/ 45 w 8157"/>
                    <a:gd name="T29" fmla="*/ 4785 h 5347"/>
                    <a:gd name="T30" fmla="*/ 8 w 8157"/>
                    <a:gd name="T31" fmla="*/ 4591 h 5347"/>
                    <a:gd name="T32" fmla="*/ 0 w 8157"/>
                    <a:gd name="T33" fmla="*/ 0 h 5347"/>
                    <a:gd name="T34" fmla="*/ 6217 w 8157"/>
                    <a:gd name="T35" fmla="*/ 6 h 5347"/>
                    <a:gd name="T36" fmla="*/ 6421 w 8157"/>
                    <a:gd name="T37" fmla="*/ 29 h 5347"/>
                    <a:gd name="T38" fmla="*/ 6618 w 8157"/>
                    <a:gd name="T39" fmla="*/ 72 h 5347"/>
                    <a:gd name="T40" fmla="*/ 6808 w 8157"/>
                    <a:gd name="T41" fmla="*/ 134 h 5347"/>
                    <a:gd name="T42" fmla="*/ 6990 w 8157"/>
                    <a:gd name="T43" fmla="*/ 215 h 5347"/>
                    <a:gd name="T44" fmla="*/ 7166 w 8157"/>
                    <a:gd name="T45" fmla="*/ 317 h 5347"/>
                    <a:gd name="T46" fmla="*/ 7334 w 8157"/>
                    <a:gd name="T47" fmla="*/ 436 h 5347"/>
                    <a:gd name="T48" fmla="*/ 7495 w 8157"/>
                    <a:gd name="T49" fmla="*/ 577 h 5347"/>
                    <a:gd name="T50" fmla="*/ 7646 w 8157"/>
                    <a:gd name="T51" fmla="*/ 732 h 5347"/>
                    <a:gd name="T52" fmla="*/ 7777 w 8157"/>
                    <a:gd name="T53" fmla="*/ 896 h 5347"/>
                    <a:gd name="T54" fmla="*/ 7889 w 8157"/>
                    <a:gd name="T55" fmla="*/ 1066 h 5347"/>
                    <a:gd name="T56" fmla="*/ 7982 w 8157"/>
                    <a:gd name="T57" fmla="*/ 1246 h 5347"/>
                    <a:gd name="T58" fmla="*/ 8055 w 8157"/>
                    <a:gd name="T59" fmla="*/ 1433 h 5347"/>
                    <a:gd name="T60" fmla="*/ 8108 w 8157"/>
                    <a:gd name="T61" fmla="*/ 1627 h 5347"/>
                    <a:gd name="T62" fmla="*/ 8142 w 8157"/>
                    <a:gd name="T63" fmla="*/ 1830 h 5347"/>
                    <a:gd name="T64" fmla="*/ 8157 w 8157"/>
                    <a:gd name="T65" fmla="*/ 2041 h 5347"/>
                    <a:gd name="T66" fmla="*/ 8152 w 8157"/>
                    <a:gd name="T67" fmla="*/ 2257 h 5347"/>
                    <a:gd name="T68" fmla="*/ 8128 w 8157"/>
                    <a:gd name="T69" fmla="*/ 2467 h 5347"/>
                    <a:gd name="T70" fmla="*/ 8084 w 8157"/>
                    <a:gd name="T71" fmla="*/ 2668 h 5347"/>
                    <a:gd name="T72" fmla="*/ 8021 w 8157"/>
                    <a:gd name="T73" fmla="*/ 2860 h 5347"/>
                    <a:gd name="T74" fmla="*/ 7937 w 8157"/>
                    <a:gd name="T75" fmla="*/ 3043 h 5347"/>
                    <a:gd name="T76" fmla="*/ 7835 w 8157"/>
                    <a:gd name="T77" fmla="*/ 3218 h 5347"/>
                    <a:gd name="T78" fmla="*/ 7714 w 8157"/>
                    <a:gd name="T79" fmla="*/ 3384 h 5347"/>
                    <a:gd name="T80" fmla="*/ 7572 w 8157"/>
                    <a:gd name="T81" fmla="*/ 3542 h 5347"/>
                    <a:gd name="T82" fmla="*/ 7416 w 8157"/>
                    <a:gd name="T83" fmla="*/ 3687 h 5347"/>
                    <a:gd name="T84" fmla="*/ 7251 w 8157"/>
                    <a:gd name="T85" fmla="*/ 3815 h 5347"/>
                    <a:gd name="T86" fmla="*/ 7080 w 8157"/>
                    <a:gd name="T87" fmla="*/ 3922 h 5347"/>
                    <a:gd name="T88" fmla="*/ 6900 w 8157"/>
                    <a:gd name="T89" fmla="*/ 4011 h 5347"/>
                    <a:gd name="T90" fmla="*/ 6714 w 8157"/>
                    <a:gd name="T91" fmla="*/ 4081 h 5347"/>
                    <a:gd name="T92" fmla="*/ 6521 w 8157"/>
                    <a:gd name="T93" fmla="*/ 4133 h 5347"/>
                    <a:gd name="T94" fmla="*/ 6320 w 8157"/>
                    <a:gd name="T95" fmla="*/ 4166 h 5347"/>
                    <a:gd name="T96" fmla="*/ 6111 w 8157"/>
                    <a:gd name="T97" fmla="*/ 4180 h 5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8157" h="5347">
                      <a:moveTo>
                        <a:pt x="6058" y="4180"/>
                      </a:moveTo>
                      <a:lnTo>
                        <a:pt x="6058" y="4428"/>
                      </a:lnTo>
                      <a:lnTo>
                        <a:pt x="6057" y="4484"/>
                      </a:lnTo>
                      <a:lnTo>
                        <a:pt x="6055" y="4539"/>
                      </a:lnTo>
                      <a:lnTo>
                        <a:pt x="6050" y="4591"/>
                      </a:lnTo>
                      <a:lnTo>
                        <a:pt x="6044" y="4642"/>
                      </a:lnTo>
                      <a:lnTo>
                        <a:pt x="6035" y="4692"/>
                      </a:lnTo>
                      <a:lnTo>
                        <a:pt x="6025" y="4739"/>
                      </a:lnTo>
                      <a:lnTo>
                        <a:pt x="6013" y="4785"/>
                      </a:lnTo>
                      <a:lnTo>
                        <a:pt x="6000" y="4829"/>
                      </a:lnTo>
                      <a:lnTo>
                        <a:pt x="5984" y="4871"/>
                      </a:lnTo>
                      <a:lnTo>
                        <a:pt x="5967" y="4911"/>
                      </a:lnTo>
                      <a:lnTo>
                        <a:pt x="5947" y="4949"/>
                      </a:lnTo>
                      <a:lnTo>
                        <a:pt x="5926" y="4987"/>
                      </a:lnTo>
                      <a:lnTo>
                        <a:pt x="5903" y="5022"/>
                      </a:lnTo>
                      <a:lnTo>
                        <a:pt x="5878" y="5055"/>
                      </a:lnTo>
                      <a:lnTo>
                        <a:pt x="5851" y="5086"/>
                      </a:lnTo>
                      <a:lnTo>
                        <a:pt x="5822" y="5116"/>
                      </a:lnTo>
                      <a:lnTo>
                        <a:pt x="5792" y="5144"/>
                      </a:lnTo>
                      <a:lnTo>
                        <a:pt x="5760" y="5170"/>
                      </a:lnTo>
                      <a:lnTo>
                        <a:pt x="5726" y="5194"/>
                      </a:lnTo>
                      <a:lnTo>
                        <a:pt x="5690" y="5217"/>
                      </a:lnTo>
                      <a:lnTo>
                        <a:pt x="5652" y="5237"/>
                      </a:lnTo>
                      <a:lnTo>
                        <a:pt x="5612" y="5256"/>
                      </a:lnTo>
                      <a:lnTo>
                        <a:pt x="5571" y="5273"/>
                      </a:lnTo>
                      <a:lnTo>
                        <a:pt x="5527" y="5289"/>
                      </a:lnTo>
                      <a:lnTo>
                        <a:pt x="5482" y="5303"/>
                      </a:lnTo>
                      <a:lnTo>
                        <a:pt x="5435" y="5315"/>
                      </a:lnTo>
                      <a:lnTo>
                        <a:pt x="5386" y="5325"/>
                      </a:lnTo>
                      <a:lnTo>
                        <a:pt x="5335" y="5333"/>
                      </a:lnTo>
                      <a:lnTo>
                        <a:pt x="5283" y="5339"/>
                      </a:lnTo>
                      <a:lnTo>
                        <a:pt x="5227" y="5343"/>
                      </a:lnTo>
                      <a:lnTo>
                        <a:pt x="5171" y="5346"/>
                      </a:lnTo>
                      <a:lnTo>
                        <a:pt x="5113" y="5347"/>
                      </a:lnTo>
                      <a:lnTo>
                        <a:pt x="933" y="5347"/>
                      </a:lnTo>
                      <a:lnTo>
                        <a:pt x="875" y="5346"/>
                      </a:lnTo>
                      <a:lnTo>
                        <a:pt x="820" y="5343"/>
                      </a:lnTo>
                      <a:lnTo>
                        <a:pt x="765" y="5339"/>
                      </a:lnTo>
                      <a:lnTo>
                        <a:pt x="713" y="5333"/>
                      </a:lnTo>
                      <a:lnTo>
                        <a:pt x="663" y="5325"/>
                      </a:lnTo>
                      <a:lnTo>
                        <a:pt x="615" y="5315"/>
                      </a:lnTo>
                      <a:lnTo>
                        <a:pt x="569" y="5303"/>
                      </a:lnTo>
                      <a:lnTo>
                        <a:pt x="524" y="5289"/>
                      </a:lnTo>
                      <a:lnTo>
                        <a:pt x="481" y="5273"/>
                      </a:lnTo>
                      <a:lnTo>
                        <a:pt x="440" y="5256"/>
                      </a:lnTo>
                      <a:lnTo>
                        <a:pt x="401" y="5237"/>
                      </a:lnTo>
                      <a:lnTo>
                        <a:pt x="364" y="5217"/>
                      </a:lnTo>
                      <a:lnTo>
                        <a:pt x="328" y="5194"/>
                      </a:lnTo>
                      <a:lnTo>
                        <a:pt x="295" y="5170"/>
                      </a:lnTo>
                      <a:lnTo>
                        <a:pt x="263" y="5144"/>
                      </a:lnTo>
                      <a:lnTo>
                        <a:pt x="233" y="5116"/>
                      </a:lnTo>
                      <a:lnTo>
                        <a:pt x="204" y="5086"/>
                      </a:lnTo>
                      <a:lnTo>
                        <a:pt x="178" y="5055"/>
                      </a:lnTo>
                      <a:lnTo>
                        <a:pt x="153" y="5022"/>
                      </a:lnTo>
                      <a:lnTo>
                        <a:pt x="131" y="4987"/>
                      </a:lnTo>
                      <a:lnTo>
                        <a:pt x="110" y="4949"/>
                      </a:lnTo>
                      <a:lnTo>
                        <a:pt x="91" y="4911"/>
                      </a:lnTo>
                      <a:lnTo>
                        <a:pt x="74" y="4871"/>
                      </a:lnTo>
                      <a:lnTo>
                        <a:pt x="58" y="4829"/>
                      </a:lnTo>
                      <a:lnTo>
                        <a:pt x="45" y="4785"/>
                      </a:lnTo>
                      <a:lnTo>
                        <a:pt x="33" y="4739"/>
                      </a:lnTo>
                      <a:lnTo>
                        <a:pt x="23" y="4692"/>
                      </a:lnTo>
                      <a:lnTo>
                        <a:pt x="15" y="4642"/>
                      </a:lnTo>
                      <a:lnTo>
                        <a:pt x="8" y="4591"/>
                      </a:lnTo>
                      <a:lnTo>
                        <a:pt x="4" y="4539"/>
                      </a:lnTo>
                      <a:lnTo>
                        <a:pt x="1" y="4484"/>
                      </a:lnTo>
                      <a:lnTo>
                        <a:pt x="0" y="4428"/>
                      </a:lnTo>
                      <a:lnTo>
                        <a:pt x="0" y="0"/>
                      </a:lnTo>
                      <a:lnTo>
                        <a:pt x="6058" y="0"/>
                      </a:lnTo>
                      <a:lnTo>
                        <a:pt x="6111" y="1"/>
                      </a:lnTo>
                      <a:lnTo>
                        <a:pt x="6165" y="3"/>
                      </a:lnTo>
                      <a:lnTo>
                        <a:pt x="6217" y="6"/>
                      </a:lnTo>
                      <a:lnTo>
                        <a:pt x="6269" y="10"/>
                      </a:lnTo>
                      <a:lnTo>
                        <a:pt x="6320" y="15"/>
                      </a:lnTo>
                      <a:lnTo>
                        <a:pt x="6371" y="22"/>
                      </a:lnTo>
                      <a:lnTo>
                        <a:pt x="6421" y="29"/>
                      </a:lnTo>
                      <a:lnTo>
                        <a:pt x="6472" y="38"/>
                      </a:lnTo>
                      <a:lnTo>
                        <a:pt x="6521" y="48"/>
                      </a:lnTo>
                      <a:lnTo>
                        <a:pt x="6570" y="60"/>
                      </a:lnTo>
                      <a:lnTo>
                        <a:pt x="6618" y="72"/>
                      </a:lnTo>
                      <a:lnTo>
                        <a:pt x="6666" y="86"/>
                      </a:lnTo>
                      <a:lnTo>
                        <a:pt x="6714" y="101"/>
                      </a:lnTo>
                      <a:lnTo>
                        <a:pt x="6762" y="117"/>
                      </a:lnTo>
                      <a:lnTo>
                        <a:pt x="6808" y="134"/>
                      </a:lnTo>
                      <a:lnTo>
                        <a:pt x="6855" y="153"/>
                      </a:lnTo>
                      <a:lnTo>
                        <a:pt x="6900" y="172"/>
                      </a:lnTo>
                      <a:lnTo>
                        <a:pt x="6946" y="193"/>
                      </a:lnTo>
                      <a:lnTo>
                        <a:pt x="6990" y="215"/>
                      </a:lnTo>
                      <a:lnTo>
                        <a:pt x="7035" y="240"/>
                      </a:lnTo>
                      <a:lnTo>
                        <a:pt x="7080" y="264"/>
                      </a:lnTo>
                      <a:lnTo>
                        <a:pt x="7123" y="290"/>
                      </a:lnTo>
                      <a:lnTo>
                        <a:pt x="7166" y="317"/>
                      </a:lnTo>
                      <a:lnTo>
                        <a:pt x="7209" y="345"/>
                      </a:lnTo>
                      <a:lnTo>
                        <a:pt x="7251" y="374"/>
                      </a:lnTo>
                      <a:lnTo>
                        <a:pt x="7292" y="405"/>
                      </a:lnTo>
                      <a:lnTo>
                        <a:pt x="7334" y="436"/>
                      </a:lnTo>
                      <a:lnTo>
                        <a:pt x="7376" y="469"/>
                      </a:lnTo>
                      <a:lnTo>
                        <a:pt x="7416" y="504"/>
                      </a:lnTo>
                      <a:lnTo>
                        <a:pt x="7456" y="540"/>
                      </a:lnTo>
                      <a:lnTo>
                        <a:pt x="7495" y="577"/>
                      </a:lnTo>
                      <a:lnTo>
                        <a:pt x="7534" y="614"/>
                      </a:lnTo>
                      <a:lnTo>
                        <a:pt x="7572" y="653"/>
                      </a:lnTo>
                      <a:lnTo>
                        <a:pt x="7609" y="692"/>
                      </a:lnTo>
                      <a:lnTo>
                        <a:pt x="7646" y="732"/>
                      </a:lnTo>
                      <a:lnTo>
                        <a:pt x="7681" y="772"/>
                      </a:lnTo>
                      <a:lnTo>
                        <a:pt x="7714" y="812"/>
                      </a:lnTo>
                      <a:lnTo>
                        <a:pt x="7746" y="854"/>
                      </a:lnTo>
                      <a:lnTo>
                        <a:pt x="7777" y="896"/>
                      </a:lnTo>
                      <a:lnTo>
                        <a:pt x="7807" y="938"/>
                      </a:lnTo>
                      <a:lnTo>
                        <a:pt x="7835" y="980"/>
                      </a:lnTo>
                      <a:lnTo>
                        <a:pt x="7863" y="1023"/>
                      </a:lnTo>
                      <a:lnTo>
                        <a:pt x="7889" y="1066"/>
                      </a:lnTo>
                      <a:lnTo>
                        <a:pt x="7914" y="1110"/>
                      </a:lnTo>
                      <a:lnTo>
                        <a:pt x="7937" y="1155"/>
                      </a:lnTo>
                      <a:lnTo>
                        <a:pt x="7961" y="1200"/>
                      </a:lnTo>
                      <a:lnTo>
                        <a:pt x="7982" y="1246"/>
                      </a:lnTo>
                      <a:lnTo>
                        <a:pt x="8002" y="1291"/>
                      </a:lnTo>
                      <a:lnTo>
                        <a:pt x="8021" y="1338"/>
                      </a:lnTo>
                      <a:lnTo>
                        <a:pt x="8038" y="1384"/>
                      </a:lnTo>
                      <a:lnTo>
                        <a:pt x="8055" y="1433"/>
                      </a:lnTo>
                      <a:lnTo>
                        <a:pt x="8070" y="1480"/>
                      </a:lnTo>
                      <a:lnTo>
                        <a:pt x="8084" y="1529"/>
                      </a:lnTo>
                      <a:lnTo>
                        <a:pt x="8097" y="1577"/>
                      </a:lnTo>
                      <a:lnTo>
                        <a:pt x="8108" y="1627"/>
                      </a:lnTo>
                      <a:lnTo>
                        <a:pt x="8118" y="1676"/>
                      </a:lnTo>
                      <a:lnTo>
                        <a:pt x="8128" y="1728"/>
                      </a:lnTo>
                      <a:lnTo>
                        <a:pt x="8135" y="1778"/>
                      </a:lnTo>
                      <a:lnTo>
                        <a:pt x="8142" y="1830"/>
                      </a:lnTo>
                      <a:lnTo>
                        <a:pt x="8148" y="1882"/>
                      </a:lnTo>
                      <a:lnTo>
                        <a:pt x="8152" y="1934"/>
                      </a:lnTo>
                      <a:lnTo>
                        <a:pt x="8155" y="1987"/>
                      </a:lnTo>
                      <a:lnTo>
                        <a:pt x="8157" y="2041"/>
                      </a:lnTo>
                      <a:lnTo>
                        <a:pt x="8157" y="2095"/>
                      </a:lnTo>
                      <a:lnTo>
                        <a:pt x="8157" y="2149"/>
                      </a:lnTo>
                      <a:lnTo>
                        <a:pt x="8155" y="2203"/>
                      </a:lnTo>
                      <a:lnTo>
                        <a:pt x="8152" y="2257"/>
                      </a:lnTo>
                      <a:lnTo>
                        <a:pt x="8148" y="2311"/>
                      </a:lnTo>
                      <a:lnTo>
                        <a:pt x="8142" y="2364"/>
                      </a:lnTo>
                      <a:lnTo>
                        <a:pt x="8135" y="2415"/>
                      </a:lnTo>
                      <a:lnTo>
                        <a:pt x="8128" y="2467"/>
                      </a:lnTo>
                      <a:lnTo>
                        <a:pt x="8118" y="2518"/>
                      </a:lnTo>
                      <a:lnTo>
                        <a:pt x="8108" y="2568"/>
                      </a:lnTo>
                      <a:lnTo>
                        <a:pt x="8097" y="2619"/>
                      </a:lnTo>
                      <a:lnTo>
                        <a:pt x="8084" y="2668"/>
                      </a:lnTo>
                      <a:lnTo>
                        <a:pt x="8070" y="2717"/>
                      </a:lnTo>
                      <a:lnTo>
                        <a:pt x="8055" y="2765"/>
                      </a:lnTo>
                      <a:lnTo>
                        <a:pt x="8038" y="2812"/>
                      </a:lnTo>
                      <a:lnTo>
                        <a:pt x="8021" y="2860"/>
                      </a:lnTo>
                      <a:lnTo>
                        <a:pt x="8002" y="2907"/>
                      </a:lnTo>
                      <a:lnTo>
                        <a:pt x="7982" y="2953"/>
                      </a:lnTo>
                      <a:lnTo>
                        <a:pt x="7961" y="2998"/>
                      </a:lnTo>
                      <a:lnTo>
                        <a:pt x="7937" y="3043"/>
                      </a:lnTo>
                      <a:lnTo>
                        <a:pt x="7914" y="3088"/>
                      </a:lnTo>
                      <a:lnTo>
                        <a:pt x="7889" y="3132"/>
                      </a:lnTo>
                      <a:lnTo>
                        <a:pt x="7863" y="3175"/>
                      </a:lnTo>
                      <a:lnTo>
                        <a:pt x="7835" y="3218"/>
                      </a:lnTo>
                      <a:lnTo>
                        <a:pt x="7807" y="3261"/>
                      </a:lnTo>
                      <a:lnTo>
                        <a:pt x="7777" y="3302"/>
                      </a:lnTo>
                      <a:lnTo>
                        <a:pt x="7746" y="3343"/>
                      </a:lnTo>
                      <a:lnTo>
                        <a:pt x="7714" y="3384"/>
                      </a:lnTo>
                      <a:lnTo>
                        <a:pt x="7681" y="3424"/>
                      </a:lnTo>
                      <a:lnTo>
                        <a:pt x="7646" y="3463"/>
                      </a:lnTo>
                      <a:lnTo>
                        <a:pt x="7609" y="3503"/>
                      </a:lnTo>
                      <a:lnTo>
                        <a:pt x="7572" y="3542"/>
                      </a:lnTo>
                      <a:lnTo>
                        <a:pt x="7534" y="3579"/>
                      </a:lnTo>
                      <a:lnTo>
                        <a:pt x="7495" y="3616"/>
                      </a:lnTo>
                      <a:lnTo>
                        <a:pt x="7456" y="3652"/>
                      </a:lnTo>
                      <a:lnTo>
                        <a:pt x="7416" y="3687"/>
                      </a:lnTo>
                      <a:lnTo>
                        <a:pt x="7376" y="3720"/>
                      </a:lnTo>
                      <a:lnTo>
                        <a:pt x="7334" y="3753"/>
                      </a:lnTo>
                      <a:lnTo>
                        <a:pt x="7292" y="3784"/>
                      </a:lnTo>
                      <a:lnTo>
                        <a:pt x="7251" y="3815"/>
                      </a:lnTo>
                      <a:lnTo>
                        <a:pt x="7209" y="3843"/>
                      </a:lnTo>
                      <a:lnTo>
                        <a:pt x="7166" y="3871"/>
                      </a:lnTo>
                      <a:lnTo>
                        <a:pt x="7123" y="3897"/>
                      </a:lnTo>
                      <a:lnTo>
                        <a:pt x="7080" y="3922"/>
                      </a:lnTo>
                      <a:lnTo>
                        <a:pt x="7035" y="3946"/>
                      </a:lnTo>
                      <a:lnTo>
                        <a:pt x="6990" y="3969"/>
                      </a:lnTo>
                      <a:lnTo>
                        <a:pt x="6946" y="3991"/>
                      </a:lnTo>
                      <a:lnTo>
                        <a:pt x="6900" y="4011"/>
                      </a:lnTo>
                      <a:lnTo>
                        <a:pt x="6855" y="4030"/>
                      </a:lnTo>
                      <a:lnTo>
                        <a:pt x="6808" y="4048"/>
                      </a:lnTo>
                      <a:lnTo>
                        <a:pt x="6762" y="4065"/>
                      </a:lnTo>
                      <a:lnTo>
                        <a:pt x="6714" y="4081"/>
                      </a:lnTo>
                      <a:lnTo>
                        <a:pt x="6666" y="4097"/>
                      </a:lnTo>
                      <a:lnTo>
                        <a:pt x="6618" y="4110"/>
                      </a:lnTo>
                      <a:lnTo>
                        <a:pt x="6570" y="4122"/>
                      </a:lnTo>
                      <a:lnTo>
                        <a:pt x="6521" y="4133"/>
                      </a:lnTo>
                      <a:lnTo>
                        <a:pt x="6472" y="4143"/>
                      </a:lnTo>
                      <a:lnTo>
                        <a:pt x="6421" y="4152"/>
                      </a:lnTo>
                      <a:lnTo>
                        <a:pt x="6371" y="4160"/>
                      </a:lnTo>
                      <a:lnTo>
                        <a:pt x="6320" y="4166"/>
                      </a:lnTo>
                      <a:lnTo>
                        <a:pt x="6269" y="4171"/>
                      </a:lnTo>
                      <a:lnTo>
                        <a:pt x="6217" y="4175"/>
                      </a:lnTo>
                      <a:lnTo>
                        <a:pt x="6165" y="4178"/>
                      </a:lnTo>
                      <a:lnTo>
                        <a:pt x="6111" y="4180"/>
                      </a:lnTo>
                      <a:lnTo>
                        <a:pt x="6058" y="418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1F1A17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" name="Freeform 54"/>
                <p:cNvSpPr>
                  <a:spLocks/>
                </p:cNvSpPr>
                <p:nvPr/>
              </p:nvSpPr>
              <p:spPr bwMode="auto">
                <a:xfrm>
                  <a:off x="7250511" y="4390243"/>
                  <a:ext cx="277643" cy="120029"/>
                </a:xfrm>
                <a:custGeom>
                  <a:avLst/>
                  <a:gdLst>
                    <a:gd name="T0" fmla="*/ 156 w 229"/>
                    <a:gd name="T1" fmla="*/ 123 h 126"/>
                    <a:gd name="T2" fmla="*/ 157 w 229"/>
                    <a:gd name="T3" fmla="*/ 117 h 126"/>
                    <a:gd name="T4" fmla="*/ 157 w 229"/>
                    <a:gd name="T5" fmla="*/ 112 h 126"/>
                    <a:gd name="T6" fmla="*/ 155 w 229"/>
                    <a:gd name="T7" fmla="*/ 107 h 126"/>
                    <a:gd name="T8" fmla="*/ 152 w 229"/>
                    <a:gd name="T9" fmla="*/ 103 h 126"/>
                    <a:gd name="T10" fmla="*/ 147 w 229"/>
                    <a:gd name="T11" fmla="*/ 99 h 126"/>
                    <a:gd name="T12" fmla="*/ 141 w 229"/>
                    <a:gd name="T13" fmla="*/ 95 h 126"/>
                    <a:gd name="T14" fmla="*/ 134 w 229"/>
                    <a:gd name="T15" fmla="*/ 92 h 126"/>
                    <a:gd name="T16" fmla="*/ 121 w 229"/>
                    <a:gd name="T17" fmla="*/ 88 h 126"/>
                    <a:gd name="T18" fmla="*/ 103 w 229"/>
                    <a:gd name="T19" fmla="*/ 83 h 126"/>
                    <a:gd name="T20" fmla="*/ 85 w 229"/>
                    <a:gd name="T21" fmla="*/ 78 h 126"/>
                    <a:gd name="T22" fmla="*/ 66 w 229"/>
                    <a:gd name="T23" fmla="*/ 73 h 126"/>
                    <a:gd name="T24" fmla="*/ 48 w 229"/>
                    <a:gd name="T25" fmla="*/ 69 h 126"/>
                    <a:gd name="T26" fmla="*/ 36 w 229"/>
                    <a:gd name="T27" fmla="*/ 65 h 126"/>
                    <a:gd name="T28" fmla="*/ 29 w 229"/>
                    <a:gd name="T29" fmla="*/ 62 h 126"/>
                    <a:gd name="T30" fmla="*/ 22 w 229"/>
                    <a:gd name="T31" fmla="*/ 59 h 126"/>
                    <a:gd name="T32" fmla="*/ 16 w 229"/>
                    <a:gd name="T33" fmla="*/ 56 h 126"/>
                    <a:gd name="T34" fmla="*/ 11 w 229"/>
                    <a:gd name="T35" fmla="*/ 52 h 126"/>
                    <a:gd name="T36" fmla="*/ 6 w 229"/>
                    <a:gd name="T37" fmla="*/ 49 h 126"/>
                    <a:gd name="T38" fmla="*/ 2 w 229"/>
                    <a:gd name="T39" fmla="*/ 45 h 126"/>
                    <a:gd name="T40" fmla="*/ 0 w 229"/>
                    <a:gd name="T41" fmla="*/ 41 h 126"/>
                    <a:gd name="T42" fmla="*/ 0 w 229"/>
                    <a:gd name="T43" fmla="*/ 36 h 126"/>
                    <a:gd name="T44" fmla="*/ 2 w 229"/>
                    <a:gd name="T45" fmla="*/ 31 h 126"/>
                    <a:gd name="T46" fmla="*/ 7 w 229"/>
                    <a:gd name="T47" fmla="*/ 25 h 126"/>
                    <a:gd name="T48" fmla="*/ 13 w 229"/>
                    <a:gd name="T49" fmla="*/ 19 h 126"/>
                    <a:gd name="T50" fmla="*/ 22 w 229"/>
                    <a:gd name="T51" fmla="*/ 12 h 126"/>
                    <a:gd name="T52" fmla="*/ 32 w 229"/>
                    <a:gd name="T53" fmla="*/ 4 h 126"/>
                    <a:gd name="T54" fmla="*/ 33 w 229"/>
                    <a:gd name="T55" fmla="*/ 4 h 126"/>
                    <a:gd name="T56" fmla="*/ 23 w 229"/>
                    <a:gd name="T57" fmla="*/ 11 h 126"/>
                    <a:gd name="T58" fmla="*/ 16 w 229"/>
                    <a:gd name="T59" fmla="*/ 18 h 126"/>
                    <a:gd name="T60" fmla="*/ 12 w 229"/>
                    <a:gd name="T61" fmla="*/ 24 h 126"/>
                    <a:gd name="T62" fmla="*/ 9 w 229"/>
                    <a:gd name="T63" fmla="*/ 30 h 126"/>
                    <a:gd name="T64" fmla="*/ 9 w 229"/>
                    <a:gd name="T65" fmla="*/ 35 h 126"/>
                    <a:gd name="T66" fmla="*/ 11 w 229"/>
                    <a:gd name="T67" fmla="*/ 39 h 126"/>
                    <a:gd name="T68" fmla="*/ 16 w 229"/>
                    <a:gd name="T69" fmla="*/ 42 h 126"/>
                    <a:gd name="T70" fmla="*/ 26 w 229"/>
                    <a:gd name="T71" fmla="*/ 47 h 126"/>
                    <a:gd name="T72" fmla="*/ 42 w 229"/>
                    <a:gd name="T73" fmla="*/ 52 h 126"/>
                    <a:gd name="T74" fmla="*/ 60 w 229"/>
                    <a:gd name="T75" fmla="*/ 56 h 126"/>
                    <a:gd name="T76" fmla="*/ 79 w 229"/>
                    <a:gd name="T77" fmla="*/ 61 h 126"/>
                    <a:gd name="T78" fmla="*/ 100 w 229"/>
                    <a:gd name="T79" fmla="*/ 64 h 126"/>
                    <a:gd name="T80" fmla="*/ 120 w 229"/>
                    <a:gd name="T81" fmla="*/ 68 h 126"/>
                    <a:gd name="T82" fmla="*/ 138 w 229"/>
                    <a:gd name="T83" fmla="*/ 73 h 126"/>
                    <a:gd name="T84" fmla="*/ 155 w 229"/>
                    <a:gd name="T85" fmla="*/ 78 h 126"/>
                    <a:gd name="T86" fmla="*/ 166 w 229"/>
                    <a:gd name="T87" fmla="*/ 83 h 126"/>
                    <a:gd name="T88" fmla="*/ 172 w 229"/>
                    <a:gd name="T89" fmla="*/ 86 h 126"/>
                    <a:gd name="T90" fmla="*/ 175 w 229"/>
                    <a:gd name="T91" fmla="*/ 91 h 126"/>
                    <a:gd name="T92" fmla="*/ 176 w 229"/>
                    <a:gd name="T93" fmla="*/ 96 h 126"/>
                    <a:gd name="T94" fmla="*/ 175 w 229"/>
                    <a:gd name="T95" fmla="*/ 101 h 126"/>
                    <a:gd name="T96" fmla="*/ 172 w 229"/>
                    <a:gd name="T97" fmla="*/ 107 h 126"/>
                    <a:gd name="T98" fmla="*/ 166 w 229"/>
                    <a:gd name="T99" fmla="*/ 114 h 126"/>
                    <a:gd name="T100" fmla="*/ 159 w 229"/>
                    <a:gd name="T101" fmla="*/ 122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229" h="126">
                      <a:moveTo>
                        <a:pt x="229" y="113"/>
                      </a:moveTo>
                      <a:lnTo>
                        <a:pt x="154" y="126"/>
                      </a:lnTo>
                      <a:lnTo>
                        <a:pt x="155" y="124"/>
                      </a:lnTo>
                      <a:lnTo>
                        <a:pt x="156" y="123"/>
                      </a:lnTo>
                      <a:lnTo>
                        <a:pt x="156" y="121"/>
                      </a:lnTo>
                      <a:lnTo>
                        <a:pt x="156" y="120"/>
                      </a:lnTo>
                      <a:lnTo>
                        <a:pt x="157" y="119"/>
                      </a:lnTo>
                      <a:lnTo>
                        <a:pt x="157" y="117"/>
                      </a:lnTo>
                      <a:lnTo>
                        <a:pt x="157" y="116"/>
                      </a:lnTo>
                      <a:lnTo>
                        <a:pt x="157" y="115"/>
                      </a:lnTo>
                      <a:lnTo>
                        <a:pt x="157" y="113"/>
                      </a:lnTo>
                      <a:lnTo>
                        <a:pt x="157" y="112"/>
                      </a:lnTo>
                      <a:lnTo>
                        <a:pt x="156" y="111"/>
                      </a:lnTo>
                      <a:lnTo>
                        <a:pt x="156" y="110"/>
                      </a:lnTo>
                      <a:lnTo>
                        <a:pt x="156" y="108"/>
                      </a:lnTo>
                      <a:lnTo>
                        <a:pt x="155" y="107"/>
                      </a:lnTo>
                      <a:lnTo>
                        <a:pt x="154" y="106"/>
                      </a:lnTo>
                      <a:lnTo>
                        <a:pt x="154" y="105"/>
                      </a:lnTo>
                      <a:lnTo>
                        <a:pt x="153" y="104"/>
                      </a:lnTo>
                      <a:lnTo>
                        <a:pt x="152" y="103"/>
                      </a:lnTo>
                      <a:lnTo>
                        <a:pt x="151" y="102"/>
                      </a:lnTo>
                      <a:lnTo>
                        <a:pt x="150" y="101"/>
                      </a:lnTo>
                      <a:lnTo>
                        <a:pt x="149" y="100"/>
                      </a:lnTo>
                      <a:lnTo>
                        <a:pt x="147" y="99"/>
                      </a:lnTo>
                      <a:lnTo>
                        <a:pt x="146" y="98"/>
                      </a:lnTo>
                      <a:lnTo>
                        <a:pt x="145" y="97"/>
                      </a:lnTo>
                      <a:lnTo>
                        <a:pt x="143" y="96"/>
                      </a:lnTo>
                      <a:lnTo>
                        <a:pt x="141" y="95"/>
                      </a:lnTo>
                      <a:lnTo>
                        <a:pt x="140" y="95"/>
                      </a:lnTo>
                      <a:lnTo>
                        <a:pt x="138" y="94"/>
                      </a:lnTo>
                      <a:lnTo>
                        <a:pt x="136" y="93"/>
                      </a:lnTo>
                      <a:lnTo>
                        <a:pt x="134" y="92"/>
                      </a:lnTo>
                      <a:lnTo>
                        <a:pt x="132" y="92"/>
                      </a:lnTo>
                      <a:lnTo>
                        <a:pt x="130" y="91"/>
                      </a:lnTo>
                      <a:lnTo>
                        <a:pt x="125" y="90"/>
                      </a:lnTo>
                      <a:lnTo>
                        <a:pt x="121" y="88"/>
                      </a:lnTo>
                      <a:lnTo>
                        <a:pt x="116" y="87"/>
                      </a:lnTo>
                      <a:lnTo>
                        <a:pt x="112" y="86"/>
                      </a:lnTo>
                      <a:lnTo>
                        <a:pt x="107" y="85"/>
                      </a:lnTo>
                      <a:lnTo>
                        <a:pt x="103" y="83"/>
                      </a:lnTo>
                      <a:lnTo>
                        <a:pt x="98" y="82"/>
                      </a:lnTo>
                      <a:lnTo>
                        <a:pt x="94" y="81"/>
                      </a:lnTo>
                      <a:lnTo>
                        <a:pt x="89" y="79"/>
                      </a:lnTo>
                      <a:lnTo>
                        <a:pt x="85" y="78"/>
                      </a:lnTo>
                      <a:lnTo>
                        <a:pt x="80" y="77"/>
                      </a:lnTo>
                      <a:lnTo>
                        <a:pt x="76" y="76"/>
                      </a:lnTo>
                      <a:lnTo>
                        <a:pt x="71" y="75"/>
                      </a:lnTo>
                      <a:lnTo>
                        <a:pt x="66" y="73"/>
                      </a:lnTo>
                      <a:lnTo>
                        <a:pt x="62" y="72"/>
                      </a:lnTo>
                      <a:lnTo>
                        <a:pt x="57" y="71"/>
                      </a:lnTo>
                      <a:lnTo>
                        <a:pt x="53" y="70"/>
                      </a:lnTo>
                      <a:lnTo>
                        <a:pt x="48" y="69"/>
                      </a:lnTo>
                      <a:lnTo>
                        <a:pt x="44" y="67"/>
                      </a:lnTo>
                      <a:lnTo>
                        <a:pt x="40" y="66"/>
                      </a:lnTo>
                      <a:lnTo>
                        <a:pt x="38" y="65"/>
                      </a:lnTo>
                      <a:lnTo>
                        <a:pt x="36" y="65"/>
                      </a:lnTo>
                      <a:lnTo>
                        <a:pt x="34" y="64"/>
                      </a:lnTo>
                      <a:lnTo>
                        <a:pt x="32" y="63"/>
                      </a:lnTo>
                      <a:lnTo>
                        <a:pt x="31" y="63"/>
                      </a:lnTo>
                      <a:lnTo>
                        <a:pt x="29" y="62"/>
                      </a:lnTo>
                      <a:lnTo>
                        <a:pt x="27" y="61"/>
                      </a:lnTo>
                      <a:lnTo>
                        <a:pt x="25" y="60"/>
                      </a:lnTo>
                      <a:lnTo>
                        <a:pt x="24" y="60"/>
                      </a:lnTo>
                      <a:lnTo>
                        <a:pt x="22" y="59"/>
                      </a:lnTo>
                      <a:lnTo>
                        <a:pt x="21" y="58"/>
                      </a:lnTo>
                      <a:lnTo>
                        <a:pt x="19" y="57"/>
                      </a:lnTo>
                      <a:lnTo>
                        <a:pt x="18" y="57"/>
                      </a:lnTo>
                      <a:lnTo>
                        <a:pt x="16" y="56"/>
                      </a:lnTo>
                      <a:lnTo>
                        <a:pt x="15" y="55"/>
                      </a:lnTo>
                      <a:lnTo>
                        <a:pt x="13" y="54"/>
                      </a:lnTo>
                      <a:lnTo>
                        <a:pt x="12" y="53"/>
                      </a:lnTo>
                      <a:lnTo>
                        <a:pt x="11" y="52"/>
                      </a:lnTo>
                      <a:lnTo>
                        <a:pt x="10" y="52"/>
                      </a:lnTo>
                      <a:lnTo>
                        <a:pt x="8" y="51"/>
                      </a:lnTo>
                      <a:lnTo>
                        <a:pt x="7" y="50"/>
                      </a:lnTo>
                      <a:lnTo>
                        <a:pt x="6" y="49"/>
                      </a:lnTo>
                      <a:lnTo>
                        <a:pt x="5" y="48"/>
                      </a:lnTo>
                      <a:lnTo>
                        <a:pt x="4" y="47"/>
                      </a:lnTo>
                      <a:lnTo>
                        <a:pt x="3" y="46"/>
                      </a:lnTo>
                      <a:lnTo>
                        <a:pt x="2" y="45"/>
                      </a:lnTo>
                      <a:lnTo>
                        <a:pt x="2" y="44"/>
                      </a:lnTo>
                      <a:lnTo>
                        <a:pt x="1" y="43"/>
                      </a:lnTo>
                      <a:lnTo>
                        <a:pt x="1" y="42"/>
                      </a:lnTo>
                      <a:lnTo>
                        <a:pt x="0" y="41"/>
                      </a:lnTo>
                      <a:lnTo>
                        <a:pt x="0" y="40"/>
                      </a:lnTo>
                      <a:lnTo>
                        <a:pt x="0" y="39"/>
                      </a:lnTo>
                      <a:lnTo>
                        <a:pt x="0" y="37"/>
                      </a:lnTo>
                      <a:lnTo>
                        <a:pt x="0" y="36"/>
                      </a:lnTo>
                      <a:lnTo>
                        <a:pt x="1" y="35"/>
                      </a:lnTo>
                      <a:lnTo>
                        <a:pt x="1" y="34"/>
                      </a:lnTo>
                      <a:lnTo>
                        <a:pt x="2" y="32"/>
                      </a:lnTo>
                      <a:lnTo>
                        <a:pt x="2" y="31"/>
                      </a:lnTo>
                      <a:lnTo>
                        <a:pt x="3" y="29"/>
                      </a:lnTo>
                      <a:lnTo>
                        <a:pt x="4" y="28"/>
                      </a:lnTo>
                      <a:lnTo>
                        <a:pt x="5" y="27"/>
                      </a:lnTo>
                      <a:lnTo>
                        <a:pt x="7" y="25"/>
                      </a:lnTo>
                      <a:lnTo>
                        <a:pt x="8" y="23"/>
                      </a:lnTo>
                      <a:lnTo>
                        <a:pt x="10" y="22"/>
                      </a:lnTo>
                      <a:lnTo>
                        <a:pt x="11" y="20"/>
                      </a:lnTo>
                      <a:lnTo>
                        <a:pt x="13" y="19"/>
                      </a:lnTo>
                      <a:lnTo>
                        <a:pt x="15" y="17"/>
                      </a:lnTo>
                      <a:lnTo>
                        <a:pt x="17" y="15"/>
                      </a:lnTo>
                      <a:lnTo>
                        <a:pt x="19" y="13"/>
                      </a:lnTo>
                      <a:lnTo>
                        <a:pt x="22" y="12"/>
                      </a:lnTo>
                      <a:lnTo>
                        <a:pt x="24" y="10"/>
                      </a:lnTo>
                      <a:lnTo>
                        <a:pt x="27" y="8"/>
                      </a:lnTo>
                      <a:lnTo>
                        <a:pt x="29" y="6"/>
                      </a:lnTo>
                      <a:lnTo>
                        <a:pt x="32" y="4"/>
                      </a:lnTo>
                      <a:lnTo>
                        <a:pt x="35" y="2"/>
                      </a:lnTo>
                      <a:lnTo>
                        <a:pt x="38" y="0"/>
                      </a:lnTo>
                      <a:lnTo>
                        <a:pt x="35" y="2"/>
                      </a:lnTo>
                      <a:lnTo>
                        <a:pt x="33" y="4"/>
                      </a:lnTo>
                      <a:lnTo>
                        <a:pt x="30" y="6"/>
                      </a:lnTo>
                      <a:lnTo>
                        <a:pt x="28" y="8"/>
                      </a:lnTo>
                      <a:lnTo>
                        <a:pt x="25" y="10"/>
                      </a:lnTo>
                      <a:lnTo>
                        <a:pt x="23" y="11"/>
                      </a:lnTo>
                      <a:lnTo>
                        <a:pt x="21" y="13"/>
                      </a:lnTo>
                      <a:lnTo>
                        <a:pt x="19" y="15"/>
                      </a:lnTo>
                      <a:lnTo>
                        <a:pt x="18" y="17"/>
                      </a:lnTo>
                      <a:lnTo>
                        <a:pt x="16" y="18"/>
                      </a:lnTo>
                      <a:lnTo>
                        <a:pt x="15" y="20"/>
                      </a:lnTo>
                      <a:lnTo>
                        <a:pt x="14" y="21"/>
                      </a:lnTo>
                      <a:lnTo>
                        <a:pt x="13" y="23"/>
                      </a:lnTo>
                      <a:lnTo>
                        <a:pt x="12" y="24"/>
                      </a:lnTo>
                      <a:lnTo>
                        <a:pt x="11" y="26"/>
                      </a:lnTo>
                      <a:lnTo>
                        <a:pt x="10" y="27"/>
                      </a:lnTo>
                      <a:lnTo>
                        <a:pt x="10" y="29"/>
                      </a:lnTo>
                      <a:lnTo>
                        <a:pt x="9" y="30"/>
                      </a:lnTo>
                      <a:lnTo>
                        <a:pt x="9" y="31"/>
                      </a:lnTo>
                      <a:lnTo>
                        <a:pt x="9" y="32"/>
                      </a:lnTo>
                      <a:lnTo>
                        <a:pt x="9" y="34"/>
                      </a:lnTo>
                      <a:lnTo>
                        <a:pt x="9" y="35"/>
                      </a:lnTo>
                      <a:lnTo>
                        <a:pt x="10" y="36"/>
                      </a:lnTo>
                      <a:lnTo>
                        <a:pt x="10" y="37"/>
                      </a:lnTo>
                      <a:lnTo>
                        <a:pt x="11" y="38"/>
                      </a:lnTo>
                      <a:lnTo>
                        <a:pt x="11" y="39"/>
                      </a:lnTo>
                      <a:lnTo>
                        <a:pt x="12" y="40"/>
                      </a:lnTo>
                      <a:lnTo>
                        <a:pt x="13" y="41"/>
                      </a:lnTo>
                      <a:lnTo>
                        <a:pt x="15" y="42"/>
                      </a:lnTo>
                      <a:lnTo>
                        <a:pt x="16" y="42"/>
                      </a:lnTo>
                      <a:lnTo>
                        <a:pt x="18" y="43"/>
                      </a:lnTo>
                      <a:lnTo>
                        <a:pt x="19" y="44"/>
                      </a:lnTo>
                      <a:lnTo>
                        <a:pt x="23" y="45"/>
                      </a:lnTo>
                      <a:lnTo>
                        <a:pt x="26" y="47"/>
                      </a:lnTo>
                      <a:lnTo>
                        <a:pt x="30" y="48"/>
                      </a:lnTo>
                      <a:lnTo>
                        <a:pt x="34" y="49"/>
                      </a:lnTo>
                      <a:lnTo>
                        <a:pt x="38" y="51"/>
                      </a:lnTo>
                      <a:lnTo>
                        <a:pt x="42" y="52"/>
                      </a:lnTo>
                      <a:lnTo>
                        <a:pt x="46" y="53"/>
                      </a:lnTo>
                      <a:lnTo>
                        <a:pt x="51" y="54"/>
                      </a:lnTo>
                      <a:lnTo>
                        <a:pt x="55" y="55"/>
                      </a:lnTo>
                      <a:lnTo>
                        <a:pt x="60" y="56"/>
                      </a:lnTo>
                      <a:lnTo>
                        <a:pt x="64" y="57"/>
                      </a:lnTo>
                      <a:lnTo>
                        <a:pt x="69" y="59"/>
                      </a:lnTo>
                      <a:lnTo>
                        <a:pt x="74" y="60"/>
                      </a:lnTo>
                      <a:lnTo>
                        <a:pt x="79" y="61"/>
                      </a:lnTo>
                      <a:lnTo>
                        <a:pt x="84" y="62"/>
                      </a:lnTo>
                      <a:lnTo>
                        <a:pt x="90" y="62"/>
                      </a:lnTo>
                      <a:lnTo>
                        <a:pt x="95" y="63"/>
                      </a:lnTo>
                      <a:lnTo>
                        <a:pt x="100" y="64"/>
                      </a:lnTo>
                      <a:lnTo>
                        <a:pt x="105" y="65"/>
                      </a:lnTo>
                      <a:lnTo>
                        <a:pt x="110" y="66"/>
                      </a:lnTo>
                      <a:lnTo>
                        <a:pt x="115" y="67"/>
                      </a:lnTo>
                      <a:lnTo>
                        <a:pt x="120" y="68"/>
                      </a:lnTo>
                      <a:lnTo>
                        <a:pt x="125" y="70"/>
                      </a:lnTo>
                      <a:lnTo>
                        <a:pt x="129" y="71"/>
                      </a:lnTo>
                      <a:lnTo>
                        <a:pt x="134" y="72"/>
                      </a:lnTo>
                      <a:lnTo>
                        <a:pt x="138" y="73"/>
                      </a:lnTo>
                      <a:lnTo>
                        <a:pt x="143" y="74"/>
                      </a:lnTo>
                      <a:lnTo>
                        <a:pt x="147" y="76"/>
                      </a:lnTo>
                      <a:lnTo>
                        <a:pt x="151" y="77"/>
                      </a:lnTo>
                      <a:lnTo>
                        <a:pt x="155" y="78"/>
                      </a:lnTo>
                      <a:lnTo>
                        <a:pt x="159" y="80"/>
                      </a:lnTo>
                      <a:lnTo>
                        <a:pt x="163" y="81"/>
                      </a:lnTo>
                      <a:lnTo>
                        <a:pt x="165" y="82"/>
                      </a:lnTo>
                      <a:lnTo>
                        <a:pt x="166" y="83"/>
                      </a:lnTo>
                      <a:lnTo>
                        <a:pt x="168" y="84"/>
                      </a:lnTo>
                      <a:lnTo>
                        <a:pt x="169" y="85"/>
                      </a:lnTo>
                      <a:lnTo>
                        <a:pt x="171" y="85"/>
                      </a:lnTo>
                      <a:lnTo>
                        <a:pt x="172" y="86"/>
                      </a:lnTo>
                      <a:lnTo>
                        <a:pt x="173" y="87"/>
                      </a:lnTo>
                      <a:lnTo>
                        <a:pt x="174" y="88"/>
                      </a:lnTo>
                      <a:lnTo>
                        <a:pt x="174" y="90"/>
                      </a:lnTo>
                      <a:lnTo>
                        <a:pt x="175" y="91"/>
                      </a:lnTo>
                      <a:lnTo>
                        <a:pt x="175" y="92"/>
                      </a:lnTo>
                      <a:lnTo>
                        <a:pt x="176" y="93"/>
                      </a:lnTo>
                      <a:lnTo>
                        <a:pt x="176" y="94"/>
                      </a:lnTo>
                      <a:lnTo>
                        <a:pt x="176" y="96"/>
                      </a:lnTo>
                      <a:lnTo>
                        <a:pt x="176" y="97"/>
                      </a:lnTo>
                      <a:lnTo>
                        <a:pt x="176" y="98"/>
                      </a:lnTo>
                      <a:lnTo>
                        <a:pt x="175" y="100"/>
                      </a:lnTo>
                      <a:lnTo>
                        <a:pt x="175" y="101"/>
                      </a:lnTo>
                      <a:lnTo>
                        <a:pt x="174" y="103"/>
                      </a:lnTo>
                      <a:lnTo>
                        <a:pt x="174" y="104"/>
                      </a:lnTo>
                      <a:lnTo>
                        <a:pt x="173" y="106"/>
                      </a:lnTo>
                      <a:lnTo>
                        <a:pt x="172" y="107"/>
                      </a:lnTo>
                      <a:lnTo>
                        <a:pt x="171" y="109"/>
                      </a:lnTo>
                      <a:lnTo>
                        <a:pt x="169" y="111"/>
                      </a:lnTo>
                      <a:lnTo>
                        <a:pt x="168" y="113"/>
                      </a:lnTo>
                      <a:lnTo>
                        <a:pt x="166" y="114"/>
                      </a:lnTo>
                      <a:lnTo>
                        <a:pt x="165" y="116"/>
                      </a:lnTo>
                      <a:lnTo>
                        <a:pt x="163" y="118"/>
                      </a:lnTo>
                      <a:lnTo>
                        <a:pt x="161" y="120"/>
                      </a:lnTo>
                      <a:lnTo>
                        <a:pt x="159" y="122"/>
                      </a:lnTo>
                      <a:lnTo>
                        <a:pt x="157" y="124"/>
                      </a:lnTo>
                      <a:lnTo>
                        <a:pt x="154" y="1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1" name="Freeform 55"/>
                <p:cNvSpPr>
                  <a:spLocks/>
                </p:cNvSpPr>
                <p:nvPr/>
              </p:nvSpPr>
              <p:spPr bwMode="auto">
                <a:xfrm>
                  <a:off x="7562101" y="4561193"/>
                  <a:ext cx="73957" cy="147915"/>
                </a:xfrm>
                <a:custGeom>
                  <a:avLst/>
                  <a:gdLst>
                    <a:gd name="T0" fmla="*/ 35 w 1401"/>
                    <a:gd name="T1" fmla="*/ 2796 h 2797"/>
                    <a:gd name="T2" fmla="*/ 138 w 1401"/>
                    <a:gd name="T3" fmla="*/ 2790 h 2797"/>
                    <a:gd name="T4" fmla="*/ 238 w 1401"/>
                    <a:gd name="T5" fmla="*/ 2777 h 2797"/>
                    <a:gd name="T6" fmla="*/ 335 w 1401"/>
                    <a:gd name="T7" fmla="*/ 2757 h 2797"/>
                    <a:gd name="T8" fmla="*/ 431 w 1401"/>
                    <a:gd name="T9" fmla="*/ 2730 h 2797"/>
                    <a:gd name="T10" fmla="*/ 524 w 1401"/>
                    <a:gd name="T11" fmla="*/ 2695 h 2797"/>
                    <a:gd name="T12" fmla="*/ 614 w 1401"/>
                    <a:gd name="T13" fmla="*/ 2654 h 2797"/>
                    <a:gd name="T14" fmla="*/ 702 w 1401"/>
                    <a:gd name="T15" fmla="*/ 2606 h 2797"/>
                    <a:gd name="T16" fmla="*/ 788 w 1401"/>
                    <a:gd name="T17" fmla="*/ 2551 h 2797"/>
                    <a:gd name="T18" fmla="*/ 870 w 1401"/>
                    <a:gd name="T19" fmla="*/ 2488 h 2797"/>
                    <a:gd name="T20" fmla="*/ 950 w 1401"/>
                    <a:gd name="T21" fmla="*/ 2419 h 2797"/>
                    <a:gd name="T22" fmla="*/ 1029 w 1401"/>
                    <a:gd name="T23" fmla="*/ 2344 h 2797"/>
                    <a:gd name="T24" fmla="*/ 1099 w 1401"/>
                    <a:gd name="T25" fmla="*/ 2265 h 2797"/>
                    <a:gd name="T26" fmla="*/ 1163 w 1401"/>
                    <a:gd name="T27" fmla="*/ 2182 h 2797"/>
                    <a:gd name="T28" fmla="*/ 1218 w 1401"/>
                    <a:gd name="T29" fmla="*/ 2096 h 2797"/>
                    <a:gd name="T30" fmla="*/ 1267 w 1401"/>
                    <a:gd name="T31" fmla="*/ 2008 h 2797"/>
                    <a:gd name="T32" fmla="*/ 1308 w 1401"/>
                    <a:gd name="T33" fmla="*/ 1916 h 2797"/>
                    <a:gd name="T34" fmla="*/ 1342 w 1401"/>
                    <a:gd name="T35" fmla="*/ 1821 h 2797"/>
                    <a:gd name="T36" fmla="*/ 1368 w 1401"/>
                    <a:gd name="T37" fmla="*/ 1723 h 2797"/>
                    <a:gd name="T38" fmla="*/ 1386 w 1401"/>
                    <a:gd name="T39" fmla="*/ 1622 h 2797"/>
                    <a:gd name="T40" fmla="*/ 1398 w 1401"/>
                    <a:gd name="T41" fmla="*/ 1517 h 2797"/>
                    <a:gd name="T42" fmla="*/ 1401 w 1401"/>
                    <a:gd name="T43" fmla="*/ 1410 h 2797"/>
                    <a:gd name="T44" fmla="*/ 1398 w 1401"/>
                    <a:gd name="T45" fmla="*/ 1306 h 2797"/>
                    <a:gd name="T46" fmla="*/ 1386 w 1401"/>
                    <a:gd name="T47" fmla="*/ 1205 h 2797"/>
                    <a:gd name="T48" fmla="*/ 1368 w 1401"/>
                    <a:gd name="T49" fmla="*/ 1107 h 2797"/>
                    <a:gd name="T50" fmla="*/ 1342 w 1401"/>
                    <a:gd name="T51" fmla="*/ 1010 h 2797"/>
                    <a:gd name="T52" fmla="*/ 1308 w 1401"/>
                    <a:gd name="T53" fmla="*/ 917 h 2797"/>
                    <a:gd name="T54" fmla="*/ 1267 w 1401"/>
                    <a:gd name="T55" fmla="*/ 825 h 2797"/>
                    <a:gd name="T56" fmla="*/ 1218 w 1401"/>
                    <a:gd name="T57" fmla="*/ 736 h 2797"/>
                    <a:gd name="T58" fmla="*/ 1163 w 1401"/>
                    <a:gd name="T59" fmla="*/ 649 h 2797"/>
                    <a:gd name="T60" fmla="*/ 1099 w 1401"/>
                    <a:gd name="T61" fmla="*/ 564 h 2797"/>
                    <a:gd name="T62" fmla="*/ 1029 w 1401"/>
                    <a:gd name="T63" fmla="*/ 482 h 2797"/>
                    <a:gd name="T64" fmla="*/ 950 w 1401"/>
                    <a:gd name="T65" fmla="*/ 402 h 2797"/>
                    <a:gd name="T66" fmla="*/ 870 w 1401"/>
                    <a:gd name="T67" fmla="*/ 327 h 2797"/>
                    <a:gd name="T68" fmla="*/ 788 w 1401"/>
                    <a:gd name="T69" fmla="*/ 261 h 2797"/>
                    <a:gd name="T70" fmla="*/ 702 w 1401"/>
                    <a:gd name="T71" fmla="*/ 202 h 2797"/>
                    <a:gd name="T72" fmla="*/ 614 w 1401"/>
                    <a:gd name="T73" fmla="*/ 151 h 2797"/>
                    <a:gd name="T74" fmla="*/ 524 w 1401"/>
                    <a:gd name="T75" fmla="*/ 106 h 2797"/>
                    <a:gd name="T76" fmla="*/ 431 w 1401"/>
                    <a:gd name="T77" fmla="*/ 70 h 2797"/>
                    <a:gd name="T78" fmla="*/ 335 w 1401"/>
                    <a:gd name="T79" fmla="*/ 41 h 2797"/>
                    <a:gd name="T80" fmla="*/ 238 w 1401"/>
                    <a:gd name="T81" fmla="*/ 20 h 2797"/>
                    <a:gd name="T82" fmla="*/ 138 w 1401"/>
                    <a:gd name="T83" fmla="*/ 6 h 2797"/>
                    <a:gd name="T84" fmla="*/ 35 w 1401"/>
                    <a:gd name="T85" fmla="*/ 0 h 27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401" h="2797">
                      <a:moveTo>
                        <a:pt x="0" y="2797"/>
                      </a:moveTo>
                      <a:lnTo>
                        <a:pt x="0" y="2797"/>
                      </a:lnTo>
                      <a:lnTo>
                        <a:pt x="35" y="2796"/>
                      </a:lnTo>
                      <a:lnTo>
                        <a:pt x="69" y="2795"/>
                      </a:lnTo>
                      <a:lnTo>
                        <a:pt x="104" y="2793"/>
                      </a:lnTo>
                      <a:lnTo>
                        <a:pt x="138" y="2790"/>
                      </a:lnTo>
                      <a:lnTo>
                        <a:pt x="171" y="2787"/>
                      </a:lnTo>
                      <a:lnTo>
                        <a:pt x="205" y="2782"/>
                      </a:lnTo>
                      <a:lnTo>
                        <a:pt x="238" y="2777"/>
                      </a:lnTo>
                      <a:lnTo>
                        <a:pt x="270" y="2771"/>
                      </a:lnTo>
                      <a:lnTo>
                        <a:pt x="303" y="2764"/>
                      </a:lnTo>
                      <a:lnTo>
                        <a:pt x="335" y="2757"/>
                      </a:lnTo>
                      <a:lnTo>
                        <a:pt x="367" y="2749"/>
                      </a:lnTo>
                      <a:lnTo>
                        <a:pt x="400" y="2739"/>
                      </a:lnTo>
                      <a:lnTo>
                        <a:pt x="431" y="2730"/>
                      </a:lnTo>
                      <a:lnTo>
                        <a:pt x="462" y="2719"/>
                      </a:lnTo>
                      <a:lnTo>
                        <a:pt x="493" y="2708"/>
                      </a:lnTo>
                      <a:lnTo>
                        <a:pt x="524" y="2695"/>
                      </a:lnTo>
                      <a:lnTo>
                        <a:pt x="554" y="2682"/>
                      </a:lnTo>
                      <a:lnTo>
                        <a:pt x="584" y="2669"/>
                      </a:lnTo>
                      <a:lnTo>
                        <a:pt x="614" y="2654"/>
                      </a:lnTo>
                      <a:lnTo>
                        <a:pt x="643" y="2639"/>
                      </a:lnTo>
                      <a:lnTo>
                        <a:pt x="672" y="2623"/>
                      </a:lnTo>
                      <a:lnTo>
                        <a:pt x="702" y="2606"/>
                      </a:lnTo>
                      <a:lnTo>
                        <a:pt x="731" y="2588"/>
                      </a:lnTo>
                      <a:lnTo>
                        <a:pt x="760" y="2570"/>
                      </a:lnTo>
                      <a:lnTo>
                        <a:pt x="788" y="2551"/>
                      </a:lnTo>
                      <a:lnTo>
                        <a:pt x="815" y="2531"/>
                      </a:lnTo>
                      <a:lnTo>
                        <a:pt x="843" y="2509"/>
                      </a:lnTo>
                      <a:lnTo>
                        <a:pt x="870" y="2488"/>
                      </a:lnTo>
                      <a:lnTo>
                        <a:pt x="897" y="2466"/>
                      </a:lnTo>
                      <a:lnTo>
                        <a:pt x="924" y="2443"/>
                      </a:lnTo>
                      <a:lnTo>
                        <a:pt x="950" y="2419"/>
                      </a:lnTo>
                      <a:lnTo>
                        <a:pt x="977" y="2395"/>
                      </a:lnTo>
                      <a:lnTo>
                        <a:pt x="1004" y="2369"/>
                      </a:lnTo>
                      <a:lnTo>
                        <a:pt x="1029" y="2344"/>
                      </a:lnTo>
                      <a:lnTo>
                        <a:pt x="1053" y="2318"/>
                      </a:lnTo>
                      <a:lnTo>
                        <a:pt x="1077" y="2291"/>
                      </a:lnTo>
                      <a:lnTo>
                        <a:pt x="1099" y="2265"/>
                      </a:lnTo>
                      <a:lnTo>
                        <a:pt x="1121" y="2238"/>
                      </a:lnTo>
                      <a:lnTo>
                        <a:pt x="1142" y="2209"/>
                      </a:lnTo>
                      <a:lnTo>
                        <a:pt x="1163" y="2182"/>
                      </a:lnTo>
                      <a:lnTo>
                        <a:pt x="1182" y="2153"/>
                      </a:lnTo>
                      <a:lnTo>
                        <a:pt x="1201" y="2125"/>
                      </a:lnTo>
                      <a:lnTo>
                        <a:pt x="1218" y="2096"/>
                      </a:lnTo>
                      <a:lnTo>
                        <a:pt x="1235" y="2067"/>
                      </a:lnTo>
                      <a:lnTo>
                        <a:pt x="1251" y="2038"/>
                      </a:lnTo>
                      <a:lnTo>
                        <a:pt x="1267" y="2008"/>
                      </a:lnTo>
                      <a:lnTo>
                        <a:pt x="1281" y="1978"/>
                      </a:lnTo>
                      <a:lnTo>
                        <a:pt x="1296" y="1947"/>
                      </a:lnTo>
                      <a:lnTo>
                        <a:pt x="1308" y="1916"/>
                      </a:lnTo>
                      <a:lnTo>
                        <a:pt x="1320" y="1884"/>
                      </a:lnTo>
                      <a:lnTo>
                        <a:pt x="1332" y="1853"/>
                      </a:lnTo>
                      <a:lnTo>
                        <a:pt x="1342" y="1821"/>
                      </a:lnTo>
                      <a:lnTo>
                        <a:pt x="1351" y="1789"/>
                      </a:lnTo>
                      <a:lnTo>
                        <a:pt x="1360" y="1756"/>
                      </a:lnTo>
                      <a:lnTo>
                        <a:pt x="1368" y="1723"/>
                      </a:lnTo>
                      <a:lnTo>
                        <a:pt x="1375" y="1690"/>
                      </a:lnTo>
                      <a:lnTo>
                        <a:pt x="1381" y="1656"/>
                      </a:lnTo>
                      <a:lnTo>
                        <a:pt x="1386" y="1622"/>
                      </a:lnTo>
                      <a:lnTo>
                        <a:pt x="1391" y="1587"/>
                      </a:lnTo>
                      <a:lnTo>
                        <a:pt x="1395" y="1552"/>
                      </a:lnTo>
                      <a:lnTo>
                        <a:pt x="1398" y="1517"/>
                      </a:lnTo>
                      <a:lnTo>
                        <a:pt x="1400" y="1482"/>
                      </a:lnTo>
                      <a:lnTo>
                        <a:pt x="1401" y="1446"/>
                      </a:lnTo>
                      <a:lnTo>
                        <a:pt x="1401" y="1410"/>
                      </a:lnTo>
                      <a:lnTo>
                        <a:pt x="1401" y="1375"/>
                      </a:lnTo>
                      <a:lnTo>
                        <a:pt x="1400" y="1341"/>
                      </a:lnTo>
                      <a:lnTo>
                        <a:pt x="1398" y="1306"/>
                      </a:lnTo>
                      <a:lnTo>
                        <a:pt x="1395" y="1272"/>
                      </a:lnTo>
                      <a:lnTo>
                        <a:pt x="1391" y="1239"/>
                      </a:lnTo>
                      <a:lnTo>
                        <a:pt x="1386" y="1205"/>
                      </a:lnTo>
                      <a:lnTo>
                        <a:pt x="1381" y="1172"/>
                      </a:lnTo>
                      <a:lnTo>
                        <a:pt x="1375" y="1139"/>
                      </a:lnTo>
                      <a:lnTo>
                        <a:pt x="1368" y="1107"/>
                      </a:lnTo>
                      <a:lnTo>
                        <a:pt x="1360" y="1075"/>
                      </a:lnTo>
                      <a:lnTo>
                        <a:pt x="1351" y="1043"/>
                      </a:lnTo>
                      <a:lnTo>
                        <a:pt x="1342" y="1010"/>
                      </a:lnTo>
                      <a:lnTo>
                        <a:pt x="1332" y="979"/>
                      </a:lnTo>
                      <a:lnTo>
                        <a:pt x="1320" y="947"/>
                      </a:lnTo>
                      <a:lnTo>
                        <a:pt x="1308" y="917"/>
                      </a:lnTo>
                      <a:lnTo>
                        <a:pt x="1296" y="886"/>
                      </a:lnTo>
                      <a:lnTo>
                        <a:pt x="1281" y="855"/>
                      </a:lnTo>
                      <a:lnTo>
                        <a:pt x="1267" y="825"/>
                      </a:lnTo>
                      <a:lnTo>
                        <a:pt x="1251" y="795"/>
                      </a:lnTo>
                      <a:lnTo>
                        <a:pt x="1235" y="766"/>
                      </a:lnTo>
                      <a:lnTo>
                        <a:pt x="1218" y="736"/>
                      </a:lnTo>
                      <a:lnTo>
                        <a:pt x="1201" y="706"/>
                      </a:lnTo>
                      <a:lnTo>
                        <a:pt x="1182" y="677"/>
                      </a:lnTo>
                      <a:lnTo>
                        <a:pt x="1163" y="649"/>
                      </a:lnTo>
                      <a:lnTo>
                        <a:pt x="1142" y="620"/>
                      </a:lnTo>
                      <a:lnTo>
                        <a:pt x="1121" y="592"/>
                      </a:lnTo>
                      <a:lnTo>
                        <a:pt x="1099" y="564"/>
                      </a:lnTo>
                      <a:lnTo>
                        <a:pt x="1077" y="537"/>
                      </a:lnTo>
                      <a:lnTo>
                        <a:pt x="1053" y="509"/>
                      </a:lnTo>
                      <a:lnTo>
                        <a:pt x="1029" y="482"/>
                      </a:lnTo>
                      <a:lnTo>
                        <a:pt x="1004" y="456"/>
                      </a:lnTo>
                      <a:lnTo>
                        <a:pt x="977" y="428"/>
                      </a:lnTo>
                      <a:lnTo>
                        <a:pt x="950" y="402"/>
                      </a:lnTo>
                      <a:lnTo>
                        <a:pt x="924" y="376"/>
                      </a:lnTo>
                      <a:lnTo>
                        <a:pt x="897" y="351"/>
                      </a:lnTo>
                      <a:lnTo>
                        <a:pt x="870" y="327"/>
                      </a:lnTo>
                      <a:lnTo>
                        <a:pt x="843" y="305"/>
                      </a:lnTo>
                      <a:lnTo>
                        <a:pt x="815" y="282"/>
                      </a:lnTo>
                      <a:lnTo>
                        <a:pt x="788" y="261"/>
                      </a:lnTo>
                      <a:lnTo>
                        <a:pt x="760" y="241"/>
                      </a:lnTo>
                      <a:lnTo>
                        <a:pt x="731" y="221"/>
                      </a:lnTo>
                      <a:lnTo>
                        <a:pt x="702" y="202"/>
                      </a:lnTo>
                      <a:lnTo>
                        <a:pt x="672" y="184"/>
                      </a:lnTo>
                      <a:lnTo>
                        <a:pt x="643" y="167"/>
                      </a:lnTo>
                      <a:lnTo>
                        <a:pt x="614" y="151"/>
                      </a:lnTo>
                      <a:lnTo>
                        <a:pt x="584" y="135"/>
                      </a:lnTo>
                      <a:lnTo>
                        <a:pt x="554" y="120"/>
                      </a:lnTo>
                      <a:lnTo>
                        <a:pt x="524" y="106"/>
                      </a:lnTo>
                      <a:lnTo>
                        <a:pt x="493" y="93"/>
                      </a:lnTo>
                      <a:lnTo>
                        <a:pt x="462" y="81"/>
                      </a:lnTo>
                      <a:lnTo>
                        <a:pt x="431" y="70"/>
                      </a:lnTo>
                      <a:lnTo>
                        <a:pt x="400" y="60"/>
                      </a:lnTo>
                      <a:lnTo>
                        <a:pt x="367" y="50"/>
                      </a:lnTo>
                      <a:lnTo>
                        <a:pt x="335" y="41"/>
                      </a:lnTo>
                      <a:lnTo>
                        <a:pt x="303" y="33"/>
                      </a:lnTo>
                      <a:lnTo>
                        <a:pt x="270" y="26"/>
                      </a:lnTo>
                      <a:lnTo>
                        <a:pt x="238" y="20"/>
                      </a:lnTo>
                      <a:lnTo>
                        <a:pt x="205" y="15"/>
                      </a:lnTo>
                      <a:lnTo>
                        <a:pt x="171" y="10"/>
                      </a:lnTo>
                      <a:lnTo>
                        <a:pt x="138" y="6"/>
                      </a:lnTo>
                      <a:lnTo>
                        <a:pt x="104" y="4"/>
                      </a:lnTo>
                      <a:lnTo>
                        <a:pt x="69" y="1"/>
                      </a:lnTo>
                      <a:lnTo>
                        <a:pt x="35" y="0"/>
                      </a:lnTo>
                      <a:lnTo>
                        <a:pt x="0" y="0"/>
                      </a:lnTo>
                      <a:lnTo>
                        <a:pt x="0" y="27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1F1A17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33" name="组合 132"/>
          <p:cNvGrpSpPr/>
          <p:nvPr/>
        </p:nvGrpSpPr>
        <p:grpSpPr>
          <a:xfrm>
            <a:off x="824751" y="4369668"/>
            <a:ext cx="922815" cy="922815"/>
            <a:chOff x="254083" y="4251550"/>
            <a:chExt cx="922815" cy="922815"/>
          </a:xfrm>
        </p:grpSpPr>
        <p:sp>
          <p:nvSpPr>
            <p:cNvPr id="66" name="椭圆 65"/>
            <p:cNvSpPr/>
            <p:nvPr/>
          </p:nvSpPr>
          <p:spPr>
            <a:xfrm>
              <a:off x="254083" y="4251550"/>
              <a:ext cx="922815" cy="922815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2" name="组合 111"/>
            <p:cNvGrpSpPr/>
            <p:nvPr/>
          </p:nvGrpSpPr>
          <p:grpSpPr>
            <a:xfrm>
              <a:off x="401107" y="4387848"/>
              <a:ext cx="632615" cy="632615"/>
              <a:chOff x="307932" y="4289874"/>
              <a:chExt cx="799484" cy="799484"/>
            </a:xfrm>
          </p:grpSpPr>
          <p:sp>
            <p:nvSpPr>
              <p:cNvPr id="113" name="椭圆 112"/>
              <p:cNvSpPr/>
              <p:nvPr/>
            </p:nvSpPr>
            <p:spPr>
              <a:xfrm>
                <a:off x="307932" y="4289874"/>
                <a:ext cx="799484" cy="79948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14" name="Group 666"/>
              <p:cNvGrpSpPr>
                <a:grpSpLocks/>
              </p:cNvGrpSpPr>
              <p:nvPr/>
            </p:nvGrpSpPr>
            <p:grpSpPr bwMode="auto">
              <a:xfrm>
                <a:off x="445493" y="4429250"/>
                <a:ext cx="522888" cy="520732"/>
                <a:chOff x="4807" y="2702"/>
                <a:chExt cx="1062" cy="1067"/>
              </a:xfrm>
            </p:grpSpPr>
            <p:sp>
              <p:nvSpPr>
                <p:cNvPr id="115" name="Freeform 667"/>
                <p:cNvSpPr>
                  <a:spLocks/>
                </p:cNvSpPr>
                <p:nvPr/>
              </p:nvSpPr>
              <p:spPr bwMode="auto">
                <a:xfrm>
                  <a:off x="5187" y="2703"/>
                  <a:ext cx="520" cy="303"/>
                </a:xfrm>
                <a:custGeom>
                  <a:avLst/>
                  <a:gdLst>
                    <a:gd name="T0" fmla="*/ 1034 w 1039"/>
                    <a:gd name="T1" fmla="*/ 450 h 606"/>
                    <a:gd name="T2" fmla="*/ 1024 w 1039"/>
                    <a:gd name="T3" fmla="*/ 476 h 606"/>
                    <a:gd name="T4" fmla="*/ 1009 w 1039"/>
                    <a:gd name="T5" fmla="*/ 501 h 606"/>
                    <a:gd name="T6" fmla="*/ 988 w 1039"/>
                    <a:gd name="T7" fmla="*/ 523 h 606"/>
                    <a:gd name="T8" fmla="*/ 965 w 1039"/>
                    <a:gd name="T9" fmla="*/ 542 h 606"/>
                    <a:gd name="T10" fmla="*/ 936 w 1039"/>
                    <a:gd name="T11" fmla="*/ 559 h 606"/>
                    <a:gd name="T12" fmla="*/ 868 w 1039"/>
                    <a:gd name="T13" fmla="*/ 586 h 606"/>
                    <a:gd name="T14" fmla="*/ 788 w 1039"/>
                    <a:gd name="T15" fmla="*/ 601 h 606"/>
                    <a:gd name="T16" fmla="*/ 698 w 1039"/>
                    <a:gd name="T17" fmla="*/ 606 h 606"/>
                    <a:gd name="T18" fmla="*/ 599 w 1039"/>
                    <a:gd name="T19" fmla="*/ 601 h 606"/>
                    <a:gd name="T20" fmla="*/ 497 w 1039"/>
                    <a:gd name="T21" fmla="*/ 583 h 606"/>
                    <a:gd name="T22" fmla="*/ 445 w 1039"/>
                    <a:gd name="T23" fmla="*/ 569 h 606"/>
                    <a:gd name="T24" fmla="*/ 341 w 1039"/>
                    <a:gd name="T25" fmla="*/ 533 h 606"/>
                    <a:gd name="T26" fmla="*/ 249 w 1039"/>
                    <a:gd name="T27" fmla="*/ 491 h 606"/>
                    <a:gd name="T28" fmla="*/ 169 w 1039"/>
                    <a:gd name="T29" fmla="*/ 442 h 606"/>
                    <a:gd name="T30" fmla="*/ 103 w 1039"/>
                    <a:gd name="T31" fmla="*/ 387 h 606"/>
                    <a:gd name="T32" fmla="*/ 51 w 1039"/>
                    <a:gd name="T33" fmla="*/ 329 h 606"/>
                    <a:gd name="T34" fmla="*/ 23 w 1039"/>
                    <a:gd name="T35" fmla="*/ 285 h 606"/>
                    <a:gd name="T36" fmla="*/ 11 w 1039"/>
                    <a:gd name="T37" fmla="*/ 256 h 606"/>
                    <a:gd name="T38" fmla="*/ 3 w 1039"/>
                    <a:gd name="T39" fmla="*/ 228 h 606"/>
                    <a:gd name="T40" fmla="*/ 0 w 1039"/>
                    <a:gd name="T41" fmla="*/ 199 h 606"/>
                    <a:gd name="T42" fmla="*/ 3 w 1039"/>
                    <a:gd name="T43" fmla="*/ 170 h 606"/>
                    <a:gd name="T44" fmla="*/ 6 w 1039"/>
                    <a:gd name="T45" fmla="*/ 156 h 606"/>
                    <a:gd name="T46" fmla="*/ 17 w 1039"/>
                    <a:gd name="T47" fmla="*/ 131 h 606"/>
                    <a:gd name="T48" fmla="*/ 32 w 1039"/>
                    <a:gd name="T49" fmla="*/ 105 h 606"/>
                    <a:gd name="T50" fmla="*/ 51 w 1039"/>
                    <a:gd name="T51" fmla="*/ 85 h 606"/>
                    <a:gd name="T52" fmla="*/ 76 w 1039"/>
                    <a:gd name="T53" fmla="*/ 64 h 606"/>
                    <a:gd name="T54" fmla="*/ 103 w 1039"/>
                    <a:gd name="T55" fmla="*/ 47 h 606"/>
                    <a:gd name="T56" fmla="*/ 171 w 1039"/>
                    <a:gd name="T57" fmla="*/ 20 h 606"/>
                    <a:gd name="T58" fmla="*/ 251 w 1039"/>
                    <a:gd name="T59" fmla="*/ 5 h 606"/>
                    <a:gd name="T60" fmla="*/ 341 w 1039"/>
                    <a:gd name="T61" fmla="*/ 0 h 606"/>
                    <a:gd name="T62" fmla="*/ 440 w 1039"/>
                    <a:gd name="T63" fmla="*/ 5 h 606"/>
                    <a:gd name="T64" fmla="*/ 543 w 1039"/>
                    <a:gd name="T65" fmla="*/ 24 h 606"/>
                    <a:gd name="T66" fmla="*/ 596 w 1039"/>
                    <a:gd name="T67" fmla="*/ 37 h 606"/>
                    <a:gd name="T68" fmla="*/ 698 w 1039"/>
                    <a:gd name="T69" fmla="*/ 73 h 606"/>
                    <a:gd name="T70" fmla="*/ 790 w 1039"/>
                    <a:gd name="T71" fmla="*/ 115 h 606"/>
                    <a:gd name="T72" fmla="*/ 869 w 1039"/>
                    <a:gd name="T73" fmla="*/ 165 h 606"/>
                    <a:gd name="T74" fmla="*/ 937 w 1039"/>
                    <a:gd name="T75" fmla="*/ 219 h 606"/>
                    <a:gd name="T76" fmla="*/ 988 w 1039"/>
                    <a:gd name="T77" fmla="*/ 277 h 606"/>
                    <a:gd name="T78" fmla="*/ 1016 w 1039"/>
                    <a:gd name="T79" fmla="*/ 321 h 606"/>
                    <a:gd name="T80" fmla="*/ 1029 w 1039"/>
                    <a:gd name="T81" fmla="*/ 350 h 606"/>
                    <a:gd name="T82" fmla="*/ 1036 w 1039"/>
                    <a:gd name="T83" fmla="*/ 379 h 606"/>
                    <a:gd name="T84" fmla="*/ 1039 w 1039"/>
                    <a:gd name="T85" fmla="*/ 408 h 606"/>
                    <a:gd name="T86" fmla="*/ 1038 w 1039"/>
                    <a:gd name="T87" fmla="*/ 436 h 606"/>
                    <a:gd name="T88" fmla="*/ 1034 w 1039"/>
                    <a:gd name="T89" fmla="*/ 450 h 6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039" h="606">
                      <a:moveTo>
                        <a:pt x="1034" y="450"/>
                      </a:moveTo>
                      <a:lnTo>
                        <a:pt x="1034" y="450"/>
                      </a:lnTo>
                      <a:lnTo>
                        <a:pt x="1029" y="464"/>
                      </a:lnTo>
                      <a:lnTo>
                        <a:pt x="1024" y="476"/>
                      </a:lnTo>
                      <a:lnTo>
                        <a:pt x="1016" y="489"/>
                      </a:lnTo>
                      <a:lnTo>
                        <a:pt x="1009" y="501"/>
                      </a:lnTo>
                      <a:lnTo>
                        <a:pt x="999" y="511"/>
                      </a:lnTo>
                      <a:lnTo>
                        <a:pt x="988" y="523"/>
                      </a:lnTo>
                      <a:lnTo>
                        <a:pt x="976" y="532"/>
                      </a:lnTo>
                      <a:lnTo>
                        <a:pt x="965" y="542"/>
                      </a:lnTo>
                      <a:lnTo>
                        <a:pt x="951" y="550"/>
                      </a:lnTo>
                      <a:lnTo>
                        <a:pt x="936" y="559"/>
                      </a:lnTo>
                      <a:lnTo>
                        <a:pt x="903" y="574"/>
                      </a:lnTo>
                      <a:lnTo>
                        <a:pt x="868" y="586"/>
                      </a:lnTo>
                      <a:lnTo>
                        <a:pt x="830" y="594"/>
                      </a:lnTo>
                      <a:lnTo>
                        <a:pt x="788" y="601"/>
                      </a:lnTo>
                      <a:lnTo>
                        <a:pt x="744" y="606"/>
                      </a:lnTo>
                      <a:lnTo>
                        <a:pt x="698" y="606"/>
                      </a:lnTo>
                      <a:lnTo>
                        <a:pt x="650" y="605"/>
                      </a:lnTo>
                      <a:lnTo>
                        <a:pt x="599" y="601"/>
                      </a:lnTo>
                      <a:lnTo>
                        <a:pt x="548" y="593"/>
                      </a:lnTo>
                      <a:lnTo>
                        <a:pt x="497" y="583"/>
                      </a:lnTo>
                      <a:lnTo>
                        <a:pt x="445" y="569"/>
                      </a:lnTo>
                      <a:lnTo>
                        <a:pt x="445" y="569"/>
                      </a:lnTo>
                      <a:lnTo>
                        <a:pt x="392" y="552"/>
                      </a:lnTo>
                      <a:lnTo>
                        <a:pt x="341" y="533"/>
                      </a:lnTo>
                      <a:lnTo>
                        <a:pt x="295" y="513"/>
                      </a:lnTo>
                      <a:lnTo>
                        <a:pt x="249" y="491"/>
                      </a:lnTo>
                      <a:lnTo>
                        <a:pt x="209" y="467"/>
                      </a:lnTo>
                      <a:lnTo>
                        <a:pt x="169" y="442"/>
                      </a:lnTo>
                      <a:lnTo>
                        <a:pt x="134" y="414"/>
                      </a:lnTo>
                      <a:lnTo>
                        <a:pt x="103" y="387"/>
                      </a:lnTo>
                      <a:lnTo>
                        <a:pt x="74" y="358"/>
                      </a:lnTo>
                      <a:lnTo>
                        <a:pt x="51" y="329"/>
                      </a:lnTo>
                      <a:lnTo>
                        <a:pt x="32" y="301"/>
                      </a:lnTo>
                      <a:lnTo>
                        <a:pt x="23" y="285"/>
                      </a:lnTo>
                      <a:lnTo>
                        <a:pt x="17" y="272"/>
                      </a:lnTo>
                      <a:lnTo>
                        <a:pt x="11" y="256"/>
                      </a:lnTo>
                      <a:lnTo>
                        <a:pt x="6" y="243"/>
                      </a:lnTo>
                      <a:lnTo>
                        <a:pt x="3" y="228"/>
                      </a:lnTo>
                      <a:lnTo>
                        <a:pt x="1" y="212"/>
                      </a:lnTo>
                      <a:lnTo>
                        <a:pt x="0" y="199"/>
                      </a:lnTo>
                      <a:lnTo>
                        <a:pt x="1" y="185"/>
                      </a:lnTo>
                      <a:lnTo>
                        <a:pt x="3" y="170"/>
                      </a:lnTo>
                      <a:lnTo>
                        <a:pt x="6" y="156"/>
                      </a:lnTo>
                      <a:lnTo>
                        <a:pt x="6" y="156"/>
                      </a:lnTo>
                      <a:lnTo>
                        <a:pt x="10" y="143"/>
                      </a:lnTo>
                      <a:lnTo>
                        <a:pt x="17" y="131"/>
                      </a:lnTo>
                      <a:lnTo>
                        <a:pt x="23" y="117"/>
                      </a:lnTo>
                      <a:lnTo>
                        <a:pt x="32" y="105"/>
                      </a:lnTo>
                      <a:lnTo>
                        <a:pt x="40" y="95"/>
                      </a:lnTo>
                      <a:lnTo>
                        <a:pt x="51" y="85"/>
                      </a:lnTo>
                      <a:lnTo>
                        <a:pt x="62" y="75"/>
                      </a:lnTo>
                      <a:lnTo>
                        <a:pt x="76" y="64"/>
                      </a:lnTo>
                      <a:lnTo>
                        <a:pt x="90" y="56"/>
                      </a:lnTo>
                      <a:lnTo>
                        <a:pt x="103" y="47"/>
                      </a:lnTo>
                      <a:lnTo>
                        <a:pt x="136" y="32"/>
                      </a:lnTo>
                      <a:lnTo>
                        <a:pt x="171" y="20"/>
                      </a:lnTo>
                      <a:lnTo>
                        <a:pt x="210" y="12"/>
                      </a:lnTo>
                      <a:lnTo>
                        <a:pt x="251" y="5"/>
                      </a:lnTo>
                      <a:lnTo>
                        <a:pt x="295" y="2"/>
                      </a:lnTo>
                      <a:lnTo>
                        <a:pt x="341" y="0"/>
                      </a:lnTo>
                      <a:lnTo>
                        <a:pt x="390" y="2"/>
                      </a:lnTo>
                      <a:lnTo>
                        <a:pt x="440" y="5"/>
                      </a:lnTo>
                      <a:lnTo>
                        <a:pt x="491" y="13"/>
                      </a:lnTo>
                      <a:lnTo>
                        <a:pt x="543" y="24"/>
                      </a:lnTo>
                      <a:lnTo>
                        <a:pt x="596" y="37"/>
                      </a:lnTo>
                      <a:lnTo>
                        <a:pt x="596" y="37"/>
                      </a:lnTo>
                      <a:lnTo>
                        <a:pt x="649" y="54"/>
                      </a:lnTo>
                      <a:lnTo>
                        <a:pt x="698" y="73"/>
                      </a:lnTo>
                      <a:lnTo>
                        <a:pt x="745" y="93"/>
                      </a:lnTo>
                      <a:lnTo>
                        <a:pt x="790" y="115"/>
                      </a:lnTo>
                      <a:lnTo>
                        <a:pt x="832" y="139"/>
                      </a:lnTo>
                      <a:lnTo>
                        <a:pt x="869" y="165"/>
                      </a:lnTo>
                      <a:lnTo>
                        <a:pt x="905" y="192"/>
                      </a:lnTo>
                      <a:lnTo>
                        <a:pt x="937" y="219"/>
                      </a:lnTo>
                      <a:lnTo>
                        <a:pt x="965" y="248"/>
                      </a:lnTo>
                      <a:lnTo>
                        <a:pt x="988" y="277"/>
                      </a:lnTo>
                      <a:lnTo>
                        <a:pt x="1009" y="306"/>
                      </a:lnTo>
                      <a:lnTo>
                        <a:pt x="1016" y="321"/>
                      </a:lnTo>
                      <a:lnTo>
                        <a:pt x="1022" y="335"/>
                      </a:lnTo>
                      <a:lnTo>
                        <a:pt x="1029" y="350"/>
                      </a:lnTo>
                      <a:lnTo>
                        <a:pt x="1033" y="365"/>
                      </a:lnTo>
                      <a:lnTo>
                        <a:pt x="1036" y="379"/>
                      </a:lnTo>
                      <a:lnTo>
                        <a:pt x="1039" y="394"/>
                      </a:lnTo>
                      <a:lnTo>
                        <a:pt x="1039" y="408"/>
                      </a:lnTo>
                      <a:lnTo>
                        <a:pt x="1039" y="423"/>
                      </a:lnTo>
                      <a:lnTo>
                        <a:pt x="1038" y="436"/>
                      </a:lnTo>
                      <a:lnTo>
                        <a:pt x="1034" y="450"/>
                      </a:lnTo>
                      <a:lnTo>
                        <a:pt x="1034" y="450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" name="Freeform 668"/>
                <p:cNvSpPr>
                  <a:spLocks/>
                </p:cNvSpPr>
                <p:nvPr/>
              </p:nvSpPr>
              <p:spPr bwMode="auto">
                <a:xfrm>
                  <a:off x="4954" y="2862"/>
                  <a:ext cx="375" cy="374"/>
                </a:xfrm>
                <a:custGeom>
                  <a:avLst/>
                  <a:gdLst>
                    <a:gd name="T0" fmla="*/ 12 w 749"/>
                    <a:gd name="T1" fmla="*/ 0 h 747"/>
                    <a:gd name="T2" fmla="*/ 12 w 749"/>
                    <a:gd name="T3" fmla="*/ 0 h 747"/>
                    <a:gd name="T4" fmla="*/ 5 w 749"/>
                    <a:gd name="T5" fmla="*/ 25 h 747"/>
                    <a:gd name="T6" fmla="*/ 2 w 749"/>
                    <a:gd name="T7" fmla="*/ 51 h 747"/>
                    <a:gd name="T8" fmla="*/ 0 w 749"/>
                    <a:gd name="T9" fmla="*/ 78 h 747"/>
                    <a:gd name="T10" fmla="*/ 0 w 749"/>
                    <a:gd name="T11" fmla="*/ 105 h 747"/>
                    <a:gd name="T12" fmla="*/ 3 w 749"/>
                    <a:gd name="T13" fmla="*/ 130 h 747"/>
                    <a:gd name="T14" fmla="*/ 9 w 749"/>
                    <a:gd name="T15" fmla="*/ 158 h 747"/>
                    <a:gd name="T16" fmla="*/ 15 w 749"/>
                    <a:gd name="T17" fmla="*/ 185 h 747"/>
                    <a:gd name="T18" fmla="*/ 26 w 749"/>
                    <a:gd name="T19" fmla="*/ 212 h 747"/>
                    <a:gd name="T20" fmla="*/ 36 w 749"/>
                    <a:gd name="T21" fmla="*/ 239 h 747"/>
                    <a:gd name="T22" fmla="*/ 49 w 749"/>
                    <a:gd name="T23" fmla="*/ 266 h 747"/>
                    <a:gd name="T24" fmla="*/ 65 w 749"/>
                    <a:gd name="T25" fmla="*/ 293 h 747"/>
                    <a:gd name="T26" fmla="*/ 82 w 749"/>
                    <a:gd name="T27" fmla="*/ 319 h 747"/>
                    <a:gd name="T28" fmla="*/ 100 w 749"/>
                    <a:gd name="T29" fmla="*/ 346 h 747"/>
                    <a:gd name="T30" fmla="*/ 122 w 749"/>
                    <a:gd name="T31" fmla="*/ 372 h 747"/>
                    <a:gd name="T32" fmla="*/ 145 w 749"/>
                    <a:gd name="T33" fmla="*/ 399 h 747"/>
                    <a:gd name="T34" fmla="*/ 168 w 749"/>
                    <a:gd name="T35" fmla="*/ 424 h 747"/>
                    <a:gd name="T36" fmla="*/ 194 w 749"/>
                    <a:gd name="T37" fmla="*/ 450 h 747"/>
                    <a:gd name="T38" fmla="*/ 223 w 749"/>
                    <a:gd name="T39" fmla="*/ 474 h 747"/>
                    <a:gd name="T40" fmla="*/ 252 w 749"/>
                    <a:gd name="T41" fmla="*/ 497 h 747"/>
                    <a:gd name="T42" fmla="*/ 282 w 749"/>
                    <a:gd name="T43" fmla="*/ 521 h 747"/>
                    <a:gd name="T44" fmla="*/ 313 w 749"/>
                    <a:gd name="T45" fmla="*/ 545 h 747"/>
                    <a:gd name="T46" fmla="*/ 347 w 749"/>
                    <a:gd name="T47" fmla="*/ 567 h 747"/>
                    <a:gd name="T48" fmla="*/ 382 w 749"/>
                    <a:gd name="T49" fmla="*/ 589 h 747"/>
                    <a:gd name="T50" fmla="*/ 418 w 749"/>
                    <a:gd name="T51" fmla="*/ 609 h 747"/>
                    <a:gd name="T52" fmla="*/ 455 w 749"/>
                    <a:gd name="T53" fmla="*/ 630 h 747"/>
                    <a:gd name="T54" fmla="*/ 494 w 749"/>
                    <a:gd name="T55" fmla="*/ 650 h 747"/>
                    <a:gd name="T56" fmla="*/ 534 w 749"/>
                    <a:gd name="T57" fmla="*/ 669 h 747"/>
                    <a:gd name="T58" fmla="*/ 574 w 749"/>
                    <a:gd name="T59" fmla="*/ 686 h 747"/>
                    <a:gd name="T60" fmla="*/ 617 w 749"/>
                    <a:gd name="T61" fmla="*/ 703 h 747"/>
                    <a:gd name="T62" fmla="*/ 659 w 749"/>
                    <a:gd name="T63" fmla="*/ 718 h 747"/>
                    <a:gd name="T64" fmla="*/ 703 w 749"/>
                    <a:gd name="T65" fmla="*/ 733 h 747"/>
                    <a:gd name="T66" fmla="*/ 749 w 749"/>
                    <a:gd name="T67" fmla="*/ 747 h 7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749" h="747">
                      <a:moveTo>
                        <a:pt x="12" y="0"/>
                      </a:moveTo>
                      <a:lnTo>
                        <a:pt x="12" y="0"/>
                      </a:lnTo>
                      <a:lnTo>
                        <a:pt x="5" y="25"/>
                      </a:lnTo>
                      <a:lnTo>
                        <a:pt x="2" y="51"/>
                      </a:lnTo>
                      <a:lnTo>
                        <a:pt x="0" y="78"/>
                      </a:lnTo>
                      <a:lnTo>
                        <a:pt x="0" y="105"/>
                      </a:lnTo>
                      <a:lnTo>
                        <a:pt x="3" y="130"/>
                      </a:lnTo>
                      <a:lnTo>
                        <a:pt x="9" y="158"/>
                      </a:lnTo>
                      <a:lnTo>
                        <a:pt x="15" y="185"/>
                      </a:lnTo>
                      <a:lnTo>
                        <a:pt x="26" y="212"/>
                      </a:lnTo>
                      <a:lnTo>
                        <a:pt x="36" y="239"/>
                      </a:lnTo>
                      <a:lnTo>
                        <a:pt x="49" y="266"/>
                      </a:lnTo>
                      <a:lnTo>
                        <a:pt x="65" y="293"/>
                      </a:lnTo>
                      <a:lnTo>
                        <a:pt x="82" y="319"/>
                      </a:lnTo>
                      <a:lnTo>
                        <a:pt x="100" y="346"/>
                      </a:lnTo>
                      <a:lnTo>
                        <a:pt x="122" y="372"/>
                      </a:lnTo>
                      <a:lnTo>
                        <a:pt x="145" y="399"/>
                      </a:lnTo>
                      <a:lnTo>
                        <a:pt x="168" y="424"/>
                      </a:lnTo>
                      <a:lnTo>
                        <a:pt x="194" y="450"/>
                      </a:lnTo>
                      <a:lnTo>
                        <a:pt x="223" y="474"/>
                      </a:lnTo>
                      <a:lnTo>
                        <a:pt x="252" y="497"/>
                      </a:lnTo>
                      <a:lnTo>
                        <a:pt x="282" y="521"/>
                      </a:lnTo>
                      <a:lnTo>
                        <a:pt x="313" y="545"/>
                      </a:lnTo>
                      <a:lnTo>
                        <a:pt x="347" y="567"/>
                      </a:lnTo>
                      <a:lnTo>
                        <a:pt x="382" y="589"/>
                      </a:lnTo>
                      <a:lnTo>
                        <a:pt x="418" y="609"/>
                      </a:lnTo>
                      <a:lnTo>
                        <a:pt x="455" y="630"/>
                      </a:lnTo>
                      <a:lnTo>
                        <a:pt x="494" y="650"/>
                      </a:lnTo>
                      <a:lnTo>
                        <a:pt x="534" y="669"/>
                      </a:lnTo>
                      <a:lnTo>
                        <a:pt x="574" y="686"/>
                      </a:lnTo>
                      <a:lnTo>
                        <a:pt x="617" y="703"/>
                      </a:lnTo>
                      <a:lnTo>
                        <a:pt x="659" y="718"/>
                      </a:lnTo>
                      <a:lnTo>
                        <a:pt x="703" y="733"/>
                      </a:lnTo>
                      <a:lnTo>
                        <a:pt x="749" y="747"/>
                      </a:ln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" name="Freeform 669"/>
                <p:cNvSpPr>
                  <a:spLocks/>
                </p:cNvSpPr>
                <p:nvPr/>
              </p:nvSpPr>
              <p:spPr bwMode="auto">
                <a:xfrm>
                  <a:off x="5329" y="3096"/>
                  <a:ext cx="518" cy="168"/>
                </a:xfrm>
                <a:custGeom>
                  <a:avLst/>
                  <a:gdLst>
                    <a:gd name="T0" fmla="*/ 1037 w 1037"/>
                    <a:gd name="T1" fmla="*/ 0 h 337"/>
                    <a:gd name="T2" fmla="*/ 1037 w 1037"/>
                    <a:gd name="T3" fmla="*/ 0 h 337"/>
                    <a:gd name="T4" fmla="*/ 1028 w 1037"/>
                    <a:gd name="T5" fmla="*/ 28 h 337"/>
                    <a:gd name="T6" fmla="*/ 1016 w 1037"/>
                    <a:gd name="T7" fmla="*/ 53 h 337"/>
                    <a:gd name="T8" fmla="*/ 1003 w 1037"/>
                    <a:gd name="T9" fmla="*/ 79 h 337"/>
                    <a:gd name="T10" fmla="*/ 987 w 1037"/>
                    <a:gd name="T11" fmla="*/ 102 h 337"/>
                    <a:gd name="T12" fmla="*/ 970 w 1037"/>
                    <a:gd name="T13" fmla="*/ 124 h 337"/>
                    <a:gd name="T14" fmla="*/ 952 w 1037"/>
                    <a:gd name="T15" fmla="*/ 146 h 337"/>
                    <a:gd name="T16" fmla="*/ 931 w 1037"/>
                    <a:gd name="T17" fmla="*/ 167 h 337"/>
                    <a:gd name="T18" fmla="*/ 908 w 1037"/>
                    <a:gd name="T19" fmla="*/ 187 h 337"/>
                    <a:gd name="T20" fmla="*/ 884 w 1037"/>
                    <a:gd name="T21" fmla="*/ 206 h 337"/>
                    <a:gd name="T22" fmla="*/ 858 w 1037"/>
                    <a:gd name="T23" fmla="*/ 223 h 337"/>
                    <a:gd name="T24" fmla="*/ 829 w 1037"/>
                    <a:gd name="T25" fmla="*/ 238 h 337"/>
                    <a:gd name="T26" fmla="*/ 800 w 1037"/>
                    <a:gd name="T27" fmla="*/ 254 h 337"/>
                    <a:gd name="T28" fmla="*/ 770 w 1037"/>
                    <a:gd name="T29" fmla="*/ 267 h 337"/>
                    <a:gd name="T30" fmla="*/ 738 w 1037"/>
                    <a:gd name="T31" fmla="*/ 281 h 337"/>
                    <a:gd name="T32" fmla="*/ 705 w 1037"/>
                    <a:gd name="T33" fmla="*/ 293 h 337"/>
                    <a:gd name="T34" fmla="*/ 670 w 1037"/>
                    <a:gd name="T35" fmla="*/ 301 h 337"/>
                    <a:gd name="T36" fmla="*/ 634 w 1037"/>
                    <a:gd name="T37" fmla="*/ 311 h 337"/>
                    <a:gd name="T38" fmla="*/ 598 w 1037"/>
                    <a:gd name="T39" fmla="*/ 318 h 337"/>
                    <a:gd name="T40" fmla="*/ 559 w 1037"/>
                    <a:gd name="T41" fmla="*/ 325 h 337"/>
                    <a:gd name="T42" fmla="*/ 520 w 1037"/>
                    <a:gd name="T43" fmla="*/ 330 h 337"/>
                    <a:gd name="T44" fmla="*/ 481 w 1037"/>
                    <a:gd name="T45" fmla="*/ 333 h 337"/>
                    <a:gd name="T46" fmla="*/ 440 w 1037"/>
                    <a:gd name="T47" fmla="*/ 335 h 337"/>
                    <a:gd name="T48" fmla="*/ 400 w 1037"/>
                    <a:gd name="T49" fmla="*/ 337 h 337"/>
                    <a:gd name="T50" fmla="*/ 357 w 1037"/>
                    <a:gd name="T51" fmla="*/ 335 h 337"/>
                    <a:gd name="T52" fmla="*/ 315 w 1037"/>
                    <a:gd name="T53" fmla="*/ 333 h 337"/>
                    <a:gd name="T54" fmla="*/ 270 w 1037"/>
                    <a:gd name="T55" fmla="*/ 330 h 337"/>
                    <a:gd name="T56" fmla="*/ 226 w 1037"/>
                    <a:gd name="T57" fmla="*/ 325 h 337"/>
                    <a:gd name="T58" fmla="*/ 182 w 1037"/>
                    <a:gd name="T59" fmla="*/ 320 h 337"/>
                    <a:gd name="T60" fmla="*/ 136 w 1037"/>
                    <a:gd name="T61" fmla="*/ 311 h 337"/>
                    <a:gd name="T62" fmla="*/ 92 w 1037"/>
                    <a:gd name="T63" fmla="*/ 303 h 337"/>
                    <a:gd name="T64" fmla="*/ 46 w 1037"/>
                    <a:gd name="T65" fmla="*/ 291 h 337"/>
                    <a:gd name="T66" fmla="*/ 0 w 1037"/>
                    <a:gd name="T67" fmla="*/ 279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037" h="337">
                      <a:moveTo>
                        <a:pt x="1037" y="0"/>
                      </a:moveTo>
                      <a:lnTo>
                        <a:pt x="1037" y="0"/>
                      </a:lnTo>
                      <a:lnTo>
                        <a:pt x="1028" y="28"/>
                      </a:lnTo>
                      <a:lnTo>
                        <a:pt x="1016" y="53"/>
                      </a:lnTo>
                      <a:lnTo>
                        <a:pt x="1003" y="79"/>
                      </a:lnTo>
                      <a:lnTo>
                        <a:pt x="987" y="102"/>
                      </a:lnTo>
                      <a:lnTo>
                        <a:pt x="970" y="124"/>
                      </a:lnTo>
                      <a:lnTo>
                        <a:pt x="952" y="146"/>
                      </a:lnTo>
                      <a:lnTo>
                        <a:pt x="931" y="167"/>
                      </a:lnTo>
                      <a:lnTo>
                        <a:pt x="908" y="187"/>
                      </a:lnTo>
                      <a:lnTo>
                        <a:pt x="884" y="206"/>
                      </a:lnTo>
                      <a:lnTo>
                        <a:pt x="858" y="223"/>
                      </a:lnTo>
                      <a:lnTo>
                        <a:pt x="829" y="238"/>
                      </a:lnTo>
                      <a:lnTo>
                        <a:pt x="800" y="254"/>
                      </a:lnTo>
                      <a:lnTo>
                        <a:pt x="770" y="267"/>
                      </a:lnTo>
                      <a:lnTo>
                        <a:pt x="738" y="281"/>
                      </a:lnTo>
                      <a:lnTo>
                        <a:pt x="705" y="293"/>
                      </a:lnTo>
                      <a:lnTo>
                        <a:pt x="670" y="301"/>
                      </a:lnTo>
                      <a:lnTo>
                        <a:pt x="634" y="311"/>
                      </a:lnTo>
                      <a:lnTo>
                        <a:pt x="598" y="318"/>
                      </a:lnTo>
                      <a:lnTo>
                        <a:pt x="559" y="325"/>
                      </a:lnTo>
                      <a:lnTo>
                        <a:pt x="520" y="330"/>
                      </a:lnTo>
                      <a:lnTo>
                        <a:pt x="481" y="333"/>
                      </a:lnTo>
                      <a:lnTo>
                        <a:pt x="440" y="335"/>
                      </a:lnTo>
                      <a:lnTo>
                        <a:pt x="400" y="337"/>
                      </a:lnTo>
                      <a:lnTo>
                        <a:pt x="357" y="335"/>
                      </a:lnTo>
                      <a:lnTo>
                        <a:pt x="315" y="333"/>
                      </a:lnTo>
                      <a:lnTo>
                        <a:pt x="270" y="330"/>
                      </a:lnTo>
                      <a:lnTo>
                        <a:pt x="226" y="325"/>
                      </a:lnTo>
                      <a:lnTo>
                        <a:pt x="182" y="320"/>
                      </a:lnTo>
                      <a:lnTo>
                        <a:pt x="136" y="311"/>
                      </a:lnTo>
                      <a:lnTo>
                        <a:pt x="92" y="303"/>
                      </a:lnTo>
                      <a:lnTo>
                        <a:pt x="46" y="291"/>
                      </a:lnTo>
                      <a:lnTo>
                        <a:pt x="0" y="279"/>
                      </a:ln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" name="Freeform 670"/>
                <p:cNvSpPr>
                  <a:spLocks/>
                </p:cNvSpPr>
                <p:nvPr/>
              </p:nvSpPr>
              <p:spPr bwMode="auto">
                <a:xfrm>
                  <a:off x="4814" y="3138"/>
                  <a:ext cx="448" cy="355"/>
                </a:xfrm>
                <a:custGeom>
                  <a:avLst/>
                  <a:gdLst>
                    <a:gd name="T0" fmla="*/ 7 w 897"/>
                    <a:gd name="T1" fmla="*/ 0 h 710"/>
                    <a:gd name="T2" fmla="*/ 7 w 897"/>
                    <a:gd name="T3" fmla="*/ 0 h 710"/>
                    <a:gd name="T4" fmla="*/ 1 w 897"/>
                    <a:gd name="T5" fmla="*/ 22 h 710"/>
                    <a:gd name="T6" fmla="*/ 0 w 897"/>
                    <a:gd name="T7" fmla="*/ 44 h 710"/>
                    <a:gd name="T8" fmla="*/ 0 w 897"/>
                    <a:gd name="T9" fmla="*/ 68 h 710"/>
                    <a:gd name="T10" fmla="*/ 3 w 897"/>
                    <a:gd name="T11" fmla="*/ 90 h 710"/>
                    <a:gd name="T12" fmla="*/ 8 w 897"/>
                    <a:gd name="T13" fmla="*/ 113 h 710"/>
                    <a:gd name="T14" fmla="*/ 15 w 897"/>
                    <a:gd name="T15" fmla="*/ 137 h 710"/>
                    <a:gd name="T16" fmla="*/ 25 w 897"/>
                    <a:gd name="T17" fmla="*/ 163 h 710"/>
                    <a:gd name="T18" fmla="*/ 39 w 897"/>
                    <a:gd name="T19" fmla="*/ 187 h 710"/>
                    <a:gd name="T20" fmla="*/ 54 w 897"/>
                    <a:gd name="T21" fmla="*/ 210 h 710"/>
                    <a:gd name="T22" fmla="*/ 71 w 897"/>
                    <a:gd name="T23" fmla="*/ 236 h 710"/>
                    <a:gd name="T24" fmla="*/ 90 w 897"/>
                    <a:gd name="T25" fmla="*/ 260 h 710"/>
                    <a:gd name="T26" fmla="*/ 112 w 897"/>
                    <a:gd name="T27" fmla="*/ 285 h 710"/>
                    <a:gd name="T28" fmla="*/ 134 w 897"/>
                    <a:gd name="T29" fmla="*/ 309 h 710"/>
                    <a:gd name="T30" fmla="*/ 159 w 897"/>
                    <a:gd name="T31" fmla="*/ 334 h 710"/>
                    <a:gd name="T32" fmla="*/ 188 w 897"/>
                    <a:gd name="T33" fmla="*/ 358 h 710"/>
                    <a:gd name="T34" fmla="*/ 217 w 897"/>
                    <a:gd name="T35" fmla="*/ 382 h 710"/>
                    <a:gd name="T36" fmla="*/ 248 w 897"/>
                    <a:gd name="T37" fmla="*/ 407 h 710"/>
                    <a:gd name="T38" fmla="*/ 280 w 897"/>
                    <a:gd name="T39" fmla="*/ 431 h 710"/>
                    <a:gd name="T40" fmla="*/ 316 w 897"/>
                    <a:gd name="T41" fmla="*/ 453 h 710"/>
                    <a:gd name="T42" fmla="*/ 351 w 897"/>
                    <a:gd name="T43" fmla="*/ 477 h 710"/>
                    <a:gd name="T44" fmla="*/ 389 w 897"/>
                    <a:gd name="T45" fmla="*/ 499 h 710"/>
                    <a:gd name="T46" fmla="*/ 430 w 897"/>
                    <a:gd name="T47" fmla="*/ 521 h 710"/>
                    <a:gd name="T48" fmla="*/ 470 w 897"/>
                    <a:gd name="T49" fmla="*/ 543 h 710"/>
                    <a:gd name="T50" fmla="*/ 513 w 897"/>
                    <a:gd name="T51" fmla="*/ 565 h 710"/>
                    <a:gd name="T52" fmla="*/ 555 w 897"/>
                    <a:gd name="T53" fmla="*/ 586 h 710"/>
                    <a:gd name="T54" fmla="*/ 601 w 897"/>
                    <a:gd name="T55" fmla="*/ 606 h 710"/>
                    <a:gd name="T56" fmla="*/ 647 w 897"/>
                    <a:gd name="T57" fmla="*/ 625 h 710"/>
                    <a:gd name="T58" fmla="*/ 695 w 897"/>
                    <a:gd name="T59" fmla="*/ 643 h 710"/>
                    <a:gd name="T60" fmla="*/ 744 w 897"/>
                    <a:gd name="T61" fmla="*/ 662 h 710"/>
                    <a:gd name="T62" fmla="*/ 793 w 897"/>
                    <a:gd name="T63" fmla="*/ 679 h 710"/>
                    <a:gd name="T64" fmla="*/ 844 w 897"/>
                    <a:gd name="T65" fmla="*/ 694 h 710"/>
                    <a:gd name="T66" fmla="*/ 897 w 897"/>
                    <a:gd name="T67" fmla="*/ 710 h 7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897" h="710">
                      <a:moveTo>
                        <a:pt x="7" y="0"/>
                      </a:moveTo>
                      <a:lnTo>
                        <a:pt x="7" y="0"/>
                      </a:lnTo>
                      <a:lnTo>
                        <a:pt x="1" y="22"/>
                      </a:lnTo>
                      <a:lnTo>
                        <a:pt x="0" y="44"/>
                      </a:lnTo>
                      <a:lnTo>
                        <a:pt x="0" y="68"/>
                      </a:lnTo>
                      <a:lnTo>
                        <a:pt x="3" y="90"/>
                      </a:lnTo>
                      <a:lnTo>
                        <a:pt x="8" y="113"/>
                      </a:lnTo>
                      <a:lnTo>
                        <a:pt x="15" y="137"/>
                      </a:lnTo>
                      <a:lnTo>
                        <a:pt x="25" y="163"/>
                      </a:lnTo>
                      <a:lnTo>
                        <a:pt x="39" y="187"/>
                      </a:lnTo>
                      <a:lnTo>
                        <a:pt x="54" y="210"/>
                      </a:lnTo>
                      <a:lnTo>
                        <a:pt x="71" y="236"/>
                      </a:lnTo>
                      <a:lnTo>
                        <a:pt x="90" y="260"/>
                      </a:lnTo>
                      <a:lnTo>
                        <a:pt x="112" y="285"/>
                      </a:lnTo>
                      <a:lnTo>
                        <a:pt x="134" y="309"/>
                      </a:lnTo>
                      <a:lnTo>
                        <a:pt x="159" y="334"/>
                      </a:lnTo>
                      <a:lnTo>
                        <a:pt x="188" y="358"/>
                      </a:lnTo>
                      <a:lnTo>
                        <a:pt x="217" y="382"/>
                      </a:lnTo>
                      <a:lnTo>
                        <a:pt x="248" y="407"/>
                      </a:lnTo>
                      <a:lnTo>
                        <a:pt x="280" y="431"/>
                      </a:lnTo>
                      <a:lnTo>
                        <a:pt x="316" y="453"/>
                      </a:lnTo>
                      <a:lnTo>
                        <a:pt x="351" y="477"/>
                      </a:lnTo>
                      <a:lnTo>
                        <a:pt x="389" y="499"/>
                      </a:lnTo>
                      <a:lnTo>
                        <a:pt x="430" y="521"/>
                      </a:lnTo>
                      <a:lnTo>
                        <a:pt x="470" y="543"/>
                      </a:lnTo>
                      <a:lnTo>
                        <a:pt x="513" y="565"/>
                      </a:lnTo>
                      <a:lnTo>
                        <a:pt x="555" y="586"/>
                      </a:lnTo>
                      <a:lnTo>
                        <a:pt x="601" y="606"/>
                      </a:lnTo>
                      <a:lnTo>
                        <a:pt x="647" y="625"/>
                      </a:lnTo>
                      <a:lnTo>
                        <a:pt x="695" y="643"/>
                      </a:lnTo>
                      <a:lnTo>
                        <a:pt x="744" y="662"/>
                      </a:lnTo>
                      <a:lnTo>
                        <a:pt x="793" y="679"/>
                      </a:lnTo>
                      <a:lnTo>
                        <a:pt x="844" y="694"/>
                      </a:lnTo>
                      <a:lnTo>
                        <a:pt x="897" y="710"/>
                      </a:ln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" name="Freeform 671"/>
                <p:cNvSpPr>
                  <a:spLocks/>
                </p:cNvSpPr>
                <p:nvPr/>
              </p:nvSpPr>
              <p:spPr bwMode="auto">
                <a:xfrm>
                  <a:off x="5264" y="3427"/>
                  <a:ext cx="566" cy="112"/>
                </a:xfrm>
                <a:custGeom>
                  <a:avLst/>
                  <a:gdLst>
                    <a:gd name="T0" fmla="*/ 1132 w 1132"/>
                    <a:gd name="T1" fmla="*/ 0 h 224"/>
                    <a:gd name="T2" fmla="*/ 1132 w 1132"/>
                    <a:gd name="T3" fmla="*/ 0 h 224"/>
                    <a:gd name="T4" fmla="*/ 1125 w 1132"/>
                    <a:gd name="T5" fmla="*/ 22 h 224"/>
                    <a:gd name="T6" fmla="*/ 1115 w 1132"/>
                    <a:gd name="T7" fmla="*/ 43 h 224"/>
                    <a:gd name="T8" fmla="*/ 1103 w 1132"/>
                    <a:gd name="T9" fmla="*/ 61 h 224"/>
                    <a:gd name="T10" fmla="*/ 1087 w 1132"/>
                    <a:gd name="T11" fmla="*/ 80 h 224"/>
                    <a:gd name="T12" fmla="*/ 1070 w 1132"/>
                    <a:gd name="T13" fmla="*/ 97 h 224"/>
                    <a:gd name="T14" fmla="*/ 1050 w 1132"/>
                    <a:gd name="T15" fmla="*/ 114 h 224"/>
                    <a:gd name="T16" fmla="*/ 1030 w 1132"/>
                    <a:gd name="T17" fmla="*/ 129 h 224"/>
                    <a:gd name="T18" fmla="*/ 1006 w 1132"/>
                    <a:gd name="T19" fmla="*/ 143 h 224"/>
                    <a:gd name="T20" fmla="*/ 980 w 1132"/>
                    <a:gd name="T21" fmla="*/ 155 h 224"/>
                    <a:gd name="T22" fmla="*/ 953 w 1132"/>
                    <a:gd name="T23" fmla="*/ 167 h 224"/>
                    <a:gd name="T24" fmla="*/ 923 w 1132"/>
                    <a:gd name="T25" fmla="*/ 179 h 224"/>
                    <a:gd name="T26" fmla="*/ 892 w 1132"/>
                    <a:gd name="T27" fmla="*/ 187 h 224"/>
                    <a:gd name="T28" fmla="*/ 860 w 1132"/>
                    <a:gd name="T29" fmla="*/ 196 h 224"/>
                    <a:gd name="T30" fmla="*/ 824 w 1132"/>
                    <a:gd name="T31" fmla="*/ 204 h 224"/>
                    <a:gd name="T32" fmla="*/ 788 w 1132"/>
                    <a:gd name="T33" fmla="*/ 209 h 224"/>
                    <a:gd name="T34" fmla="*/ 751 w 1132"/>
                    <a:gd name="T35" fmla="*/ 214 h 224"/>
                    <a:gd name="T36" fmla="*/ 712 w 1132"/>
                    <a:gd name="T37" fmla="*/ 219 h 224"/>
                    <a:gd name="T38" fmla="*/ 671 w 1132"/>
                    <a:gd name="T39" fmla="*/ 221 h 224"/>
                    <a:gd name="T40" fmla="*/ 629 w 1132"/>
                    <a:gd name="T41" fmla="*/ 223 h 224"/>
                    <a:gd name="T42" fmla="*/ 586 w 1132"/>
                    <a:gd name="T43" fmla="*/ 224 h 224"/>
                    <a:gd name="T44" fmla="*/ 542 w 1132"/>
                    <a:gd name="T45" fmla="*/ 223 h 224"/>
                    <a:gd name="T46" fmla="*/ 498 w 1132"/>
                    <a:gd name="T47" fmla="*/ 221 h 224"/>
                    <a:gd name="T48" fmla="*/ 450 w 1132"/>
                    <a:gd name="T49" fmla="*/ 218 h 224"/>
                    <a:gd name="T50" fmla="*/ 405 w 1132"/>
                    <a:gd name="T51" fmla="*/ 214 h 224"/>
                    <a:gd name="T52" fmla="*/ 355 w 1132"/>
                    <a:gd name="T53" fmla="*/ 207 h 224"/>
                    <a:gd name="T54" fmla="*/ 306 w 1132"/>
                    <a:gd name="T55" fmla="*/ 202 h 224"/>
                    <a:gd name="T56" fmla="*/ 257 w 1132"/>
                    <a:gd name="T57" fmla="*/ 194 h 224"/>
                    <a:gd name="T58" fmla="*/ 207 w 1132"/>
                    <a:gd name="T59" fmla="*/ 184 h 224"/>
                    <a:gd name="T60" fmla="*/ 156 w 1132"/>
                    <a:gd name="T61" fmla="*/ 173 h 224"/>
                    <a:gd name="T62" fmla="*/ 106 w 1132"/>
                    <a:gd name="T63" fmla="*/ 162 h 224"/>
                    <a:gd name="T64" fmla="*/ 53 w 1132"/>
                    <a:gd name="T65" fmla="*/ 150 h 224"/>
                    <a:gd name="T66" fmla="*/ 0 w 1132"/>
                    <a:gd name="T67" fmla="*/ 134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132" h="224">
                      <a:moveTo>
                        <a:pt x="1132" y="0"/>
                      </a:moveTo>
                      <a:lnTo>
                        <a:pt x="1132" y="0"/>
                      </a:lnTo>
                      <a:lnTo>
                        <a:pt x="1125" y="22"/>
                      </a:lnTo>
                      <a:lnTo>
                        <a:pt x="1115" y="43"/>
                      </a:lnTo>
                      <a:lnTo>
                        <a:pt x="1103" y="61"/>
                      </a:lnTo>
                      <a:lnTo>
                        <a:pt x="1087" y="80"/>
                      </a:lnTo>
                      <a:lnTo>
                        <a:pt x="1070" y="97"/>
                      </a:lnTo>
                      <a:lnTo>
                        <a:pt x="1050" y="114"/>
                      </a:lnTo>
                      <a:lnTo>
                        <a:pt x="1030" y="129"/>
                      </a:lnTo>
                      <a:lnTo>
                        <a:pt x="1006" y="143"/>
                      </a:lnTo>
                      <a:lnTo>
                        <a:pt x="980" y="155"/>
                      </a:lnTo>
                      <a:lnTo>
                        <a:pt x="953" y="167"/>
                      </a:lnTo>
                      <a:lnTo>
                        <a:pt x="923" y="179"/>
                      </a:lnTo>
                      <a:lnTo>
                        <a:pt x="892" y="187"/>
                      </a:lnTo>
                      <a:lnTo>
                        <a:pt x="860" y="196"/>
                      </a:lnTo>
                      <a:lnTo>
                        <a:pt x="824" y="204"/>
                      </a:lnTo>
                      <a:lnTo>
                        <a:pt x="788" y="209"/>
                      </a:lnTo>
                      <a:lnTo>
                        <a:pt x="751" y="214"/>
                      </a:lnTo>
                      <a:lnTo>
                        <a:pt x="712" y="219"/>
                      </a:lnTo>
                      <a:lnTo>
                        <a:pt x="671" y="221"/>
                      </a:lnTo>
                      <a:lnTo>
                        <a:pt x="629" y="223"/>
                      </a:lnTo>
                      <a:lnTo>
                        <a:pt x="586" y="224"/>
                      </a:lnTo>
                      <a:lnTo>
                        <a:pt x="542" y="223"/>
                      </a:lnTo>
                      <a:lnTo>
                        <a:pt x="498" y="221"/>
                      </a:lnTo>
                      <a:lnTo>
                        <a:pt x="450" y="218"/>
                      </a:lnTo>
                      <a:lnTo>
                        <a:pt x="405" y="214"/>
                      </a:lnTo>
                      <a:lnTo>
                        <a:pt x="355" y="207"/>
                      </a:lnTo>
                      <a:lnTo>
                        <a:pt x="306" y="202"/>
                      </a:lnTo>
                      <a:lnTo>
                        <a:pt x="257" y="194"/>
                      </a:lnTo>
                      <a:lnTo>
                        <a:pt x="207" y="184"/>
                      </a:lnTo>
                      <a:lnTo>
                        <a:pt x="156" y="173"/>
                      </a:lnTo>
                      <a:lnTo>
                        <a:pt x="106" y="162"/>
                      </a:lnTo>
                      <a:lnTo>
                        <a:pt x="53" y="150"/>
                      </a:lnTo>
                      <a:lnTo>
                        <a:pt x="0" y="134"/>
                      </a:ln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" name="Freeform 672"/>
                <p:cNvSpPr>
                  <a:spLocks/>
                </p:cNvSpPr>
                <p:nvPr/>
              </p:nvSpPr>
              <p:spPr bwMode="auto">
                <a:xfrm>
                  <a:off x="4867" y="3454"/>
                  <a:ext cx="344" cy="225"/>
                </a:xfrm>
                <a:custGeom>
                  <a:avLst/>
                  <a:gdLst>
                    <a:gd name="T0" fmla="*/ 4 w 688"/>
                    <a:gd name="T1" fmla="*/ 0 h 450"/>
                    <a:gd name="T2" fmla="*/ 4 w 688"/>
                    <a:gd name="T3" fmla="*/ 0 h 450"/>
                    <a:gd name="T4" fmla="*/ 2 w 688"/>
                    <a:gd name="T5" fmla="*/ 11 h 450"/>
                    <a:gd name="T6" fmla="*/ 0 w 688"/>
                    <a:gd name="T7" fmla="*/ 25 h 450"/>
                    <a:gd name="T8" fmla="*/ 2 w 688"/>
                    <a:gd name="T9" fmla="*/ 39 h 450"/>
                    <a:gd name="T10" fmla="*/ 5 w 688"/>
                    <a:gd name="T11" fmla="*/ 51 h 450"/>
                    <a:gd name="T12" fmla="*/ 10 w 688"/>
                    <a:gd name="T13" fmla="*/ 66 h 450"/>
                    <a:gd name="T14" fmla="*/ 17 w 688"/>
                    <a:gd name="T15" fmla="*/ 79 h 450"/>
                    <a:gd name="T16" fmla="*/ 26 w 688"/>
                    <a:gd name="T17" fmla="*/ 93 h 450"/>
                    <a:gd name="T18" fmla="*/ 36 w 688"/>
                    <a:gd name="T19" fmla="*/ 108 h 450"/>
                    <a:gd name="T20" fmla="*/ 48 w 688"/>
                    <a:gd name="T21" fmla="*/ 122 h 450"/>
                    <a:gd name="T22" fmla="*/ 61 w 688"/>
                    <a:gd name="T23" fmla="*/ 137 h 450"/>
                    <a:gd name="T24" fmla="*/ 94 w 688"/>
                    <a:gd name="T25" fmla="*/ 168 h 450"/>
                    <a:gd name="T26" fmla="*/ 133 w 688"/>
                    <a:gd name="T27" fmla="*/ 198 h 450"/>
                    <a:gd name="T28" fmla="*/ 175 w 688"/>
                    <a:gd name="T29" fmla="*/ 229 h 450"/>
                    <a:gd name="T30" fmla="*/ 224 w 688"/>
                    <a:gd name="T31" fmla="*/ 259 h 450"/>
                    <a:gd name="T32" fmla="*/ 279 w 688"/>
                    <a:gd name="T33" fmla="*/ 288 h 450"/>
                    <a:gd name="T34" fmla="*/ 338 w 688"/>
                    <a:gd name="T35" fmla="*/ 319 h 450"/>
                    <a:gd name="T36" fmla="*/ 401 w 688"/>
                    <a:gd name="T37" fmla="*/ 348 h 450"/>
                    <a:gd name="T38" fmla="*/ 467 w 688"/>
                    <a:gd name="T39" fmla="*/ 375 h 450"/>
                    <a:gd name="T40" fmla="*/ 537 w 688"/>
                    <a:gd name="T41" fmla="*/ 400 h 450"/>
                    <a:gd name="T42" fmla="*/ 612 w 688"/>
                    <a:gd name="T43" fmla="*/ 426 h 450"/>
                    <a:gd name="T44" fmla="*/ 688 w 688"/>
                    <a:gd name="T45" fmla="*/ 450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688" h="450">
                      <a:moveTo>
                        <a:pt x="4" y="0"/>
                      </a:moveTo>
                      <a:lnTo>
                        <a:pt x="4" y="0"/>
                      </a:lnTo>
                      <a:lnTo>
                        <a:pt x="2" y="11"/>
                      </a:lnTo>
                      <a:lnTo>
                        <a:pt x="0" y="25"/>
                      </a:lnTo>
                      <a:lnTo>
                        <a:pt x="2" y="39"/>
                      </a:lnTo>
                      <a:lnTo>
                        <a:pt x="5" y="51"/>
                      </a:lnTo>
                      <a:lnTo>
                        <a:pt x="10" y="66"/>
                      </a:lnTo>
                      <a:lnTo>
                        <a:pt x="17" y="79"/>
                      </a:lnTo>
                      <a:lnTo>
                        <a:pt x="26" y="93"/>
                      </a:lnTo>
                      <a:lnTo>
                        <a:pt x="36" y="108"/>
                      </a:lnTo>
                      <a:lnTo>
                        <a:pt x="48" y="122"/>
                      </a:lnTo>
                      <a:lnTo>
                        <a:pt x="61" y="137"/>
                      </a:lnTo>
                      <a:lnTo>
                        <a:pt x="94" y="168"/>
                      </a:lnTo>
                      <a:lnTo>
                        <a:pt x="133" y="198"/>
                      </a:lnTo>
                      <a:lnTo>
                        <a:pt x="175" y="229"/>
                      </a:lnTo>
                      <a:lnTo>
                        <a:pt x="224" y="259"/>
                      </a:lnTo>
                      <a:lnTo>
                        <a:pt x="279" y="288"/>
                      </a:lnTo>
                      <a:lnTo>
                        <a:pt x="338" y="319"/>
                      </a:lnTo>
                      <a:lnTo>
                        <a:pt x="401" y="348"/>
                      </a:lnTo>
                      <a:lnTo>
                        <a:pt x="467" y="375"/>
                      </a:lnTo>
                      <a:lnTo>
                        <a:pt x="537" y="400"/>
                      </a:lnTo>
                      <a:lnTo>
                        <a:pt x="612" y="426"/>
                      </a:lnTo>
                      <a:lnTo>
                        <a:pt x="688" y="450"/>
                      </a:ln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" name="Freeform 673"/>
                <p:cNvSpPr>
                  <a:spLocks/>
                </p:cNvSpPr>
                <p:nvPr/>
              </p:nvSpPr>
              <p:spPr bwMode="auto">
                <a:xfrm>
                  <a:off x="5208" y="3678"/>
                  <a:ext cx="353" cy="54"/>
                </a:xfrm>
                <a:custGeom>
                  <a:avLst/>
                  <a:gdLst>
                    <a:gd name="T0" fmla="*/ 707 w 707"/>
                    <a:gd name="T1" fmla="*/ 73 h 107"/>
                    <a:gd name="T2" fmla="*/ 707 w 707"/>
                    <a:gd name="T3" fmla="*/ 73 h 107"/>
                    <a:gd name="T4" fmla="*/ 705 w 707"/>
                    <a:gd name="T5" fmla="*/ 78 h 107"/>
                    <a:gd name="T6" fmla="*/ 700 w 707"/>
                    <a:gd name="T7" fmla="*/ 83 h 107"/>
                    <a:gd name="T8" fmla="*/ 695 w 707"/>
                    <a:gd name="T9" fmla="*/ 88 h 107"/>
                    <a:gd name="T10" fmla="*/ 686 w 707"/>
                    <a:gd name="T11" fmla="*/ 93 h 107"/>
                    <a:gd name="T12" fmla="*/ 678 w 707"/>
                    <a:gd name="T13" fmla="*/ 97 h 107"/>
                    <a:gd name="T14" fmla="*/ 668 w 707"/>
                    <a:gd name="T15" fmla="*/ 100 h 107"/>
                    <a:gd name="T16" fmla="*/ 642 w 707"/>
                    <a:gd name="T17" fmla="*/ 104 h 107"/>
                    <a:gd name="T18" fmla="*/ 610 w 707"/>
                    <a:gd name="T19" fmla="*/ 107 h 107"/>
                    <a:gd name="T20" fmla="*/ 574 w 707"/>
                    <a:gd name="T21" fmla="*/ 107 h 107"/>
                    <a:gd name="T22" fmla="*/ 532 w 707"/>
                    <a:gd name="T23" fmla="*/ 105 h 107"/>
                    <a:gd name="T24" fmla="*/ 486 w 707"/>
                    <a:gd name="T25" fmla="*/ 100 h 107"/>
                    <a:gd name="T26" fmla="*/ 437 w 707"/>
                    <a:gd name="T27" fmla="*/ 95 h 107"/>
                    <a:gd name="T28" fmla="*/ 382 w 707"/>
                    <a:gd name="T29" fmla="*/ 87 h 107"/>
                    <a:gd name="T30" fmla="*/ 326 w 707"/>
                    <a:gd name="T31" fmla="*/ 76 h 107"/>
                    <a:gd name="T32" fmla="*/ 265 w 707"/>
                    <a:gd name="T33" fmla="*/ 66 h 107"/>
                    <a:gd name="T34" fmla="*/ 202 w 707"/>
                    <a:gd name="T35" fmla="*/ 51 h 107"/>
                    <a:gd name="T36" fmla="*/ 136 w 707"/>
                    <a:gd name="T37" fmla="*/ 36 h 107"/>
                    <a:gd name="T38" fmla="*/ 70 w 707"/>
                    <a:gd name="T39" fmla="*/ 19 h 107"/>
                    <a:gd name="T40" fmla="*/ 0 w 707"/>
                    <a:gd name="T41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707" h="107">
                      <a:moveTo>
                        <a:pt x="707" y="73"/>
                      </a:moveTo>
                      <a:lnTo>
                        <a:pt x="707" y="73"/>
                      </a:lnTo>
                      <a:lnTo>
                        <a:pt x="705" y="78"/>
                      </a:lnTo>
                      <a:lnTo>
                        <a:pt x="700" y="83"/>
                      </a:lnTo>
                      <a:lnTo>
                        <a:pt x="695" y="88"/>
                      </a:lnTo>
                      <a:lnTo>
                        <a:pt x="686" y="93"/>
                      </a:lnTo>
                      <a:lnTo>
                        <a:pt x="678" y="97"/>
                      </a:lnTo>
                      <a:lnTo>
                        <a:pt x="668" y="100"/>
                      </a:lnTo>
                      <a:lnTo>
                        <a:pt x="642" y="104"/>
                      </a:lnTo>
                      <a:lnTo>
                        <a:pt x="610" y="107"/>
                      </a:lnTo>
                      <a:lnTo>
                        <a:pt x="574" y="107"/>
                      </a:lnTo>
                      <a:lnTo>
                        <a:pt x="532" y="105"/>
                      </a:lnTo>
                      <a:lnTo>
                        <a:pt x="486" y="100"/>
                      </a:lnTo>
                      <a:lnTo>
                        <a:pt x="437" y="95"/>
                      </a:lnTo>
                      <a:lnTo>
                        <a:pt x="382" y="87"/>
                      </a:lnTo>
                      <a:lnTo>
                        <a:pt x="326" y="76"/>
                      </a:lnTo>
                      <a:lnTo>
                        <a:pt x="265" y="66"/>
                      </a:lnTo>
                      <a:lnTo>
                        <a:pt x="202" y="51"/>
                      </a:lnTo>
                      <a:lnTo>
                        <a:pt x="136" y="36"/>
                      </a:lnTo>
                      <a:lnTo>
                        <a:pt x="70" y="1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" name="Line 674"/>
                <p:cNvSpPr>
                  <a:spLocks noChangeShapeType="1"/>
                </p:cNvSpPr>
                <p:nvPr/>
              </p:nvSpPr>
              <p:spPr bwMode="auto">
                <a:xfrm flipH="1">
                  <a:off x="5195" y="2724"/>
                  <a:ext cx="294" cy="103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" name="Freeform 675"/>
                <p:cNvSpPr>
                  <a:spLocks/>
                </p:cNvSpPr>
                <p:nvPr/>
              </p:nvSpPr>
              <p:spPr bwMode="auto">
                <a:xfrm>
                  <a:off x="4807" y="2702"/>
                  <a:ext cx="1059" cy="1066"/>
                </a:xfrm>
                <a:custGeom>
                  <a:avLst/>
                  <a:gdLst>
                    <a:gd name="T0" fmla="*/ 2059 w 2117"/>
                    <a:gd name="T1" fmla="*/ 1410 h 2132"/>
                    <a:gd name="T2" fmla="*/ 1996 w 2117"/>
                    <a:gd name="T3" fmla="*/ 1558 h 2132"/>
                    <a:gd name="T4" fmla="*/ 1913 w 2117"/>
                    <a:gd name="T5" fmla="*/ 1692 h 2132"/>
                    <a:gd name="T6" fmla="*/ 1813 w 2117"/>
                    <a:gd name="T7" fmla="*/ 1811 h 2132"/>
                    <a:gd name="T8" fmla="*/ 1699 w 2117"/>
                    <a:gd name="T9" fmla="*/ 1913 h 2132"/>
                    <a:gd name="T10" fmla="*/ 1572 w 2117"/>
                    <a:gd name="T11" fmla="*/ 1998 h 2132"/>
                    <a:gd name="T12" fmla="*/ 1432 w 2117"/>
                    <a:gd name="T13" fmla="*/ 2062 h 2132"/>
                    <a:gd name="T14" fmla="*/ 1286 w 2117"/>
                    <a:gd name="T15" fmla="*/ 2107 h 2132"/>
                    <a:gd name="T16" fmla="*/ 1133 w 2117"/>
                    <a:gd name="T17" fmla="*/ 2130 h 2132"/>
                    <a:gd name="T18" fmla="*/ 977 w 2117"/>
                    <a:gd name="T19" fmla="*/ 2130 h 2132"/>
                    <a:gd name="T20" fmla="*/ 819 w 2117"/>
                    <a:gd name="T21" fmla="*/ 2107 h 2132"/>
                    <a:gd name="T22" fmla="*/ 714 w 2117"/>
                    <a:gd name="T23" fmla="*/ 2076 h 2132"/>
                    <a:gd name="T24" fmla="*/ 568 w 2117"/>
                    <a:gd name="T25" fmla="*/ 2013 h 2132"/>
                    <a:gd name="T26" fmla="*/ 433 w 2117"/>
                    <a:gd name="T27" fmla="*/ 1930 h 2132"/>
                    <a:gd name="T28" fmla="*/ 316 w 2117"/>
                    <a:gd name="T29" fmla="*/ 1830 h 2132"/>
                    <a:gd name="T30" fmla="*/ 216 w 2117"/>
                    <a:gd name="T31" fmla="*/ 1714 h 2132"/>
                    <a:gd name="T32" fmla="*/ 133 w 2117"/>
                    <a:gd name="T33" fmla="*/ 1587 h 2132"/>
                    <a:gd name="T34" fmla="*/ 68 w 2117"/>
                    <a:gd name="T35" fmla="*/ 1448 h 2132"/>
                    <a:gd name="T36" fmla="*/ 24 w 2117"/>
                    <a:gd name="T37" fmla="*/ 1300 h 2132"/>
                    <a:gd name="T38" fmla="*/ 2 w 2117"/>
                    <a:gd name="T39" fmla="*/ 1147 h 2132"/>
                    <a:gd name="T40" fmla="*/ 4 w 2117"/>
                    <a:gd name="T41" fmla="*/ 989 h 2132"/>
                    <a:gd name="T42" fmla="*/ 27 w 2117"/>
                    <a:gd name="T43" fmla="*/ 829 h 2132"/>
                    <a:gd name="T44" fmla="*/ 58 w 2117"/>
                    <a:gd name="T45" fmla="*/ 724 h 2132"/>
                    <a:gd name="T46" fmla="*/ 121 w 2117"/>
                    <a:gd name="T47" fmla="*/ 576 h 2132"/>
                    <a:gd name="T48" fmla="*/ 204 w 2117"/>
                    <a:gd name="T49" fmla="*/ 442 h 2132"/>
                    <a:gd name="T50" fmla="*/ 304 w 2117"/>
                    <a:gd name="T51" fmla="*/ 323 h 2132"/>
                    <a:gd name="T52" fmla="*/ 418 w 2117"/>
                    <a:gd name="T53" fmla="*/ 219 h 2132"/>
                    <a:gd name="T54" fmla="*/ 547 w 2117"/>
                    <a:gd name="T55" fmla="*/ 136 h 2132"/>
                    <a:gd name="T56" fmla="*/ 685 w 2117"/>
                    <a:gd name="T57" fmla="*/ 72 h 2132"/>
                    <a:gd name="T58" fmla="*/ 831 w 2117"/>
                    <a:gd name="T59" fmla="*/ 26 h 2132"/>
                    <a:gd name="T60" fmla="*/ 984 w 2117"/>
                    <a:gd name="T61" fmla="*/ 4 h 2132"/>
                    <a:gd name="T62" fmla="*/ 1140 w 2117"/>
                    <a:gd name="T63" fmla="*/ 4 h 2132"/>
                    <a:gd name="T64" fmla="*/ 1300 w 2117"/>
                    <a:gd name="T65" fmla="*/ 27 h 2132"/>
                    <a:gd name="T66" fmla="*/ 1403 w 2117"/>
                    <a:gd name="T67" fmla="*/ 56 h 2132"/>
                    <a:gd name="T68" fmla="*/ 1551 w 2117"/>
                    <a:gd name="T69" fmla="*/ 121 h 2132"/>
                    <a:gd name="T70" fmla="*/ 1684 w 2117"/>
                    <a:gd name="T71" fmla="*/ 202 h 2132"/>
                    <a:gd name="T72" fmla="*/ 1801 w 2117"/>
                    <a:gd name="T73" fmla="*/ 303 h 2132"/>
                    <a:gd name="T74" fmla="*/ 1903 w 2117"/>
                    <a:gd name="T75" fmla="*/ 418 h 2132"/>
                    <a:gd name="T76" fmla="*/ 1984 w 2117"/>
                    <a:gd name="T77" fmla="*/ 547 h 2132"/>
                    <a:gd name="T78" fmla="*/ 2049 w 2117"/>
                    <a:gd name="T79" fmla="*/ 685 h 2132"/>
                    <a:gd name="T80" fmla="*/ 2093 w 2117"/>
                    <a:gd name="T81" fmla="*/ 833 h 2132"/>
                    <a:gd name="T82" fmla="*/ 2115 w 2117"/>
                    <a:gd name="T83" fmla="*/ 987 h 2132"/>
                    <a:gd name="T84" fmla="*/ 2114 w 2117"/>
                    <a:gd name="T85" fmla="*/ 1145 h 2132"/>
                    <a:gd name="T86" fmla="*/ 2090 w 2117"/>
                    <a:gd name="T87" fmla="*/ 1303 h 2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2117" h="2132">
                      <a:moveTo>
                        <a:pt x="2076" y="1357"/>
                      </a:moveTo>
                      <a:lnTo>
                        <a:pt x="2076" y="1357"/>
                      </a:lnTo>
                      <a:lnTo>
                        <a:pt x="2059" y="1410"/>
                      </a:lnTo>
                      <a:lnTo>
                        <a:pt x="2041" y="1461"/>
                      </a:lnTo>
                      <a:lnTo>
                        <a:pt x="2020" y="1510"/>
                      </a:lnTo>
                      <a:lnTo>
                        <a:pt x="1996" y="1558"/>
                      </a:lnTo>
                      <a:lnTo>
                        <a:pt x="1971" y="1604"/>
                      </a:lnTo>
                      <a:lnTo>
                        <a:pt x="1944" y="1650"/>
                      </a:lnTo>
                      <a:lnTo>
                        <a:pt x="1913" y="1692"/>
                      </a:lnTo>
                      <a:lnTo>
                        <a:pt x="1883" y="1733"/>
                      </a:lnTo>
                      <a:lnTo>
                        <a:pt x="1849" y="1774"/>
                      </a:lnTo>
                      <a:lnTo>
                        <a:pt x="1813" y="1811"/>
                      </a:lnTo>
                      <a:lnTo>
                        <a:pt x="1777" y="1847"/>
                      </a:lnTo>
                      <a:lnTo>
                        <a:pt x="1738" y="1881"/>
                      </a:lnTo>
                      <a:lnTo>
                        <a:pt x="1699" y="1913"/>
                      </a:lnTo>
                      <a:lnTo>
                        <a:pt x="1657" y="1944"/>
                      </a:lnTo>
                      <a:lnTo>
                        <a:pt x="1614" y="1971"/>
                      </a:lnTo>
                      <a:lnTo>
                        <a:pt x="1572" y="1998"/>
                      </a:lnTo>
                      <a:lnTo>
                        <a:pt x="1526" y="2022"/>
                      </a:lnTo>
                      <a:lnTo>
                        <a:pt x="1480" y="2042"/>
                      </a:lnTo>
                      <a:lnTo>
                        <a:pt x="1432" y="2062"/>
                      </a:lnTo>
                      <a:lnTo>
                        <a:pt x="1385" y="2079"/>
                      </a:lnTo>
                      <a:lnTo>
                        <a:pt x="1336" y="2095"/>
                      </a:lnTo>
                      <a:lnTo>
                        <a:pt x="1286" y="2107"/>
                      </a:lnTo>
                      <a:lnTo>
                        <a:pt x="1235" y="2117"/>
                      </a:lnTo>
                      <a:lnTo>
                        <a:pt x="1184" y="2125"/>
                      </a:lnTo>
                      <a:lnTo>
                        <a:pt x="1133" y="2130"/>
                      </a:lnTo>
                      <a:lnTo>
                        <a:pt x="1081" y="2132"/>
                      </a:lnTo>
                      <a:lnTo>
                        <a:pt x="1030" y="2132"/>
                      </a:lnTo>
                      <a:lnTo>
                        <a:pt x="977" y="2130"/>
                      </a:lnTo>
                      <a:lnTo>
                        <a:pt x="924" y="2125"/>
                      </a:lnTo>
                      <a:lnTo>
                        <a:pt x="872" y="2117"/>
                      </a:lnTo>
                      <a:lnTo>
                        <a:pt x="819" y="2107"/>
                      </a:lnTo>
                      <a:lnTo>
                        <a:pt x="766" y="2093"/>
                      </a:lnTo>
                      <a:lnTo>
                        <a:pt x="766" y="2093"/>
                      </a:lnTo>
                      <a:lnTo>
                        <a:pt x="714" y="2076"/>
                      </a:lnTo>
                      <a:lnTo>
                        <a:pt x="663" y="2057"/>
                      </a:lnTo>
                      <a:lnTo>
                        <a:pt x="613" y="2037"/>
                      </a:lnTo>
                      <a:lnTo>
                        <a:pt x="568" y="2013"/>
                      </a:lnTo>
                      <a:lnTo>
                        <a:pt x="520" y="1988"/>
                      </a:lnTo>
                      <a:lnTo>
                        <a:pt x="476" y="1961"/>
                      </a:lnTo>
                      <a:lnTo>
                        <a:pt x="433" y="1930"/>
                      </a:lnTo>
                      <a:lnTo>
                        <a:pt x="393" y="1899"/>
                      </a:lnTo>
                      <a:lnTo>
                        <a:pt x="354" y="1865"/>
                      </a:lnTo>
                      <a:lnTo>
                        <a:pt x="316" y="1830"/>
                      </a:lnTo>
                      <a:lnTo>
                        <a:pt x="281" y="1794"/>
                      </a:lnTo>
                      <a:lnTo>
                        <a:pt x="247" y="1755"/>
                      </a:lnTo>
                      <a:lnTo>
                        <a:pt x="216" y="1714"/>
                      </a:lnTo>
                      <a:lnTo>
                        <a:pt x="185" y="1673"/>
                      </a:lnTo>
                      <a:lnTo>
                        <a:pt x="158" y="1631"/>
                      </a:lnTo>
                      <a:lnTo>
                        <a:pt x="133" y="1587"/>
                      </a:lnTo>
                      <a:lnTo>
                        <a:pt x="109" y="1541"/>
                      </a:lnTo>
                      <a:lnTo>
                        <a:pt x="87" y="1495"/>
                      </a:lnTo>
                      <a:lnTo>
                        <a:pt x="68" y="1448"/>
                      </a:lnTo>
                      <a:lnTo>
                        <a:pt x="51" y="1400"/>
                      </a:lnTo>
                      <a:lnTo>
                        <a:pt x="38" y="1351"/>
                      </a:lnTo>
                      <a:lnTo>
                        <a:pt x="24" y="1300"/>
                      </a:lnTo>
                      <a:lnTo>
                        <a:pt x="15" y="1249"/>
                      </a:lnTo>
                      <a:lnTo>
                        <a:pt x="7" y="1198"/>
                      </a:lnTo>
                      <a:lnTo>
                        <a:pt x="2" y="1147"/>
                      </a:lnTo>
                      <a:lnTo>
                        <a:pt x="0" y="1094"/>
                      </a:lnTo>
                      <a:lnTo>
                        <a:pt x="0" y="1042"/>
                      </a:lnTo>
                      <a:lnTo>
                        <a:pt x="4" y="989"/>
                      </a:lnTo>
                      <a:lnTo>
                        <a:pt x="9" y="936"/>
                      </a:lnTo>
                      <a:lnTo>
                        <a:pt x="17" y="882"/>
                      </a:lnTo>
                      <a:lnTo>
                        <a:pt x="27" y="829"/>
                      </a:lnTo>
                      <a:lnTo>
                        <a:pt x="41" y="777"/>
                      </a:lnTo>
                      <a:lnTo>
                        <a:pt x="41" y="777"/>
                      </a:lnTo>
                      <a:lnTo>
                        <a:pt x="58" y="724"/>
                      </a:lnTo>
                      <a:lnTo>
                        <a:pt x="77" y="673"/>
                      </a:lnTo>
                      <a:lnTo>
                        <a:pt x="99" y="624"/>
                      </a:lnTo>
                      <a:lnTo>
                        <a:pt x="121" y="576"/>
                      </a:lnTo>
                      <a:lnTo>
                        <a:pt x="146" y="529"/>
                      </a:lnTo>
                      <a:lnTo>
                        <a:pt x="175" y="484"/>
                      </a:lnTo>
                      <a:lnTo>
                        <a:pt x="204" y="442"/>
                      </a:lnTo>
                      <a:lnTo>
                        <a:pt x="236" y="399"/>
                      </a:lnTo>
                      <a:lnTo>
                        <a:pt x="269" y="360"/>
                      </a:lnTo>
                      <a:lnTo>
                        <a:pt x="304" y="323"/>
                      </a:lnTo>
                      <a:lnTo>
                        <a:pt x="340" y="286"/>
                      </a:lnTo>
                      <a:lnTo>
                        <a:pt x="379" y="252"/>
                      </a:lnTo>
                      <a:lnTo>
                        <a:pt x="418" y="219"/>
                      </a:lnTo>
                      <a:lnTo>
                        <a:pt x="461" y="190"/>
                      </a:lnTo>
                      <a:lnTo>
                        <a:pt x="503" y="162"/>
                      </a:lnTo>
                      <a:lnTo>
                        <a:pt x="547" y="136"/>
                      </a:lnTo>
                      <a:lnTo>
                        <a:pt x="591" y="112"/>
                      </a:lnTo>
                      <a:lnTo>
                        <a:pt x="637" y="90"/>
                      </a:lnTo>
                      <a:lnTo>
                        <a:pt x="685" y="72"/>
                      </a:lnTo>
                      <a:lnTo>
                        <a:pt x="732" y="53"/>
                      </a:lnTo>
                      <a:lnTo>
                        <a:pt x="782" y="39"/>
                      </a:lnTo>
                      <a:lnTo>
                        <a:pt x="831" y="26"/>
                      </a:lnTo>
                      <a:lnTo>
                        <a:pt x="882" y="15"/>
                      </a:lnTo>
                      <a:lnTo>
                        <a:pt x="933" y="9"/>
                      </a:lnTo>
                      <a:lnTo>
                        <a:pt x="984" y="4"/>
                      </a:lnTo>
                      <a:lnTo>
                        <a:pt x="1037" y="0"/>
                      </a:lnTo>
                      <a:lnTo>
                        <a:pt x="1087" y="0"/>
                      </a:lnTo>
                      <a:lnTo>
                        <a:pt x="1140" y="4"/>
                      </a:lnTo>
                      <a:lnTo>
                        <a:pt x="1193" y="9"/>
                      </a:lnTo>
                      <a:lnTo>
                        <a:pt x="1245" y="17"/>
                      </a:lnTo>
                      <a:lnTo>
                        <a:pt x="1300" y="27"/>
                      </a:lnTo>
                      <a:lnTo>
                        <a:pt x="1353" y="41"/>
                      </a:lnTo>
                      <a:lnTo>
                        <a:pt x="1353" y="41"/>
                      </a:lnTo>
                      <a:lnTo>
                        <a:pt x="1403" y="56"/>
                      </a:lnTo>
                      <a:lnTo>
                        <a:pt x="1454" y="75"/>
                      </a:lnTo>
                      <a:lnTo>
                        <a:pt x="1504" y="97"/>
                      </a:lnTo>
                      <a:lnTo>
                        <a:pt x="1551" y="121"/>
                      </a:lnTo>
                      <a:lnTo>
                        <a:pt x="1597" y="146"/>
                      </a:lnTo>
                      <a:lnTo>
                        <a:pt x="1641" y="173"/>
                      </a:lnTo>
                      <a:lnTo>
                        <a:pt x="1684" y="202"/>
                      </a:lnTo>
                      <a:lnTo>
                        <a:pt x="1725" y="235"/>
                      </a:lnTo>
                      <a:lnTo>
                        <a:pt x="1764" y="269"/>
                      </a:lnTo>
                      <a:lnTo>
                        <a:pt x="1801" y="303"/>
                      </a:lnTo>
                      <a:lnTo>
                        <a:pt x="1837" y="340"/>
                      </a:lnTo>
                      <a:lnTo>
                        <a:pt x="1871" y="379"/>
                      </a:lnTo>
                      <a:lnTo>
                        <a:pt x="1903" y="418"/>
                      </a:lnTo>
                      <a:lnTo>
                        <a:pt x="1932" y="461"/>
                      </a:lnTo>
                      <a:lnTo>
                        <a:pt x="1959" y="503"/>
                      </a:lnTo>
                      <a:lnTo>
                        <a:pt x="1984" y="547"/>
                      </a:lnTo>
                      <a:lnTo>
                        <a:pt x="2008" y="591"/>
                      </a:lnTo>
                      <a:lnTo>
                        <a:pt x="2030" y="639"/>
                      </a:lnTo>
                      <a:lnTo>
                        <a:pt x="2049" y="685"/>
                      </a:lnTo>
                      <a:lnTo>
                        <a:pt x="2066" y="734"/>
                      </a:lnTo>
                      <a:lnTo>
                        <a:pt x="2081" y="783"/>
                      </a:lnTo>
                      <a:lnTo>
                        <a:pt x="2093" y="833"/>
                      </a:lnTo>
                      <a:lnTo>
                        <a:pt x="2103" y="884"/>
                      </a:lnTo>
                      <a:lnTo>
                        <a:pt x="2110" y="934"/>
                      </a:lnTo>
                      <a:lnTo>
                        <a:pt x="2115" y="987"/>
                      </a:lnTo>
                      <a:lnTo>
                        <a:pt x="2117" y="1038"/>
                      </a:lnTo>
                      <a:lnTo>
                        <a:pt x="2117" y="1091"/>
                      </a:lnTo>
                      <a:lnTo>
                        <a:pt x="2114" y="1145"/>
                      </a:lnTo>
                      <a:lnTo>
                        <a:pt x="2109" y="1198"/>
                      </a:lnTo>
                      <a:lnTo>
                        <a:pt x="2100" y="1250"/>
                      </a:lnTo>
                      <a:lnTo>
                        <a:pt x="2090" y="1303"/>
                      </a:lnTo>
                      <a:lnTo>
                        <a:pt x="2076" y="1357"/>
                      </a:lnTo>
                      <a:lnTo>
                        <a:pt x="2076" y="1357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" name="Freeform 676"/>
                <p:cNvSpPr>
                  <a:spLocks/>
                </p:cNvSpPr>
                <p:nvPr/>
              </p:nvSpPr>
              <p:spPr bwMode="auto">
                <a:xfrm>
                  <a:off x="4810" y="2703"/>
                  <a:ext cx="1059" cy="1066"/>
                </a:xfrm>
                <a:custGeom>
                  <a:avLst/>
                  <a:gdLst>
                    <a:gd name="T0" fmla="*/ 2059 w 2117"/>
                    <a:gd name="T1" fmla="*/ 1408 h 2132"/>
                    <a:gd name="T2" fmla="*/ 1996 w 2117"/>
                    <a:gd name="T3" fmla="*/ 1558 h 2132"/>
                    <a:gd name="T4" fmla="*/ 1913 w 2117"/>
                    <a:gd name="T5" fmla="*/ 1692 h 2132"/>
                    <a:gd name="T6" fmla="*/ 1813 w 2117"/>
                    <a:gd name="T7" fmla="*/ 1811 h 2132"/>
                    <a:gd name="T8" fmla="*/ 1699 w 2117"/>
                    <a:gd name="T9" fmla="*/ 1913 h 2132"/>
                    <a:gd name="T10" fmla="*/ 1570 w 2117"/>
                    <a:gd name="T11" fmla="*/ 1998 h 2132"/>
                    <a:gd name="T12" fmla="*/ 1432 w 2117"/>
                    <a:gd name="T13" fmla="*/ 2062 h 2132"/>
                    <a:gd name="T14" fmla="*/ 1286 w 2117"/>
                    <a:gd name="T15" fmla="*/ 2106 h 2132"/>
                    <a:gd name="T16" fmla="*/ 1133 w 2117"/>
                    <a:gd name="T17" fmla="*/ 2130 h 2132"/>
                    <a:gd name="T18" fmla="*/ 977 w 2117"/>
                    <a:gd name="T19" fmla="*/ 2130 h 2132"/>
                    <a:gd name="T20" fmla="*/ 819 w 2117"/>
                    <a:gd name="T21" fmla="*/ 2105 h 2132"/>
                    <a:gd name="T22" fmla="*/ 714 w 2117"/>
                    <a:gd name="T23" fmla="*/ 2076 h 2132"/>
                    <a:gd name="T24" fmla="*/ 566 w 2117"/>
                    <a:gd name="T25" fmla="*/ 2013 h 2132"/>
                    <a:gd name="T26" fmla="*/ 433 w 2117"/>
                    <a:gd name="T27" fmla="*/ 1930 h 2132"/>
                    <a:gd name="T28" fmla="*/ 316 w 2117"/>
                    <a:gd name="T29" fmla="*/ 1829 h 2132"/>
                    <a:gd name="T30" fmla="*/ 216 w 2117"/>
                    <a:gd name="T31" fmla="*/ 1714 h 2132"/>
                    <a:gd name="T32" fmla="*/ 133 w 2117"/>
                    <a:gd name="T33" fmla="*/ 1587 h 2132"/>
                    <a:gd name="T34" fmla="*/ 68 w 2117"/>
                    <a:gd name="T35" fmla="*/ 1447 h 2132"/>
                    <a:gd name="T36" fmla="*/ 24 w 2117"/>
                    <a:gd name="T37" fmla="*/ 1299 h 2132"/>
                    <a:gd name="T38" fmla="*/ 2 w 2117"/>
                    <a:gd name="T39" fmla="*/ 1147 h 2132"/>
                    <a:gd name="T40" fmla="*/ 3 w 2117"/>
                    <a:gd name="T41" fmla="*/ 989 h 2132"/>
                    <a:gd name="T42" fmla="*/ 27 w 2117"/>
                    <a:gd name="T43" fmla="*/ 829 h 2132"/>
                    <a:gd name="T44" fmla="*/ 58 w 2117"/>
                    <a:gd name="T45" fmla="*/ 724 h 2132"/>
                    <a:gd name="T46" fmla="*/ 121 w 2117"/>
                    <a:gd name="T47" fmla="*/ 574 h 2132"/>
                    <a:gd name="T48" fmla="*/ 204 w 2117"/>
                    <a:gd name="T49" fmla="*/ 440 h 2132"/>
                    <a:gd name="T50" fmla="*/ 304 w 2117"/>
                    <a:gd name="T51" fmla="*/ 321 h 2132"/>
                    <a:gd name="T52" fmla="*/ 418 w 2117"/>
                    <a:gd name="T53" fmla="*/ 219 h 2132"/>
                    <a:gd name="T54" fmla="*/ 547 w 2117"/>
                    <a:gd name="T55" fmla="*/ 136 h 2132"/>
                    <a:gd name="T56" fmla="*/ 685 w 2117"/>
                    <a:gd name="T57" fmla="*/ 70 h 2132"/>
                    <a:gd name="T58" fmla="*/ 831 w 2117"/>
                    <a:gd name="T59" fmla="*/ 25 h 2132"/>
                    <a:gd name="T60" fmla="*/ 984 w 2117"/>
                    <a:gd name="T61" fmla="*/ 3 h 2132"/>
                    <a:gd name="T62" fmla="*/ 1140 w 2117"/>
                    <a:gd name="T63" fmla="*/ 3 h 2132"/>
                    <a:gd name="T64" fmla="*/ 1298 w 2117"/>
                    <a:gd name="T65" fmla="*/ 27 h 2132"/>
                    <a:gd name="T66" fmla="*/ 1403 w 2117"/>
                    <a:gd name="T67" fmla="*/ 56 h 2132"/>
                    <a:gd name="T68" fmla="*/ 1551 w 2117"/>
                    <a:gd name="T69" fmla="*/ 119 h 2132"/>
                    <a:gd name="T70" fmla="*/ 1684 w 2117"/>
                    <a:gd name="T71" fmla="*/ 202 h 2132"/>
                    <a:gd name="T72" fmla="*/ 1801 w 2117"/>
                    <a:gd name="T73" fmla="*/ 302 h 2132"/>
                    <a:gd name="T74" fmla="*/ 1901 w 2117"/>
                    <a:gd name="T75" fmla="*/ 418 h 2132"/>
                    <a:gd name="T76" fmla="*/ 1984 w 2117"/>
                    <a:gd name="T77" fmla="*/ 547 h 2132"/>
                    <a:gd name="T78" fmla="*/ 2049 w 2117"/>
                    <a:gd name="T79" fmla="*/ 684 h 2132"/>
                    <a:gd name="T80" fmla="*/ 2093 w 2117"/>
                    <a:gd name="T81" fmla="*/ 832 h 2132"/>
                    <a:gd name="T82" fmla="*/ 2115 w 2117"/>
                    <a:gd name="T83" fmla="*/ 987 h 2132"/>
                    <a:gd name="T84" fmla="*/ 2113 w 2117"/>
                    <a:gd name="T85" fmla="*/ 1143 h 2132"/>
                    <a:gd name="T86" fmla="*/ 2090 w 2117"/>
                    <a:gd name="T87" fmla="*/ 1303 h 2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2117" h="2132">
                      <a:moveTo>
                        <a:pt x="2076" y="1357"/>
                      </a:moveTo>
                      <a:lnTo>
                        <a:pt x="2076" y="1357"/>
                      </a:lnTo>
                      <a:lnTo>
                        <a:pt x="2059" y="1408"/>
                      </a:lnTo>
                      <a:lnTo>
                        <a:pt x="2040" y="1459"/>
                      </a:lnTo>
                      <a:lnTo>
                        <a:pt x="2020" y="1510"/>
                      </a:lnTo>
                      <a:lnTo>
                        <a:pt x="1996" y="1558"/>
                      </a:lnTo>
                      <a:lnTo>
                        <a:pt x="1971" y="1604"/>
                      </a:lnTo>
                      <a:lnTo>
                        <a:pt x="1944" y="1648"/>
                      </a:lnTo>
                      <a:lnTo>
                        <a:pt x="1913" y="1692"/>
                      </a:lnTo>
                      <a:lnTo>
                        <a:pt x="1882" y="1733"/>
                      </a:lnTo>
                      <a:lnTo>
                        <a:pt x="1848" y="1773"/>
                      </a:lnTo>
                      <a:lnTo>
                        <a:pt x="1813" y="1811"/>
                      </a:lnTo>
                      <a:lnTo>
                        <a:pt x="1777" y="1846"/>
                      </a:lnTo>
                      <a:lnTo>
                        <a:pt x="1738" y="1880"/>
                      </a:lnTo>
                      <a:lnTo>
                        <a:pt x="1699" y="1913"/>
                      </a:lnTo>
                      <a:lnTo>
                        <a:pt x="1656" y="1943"/>
                      </a:lnTo>
                      <a:lnTo>
                        <a:pt x="1614" y="1970"/>
                      </a:lnTo>
                      <a:lnTo>
                        <a:pt x="1570" y="1998"/>
                      </a:lnTo>
                      <a:lnTo>
                        <a:pt x="1526" y="2021"/>
                      </a:lnTo>
                      <a:lnTo>
                        <a:pt x="1480" y="2042"/>
                      </a:lnTo>
                      <a:lnTo>
                        <a:pt x="1432" y="2062"/>
                      </a:lnTo>
                      <a:lnTo>
                        <a:pt x="1385" y="2079"/>
                      </a:lnTo>
                      <a:lnTo>
                        <a:pt x="1335" y="2094"/>
                      </a:lnTo>
                      <a:lnTo>
                        <a:pt x="1286" y="2106"/>
                      </a:lnTo>
                      <a:lnTo>
                        <a:pt x="1235" y="2117"/>
                      </a:lnTo>
                      <a:lnTo>
                        <a:pt x="1184" y="2125"/>
                      </a:lnTo>
                      <a:lnTo>
                        <a:pt x="1133" y="2130"/>
                      </a:lnTo>
                      <a:lnTo>
                        <a:pt x="1080" y="2132"/>
                      </a:lnTo>
                      <a:lnTo>
                        <a:pt x="1030" y="2132"/>
                      </a:lnTo>
                      <a:lnTo>
                        <a:pt x="977" y="2130"/>
                      </a:lnTo>
                      <a:lnTo>
                        <a:pt x="924" y="2125"/>
                      </a:lnTo>
                      <a:lnTo>
                        <a:pt x="872" y="2117"/>
                      </a:lnTo>
                      <a:lnTo>
                        <a:pt x="819" y="2105"/>
                      </a:lnTo>
                      <a:lnTo>
                        <a:pt x="766" y="2091"/>
                      </a:lnTo>
                      <a:lnTo>
                        <a:pt x="766" y="2091"/>
                      </a:lnTo>
                      <a:lnTo>
                        <a:pt x="714" y="2076"/>
                      </a:lnTo>
                      <a:lnTo>
                        <a:pt x="663" y="2057"/>
                      </a:lnTo>
                      <a:lnTo>
                        <a:pt x="613" y="2035"/>
                      </a:lnTo>
                      <a:lnTo>
                        <a:pt x="566" y="2013"/>
                      </a:lnTo>
                      <a:lnTo>
                        <a:pt x="520" y="1987"/>
                      </a:lnTo>
                      <a:lnTo>
                        <a:pt x="476" y="1959"/>
                      </a:lnTo>
                      <a:lnTo>
                        <a:pt x="433" y="1930"/>
                      </a:lnTo>
                      <a:lnTo>
                        <a:pt x="392" y="1897"/>
                      </a:lnTo>
                      <a:lnTo>
                        <a:pt x="353" y="1865"/>
                      </a:lnTo>
                      <a:lnTo>
                        <a:pt x="316" y="1829"/>
                      </a:lnTo>
                      <a:lnTo>
                        <a:pt x="280" y="1792"/>
                      </a:lnTo>
                      <a:lnTo>
                        <a:pt x="246" y="1755"/>
                      </a:lnTo>
                      <a:lnTo>
                        <a:pt x="216" y="1714"/>
                      </a:lnTo>
                      <a:lnTo>
                        <a:pt x="185" y="1673"/>
                      </a:lnTo>
                      <a:lnTo>
                        <a:pt x="158" y="1631"/>
                      </a:lnTo>
                      <a:lnTo>
                        <a:pt x="133" y="1587"/>
                      </a:lnTo>
                      <a:lnTo>
                        <a:pt x="109" y="1541"/>
                      </a:lnTo>
                      <a:lnTo>
                        <a:pt x="87" y="1495"/>
                      </a:lnTo>
                      <a:lnTo>
                        <a:pt x="68" y="1447"/>
                      </a:lnTo>
                      <a:lnTo>
                        <a:pt x="51" y="1398"/>
                      </a:lnTo>
                      <a:lnTo>
                        <a:pt x="37" y="1350"/>
                      </a:lnTo>
                      <a:lnTo>
                        <a:pt x="24" y="1299"/>
                      </a:lnTo>
                      <a:lnTo>
                        <a:pt x="15" y="1248"/>
                      </a:lnTo>
                      <a:lnTo>
                        <a:pt x="7" y="1198"/>
                      </a:lnTo>
                      <a:lnTo>
                        <a:pt x="2" y="1147"/>
                      </a:lnTo>
                      <a:lnTo>
                        <a:pt x="0" y="1094"/>
                      </a:lnTo>
                      <a:lnTo>
                        <a:pt x="0" y="1041"/>
                      </a:lnTo>
                      <a:lnTo>
                        <a:pt x="3" y="989"/>
                      </a:lnTo>
                      <a:lnTo>
                        <a:pt x="8" y="936"/>
                      </a:lnTo>
                      <a:lnTo>
                        <a:pt x="17" y="882"/>
                      </a:lnTo>
                      <a:lnTo>
                        <a:pt x="27" y="829"/>
                      </a:lnTo>
                      <a:lnTo>
                        <a:pt x="41" y="776"/>
                      </a:lnTo>
                      <a:lnTo>
                        <a:pt x="41" y="776"/>
                      </a:lnTo>
                      <a:lnTo>
                        <a:pt x="58" y="724"/>
                      </a:lnTo>
                      <a:lnTo>
                        <a:pt x="76" y="673"/>
                      </a:lnTo>
                      <a:lnTo>
                        <a:pt x="97" y="623"/>
                      </a:lnTo>
                      <a:lnTo>
                        <a:pt x="121" y="574"/>
                      </a:lnTo>
                      <a:lnTo>
                        <a:pt x="146" y="528"/>
                      </a:lnTo>
                      <a:lnTo>
                        <a:pt x="173" y="484"/>
                      </a:lnTo>
                      <a:lnTo>
                        <a:pt x="204" y="440"/>
                      </a:lnTo>
                      <a:lnTo>
                        <a:pt x="234" y="399"/>
                      </a:lnTo>
                      <a:lnTo>
                        <a:pt x="268" y="360"/>
                      </a:lnTo>
                      <a:lnTo>
                        <a:pt x="304" y="321"/>
                      </a:lnTo>
                      <a:lnTo>
                        <a:pt x="340" y="285"/>
                      </a:lnTo>
                      <a:lnTo>
                        <a:pt x="379" y="251"/>
                      </a:lnTo>
                      <a:lnTo>
                        <a:pt x="418" y="219"/>
                      </a:lnTo>
                      <a:lnTo>
                        <a:pt x="460" y="190"/>
                      </a:lnTo>
                      <a:lnTo>
                        <a:pt x="503" y="161"/>
                      </a:lnTo>
                      <a:lnTo>
                        <a:pt x="547" y="136"/>
                      </a:lnTo>
                      <a:lnTo>
                        <a:pt x="591" y="112"/>
                      </a:lnTo>
                      <a:lnTo>
                        <a:pt x="637" y="90"/>
                      </a:lnTo>
                      <a:lnTo>
                        <a:pt x="685" y="70"/>
                      </a:lnTo>
                      <a:lnTo>
                        <a:pt x="732" y="53"/>
                      </a:lnTo>
                      <a:lnTo>
                        <a:pt x="781" y="39"/>
                      </a:lnTo>
                      <a:lnTo>
                        <a:pt x="831" y="25"/>
                      </a:lnTo>
                      <a:lnTo>
                        <a:pt x="882" y="15"/>
                      </a:lnTo>
                      <a:lnTo>
                        <a:pt x="933" y="8"/>
                      </a:lnTo>
                      <a:lnTo>
                        <a:pt x="984" y="3"/>
                      </a:lnTo>
                      <a:lnTo>
                        <a:pt x="1036" y="0"/>
                      </a:lnTo>
                      <a:lnTo>
                        <a:pt x="1087" y="0"/>
                      </a:lnTo>
                      <a:lnTo>
                        <a:pt x="1140" y="3"/>
                      </a:lnTo>
                      <a:lnTo>
                        <a:pt x="1193" y="8"/>
                      </a:lnTo>
                      <a:lnTo>
                        <a:pt x="1245" y="15"/>
                      </a:lnTo>
                      <a:lnTo>
                        <a:pt x="1298" y="27"/>
                      </a:lnTo>
                      <a:lnTo>
                        <a:pt x="1351" y="41"/>
                      </a:lnTo>
                      <a:lnTo>
                        <a:pt x="1351" y="41"/>
                      </a:lnTo>
                      <a:lnTo>
                        <a:pt x="1403" y="56"/>
                      </a:lnTo>
                      <a:lnTo>
                        <a:pt x="1454" y="75"/>
                      </a:lnTo>
                      <a:lnTo>
                        <a:pt x="1504" y="97"/>
                      </a:lnTo>
                      <a:lnTo>
                        <a:pt x="1551" y="119"/>
                      </a:lnTo>
                      <a:lnTo>
                        <a:pt x="1597" y="144"/>
                      </a:lnTo>
                      <a:lnTo>
                        <a:pt x="1641" y="173"/>
                      </a:lnTo>
                      <a:lnTo>
                        <a:pt x="1684" y="202"/>
                      </a:lnTo>
                      <a:lnTo>
                        <a:pt x="1724" y="234"/>
                      </a:lnTo>
                      <a:lnTo>
                        <a:pt x="1763" y="267"/>
                      </a:lnTo>
                      <a:lnTo>
                        <a:pt x="1801" y="302"/>
                      </a:lnTo>
                      <a:lnTo>
                        <a:pt x="1836" y="340"/>
                      </a:lnTo>
                      <a:lnTo>
                        <a:pt x="1870" y="377"/>
                      </a:lnTo>
                      <a:lnTo>
                        <a:pt x="1901" y="418"/>
                      </a:lnTo>
                      <a:lnTo>
                        <a:pt x="1932" y="459"/>
                      </a:lnTo>
                      <a:lnTo>
                        <a:pt x="1959" y="503"/>
                      </a:lnTo>
                      <a:lnTo>
                        <a:pt x="1984" y="547"/>
                      </a:lnTo>
                      <a:lnTo>
                        <a:pt x="2008" y="591"/>
                      </a:lnTo>
                      <a:lnTo>
                        <a:pt x="2030" y="637"/>
                      </a:lnTo>
                      <a:lnTo>
                        <a:pt x="2049" y="684"/>
                      </a:lnTo>
                      <a:lnTo>
                        <a:pt x="2066" y="734"/>
                      </a:lnTo>
                      <a:lnTo>
                        <a:pt x="2079" y="783"/>
                      </a:lnTo>
                      <a:lnTo>
                        <a:pt x="2093" y="832"/>
                      </a:lnTo>
                      <a:lnTo>
                        <a:pt x="2102" y="883"/>
                      </a:lnTo>
                      <a:lnTo>
                        <a:pt x="2110" y="934"/>
                      </a:lnTo>
                      <a:lnTo>
                        <a:pt x="2115" y="987"/>
                      </a:lnTo>
                      <a:lnTo>
                        <a:pt x="2117" y="1038"/>
                      </a:lnTo>
                      <a:lnTo>
                        <a:pt x="2117" y="1090"/>
                      </a:lnTo>
                      <a:lnTo>
                        <a:pt x="2113" y="1143"/>
                      </a:lnTo>
                      <a:lnTo>
                        <a:pt x="2108" y="1198"/>
                      </a:lnTo>
                      <a:lnTo>
                        <a:pt x="2100" y="1250"/>
                      </a:lnTo>
                      <a:lnTo>
                        <a:pt x="2090" y="1303"/>
                      </a:lnTo>
                      <a:lnTo>
                        <a:pt x="2076" y="1357"/>
                      </a:lnTo>
                      <a:lnTo>
                        <a:pt x="2076" y="1357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" name="Freeform 677"/>
                <p:cNvSpPr>
                  <a:spLocks/>
                </p:cNvSpPr>
                <p:nvPr/>
              </p:nvSpPr>
              <p:spPr bwMode="auto">
                <a:xfrm>
                  <a:off x="4867" y="2805"/>
                  <a:ext cx="804" cy="663"/>
                </a:xfrm>
                <a:custGeom>
                  <a:avLst/>
                  <a:gdLst>
                    <a:gd name="T0" fmla="*/ 0 w 1609"/>
                    <a:gd name="T1" fmla="*/ 1326 h 1326"/>
                    <a:gd name="T2" fmla="*/ 0 w 1609"/>
                    <a:gd name="T3" fmla="*/ 1326 h 1326"/>
                    <a:gd name="T4" fmla="*/ 26 w 1609"/>
                    <a:gd name="T5" fmla="*/ 1243 h 1326"/>
                    <a:gd name="T6" fmla="*/ 53 w 1609"/>
                    <a:gd name="T7" fmla="*/ 1162 h 1326"/>
                    <a:gd name="T8" fmla="*/ 83 w 1609"/>
                    <a:gd name="T9" fmla="*/ 1082 h 1326"/>
                    <a:gd name="T10" fmla="*/ 116 w 1609"/>
                    <a:gd name="T11" fmla="*/ 1005 h 1326"/>
                    <a:gd name="T12" fmla="*/ 151 w 1609"/>
                    <a:gd name="T13" fmla="*/ 931 h 1326"/>
                    <a:gd name="T14" fmla="*/ 189 w 1609"/>
                    <a:gd name="T15" fmla="*/ 858 h 1326"/>
                    <a:gd name="T16" fmla="*/ 228 w 1609"/>
                    <a:gd name="T17" fmla="*/ 786 h 1326"/>
                    <a:gd name="T18" fmla="*/ 269 w 1609"/>
                    <a:gd name="T19" fmla="*/ 718 h 1326"/>
                    <a:gd name="T20" fmla="*/ 311 w 1609"/>
                    <a:gd name="T21" fmla="*/ 654 h 1326"/>
                    <a:gd name="T22" fmla="*/ 357 w 1609"/>
                    <a:gd name="T23" fmla="*/ 591 h 1326"/>
                    <a:gd name="T24" fmla="*/ 403 w 1609"/>
                    <a:gd name="T25" fmla="*/ 531 h 1326"/>
                    <a:gd name="T26" fmla="*/ 452 w 1609"/>
                    <a:gd name="T27" fmla="*/ 474 h 1326"/>
                    <a:gd name="T28" fmla="*/ 501 w 1609"/>
                    <a:gd name="T29" fmla="*/ 419 h 1326"/>
                    <a:gd name="T30" fmla="*/ 552 w 1609"/>
                    <a:gd name="T31" fmla="*/ 367 h 1326"/>
                    <a:gd name="T32" fmla="*/ 605 w 1609"/>
                    <a:gd name="T33" fmla="*/ 319 h 1326"/>
                    <a:gd name="T34" fmla="*/ 658 w 1609"/>
                    <a:gd name="T35" fmla="*/ 273 h 1326"/>
                    <a:gd name="T36" fmla="*/ 714 w 1609"/>
                    <a:gd name="T37" fmla="*/ 231 h 1326"/>
                    <a:gd name="T38" fmla="*/ 768 w 1609"/>
                    <a:gd name="T39" fmla="*/ 192 h 1326"/>
                    <a:gd name="T40" fmla="*/ 826 w 1609"/>
                    <a:gd name="T41" fmla="*/ 156 h 1326"/>
                    <a:gd name="T42" fmla="*/ 884 w 1609"/>
                    <a:gd name="T43" fmla="*/ 124 h 1326"/>
                    <a:gd name="T44" fmla="*/ 941 w 1609"/>
                    <a:gd name="T45" fmla="*/ 97 h 1326"/>
                    <a:gd name="T46" fmla="*/ 1001 w 1609"/>
                    <a:gd name="T47" fmla="*/ 71 h 1326"/>
                    <a:gd name="T48" fmla="*/ 1060 w 1609"/>
                    <a:gd name="T49" fmla="*/ 49 h 1326"/>
                    <a:gd name="T50" fmla="*/ 1120 w 1609"/>
                    <a:gd name="T51" fmla="*/ 32 h 1326"/>
                    <a:gd name="T52" fmla="*/ 1181 w 1609"/>
                    <a:gd name="T53" fmla="*/ 17 h 1326"/>
                    <a:gd name="T54" fmla="*/ 1242 w 1609"/>
                    <a:gd name="T55" fmla="*/ 8 h 1326"/>
                    <a:gd name="T56" fmla="*/ 1303 w 1609"/>
                    <a:gd name="T57" fmla="*/ 1 h 1326"/>
                    <a:gd name="T58" fmla="*/ 1334 w 1609"/>
                    <a:gd name="T59" fmla="*/ 0 h 1326"/>
                    <a:gd name="T60" fmla="*/ 1364 w 1609"/>
                    <a:gd name="T61" fmla="*/ 0 h 1326"/>
                    <a:gd name="T62" fmla="*/ 1395 w 1609"/>
                    <a:gd name="T63" fmla="*/ 0 h 1326"/>
                    <a:gd name="T64" fmla="*/ 1425 w 1609"/>
                    <a:gd name="T65" fmla="*/ 1 h 1326"/>
                    <a:gd name="T66" fmla="*/ 1456 w 1609"/>
                    <a:gd name="T67" fmla="*/ 5 h 1326"/>
                    <a:gd name="T68" fmla="*/ 1487 w 1609"/>
                    <a:gd name="T69" fmla="*/ 8 h 1326"/>
                    <a:gd name="T70" fmla="*/ 1517 w 1609"/>
                    <a:gd name="T71" fmla="*/ 13 h 1326"/>
                    <a:gd name="T72" fmla="*/ 1548 w 1609"/>
                    <a:gd name="T73" fmla="*/ 18 h 1326"/>
                    <a:gd name="T74" fmla="*/ 1578 w 1609"/>
                    <a:gd name="T75" fmla="*/ 25 h 1326"/>
                    <a:gd name="T76" fmla="*/ 1609 w 1609"/>
                    <a:gd name="T77" fmla="*/ 34 h 1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1609" h="1326">
                      <a:moveTo>
                        <a:pt x="0" y="1326"/>
                      </a:moveTo>
                      <a:lnTo>
                        <a:pt x="0" y="1326"/>
                      </a:lnTo>
                      <a:lnTo>
                        <a:pt x="26" y="1243"/>
                      </a:lnTo>
                      <a:lnTo>
                        <a:pt x="53" y="1162"/>
                      </a:lnTo>
                      <a:lnTo>
                        <a:pt x="83" y="1082"/>
                      </a:lnTo>
                      <a:lnTo>
                        <a:pt x="116" y="1005"/>
                      </a:lnTo>
                      <a:lnTo>
                        <a:pt x="151" y="931"/>
                      </a:lnTo>
                      <a:lnTo>
                        <a:pt x="189" y="858"/>
                      </a:lnTo>
                      <a:lnTo>
                        <a:pt x="228" y="786"/>
                      </a:lnTo>
                      <a:lnTo>
                        <a:pt x="269" y="718"/>
                      </a:lnTo>
                      <a:lnTo>
                        <a:pt x="311" y="654"/>
                      </a:lnTo>
                      <a:lnTo>
                        <a:pt x="357" y="591"/>
                      </a:lnTo>
                      <a:lnTo>
                        <a:pt x="403" y="531"/>
                      </a:lnTo>
                      <a:lnTo>
                        <a:pt x="452" y="474"/>
                      </a:lnTo>
                      <a:lnTo>
                        <a:pt x="501" y="419"/>
                      </a:lnTo>
                      <a:lnTo>
                        <a:pt x="552" y="367"/>
                      </a:lnTo>
                      <a:lnTo>
                        <a:pt x="605" y="319"/>
                      </a:lnTo>
                      <a:lnTo>
                        <a:pt x="658" y="273"/>
                      </a:lnTo>
                      <a:lnTo>
                        <a:pt x="714" y="231"/>
                      </a:lnTo>
                      <a:lnTo>
                        <a:pt x="768" y="192"/>
                      </a:lnTo>
                      <a:lnTo>
                        <a:pt x="826" y="156"/>
                      </a:lnTo>
                      <a:lnTo>
                        <a:pt x="884" y="124"/>
                      </a:lnTo>
                      <a:lnTo>
                        <a:pt x="941" y="97"/>
                      </a:lnTo>
                      <a:lnTo>
                        <a:pt x="1001" y="71"/>
                      </a:lnTo>
                      <a:lnTo>
                        <a:pt x="1060" y="49"/>
                      </a:lnTo>
                      <a:lnTo>
                        <a:pt x="1120" y="32"/>
                      </a:lnTo>
                      <a:lnTo>
                        <a:pt x="1181" y="17"/>
                      </a:lnTo>
                      <a:lnTo>
                        <a:pt x="1242" y="8"/>
                      </a:lnTo>
                      <a:lnTo>
                        <a:pt x="1303" y="1"/>
                      </a:lnTo>
                      <a:lnTo>
                        <a:pt x="1334" y="0"/>
                      </a:lnTo>
                      <a:lnTo>
                        <a:pt x="1364" y="0"/>
                      </a:lnTo>
                      <a:lnTo>
                        <a:pt x="1395" y="0"/>
                      </a:lnTo>
                      <a:lnTo>
                        <a:pt x="1425" y="1"/>
                      </a:lnTo>
                      <a:lnTo>
                        <a:pt x="1456" y="5"/>
                      </a:lnTo>
                      <a:lnTo>
                        <a:pt x="1487" y="8"/>
                      </a:lnTo>
                      <a:lnTo>
                        <a:pt x="1517" y="13"/>
                      </a:lnTo>
                      <a:lnTo>
                        <a:pt x="1548" y="18"/>
                      </a:lnTo>
                      <a:lnTo>
                        <a:pt x="1578" y="25"/>
                      </a:lnTo>
                      <a:lnTo>
                        <a:pt x="1609" y="34"/>
                      </a:ln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" name="Freeform 678"/>
                <p:cNvSpPr>
                  <a:spLocks/>
                </p:cNvSpPr>
                <p:nvPr/>
              </p:nvSpPr>
              <p:spPr bwMode="auto">
                <a:xfrm>
                  <a:off x="5277" y="2707"/>
                  <a:ext cx="408" cy="964"/>
                </a:xfrm>
                <a:custGeom>
                  <a:avLst/>
                  <a:gdLst>
                    <a:gd name="T0" fmla="*/ 730 w 817"/>
                    <a:gd name="T1" fmla="*/ 1928 h 1928"/>
                    <a:gd name="T2" fmla="*/ 730 w 817"/>
                    <a:gd name="T3" fmla="*/ 1928 h 1928"/>
                    <a:gd name="T4" fmla="*/ 752 w 817"/>
                    <a:gd name="T5" fmla="*/ 1845 h 1928"/>
                    <a:gd name="T6" fmla="*/ 771 w 817"/>
                    <a:gd name="T7" fmla="*/ 1762 h 1928"/>
                    <a:gd name="T8" fmla="*/ 786 w 817"/>
                    <a:gd name="T9" fmla="*/ 1680 h 1928"/>
                    <a:gd name="T10" fmla="*/ 800 w 817"/>
                    <a:gd name="T11" fmla="*/ 1599 h 1928"/>
                    <a:gd name="T12" fmla="*/ 808 w 817"/>
                    <a:gd name="T13" fmla="*/ 1517 h 1928"/>
                    <a:gd name="T14" fmla="*/ 813 w 817"/>
                    <a:gd name="T15" fmla="*/ 1436 h 1928"/>
                    <a:gd name="T16" fmla="*/ 817 w 817"/>
                    <a:gd name="T17" fmla="*/ 1358 h 1928"/>
                    <a:gd name="T18" fmla="*/ 815 w 817"/>
                    <a:gd name="T19" fmla="*/ 1278 h 1928"/>
                    <a:gd name="T20" fmla="*/ 812 w 817"/>
                    <a:gd name="T21" fmla="*/ 1201 h 1928"/>
                    <a:gd name="T22" fmla="*/ 805 w 817"/>
                    <a:gd name="T23" fmla="*/ 1125 h 1928"/>
                    <a:gd name="T24" fmla="*/ 796 w 817"/>
                    <a:gd name="T25" fmla="*/ 1050 h 1928"/>
                    <a:gd name="T26" fmla="*/ 783 w 817"/>
                    <a:gd name="T27" fmla="*/ 977 h 1928"/>
                    <a:gd name="T28" fmla="*/ 768 w 817"/>
                    <a:gd name="T29" fmla="*/ 906 h 1928"/>
                    <a:gd name="T30" fmla="*/ 751 w 817"/>
                    <a:gd name="T31" fmla="*/ 836 h 1928"/>
                    <a:gd name="T32" fmla="*/ 729 w 817"/>
                    <a:gd name="T33" fmla="*/ 767 h 1928"/>
                    <a:gd name="T34" fmla="*/ 706 w 817"/>
                    <a:gd name="T35" fmla="*/ 702 h 1928"/>
                    <a:gd name="T36" fmla="*/ 679 w 817"/>
                    <a:gd name="T37" fmla="*/ 637 h 1928"/>
                    <a:gd name="T38" fmla="*/ 650 w 817"/>
                    <a:gd name="T39" fmla="*/ 575 h 1928"/>
                    <a:gd name="T40" fmla="*/ 620 w 817"/>
                    <a:gd name="T41" fmla="*/ 515 h 1928"/>
                    <a:gd name="T42" fmla="*/ 586 w 817"/>
                    <a:gd name="T43" fmla="*/ 457 h 1928"/>
                    <a:gd name="T44" fmla="*/ 548 w 817"/>
                    <a:gd name="T45" fmla="*/ 403 h 1928"/>
                    <a:gd name="T46" fmla="*/ 511 w 817"/>
                    <a:gd name="T47" fmla="*/ 352 h 1928"/>
                    <a:gd name="T48" fmla="*/ 469 w 817"/>
                    <a:gd name="T49" fmla="*/ 301 h 1928"/>
                    <a:gd name="T50" fmla="*/ 426 w 817"/>
                    <a:gd name="T51" fmla="*/ 255 h 1928"/>
                    <a:gd name="T52" fmla="*/ 380 w 817"/>
                    <a:gd name="T53" fmla="*/ 211 h 1928"/>
                    <a:gd name="T54" fmla="*/ 333 w 817"/>
                    <a:gd name="T55" fmla="*/ 172 h 1928"/>
                    <a:gd name="T56" fmla="*/ 282 w 817"/>
                    <a:gd name="T57" fmla="*/ 135 h 1928"/>
                    <a:gd name="T58" fmla="*/ 229 w 817"/>
                    <a:gd name="T59" fmla="*/ 101 h 1928"/>
                    <a:gd name="T60" fmla="*/ 175 w 817"/>
                    <a:gd name="T61" fmla="*/ 70 h 1928"/>
                    <a:gd name="T62" fmla="*/ 147 w 817"/>
                    <a:gd name="T63" fmla="*/ 56 h 1928"/>
                    <a:gd name="T64" fmla="*/ 119 w 817"/>
                    <a:gd name="T65" fmla="*/ 43 h 1928"/>
                    <a:gd name="T66" fmla="*/ 90 w 817"/>
                    <a:gd name="T67" fmla="*/ 31 h 1928"/>
                    <a:gd name="T68" fmla="*/ 61 w 817"/>
                    <a:gd name="T69" fmla="*/ 19 h 1928"/>
                    <a:gd name="T70" fmla="*/ 30 w 817"/>
                    <a:gd name="T71" fmla="*/ 9 h 1928"/>
                    <a:gd name="T72" fmla="*/ 0 w 817"/>
                    <a:gd name="T73" fmla="*/ 0 h 19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817" h="1928">
                      <a:moveTo>
                        <a:pt x="730" y="1928"/>
                      </a:moveTo>
                      <a:lnTo>
                        <a:pt x="730" y="1928"/>
                      </a:lnTo>
                      <a:lnTo>
                        <a:pt x="752" y="1845"/>
                      </a:lnTo>
                      <a:lnTo>
                        <a:pt x="771" y="1762"/>
                      </a:lnTo>
                      <a:lnTo>
                        <a:pt x="786" y="1680"/>
                      </a:lnTo>
                      <a:lnTo>
                        <a:pt x="800" y="1599"/>
                      </a:lnTo>
                      <a:lnTo>
                        <a:pt x="808" y="1517"/>
                      </a:lnTo>
                      <a:lnTo>
                        <a:pt x="813" y="1436"/>
                      </a:lnTo>
                      <a:lnTo>
                        <a:pt x="817" y="1358"/>
                      </a:lnTo>
                      <a:lnTo>
                        <a:pt x="815" y="1278"/>
                      </a:lnTo>
                      <a:lnTo>
                        <a:pt x="812" y="1201"/>
                      </a:lnTo>
                      <a:lnTo>
                        <a:pt x="805" y="1125"/>
                      </a:lnTo>
                      <a:lnTo>
                        <a:pt x="796" y="1050"/>
                      </a:lnTo>
                      <a:lnTo>
                        <a:pt x="783" y="977"/>
                      </a:lnTo>
                      <a:lnTo>
                        <a:pt x="768" y="906"/>
                      </a:lnTo>
                      <a:lnTo>
                        <a:pt x="751" y="836"/>
                      </a:lnTo>
                      <a:lnTo>
                        <a:pt x="729" y="767"/>
                      </a:lnTo>
                      <a:lnTo>
                        <a:pt x="706" y="702"/>
                      </a:lnTo>
                      <a:lnTo>
                        <a:pt x="679" y="637"/>
                      </a:lnTo>
                      <a:lnTo>
                        <a:pt x="650" y="575"/>
                      </a:lnTo>
                      <a:lnTo>
                        <a:pt x="620" y="515"/>
                      </a:lnTo>
                      <a:lnTo>
                        <a:pt x="586" y="457"/>
                      </a:lnTo>
                      <a:lnTo>
                        <a:pt x="548" y="403"/>
                      </a:lnTo>
                      <a:lnTo>
                        <a:pt x="511" y="352"/>
                      </a:lnTo>
                      <a:lnTo>
                        <a:pt x="469" y="301"/>
                      </a:lnTo>
                      <a:lnTo>
                        <a:pt x="426" y="255"/>
                      </a:lnTo>
                      <a:lnTo>
                        <a:pt x="380" y="211"/>
                      </a:lnTo>
                      <a:lnTo>
                        <a:pt x="333" y="172"/>
                      </a:lnTo>
                      <a:lnTo>
                        <a:pt x="282" y="135"/>
                      </a:lnTo>
                      <a:lnTo>
                        <a:pt x="229" y="101"/>
                      </a:lnTo>
                      <a:lnTo>
                        <a:pt x="175" y="70"/>
                      </a:lnTo>
                      <a:lnTo>
                        <a:pt x="147" y="56"/>
                      </a:lnTo>
                      <a:lnTo>
                        <a:pt x="119" y="43"/>
                      </a:lnTo>
                      <a:lnTo>
                        <a:pt x="90" y="31"/>
                      </a:lnTo>
                      <a:lnTo>
                        <a:pt x="61" y="19"/>
                      </a:lnTo>
                      <a:lnTo>
                        <a:pt x="30" y="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" name="组合 1"/>
          <p:cNvGrpSpPr/>
          <p:nvPr/>
        </p:nvGrpSpPr>
        <p:grpSpPr>
          <a:xfrm>
            <a:off x="7525660" y="4369668"/>
            <a:ext cx="922815" cy="922815"/>
            <a:chOff x="8100778" y="4242016"/>
            <a:chExt cx="922815" cy="922815"/>
          </a:xfrm>
        </p:grpSpPr>
        <p:sp>
          <p:nvSpPr>
            <p:cNvPr id="71" name="椭圆 70"/>
            <p:cNvSpPr/>
            <p:nvPr/>
          </p:nvSpPr>
          <p:spPr>
            <a:xfrm>
              <a:off x="8100778" y="4242016"/>
              <a:ext cx="922815" cy="922815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7" name="组合 126"/>
            <p:cNvGrpSpPr/>
            <p:nvPr/>
          </p:nvGrpSpPr>
          <p:grpSpPr>
            <a:xfrm>
              <a:off x="8238344" y="4387848"/>
              <a:ext cx="647682" cy="647682"/>
              <a:chOff x="8125315" y="4289874"/>
              <a:chExt cx="799484" cy="799484"/>
            </a:xfrm>
          </p:grpSpPr>
          <p:sp>
            <p:nvSpPr>
              <p:cNvPr id="128" name="椭圆 127"/>
              <p:cNvSpPr/>
              <p:nvPr/>
            </p:nvSpPr>
            <p:spPr>
              <a:xfrm>
                <a:off x="8125315" y="4289874"/>
                <a:ext cx="799484" cy="79948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Freeform 331"/>
              <p:cNvSpPr>
                <a:spLocks noEditPoints="1"/>
              </p:cNvSpPr>
              <p:nvPr/>
            </p:nvSpPr>
            <p:spPr bwMode="auto">
              <a:xfrm>
                <a:off x="8260095" y="4403737"/>
                <a:ext cx="529923" cy="564876"/>
              </a:xfrm>
              <a:custGeom>
                <a:avLst/>
                <a:gdLst>
                  <a:gd name="T0" fmla="*/ 684 w 1130"/>
                  <a:gd name="T1" fmla="*/ 1186 h 1202"/>
                  <a:gd name="T2" fmla="*/ 496 w 1130"/>
                  <a:gd name="T3" fmla="*/ 1202 h 1202"/>
                  <a:gd name="T4" fmla="*/ 346 w 1130"/>
                  <a:gd name="T5" fmla="*/ 1174 h 1202"/>
                  <a:gd name="T6" fmla="*/ 212 w 1130"/>
                  <a:gd name="T7" fmla="*/ 1106 h 1202"/>
                  <a:gd name="T8" fmla="*/ 106 w 1130"/>
                  <a:gd name="T9" fmla="*/ 1000 h 1202"/>
                  <a:gd name="T10" fmla="*/ 32 w 1130"/>
                  <a:gd name="T11" fmla="*/ 862 h 1202"/>
                  <a:gd name="T12" fmla="*/ 0 w 1130"/>
                  <a:gd name="T13" fmla="*/ 694 h 1202"/>
                  <a:gd name="T14" fmla="*/ 10 w 1130"/>
                  <a:gd name="T15" fmla="*/ 532 h 1202"/>
                  <a:gd name="T16" fmla="*/ 68 w 1130"/>
                  <a:gd name="T17" fmla="*/ 352 h 1202"/>
                  <a:gd name="T18" fmla="*/ 170 w 1130"/>
                  <a:gd name="T19" fmla="*/ 198 h 1202"/>
                  <a:gd name="T20" fmla="*/ 314 w 1130"/>
                  <a:gd name="T21" fmla="*/ 82 h 1202"/>
                  <a:gd name="T22" fmla="*/ 492 w 1130"/>
                  <a:gd name="T23" fmla="*/ 14 h 1202"/>
                  <a:gd name="T24" fmla="*/ 658 w 1130"/>
                  <a:gd name="T25" fmla="*/ 2 h 1202"/>
                  <a:gd name="T26" fmla="*/ 812 w 1130"/>
                  <a:gd name="T27" fmla="*/ 30 h 1202"/>
                  <a:gd name="T28" fmla="*/ 940 w 1130"/>
                  <a:gd name="T29" fmla="*/ 96 h 1202"/>
                  <a:gd name="T30" fmla="*/ 1038 w 1130"/>
                  <a:gd name="T31" fmla="*/ 196 h 1202"/>
                  <a:gd name="T32" fmla="*/ 1122 w 1130"/>
                  <a:gd name="T33" fmla="*/ 396 h 1202"/>
                  <a:gd name="T34" fmla="*/ 1116 w 1130"/>
                  <a:gd name="T35" fmla="*/ 634 h 1202"/>
                  <a:gd name="T36" fmla="*/ 1016 w 1130"/>
                  <a:gd name="T37" fmla="*/ 828 h 1202"/>
                  <a:gd name="T38" fmla="*/ 856 w 1130"/>
                  <a:gd name="T39" fmla="*/ 908 h 1202"/>
                  <a:gd name="T40" fmla="*/ 764 w 1130"/>
                  <a:gd name="T41" fmla="*/ 896 h 1202"/>
                  <a:gd name="T42" fmla="*/ 712 w 1130"/>
                  <a:gd name="T43" fmla="*/ 842 h 1202"/>
                  <a:gd name="T44" fmla="*/ 692 w 1130"/>
                  <a:gd name="T45" fmla="*/ 758 h 1202"/>
                  <a:gd name="T46" fmla="*/ 584 w 1130"/>
                  <a:gd name="T47" fmla="*/ 872 h 1202"/>
                  <a:gd name="T48" fmla="*/ 484 w 1130"/>
                  <a:gd name="T49" fmla="*/ 908 h 1202"/>
                  <a:gd name="T50" fmla="*/ 392 w 1130"/>
                  <a:gd name="T51" fmla="*/ 902 h 1202"/>
                  <a:gd name="T52" fmla="*/ 304 w 1130"/>
                  <a:gd name="T53" fmla="*/ 838 h 1202"/>
                  <a:gd name="T54" fmla="*/ 262 w 1130"/>
                  <a:gd name="T55" fmla="*/ 718 h 1202"/>
                  <a:gd name="T56" fmla="*/ 290 w 1130"/>
                  <a:gd name="T57" fmla="*/ 538 h 1202"/>
                  <a:gd name="T58" fmla="*/ 434 w 1130"/>
                  <a:gd name="T59" fmla="*/ 356 h 1202"/>
                  <a:gd name="T60" fmla="*/ 670 w 1130"/>
                  <a:gd name="T61" fmla="*/ 284 h 1202"/>
                  <a:gd name="T62" fmla="*/ 796 w 1130"/>
                  <a:gd name="T63" fmla="*/ 300 h 1202"/>
                  <a:gd name="T64" fmla="*/ 790 w 1130"/>
                  <a:gd name="T65" fmla="*/ 678 h 1202"/>
                  <a:gd name="T66" fmla="*/ 800 w 1130"/>
                  <a:gd name="T67" fmla="*/ 798 h 1202"/>
                  <a:gd name="T68" fmla="*/ 848 w 1130"/>
                  <a:gd name="T69" fmla="*/ 826 h 1202"/>
                  <a:gd name="T70" fmla="*/ 930 w 1130"/>
                  <a:gd name="T71" fmla="*/ 794 h 1202"/>
                  <a:gd name="T72" fmla="*/ 1008 w 1130"/>
                  <a:gd name="T73" fmla="*/ 674 h 1202"/>
                  <a:gd name="T74" fmla="*/ 1034 w 1130"/>
                  <a:gd name="T75" fmla="*/ 512 h 1202"/>
                  <a:gd name="T76" fmla="*/ 972 w 1130"/>
                  <a:gd name="T77" fmla="*/ 264 h 1202"/>
                  <a:gd name="T78" fmla="*/ 794 w 1130"/>
                  <a:gd name="T79" fmla="*/ 112 h 1202"/>
                  <a:gd name="T80" fmla="*/ 590 w 1130"/>
                  <a:gd name="T81" fmla="*/ 80 h 1202"/>
                  <a:gd name="T82" fmla="*/ 440 w 1130"/>
                  <a:gd name="T83" fmla="*/ 110 h 1202"/>
                  <a:gd name="T84" fmla="*/ 308 w 1130"/>
                  <a:gd name="T85" fmla="*/ 184 h 1202"/>
                  <a:gd name="T86" fmla="*/ 202 w 1130"/>
                  <a:gd name="T87" fmla="*/ 296 h 1202"/>
                  <a:gd name="T88" fmla="*/ 130 w 1130"/>
                  <a:gd name="T89" fmla="*/ 444 h 1202"/>
                  <a:gd name="T90" fmla="*/ 98 w 1130"/>
                  <a:gd name="T91" fmla="*/ 622 h 1202"/>
                  <a:gd name="T92" fmla="*/ 132 w 1130"/>
                  <a:gd name="T93" fmla="*/ 848 h 1202"/>
                  <a:gd name="T94" fmla="*/ 288 w 1130"/>
                  <a:gd name="T95" fmla="*/ 1048 h 1202"/>
                  <a:gd name="T96" fmla="*/ 542 w 1130"/>
                  <a:gd name="T97" fmla="*/ 1120 h 1202"/>
                  <a:gd name="T98" fmla="*/ 716 w 1130"/>
                  <a:gd name="T99" fmla="*/ 1096 h 1202"/>
                  <a:gd name="T100" fmla="*/ 736 w 1130"/>
                  <a:gd name="T101" fmla="*/ 390 h 1202"/>
                  <a:gd name="T102" fmla="*/ 622 w 1130"/>
                  <a:gd name="T103" fmla="*/ 376 h 1202"/>
                  <a:gd name="T104" fmla="*/ 474 w 1130"/>
                  <a:gd name="T105" fmla="*/ 448 h 1202"/>
                  <a:gd name="T106" fmla="*/ 386 w 1130"/>
                  <a:gd name="T107" fmla="*/ 596 h 1202"/>
                  <a:gd name="T108" fmla="*/ 382 w 1130"/>
                  <a:gd name="T109" fmla="*/ 740 h 1202"/>
                  <a:gd name="T110" fmla="*/ 428 w 1130"/>
                  <a:gd name="T111" fmla="*/ 802 h 1202"/>
                  <a:gd name="T112" fmla="*/ 488 w 1130"/>
                  <a:gd name="T113" fmla="*/ 818 h 1202"/>
                  <a:gd name="T114" fmla="*/ 594 w 1130"/>
                  <a:gd name="T115" fmla="*/ 772 h 1202"/>
                  <a:gd name="T116" fmla="*/ 674 w 1130"/>
                  <a:gd name="T117" fmla="*/ 664 h 1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130" h="1202">
                    <a:moveTo>
                      <a:pt x="830" y="1134"/>
                    </a:moveTo>
                    <a:lnTo>
                      <a:pt x="830" y="1134"/>
                    </a:lnTo>
                    <a:lnTo>
                      <a:pt x="794" y="1150"/>
                    </a:lnTo>
                    <a:lnTo>
                      <a:pt x="758" y="1166"/>
                    </a:lnTo>
                    <a:lnTo>
                      <a:pt x="722" y="1178"/>
                    </a:lnTo>
                    <a:lnTo>
                      <a:pt x="684" y="1186"/>
                    </a:lnTo>
                    <a:lnTo>
                      <a:pt x="646" y="1194"/>
                    </a:lnTo>
                    <a:lnTo>
                      <a:pt x="606" y="1198"/>
                    </a:lnTo>
                    <a:lnTo>
                      <a:pt x="566" y="1202"/>
                    </a:lnTo>
                    <a:lnTo>
                      <a:pt x="522" y="1202"/>
                    </a:lnTo>
                    <a:lnTo>
                      <a:pt x="522" y="1202"/>
                    </a:lnTo>
                    <a:lnTo>
                      <a:pt x="496" y="1202"/>
                    </a:lnTo>
                    <a:lnTo>
                      <a:pt x="470" y="1200"/>
                    </a:lnTo>
                    <a:lnTo>
                      <a:pt x="444" y="1196"/>
                    </a:lnTo>
                    <a:lnTo>
                      <a:pt x="418" y="1192"/>
                    </a:lnTo>
                    <a:lnTo>
                      <a:pt x="394" y="1188"/>
                    </a:lnTo>
                    <a:lnTo>
                      <a:pt x="370" y="1180"/>
                    </a:lnTo>
                    <a:lnTo>
                      <a:pt x="346" y="1174"/>
                    </a:lnTo>
                    <a:lnTo>
                      <a:pt x="322" y="1164"/>
                    </a:lnTo>
                    <a:lnTo>
                      <a:pt x="298" y="1154"/>
                    </a:lnTo>
                    <a:lnTo>
                      <a:pt x="276" y="1144"/>
                    </a:lnTo>
                    <a:lnTo>
                      <a:pt x="254" y="1132"/>
                    </a:lnTo>
                    <a:lnTo>
                      <a:pt x="232" y="1120"/>
                    </a:lnTo>
                    <a:lnTo>
                      <a:pt x="212" y="1106"/>
                    </a:lnTo>
                    <a:lnTo>
                      <a:pt x="192" y="1090"/>
                    </a:lnTo>
                    <a:lnTo>
                      <a:pt x="174" y="1074"/>
                    </a:lnTo>
                    <a:lnTo>
                      <a:pt x="154" y="1058"/>
                    </a:lnTo>
                    <a:lnTo>
                      <a:pt x="138" y="1040"/>
                    </a:lnTo>
                    <a:lnTo>
                      <a:pt x="120" y="1020"/>
                    </a:lnTo>
                    <a:lnTo>
                      <a:pt x="106" y="1000"/>
                    </a:lnTo>
                    <a:lnTo>
                      <a:pt x="90" y="980"/>
                    </a:lnTo>
                    <a:lnTo>
                      <a:pt x="76" y="958"/>
                    </a:lnTo>
                    <a:lnTo>
                      <a:pt x="64" y="936"/>
                    </a:lnTo>
                    <a:lnTo>
                      <a:pt x="52" y="912"/>
                    </a:lnTo>
                    <a:lnTo>
                      <a:pt x="42" y="888"/>
                    </a:lnTo>
                    <a:lnTo>
                      <a:pt x="32" y="862"/>
                    </a:lnTo>
                    <a:lnTo>
                      <a:pt x="24" y="836"/>
                    </a:lnTo>
                    <a:lnTo>
                      <a:pt x="16" y="810"/>
                    </a:lnTo>
                    <a:lnTo>
                      <a:pt x="10" y="782"/>
                    </a:lnTo>
                    <a:lnTo>
                      <a:pt x="6" y="754"/>
                    </a:lnTo>
                    <a:lnTo>
                      <a:pt x="2" y="724"/>
                    </a:lnTo>
                    <a:lnTo>
                      <a:pt x="0" y="694"/>
                    </a:lnTo>
                    <a:lnTo>
                      <a:pt x="0" y="664"/>
                    </a:lnTo>
                    <a:lnTo>
                      <a:pt x="0" y="664"/>
                    </a:lnTo>
                    <a:lnTo>
                      <a:pt x="0" y="630"/>
                    </a:lnTo>
                    <a:lnTo>
                      <a:pt x="2" y="598"/>
                    </a:lnTo>
                    <a:lnTo>
                      <a:pt x="6" y="566"/>
                    </a:lnTo>
                    <a:lnTo>
                      <a:pt x="10" y="532"/>
                    </a:lnTo>
                    <a:lnTo>
                      <a:pt x="18" y="502"/>
                    </a:lnTo>
                    <a:lnTo>
                      <a:pt x="24" y="470"/>
                    </a:lnTo>
                    <a:lnTo>
                      <a:pt x="34" y="440"/>
                    </a:lnTo>
                    <a:lnTo>
                      <a:pt x="44" y="410"/>
                    </a:lnTo>
                    <a:lnTo>
                      <a:pt x="56" y="380"/>
                    </a:lnTo>
                    <a:lnTo>
                      <a:pt x="68" y="352"/>
                    </a:lnTo>
                    <a:lnTo>
                      <a:pt x="82" y="324"/>
                    </a:lnTo>
                    <a:lnTo>
                      <a:pt x="98" y="298"/>
                    </a:lnTo>
                    <a:lnTo>
                      <a:pt x="114" y="272"/>
                    </a:lnTo>
                    <a:lnTo>
                      <a:pt x="132" y="246"/>
                    </a:lnTo>
                    <a:lnTo>
                      <a:pt x="150" y="222"/>
                    </a:lnTo>
                    <a:lnTo>
                      <a:pt x="170" y="198"/>
                    </a:lnTo>
                    <a:lnTo>
                      <a:pt x="192" y="176"/>
                    </a:lnTo>
                    <a:lnTo>
                      <a:pt x="214" y="156"/>
                    </a:lnTo>
                    <a:lnTo>
                      <a:pt x="238" y="136"/>
                    </a:lnTo>
                    <a:lnTo>
                      <a:pt x="262" y="116"/>
                    </a:lnTo>
                    <a:lnTo>
                      <a:pt x="288" y="98"/>
                    </a:lnTo>
                    <a:lnTo>
                      <a:pt x="314" y="82"/>
                    </a:lnTo>
                    <a:lnTo>
                      <a:pt x="342" y="68"/>
                    </a:lnTo>
                    <a:lnTo>
                      <a:pt x="370" y="54"/>
                    </a:lnTo>
                    <a:lnTo>
                      <a:pt x="398" y="42"/>
                    </a:lnTo>
                    <a:lnTo>
                      <a:pt x="430" y="32"/>
                    </a:lnTo>
                    <a:lnTo>
                      <a:pt x="460" y="22"/>
                    </a:lnTo>
                    <a:lnTo>
                      <a:pt x="492" y="14"/>
                    </a:lnTo>
                    <a:lnTo>
                      <a:pt x="526" y="8"/>
                    </a:lnTo>
                    <a:lnTo>
                      <a:pt x="560" y="4"/>
                    </a:lnTo>
                    <a:lnTo>
                      <a:pt x="594" y="2"/>
                    </a:lnTo>
                    <a:lnTo>
                      <a:pt x="630" y="0"/>
                    </a:lnTo>
                    <a:lnTo>
                      <a:pt x="630" y="0"/>
                    </a:lnTo>
                    <a:lnTo>
                      <a:pt x="658" y="2"/>
                    </a:lnTo>
                    <a:lnTo>
                      <a:pt x="684" y="2"/>
                    </a:lnTo>
                    <a:lnTo>
                      <a:pt x="712" y="6"/>
                    </a:lnTo>
                    <a:lnTo>
                      <a:pt x="738" y="10"/>
                    </a:lnTo>
                    <a:lnTo>
                      <a:pt x="762" y="16"/>
                    </a:lnTo>
                    <a:lnTo>
                      <a:pt x="788" y="22"/>
                    </a:lnTo>
                    <a:lnTo>
                      <a:pt x="812" y="30"/>
                    </a:lnTo>
                    <a:lnTo>
                      <a:pt x="834" y="38"/>
                    </a:lnTo>
                    <a:lnTo>
                      <a:pt x="858" y="48"/>
                    </a:lnTo>
                    <a:lnTo>
                      <a:pt x="880" y="58"/>
                    </a:lnTo>
                    <a:lnTo>
                      <a:pt x="900" y="70"/>
                    </a:lnTo>
                    <a:lnTo>
                      <a:pt x="920" y="82"/>
                    </a:lnTo>
                    <a:lnTo>
                      <a:pt x="940" y="96"/>
                    </a:lnTo>
                    <a:lnTo>
                      <a:pt x="958" y="110"/>
                    </a:lnTo>
                    <a:lnTo>
                      <a:pt x="976" y="126"/>
                    </a:lnTo>
                    <a:lnTo>
                      <a:pt x="992" y="142"/>
                    </a:lnTo>
                    <a:lnTo>
                      <a:pt x="1008" y="158"/>
                    </a:lnTo>
                    <a:lnTo>
                      <a:pt x="1024" y="176"/>
                    </a:lnTo>
                    <a:lnTo>
                      <a:pt x="1038" y="196"/>
                    </a:lnTo>
                    <a:lnTo>
                      <a:pt x="1052" y="214"/>
                    </a:lnTo>
                    <a:lnTo>
                      <a:pt x="1064" y="236"/>
                    </a:lnTo>
                    <a:lnTo>
                      <a:pt x="1074" y="256"/>
                    </a:lnTo>
                    <a:lnTo>
                      <a:pt x="1094" y="300"/>
                    </a:lnTo>
                    <a:lnTo>
                      <a:pt x="1110" y="346"/>
                    </a:lnTo>
                    <a:lnTo>
                      <a:pt x="1122" y="396"/>
                    </a:lnTo>
                    <a:lnTo>
                      <a:pt x="1128" y="446"/>
                    </a:lnTo>
                    <a:lnTo>
                      <a:pt x="1130" y="500"/>
                    </a:lnTo>
                    <a:lnTo>
                      <a:pt x="1130" y="500"/>
                    </a:lnTo>
                    <a:lnTo>
                      <a:pt x="1128" y="546"/>
                    </a:lnTo>
                    <a:lnTo>
                      <a:pt x="1124" y="592"/>
                    </a:lnTo>
                    <a:lnTo>
                      <a:pt x="1116" y="634"/>
                    </a:lnTo>
                    <a:lnTo>
                      <a:pt x="1106" y="674"/>
                    </a:lnTo>
                    <a:lnTo>
                      <a:pt x="1092" y="710"/>
                    </a:lnTo>
                    <a:lnTo>
                      <a:pt x="1076" y="744"/>
                    </a:lnTo>
                    <a:lnTo>
                      <a:pt x="1058" y="774"/>
                    </a:lnTo>
                    <a:lnTo>
                      <a:pt x="1038" y="802"/>
                    </a:lnTo>
                    <a:lnTo>
                      <a:pt x="1016" y="828"/>
                    </a:lnTo>
                    <a:lnTo>
                      <a:pt x="992" y="848"/>
                    </a:lnTo>
                    <a:lnTo>
                      <a:pt x="968" y="868"/>
                    </a:lnTo>
                    <a:lnTo>
                      <a:pt x="942" y="882"/>
                    </a:lnTo>
                    <a:lnTo>
                      <a:pt x="914" y="894"/>
                    </a:lnTo>
                    <a:lnTo>
                      <a:pt x="884" y="904"/>
                    </a:lnTo>
                    <a:lnTo>
                      <a:pt x="856" y="908"/>
                    </a:lnTo>
                    <a:lnTo>
                      <a:pt x="824" y="910"/>
                    </a:lnTo>
                    <a:lnTo>
                      <a:pt x="824" y="910"/>
                    </a:lnTo>
                    <a:lnTo>
                      <a:pt x="800" y="908"/>
                    </a:lnTo>
                    <a:lnTo>
                      <a:pt x="788" y="906"/>
                    </a:lnTo>
                    <a:lnTo>
                      <a:pt x="776" y="902"/>
                    </a:lnTo>
                    <a:lnTo>
                      <a:pt x="764" y="896"/>
                    </a:lnTo>
                    <a:lnTo>
                      <a:pt x="754" y="890"/>
                    </a:lnTo>
                    <a:lnTo>
                      <a:pt x="744" y="884"/>
                    </a:lnTo>
                    <a:lnTo>
                      <a:pt x="734" y="874"/>
                    </a:lnTo>
                    <a:lnTo>
                      <a:pt x="726" y="864"/>
                    </a:lnTo>
                    <a:lnTo>
                      <a:pt x="718" y="854"/>
                    </a:lnTo>
                    <a:lnTo>
                      <a:pt x="712" y="842"/>
                    </a:lnTo>
                    <a:lnTo>
                      <a:pt x="706" y="828"/>
                    </a:lnTo>
                    <a:lnTo>
                      <a:pt x="702" y="812"/>
                    </a:lnTo>
                    <a:lnTo>
                      <a:pt x="698" y="796"/>
                    </a:lnTo>
                    <a:lnTo>
                      <a:pt x="698" y="778"/>
                    </a:lnTo>
                    <a:lnTo>
                      <a:pt x="698" y="758"/>
                    </a:lnTo>
                    <a:lnTo>
                      <a:pt x="692" y="758"/>
                    </a:lnTo>
                    <a:lnTo>
                      <a:pt x="692" y="758"/>
                    </a:lnTo>
                    <a:lnTo>
                      <a:pt x="668" y="794"/>
                    </a:lnTo>
                    <a:lnTo>
                      <a:pt x="642" y="826"/>
                    </a:lnTo>
                    <a:lnTo>
                      <a:pt x="614" y="852"/>
                    </a:lnTo>
                    <a:lnTo>
                      <a:pt x="600" y="862"/>
                    </a:lnTo>
                    <a:lnTo>
                      <a:pt x="584" y="872"/>
                    </a:lnTo>
                    <a:lnTo>
                      <a:pt x="570" y="882"/>
                    </a:lnTo>
                    <a:lnTo>
                      <a:pt x="554" y="890"/>
                    </a:lnTo>
                    <a:lnTo>
                      <a:pt x="536" y="896"/>
                    </a:lnTo>
                    <a:lnTo>
                      <a:pt x="520" y="902"/>
                    </a:lnTo>
                    <a:lnTo>
                      <a:pt x="502" y="906"/>
                    </a:lnTo>
                    <a:lnTo>
                      <a:pt x="484" y="908"/>
                    </a:lnTo>
                    <a:lnTo>
                      <a:pt x="466" y="910"/>
                    </a:lnTo>
                    <a:lnTo>
                      <a:pt x="446" y="910"/>
                    </a:lnTo>
                    <a:lnTo>
                      <a:pt x="446" y="910"/>
                    </a:lnTo>
                    <a:lnTo>
                      <a:pt x="428" y="910"/>
                    </a:lnTo>
                    <a:lnTo>
                      <a:pt x="410" y="906"/>
                    </a:lnTo>
                    <a:lnTo>
                      <a:pt x="392" y="902"/>
                    </a:lnTo>
                    <a:lnTo>
                      <a:pt x="376" y="896"/>
                    </a:lnTo>
                    <a:lnTo>
                      <a:pt x="360" y="888"/>
                    </a:lnTo>
                    <a:lnTo>
                      <a:pt x="344" y="878"/>
                    </a:lnTo>
                    <a:lnTo>
                      <a:pt x="330" y="866"/>
                    </a:lnTo>
                    <a:lnTo>
                      <a:pt x="316" y="852"/>
                    </a:lnTo>
                    <a:lnTo>
                      <a:pt x="304" y="838"/>
                    </a:lnTo>
                    <a:lnTo>
                      <a:pt x="292" y="822"/>
                    </a:lnTo>
                    <a:lnTo>
                      <a:pt x="284" y="804"/>
                    </a:lnTo>
                    <a:lnTo>
                      <a:pt x="276" y="784"/>
                    </a:lnTo>
                    <a:lnTo>
                      <a:pt x="268" y="764"/>
                    </a:lnTo>
                    <a:lnTo>
                      <a:pt x="264" y="742"/>
                    </a:lnTo>
                    <a:lnTo>
                      <a:pt x="262" y="718"/>
                    </a:lnTo>
                    <a:lnTo>
                      <a:pt x="260" y="692"/>
                    </a:lnTo>
                    <a:lnTo>
                      <a:pt x="260" y="692"/>
                    </a:lnTo>
                    <a:lnTo>
                      <a:pt x="262" y="654"/>
                    </a:lnTo>
                    <a:lnTo>
                      <a:pt x="268" y="614"/>
                    </a:lnTo>
                    <a:lnTo>
                      <a:pt x="278" y="576"/>
                    </a:lnTo>
                    <a:lnTo>
                      <a:pt x="290" y="538"/>
                    </a:lnTo>
                    <a:lnTo>
                      <a:pt x="306" y="504"/>
                    </a:lnTo>
                    <a:lnTo>
                      <a:pt x="326" y="470"/>
                    </a:lnTo>
                    <a:lnTo>
                      <a:pt x="350" y="438"/>
                    </a:lnTo>
                    <a:lnTo>
                      <a:pt x="374" y="408"/>
                    </a:lnTo>
                    <a:lnTo>
                      <a:pt x="404" y="380"/>
                    </a:lnTo>
                    <a:lnTo>
                      <a:pt x="434" y="356"/>
                    </a:lnTo>
                    <a:lnTo>
                      <a:pt x="468" y="336"/>
                    </a:lnTo>
                    <a:lnTo>
                      <a:pt x="504" y="318"/>
                    </a:lnTo>
                    <a:lnTo>
                      <a:pt x="542" y="304"/>
                    </a:lnTo>
                    <a:lnTo>
                      <a:pt x="582" y="292"/>
                    </a:lnTo>
                    <a:lnTo>
                      <a:pt x="626" y="286"/>
                    </a:lnTo>
                    <a:lnTo>
                      <a:pt x="670" y="284"/>
                    </a:lnTo>
                    <a:lnTo>
                      <a:pt x="670" y="284"/>
                    </a:lnTo>
                    <a:lnTo>
                      <a:pt x="696" y="284"/>
                    </a:lnTo>
                    <a:lnTo>
                      <a:pt x="724" y="286"/>
                    </a:lnTo>
                    <a:lnTo>
                      <a:pt x="750" y="290"/>
                    </a:lnTo>
                    <a:lnTo>
                      <a:pt x="774" y="294"/>
                    </a:lnTo>
                    <a:lnTo>
                      <a:pt x="796" y="300"/>
                    </a:lnTo>
                    <a:lnTo>
                      <a:pt x="818" y="306"/>
                    </a:lnTo>
                    <a:lnTo>
                      <a:pt x="836" y="312"/>
                    </a:lnTo>
                    <a:lnTo>
                      <a:pt x="854" y="320"/>
                    </a:lnTo>
                    <a:lnTo>
                      <a:pt x="798" y="632"/>
                    </a:lnTo>
                    <a:lnTo>
                      <a:pt x="798" y="632"/>
                    </a:lnTo>
                    <a:lnTo>
                      <a:pt x="790" y="678"/>
                    </a:lnTo>
                    <a:lnTo>
                      <a:pt x="786" y="718"/>
                    </a:lnTo>
                    <a:lnTo>
                      <a:pt x="786" y="750"/>
                    </a:lnTo>
                    <a:lnTo>
                      <a:pt x="788" y="766"/>
                    </a:lnTo>
                    <a:lnTo>
                      <a:pt x="792" y="778"/>
                    </a:lnTo>
                    <a:lnTo>
                      <a:pt x="794" y="788"/>
                    </a:lnTo>
                    <a:lnTo>
                      <a:pt x="800" y="798"/>
                    </a:lnTo>
                    <a:lnTo>
                      <a:pt x="806" y="806"/>
                    </a:lnTo>
                    <a:lnTo>
                      <a:pt x="812" y="814"/>
                    </a:lnTo>
                    <a:lnTo>
                      <a:pt x="820" y="818"/>
                    </a:lnTo>
                    <a:lnTo>
                      <a:pt x="828" y="822"/>
                    </a:lnTo>
                    <a:lnTo>
                      <a:pt x="838" y="824"/>
                    </a:lnTo>
                    <a:lnTo>
                      <a:pt x="848" y="826"/>
                    </a:lnTo>
                    <a:lnTo>
                      <a:pt x="848" y="826"/>
                    </a:lnTo>
                    <a:lnTo>
                      <a:pt x="864" y="826"/>
                    </a:lnTo>
                    <a:lnTo>
                      <a:pt x="880" y="822"/>
                    </a:lnTo>
                    <a:lnTo>
                      <a:pt x="898" y="816"/>
                    </a:lnTo>
                    <a:lnTo>
                      <a:pt x="914" y="806"/>
                    </a:lnTo>
                    <a:lnTo>
                      <a:pt x="930" y="794"/>
                    </a:lnTo>
                    <a:lnTo>
                      <a:pt x="946" y="780"/>
                    </a:lnTo>
                    <a:lnTo>
                      <a:pt x="960" y="764"/>
                    </a:lnTo>
                    <a:lnTo>
                      <a:pt x="974" y="744"/>
                    </a:lnTo>
                    <a:lnTo>
                      <a:pt x="986" y="724"/>
                    </a:lnTo>
                    <a:lnTo>
                      <a:pt x="998" y="700"/>
                    </a:lnTo>
                    <a:lnTo>
                      <a:pt x="1008" y="674"/>
                    </a:lnTo>
                    <a:lnTo>
                      <a:pt x="1018" y="644"/>
                    </a:lnTo>
                    <a:lnTo>
                      <a:pt x="1024" y="614"/>
                    </a:lnTo>
                    <a:lnTo>
                      <a:pt x="1030" y="582"/>
                    </a:lnTo>
                    <a:lnTo>
                      <a:pt x="1032" y="548"/>
                    </a:lnTo>
                    <a:lnTo>
                      <a:pt x="1034" y="512"/>
                    </a:lnTo>
                    <a:lnTo>
                      <a:pt x="1034" y="512"/>
                    </a:lnTo>
                    <a:lnTo>
                      <a:pt x="1032" y="466"/>
                    </a:lnTo>
                    <a:lnTo>
                      <a:pt x="1026" y="420"/>
                    </a:lnTo>
                    <a:lnTo>
                      <a:pt x="1018" y="378"/>
                    </a:lnTo>
                    <a:lnTo>
                      <a:pt x="1006" y="338"/>
                    </a:lnTo>
                    <a:lnTo>
                      <a:pt x="990" y="300"/>
                    </a:lnTo>
                    <a:lnTo>
                      <a:pt x="972" y="264"/>
                    </a:lnTo>
                    <a:lnTo>
                      <a:pt x="950" y="232"/>
                    </a:lnTo>
                    <a:lnTo>
                      <a:pt x="926" y="202"/>
                    </a:lnTo>
                    <a:lnTo>
                      <a:pt x="898" y="174"/>
                    </a:lnTo>
                    <a:lnTo>
                      <a:pt x="866" y="150"/>
                    </a:lnTo>
                    <a:lnTo>
                      <a:pt x="832" y="130"/>
                    </a:lnTo>
                    <a:lnTo>
                      <a:pt x="794" y="112"/>
                    </a:lnTo>
                    <a:lnTo>
                      <a:pt x="754" y="98"/>
                    </a:lnTo>
                    <a:lnTo>
                      <a:pt x="710" y="88"/>
                    </a:lnTo>
                    <a:lnTo>
                      <a:pt x="664" y="82"/>
                    </a:lnTo>
                    <a:lnTo>
                      <a:pt x="616" y="80"/>
                    </a:lnTo>
                    <a:lnTo>
                      <a:pt x="616" y="80"/>
                    </a:lnTo>
                    <a:lnTo>
                      <a:pt x="590" y="80"/>
                    </a:lnTo>
                    <a:lnTo>
                      <a:pt x="564" y="82"/>
                    </a:lnTo>
                    <a:lnTo>
                      <a:pt x="538" y="86"/>
                    </a:lnTo>
                    <a:lnTo>
                      <a:pt x="512" y="90"/>
                    </a:lnTo>
                    <a:lnTo>
                      <a:pt x="488" y="96"/>
                    </a:lnTo>
                    <a:lnTo>
                      <a:pt x="464" y="102"/>
                    </a:lnTo>
                    <a:lnTo>
                      <a:pt x="440" y="110"/>
                    </a:lnTo>
                    <a:lnTo>
                      <a:pt x="416" y="120"/>
                    </a:lnTo>
                    <a:lnTo>
                      <a:pt x="394" y="130"/>
                    </a:lnTo>
                    <a:lnTo>
                      <a:pt x="372" y="142"/>
                    </a:lnTo>
                    <a:lnTo>
                      <a:pt x="350" y="156"/>
                    </a:lnTo>
                    <a:lnTo>
                      <a:pt x="328" y="168"/>
                    </a:lnTo>
                    <a:lnTo>
                      <a:pt x="308" y="184"/>
                    </a:lnTo>
                    <a:lnTo>
                      <a:pt x="288" y="200"/>
                    </a:lnTo>
                    <a:lnTo>
                      <a:pt x="270" y="218"/>
                    </a:lnTo>
                    <a:lnTo>
                      <a:pt x="252" y="236"/>
                    </a:lnTo>
                    <a:lnTo>
                      <a:pt x="234" y="254"/>
                    </a:lnTo>
                    <a:lnTo>
                      <a:pt x="218" y="274"/>
                    </a:lnTo>
                    <a:lnTo>
                      <a:pt x="202" y="296"/>
                    </a:lnTo>
                    <a:lnTo>
                      <a:pt x="188" y="318"/>
                    </a:lnTo>
                    <a:lnTo>
                      <a:pt x="174" y="342"/>
                    </a:lnTo>
                    <a:lnTo>
                      <a:pt x="162" y="366"/>
                    </a:lnTo>
                    <a:lnTo>
                      <a:pt x="150" y="390"/>
                    </a:lnTo>
                    <a:lnTo>
                      <a:pt x="140" y="416"/>
                    </a:lnTo>
                    <a:lnTo>
                      <a:pt x="130" y="444"/>
                    </a:lnTo>
                    <a:lnTo>
                      <a:pt x="122" y="472"/>
                    </a:lnTo>
                    <a:lnTo>
                      <a:pt x="114" y="500"/>
                    </a:lnTo>
                    <a:lnTo>
                      <a:pt x="108" y="530"/>
                    </a:lnTo>
                    <a:lnTo>
                      <a:pt x="104" y="560"/>
                    </a:lnTo>
                    <a:lnTo>
                      <a:pt x="100" y="590"/>
                    </a:lnTo>
                    <a:lnTo>
                      <a:pt x="98" y="622"/>
                    </a:lnTo>
                    <a:lnTo>
                      <a:pt x="98" y="654"/>
                    </a:lnTo>
                    <a:lnTo>
                      <a:pt x="98" y="654"/>
                    </a:lnTo>
                    <a:lnTo>
                      <a:pt x="100" y="708"/>
                    </a:lnTo>
                    <a:lnTo>
                      <a:pt x="106" y="758"/>
                    </a:lnTo>
                    <a:lnTo>
                      <a:pt x="116" y="804"/>
                    </a:lnTo>
                    <a:lnTo>
                      <a:pt x="132" y="848"/>
                    </a:lnTo>
                    <a:lnTo>
                      <a:pt x="150" y="890"/>
                    </a:lnTo>
                    <a:lnTo>
                      <a:pt x="170" y="928"/>
                    </a:lnTo>
                    <a:lnTo>
                      <a:pt x="196" y="962"/>
                    </a:lnTo>
                    <a:lnTo>
                      <a:pt x="224" y="994"/>
                    </a:lnTo>
                    <a:lnTo>
                      <a:pt x="256" y="1024"/>
                    </a:lnTo>
                    <a:lnTo>
                      <a:pt x="288" y="1048"/>
                    </a:lnTo>
                    <a:lnTo>
                      <a:pt x="326" y="1070"/>
                    </a:lnTo>
                    <a:lnTo>
                      <a:pt x="364" y="1088"/>
                    </a:lnTo>
                    <a:lnTo>
                      <a:pt x="406" y="1102"/>
                    </a:lnTo>
                    <a:lnTo>
                      <a:pt x="450" y="1112"/>
                    </a:lnTo>
                    <a:lnTo>
                      <a:pt x="494" y="1118"/>
                    </a:lnTo>
                    <a:lnTo>
                      <a:pt x="542" y="1120"/>
                    </a:lnTo>
                    <a:lnTo>
                      <a:pt x="542" y="1120"/>
                    </a:lnTo>
                    <a:lnTo>
                      <a:pt x="578" y="1118"/>
                    </a:lnTo>
                    <a:lnTo>
                      <a:pt x="614" y="1116"/>
                    </a:lnTo>
                    <a:lnTo>
                      <a:pt x="650" y="1110"/>
                    </a:lnTo>
                    <a:lnTo>
                      <a:pt x="684" y="1104"/>
                    </a:lnTo>
                    <a:lnTo>
                      <a:pt x="716" y="1096"/>
                    </a:lnTo>
                    <a:lnTo>
                      <a:pt x="746" y="1086"/>
                    </a:lnTo>
                    <a:lnTo>
                      <a:pt x="776" y="1072"/>
                    </a:lnTo>
                    <a:lnTo>
                      <a:pt x="802" y="1060"/>
                    </a:lnTo>
                    <a:lnTo>
                      <a:pt x="830" y="1134"/>
                    </a:lnTo>
                    <a:close/>
                    <a:moveTo>
                      <a:pt x="736" y="390"/>
                    </a:moveTo>
                    <a:lnTo>
                      <a:pt x="736" y="390"/>
                    </a:lnTo>
                    <a:lnTo>
                      <a:pt x="722" y="384"/>
                    </a:lnTo>
                    <a:lnTo>
                      <a:pt x="702" y="380"/>
                    </a:lnTo>
                    <a:lnTo>
                      <a:pt x="678" y="376"/>
                    </a:lnTo>
                    <a:lnTo>
                      <a:pt x="650" y="376"/>
                    </a:lnTo>
                    <a:lnTo>
                      <a:pt x="650" y="376"/>
                    </a:lnTo>
                    <a:lnTo>
                      <a:pt x="622" y="376"/>
                    </a:lnTo>
                    <a:lnTo>
                      <a:pt x="594" y="382"/>
                    </a:lnTo>
                    <a:lnTo>
                      <a:pt x="568" y="390"/>
                    </a:lnTo>
                    <a:lnTo>
                      <a:pt x="542" y="400"/>
                    </a:lnTo>
                    <a:lnTo>
                      <a:pt x="518" y="414"/>
                    </a:lnTo>
                    <a:lnTo>
                      <a:pt x="496" y="430"/>
                    </a:lnTo>
                    <a:lnTo>
                      <a:pt x="474" y="448"/>
                    </a:lnTo>
                    <a:lnTo>
                      <a:pt x="454" y="468"/>
                    </a:lnTo>
                    <a:lnTo>
                      <a:pt x="436" y="490"/>
                    </a:lnTo>
                    <a:lnTo>
                      <a:pt x="422" y="514"/>
                    </a:lnTo>
                    <a:lnTo>
                      <a:pt x="408" y="540"/>
                    </a:lnTo>
                    <a:lnTo>
                      <a:pt x="396" y="566"/>
                    </a:lnTo>
                    <a:lnTo>
                      <a:pt x="386" y="596"/>
                    </a:lnTo>
                    <a:lnTo>
                      <a:pt x="380" y="624"/>
                    </a:lnTo>
                    <a:lnTo>
                      <a:pt x="376" y="654"/>
                    </a:lnTo>
                    <a:lnTo>
                      <a:pt x="374" y="686"/>
                    </a:lnTo>
                    <a:lnTo>
                      <a:pt x="374" y="686"/>
                    </a:lnTo>
                    <a:lnTo>
                      <a:pt x="376" y="714"/>
                    </a:lnTo>
                    <a:lnTo>
                      <a:pt x="382" y="740"/>
                    </a:lnTo>
                    <a:lnTo>
                      <a:pt x="390" y="762"/>
                    </a:lnTo>
                    <a:lnTo>
                      <a:pt x="396" y="772"/>
                    </a:lnTo>
                    <a:lnTo>
                      <a:pt x="402" y="780"/>
                    </a:lnTo>
                    <a:lnTo>
                      <a:pt x="410" y="788"/>
                    </a:lnTo>
                    <a:lnTo>
                      <a:pt x="418" y="796"/>
                    </a:lnTo>
                    <a:lnTo>
                      <a:pt x="428" y="802"/>
                    </a:lnTo>
                    <a:lnTo>
                      <a:pt x="438" y="808"/>
                    </a:lnTo>
                    <a:lnTo>
                      <a:pt x="450" y="812"/>
                    </a:lnTo>
                    <a:lnTo>
                      <a:pt x="462" y="814"/>
                    </a:lnTo>
                    <a:lnTo>
                      <a:pt x="474" y="816"/>
                    </a:lnTo>
                    <a:lnTo>
                      <a:pt x="488" y="818"/>
                    </a:lnTo>
                    <a:lnTo>
                      <a:pt x="488" y="818"/>
                    </a:lnTo>
                    <a:lnTo>
                      <a:pt x="506" y="816"/>
                    </a:lnTo>
                    <a:lnTo>
                      <a:pt x="526" y="812"/>
                    </a:lnTo>
                    <a:lnTo>
                      <a:pt x="544" y="804"/>
                    </a:lnTo>
                    <a:lnTo>
                      <a:pt x="560" y="796"/>
                    </a:lnTo>
                    <a:lnTo>
                      <a:pt x="578" y="784"/>
                    </a:lnTo>
                    <a:lnTo>
                      <a:pt x="594" y="772"/>
                    </a:lnTo>
                    <a:lnTo>
                      <a:pt x="610" y="756"/>
                    </a:lnTo>
                    <a:lnTo>
                      <a:pt x="624" y="740"/>
                    </a:lnTo>
                    <a:lnTo>
                      <a:pt x="638" y="722"/>
                    </a:lnTo>
                    <a:lnTo>
                      <a:pt x="652" y="704"/>
                    </a:lnTo>
                    <a:lnTo>
                      <a:pt x="664" y="684"/>
                    </a:lnTo>
                    <a:lnTo>
                      <a:pt x="674" y="664"/>
                    </a:lnTo>
                    <a:lnTo>
                      <a:pt x="682" y="644"/>
                    </a:lnTo>
                    <a:lnTo>
                      <a:pt x="690" y="624"/>
                    </a:lnTo>
                    <a:lnTo>
                      <a:pt x="696" y="602"/>
                    </a:lnTo>
                    <a:lnTo>
                      <a:pt x="700" y="582"/>
                    </a:lnTo>
                    <a:lnTo>
                      <a:pt x="736" y="390"/>
                    </a:lnTo>
                    <a:close/>
                  </a:path>
                </a:pathLst>
              </a:custGeom>
              <a:solidFill>
                <a:schemeClr val="bg1"/>
              </a:solidFill>
              <a:ln w="19050" cmpd="sng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1983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86302" y="902720"/>
            <a:ext cx="6171396" cy="3416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3025975" y="2372157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516248" y="2372157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071461" y="2372157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8774" y="3324865"/>
            <a:ext cx="6171396" cy="148886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defTabSz="914400" eaLnBrk="0" fontAlgn="base" hangingPunct="0">
              <a:spcBef>
                <a:spcPts val="1215"/>
              </a:spcBef>
              <a:spcAft>
                <a:spcPct val="0"/>
              </a:spcAft>
            </a:pP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914400" eaLnBrk="0" fontAlgn="base" hangingPunct="0">
              <a:spcBef>
                <a:spcPts val="1215"/>
              </a:spcBef>
              <a:spcAft>
                <a:spcPct val="0"/>
              </a:spcAft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914400" eaLnBrk="0" fontAlgn="base" hangingPunct="0">
              <a:spcBef>
                <a:spcPts val="810"/>
              </a:spcBef>
              <a:spcAft>
                <a:spcPct val="0"/>
              </a:spcAft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defTabSz="914400" eaLnBrk="0" fontAlgn="base" hangingPunct="0">
              <a:spcBef>
                <a:spcPts val="810"/>
              </a:spcBef>
              <a:spcAft>
                <a:spcPct val="0"/>
              </a:spcAft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defTabSz="914400" eaLnBrk="0" fontAlgn="base" hangingPunct="0">
              <a:spcBef>
                <a:spcPts val="810"/>
              </a:spcBef>
              <a:spcAft>
                <a:spcPct val="0"/>
              </a:spcAft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704576" y="3586507"/>
            <a:ext cx="5734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558774" y="1909794"/>
            <a:ext cx="1312212" cy="90531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093366" y="1909795"/>
            <a:ext cx="1312212" cy="1081438"/>
            <a:chOff x="107380" y="2024805"/>
            <a:chExt cx="1944270" cy="1602337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12449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02825" y="1909794"/>
            <a:ext cx="1312212" cy="90531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20059" y="1909794"/>
            <a:ext cx="1312212" cy="90531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814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488989" y="3294895"/>
            <a:ext cx="6188272" cy="1088017"/>
            <a:chOff x="0" y="3359571"/>
            <a:chExt cx="9169004" cy="1612087"/>
          </a:xfrm>
        </p:grpSpPr>
        <p:sp>
          <p:nvSpPr>
            <p:cNvPr id="5" name="矩形 4"/>
            <p:cNvSpPr/>
            <p:nvPr/>
          </p:nvSpPr>
          <p:spPr>
            <a:xfrm>
              <a:off x="1245140" y="3973769"/>
              <a:ext cx="4572000" cy="56775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62087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945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945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945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46286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6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98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025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04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91671" cy="9508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038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62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46286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532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4" y="4188246"/>
              <a:ext cx="1596629" cy="78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18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6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78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18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6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1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59396" cy="367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013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299116" y="1155920"/>
            <a:ext cx="4568019" cy="1976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defTabSz="914400" eaLnBrk="0" fontAlgn="base" hangingPunct="0">
              <a:spcBef>
                <a:spcPts val="2025"/>
              </a:spcBef>
              <a:spcAft>
                <a:spcPct val="0"/>
              </a:spcAft>
            </a:pPr>
            <a:r>
              <a:rPr lang="zh-CN" altLang="en-US" sz="297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297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r>
              <a:rPr lang="zh-CN" altLang="en-US" sz="297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97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 eaLnBrk="0" fontAlgn="base" hangingPunct="0">
              <a:spcBef>
                <a:spcPts val="2025"/>
              </a:spcBef>
              <a:spcAft>
                <a:spcPct val="0"/>
              </a:spcAft>
            </a:pP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89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912438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1438</TotalTime>
  <Words>1244</Words>
  <Application>Microsoft Office PowerPoint</Application>
  <PresentationFormat>全屏显示(16:10)</PresentationFormat>
  <Paragraphs>226</Paragraphs>
  <Slides>20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方正正黑简体</vt:lpstr>
      <vt:lpstr>方正正中黑简体</vt:lpstr>
      <vt:lpstr>时尚中黑简体</vt:lpstr>
      <vt:lpstr>宋体</vt:lpstr>
      <vt:lpstr>微软雅黑</vt:lpstr>
      <vt:lpstr>Arial</vt:lpstr>
      <vt:lpstr>Arial Black</vt:lpstr>
      <vt:lpstr>Broadway</vt:lpstr>
      <vt:lpstr>Calibri</vt:lpstr>
      <vt:lpstr>Calibri Light</vt:lpstr>
      <vt:lpstr>Impact</vt:lpstr>
      <vt:lpstr>Wingdings</vt:lpstr>
      <vt:lpstr>Office 主题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小巴</cp:lastModifiedBy>
  <cp:revision>116</cp:revision>
  <dcterms:created xsi:type="dcterms:W3CDTF">2014-03-28T07:35:39Z</dcterms:created>
  <dcterms:modified xsi:type="dcterms:W3CDTF">2014-05-21T15:02:09Z</dcterms:modified>
</cp:coreProperties>
</file>