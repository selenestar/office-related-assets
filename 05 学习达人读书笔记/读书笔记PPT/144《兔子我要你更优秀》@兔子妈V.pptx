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9144000" cy="360045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1134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A8B25"/>
    <a:srgbClr val="863F01"/>
    <a:srgbClr val="69A12B"/>
    <a:srgbClr val="FBBBE6"/>
    <a:srgbClr val="FD743D"/>
    <a:srgbClr val="9ABA3D"/>
    <a:srgbClr val="FDDB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50" d="100"/>
          <a:sy n="50" d="100"/>
        </p:scale>
        <p:origin x="-1410" y="-108"/>
      </p:cViewPr>
      <p:guideLst>
        <p:guide orient="horz" pos="1134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E64E58-23CB-4646-B3C7-AD6BEEC23A4B}" type="datetimeFigureOut">
              <a:rPr lang="zh-CN" altLang="en-US" smtClean="0"/>
              <a:t>2014-08-22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994025" y="685800"/>
            <a:ext cx="8699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39B364-3CF5-4BC5-9105-8CD80435596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11319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39B364-3CF5-4BC5-9105-8CD804355963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55338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1184737"/>
            <a:ext cx="7772400" cy="771763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0402550"/>
            <a:ext cx="6400800" cy="92011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2C844-3A68-4BB4-8270-8C85E6079E36}" type="datetimeFigureOut">
              <a:rPr lang="zh-CN" altLang="en-US" smtClean="0"/>
              <a:t>2014-08-22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6D7A8-07FC-461D-A0EE-4B5EACCA42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41970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2C844-3A68-4BB4-8270-8C85E6079E36}" type="datetimeFigureOut">
              <a:rPr lang="zh-CN" altLang="en-US" smtClean="0"/>
              <a:t>2014-08-22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6D7A8-07FC-461D-A0EE-4B5EACCA42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94291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23136232"/>
            <a:ext cx="7772400" cy="715089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15260245"/>
            <a:ext cx="7772400" cy="787598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2C844-3A68-4BB4-8270-8C85E6079E36}" type="datetimeFigureOut">
              <a:rPr lang="zh-CN" altLang="en-US" smtClean="0"/>
              <a:t>2014-08-22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6D7A8-07FC-461D-A0EE-4B5EACCA42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80312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6300791"/>
            <a:ext cx="4038600" cy="1781889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6300791"/>
            <a:ext cx="4038600" cy="1781889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2C844-3A68-4BB4-8270-8C85E6079E36}" type="datetimeFigureOut">
              <a:rPr lang="zh-CN" altLang="en-US" smtClean="0"/>
              <a:t>2014-08-22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6D7A8-07FC-461D-A0EE-4B5EACCA42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33647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1441853"/>
            <a:ext cx="8229600" cy="60007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8059345"/>
            <a:ext cx="4040188" cy="335875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1418092"/>
            <a:ext cx="4040188" cy="2074426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7" y="8059345"/>
            <a:ext cx="4041775" cy="335875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7" y="11418092"/>
            <a:ext cx="4041775" cy="2074426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2C844-3A68-4BB4-8270-8C85E6079E36}" type="datetimeFigureOut">
              <a:rPr lang="zh-CN" altLang="en-US" smtClean="0"/>
              <a:t>2014-08-22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6D7A8-07FC-461D-A0EE-4B5EACCA42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82134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2C844-3A68-4BB4-8270-8C85E6079E36}" type="datetimeFigureOut">
              <a:rPr lang="zh-CN" altLang="en-US" smtClean="0"/>
              <a:t>2014-08-22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6D7A8-07FC-461D-A0EE-4B5EACCA42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5463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2C844-3A68-4BB4-8270-8C85E6079E36}" type="datetimeFigureOut">
              <a:rPr lang="zh-CN" altLang="en-US" smtClean="0"/>
              <a:t>2014-08-22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6D7A8-07FC-461D-A0EE-4B5EACCA42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84112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2" y="1433509"/>
            <a:ext cx="3008313" cy="610076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1433520"/>
            <a:ext cx="5111750" cy="3072884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2" y="7534286"/>
            <a:ext cx="3008313" cy="2462807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2C844-3A68-4BB4-8270-8C85E6079E36}" type="datetimeFigureOut">
              <a:rPr lang="zh-CN" altLang="en-US" smtClean="0"/>
              <a:t>2014-08-22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6D7A8-07FC-461D-A0EE-4B5EACCA42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10861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25203150"/>
            <a:ext cx="5486400" cy="297537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3217067"/>
            <a:ext cx="5486400" cy="216027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28178525"/>
            <a:ext cx="5486400" cy="422552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2C844-3A68-4BB4-8270-8C85E6079E36}" type="datetimeFigureOut">
              <a:rPr lang="zh-CN" altLang="en-US" smtClean="0"/>
              <a:t>2014-08-22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6D7A8-07FC-461D-A0EE-4B5EACCA42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46764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2C844-3A68-4BB4-8270-8C85E6079E36}" type="datetimeFigureOut">
              <a:rPr lang="zh-CN" altLang="en-US" smtClean="0"/>
              <a:t>2014-08-22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6D7A8-07FC-461D-A0EE-4B5EACCA42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4148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1083467"/>
            <a:ext cx="2057400" cy="23036216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083467"/>
            <a:ext cx="6019800" cy="23036216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2C844-3A68-4BB4-8270-8C85E6079E36}" type="datetimeFigureOut">
              <a:rPr lang="zh-CN" altLang="en-US" smtClean="0"/>
              <a:t>2014-08-22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6D7A8-07FC-461D-A0EE-4B5EACCA42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13357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1441853"/>
            <a:ext cx="8229600" cy="60007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8401057"/>
            <a:ext cx="8229600" cy="237613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33370841"/>
            <a:ext cx="2133600" cy="19169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72C844-3A68-4BB4-8270-8C85E6079E36}" type="datetimeFigureOut">
              <a:rPr lang="zh-CN" altLang="en-US" smtClean="0"/>
              <a:t>2014-08-22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33370841"/>
            <a:ext cx="2895600" cy="19169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33370841"/>
            <a:ext cx="2133600" cy="19169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66D7A8-07FC-461D-A0EE-4B5EACCA42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02704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microsoft.com/office/2007/relationships/hdphoto" Target="../media/hdphoto3.wdp"/><Relationship Id="rId18" Type="http://schemas.openxmlformats.org/officeDocument/2006/relationships/image" Target="../media/image12.png"/><Relationship Id="rId3" Type="http://schemas.openxmlformats.org/officeDocument/2006/relationships/image" Target="../media/image1.png"/><Relationship Id="rId7" Type="http://schemas.microsoft.com/office/2007/relationships/hdphoto" Target="../media/hdphoto1.wdp"/><Relationship Id="rId12" Type="http://schemas.openxmlformats.org/officeDocument/2006/relationships/image" Target="../media/image8.png"/><Relationship Id="rId17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6" Type="http://schemas.microsoft.com/office/2007/relationships/hdphoto" Target="../media/hdphoto4.wdp"/><Relationship Id="rId20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7.png"/><Relationship Id="rId5" Type="http://schemas.openxmlformats.org/officeDocument/2006/relationships/image" Target="../media/image3.png"/><Relationship Id="rId15" Type="http://schemas.openxmlformats.org/officeDocument/2006/relationships/image" Target="../media/image10.png"/><Relationship Id="rId10" Type="http://schemas.microsoft.com/office/2007/relationships/hdphoto" Target="../media/hdphoto2.wdp"/><Relationship Id="rId19" Type="http://schemas.microsoft.com/office/2007/relationships/hdphoto" Target="../media/hdphoto5.wdp"/><Relationship Id="rId4" Type="http://schemas.openxmlformats.org/officeDocument/2006/relationships/image" Target="../media/image2.jpeg"/><Relationship Id="rId9" Type="http://schemas.openxmlformats.org/officeDocument/2006/relationships/image" Target="../media/image6.png"/><Relationship Id="rId1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任意多边形 74"/>
          <p:cNvSpPr/>
          <p:nvPr/>
        </p:nvSpPr>
        <p:spPr>
          <a:xfrm>
            <a:off x="561939" y="9855200"/>
            <a:ext cx="8243856" cy="21393150"/>
          </a:xfrm>
          <a:custGeom>
            <a:avLst/>
            <a:gdLst>
              <a:gd name="connsiteX0" fmla="*/ 614642 w 8201237"/>
              <a:gd name="connsiteY0" fmla="*/ 0 h 21945600"/>
              <a:gd name="connsiteX1" fmla="*/ 716242 w 8201237"/>
              <a:gd name="connsiteY1" fmla="*/ 4978400 h 21945600"/>
              <a:gd name="connsiteX2" fmla="*/ 7726642 w 8201237"/>
              <a:gd name="connsiteY2" fmla="*/ 4673600 h 21945600"/>
              <a:gd name="connsiteX3" fmla="*/ 7015442 w 8201237"/>
              <a:gd name="connsiteY3" fmla="*/ 8636000 h 21945600"/>
              <a:gd name="connsiteX4" fmla="*/ 2545042 w 8201237"/>
              <a:gd name="connsiteY4" fmla="*/ 8940800 h 21945600"/>
              <a:gd name="connsiteX5" fmla="*/ 2646642 w 8201237"/>
              <a:gd name="connsiteY5" fmla="*/ 12903200 h 21945600"/>
              <a:gd name="connsiteX6" fmla="*/ 5694642 w 8201237"/>
              <a:gd name="connsiteY6" fmla="*/ 13512800 h 21945600"/>
              <a:gd name="connsiteX7" fmla="*/ 5694642 w 8201237"/>
              <a:gd name="connsiteY7" fmla="*/ 16459200 h 21945600"/>
              <a:gd name="connsiteX8" fmla="*/ 309842 w 8201237"/>
              <a:gd name="connsiteY8" fmla="*/ 16662400 h 21945600"/>
              <a:gd name="connsiteX9" fmla="*/ 1122642 w 8201237"/>
              <a:gd name="connsiteY9" fmla="*/ 21945600 h 21945600"/>
              <a:gd name="connsiteX0" fmla="*/ 657261 w 8243856"/>
              <a:gd name="connsiteY0" fmla="*/ 0 h 21393150"/>
              <a:gd name="connsiteX1" fmla="*/ 758861 w 8243856"/>
              <a:gd name="connsiteY1" fmla="*/ 4978400 h 21393150"/>
              <a:gd name="connsiteX2" fmla="*/ 7769261 w 8243856"/>
              <a:gd name="connsiteY2" fmla="*/ 4673600 h 21393150"/>
              <a:gd name="connsiteX3" fmla="*/ 7058061 w 8243856"/>
              <a:gd name="connsiteY3" fmla="*/ 8636000 h 21393150"/>
              <a:gd name="connsiteX4" fmla="*/ 2587661 w 8243856"/>
              <a:gd name="connsiteY4" fmla="*/ 8940800 h 21393150"/>
              <a:gd name="connsiteX5" fmla="*/ 2689261 w 8243856"/>
              <a:gd name="connsiteY5" fmla="*/ 12903200 h 21393150"/>
              <a:gd name="connsiteX6" fmla="*/ 5737261 w 8243856"/>
              <a:gd name="connsiteY6" fmla="*/ 13512800 h 21393150"/>
              <a:gd name="connsiteX7" fmla="*/ 5737261 w 8243856"/>
              <a:gd name="connsiteY7" fmla="*/ 16459200 h 21393150"/>
              <a:gd name="connsiteX8" fmla="*/ 352461 w 8243856"/>
              <a:gd name="connsiteY8" fmla="*/ 16662400 h 21393150"/>
              <a:gd name="connsiteX9" fmla="*/ 974761 w 8243856"/>
              <a:gd name="connsiteY9" fmla="*/ 21393150 h 21393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243856" h="21393150">
                <a:moveTo>
                  <a:pt x="657261" y="0"/>
                </a:moveTo>
                <a:cubicBezTo>
                  <a:pt x="115394" y="2099733"/>
                  <a:pt x="-426472" y="4199467"/>
                  <a:pt x="758861" y="4978400"/>
                </a:cubicBezTo>
                <a:cubicBezTo>
                  <a:pt x="1944194" y="5757333"/>
                  <a:pt x="6719394" y="4064000"/>
                  <a:pt x="7769261" y="4673600"/>
                </a:cubicBezTo>
                <a:cubicBezTo>
                  <a:pt x="8819128" y="5283200"/>
                  <a:pt x="7921661" y="7924800"/>
                  <a:pt x="7058061" y="8636000"/>
                </a:cubicBezTo>
                <a:cubicBezTo>
                  <a:pt x="6194461" y="9347200"/>
                  <a:pt x="3315794" y="8229600"/>
                  <a:pt x="2587661" y="8940800"/>
                </a:cubicBezTo>
                <a:cubicBezTo>
                  <a:pt x="1859528" y="9652000"/>
                  <a:pt x="2164328" y="12141200"/>
                  <a:pt x="2689261" y="12903200"/>
                </a:cubicBezTo>
                <a:cubicBezTo>
                  <a:pt x="3214194" y="13665200"/>
                  <a:pt x="5229261" y="12920133"/>
                  <a:pt x="5737261" y="13512800"/>
                </a:cubicBezTo>
                <a:cubicBezTo>
                  <a:pt x="6245261" y="14105467"/>
                  <a:pt x="6634728" y="15934267"/>
                  <a:pt x="5737261" y="16459200"/>
                </a:cubicBezTo>
                <a:cubicBezTo>
                  <a:pt x="4839794" y="16984133"/>
                  <a:pt x="1114461" y="15748000"/>
                  <a:pt x="352461" y="16662400"/>
                </a:cubicBezTo>
                <a:cubicBezTo>
                  <a:pt x="-409539" y="17576800"/>
                  <a:pt x="187361" y="19208750"/>
                  <a:pt x="974761" y="21393150"/>
                </a:cubicBezTo>
              </a:path>
            </a:pathLst>
          </a:custGeom>
          <a:noFill/>
          <a:ln w="28575">
            <a:solidFill>
              <a:srgbClr val="863F0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3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7904" y="27579314"/>
            <a:ext cx="2724875" cy="29065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2" name="Picture 2" descr="http://pic22.nipic.com/20120624/2786001_095324412000_2.jpg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148" t="35035" r="6252" b="36153"/>
          <a:stretch/>
        </p:blipFill>
        <p:spPr bwMode="auto">
          <a:xfrm flipH="1">
            <a:off x="227860" y="22180354"/>
            <a:ext cx="2704135" cy="38899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3" name="Picture 2" descr="http://pic22.nipic.com/20120624/2786001_095324412000_2.jpg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374" t="33310" r="34846" b="33310"/>
          <a:stretch/>
        </p:blipFill>
        <p:spPr bwMode="auto">
          <a:xfrm>
            <a:off x="32242" y="15686843"/>
            <a:ext cx="2619810" cy="43369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6" name="Picture 2" descr="http://pic22.nipic.com/20120624/2786001_095324412000_2.jpg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309" r="2699" b="66659"/>
          <a:stretch/>
        </p:blipFill>
        <p:spPr bwMode="auto">
          <a:xfrm>
            <a:off x="6351440" y="19518413"/>
            <a:ext cx="2806323" cy="3884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395536" y="864346"/>
            <a:ext cx="360040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8000"/>
              </a:lnSpc>
            </a:pPr>
            <a:r>
              <a:rPr lang="zh-CN" altLang="en-US" sz="11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兔子</a:t>
            </a:r>
            <a:endParaRPr lang="en-US" altLang="zh-CN" sz="11000" b="1" dirty="0" smtClean="0">
              <a:solidFill>
                <a:schemeClr val="tx2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方正风雅宋简体" pitchFamily="2" charset="-122"/>
              <a:ea typeface="方正风雅宋简体" pitchFamily="2" charset="-122"/>
            </a:endParaRPr>
          </a:p>
          <a:p>
            <a:pPr>
              <a:lnSpc>
                <a:spcPts val="8000"/>
              </a:lnSpc>
            </a:pPr>
            <a:r>
              <a:rPr lang="zh-CN" altLang="en-US" sz="7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我要你</a:t>
            </a:r>
            <a:endParaRPr lang="en-US" altLang="zh-CN" sz="72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ts val="8000"/>
              </a:lnSpc>
            </a:pPr>
            <a:r>
              <a:rPr lang="zh-CN" altLang="en-US" sz="7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更</a:t>
            </a:r>
            <a:r>
              <a:rPr lang="zh-CN" altLang="en-US" sz="7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优秀</a:t>
            </a:r>
            <a:endParaRPr lang="en-US" altLang="zh-CN" sz="72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62715" y="4022184"/>
            <a:ext cx="2957233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700" b="1" dirty="0" smtClean="0">
                <a:solidFill>
                  <a:srgbClr val="69A12B"/>
                </a:solidFill>
                <a:latin typeface="微软雅黑" pitchFamily="34" charset="-122"/>
                <a:ea typeface="微软雅黑" pitchFamily="34" charset="-122"/>
              </a:rPr>
              <a:t>方法对了，小白马上变干将</a:t>
            </a:r>
            <a:endParaRPr lang="en-US" altLang="zh-CN" sz="1700" b="1" dirty="0" smtClean="0">
              <a:solidFill>
                <a:srgbClr val="69A12B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9363" y="4465999"/>
            <a:ext cx="51845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spc="-110" dirty="0" smtClean="0">
                <a:latin typeface="方正风雅宋简体" pitchFamily="2" charset="-122"/>
                <a:ea typeface="方正风雅宋简体" pitchFamily="2" charset="-122"/>
              </a:rPr>
              <a:t>如何沟通、对话，让员工变得自信又高效</a:t>
            </a:r>
            <a:endParaRPr lang="en-US" altLang="zh-CN" sz="1200" spc="-110" dirty="0" smtClean="0">
              <a:latin typeface="方正风雅宋简体" pitchFamily="2" charset="-122"/>
              <a:ea typeface="方正风雅宋简体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681152" y="648322"/>
            <a:ext cx="1314784" cy="14465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8800" b="1" dirty="0">
                <a:solidFill>
                  <a:srgbClr val="69A12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风雅宋简体" pitchFamily="2" charset="-122"/>
                <a:ea typeface="方正风雅宋简体" pitchFamily="2" charset="-122"/>
              </a:rPr>
              <a:t>，</a:t>
            </a:r>
            <a:endParaRPr lang="zh-CN" altLang="en-US" dirty="0">
              <a:solidFill>
                <a:srgbClr val="69A12B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9" name="直接连接符 8"/>
          <p:cNvCxnSpPr>
            <a:endCxn id="7" idx="0"/>
          </p:cNvCxnSpPr>
          <p:nvPr/>
        </p:nvCxnSpPr>
        <p:spPr>
          <a:xfrm flipV="1">
            <a:off x="604508" y="4465999"/>
            <a:ext cx="2497143" cy="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>
            <a:endCxn id="7" idx="2"/>
          </p:cNvCxnSpPr>
          <p:nvPr/>
        </p:nvCxnSpPr>
        <p:spPr>
          <a:xfrm flipV="1">
            <a:off x="572218" y="4742998"/>
            <a:ext cx="2529433" cy="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3707904" y="3312618"/>
            <a:ext cx="2376264" cy="3600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3727305" y="1296394"/>
            <a:ext cx="5418628" cy="26409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" name="TextBox 15"/>
          <p:cNvSpPr txBox="1"/>
          <p:nvPr/>
        </p:nvSpPr>
        <p:spPr>
          <a:xfrm>
            <a:off x="3637686" y="4342889"/>
            <a:ext cx="63292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spc="80" dirty="0" smtClean="0">
                <a:latin typeface="微软雅黑" pitchFamily="34" charset="-122"/>
                <a:ea typeface="微软雅黑" pitchFamily="34" charset="-122"/>
              </a:rPr>
              <a:t>I WANT YOU BETTER，RABBIT</a:t>
            </a:r>
          </a:p>
        </p:txBody>
      </p:sp>
      <p:sp>
        <p:nvSpPr>
          <p:cNvPr id="22" name="矩形 13"/>
          <p:cNvSpPr/>
          <p:nvPr/>
        </p:nvSpPr>
        <p:spPr>
          <a:xfrm rot="10800000">
            <a:off x="2051721" y="8196381"/>
            <a:ext cx="1681605" cy="1940609"/>
          </a:xfrm>
          <a:custGeom>
            <a:avLst/>
            <a:gdLst>
              <a:gd name="connsiteX0" fmla="*/ 0 w 1800201"/>
              <a:gd name="connsiteY0" fmla="*/ 0 h 684076"/>
              <a:gd name="connsiteX1" fmla="*/ 1800201 w 1800201"/>
              <a:gd name="connsiteY1" fmla="*/ 0 h 684076"/>
              <a:gd name="connsiteX2" fmla="*/ 1800201 w 1800201"/>
              <a:gd name="connsiteY2" fmla="*/ 26529 h 684076"/>
              <a:gd name="connsiteX3" fmla="*/ 1134127 w 1800201"/>
              <a:gd name="connsiteY3" fmla="*/ 342038 h 684076"/>
              <a:gd name="connsiteX4" fmla="*/ 1800201 w 1800201"/>
              <a:gd name="connsiteY4" fmla="*/ 657547 h 684076"/>
              <a:gd name="connsiteX5" fmla="*/ 1737165 w 1800201"/>
              <a:gd name="connsiteY5" fmla="*/ 625450 h 684076"/>
              <a:gd name="connsiteX6" fmla="*/ 0 w 1800201"/>
              <a:gd name="connsiteY6" fmla="*/ 684076 h 684076"/>
              <a:gd name="connsiteX7" fmla="*/ 0 w 1800201"/>
              <a:gd name="connsiteY7" fmla="*/ 0 h 684076"/>
              <a:gd name="connsiteX0" fmla="*/ 0 w 1800201"/>
              <a:gd name="connsiteY0" fmla="*/ 0 h 684076"/>
              <a:gd name="connsiteX1" fmla="*/ 1800201 w 1800201"/>
              <a:gd name="connsiteY1" fmla="*/ 0 h 684076"/>
              <a:gd name="connsiteX2" fmla="*/ 1800201 w 1800201"/>
              <a:gd name="connsiteY2" fmla="*/ 26529 h 684076"/>
              <a:gd name="connsiteX3" fmla="*/ 1134127 w 1800201"/>
              <a:gd name="connsiteY3" fmla="*/ 342038 h 684076"/>
              <a:gd name="connsiteX4" fmla="*/ 1800201 w 1800201"/>
              <a:gd name="connsiteY4" fmla="*/ 657547 h 684076"/>
              <a:gd name="connsiteX5" fmla="*/ 1737165 w 1800201"/>
              <a:gd name="connsiteY5" fmla="*/ 625450 h 684076"/>
              <a:gd name="connsiteX6" fmla="*/ 0 w 1800201"/>
              <a:gd name="connsiteY6" fmla="*/ 684076 h 684076"/>
              <a:gd name="connsiteX7" fmla="*/ 0 w 1800201"/>
              <a:gd name="connsiteY7" fmla="*/ 0 h 684076"/>
              <a:gd name="connsiteX0" fmla="*/ 0 w 1800201"/>
              <a:gd name="connsiteY0" fmla="*/ 0 h 684076"/>
              <a:gd name="connsiteX1" fmla="*/ 1800201 w 1800201"/>
              <a:gd name="connsiteY1" fmla="*/ 0 h 684076"/>
              <a:gd name="connsiteX2" fmla="*/ 1800201 w 1800201"/>
              <a:gd name="connsiteY2" fmla="*/ 26529 h 684076"/>
              <a:gd name="connsiteX3" fmla="*/ 1134127 w 1800201"/>
              <a:gd name="connsiteY3" fmla="*/ 342038 h 684076"/>
              <a:gd name="connsiteX4" fmla="*/ 1800201 w 1800201"/>
              <a:gd name="connsiteY4" fmla="*/ 657547 h 684076"/>
              <a:gd name="connsiteX5" fmla="*/ 1737165 w 1800201"/>
              <a:gd name="connsiteY5" fmla="*/ 625450 h 684076"/>
              <a:gd name="connsiteX6" fmla="*/ 0 w 1800201"/>
              <a:gd name="connsiteY6" fmla="*/ 684076 h 684076"/>
              <a:gd name="connsiteX7" fmla="*/ 0 w 1800201"/>
              <a:gd name="connsiteY7" fmla="*/ 0 h 684076"/>
              <a:gd name="connsiteX0" fmla="*/ 0 w 1800201"/>
              <a:gd name="connsiteY0" fmla="*/ 0 h 684076"/>
              <a:gd name="connsiteX1" fmla="*/ 1800201 w 1800201"/>
              <a:gd name="connsiteY1" fmla="*/ 0 h 684076"/>
              <a:gd name="connsiteX2" fmla="*/ 1800201 w 1800201"/>
              <a:gd name="connsiteY2" fmla="*/ 26529 h 684076"/>
              <a:gd name="connsiteX3" fmla="*/ 1134127 w 1800201"/>
              <a:gd name="connsiteY3" fmla="*/ 342038 h 684076"/>
              <a:gd name="connsiteX4" fmla="*/ 1113276 w 1800201"/>
              <a:gd name="connsiteY4" fmla="*/ 357924 h 684076"/>
              <a:gd name="connsiteX5" fmla="*/ 1800201 w 1800201"/>
              <a:gd name="connsiteY5" fmla="*/ 657547 h 684076"/>
              <a:gd name="connsiteX6" fmla="*/ 1737165 w 1800201"/>
              <a:gd name="connsiteY6" fmla="*/ 625450 h 684076"/>
              <a:gd name="connsiteX7" fmla="*/ 0 w 1800201"/>
              <a:gd name="connsiteY7" fmla="*/ 684076 h 684076"/>
              <a:gd name="connsiteX8" fmla="*/ 0 w 1800201"/>
              <a:gd name="connsiteY8" fmla="*/ 0 h 684076"/>
              <a:gd name="connsiteX0" fmla="*/ 0 w 1800201"/>
              <a:gd name="connsiteY0" fmla="*/ 0 h 684076"/>
              <a:gd name="connsiteX1" fmla="*/ 1800201 w 1800201"/>
              <a:gd name="connsiteY1" fmla="*/ 0 h 684076"/>
              <a:gd name="connsiteX2" fmla="*/ 1800201 w 1800201"/>
              <a:gd name="connsiteY2" fmla="*/ 26529 h 684076"/>
              <a:gd name="connsiteX3" fmla="*/ 1134127 w 1800201"/>
              <a:gd name="connsiteY3" fmla="*/ 342038 h 684076"/>
              <a:gd name="connsiteX4" fmla="*/ 1113276 w 1800201"/>
              <a:gd name="connsiteY4" fmla="*/ 357924 h 684076"/>
              <a:gd name="connsiteX5" fmla="*/ 1800201 w 1800201"/>
              <a:gd name="connsiteY5" fmla="*/ 657547 h 684076"/>
              <a:gd name="connsiteX6" fmla="*/ 1737165 w 1800201"/>
              <a:gd name="connsiteY6" fmla="*/ 625450 h 684076"/>
              <a:gd name="connsiteX7" fmla="*/ 0 w 1800201"/>
              <a:gd name="connsiteY7" fmla="*/ 684076 h 684076"/>
              <a:gd name="connsiteX8" fmla="*/ 0 w 1800201"/>
              <a:gd name="connsiteY8" fmla="*/ 0 h 684076"/>
              <a:gd name="connsiteX0" fmla="*/ 0 w 1800201"/>
              <a:gd name="connsiteY0" fmla="*/ 78168 h 762244"/>
              <a:gd name="connsiteX1" fmla="*/ 1585877 w 1800201"/>
              <a:gd name="connsiteY1" fmla="*/ 0 h 762244"/>
              <a:gd name="connsiteX2" fmla="*/ 1800201 w 1800201"/>
              <a:gd name="connsiteY2" fmla="*/ 104697 h 762244"/>
              <a:gd name="connsiteX3" fmla="*/ 1134127 w 1800201"/>
              <a:gd name="connsiteY3" fmla="*/ 420206 h 762244"/>
              <a:gd name="connsiteX4" fmla="*/ 1113276 w 1800201"/>
              <a:gd name="connsiteY4" fmla="*/ 436092 h 762244"/>
              <a:gd name="connsiteX5" fmla="*/ 1800201 w 1800201"/>
              <a:gd name="connsiteY5" fmla="*/ 735715 h 762244"/>
              <a:gd name="connsiteX6" fmla="*/ 1737165 w 1800201"/>
              <a:gd name="connsiteY6" fmla="*/ 703618 h 762244"/>
              <a:gd name="connsiteX7" fmla="*/ 0 w 1800201"/>
              <a:gd name="connsiteY7" fmla="*/ 762244 h 762244"/>
              <a:gd name="connsiteX8" fmla="*/ 0 w 1800201"/>
              <a:gd name="connsiteY8" fmla="*/ 78168 h 762244"/>
              <a:gd name="connsiteX0" fmla="*/ 0 w 1800201"/>
              <a:gd name="connsiteY0" fmla="*/ 78168 h 762244"/>
              <a:gd name="connsiteX1" fmla="*/ 1585877 w 1800201"/>
              <a:gd name="connsiteY1" fmla="*/ 0 h 762244"/>
              <a:gd name="connsiteX2" fmla="*/ 1573268 w 1800201"/>
              <a:gd name="connsiteY2" fmla="*/ 11872 h 762244"/>
              <a:gd name="connsiteX3" fmla="*/ 1134127 w 1800201"/>
              <a:gd name="connsiteY3" fmla="*/ 420206 h 762244"/>
              <a:gd name="connsiteX4" fmla="*/ 1113276 w 1800201"/>
              <a:gd name="connsiteY4" fmla="*/ 436092 h 762244"/>
              <a:gd name="connsiteX5" fmla="*/ 1800201 w 1800201"/>
              <a:gd name="connsiteY5" fmla="*/ 735715 h 762244"/>
              <a:gd name="connsiteX6" fmla="*/ 1737165 w 1800201"/>
              <a:gd name="connsiteY6" fmla="*/ 703618 h 762244"/>
              <a:gd name="connsiteX7" fmla="*/ 0 w 1800201"/>
              <a:gd name="connsiteY7" fmla="*/ 762244 h 762244"/>
              <a:gd name="connsiteX8" fmla="*/ 0 w 1800201"/>
              <a:gd name="connsiteY8" fmla="*/ 78168 h 762244"/>
              <a:gd name="connsiteX0" fmla="*/ 0 w 1737165"/>
              <a:gd name="connsiteY0" fmla="*/ 78168 h 762244"/>
              <a:gd name="connsiteX1" fmla="*/ 1585877 w 1737165"/>
              <a:gd name="connsiteY1" fmla="*/ 0 h 762244"/>
              <a:gd name="connsiteX2" fmla="*/ 1573268 w 1737165"/>
              <a:gd name="connsiteY2" fmla="*/ 11872 h 762244"/>
              <a:gd name="connsiteX3" fmla="*/ 1134127 w 1737165"/>
              <a:gd name="connsiteY3" fmla="*/ 420206 h 762244"/>
              <a:gd name="connsiteX4" fmla="*/ 1113276 w 1737165"/>
              <a:gd name="connsiteY4" fmla="*/ 436092 h 762244"/>
              <a:gd name="connsiteX5" fmla="*/ 1737165 w 1737165"/>
              <a:gd name="connsiteY5" fmla="*/ 703618 h 762244"/>
              <a:gd name="connsiteX6" fmla="*/ 0 w 1737165"/>
              <a:gd name="connsiteY6" fmla="*/ 762244 h 762244"/>
              <a:gd name="connsiteX7" fmla="*/ 0 w 1737165"/>
              <a:gd name="connsiteY7" fmla="*/ 78168 h 762244"/>
              <a:gd name="connsiteX0" fmla="*/ 0 w 1749773"/>
              <a:gd name="connsiteY0" fmla="*/ 78168 h 762244"/>
              <a:gd name="connsiteX1" fmla="*/ 1585877 w 1749773"/>
              <a:gd name="connsiteY1" fmla="*/ 0 h 762244"/>
              <a:gd name="connsiteX2" fmla="*/ 1573268 w 1749773"/>
              <a:gd name="connsiteY2" fmla="*/ 11872 h 762244"/>
              <a:gd name="connsiteX3" fmla="*/ 1134127 w 1749773"/>
              <a:gd name="connsiteY3" fmla="*/ 420206 h 762244"/>
              <a:gd name="connsiteX4" fmla="*/ 1113276 w 1749773"/>
              <a:gd name="connsiteY4" fmla="*/ 436092 h 762244"/>
              <a:gd name="connsiteX5" fmla="*/ 1749773 w 1749773"/>
              <a:gd name="connsiteY5" fmla="*/ 615679 h 762244"/>
              <a:gd name="connsiteX6" fmla="*/ 0 w 1749773"/>
              <a:gd name="connsiteY6" fmla="*/ 762244 h 762244"/>
              <a:gd name="connsiteX7" fmla="*/ 0 w 1749773"/>
              <a:gd name="connsiteY7" fmla="*/ 78168 h 762244"/>
              <a:gd name="connsiteX0" fmla="*/ 0 w 1749773"/>
              <a:gd name="connsiteY0" fmla="*/ 78168 h 762244"/>
              <a:gd name="connsiteX1" fmla="*/ 1585877 w 1749773"/>
              <a:gd name="connsiteY1" fmla="*/ 0 h 762244"/>
              <a:gd name="connsiteX2" fmla="*/ 1573268 w 1749773"/>
              <a:gd name="connsiteY2" fmla="*/ 11872 h 762244"/>
              <a:gd name="connsiteX3" fmla="*/ 1113276 w 1749773"/>
              <a:gd name="connsiteY3" fmla="*/ 436092 h 762244"/>
              <a:gd name="connsiteX4" fmla="*/ 1749773 w 1749773"/>
              <a:gd name="connsiteY4" fmla="*/ 615679 h 762244"/>
              <a:gd name="connsiteX5" fmla="*/ 0 w 1749773"/>
              <a:gd name="connsiteY5" fmla="*/ 762244 h 762244"/>
              <a:gd name="connsiteX6" fmla="*/ 0 w 1749773"/>
              <a:gd name="connsiteY6" fmla="*/ 78168 h 762244"/>
              <a:gd name="connsiteX0" fmla="*/ 0 w 1749773"/>
              <a:gd name="connsiteY0" fmla="*/ 78168 h 762244"/>
              <a:gd name="connsiteX1" fmla="*/ 1585877 w 1749773"/>
              <a:gd name="connsiteY1" fmla="*/ 0 h 762244"/>
              <a:gd name="connsiteX2" fmla="*/ 1573268 w 1749773"/>
              <a:gd name="connsiteY2" fmla="*/ 11872 h 762244"/>
              <a:gd name="connsiteX3" fmla="*/ 1088062 w 1749773"/>
              <a:gd name="connsiteY3" fmla="*/ 397008 h 762244"/>
              <a:gd name="connsiteX4" fmla="*/ 1749773 w 1749773"/>
              <a:gd name="connsiteY4" fmla="*/ 615679 h 762244"/>
              <a:gd name="connsiteX5" fmla="*/ 0 w 1749773"/>
              <a:gd name="connsiteY5" fmla="*/ 762244 h 762244"/>
              <a:gd name="connsiteX6" fmla="*/ 0 w 1749773"/>
              <a:gd name="connsiteY6" fmla="*/ 78168 h 762244"/>
              <a:gd name="connsiteX0" fmla="*/ 0 w 1749773"/>
              <a:gd name="connsiteY0" fmla="*/ 78168 h 762244"/>
              <a:gd name="connsiteX1" fmla="*/ 763724 w 1749773"/>
              <a:gd name="connsiteY1" fmla="*/ 39095 h 762244"/>
              <a:gd name="connsiteX2" fmla="*/ 1585877 w 1749773"/>
              <a:gd name="connsiteY2" fmla="*/ 0 h 762244"/>
              <a:gd name="connsiteX3" fmla="*/ 1573268 w 1749773"/>
              <a:gd name="connsiteY3" fmla="*/ 11872 h 762244"/>
              <a:gd name="connsiteX4" fmla="*/ 1088062 w 1749773"/>
              <a:gd name="connsiteY4" fmla="*/ 397008 h 762244"/>
              <a:gd name="connsiteX5" fmla="*/ 1749773 w 1749773"/>
              <a:gd name="connsiteY5" fmla="*/ 615679 h 762244"/>
              <a:gd name="connsiteX6" fmla="*/ 0 w 1749773"/>
              <a:gd name="connsiteY6" fmla="*/ 762244 h 762244"/>
              <a:gd name="connsiteX7" fmla="*/ 0 w 1749773"/>
              <a:gd name="connsiteY7" fmla="*/ 78168 h 762244"/>
              <a:gd name="connsiteX0" fmla="*/ 0 w 1749773"/>
              <a:gd name="connsiteY0" fmla="*/ 78168 h 762244"/>
              <a:gd name="connsiteX1" fmla="*/ 750081 w 1749773"/>
              <a:gd name="connsiteY1" fmla="*/ 76105 h 762244"/>
              <a:gd name="connsiteX2" fmla="*/ 1585877 w 1749773"/>
              <a:gd name="connsiteY2" fmla="*/ 0 h 762244"/>
              <a:gd name="connsiteX3" fmla="*/ 1573268 w 1749773"/>
              <a:gd name="connsiteY3" fmla="*/ 11872 h 762244"/>
              <a:gd name="connsiteX4" fmla="*/ 1088062 w 1749773"/>
              <a:gd name="connsiteY4" fmla="*/ 397008 h 762244"/>
              <a:gd name="connsiteX5" fmla="*/ 1749773 w 1749773"/>
              <a:gd name="connsiteY5" fmla="*/ 615679 h 762244"/>
              <a:gd name="connsiteX6" fmla="*/ 0 w 1749773"/>
              <a:gd name="connsiteY6" fmla="*/ 762244 h 762244"/>
              <a:gd name="connsiteX7" fmla="*/ 0 w 1749773"/>
              <a:gd name="connsiteY7" fmla="*/ 78168 h 762244"/>
              <a:gd name="connsiteX0" fmla="*/ 0 w 1749773"/>
              <a:gd name="connsiteY0" fmla="*/ 78168 h 762244"/>
              <a:gd name="connsiteX1" fmla="*/ 750081 w 1749773"/>
              <a:gd name="connsiteY1" fmla="*/ 76105 h 762244"/>
              <a:gd name="connsiteX2" fmla="*/ 1585877 w 1749773"/>
              <a:gd name="connsiteY2" fmla="*/ 0 h 762244"/>
              <a:gd name="connsiteX3" fmla="*/ 1573268 w 1749773"/>
              <a:gd name="connsiteY3" fmla="*/ 11872 h 762244"/>
              <a:gd name="connsiteX4" fmla="*/ 1088062 w 1749773"/>
              <a:gd name="connsiteY4" fmla="*/ 397008 h 762244"/>
              <a:gd name="connsiteX5" fmla="*/ 1749773 w 1749773"/>
              <a:gd name="connsiteY5" fmla="*/ 615679 h 762244"/>
              <a:gd name="connsiteX6" fmla="*/ 0 w 1749773"/>
              <a:gd name="connsiteY6" fmla="*/ 762244 h 762244"/>
              <a:gd name="connsiteX7" fmla="*/ 0 w 1749773"/>
              <a:gd name="connsiteY7" fmla="*/ 78168 h 762244"/>
              <a:gd name="connsiteX0" fmla="*/ 0 w 1749773"/>
              <a:gd name="connsiteY0" fmla="*/ 78168 h 762244"/>
              <a:gd name="connsiteX1" fmla="*/ 750081 w 1749773"/>
              <a:gd name="connsiteY1" fmla="*/ 76105 h 762244"/>
              <a:gd name="connsiteX2" fmla="*/ 1585877 w 1749773"/>
              <a:gd name="connsiteY2" fmla="*/ 0 h 762244"/>
              <a:gd name="connsiteX3" fmla="*/ 1573268 w 1749773"/>
              <a:gd name="connsiteY3" fmla="*/ 11872 h 762244"/>
              <a:gd name="connsiteX4" fmla="*/ 1088062 w 1749773"/>
              <a:gd name="connsiteY4" fmla="*/ 397008 h 762244"/>
              <a:gd name="connsiteX5" fmla="*/ 1749773 w 1749773"/>
              <a:gd name="connsiteY5" fmla="*/ 615679 h 762244"/>
              <a:gd name="connsiteX6" fmla="*/ 0 w 1749773"/>
              <a:gd name="connsiteY6" fmla="*/ 762244 h 762244"/>
              <a:gd name="connsiteX7" fmla="*/ 0 w 1749773"/>
              <a:gd name="connsiteY7" fmla="*/ 78168 h 762244"/>
              <a:gd name="connsiteX0" fmla="*/ 0 w 1749773"/>
              <a:gd name="connsiteY0" fmla="*/ 78168 h 762244"/>
              <a:gd name="connsiteX1" fmla="*/ 681863 w 1749773"/>
              <a:gd name="connsiteY1" fmla="*/ 81392 h 762244"/>
              <a:gd name="connsiteX2" fmla="*/ 1585877 w 1749773"/>
              <a:gd name="connsiteY2" fmla="*/ 0 h 762244"/>
              <a:gd name="connsiteX3" fmla="*/ 1573268 w 1749773"/>
              <a:gd name="connsiteY3" fmla="*/ 11872 h 762244"/>
              <a:gd name="connsiteX4" fmla="*/ 1088062 w 1749773"/>
              <a:gd name="connsiteY4" fmla="*/ 397008 h 762244"/>
              <a:gd name="connsiteX5" fmla="*/ 1749773 w 1749773"/>
              <a:gd name="connsiteY5" fmla="*/ 615679 h 762244"/>
              <a:gd name="connsiteX6" fmla="*/ 0 w 1749773"/>
              <a:gd name="connsiteY6" fmla="*/ 762244 h 762244"/>
              <a:gd name="connsiteX7" fmla="*/ 0 w 1749773"/>
              <a:gd name="connsiteY7" fmla="*/ 78168 h 762244"/>
              <a:gd name="connsiteX0" fmla="*/ 0 w 1845279"/>
              <a:gd name="connsiteY0" fmla="*/ 78168 h 762244"/>
              <a:gd name="connsiteX1" fmla="*/ 681863 w 1845279"/>
              <a:gd name="connsiteY1" fmla="*/ 81392 h 762244"/>
              <a:gd name="connsiteX2" fmla="*/ 1585877 w 1845279"/>
              <a:gd name="connsiteY2" fmla="*/ 0 h 762244"/>
              <a:gd name="connsiteX3" fmla="*/ 1573268 w 1845279"/>
              <a:gd name="connsiteY3" fmla="*/ 11872 h 762244"/>
              <a:gd name="connsiteX4" fmla="*/ 1088062 w 1845279"/>
              <a:gd name="connsiteY4" fmla="*/ 397008 h 762244"/>
              <a:gd name="connsiteX5" fmla="*/ 1845279 w 1845279"/>
              <a:gd name="connsiteY5" fmla="*/ 583957 h 762244"/>
              <a:gd name="connsiteX6" fmla="*/ 0 w 1845279"/>
              <a:gd name="connsiteY6" fmla="*/ 762244 h 762244"/>
              <a:gd name="connsiteX7" fmla="*/ 0 w 1845279"/>
              <a:gd name="connsiteY7" fmla="*/ 78168 h 762244"/>
              <a:gd name="connsiteX0" fmla="*/ 0 w 1845279"/>
              <a:gd name="connsiteY0" fmla="*/ 78168 h 762244"/>
              <a:gd name="connsiteX1" fmla="*/ 681863 w 1845279"/>
              <a:gd name="connsiteY1" fmla="*/ 81392 h 762244"/>
              <a:gd name="connsiteX2" fmla="*/ 1585877 w 1845279"/>
              <a:gd name="connsiteY2" fmla="*/ 0 h 762244"/>
              <a:gd name="connsiteX3" fmla="*/ 1573268 w 1845279"/>
              <a:gd name="connsiteY3" fmla="*/ 11872 h 762244"/>
              <a:gd name="connsiteX4" fmla="*/ 1088062 w 1845279"/>
              <a:gd name="connsiteY4" fmla="*/ 397008 h 762244"/>
              <a:gd name="connsiteX5" fmla="*/ 1845279 w 1845279"/>
              <a:gd name="connsiteY5" fmla="*/ 583957 h 762244"/>
              <a:gd name="connsiteX6" fmla="*/ 1022952 w 1845279"/>
              <a:gd name="connsiteY6" fmla="*/ 662967 h 762244"/>
              <a:gd name="connsiteX7" fmla="*/ 0 w 1845279"/>
              <a:gd name="connsiteY7" fmla="*/ 762244 h 762244"/>
              <a:gd name="connsiteX8" fmla="*/ 0 w 1845279"/>
              <a:gd name="connsiteY8" fmla="*/ 78168 h 762244"/>
              <a:gd name="connsiteX0" fmla="*/ 0 w 1845279"/>
              <a:gd name="connsiteY0" fmla="*/ 78168 h 762244"/>
              <a:gd name="connsiteX1" fmla="*/ 681863 w 1845279"/>
              <a:gd name="connsiteY1" fmla="*/ 81392 h 762244"/>
              <a:gd name="connsiteX2" fmla="*/ 1585877 w 1845279"/>
              <a:gd name="connsiteY2" fmla="*/ 0 h 762244"/>
              <a:gd name="connsiteX3" fmla="*/ 1573268 w 1845279"/>
              <a:gd name="connsiteY3" fmla="*/ 11872 h 762244"/>
              <a:gd name="connsiteX4" fmla="*/ 1088062 w 1845279"/>
              <a:gd name="connsiteY4" fmla="*/ 397008 h 762244"/>
              <a:gd name="connsiteX5" fmla="*/ 1845279 w 1845279"/>
              <a:gd name="connsiteY5" fmla="*/ 583957 h 762244"/>
              <a:gd name="connsiteX6" fmla="*/ 1022952 w 1845279"/>
              <a:gd name="connsiteY6" fmla="*/ 684116 h 762244"/>
              <a:gd name="connsiteX7" fmla="*/ 0 w 1845279"/>
              <a:gd name="connsiteY7" fmla="*/ 762244 h 762244"/>
              <a:gd name="connsiteX8" fmla="*/ 0 w 1845279"/>
              <a:gd name="connsiteY8" fmla="*/ 78168 h 762244"/>
              <a:gd name="connsiteX0" fmla="*/ 0 w 1845279"/>
              <a:gd name="connsiteY0" fmla="*/ 78168 h 796826"/>
              <a:gd name="connsiteX1" fmla="*/ 681863 w 1845279"/>
              <a:gd name="connsiteY1" fmla="*/ 81392 h 796826"/>
              <a:gd name="connsiteX2" fmla="*/ 1585877 w 1845279"/>
              <a:gd name="connsiteY2" fmla="*/ 0 h 796826"/>
              <a:gd name="connsiteX3" fmla="*/ 1573268 w 1845279"/>
              <a:gd name="connsiteY3" fmla="*/ 11872 h 796826"/>
              <a:gd name="connsiteX4" fmla="*/ 1088062 w 1845279"/>
              <a:gd name="connsiteY4" fmla="*/ 397008 h 796826"/>
              <a:gd name="connsiteX5" fmla="*/ 1845279 w 1845279"/>
              <a:gd name="connsiteY5" fmla="*/ 583957 h 796826"/>
              <a:gd name="connsiteX6" fmla="*/ 1022952 w 1845279"/>
              <a:gd name="connsiteY6" fmla="*/ 684116 h 796826"/>
              <a:gd name="connsiteX7" fmla="*/ 0 w 1845279"/>
              <a:gd name="connsiteY7" fmla="*/ 762244 h 796826"/>
              <a:gd name="connsiteX8" fmla="*/ 0 w 1845279"/>
              <a:gd name="connsiteY8" fmla="*/ 78168 h 796826"/>
              <a:gd name="connsiteX0" fmla="*/ 0 w 1845279"/>
              <a:gd name="connsiteY0" fmla="*/ 78168 h 762244"/>
              <a:gd name="connsiteX1" fmla="*/ 681863 w 1845279"/>
              <a:gd name="connsiteY1" fmla="*/ 81392 h 762244"/>
              <a:gd name="connsiteX2" fmla="*/ 1585877 w 1845279"/>
              <a:gd name="connsiteY2" fmla="*/ 0 h 762244"/>
              <a:gd name="connsiteX3" fmla="*/ 1573268 w 1845279"/>
              <a:gd name="connsiteY3" fmla="*/ 11872 h 762244"/>
              <a:gd name="connsiteX4" fmla="*/ 1088062 w 1845279"/>
              <a:gd name="connsiteY4" fmla="*/ 397008 h 762244"/>
              <a:gd name="connsiteX5" fmla="*/ 1845279 w 1845279"/>
              <a:gd name="connsiteY5" fmla="*/ 583957 h 762244"/>
              <a:gd name="connsiteX6" fmla="*/ 1022952 w 1845279"/>
              <a:gd name="connsiteY6" fmla="*/ 684116 h 762244"/>
              <a:gd name="connsiteX7" fmla="*/ 0 w 1845279"/>
              <a:gd name="connsiteY7" fmla="*/ 762244 h 762244"/>
              <a:gd name="connsiteX8" fmla="*/ 0 w 1845279"/>
              <a:gd name="connsiteY8" fmla="*/ 78168 h 762244"/>
              <a:gd name="connsiteX0" fmla="*/ 0 w 1831635"/>
              <a:gd name="connsiteY0" fmla="*/ 78168 h 762244"/>
              <a:gd name="connsiteX1" fmla="*/ 681863 w 1831635"/>
              <a:gd name="connsiteY1" fmla="*/ 81392 h 762244"/>
              <a:gd name="connsiteX2" fmla="*/ 1585877 w 1831635"/>
              <a:gd name="connsiteY2" fmla="*/ 0 h 762244"/>
              <a:gd name="connsiteX3" fmla="*/ 1573268 w 1831635"/>
              <a:gd name="connsiteY3" fmla="*/ 11872 h 762244"/>
              <a:gd name="connsiteX4" fmla="*/ 1088062 w 1831635"/>
              <a:gd name="connsiteY4" fmla="*/ 397008 h 762244"/>
              <a:gd name="connsiteX5" fmla="*/ 1831635 w 1831635"/>
              <a:gd name="connsiteY5" fmla="*/ 520512 h 762244"/>
              <a:gd name="connsiteX6" fmla="*/ 1022952 w 1831635"/>
              <a:gd name="connsiteY6" fmla="*/ 684116 h 762244"/>
              <a:gd name="connsiteX7" fmla="*/ 0 w 1831635"/>
              <a:gd name="connsiteY7" fmla="*/ 762244 h 762244"/>
              <a:gd name="connsiteX8" fmla="*/ 0 w 1831635"/>
              <a:gd name="connsiteY8" fmla="*/ 78168 h 762244"/>
              <a:gd name="connsiteX0" fmla="*/ 0 w 1831635"/>
              <a:gd name="connsiteY0" fmla="*/ 119166 h 803242"/>
              <a:gd name="connsiteX1" fmla="*/ 681863 w 1831635"/>
              <a:gd name="connsiteY1" fmla="*/ 122390 h 803242"/>
              <a:gd name="connsiteX2" fmla="*/ 1585877 w 1831635"/>
              <a:gd name="connsiteY2" fmla="*/ 40998 h 803242"/>
              <a:gd name="connsiteX3" fmla="*/ 1573268 w 1831635"/>
              <a:gd name="connsiteY3" fmla="*/ 0 h 803242"/>
              <a:gd name="connsiteX4" fmla="*/ 1088062 w 1831635"/>
              <a:gd name="connsiteY4" fmla="*/ 438006 h 803242"/>
              <a:gd name="connsiteX5" fmla="*/ 1831635 w 1831635"/>
              <a:gd name="connsiteY5" fmla="*/ 561510 h 803242"/>
              <a:gd name="connsiteX6" fmla="*/ 1022952 w 1831635"/>
              <a:gd name="connsiteY6" fmla="*/ 725114 h 803242"/>
              <a:gd name="connsiteX7" fmla="*/ 0 w 1831635"/>
              <a:gd name="connsiteY7" fmla="*/ 803242 h 803242"/>
              <a:gd name="connsiteX8" fmla="*/ 0 w 1831635"/>
              <a:gd name="connsiteY8" fmla="*/ 119166 h 803242"/>
              <a:gd name="connsiteX0" fmla="*/ 0 w 1831635"/>
              <a:gd name="connsiteY0" fmla="*/ 119166 h 803242"/>
              <a:gd name="connsiteX1" fmla="*/ 709150 w 1831635"/>
              <a:gd name="connsiteY1" fmla="*/ 101241 h 803242"/>
              <a:gd name="connsiteX2" fmla="*/ 1585877 w 1831635"/>
              <a:gd name="connsiteY2" fmla="*/ 40998 h 803242"/>
              <a:gd name="connsiteX3" fmla="*/ 1573268 w 1831635"/>
              <a:gd name="connsiteY3" fmla="*/ 0 h 803242"/>
              <a:gd name="connsiteX4" fmla="*/ 1088062 w 1831635"/>
              <a:gd name="connsiteY4" fmla="*/ 438006 h 803242"/>
              <a:gd name="connsiteX5" fmla="*/ 1831635 w 1831635"/>
              <a:gd name="connsiteY5" fmla="*/ 561510 h 803242"/>
              <a:gd name="connsiteX6" fmla="*/ 1022952 w 1831635"/>
              <a:gd name="connsiteY6" fmla="*/ 725114 h 803242"/>
              <a:gd name="connsiteX7" fmla="*/ 0 w 1831635"/>
              <a:gd name="connsiteY7" fmla="*/ 803242 h 803242"/>
              <a:gd name="connsiteX8" fmla="*/ 0 w 1831635"/>
              <a:gd name="connsiteY8" fmla="*/ 119166 h 803242"/>
              <a:gd name="connsiteX0" fmla="*/ 0 w 1831635"/>
              <a:gd name="connsiteY0" fmla="*/ 132534 h 816610"/>
              <a:gd name="connsiteX1" fmla="*/ 709150 w 1831635"/>
              <a:gd name="connsiteY1" fmla="*/ 114609 h 816610"/>
              <a:gd name="connsiteX2" fmla="*/ 1573268 w 1831635"/>
              <a:gd name="connsiteY2" fmla="*/ 13368 h 816610"/>
              <a:gd name="connsiteX3" fmla="*/ 1088062 w 1831635"/>
              <a:gd name="connsiteY3" fmla="*/ 451374 h 816610"/>
              <a:gd name="connsiteX4" fmla="*/ 1831635 w 1831635"/>
              <a:gd name="connsiteY4" fmla="*/ 574878 h 816610"/>
              <a:gd name="connsiteX5" fmla="*/ 1022952 w 1831635"/>
              <a:gd name="connsiteY5" fmla="*/ 738482 h 816610"/>
              <a:gd name="connsiteX6" fmla="*/ 0 w 1831635"/>
              <a:gd name="connsiteY6" fmla="*/ 816610 h 816610"/>
              <a:gd name="connsiteX7" fmla="*/ 0 w 1831635"/>
              <a:gd name="connsiteY7" fmla="*/ 132534 h 816610"/>
              <a:gd name="connsiteX0" fmla="*/ 0 w 1831635"/>
              <a:gd name="connsiteY0" fmla="*/ 147464 h 831540"/>
              <a:gd name="connsiteX1" fmla="*/ 709150 w 1831635"/>
              <a:gd name="connsiteY1" fmla="*/ 129539 h 831540"/>
              <a:gd name="connsiteX2" fmla="*/ 1573268 w 1831635"/>
              <a:gd name="connsiteY2" fmla="*/ 12437 h 831540"/>
              <a:gd name="connsiteX3" fmla="*/ 1088062 w 1831635"/>
              <a:gd name="connsiteY3" fmla="*/ 466304 h 831540"/>
              <a:gd name="connsiteX4" fmla="*/ 1831635 w 1831635"/>
              <a:gd name="connsiteY4" fmla="*/ 589808 h 831540"/>
              <a:gd name="connsiteX5" fmla="*/ 1022952 w 1831635"/>
              <a:gd name="connsiteY5" fmla="*/ 753412 h 831540"/>
              <a:gd name="connsiteX6" fmla="*/ 0 w 1831635"/>
              <a:gd name="connsiteY6" fmla="*/ 831540 h 831540"/>
              <a:gd name="connsiteX7" fmla="*/ 0 w 1831635"/>
              <a:gd name="connsiteY7" fmla="*/ 147464 h 831540"/>
              <a:gd name="connsiteX0" fmla="*/ 0 w 1831635"/>
              <a:gd name="connsiteY0" fmla="*/ 135027 h 819103"/>
              <a:gd name="connsiteX1" fmla="*/ 709150 w 1831635"/>
              <a:gd name="connsiteY1" fmla="*/ 117102 h 819103"/>
              <a:gd name="connsiteX2" fmla="*/ 1573268 w 1831635"/>
              <a:gd name="connsiteY2" fmla="*/ 0 h 819103"/>
              <a:gd name="connsiteX3" fmla="*/ 1088062 w 1831635"/>
              <a:gd name="connsiteY3" fmla="*/ 453867 h 819103"/>
              <a:gd name="connsiteX4" fmla="*/ 1831635 w 1831635"/>
              <a:gd name="connsiteY4" fmla="*/ 577371 h 819103"/>
              <a:gd name="connsiteX5" fmla="*/ 1022952 w 1831635"/>
              <a:gd name="connsiteY5" fmla="*/ 740975 h 819103"/>
              <a:gd name="connsiteX6" fmla="*/ 0 w 1831635"/>
              <a:gd name="connsiteY6" fmla="*/ 819103 h 819103"/>
              <a:gd name="connsiteX7" fmla="*/ 0 w 1831635"/>
              <a:gd name="connsiteY7" fmla="*/ 135027 h 819103"/>
              <a:gd name="connsiteX0" fmla="*/ 0 w 1831635"/>
              <a:gd name="connsiteY0" fmla="*/ 135027 h 819103"/>
              <a:gd name="connsiteX1" fmla="*/ 709150 w 1831635"/>
              <a:gd name="connsiteY1" fmla="*/ 117102 h 819103"/>
              <a:gd name="connsiteX2" fmla="*/ 1573268 w 1831635"/>
              <a:gd name="connsiteY2" fmla="*/ 0 h 819103"/>
              <a:gd name="connsiteX3" fmla="*/ 1088062 w 1831635"/>
              <a:gd name="connsiteY3" fmla="*/ 453867 h 819103"/>
              <a:gd name="connsiteX4" fmla="*/ 1831635 w 1831635"/>
              <a:gd name="connsiteY4" fmla="*/ 577371 h 819103"/>
              <a:gd name="connsiteX5" fmla="*/ 1022952 w 1831635"/>
              <a:gd name="connsiteY5" fmla="*/ 740975 h 819103"/>
              <a:gd name="connsiteX6" fmla="*/ 0 w 1831635"/>
              <a:gd name="connsiteY6" fmla="*/ 819103 h 819103"/>
              <a:gd name="connsiteX7" fmla="*/ 0 w 1831635"/>
              <a:gd name="connsiteY7" fmla="*/ 135027 h 8191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831635" h="819103">
                <a:moveTo>
                  <a:pt x="0" y="135027"/>
                </a:moveTo>
                <a:cubicBezTo>
                  <a:pt x="375040" y="133995"/>
                  <a:pt x="378721" y="129032"/>
                  <a:pt x="709150" y="117102"/>
                </a:cubicBezTo>
                <a:cubicBezTo>
                  <a:pt x="1039579" y="105172"/>
                  <a:pt x="1250888" y="65475"/>
                  <a:pt x="1573268" y="0"/>
                </a:cubicBezTo>
                <a:lnTo>
                  <a:pt x="1088062" y="453867"/>
                </a:lnTo>
                <a:lnTo>
                  <a:pt x="1831635" y="577371"/>
                </a:lnTo>
                <a:cubicBezTo>
                  <a:pt x="1820783" y="625222"/>
                  <a:pt x="1328224" y="700686"/>
                  <a:pt x="1022952" y="740975"/>
                </a:cubicBezTo>
                <a:cubicBezTo>
                  <a:pt x="717680" y="781264"/>
                  <a:pt x="334216" y="803779"/>
                  <a:pt x="0" y="819103"/>
                </a:cubicBezTo>
                <a:lnTo>
                  <a:pt x="0" y="135027"/>
                </a:lnTo>
                <a:close/>
              </a:path>
            </a:pathLst>
          </a:custGeom>
          <a:solidFill>
            <a:srgbClr val="92D050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7495563" y="8119774"/>
            <a:ext cx="1575688" cy="2003556"/>
          </a:xfrm>
          <a:custGeom>
            <a:avLst/>
            <a:gdLst>
              <a:gd name="connsiteX0" fmla="*/ 0 w 1800201"/>
              <a:gd name="connsiteY0" fmla="*/ 0 h 684076"/>
              <a:gd name="connsiteX1" fmla="*/ 1800201 w 1800201"/>
              <a:gd name="connsiteY1" fmla="*/ 0 h 684076"/>
              <a:gd name="connsiteX2" fmla="*/ 1800201 w 1800201"/>
              <a:gd name="connsiteY2" fmla="*/ 26529 h 684076"/>
              <a:gd name="connsiteX3" fmla="*/ 1134127 w 1800201"/>
              <a:gd name="connsiteY3" fmla="*/ 342038 h 684076"/>
              <a:gd name="connsiteX4" fmla="*/ 1800201 w 1800201"/>
              <a:gd name="connsiteY4" fmla="*/ 657547 h 684076"/>
              <a:gd name="connsiteX5" fmla="*/ 1800201 w 1800201"/>
              <a:gd name="connsiteY5" fmla="*/ 684076 h 684076"/>
              <a:gd name="connsiteX6" fmla="*/ 0 w 1800201"/>
              <a:gd name="connsiteY6" fmla="*/ 684076 h 684076"/>
              <a:gd name="connsiteX7" fmla="*/ 0 w 1800201"/>
              <a:gd name="connsiteY7" fmla="*/ 0 h 684076"/>
              <a:gd name="connsiteX0" fmla="*/ 0 w 1800201"/>
              <a:gd name="connsiteY0" fmla="*/ 0 h 811099"/>
              <a:gd name="connsiteX1" fmla="*/ 1800201 w 1800201"/>
              <a:gd name="connsiteY1" fmla="*/ 0 h 811099"/>
              <a:gd name="connsiteX2" fmla="*/ 1800201 w 1800201"/>
              <a:gd name="connsiteY2" fmla="*/ 26529 h 811099"/>
              <a:gd name="connsiteX3" fmla="*/ 1134127 w 1800201"/>
              <a:gd name="connsiteY3" fmla="*/ 342038 h 811099"/>
              <a:gd name="connsiteX4" fmla="*/ 1800201 w 1800201"/>
              <a:gd name="connsiteY4" fmla="*/ 657547 h 811099"/>
              <a:gd name="connsiteX5" fmla="*/ 1674127 w 1800201"/>
              <a:gd name="connsiteY5" fmla="*/ 811099 h 811099"/>
              <a:gd name="connsiteX6" fmla="*/ 0 w 1800201"/>
              <a:gd name="connsiteY6" fmla="*/ 684076 h 811099"/>
              <a:gd name="connsiteX7" fmla="*/ 0 w 1800201"/>
              <a:gd name="connsiteY7" fmla="*/ 0 h 811099"/>
              <a:gd name="connsiteX0" fmla="*/ 0 w 1800201"/>
              <a:gd name="connsiteY0" fmla="*/ 0 h 811099"/>
              <a:gd name="connsiteX1" fmla="*/ 1800201 w 1800201"/>
              <a:gd name="connsiteY1" fmla="*/ 0 h 811099"/>
              <a:gd name="connsiteX2" fmla="*/ 1800201 w 1800201"/>
              <a:gd name="connsiteY2" fmla="*/ 26529 h 811099"/>
              <a:gd name="connsiteX3" fmla="*/ 1134127 w 1800201"/>
              <a:gd name="connsiteY3" fmla="*/ 342038 h 811099"/>
              <a:gd name="connsiteX4" fmla="*/ 1674127 w 1800201"/>
              <a:gd name="connsiteY4" fmla="*/ 799227 h 811099"/>
              <a:gd name="connsiteX5" fmla="*/ 1674127 w 1800201"/>
              <a:gd name="connsiteY5" fmla="*/ 811099 h 811099"/>
              <a:gd name="connsiteX6" fmla="*/ 0 w 1800201"/>
              <a:gd name="connsiteY6" fmla="*/ 684076 h 811099"/>
              <a:gd name="connsiteX7" fmla="*/ 0 w 1800201"/>
              <a:gd name="connsiteY7" fmla="*/ 0 h 811099"/>
              <a:gd name="connsiteX0" fmla="*/ 0 w 1825415"/>
              <a:gd name="connsiteY0" fmla="*/ 0 h 811099"/>
              <a:gd name="connsiteX1" fmla="*/ 1800201 w 1825415"/>
              <a:gd name="connsiteY1" fmla="*/ 0 h 811099"/>
              <a:gd name="connsiteX2" fmla="*/ 1825415 w 1825415"/>
              <a:gd name="connsiteY2" fmla="*/ 148667 h 811099"/>
              <a:gd name="connsiteX3" fmla="*/ 1134127 w 1825415"/>
              <a:gd name="connsiteY3" fmla="*/ 342038 h 811099"/>
              <a:gd name="connsiteX4" fmla="*/ 1674127 w 1825415"/>
              <a:gd name="connsiteY4" fmla="*/ 799227 h 811099"/>
              <a:gd name="connsiteX5" fmla="*/ 1674127 w 1825415"/>
              <a:gd name="connsiteY5" fmla="*/ 811099 h 811099"/>
              <a:gd name="connsiteX6" fmla="*/ 0 w 1825415"/>
              <a:gd name="connsiteY6" fmla="*/ 684076 h 811099"/>
              <a:gd name="connsiteX7" fmla="*/ 0 w 1825415"/>
              <a:gd name="connsiteY7" fmla="*/ 0 h 811099"/>
              <a:gd name="connsiteX0" fmla="*/ 0 w 1838023"/>
              <a:gd name="connsiteY0" fmla="*/ 0 h 811099"/>
              <a:gd name="connsiteX1" fmla="*/ 1838023 w 1838023"/>
              <a:gd name="connsiteY1" fmla="*/ 141680 h 811099"/>
              <a:gd name="connsiteX2" fmla="*/ 1825415 w 1838023"/>
              <a:gd name="connsiteY2" fmla="*/ 148667 h 811099"/>
              <a:gd name="connsiteX3" fmla="*/ 1134127 w 1838023"/>
              <a:gd name="connsiteY3" fmla="*/ 342038 h 811099"/>
              <a:gd name="connsiteX4" fmla="*/ 1674127 w 1838023"/>
              <a:gd name="connsiteY4" fmla="*/ 799227 h 811099"/>
              <a:gd name="connsiteX5" fmla="*/ 1674127 w 1838023"/>
              <a:gd name="connsiteY5" fmla="*/ 811099 h 811099"/>
              <a:gd name="connsiteX6" fmla="*/ 0 w 1838023"/>
              <a:gd name="connsiteY6" fmla="*/ 684076 h 811099"/>
              <a:gd name="connsiteX7" fmla="*/ 0 w 1838023"/>
              <a:gd name="connsiteY7" fmla="*/ 0 h 811099"/>
              <a:gd name="connsiteX0" fmla="*/ 0 w 1838023"/>
              <a:gd name="connsiteY0" fmla="*/ 0 h 811099"/>
              <a:gd name="connsiteX1" fmla="*/ 1838023 w 1838023"/>
              <a:gd name="connsiteY1" fmla="*/ 141680 h 811099"/>
              <a:gd name="connsiteX2" fmla="*/ 1825415 w 1838023"/>
              <a:gd name="connsiteY2" fmla="*/ 148667 h 811099"/>
              <a:gd name="connsiteX3" fmla="*/ 1134127 w 1838023"/>
              <a:gd name="connsiteY3" fmla="*/ 342038 h 811099"/>
              <a:gd name="connsiteX4" fmla="*/ 1674127 w 1838023"/>
              <a:gd name="connsiteY4" fmla="*/ 799227 h 811099"/>
              <a:gd name="connsiteX5" fmla="*/ 1674127 w 1838023"/>
              <a:gd name="connsiteY5" fmla="*/ 811099 h 811099"/>
              <a:gd name="connsiteX6" fmla="*/ 0 w 1838023"/>
              <a:gd name="connsiteY6" fmla="*/ 684076 h 811099"/>
              <a:gd name="connsiteX7" fmla="*/ 0 w 1838023"/>
              <a:gd name="connsiteY7" fmla="*/ 0 h 811099"/>
              <a:gd name="connsiteX0" fmla="*/ 0 w 1838023"/>
              <a:gd name="connsiteY0" fmla="*/ 0 h 811099"/>
              <a:gd name="connsiteX1" fmla="*/ 1838023 w 1838023"/>
              <a:gd name="connsiteY1" fmla="*/ 141680 h 811099"/>
              <a:gd name="connsiteX2" fmla="*/ 1825415 w 1838023"/>
              <a:gd name="connsiteY2" fmla="*/ 148667 h 811099"/>
              <a:gd name="connsiteX3" fmla="*/ 1134127 w 1838023"/>
              <a:gd name="connsiteY3" fmla="*/ 342038 h 811099"/>
              <a:gd name="connsiteX4" fmla="*/ 1674127 w 1838023"/>
              <a:gd name="connsiteY4" fmla="*/ 799227 h 811099"/>
              <a:gd name="connsiteX5" fmla="*/ 1674127 w 1838023"/>
              <a:gd name="connsiteY5" fmla="*/ 811099 h 811099"/>
              <a:gd name="connsiteX6" fmla="*/ 0 w 1838023"/>
              <a:gd name="connsiteY6" fmla="*/ 684076 h 811099"/>
              <a:gd name="connsiteX7" fmla="*/ 0 w 1838023"/>
              <a:gd name="connsiteY7" fmla="*/ 0 h 811099"/>
              <a:gd name="connsiteX0" fmla="*/ 0 w 1838023"/>
              <a:gd name="connsiteY0" fmla="*/ 0 h 811099"/>
              <a:gd name="connsiteX1" fmla="*/ 1838023 w 1838023"/>
              <a:gd name="connsiteY1" fmla="*/ 141680 h 811099"/>
              <a:gd name="connsiteX2" fmla="*/ 1825415 w 1838023"/>
              <a:gd name="connsiteY2" fmla="*/ 148667 h 811099"/>
              <a:gd name="connsiteX3" fmla="*/ 1134127 w 1838023"/>
              <a:gd name="connsiteY3" fmla="*/ 342038 h 811099"/>
              <a:gd name="connsiteX4" fmla="*/ 1674127 w 1838023"/>
              <a:gd name="connsiteY4" fmla="*/ 799227 h 811099"/>
              <a:gd name="connsiteX5" fmla="*/ 1674127 w 1838023"/>
              <a:gd name="connsiteY5" fmla="*/ 811099 h 811099"/>
              <a:gd name="connsiteX6" fmla="*/ 0 w 1838023"/>
              <a:gd name="connsiteY6" fmla="*/ 684076 h 811099"/>
              <a:gd name="connsiteX7" fmla="*/ 0 w 1838023"/>
              <a:gd name="connsiteY7" fmla="*/ 0 h 811099"/>
              <a:gd name="connsiteX0" fmla="*/ 0 w 1838023"/>
              <a:gd name="connsiteY0" fmla="*/ 0 h 811099"/>
              <a:gd name="connsiteX1" fmla="*/ 1838023 w 1838023"/>
              <a:gd name="connsiteY1" fmla="*/ 141680 h 811099"/>
              <a:gd name="connsiteX2" fmla="*/ 1825415 w 1838023"/>
              <a:gd name="connsiteY2" fmla="*/ 148667 h 811099"/>
              <a:gd name="connsiteX3" fmla="*/ 1071089 w 1838023"/>
              <a:gd name="connsiteY3" fmla="*/ 376237 h 811099"/>
              <a:gd name="connsiteX4" fmla="*/ 1674127 w 1838023"/>
              <a:gd name="connsiteY4" fmla="*/ 799227 h 811099"/>
              <a:gd name="connsiteX5" fmla="*/ 1674127 w 1838023"/>
              <a:gd name="connsiteY5" fmla="*/ 811099 h 811099"/>
              <a:gd name="connsiteX6" fmla="*/ 0 w 1838023"/>
              <a:gd name="connsiteY6" fmla="*/ 684076 h 811099"/>
              <a:gd name="connsiteX7" fmla="*/ 0 w 1838023"/>
              <a:gd name="connsiteY7" fmla="*/ 0 h 811099"/>
              <a:gd name="connsiteX0" fmla="*/ 0 w 1838023"/>
              <a:gd name="connsiteY0" fmla="*/ 0 h 811099"/>
              <a:gd name="connsiteX1" fmla="*/ 1838023 w 1838023"/>
              <a:gd name="connsiteY1" fmla="*/ 141680 h 811099"/>
              <a:gd name="connsiteX2" fmla="*/ 1825415 w 1838023"/>
              <a:gd name="connsiteY2" fmla="*/ 148667 h 811099"/>
              <a:gd name="connsiteX3" fmla="*/ 1071089 w 1838023"/>
              <a:gd name="connsiteY3" fmla="*/ 376237 h 811099"/>
              <a:gd name="connsiteX4" fmla="*/ 1674127 w 1838023"/>
              <a:gd name="connsiteY4" fmla="*/ 799227 h 811099"/>
              <a:gd name="connsiteX5" fmla="*/ 1674127 w 1838023"/>
              <a:gd name="connsiteY5" fmla="*/ 811099 h 811099"/>
              <a:gd name="connsiteX6" fmla="*/ 0 w 1838023"/>
              <a:gd name="connsiteY6" fmla="*/ 684076 h 811099"/>
              <a:gd name="connsiteX7" fmla="*/ 0 w 1838023"/>
              <a:gd name="connsiteY7" fmla="*/ 0 h 811099"/>
              <a:gd name="connsiteX0" fmla="*/ 0 w 1838023"/>
              <a:gd name="connsiteY0" fmla="*/ 0 h 811099"/>
              <a:gd name="connsiteX1" fmla="*/ 1838023 w 1838023"/>
              <a:gd name="connsiteY1" fmla="*/ 141680 h 811099"/>
              <a:gd name="connsiteX2" fmla="*/ 1825415 w 1838023"/>
              <a:gd name="connsiteY2" fmla="*/ 148667 h 811099"/>
              <a:gd name="connsiteX3" fmla="*/ 1071089 w 1838023"/>
              <a:gd name="connsiteY3" fmla="*/ 376237 h 811099"/>
              <a:gd name="connsiteX4" fmla="*/ 1674127 w 1838023"/>
              <a:gd name="connsiteY4" fmla="*/ 799227 h 811099"/>
              <a:gd name="connsiteX5" fmla="*/ 1674127 w 1838023"/>
              <a:gd name="connsiteY5" fmla="*/ 811099 h 811099"/>
              <a:gd name="connsiteX6" fmla="*/ 908675 w 1838023"/>
              <a:gd name="connsiteY6" fmla="*/ 746683 h 811099"/>
              <a:gd name="connsiteX7" fmla="*/ 0 w 1838023"/>
              <a:gd name="connsiteY7" fmla="*/ 684076 h 811099"/>
              <a:gd name="connsiteX8" fmla="*/ 0 w 1838023"/>
              <a:gd name="connsiteY8" fmla="*/ 0 h 811099"/>
              <a:gd name="connsiteX0" fmla="*/ 0 w 1838023"/>
              <a:gd name="connsiteY0" fmla="*/ 0 h 811099"/>
              <a:gd name="connsiteX1" fmla="*/ 1838023 w 1838023"/>
              <a:gd name="connsiteY1" fmla="*/ 141680 h 811099"/>
              <a:gd name="connsiteX2" fmla="*/ 1825415 w 1838023"/>
              <a:gd name="connsiteY2" fmla="*/ 148667 h 811099"/>
              <a:gd name="connsiteX3" fmla="*/ 1071089 w 1838023"/>
              <a:gd name="connsiteY3" fmla="*/ 376237 h 811099"/>
              <a:gd name="connsiteX4" fmla="*/ 1674127 w 1838023"/>
              <a:gd name="connsiteY4" fmla="*/ 799227 h 811099"/>
              <a:gd name="connsiteX5" fmla="*/ 1674127 w 1838023"/>
              <a:gd name="connsiteY5" fmla="*/ 811099 h 811099"/>
              <a:gd name="connsiteX6" fmla="*/ 949605 w 1838023"/>
              <a:gd name="connsiteY6" fmla="*/ 677951 h 811099"/>
              <a:gd name="connsiteX7" fmla="*/ 0 w 1838023"/>
              <a:gd name="connsiteY7" fmla="*/ 684076 h 811099"/>
              <a:gd name="connsiteX8" fmla="*/ 0 w 1838023"/>
              <a:gd name="connsiteY8" fmla="*/ 0 h 811099"/>
              <a:gd name="connsiteX0" fmla="*/ 0 w 1838023"/>
              <a:gd name="connsiteY0" fmla="*/ 0 h 811099"/>
              <a:gd name="connsiteX1" fmla="*/ 1838023 w 1838023"/>
              <a:gd name="connsiteY1" fmla="*/ 141680 h 811099"/>
              <a:gd name="connsiteX2" fmla="*/ 1825415 w 1838023"/>
              <a:gd name="connsiteY2" fmla="*/ 148667 h 811099"/>
              <a:gd name="connsiteX3" fmla="*/ 1071089 w 1838023"/>
              <a:gd name="connsiteY3" fmla="*/ 376237 h 811099"/>
              <a:gd name="connsiteX4" fmla="*/ 1674127 w 1838023"/>
              <a:gd name="connsiteY4" fmla="*/ 799227 h 811099"/>
              <a:gd name="connsiteX5" fmla="*/ 1674127 w 1838023"/>
              <a:gd name="connsiteY5" fmla="*/ 811099 h 811099"/>
              <a:gd name="connsiteX6" fmla="*/ 949605 w 1838023"/>
              <a:gd name="connsiteY6" fmla="*/ 677951 h 811099"/>
              <a:gd name="connsiteX7" fmla="*/ 0 w 1838023"/>
              <a:gd name="connsiteY7" fmla="*/ 684076 h 811099"/>
              <a:gd name="connsiteX8" fmla="*/ 0 w 1838023"/>
              <a:gd name="connsiteY8" fmla="*/ 0 h 811099"/>
              <a:gd name="connsiteX0" fmla="*/ 0 w 1838023"/>
              <a:gd name="connsiteY0" fmla="*/ 0 h 811099"/>
              <a:gd name="connsiteX1" fmla="*/ 1838023 w 1838023"/>
              <a:gd name="connsiteY1" fmla="*/ 141680 h 811099"/>
              <a:gd name="connsiteX2" fmla="*/ 1825415 w 1838023"/>
              <a:gd name="connsiteY2" fmla="*/ 148667 h 811099"/>
              <a:gd name="connsiteX3" fmla="*/ 1071089 w 1838023"/>
              <a:gd name="connsiteY3" fmla="*/ 376237 h 811099"/>
              <a:gd name="connsiteX4" fmla="*/ 1674127 w 1838023"/>
              <a:gd name="connsiteY4" fmla="*/ 799227 h 811099"/>
              <a:gd name="connsiteX5" fmla="*/ 1674127 w 1838023"/>
              <a:gd name="connsiteY5" fmla="*/ 811099 h 811099"/>
              <a:gd name="connsiteX6" fmla="*/ 949605 w 1838023"/>
              <a:gd name="connsiteY6" fmla="*/ 677951 h 811099"/>
              <a:gd name="connsiteX7" fmla="*/ 0 w 1838023"/>
              <a:gd name="connsiteY7" fmla="*/ 684076 h 811099"/>
              <a:gd name="connsiteX8" fmla="*/ 0 w 1838023"/>
              <a:gd name="connsiteY8" fmla="*/ 0 h 811099"/>
              <a:gd name="connsiteX0" fmla="*/ 0 w 1838023"/>
              <a:gd name="connsiteY0" fmla="*/ 0 h 811099"/>
              <a:gd name="connsiteX1" fmla="*/ 963249 w 1838023"/>
              <a:gd name="connsiteY1" fmla="*/ 75227 h 811099"/>
              <a:gd name="connsiteX2" fmla="*/ 1838023 w 1838023"/>
              <a:gd name="connsiteY2" fmla="*/ 141680 h 811099"/>
              <a:gd name="connsiteX3" fmla="*/ 1825415 w 1838023"/>
              <a:gd name="connsiteY3" fmla="*/ 148667 h 811099"/>
              <a:gd name="connsiteX4" fmla="*/ 1071089 w 1838023"/>
              <a:gd name="connsiteY4" fmla="*/ 376237 h 811099"/>
              <a:gd name="connsiteX5" fmla="*/ 1674127 w 1838023"/>
              <a:gd name="connsiteY5" fmla="*/ 799227 h 811099"/>
              <a:gd name="connsiteX6" fmla="*/ 1674127 w 1838023"/>
              <a:gd name="connsiteY6" fmla="*/ 811099 h 811099"/>
              <a:gd name="connsiteX7" fmla="*/ 949605 w 1838023"/>
              <a:gd name="connsiteY7" fmla="*/ 677951 h 811099"/>
              <a:gd name="connsiteX8" fmla="*/ 0 w 1838023"/>
              <a:gd name="connsiteY8" fmla="*/ 684076 h 811099"/>
              <a:gd name="connsiteX9" fmla="*/ 0 w 1838023"/>
              <a:gd name="connsiteY9" fmla="*/ 0 h 811099"/>
              <a:gd name="connsiteX0" fmla="*/ 0 w 1838023"/>
              <a:gd name="connsiteY0" fmla="*/ 0 h 811099"/>
              <a:gd name="connsiteX1" fmla="*/ 1263408 w 1838023"/>
              <a:gd name="connsiteY1" fmla="*/ 106949 h 811099"/>
              <a:gd name="connsiteX2" fmla="*/ 1838023 w 1838023"/>
              <a:gd name="connsiteY2" fmla="*/ 141680 h 811099"/>
              <a:gd name="connsiteX3" fmla="*/ 1825415 w 1838023"/>
              <a:gd name="connsiteY3" fmla="*/ 148667 h 811099"/>
              <a:gd name="connsiteX4" fmla="*/ 1071089 w 1838023"/>
              <a:gd name="connsiteY4" fmla="*/ 376237 h 811099"/>
              <a:gd name="connsiteX5" fmla="*/ 1674127 w 1838023"/>
              <a:gd name="connsiteY5" fmla="*/ 799227 h 811099"/>
              <a:gd name="connsiteX6" fmla="*/ 1674127 w 1838023"/>
              <a:gd name="connsiteY6" fmla="*/ 811099 h 811099"/>
              <a:gd name="connsiteX7" fmla="*/ 949605 w 1838023"/>
              <a:gd name="connsiteY7" fmla="*/ 677951 h 811099"/>
              <a:gd name="connsiteX8" fmla="*/ 0 w 1838023"/>
              <a:gd name="connsiteY8" fmla="*/ 684076 h 811099"/>
              <a:gd name="connsiteX9" fmla="*/ 0 w 1838023"/>
              <a:gd name="connsiteY9" fmla="*/ 0 h 811099"/>
              <a:gd name="connsiteX0" fmla="*/ 0 w 1838023"/>
              <a:gd name="connsiteY0" fmla="*/ 0 h 811099"/>
              <a:gd name="connsiteX1" fmla="*/ 1263408 w 1838023"/>
              <a:gd name="connsiteY1" fmla="*/ 106949 h 811099"/>
              <a:gd name="connsiteX2" fmla="*/ 1838023 w 1838023"/>
              <a:gd name="connsiteY2" fmla="*/ 141680 h 811099"/>
              <a:gd name="connsiteX3" fmla="*/ 1661693 w 1838023"/>
              <a:gd name="connsiteY3" fmla="*/ 196250 h 811099"/>
              <a:gd name="connsiteX4" fmla="*/ 1071089 w 1838023"/>
              <a:gd name="connsiteY4" fmla="*/ 376237 h 811099"/>
              <a:gd name="connsiteX5" fmla="*/ 1674127 w 1838023"/>
              <a:gd name="connsiteY5" fmla="*/ 799227 h 811099"/>
              <a:gd name="connsiteX6" fmla="*/ 1674127 w 1838023"/>
              <a:gd name="connsiteY6" fmla="*/ 811099 h 811099"/>
              <a:gd name="connsiteX7" fmla="*/ 949605 w 1838023"/>
              <a:gd name="connsiteY7" fmla="*/ 677951 h 811099"/>
              <a:gd name="connsiteX8" fmla="*/ 0 w 1838023"/>
              <a:gd name="connsiteY8" fmla="*/ 684076 h 811099"/>
              <a:gd name="connsiteX9" fmla="*/ 0 w 1838023"/>
              <a:gd name="connsiteY9" fmla="*/ 0 h 811099"/>
              <a:gd name="connsiteX0" fmla="*/ 0 w 1783449"/>
              <a:gd name="connsiteY0" fmla="*/ 0 h 811099"/>
              <a:gd name="connsiteX1" fmla="*/ 1263408 w 1783449"/>
              <a:gd name="connsiteY1" fmla="*/ 106949 h 811099"/>
              <a:gd name="connsiteX2" fmla="*/ 1783449 w 1783449"/>
              <a:gd name="connsiteY2" fmla="*/ 189264 h 811099"/>
              <a:gd name="connsiteX3" fmla="*/ 1661693 w 1783449"/>
              <a:gd name="connsiteY3" fmla="*/ 196250 h 811099"/>
              <a:gd name="connsiteX4" fmla="*/ 1071089 w 1783449"/>
              <a:gd name="connsiteY4" fmla="*/ 376237 h 811099"/>
              <a:gd name="connsiteX5" fmla="*/ 1674127 w 1783449"/>
              <a:gd name="connsiteY5" fmla="*/ 799227 h 811099"/>
              <a:gd name="connsiteX6" fmla="*/ 1674127 w 1783449"/>
              <a:gd name="connsiteY6" fmla="*/ 811099 h 811099"/>
              <a:gd name="connsiteX7" fmla="*/ 949605 w 1783449"/>
              <a:gd name="connsiteY7" fmla="*/ 677951 h 811099"/>
              <a:gd name="connsiteX8" fmla="*/ 0 w 1783449"/>
              <a:gd name="connsiteY8" fmla="*/ 684076 h 811099"/>
              <a:gd name="connsiteX9" fmla="*/ 0 w 1783449"/>
              <a:gd name="connsiteY9" fmla="*/ 0 h 811099"/>
              <a:gd name="connsiteX0" fmla="*/ 0 w 1783449"/>
              <a:gd name="connsiteY0" fmla="*/ 28959 h 840058"/>
              <a:gd name="connsiteX1" fmla="*/ 1263408 w 1783449"/>
              <a:gd name="connsiteY1" fmla="*/ 135908 h 840058"/>
              <a:gd name="connsiteX2" fmla="*/ 1783449 w 1783449"/>
              <a:gd name="connsiteY2" fmla="*/ 218223 h 840058"/>
              <a:gd name="connsiteX3" fmla="*/ 1661693 w 1783449"/>
              <a:gd name="connsiteY3" fmla="*/ 225209 h 840058"/>
              <a:gd name="connsiteX4" fmla="*/ 1071089 w 1783449"/>
              <a:gd name="connsiteY4" fmla="*/ 405196 h 840058"/>
              <a:gd name="connsiteX5" fmla="*/ 1674127 w 1783449"/>
              <a:gd name="connsiteY5" fmla="*/ 828186 h 840058"/>
              <a:gd name="connsiteX6" fmla="*/ 1674127 w 1783449"/>
              <a:gd name="connsiteY6" fmla="*/ 840058 h 840058"/>
              <a:gd name="connsiteX7" fmla="*/ 949605 w 1783449"/>
              <a:gd name="connsiteY7" fmla="*/ 706910 h 840058"/>
              <a:gd name="connsiteX8" fmla="*/ 0 w 1783449"/>
              <a:gd name="connsiteY8" fmla="*/ 713035 h 840058"/>
              <a:gd name="connsiteX9" fmla="*/ 0 w 1783449"/>
              <a:gd name="connsiteY9" fmla="*/ 28959 h 840058"/>
              <a:gd name="connsiteX0" fmla="*/ 0 w 1674127"/>
              <a:gd name="connsiteY0" fmla="*/ 29086 h 840185"/>
              <a:gd name="connsiteX1" fmla="*/ 1263408 w 1674127"/>
              <a:gd name="connsiteY1" fmla="*/ 136035 h 840185"/>
              <a:gd name="connsiteX2" fmla="*/ 1661693 w 1674127"/>
              <a:gd name="connsiteY2" fmla="*/ 225336 h 840185"/>
              <a:gd name="connsiteX3" fmla="*/ 1071089 w 1674127"/>
              <a:gd name="connsiteY3" fmla="*/ 405323 h 840185"/>
              <a:gd name="connsiteX4" fmla="*/ 1674127 w 1674127"/>
              <a:gd name="connsiteY4" fmla="*/ 828313 h 840185"/>
              <a:gd name="connsiteX5" fmla="*/ 1674127 w 1674127"/>
              <a:gd name="connsiteY5" fmla="*/ 840185 h 840185"/>
              <a:gd name="connsiteX6" fmla="*/ 949605 w 1674127"/>
              <a:gd name="connsiteY6" fmla="*/ 707037 h 840185"/>
              <a:gd name="connsiteX7" fmla="*/ 0 w 1674127"/>
              <a:gd name="connsiteY7" fmla="*/ 713162 h 840185"/>
              <a:gd name="connsiteX8" fmla="*/ 0 w 1674127"/>
              <a:gd name="connsiteY8" fmla="*/ 29086 h 840185"/>
              <a:gd name="connsiteX0" fmla="*/ 0 w 1674127"/>
              <a:gd name="connsiteY0" fmla="*/ 29086 h 840185"/>
              <a:gd name="connsiteX1" fmla="*/ 1263408 w 1674127"/>
              <a:gd name="connsiteY1" fmla="*/ 136035 h 840185"/>
              <a:gd name="connsiteX2" fmla="*/ 1661693 w 1674127"/>
              <a:gd name="connsiteY2" fmla="*/ 225336 h 840185"/>
              <a:gd name="connsiteX3" fmla="*/ 1071089 w 1674127"/>
              <a:gd name="connsiteY3" fmla="*/ 405323 h 840185"/>
              <a:gd name="connsiteX4" fmla="*/ 1674127 w 1674127"/>
              <a:gd name="connsiteY4" fmla="*/ 828313 h 840185"/>
              <a:gd name="connsiteX5" fmla="*/ 1674127 w 1674127"/>
              <a:gd name="connsiteY5" fmla="*/ 840185 h 840185"/>
              <a:gd name="connsiteX6" fmla="*/ 949605 w 1674127"/>
              <a:gd name="connsiteY6" fmla="*/ 707037 h 840185"/>
              <a:gd name="connsiteX7" fmla="*/ 0 w 1674127"/>
              <a:gd name="connsiteY7" fmla="*/ 713162 h 840185"/>
              <a:gd name="connsiteX8" fmla="*/ 0 w 1674127"/>
              <a:gd name="connsiteY8" fmla="*/ 29086 h 840185"/>
              <a:gd name="connsiteX0" fmla="*/ 0 w 1674127"/>
              <a:gd name="connsiteY0" fmla="*/ 29086 h 840185"/>
              <a:gd name="connsiteX1" fmla="*/ 1263408 w 1674127"/>
              <a:gd name="connsiteY1" fmla="*/ 136035 h 840185"/>
              <a:gd name="connsiteX2" fmla="*/ 1661693 w 1674127"/>
              <a:gd name="connsiteY2" fmla="*/ 225336 h 840185"/>
              <a:gd name="connsiteX3" fmla="*/ 1071089 w 1674127"/>
              <a:gd name="connsiteY3" fmla="*/ 405323 h 840185"/>
              <a:gd name="connsiteX4" fmla="*/ 1674127 w 1674127"/>
              <a:gd name="connsiteY4" fmla="*/ 828313 h 840185"/>
              <a:gd name="connsiteX5" fmla="*/ 1674127 w 1674127"/>
              <a:gd name="connsiteY5" fmla="*/ 840185 h 840185"/>
              <a:gd name="connsiteX6" fmla="*/ 949605 w 1674127"/>
              <a:gd name="connsiteY6" fmla="*/ 707037 h 840185"/>
              <a:gd name="connsiteX7" fmla="*/ 0 w 1674127"/>
              <a:gd name="connsiteY7" fmla="*/ 713162 h 840185"/>
              <a:gd name="connsiteX8" fmla="*/ 0 w 1674127"/>
              <a:gd name="connsiteY8" fmla="*/ 29086 h 840185"/>
              <a:gd name="connsiteX0" fmla="*/ 0 w 1674127"/>
              <a:gd name="connsiteY0" fmla="*/ 33424 h 844523"/>
              <a:gd name="connsiteX1" fmla="*/ 1099685 w 1674127"/>
              <a:gd name="connsiteY1" fmla="*/ 108651 h 844523"/>
              <a:gd name="connsiteX2" fmla="*/ 1661693 w 1674127"/>
              <a:gd name="connsiteY2" fmla="*/ 229674 h 844523"/>
              <a:gd name="connsiteX3" fmla="*/ 1071089 w 1674127"/>
              <a:gd name="connsiteY3" fmla="*/ 409661 h 844523"/>
              <a:gd name="connsiteX4" fmla="*/ 1674127 w 1674127"/>
              <a:gd name="connsiteY4" fmla="*/ 832651 h 844523"/>
              <a:gd name="connsiteX5" fmla="*/ 1674127 w 1674127"/>
              <a:gd name="connsiteY5" fmla="*/ 844523 h 844523"/>
              <a:gd name="connsiteX6" fmla="*/ 949605 w 1674127"/>
              <a:gd name="connsiteY6" fmla="*/ 711375 h 844523"/>
              <a:gd name="connsiteX7" fmla="*/ 0 w 1674127"/>
              <a:gd name="connsiteY7" fmla="*/ 717500 h 844523"/>
              <a:gd name="connsiteX8" fmla="*/ 0 w 1674127"/>
              <a:gd name="connsiteY8" fmla="*/ 33424 h 844523"/>
              <a:gd name="connsiteX0" fmla="*/ 0 w 1674127"/>
              <a:gd name="connsiteY0" fmla="*/ 38421 h 849520"/>
              <a:gd name="connsiteX1" fmla="*/ 1099685 w 1674127"/>
              <a:gd name="connsiteY1" fmla="*/ 113648 h 849520"/>
              <a:gd name="connsiteX2" fmla="*/ 1661693 w 1674127"/>
              <a:gd name="connsiteY2" fmla="*/ 234671 h 849520"/>
              <a:gd name="connsiteX3" fmla="*/ 1071089 w 1674127"/>
              <a:gd name="connsiteY3" fmla="*/ 414658 h 849520"/>
              <a:gd name="connsiteX4" fmla="*/ 1674127 w 1674127"/>
              <a:gd name="connsiteY4" fmla="*/ 837648 h 849520"/>
              <a:gd name="connsiteX5" fmla="*/ 1674127 w 1674127"/>
              <a:gd name="connsiteY5" fmla="*/ 849520 h 849520"/>
              <a:gd name="connsiteX6" fmla="*/ 949605 w 1674127"/>
              <a:gd name="connsiteY6" fmla="*/ 716372 h 849520"/>
              <a:gd name="connsiteX7" fmla="*/ 0 w 1674127"/>
              <a:gd name="connsiteY7" fmla="*/ 722497 h 849520"/>
              <a:gd name="connsiteX8" fmla="*/ 0 w 1674127"/>
              <a:gd name="connsiteY8" fmla="*/ 38421 h 849520"/>
              <a:gd name="connsiteX0" fmla="*/ 0 w 1716268"/>
              <a:gd name="connsiteY0" fmla="*/ 34573 h 845672"/>
              <a:gd name="connsiteX1" fmla="*/ 1099685 w 1716268"/>
              <a:gd name="connsiteY1" fmla="*/ 109800 h 845672"/>
              <a:gd name="connsiteX2" fmla="*/ 1716268 w 1716268"/>
              <a:gd name="connsiteY2" fmla="*/ 278406 h 845672"/>
              <a:gd name="connsiteX3" fmla="*/ 1071089 w 1716268"/>
              <a:gd name="connsiteY3" fmla="*/ 410810 h 845672"/>
              <a:gd name="connsiteX4" fmla="*/ 1674127 w 1716268"/>
              <a:gd name="connsiteY4" fmla="*/ 833800 h 845672"/>
              <a:gd name="connsiteX5" fmla="*/ 1674127 w 1716268"/>
              <a:gd name="connsiteY5" fmla="*/ 845672 h 845672"/>
              <a:gd name="connsiteX6" fmla="*/ 949605 w 1716268"/>
              <a:gd name="connsiteY6" fmla="*/ 712524 h 845672"/>
              <a:gd name="connsiteX7" fmla="*/ 0 w 1716268"/>
              <a:gd name="connsiteY7" fmla="*/ 718649 h 845672"/>
              <a:gd name="connsiteX8" fmla="*/ 0 w 1716268"/>
              <a:gd name="connsiteY8" fmla="*/ 34573 h 845672"/>
              <a:gd name="connsiteX0" fmla="*/ 0 w 1716268"/>
              <a:gd name="connsiteY0" fmla="*/ 34573 h 845672"/>
              <a:gd name="connsiteX1" fmla="*/ 1099685 w 1716268"/>
              <a:gd name="connsiteY1" fmla="*/ 109800 h 845672"/>
              <a:gd name="connsiteX2" fmla="*/ 1716268 w 1716268"/>
              <a:gd name="connsiteY2" fmla="*/ 278406 h 845672"/>
              <a:gd name="connsiteX3" fmla="*/ 1071089 w 1716268"/>
              <a:gd name="connsiteY3" fmla="*/ 410810 h 845672"/>
              <a:gd name="connsiteX4" fmla="*/ 1674127 w 1716268"/>
              <a:gd name="connsiteY4" fmla="*/ 833800 h 845672"/>
              <a:gd name="connsiteX5" fmla="*/ 1674127 w 1716268"/>
              <a:gd name="connsiteY5" fmla="*/ 845672 h 845672"/>
              <a:gd name="connsiteX6" fmla="*/ 949605 w 1716268"/>
              <a:gd name="connsiteY6" fmla="*/ 712524 h 845672"/>
              <a:gd name="connsiteX7" fmla="*/ 0 w 1716268"/>
              <a:gd name="connsiteY7" fmla="*/ 718649 h 845672"/>
              <a:gd name="connsiteX8" fmla="*/ 0 w 1716268"/>
              <a:gd name="connsiteY8" fmla="*/ 34573 h 8456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16268" h="845672">
                <a:moveTo>
                  <a:pt x="0" y="34573"/>
                </a:moveTo>
                <a:cubicBezTo>
                  <a:pt x="210568" y="-61615"/>
                  <a:pt x="813640" y="69161"/>
                  <a:pt x="1099685" y="109800"/>
                </a:cubicBezTo>
                <a:cubicBezTo>
                  <a:pt x="1385730" y="150439"/>
                  <a:pt x="1557310" y="217664"/>
                  <a:pt x="1716268" y="278406"/>
                </a:cubicBezTo>
                <a:cubicBezTo>
                  <a:pt x="1509750" y="303689"/>
                  <a:pt x="1164587" y="348322"/>
                  <a:pt x="1071089" y="410810"/>
                </a:cubicBezTo>
                <a:cubicBezTo>
                  <a:pt x="1171948" y="519237"/>
                  <a:pt x="1563115" y="776794"/>
                  <a:pt x="1674127" y="833800"/>
                </a:cubicBezTo>
                <a:lnTo>
                  <a:pt x="1674127" y="845672"/>
                </a:lnTo>
                <a:cubicBezTo>
                  <a:pt x="1553373" y="825459"/>
                  <a:pt x="1228626" y="733694"/>
                  <a:pt x="949605" y="712524"/>
                </a:cubicBezTo>
                <a:cubicBezTo>
                  <a:pt x="670584" y="691354"/>
                  <a:pt x="321990" y="704752"/>
                  <a:pt x="0" y="718649"/>
                </a:cubicBezTo>
                <a:lnTo>
                  <a:pt x="0" y="34573"/>
                </a:lnTo>
                <a:close/>
              </a:path>
            </a:pathLst>
          </a:custGeom>
          <a:solidFill>
            <a:srgbClr val="92D050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直角三角形 12"/>
          <p:cNvSpPr/>
          <p:nvPr/>
        </p:nvSpPr>
        <p:spPr>
          <a:xfrm rot="10800000">
            <a:off x="3000096" y="9005367"/>
            <a:ext cx="727208" cy="817021"/>
          </a:xfrm>
          <a:custGeom>
            <a:avLst/>
            <a:gdLst>
              <a:gd name="connsiteX0" fmla="*/ 0 w 727208"/>
              <a:gd name="connsiteY0" fmla="*/ 597102 h 597102"/>
              <a:gd name="connsiteX1" fmla="*/ 0 w 727208"/>
              <a:gd name="connsiteY1" fmla="*/ 0 h 597102"/>
              <a:gd name="connsiteX2" fmla="*/ 727208 w 727208"/>
              <a:gd name="connsiteY2" fmla="*/ 597102 h 597102"/>
              <a:gd name="connsiteX3" fmla="*/ 0 w 727208"/>
              <a:gd name="connsiteY3" fmla="*/ 597102 h 597102"/>
              <a:gd name="connsiteX0" fmla="*/ 23150 w 727208"/>
              <a:gd name="connsiteY0" fmla="*/ 817021 h 817021"/>
              <a:gd name="connsiteX1" fmla="*/ 0 w 727208"/>
              <a:gd name="connsiteY1" fmla="*/ 0 h 817021"/>
              <a:gd name="connsiteX2" fmla="*/ 727208 w 727208"/>
              <a:gd name="connsiteY2" fmla="*/ 597102 h 817021"/>
              <a:gd name="connsiteX3" fmla="*/ 23150 w 727208"/>
              <a:gd name="connsiteY3" fmla="*/ 817021 h 817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27208" h="817021">
                <a:moveTo>
                  <a:pt x="23150" y="817021"/>
                </a:moveTo>
                <a:lnTo>
                  <a:pt x="0" y="0"/>
                </a:lnTo>
                <a:lnTo>
                  <a:pt x="727208" y="597102"/>
                </a:lnTo>
                <a:lnTo>
                  <a:pt x="23150" y="817021"/>
                </a:lnTo>
                <a:close/>
              </a:path>
            </a:pathLst>
          </a:custGeom>
          <a:solidFill>
            <a:srgbClr val="5A8B2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直角三角形 18"/>
          <p:cNvSpPr/>
          <p:nvPr/>
        </p:nvSpPr>
        <p:spPr>
          <a:xfrm rot="10800000" flipH="1">
            <a:off x="7495563" y="9005367"/>
            <a:ext cx="727208" cy="817021"/>
          </a:xfrm>
          <a:custGeom>
            <a:avLst/>
            <a:gdLst>
              <a:gd name="connsiteX0" fmla="*/ 0 w 727208"/>
              <a:gd name="connsiteY0" fmla="*/ 597102 h 597102"/>
              <a:gd name="connsiteX1" fmla="*/ 0 w 727208"/>
              <a:gd name="connsiteY1" fmla="*/ 0 h 597102"/>
              <a:gd name="connsiteX2" fmla="*/ 727208 w 727208"/>
              <a:gd name="connsiteY2" fmla="*/ 597102 h 597102"/>
              <a:gd name="connsiteX3" fmla="*/ 0 w 727208"/>
              <a:gd name="connsiteY3" fmla="*/ 597102 h 597102"/>
              <a:gd name="connsiteX0" fmla="*/ 23149 w 727208"/>
              <a:gd name="connsiteY0" fmla="*/ 817021 h 817021"/>
              <a:gd name="connsiteX1" fmla="*/ 0 w 727208"/>
              <a:gd name="connsiteY1" fmla="*/ 0 h 817021"/>
              <a:gd name="connsiteX2" fmla="*/ 727208 w 727208"/>
              <a:gd name="connsiteY2" fmla="*/ 597102 h 817021"/>
              <a:gd name="connsiteX3" fmla="*/ 23149 w 727208"/>
              <a:gd name="connsiteY3" fmla="*/ 817021 h 817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27208" h="817021">
                <a:moveTo>
                  <a:pt x="23149" y="817021"/>
                </a:moveTo>
                <a:lnTo>
                  <a:pt x="0" y="0"/>
                </a:lnTo>
                <a:lnTo>
                  <a:pt x="727208" y="597102"/>
                </a:lnTo>
                <a:lnTo>
                  <a:pt x="23149" y="817021"/>
                </a:lnTo>
                <a:close/>
              </a:path>
            </a:pathLst>
          </a:custGeom>
          <a:solidFill>
            <a:srgbClr val="5A8B2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2988521" y="7164039"/>
            <a:ext cx="5268974" cy="2084397"/>
          </a:xfrm>
          <a:custGeom>
            <a:avLst/>
            <a:gdLst>
              <a:gd name="connsiteX0" fmla="*/ 0 w 5222675"/>
              <a:gd name="connsiteY0" fmla="*/ 0 h 1907919"/>
              <a:gd name="connsiteX1" fmla="*/ 5222675 w 5222675"/>
              <a:gd name="connsiteY1" fmla="*/ 0 h 1907919"/>
              <a:gd name="connsiteX2" fmla="*/ 5222675 w 5222675"/>
              <a:gd name="connsiteY2" fmla="*/ 1907919 h 1907919"/>
              <a:gd name="connsiteX3" fmla="*/ 0 w 5222675"/>
              <a:gd name="connsiteY3" fmla="*/ 1907919 h 1907919"/>
              <a:gd name="connsiteX4" fmla="*/ 0 w 5222675"/>
              <a:gd name="connsiteY4" fmla="*/ 0 h 1907919"/>
              <a:gd name="connsiteX0" fmla="*/ 0 w 5222675"/>
              <a:gd name="connsiteY0" fmla="*/ 2168 h 1910087"/>
              <a:gd name="connsiteX1" fmla="*/ 2509453 w 5222675"/>
              <a:gd name="connsiteY1" fmla="*/ 0 h 1910087"/>
              <a:gd name="connsiteX2" fmla="*/ 5222675 w 5222675"/>
              <a:gd name="connsiteY2" fmla="*/ 2168 h 1910087"/>
              <a:gd name="connsiteX3" fmla="*/ 5222675 w 5222675"/>
              <a:gd name="connsiteY3" fmla="*/ 1910087 h 1910087"/>
              <a:gd name="connsiteX4" fmla="*/ 0 w 5222675"/>
              <a:gd name="connsiteY4" fmla="*/ 1910087 h 1910087"/>
              <a:gd name="connsiteX5" fmla="*/ 0 w 5222675"/>
              <a:gd name="connsiteY5" fmla="*/ 2168 h 1910087"/>
              <a:gd name="connsiteX0" fmla="*/ 0 w 5222675"/>
              <a:gd name="connsiteY0" fmla="*/ 152639 h 2060558"/>
              <a:gd name="connsiteX1" fmla="*/ 2567327 w 5222675"/>
              <a:gd name="connsiteY1" fmla="*/ 0 h 2060558"/>
              <a:gd name="connsiteX2" fmla="*/ 5222675 w 5222675"/>
              <a:gd name="connsiteY2" fmla="*/ 152639 h 2060558"/>
              <a:gd name="connsiteX3" fmla="*/ 5222675 w 5222675"/>
              <a:gd name="connsiteY3" fmla="*/ 2060558 h 2060558"/>
              <a:gd name="connsiteX4" fmla="*/ 0 w 5222675"/>
              <a:gd name="connsiteY4" fmla="*/ 2060558 h 2060558"/>
              <a:gd name="connsiteX5" fmla="*/ 0 w 5222675"/>
              <a:gd name="connsiteY5" fmla="*/ 152639 h 2060558"/>
              <a:gd name="connsiteX0" fmla="*/ 0 w 5222675"/>
              <a:gd name="connsiteY0" fmla="*/ 205487 h 2113406"/>
              <a:gd name="connsiteX1" fmla="*/ 2567327 w 5222675"/>
              <a:gd name="connsiteY1" fmla="*/ 52848 h 2113406"/>
              <a:gd name="connsiteX2" fmla="*/ 5222675 w 5222675"/>
              <a:gd name="connsiteY2" fmla="*/ 205487 h 2113406"/>
              <a:gd name="connsiteX3" fmla="*/ 5222675 w 5222675"/>
              <a:gd name="connsiteY3" fmla="*/ 2113406 h 2113406"/>
              <a:gd name="connsiteX4" fmla="*/ 0 w 5222675"/>
              <a:gd name="connsiteY4" fmla="*/ 2113406 h 2113406"/>
              <a:gd name="connsiteX5" fmla="*/ 0 w 5222675"/>
              <a:gd name="connsiteY5" fmla="*/ 205487 h 2113406"/>
              <a:gd name="connsiteX0" fmla="*/ 0 w 5222675"/>
              <a:gd name="connsiteY0" fmla="*/ 209626 h 2117545"/>
              <a:gd name="connsiteX1" fmla="*/ 2567327 w 5222675"/>
              <a:gd name="connsiteY1" fmla="*/ 56987 h 2117545"/>
              <a:gd name="connsiteX2" fmla="*/ 5222675 w 5222675"/>
              <a:gd name="connsiteY2" fmla="*/ 209626 h 2117545"/>
              <a:gd name="connsiteX3" fmla="*/ 5222675 w 5222675"/>
              <a:gd name="connsiteY3" fmla="*/ 2117545 h 2117545"/>
              <a:gd name="connsiteX4" fmla="*/ 0 w 5222675"/>
              <a:gd name="connsiteY4" fmla="*/ 2117545 h 2117545"/>
              <a:gd name="connsiteX5" fmla="*/ 0 w 5222675"/>
              <a:gd name="connsiteY5" fmla="*/ 209626 h 2117545"/>
              <a:gd name="connsiteX0" fmla="*/ 0 w 5234250"/>
              <a:gd name="connsiteY0" fmla="*/ 537198 h 2132601"/>
              <a:gd name="connsiteX1" fmla="*/ 2578902 w 5234250"/>
              <a:gd name="connsiteY1" fmla="*/ 72043 h 2132601"/>
              <a:gd name="connsiteX2" fmla="*/ 5234250 w 5234250"/>
              <a:gd name="connsiteY2" fmla="*/ 224682 h 2132601"/>
              <a:gd name="connsiteX3" fmla="*/ 5234250 w 5234250"/>
              <a:gd name="connsiteY3" fmla="*/ 2132601 h 2132601"/>
              <a:gd name="connsiteX4" fmla="*/ 11575 w 5234250"/>
              <a:gd name="connsiteY4" fmla="*/ 2132601 h 2132601"/>
              <a:gd name="connsiteX5" fmla="*/ 0 w 5234250"/>
              <a:gd name="connsiteY5" fmla="*/ 537198 h 2132601"/>
              <a:gd name="connsiteX0" fmla="*/ 0 w 5268974"/>
              <a:gd name="connsiteY0" fmla="*/ 465845 h 2061248"/>
              <a:gd name="connsiteX1" fmla="*/ 2578902 w 5268974"/>
              <a:gd name="connsiteY1" fmla="*/ 690 h 2061248"/>
              <a:gd name="connsiteX2" fmla="*/ 5268974 w 5268974"/>
              <a:gd name="connsiteY2" fmla="*/ 535294 h 2061248"/>
              <a:gd name="connsiteX3" fmla="*/ 5234250 w 5268974"/>
              <a:gd name="connsiteY3" fmla="*/ 2061248 h 2061248"/>
              <a:gd name="connsiteX4" fmla="*/ 11575 w 5268974"/>
              <a:gd name="connsiteY4" fmla="*/ 2061248 h 2061248"/>
              <a:gd name="connsiteX5" fmla="*/ 0 w 5268974"/>
              <a:gd name="connsiteY5" fmla="*/ 465845 h 2061248"/>
              <a:gd name="connsiteX0" fmla="*/ 0 w 5268974"/>
              <a:gd name="connsiteY0" fmla="*/ 465845 h 2061248"/>
              <a:gd name="connsiteX1" fmla="*/ 2578902 w 5268974"/>
              <a:gd name="connsiteY1" fmla="*/ 690 h 2061248"/>
              <a:gd name="connsiteX2" fmla="*/ 5268974 w 5268974"/>
              <a:gd name="connsiteY2" fmla="*/ 535294 h 2061248"/>
              <a:gd name="connsiteX3" fmla="*/ 5234250 w 5268974"/>
              <a:gd name="connsiteY3" fmla="*/ 2061248 h 2061248"/>
              <a:gd name="connsiteX4" fmla="*/ 2764097 w 5268974"/>
              <a:gd name="connsiteY4" fmla="*/ 2060984 h 2061248"/>
              <a:gd name="connsiteX5" fmla="*/ 11575 w 5268974"/>
              <a:gd name="connsiteY5" fmla="*/ 2061248 h 2061248"/>
              <a:gd name="connsiteX6" fmla="*/ 0 w 5268974"/>
              <a:gd name="connsiteY6" fmla="*/ 465845 h 2061248"/>
              <a:gd name="connsiteX0" fmla="*/ 0 w 5268974"/>
              <a:gd name="connsiteY0" fmla="*/ 465845 h 2061248"/>
              <a:gd name="connsiteX1" fmla="*/ 2578902 w 5268974"/>
              <a:gd name="connsiteY1" fmla="*/ 690 h 2061248"/>
              <a:gd name="connsiteX2" fmla="*/ 5268974 w 5268974"/>
              <a:gd name="connsiteY2" fmla="*/ 535294 h 2061248"/>
              <a:gd name="connsiteX3" fmla="*/ 5234250 w 5268974"/>
              <a:gd name="connsiteY3" fmla="*/ 2061248 h 2061248"/>
              <a:gd name="connsiteX4" fmla="*/ 2706223 w 5268974"/>
              <a:gd name="connsiteY4" fmla="*/ 1806341 h 2061248"/>
              <a:gd name="connsiteX5" fmla="*/ 11575 w 5268974"/>
              <a:gd name="connsiteY5" fmla="*/ 2061248 h 2061248"/>
              <a:gd name="connsiteX6" fmla="*/ 0 w 5268974"/>
              <a:gd name="connsiteY6" fmla="*/ 465845 h 2061248"/>
              <a:gd name="connsiteX0" fmla="*/ 0 w 5268974"/>
              <a:gd name="connsiteY0" fmla="*/ 465845 h 2120691"/>
              <a:gd name="connsiteX1" fmla="*/ 2578902 w 5268974"/>
              <a:gd name="connsiteY1" fmla="*/ 690 h 2120691"/>
              <a:gd name="connsiteX2" fmla="*/ 5268974 w 5268974"/>
              <a:gd name="connsiteY2" fmla="*/ 535294 h 2120691"/>
              <a:gd name="connsiteX3" fmla="*/ 5234250 w 5268974"/>
              <a:gd name="connsiteY3" fmla="*/ 2061248 h 2120691"/>
              <a:gd name="connsiteX4" fmla="*/ 2706223 w 5268974"/>
              <a:gd name="connsiteY4" fmla="*/ 1806341 h 2120691"/>
              <a:gd name="connsiteX5" fmla="*/ 11575 w 5268974"/>
              <a:gd name="connsiteY5" fmla="*/ 2061248 h 2120691"/>
              <a:gd name="connsiteX6" fmla="*/ 0 w 5268974"/>
              <a:gd name="connsiteY6" fmla="*/ 465845 h 2120691"/>
              <a:gd name="connsiteX0" fmla="*/ 0 w 5268974"/>
              <a:gd name="connsiteY0" fmla="*/ 465845 h 2120691"/>
              <a:gd name="connsiteX1" fmla="*/ 2578902 w 5268974"/>
              <a:gd name="connsiteY1" fmla="*/ 690 h 2120691"/>
              <a:gd name="connsiteX2" fmla="*/ 5268974 w 5268974"/>
              <a:gd name="connsiteY2" fmla="*/ 535294 h 2120691"/>
              <a:gd name="connsiteX3" fmla="*/ 5234250 w 5268974"/>
              <a:gd name="connsiteY3" fmla="*/ 2061248 h 2120691"/>
              <a:gd name="connsiteX4" fmla="*/ 2706223 w 5268974"/>
              <a:gd name="connsiteY4" fmla="*/ 1806341 h 2120691"/>
              <a:gd name="connsiteX5" fmla="*/ 11575 w 5268974"/>
              <a:gd name="connsiteY5" fmla="*/ 2061248 h 2120691"/>
              <a:gd name="connsiteX6" fmla="*/ 0 w 5268974"/>
              <a:gd name="connsiteY6" fmla="*/ 465845 h 2120691"/>
              <a:gd name="connsiteX0" fmla="*/ 0 w 5268974"/>
              <a:gd name="connsiteY0" fmla="*/ 465845 h 2222545"/>
              <a:gd name="connsiteX1" fmla="*/ 2578902 w 5268974"/>
              <a:gd name="connsiteY1" fmla="*/ 690 h 2222545"/>
              <a:gd name="connsiteX2" fmla="*/ 5268974 w 5268974"/>
              <a:gd name="connsiteY2" fmla="*/ 535294 h 2222545"/>
              <a:gd name="connsiteX3" fmla="*/ 5234250 w 5268974"/>
              <a:gd name="connsiteY3" fmla="*/ 2061248 h 2222545"/>
              <a:gd name="connsiteX4" fmla="*/ 2706223 w 5268974"/>
              <a:gd name="connsiteY4" fmla="*/ 1806341 h 2222545"/>
              <a:gd name="connsiteX5" fmla="*/ 11575 w 5268974"/>
              <a:gd name="connsiteY5" fmla="*/ 2061248 h 2222545"/>
              <a:gd name="connsiteX6" fmla="*/ 0 w 5268974"/>
              <a:gd name="connsiteY6" fmla="*/ 465845 h 2222545"/>
              <a:gd name="connsiteX0" fmla="*/ 0 w 5268974"/>
              <a:gd name="connsiteY0" fmla="*/ 465845 h 2120691"/>
              <a:gd name="connsiteX1" fmla="*/ 2578902 w 5268974"/>
              <a:gd name="connsiteY1" fmla="*/ 690 h 2120691"/>
              <a:gd name="connsiteX2" fmla="*/ 5268974 w 5268974"/>
              <a:gd name="connsiteY2" fmla="*/ 535294 h 2120691"/>
              <a:gd name="connsiteX3" fmla="*/ 5234250 w 5268974"/>
              <a:gd name="connsiteY3" fmla="*/ 2061248 h 2120691"/>
              <a:gd name="connsiteX4" fmla="*/ 2706223 w 5268974"/>
              <a:gd name="connsiteY4" fmla="*/ 1806341 h 2120691"/>
              <a:gd name="connsiteX5" fmla="*/ 11575 w 5268974"/>
              <a:gd name="connsiteY5" fmla="*/ 2061248 h 2120691"/>
              <a:gd name="connsiteX6" fmla="*/ 0 w 5268974"/>
              <a:gd name="connsiteY6" fmla="*/ 465845 h 2120691"/>
              <a:gd name="connsiteX0" fmla="*/ 0 w 5268974"/>
              <a:gd name="connsiteY0" fmla="*/ 465845 h 2120691"/>
              <a:gd name="connsiteX1" fmla="*/ 2578902 w 5268974"/>
              <a:gd name="connsiteY1" fmla="*/ 690 h 2120691"/>
              <a:gd name="connsiteX2" fmla="*/ 5268974 w 5268974"/>
              <a:gd name="connsiteY2" fmla="*/ 535294 h 2120691"/>
              <a:gd name="connsiteX3" fmla="*/ 5234250 w 5268974"/>
              <a:gd name="connsiteY3" fmla="*/ 2061248 h 2120691"/>
              <a:gd name="connsiteX4" fmla="*/ 2706223 w 5268974"/>
              <a:gd name="connsiteY4" fmla="*/ 1806341 h 2120691"/>
              <a:gd name="connsiteX5" fmla="*/ 11575 w 5268974"/>
              <a:gd name="connsiteY5" fmla="*/ 2061248 h 2120691"/>
              <a:gd name="connsiteX6" fmla="*/ 0 w 5268974"/>
              <a:gd name="connsiteY6" fmla="*/ 465845 h 2120691"/>
              <a:gd name="connsiteX0" fmla="*/ 0 w 5268974"/>
              <a:gd name="connsiteY0" fmla="*/ 465845 h 2120691"/>
              <a:gd name="connsiteX1" fmla="*/ 2578902 w 5268974"/>
              <a:gd name="connsiteY1" fmla="*/ 690 h 2120691"/>
              <a:gd name="connsiteX2" fmla="*/ 5268974 w 5268974"/>
              <a:gd name="connsiteY2" fmla="*/ 535294 h 2120691"/>
              <a:gd name="connsiteX3" fmla="*/ 5234250 w 5268974"/>
              <a:gd name="connsiteY3" fmla="*/ 2061248 h 2120691"/>
              <a:gd name="connsiteX4" fmla="*/ 2706223 w 5268974"/>
              <a:gd name="connsiteY4" fmla="*/ 1806341 h 2120691"/>
              <a:gd name="connsiteX5" fmla="*/ 11575 w 5268974"/>
              <a:gd name="connsiteY5" fmla="*/ 2061248 h 2120691"/>
              <a:gd name="connsiteX6" fmla="*/ 0 w 5268974"/>
              <a:gd name="connsiteY6" fmla="*/ 465845 h 2120691"/>
              <a:gd name="connsiteX0" fmla="*/ 0 w 5268974"/>
              <a:gd name="connsiteY0" fmla="*/ 465845 h 2120691"/>
              <a:gd name="connsiteX1" fmla="*/ 2578902 w 5268974"/>
              <a:gd name="connsiteY1" fmla="*/ 690 h 2120691"/>
              <a:gd name="connsiteX2" fmla="*/ 5268974 w 5268974"/>
              <a:gd name="connsiteY2" fmla="*/ 535294 h 2120691"/>
              <a:gd name="connsiteX3" fmla="*/ 5234250 w 5268974"/>
              <a:gd name="connsiteY3" fmla="*/ 2061248 h 2120691"/>
              <a:gd name="connsiteX4" fmla="*/ 2706223 w 5268974"/>
              <a:gd name="connsiteY4" fmla="*/ 1806341 h 2120691"/>
              <a:gd name="connsiteX5" fmla="*/ 11575 w 5268974"/>
              <a:gd name="connsiteY5" fmla="*/ 2061248 h 2120691"/>
              <a:gd name="connsiteX6" fmla="*/ 0 w 5268974"/>
              <a:gd name="connsiteY6" fmla="*/ 465845 h 2120691"/>
              <a:gd name="connsiteX0" fmla="*/ 0 w 5268974"/>
              <a:gd name="connsiteY0" fmla="*/ 465845 h 2163529"/>
              <a:gd name="connsiteX1" fmla="*/ 2578902 w 5268974"/>
              <a:gd name="connsiteY1" fmla="*/ 690 h 2163529"/>
              <a:gd name="connsiteX2" fmla="*/ 5268974 w 5268974"/>
              <a:gd name="connsiteY2" fmla="*/ 535294 h 2163529"/>
              <a:gd name="connsiteX3" fmla="*/ 5234250 w 5268974"/>
              <a:gd name="connsiteY3" fmla="*/ 2061248 h 2163529"/>
              <a:gd name="connsiteX4" fmla="*/ 2706223 w 5268974"/>
              <a:gd name="connsiteY4" fmla="*/ 1806341 h 2163529"/>
              <a:gd name="connsiteX5" fmla="*/ 11575 w 5268974"/>
              <a:gd name="connsiteY5" fmla="*/ 2107547 h 2163529"/>
              <a:gd name="connsiteX6" fmla="*/ 0 w 5268974"/>
              <a:gd name="connsiteY6" fmla="*/ 465845 h 2163529"/>
              <a:gd name="connsiteX0" fmla="*/ 0 w 5268974"/>
              <a:gd name="connsiteY0" fmla="*/ 465845 h 2107547"/>
              <a:gd name="connsiteX1" fmla="*/ 2578902 w 5268974"/>
              <a:gd name="connsiteY1" fmla="*/ 690 h 2107547"/>
              <a:gd name="connsiteX2" fmla="*/ 5268974 w 5268974"/>
              <a:gd name="connsiteY2" fmla="*/ 535294 h 2107547"/>
              <a:gd name="connsiteX3" fmla="*/ 5234250 w 5268974"/>
              <a:gd name="connsiteY3" fmla="*/ 2061248 h 2107547"/>
              <a:gd name="connsiteX4" fmla="*/ 2706223 w 5268974"/>
              <a:gd name="connsiteY4" fmla="*/ 1806341 h 2107547"/>
              <a:gd name="connsiteX5" fmla="*/ 11575 w 5268974"/>
              <a:gd name="connsiteY5" fmla="*/ 2107547 h 2107547"/>
              <a:gd name="connsiteX6" fmla="*/ 0 w 5268974"/>
              <a:gd name="connsiteY6" fmla="*/ 465845 h 2107547"/>
              <a:gd name="connsiteX0" fmla="*/ 0 w 5268974"/>
              <a:gd name="connsiteY0" fmla="*/ 465845 h 2107547"/>
              <a:gd name="connsiteX1" fmla="*/ 2578902 w 5268974"/>
              <a:gd name="connsiteY1" fmla="*/ 690 h 2107547"/>
              <a:gd name="connsiteX2" fmla="*/ 5268974 w 5268974"/>
              <a:gd name="connsiteY2" fmla="*/ 535294 h 2107547"/>
              <a:gd name="connsiteX3" fmla="*/ 5234250 w 5268974"/>
              <a:gd name="connsiteY3" fmla="*/ 2061248 h 2107547"/>
              <a:gd name="connsiteX4" fmla="*/ 2659924 w 5268974"/>
              <a:gd name="connsiteY4" fmla="*/ 1748467 h 2107547"/>
              <a:gd name="connsiteX5" fmla="*/ 11575 w 5268974"/>
              <a:gd name="connsiteY5" fmla="*/ 2107547 h 2107547"/>
              <a:gd name="connsiteX6" fmla="*/ 0 w 5268974"/>
              <a:gd name="connsiteY6" fmla="*/ 465845 h 2107547"/>
              <a:gd name="connsiteX0" fmla="*/ 0 w 5268974"/>
              <a:gd name="connsiteY0" fmla="*/ 465845 h 2107547"/>
              <a:gd name="connsiteX1" fmla="*/ 2578902 w 5268974"/>
              <a:gd name="connsiteY1" fmla="*/ 690 h 2107547"/>
              <a:gd name="connsiteX2" fmla="*/ 5268974 w 5268974"/>
              <a:gd name="connsiteY2" fmla="*/ 535294 h 2107547"/>
              <a:gd name="connsiteX3" fmla="*/ 5234250 w 5268974"/>
              <a:gd name="connsiteY3" fmla="*/ 2061248 h 2107547"/>
              <a:gd name="connsiteX4" fmla="*/ 2659924 w 5268974"/>
              <a:gd name="connsiteY4" fmla="*/ 1748467 h 2107547"/>
              <a:gd name="connsiteX5" fmla="*/ 11575 w 5268974"/>
              <a:gd name="connsiteY5" fmla="*/ 2107547 h 2107547"/>
              <a:gd name="connsiteX6" fmla="*/ 0 w 5268974"/>
              <a:gd name="connsiteY6" fmla="*/ 465845 h 2107547"/>
              <a:gd name="connsiteX0" fmla="*/ 0 w 5268974"/>
              <a:gd name="connsiteY0" fmla="*/ 465845 h 2107547"/>
              <a:gd name="connsiteX1" fmla="*/ 2578902 w 5268974"/>
              <a:gd name="connsiteY1" fmla="*/ 690 h 2107547"/>
              <a:gd name="connsiteX2" fmla="*/ 5268974 w 5268974"/>
              <a:gd name="connsiteY2" fmla="*/ 535294 h 2107547"/>
              <a:gd name="connsiteX3" fmla="*/ 5234250 w 5268974"/>
              <a:gd name="connsiteY3" fmla="*/ 2061248 h 2107547"/>
              <a:gd name="connsiteX4" fmla="*/ 2671499 w 5268974"/>
              <a:gd name="connsiteY4" fmla="*/ 1713743 h 2107547"/>
              <a:gd name="connsiteX5" fmla="*/ 11575 w 5268974"/>
              <a:gd name="connsiteY5" fmla="*/ 2107547 h 2107547"/>
              <a:gd name="connsiteX6" fmla="*/ 0 w 5268974"/>
              <a:gd name="connsiteY6" fmla="*/ 465845 h 2107547"/>
              <a:gd name="connsiteX0" fmla="*/ 0 w 5268974"/>
              <a:gd name="connsiteY0" fmla="*/ 465845 h 2107547"/>
              <a:gd name="connsiteX1" fmla="*/ 2578902 w 5268974"/>
              <a:gd name="connsiteY1" fmla="*/ 690 h 2107547"/>
              <a:gd name="connsiteX2" fmla="*/ 5268974 w 5268974"/>
              <a:gd name="connsiteY2" fmla="*/ 535294 h 2107547"/>
              <a:gd name="connsiteX3" fmla="*/ 5234250 w 5268974"/>
              <a:gd name="connsiteY3" fmla="*/ 2061248 h 2107547"/>
              <a:gd name="connsiteX4" fmla="*/ 2671499 w 5268974"/>
              <a:gd name="connsiteY4" fmla="*/ 1713743 h 2107547"/>
              <a:gd name="connsiteX5" fmla="*/ 11575 w 5268974"/>
              <a:gd name="connsiteY5" fmla="*/ 2107547 h 2107547"/>
              <a:gd name="connsiteX6" fmla="*/ 0 w 5268974"/>
              <a:gd name="connsiteY6" fmla="*/ 465845 h 2107547"/>
              <a:gd name="connsiteX0" fmla="*/ 0 w 5268974"/>
              <a:gd name="connsiteY0" fmla="*/ 465845 h 2084397"/>
              <a:gd name="connsiteX1" fmla="*/ 2578902 w 5268974"/>
              <a:gd name="connsiteY1" fmla="*/ 690 h 2084397"/>
              <a:gd name="connsiteX2" fmla="*/ 5268974 w 5268974"/>
              <a:gd name="connsiteY2" fmla="*/ 535294 h 2084397"/>
              <a:gd name="connsiteX3" fmla="*/ 5234250 w 5268974"/>
              <a:gd name="connsiteY3" fmla="*/ 2061248 h 2084397"/>
              <a:gd name="connsiteX4" fmla="*/ 2671499 w 5268974"/>
              <a:gd name="connsiteY4" fmla="*/ 1713743 h 2084397"/>
              <a:gd name="connsiteX5" fmla="*/ 23150 w 5268974"/>
              <a:gd name="connsiteY5" fmla="*/ 2084397 h 2084397"/>
              <a:gd name="connsiteX6" fmla="*/ 0 w 5268974"/>
              <a:gd name="connsiteY6" fmla="*/ 465845 h 2084397"/>
              <a:gd name="connsiteX0" fmla="*/ 0 w 5268974"/>
              <a:gd name="connsiteY0" fmla="*/ 465845 h 2084397"/>
              <a:gd name="connsiteX1" fmla="*/ 2578902 w 5268974"/>
              <a:gd name="connsiteY1" fmla="*/ 690 h 2084397"/>
              <a:gd name="connsiteX2" fmla="*/ 5268974 w 5268974"/>
              <a:gd name="connsiteY2" fmla="*/ 535294 h 2084397"/>
              <a:gd name="connsiteX3" fmla="*/ 5234250 w 5268974"/>
              <a:gd name="connsiteY3" fmla="*/ 2061248 h 2084397"/>
              <a:gd name="connsiteX4" fmla="*/ 2671499 w 5268974"/>
              <a:gd name="connsiteY4" fmla="*/ 1713743 h 2084397"/>
              <a:gd name="connsiteX5" fmla="*/ 23150 w 5268974"/>
              <a:gd name="connsiteY5" fmla="*/ 2084397 h 2084397"/>
              <a:gd name="connsiteX6" fmla="*/ 0 w 5268974"/>
              <a:gd name="connsiteY6" fmla="*/ 465845 h 2084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268974" h="2084397">
                <a:moveTo>
                  <a:pt x="0" y="465845"/>
                </a:moveTo>
                <a:cubicBezTo>
                  <a:pt x="427888" y="122419"/>
                  <a:pt x="1700740" y="-10885"/>
                  <a:pt x="2578902" y="690"/>
                </a:cubicBezTo>
                <a:cubicBezTo>
                  <a:pt x="3457064" y="12265"/>
                  <a:pt x="4826416" y="191868"/>
                  <a:pt x="5268974" y="535294"/>
                </a:cubicBezTo>
                <a:cubicBezTo>
                  <a:pt x="5257399" y="1043945"/>
                  <a:pt x="5268974" y="1135908"/>
                  <a:pt x="5234250" y="2061248"/>
                </a:cubicBezTo>
                <a:cubicBezTo>
                  <a:pt x="3947086" y="1841196"/>
                  <a:pt x="3540016" y="1709885"/>
                  <a:pt x="2671499" y="1713743"/>
                </a:cubicBezTo>
                <a:cubicBezTo>
                  <a:pt x="1802982" y="1717601"/>
                  <a:pt x="1076071" y="1867975"/>
                  <a:pt x="23150" y="2084397"/>
                </a:cubicBezTo>
                <a:cubicBezTo>
                  <a:pt x="-3857" y="1228505"/>
                  <a:pt x="3858" y="997646"/>
                  <a:pt x="0" y="465845"/>
                </a:cubicBezTo>
                <a:close/>
              </a:path>
            </a:pathLst>
          </a:custGeom>
          <a:solidFill>
            <a:srgbClr val="92D050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圆角矩形 29"/>
          <p:cNvSpPr/>
          <p:nvPr/>
        </p:nvSpPr>
        <p:spPr>
          <a:xfrm>
            <a:off x="7031718" y="17858234"/>
            <a:ext cx="1941412" cy="1656184"/>
          </a:xfrm>
          <a:prstGeom prst="roundRect">
            <a:avLst/>
          </a:prstGeom>
          <a:solidFill>
            <a:srgbClr val="92D050">
              <a:alpha val="54000"/>
            </a:srgb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圆角矩形 32"/>
          <p:cNvSpPr/>
          <p:nvPr/>
        </p:nvSpPr>
        <p:spPr>
          <a:xfrm>
            <a:off x="1835696" y="19802450"/>
            <a:ext cx="1941412" cy="1656184"/>
          </a:xfrm>
          <a:prstGeom prst="roundRect">
            <a:avLst/>
          </a:prstGeom>
          <a:solidFill>
            <a:srgbClr val="92D050">
              <a:alpha val="75000"/>
            </a:srgb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圆角矩形 33"/>
          <p:cNvSpPr/>
          <p:nvPr/>
        </p:nvSpPr>
        <p:spPr>
          <a:xfrm>
            <a:off x="2379816" y="21746666"/>
            <a:ext cx="1941412" cy="1656184"/>
          </a:xfrm>
          <a:prstGeom prst="roundRect">
            <a:avLst/>
          </a:prstGeom>
          <a:solidFill>
            <a:srgbClr val="92D050">
              <a:alpha val="54000"/>
            </a:srgb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圆角矩形 34"/>
          <p:cNvSpPr/>
          <p:nvPr/>
        </p:nvSpPr>
        <p:spPr>
          <a:xfrm>
            <a:off x="4860032" y="21746666"/>
            <a:ext cx="1941412" cy="1656184"/>
          </a:xfrm>
          <a:prstGeom prst="roundRect">
            <a:avLst/>
          </a:prstGeom>
          <a:solidFill>
            <a:srgbClr val="92D050">
              <a:alpha val="54000"/>
            </a:srgb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圆角矩形 38"/>
          <p:cNvSpPr/>
          <p:nvPr/>
        </p:nvSpPr>
        <p:spPr>
          <a:xfrm>
            <a:off x="174916" y="27939354"/>
            <a:ext cx="1941412" cy="1656184"/>
          </a:xfrm>
          <a:prstGeom prst="roundRect">
            <a:avLst/>
          </a:prstGeom>
          <a:solidFill>
            <a:srgbClr val="92D050">
              <a:alpha val="75000"/>
            </a:srgb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圆角矩形 41"/>
          <p:cNvSpPr/>
          <p:nvPr/>
        </p:nvSpPr>
        <p:spPr>
          <a:xfrm>
            <a:off x="363745" y="31238222"/>
            <a:ext cx="2088232" cy="648072"/>
          </a:xfrm>
          <a:prstGeom prst="roundRect">
            <a:avLst/>
          </a:prstGeom>
          <a:solidFill>
            <a:srgbClr val="92D050">
              <a:alpha val="54000"/>
            </a:srgb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1" name="组合 20"/>
          <p:cNvGrpSpPr/>
          <p:nvPr/>
        </p:nvGrpSpPr>
        <p:grpSpPr>
          <a:xfrm>
            <a:off x="6228184" y="27723330"/>
            <a:ext cx="2505819" cy="2714617"/>
            <a:chOff x="4665484" y="28597357"/>
            <a:chExt cx="2505819" cy="2714617"/>
          </a:xfrm>
        </p:grpSpPr>
        <p:grpSp>
          <p:nvGrpSpPr>
            <p:cNvPr id="20" name="组合 19"/>
            <p:cNvGrpSpPr/>
            <p:nvPr/>
          </p:nvGrpSpPr>
          <p:grpSpPr>
            <a:xfrm rot="20730642">
              <a:off x="4665484" y="28760760"/>
              <a:ext cx="1338664" cy="1727185"/>
              <a:chOff x="6967385" y="27468397"/>
              <a:chExt cx="3006828" cy="3598193"/>
            </a:xfrm>
          </p:grpSpPr>
          <p:sp>
            <p:nvSpPr>
              <p:cNvPr id="44" name="圆角矩形 4"/>
              <p:cNvSpPr/>
              <p:nvPr/>
            </p:nvSpPr>
            <p:spPr>
              <a:xfrm rot="1204351">
                <a:off x="8429413" y="27468397"/>
                <a:ext cx="1544800" cy="1468620"/>
              </a:xfrm>
              <a:custGeom>
                <a:avLst/>
                <a:gdLst/>
                <a:ahLst/>
                <a:cxnLst/>
                <a:rect l="l" t="t" r="r" b="b"/>
                <a:pathLst>
                  <a:path w="1544799" h="1468620">
                    <a:moveTo>
                      <a:pt x="56815" y="334502"/>
                    </a:moveTo>
                    <a:lnTo>
                      <a:pt x="89069" y="311136"/>
                    </a:lnTo>
                    <a:cubicBezTo>
                      <a:pt x="150536" y="266608"/>
                      <a:pt x="236462" y="280340"/>
                      <a:pt x="280990" y="341807"/>
                    </a:cubicBezTo>
                    <a:lnTo>
                      <a:pt x="619073" y="808500"/>
                    </a:lnTo>
                    <a:lnTo>
                      <a:pt x="619073" y="132324"/>
                    </a:lnTo>
                    <a:cubicBezTo>
                      <a:pt x="619073" y="59243"/>
                      <a:pt x="678316" y="0"/>
                      <a:pt x="751397" y="0"/>
                    </a:cubicBezTo>
                    <a:lnTo>
                      <a:pt x="789743" y="0"/>
                    </a:lnTo>
                    <a:cubicBezTo>
                      <a:pt x="862824" y="0"/>
                      <a:pt x="922067" y="59243"/>
                      <a:pt x="922067" y="132324"/>
                    </a:cubicBezTo>
                    <a:lnTo>
                      <a:pt x="922067" y="800100"/>
                    </a:lnTo>
                    <a:lnTo>
                      <a:pt x="1252432" y="295005"/>
                    </a:lnTo>
                    <a:cubicBezTo>
                      <a:pt x="1294934" y="230023"/>
                      <a:pt x="1382068" y="211800"/>
                      <a:pt x="1447050" y="254303"/>
                    </a:cubicBezTo>
                    <a:lnTo>
                      <a:pt x="1481148" y="276605"/>
                    </a:lnTo>
                    <a:cubicBezTo>
                      <a:pt x="1546130" y="319107"/>
                      <a:pt x="1564353" y="406241"/>
                      <a:pt x="1521850" y="471223"/>
                    </a:cubicBezTo>
                    <a:lnTo>
                      <a:pt x="929431" y="1376973"/>
                    </a:lnTo>
                    <a:cubicBezTo>
                      <a:pt x="920430" y="1393176"/>
                      <a:pt x="907682" y="1407540"/>
                      <a:pt x="891710" y="1419110"/>
                    </a:cubicBezTo>
                    <a:lnTo>
                      <a:pt x="859457" y="1442476"/>
                    </a:lnTo>
                    <a:cubicBezTo>
                      <a:pt x="797989" y="1487004"/>
                      <a:pt x="712063" y="1473272"/>
                      <a:pt x="667535" y="1411805"/>
                    </a:cubicBezTo>
                    <a:lnTo>
                      <a:pt x="26144" y="526423"/>
                    </a:lnTo>
                    <a:cubicBezTo>
                      <a:pt x="-18384" y="464956"/>
                      <a:pt x="-4652" y="379030"/>
                      <a:pt x="56815" y="334502"/>
                    </a:cubicBezTo>
                    <a:close/>
                  </a:path>
                </a:pathLst>
              </a:custGeom>
              <a:solidFill>
                <a:srgbClr val="9ABA3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5" name="泪滴形 2"/>
              <p:cNvSpPr/>
              <p:nvPr/>
            </p:nvSpPr>
            <p:spPr>
              <a:xfrm rot="10007798">
                <a:off x="6967385" y="28347877"/>
                <a:ext cx="2648820" cy="2718713"/>
              </a:xfrm>
              <a:custGeom>
                <a:avLst/>
                <a:gdLst/>
                <a:ahLst/>
                <a:cxnLst/>
                <a:rect l="l" t="t" r="r" b="b"/>
                <a:pathLst>
                  <a:path w="2648821" h="2718714">
                    <a:moveTo>
                      <a:pt x="873881" y="2712050"/>
                    </a:moveTo>
                    <a:cubicBezTo>
                      <a:pt x="416279" y="2646319"/>
                      <a:pt x="-26453" y="2109529"/>
                      <a:pt x="1235" y="1780610"/>
                    </a:cubicBezTo>
                    <a:cubicBezTo>
                      <a:pt x="32878" y="1404702"/>
                      <a:pt x="888937" y="735730"/>
                      <a:pt x="1259435" y="453954"/>
                    </a:cubicBezTo>
                    <a:cubicBezTo>
                      <a:pt x="1629933" y="172177"/>
                      <a:pt x="2417247" y="-104352"/>
                      <a:pt x="2586675" y="39160"/>
                    </a:cubicBezTo>
                    <a:cubicBezTo>
                      <a:pt x="2756103" y="182672"/>
                      <a:pt x="2554740" y="768402"/>
                      <a:pt x="2276001" y="1315024"/>
                    </a:cubicBezTo>
                    <a:lnTo>
                      <a:pt x="2268807" y="1328971"/>
                    </a:lnTo>
                    <a:lnTo>
                      <a:pt x="2074805" y="1142528"/>
                    </a:lnTo>
                    <a:cubicBezTo>
                      <a:pt x="2060468" y="1128750"/>
                      <a:pt x="2037676" y="1129203"/>
                      <a:pt x="2023897" y="1143540"/>
                    </a:cubicBezTo>
                    <a:cubicBezTo>
                      <a:pt x="2010120" y="1157877"/>
                      <a:pt x="2010572" y="1180669"/>
                      <a:pt x="2024909" y="1194447"/>
                    </a:cubicBezTo>
                    <a:lnTo>
                      <a:pt x="2234365" y="1395742"/>
                    </a:lnTo>
                    <a:cubicBezTo>
                      <a:pt x="2151472" y="1556702"/>
                      <a:pt x="2057604" y="1730814"/>
                      <a:pt x="1952406" y="1897445"/>
                    </a:cubicBezTo>
                    <a:lnTo>
                      <a:pt x="1432508" y="1397804"/>
                    </a:lnTo>
                    <a:cubicBezTo>
                      <a:pt x="1413484" y="1379522"/>
                      <a:pt x="1383242" y="1380123"/>
                      <a:pt x="1364960" y="1399146"/>
                    </a:cubicBezTo>
                    <a:cubicBezTo>
                      <a:pt x="1346678" y="1418169"/>
                      <a:pt x="1347279" y="1448412"/>
                      <a:pt x="1366302" y="1466694"/>
                    </a:cubicBezTo>
                    <a:lnTo>
                      <a:pt x="1899644" y="1979255"/>
                    </a:lnTo>
                    <a:cubicBezTo>
                      <a:pt x="1821956" y="2103780"/>
                      <a:pt x="1736400" y="2221227"/>
                      <a:pt x="1645468" y="2324713"/>
                    </a:cubicBezTo>
                    <a:lnTo>
                      <a:pt x="903355" y="1611515"/>
                    </a:lnTo>
                    <a:cubicBezTo>
                      <a:pt x="883829" y="1592750"/>
                      <a:pt x="852788" y="1593367"/>
                      <a:pt x="834023" y="1612893"/>
                    </a:cubicBezTo>
                    <a:lnTo>
                      <a:pt x="834023" y="1612891"/>
                    </a:lnTo>
                    <a:cubicBezTo>
                      <a:pt x="815258" y="1632417"/>
                      <a:pt x="815875" y="1663459"/>
                      <a:pt x="835400" y="1682224"/>
                    </a:cubicBezTo>
                    <a:cubicBezTo>
                      <a:pt x="1083314" y="1920477"/>
                      <a:pt x="1331227" y="2158731"/>
                      <a:pt x="1579140" y="2396985"/>
                    </a:cubicBezTo>
                    <a:cubicBezTo>
                      <a:pt x="1423934" y="2558869"/>
                      <a:pt x="1253505" y="2675786"/>
                      <a:pt x="1069579" y="2709401"/>
                    </a:cubicBezTo>
                    <a:cubicBezTo>
                      <a:pt x="1004928" y="2721217"/>
                      <a:pt x="939253" y="2721440"/>
                      <a:pt x="873881" y="2712050"/>
                    </a:cubicBezTo>
                    <a:close/>
                  </a:path>
                </a:pathLst>
              </a:custGeom>
              <a:solidFill>
                <a:srgbClr val="FD743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47" name="组合 46"/>
            <p:cNvGrpSpPr/>
            <p:nvPr/>
          </p:nvGrpSpPr>
          <p:grpSpPr>
            <a:xfrm rot="2336824">
              <a:off x="5698069" y="29519090"/>
              <a:ext cx="1473234" cy="1792884"/>
              <a:chOff x="4247318" y="27651881"/>
              <a:chExt cx="3309092" cy="3735062"/>
            </a:xfrm>
          </p:grpSpPr>
          <p:sp>
            <p:nvSpPr>
              <p:cNvPr id="48" name="圆角矩形 4"/>
              <p:cNvSpPr/>
              <p:nvPr/>
            </p:nvSpPr>
            <p:spPr>
              <a:xfrm rot="2387862">
                <a:off x="6011611" y="27651881"/>
                <a:ext cx="1544799" cy="1468620"/>
              </a:xfrm>
              <a:custGeom>
                <a:avLst/>
                <a:gdLst/>
                <a:ahLst/>
                <a:cxnLst/>
                <a:rect l="l" t="t" r="r" b="b"/>
                <a:pathLst>
                  <a:path w="1544799" h="1468620">
                    <a:moveTo>
                      <a:pt x="56815" y="334502"/>
                    </a:moveTo>
                    <a:lnTo>
                      <a:pt x="89069" y="311136"/>
                    </a:lnTo>
                    <a:cubicBezTo>
                      <a:pt x="150536" y="266608"/>
                      <a:pt x="236462" y="280340"/>
                      <a:pt x="280990" y="341807"/>
                    </a:cubicBezTo>
                    <a:lnTo>
                      <a:pt x="619073" y="808500"/>
                    </a:lnTo>
                    <a:lnTo>
                      <a:pt x="619073" y="132324"/>
                    </a:lnTo>
                    <a:cubicBezTo>
                      <a:pt x="619073" y="59243"/>
                      <a:pt x="678316" y="0"/>
                      <a:pt x="751397" y="0"/>
                    </a:cubicBezTo>
                    <a:lnTo>
                      <a:pt x="789743" y="0"/>
                    </a:lnTo>
                    <a:cubicBezTo>
                      <a:pt x="862824" y="0"/>
                      <a:pt x="922067" y="59243"/>
                      <a:pt x="922067" y="132324"/>
                    </a:cubicBezTo>
                    <a:lnTo>
                      <a:pt x="922067" y="800100"/>
                    </a:lnTo>
                    <a:lnTo>
                      <a:pt x="1252432" y="295005"/>
                    </a:lnTo>
                    <a:cubicBezTo>
                      <a:pt x="1294934" y="230023"/>
                      <a:pt x="1382068" y="211800"/>
                      <a:pt x="1447050" y="254303"/>
                    </a:cubicBezTo>
                    <a:lnTo>
                      <a:pt x="1481148" y="276605"/>
                    </a:lnTo>
                    <a:cubicBezTo>
                      <a:pt x="1546130" y="319107"/>
                      <a:pt x="1564353" y="406241"/>
                      <a:pt x="1521850" y="471223"/>
                    </a:cubicBezTo>
                    <a:lnTo>
                      <a:pt x="929431" y="1376973"/>
                    </a:lnTo>
                    <a:cubicBezTo>
                      <a:pt x="920430" y="1393176"/>
                      <a:pt x="907682" y="1407540"/>
                      <a:pt x="891710" y="1419110"/>
                    </a:cubicBezTo>
                    <a:lnTo>
                      <a:pt x="859457" y="1442476"/>
                    </a:lnTo>
                    <a:cubicBezTo>
                      <a:pt x="797989" y="1487004"/>
                      <a:pt x="712063" y="1473272"/>
                      <a:pt x="667535" y="1411805"/>
                    </a:cubicBezTo>
                    <a:lnTo>
                      <a:pt x="26144" y="526423"/>
                    </a:lnTo>
                    <a:cubicBezTo>
                      <a:pt x="-18384" y="464956"/>
                      <a:pt x="-4652" y="379030"/>
                      <a:pt x="56815" y="334502"/>
                    </a:cubicBezTo>
                    <a:close/>
                  </a:path>
                </a:pathLst>
              </a:custGeom>
              <a:solidFill>
                <a:srgbClr val="9ABA3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9" name="泪滴形 2"/>
              <p:cNvSpPr/>
              <p:nvPr/>
            </p:nvSpPr>
            <p:spPr>
              <a:xfrm rot="10551079">
                <a:off x="4247318" y="28668229"/>
                <a:ext cx="2648821" cy="2718714"/>
              </a:xfrm>
              <a:custGeom>
                <a:avLst/>
                <a:gdLst/>
                <a:ahLst/>
                <a:cxnLst/>
                <a:rect l="l" t="t" r="r" b="b"/>
                <a:pathLst>
                  <a:path w="2648821" h="2718714">
                    <a:moveTo>
                      <a:pt x="873881" y="2712050"/>
                    </a:moveTo>
                    <a:cubicBezTo>
                      <a:pt x="416279" y="2646319"/>
                      <a:pt x="-26453" y="2109529"/>
                      <a:pt x="1235" y="1780610"/>
                    </a:cubicBezTo>
                    <a:cubicBezTo>
                      <a:pt x="32878" y="1404702"/>
                      <a:pt x="888937" y="735730"/>
                      <a:pt x="1259435" y="453954"/>
                    </a:cubicBezTo>
                    <a:cubicBezTo>
                      <a:pt x="1629933" y="172177"/>
                      <a:pt x="2417247" y="-104352"/>
                      <a:pt x="2586675" y="39160"/>
                    </a:cubicBezTo>
                    <a:cubicBezTo>
                      <a:pt x="2756103" y="182672"/>
                      <a:pt x="2554740" y="768402"/>
                      <a:pt x="2276001" y="1315024"/>
                    </a:cubicBezTo>
                    <a:lnTo>
                      <a:pt x="2268807" y="1328971"/>
                    </a:lnTo>
                    <a:lnTo>
                      <a:pt x="2074805" y="1142528"/>
                    </a:lnTo>
                    <a:cubicBezTo>
                      <a:pt x="2060468" y="1128750"/>
                      <a:pt x="2037676" y="1129203"/>
                      <a:pt x="2023897" y="1143540"/>
                    </a:cubicBezTo>
                    <a:cubicBezTo>
                      <a:pt x="2010120" y="1157877"/>
                      <a:pt x="2010572" y="1180669"/>
                      <a:pt x="2024909" y="1194447"/>
                    </a:cubicBezTo>
                    <a:lnTo>
                      <a:pt x="2234365" y="1395742"/>
                    </a:lnTo>
                    <a:cubicBezTo>
                      <a:pt x="2151472" y="1556702"/>
                      <a:pt x="2057604" y="1730814"/>
                      <a:pt x="1952406" y="1897445"/>
                    </a:cubicBezTo>
                    <a:lnTo>
                      <a:pt x="1432508" y="1397804"/>
                    </a:lnTo>
                    <a:cubicBezTo>
                      <a:pt x="1413484" y="1379522"/>
                      <a:pt x="1383242" y="1380123"/>
                      <a:pt x="1364960" y="1399146"/>
                    </a:cubicBezTo>
                    <a:cubicBezTo>
                      <a:pt x="1346678" y="1418169"/>
                      <a:pt x="1347279" y="1448412"/>
                      <a:pt x="1366302" y="1466694"/>
                    </a:cubicBezTo>
                    <a:lnTo>
                      <a:pt x="1899644" y="1979255"/>
                    </a:lnTo>
                    <a:cubicBezTo>
                      <a:pt x="1821956" y="2103780"/>
                      <a:pt x="1736400" y="2221227"/>
                      <a:pt x="1645468" y="2324713"/>
                    </a:cubicBezTo>
                    <a:lnTo>
                      <a:pt x="903355" y="1611515"/>
                    </a:lnTo>
                    <a:cubicBezTo>
                      <a:pt x="883829" y="1592750"/>
                      <a:pt x="852788" y="1593367"/>
                      <a:pt x="834023" y="1612893"/>
                    </a:cubicBezTo>
                    <a:lnTo>
                      <a:pt x="834023" y="1612891"/>
                    </a:lnTo>
                    <a:cubicBezTo>
                      <a:pt x="815258" y="1632417"/>
                      <a:pt x="815875" y="1663459"/>
                      <a:pt x="835400" y="1682224"/>
                    </a:cubicBezTo>
                    <a:cubicBezTo>
                      <a:pt x="1083314" y="1920477"/>
                      <a:pt x="1331227" y="2158731"/>
                      <a:pt x="1579140" y="2396985"/>
                    </a:cubicBezTo>
                    <a:cubicBezTo>
                      <a:pt x="1423934" y="2558869"/>
                      <a:pt x="1253505" y="2675786"/>
                      <a:pt x="1069579" y="2709401"/>
                    </a:cubicBezTo>
                    <a:cubicBezTo>
                      <a:pt x="1004928" y="2721217"/>
                      <a:pt x="939253" y="2721440"/>
                      <a:pt x="873881" y="2712050"/>
                    </a:cubicBezTo>
                    <a:close/>
                  </a:path>
                </a:pathLst>
              </a:custGeom>
              <a:solidFill>
                <a:srgbClr val="FD743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50" name="组合 49"/>
            <p:cNvGrpSpPr/>
            <p:nvPr/>
          </p:nvGrpSpPr>
          <p:grpSpPr>
            <a:xfrm rot="21081796">
              <a:off x="5347552" y="28597357"/>
              <a:ext cx="1473234" cy="1792884"/>
              <a:chOff x="4247318" y="27651881"/>
              <a:chExt cx="3309092" cy="3735062"/>
            </a:xfrm>
          </p:grpSpPr>
          <p:sp>
            <p:nvSpPr>
              <p:cNvPr id="51" name="圆角矩形 4"/>
              <p:cNvSpPr/>
              <p:nvPr/>
            </p:nvSpPr>
            <p:spPr>
              <a:xfrm rot="2387862">
                <a:off x="6011611" y="27651881"/>
                <a:ext cx="1544799" cy="1468620"/>
              </a:xfrm>
              <a:custGeom>
                <a:avLst/>
                <a:gdLst/>
                <a:ahLst/>
                <a:cxnLst/>
                <a:rect l="l" t="t" r="r" b="b"/>
                <a:pathLst>
                  <a:path w="1544799" h="1468620">
                    <a:moveTo>
                      <a:pt x="56815" y="334502"/>
                    </a:moveTo>
                    <a:lnTo>
                      <a:pt x="89069" y="311136"/>
                    </a:lnTo>
                    <a:cubicBezTo>
                      <a:pt x="150536" y="266608"/>
                      <a:pt x="236462" y="280340"/>
                      <a:pt x="280990" y="341807"/>
                    </a:cubicBezTo>
                    <a:lnTo>
                      <a:pt x="619073" y="808500"/>
                    </a:lnTo>
                    <a:lnTo>
                      <a:pt x="619073" y="132324"/>
                    </a:lnTo>
                    <a:cubicBezTo>
                      <a:pt x="619073" y="59243"/>
                      <a:pt x="678316" y="0"/>
                      <a:pt x="751397" y="0"/>
                    </a:cubicBezTo>
                    <a:lnTo>
                      <a:pt x="789743" y="0"/>
                    </a:lnTo>
                    <a:cubicBezTo>
                      <a:pt x="862824" y="0"/>
                      <a:pt x="922067" y="59243"/>
                      <a:pt x="922067" y="132324"/>
                    </a:cubicBezTo>
                    <a:lnTo>
                      <a:pt x="922067" y="800100"/>
                    </a:lnTo>
                    <a:lnTo>
                      <a:pt x="1252432" y="295005"/>
                    </a:lnTo>
                    <a:cubicBezTo>
                      <a:pt x="1294934" y="230023"/>
                      <a:pt x="1382068" y="211800"/>
                      <a:pt x="1447050" y="254303"/>
                    </a:cubicBezTo>
                    <a:lnTo>
                      <a:pt x="1481148" y="276605"/>
                    </a:lnTo>
                    <a:cubicBezTo>
                      <a:pt x="1546130" y="319107"/>
                      <a:pt x="1564353" y="406241"/>
                      <a:pt x="1521850" y="471223"/>
                    </a:cubicBezTo>
                    <a:lnTo>
                      <a:pt x="929431" y="1376973"/>
                    </a:lnTo>
                    <a:cubicBezTo>
                      <a:pt x="920430" y="1393176"/>
                      <a:pt x="907682" y="1407540"/>
                      <a:pt x="891710" y="1419110"/>
                    </a:cubicBezTo>
                    <a:lnTo>
                      <a:pt x="859457" y="1442476"/>
                    </a:lnTo>
                    <a:cubicBezTo>
                      <a:pt x="797989" y="1487004"/>
                      <a:pt x="712063" y="1473272"/>
                      <a:pt x="667535" y="1411805"/>
                    </a:cubicBezTo>
                    <a:lnTo>
                      <a:pt x="26144" y="526423"/>
                    </a:lnTo>
                    <a:cubicBezTo>
                      <a:pt x="-18384" y="464956"/>
                      <a:pt x="-4652" y="379030"/>
                      <a:pt x="56815" y="334502"/>
                    </a:cubicBezTo>
                    <a:close/>
                  </a:path>
                </a:pathLst>
              </a:custGeom>
              <a:solidFill>
                <a:srgbClr val="9ABA3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2" name="泪滴形 2"/>
              <p:cNvSpPr/>
              <p:nvPr/>
            </p:nvSpPr>
            <p:spPr>
              <a:xfrm rot="10551079">
                <a:off x="4247318" y="28668229"/>
                <a:ext cx="2648821" cy="2718714"/>
              </a:xfrm>
              <a:custGeom>
                <a:avLst/>
                <a:gdLst/>
                <a:ahLst/>
                <a:cxnLst/>
                <a:rect l="l" t="t" r="r" b="b"/>
                <a:pathLst>
                  <a:path w="2648821" h="2718714">
                    <a:moveTo>
                      <a:pt x="873881" y="2712050"/>
                    </a:moveTo>
                    <a:cubicBezTo>
                      <a:pt x="416279" y="2646319"/>
                      <a:pt x="-26453" y="2109529"/>
                      <a:pt x="1235" y="1780610"/>
                    </a:cubicBezTo>
                    <a:cubicBezTo>
                      <a:pt x="32878" y="1404702"/>
                      <a:pt x="888937" y="735730"/>
                      <a:pt x="1259435" y="453954"/>
                    </a:cubicBezTo>
                    <a:cubicBezTo>
                      <a:pt x="1629933" y="172177"/>
                      <a:pt x="2417247" y="-104352"/>
                      <a:pt x="2586675" y="39160"/>
                    </a:cubicBezTo>
                    <a:cubicBezTo>
                      <a:pt x="2756103" y="182672"/>
                      <a:pt x="2554740" y="768402"/>
                      <a:pt x="2276001" y="1315024"/>
                    </a:cubicBezTo>
                    <a:lnTo>
                      <a:pt x="2268807" y="1328971"/>
                    </a:lnTo>
                    <a:lnTo>
                      <a:pt x="2074805" y="1142528"/>
                    </a:lnTo>
                    <a:cubicBezTo>
                      <a:pt x="2060468" y="1128750"/>
                      <a:pt x="2037676" y="1129203"/>
                      <a:pt x="2023897" y="1143540"/>
                    </a:cubicBezTo>
                    <a:cubicBezTo>
                      <a:pt x="2010120" y="1157877"/>
                      <a:pt x="2010572" y="1180669"/>
                      <a:pt x="2024909" y="1194447"/>
                    </a:cubicBezTo>
                    <a:lnTo>
                      <a:pt x="2234365" y="1395742"/>
                    </a:lnTo>
                    <a:cubicBezTo>
                      <a:pt x="2151472" y="1556702"/>
                      <a:pt x="2057604" y="1730814"/>
                      <a:pt x="1952406" y="1897445"/>
                    </a:cubicBezTo>
                    <a:lnTo>
                      <a:pt x="1432508" y="1397804"/>
                    </a:lnTo>
                    <a:cubicBezTo>
                      <a:pt x="1413484" y="1379522"/>
                      <a:pt x="1383242" y="1380123"/>
                      <a:pt x="1364960" y="1399146"/>
                    </a:cubicBezTo>
                    <a:cubicBezTo>
                      <a:pt x="1346678" y="1418169"/>
                      <a:pt x="1347279" y="1448412"/>
                      <a:pt x="1366302" y="1466694"/>
                    </a:cubicBezTo>
                    <a:lnTo>
                      <a:pt x="1899644" y="1979255"/>
                    </a:lnTo>
                    <a:cubicBezTo>
                      <a:pt x="1821956" y="2103780"/>
                      <a:pt x="1736400" y="2221227"/>
                      <a:pt x="1645468" y="2324713"/>
                    </a:cubicBezTo>
                    <a:lnTo>
                      <a:pt x="903355" y="1611515"/>
                    </a:lnTo>
                    <a:cubicBezTo>
                      <a:pt x="883829" y="1592750"/>
                      <a:pt x="852788" y="1593367"/>
                      <a:pt x="834023" y="1612893"/>
                    </a:cubicBezTo>
                    <a:lnTo>
                      <a:pt x="834023" y="1612891"/>
                    </a:lnTo>
                    <a:cubicBezTo>
                      <a:pt x="815258" y="1632417"/>
                      <a:pt x="815875" y="1663459"/>
                      <a:pt x="835400" y="1682224"/>
                    </a:cubicBezTo>
                    <a:cubicBezTo>
                      <a:pt x="1083314" y="1920477"/>
                      <a:pt x="1331227" y="2158731"/>
                      <a:pt x="1579140" y="2396985"/>
                    </a:cubicBezTo>
                    <a:cubicBezTo>
                      <a:pt x="1423934" y="2558869"/>
                      <a:pt x="1253505" y="2675786"/>
                      <a:pt x="1069579" y="2709401"/>
                    </a:cubicBezTo>
                    <a:cubicBezTo>
                      <a:pt x="1004928" y="2721217"/>
                      <a:pt x="939253" y="2721440"/>
                      <a:pt x="873881" y="2712050"/>
                    </a:cubicBezTo>
                    <a:close/>
                  </a:path>
                </a:pathLst>
              </a:custGeom>
              <a:solidFill>
                <a:srgbClr val="FD743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</p:grpSp>
      <p:grpSp>
        <p:nvGrpSpPr>
          <p:cNvPr id="53" name="组合 52"/>
          <p:cNvGrpSpPr/>
          <p:nvPr/>
        </p:nvGrpSpPr>
        <p:grpSpPr>
          <a:xfrm>
            <a:off x="2529541" y="32713749"/>
            <a:ext cx="3906371" cy="3069918"/>
            <a:chOff x="2535614" y="1033398"/>
            <a:chExt cx="3906371" cy="3069918"/>
          </a:xfrm>
        </p:grpSpPr>
        <p:grpSp>
          <p:nvGrpSpPr>
            <p:cNvPr id="54" name="组合 53"/>
            <p:cNvGrpSpPr/>
            <p:nvPr/>
          </p:nvGrpSpPr>
          <p:grpSpPr>
            <a:xfrm>
              <a:off x="4165983" y="1083817"/>
              <a:ext cx="2123727" cy="1631216"/>
              <a:chOff x="2571027" y="1562216"/>
              <a:chExt cx="1983886" cy="1571101"/>
            </a:xfrm>
          </p:grpSpPr>
          <p:sp>
            <p:nvSpPr>
              <p:cNvPr id="63" name="TextBox 62"/>
              <p:cNvSpPr txBox="1"/>
              <p:nvPr/>
            </p:nvSpPr>
            <p:spPr>
              <a:xfrm>
                <a:off x="2702034" y="1562216"/>
                <a:ext cx="1560414" cy="15711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>
                  <a:lnSpc>
                    <a:spcPts val="6000"/>
                  </a:lnSpc>
                </a:pPr>
                <a:r>
                  <a:rPr lang="zh-CN" altLang="en-US" sz="3200" b="1" spc="600" dirty="0" smtClean="0">
                    <a:solidFill>
                      <a:srgbClr val="FBBBE6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方正剪纸简体" pitchFamily="65" charset="-122"/>
                    <a:ea typeface="方正剪纸简体" pitchFamily="65" charset="-122"/>
                  </a:rPr>
                  <a:t>兔子妈</a:t>
                </a:r>
                <a:endParaRPr lang="en-US" altLang="zh-CN" sz="3200" b="1" spc="600" dirty="0">
                  <a:solidFill>
                    <a:srgbClr val="FBBBE6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剪纸简体" pitchFamily="65" charset="-122"/>
                  <a:ea typeface="方正剪纸简体" pitchFamily="65" charset="-122"/>
                </a:endParaRPr>
              </a:p>
              <a:p>
                <a:pPr algn="dist">
                  <a:lnSpc>
                    <a:spcPts val="6000"/>
                  </a:lnSpc>
                </a:pPr>
                <a:r>
                  <a:rPr lang="zh-CN" altLang="en-US" sz="4400" b="1" spc="600" dirty="0">
                    <a:solidFill>
                      <a:srgbClr val="FBBBE6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方正细谭黑简体" pitchFamily="2" charset="-122"/>
                    <a:ea typeface="方正细谭黑简体" pitchFamily="2" charset="-122"/>
                  </a:rPr>
                  <a:t>作</a:t>
                </a:r>
                <a:r>
                  <a:rPr lang="zh-CN" altLang="en-US" sz="4400" b="1" spc="600" dirty="0" smtClean="0">
                    <a:solidFill>
                      <a:srgbClr val="FBBBE6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方正细谭黑简体" pitchFamily="2" charset="-122"/>
                    <a:ea typeface="方正细谭黑简体" pitchFamily="2" charset="-122"/>
                  </a:rPr>
                  <a:t>品</a:t>
                </a:r>
                <a:endParaRPr lang="zh-CN" altLang="en-US" sz="4400" b="1" spc="600" dirty="0">
                  <a:solidFill>
                    <a:srgbClr val="FBBBE6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细谭黑简体" pitchFamily="2" charset="-122"/>
                  <a:ea typeface="方正细谭黑简体" pitchFamily="2" charset="-122"/>
                </a:endParaRPr>
              </a:p>
            </p:txBody>
          </p:sp>
          <p:cxnSp>
            <p:nvCxnSpPr>
              <p:cNvPr id="64" name="直接连接符 63"/>
              <p:cNvCxnSpPr/>
              <p:nvPr/>
            </p:nvCxnSpPr>
            <p:spPr>
              <a:xfrm>
                <a:off x="2571027" y="2354954"/>
                <a:ext cx="1983886" cy="1824"/>
              </a:xfrm>
              <a:prstGeom prst="line">
                <a:avLst/>
              </a:prstGeom>
              <a:ln w="1524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5" name="椭圆 21"/>
            <p:cNvSpPr/>
            <p:nvPr/>
          </p:nvSpPr>
          <p:spPr>
            <a:xfrm rot="3101325">
              <a:off x="2756532" y="1257832"/>
              <a:ext cx="1303510" cy="1417978"/>
            </a:xfrm>
            <a:custGeom>
              <a:avLst/>
              <a:gdLst/>
              <a:ahLst/>
              <a:cxnLst/>
              <a:rect l="l" t="t" r="r" b="b"/>
              <a:pathLst>
                <a:path w="1303510" h="1417978">
                  <a:moveTo>
                    <a:pt x="16270" y="597238"/>
                  </a:moveTo>
                  <a:cubicBezTo>
                    <a:pt x="76676" y="510296"/>
                    <a:pt x="287641" y="552369"/>
                    <a:pt x="487473" y="691210"/>
                  </a:cubicBezTo>
                  <a:cubicBezTo>
                    <a:pt x="538087" y="726377"/>
                    <a:pt x="583132" y="764378"/>
                    <a:pt x="621128" y="803008"/>
                  </a:cubicBezTo>
                  <a:cubicBezTo>
                    <a:pt x="622132" y="800503"/>
                    <a:pt x="623729" y="798440"/>
                    <a:pt x="625350" y="796388"/>
                  </a:cubicBezTo>
                  <a:lnTo>
                    <a:pt x="659512" y="761129"/>
                  </a:lnTo>
                  <a:cubicBezTo>
                    <a:pt x="617404" y="682231"/>
                    <a:pt x="591394" y="564515"/>
                    <a:pt x="591394" y="433137"/>
                  </a:cubicBezTo>
                  <a:cubicBezTo>
                    <a:pt x="591394" y="283628"/>
                    <a:pt x="625078" y="151811"/>
                    <a:pt x="676312" y="73973"/>
                  </a:cubicBezTo>
                  <a:cubicBezTo>
                    <a:pt x="707052" y="27270"/>
                    <a:pt x="744109" y="0"/>
                    <a:pt x="783999" y="0"/>
                  </a:cubicBezTo>
                  <a:cubicBezTo>
                    <a:pt x="890372" y="0"/>
                    <a:pt x="976604" y="193922"/>
                    <a:pt x="976604" y="433137"/>
                  </a:cubicBezTo>
                  <a:cubicBezTo>
                    <a:pt x="976604" y="513216"/>
                    <a:pt x="966941" y="588219"/>
                    <a:pt x="949251" y="652351"/>
                  </a:cubicBezTo>
                  <a:cubicBezTo>
                    <a:pt x="1025323" y="656365"/>
                    <a:pt x="1100867" y="683485"/>
                    <a:pt x="1165276" y="734372"/>
                  </a:cubicBezTo>
                  <a:cubicBezTo>
                    <a:pt x="1240930" y="794144"/>
                    <a:pt x="1288236" y="876450"/>
                    <a:pt x="1303510" y="964358"/>
                  </a:cubicBezTo>
                  <a:lnTo>
                    <a:pt x="945665" y="1417285"/>
                  </a:lnTo>
                  <a:cubicBezTo>
                    <a:pt x="856609" y="1422765"/>
                    <a:pt x="765591" y="1395785"/>
                    <a:pt x="689937" y="1336012"/>
                  </a:cubicBezTo>
                  <a:cubicBezTo>
                    <a:pt x="623549" y="1283561"/>
                    <a:pt x="578989" y="1213757"/>
                    <a:pt x="558665" y="1137963"/>
                  </a:cubicBezTo>
                  <a:cubicBezTo>
                    <a:pt x="472968" y="1121423"/>
                    <a:pt x="369430" y="1076028"/>
                    <a:pt x="268720" y="1006056"/>
                  </a:cubicBezTo>
                  <a:cubicBezTo>
                    <a:pt x="68889" y="867214"/>
                    <a:pt x="-44137" y="684180"/>
                    <a:pt x="16270" y="597238"/>
                  </a:cubicBezTo>
                  <a:close/>
                </a:path>
              </a:pathLst>
            </a:custGeom>
            <a:solidFill>
              <a:srgbClr val="FBBBE6">
                <a:alpha val="66000"/>
              </a:srgb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" name="同心圆 55"/>
            <p:cNvSpPr/>
            <p:nvPr/>
          </p:nvSpPr>
          <p:spPr>
            <a:xfrm>
              <a:off x="2535614" y="1033398"/>
              <a:ext cx="1743767" cy="1732055"/>
            </a:xfrm>
            <a:prstGeom prst="donut">
              <a:avLst>
                <a:gd name="adj" fmla="val 9223"/>
              </a:avLst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7" name="直接连接符 56"/>
            <p:cNvCxnSpPr/>
            <p:nvPr/>
          </p:nvCxnSpPr>
          <p:spPr>
            <a:xfrm>
              <a:off x="5985080" y="1845892"/>
              <a:ext cx="0" cy="319820"/>
            </a:xfrm>
            <a:prstGeom prst="line">
              <a:avLst/>
            </a:prstGeom>
            <a:ln w="1270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/>
            <p:cNvCxnSpPr/>
            <p:nvPr/>
          </p:nvCxnSpPr>
          <p:spPr>
            <a:xfrm>
              <a:off x="6225374" y="1842278"/>
              <a:ext cx="0" cy="327048"/>
            </a:xfrm>
            <a:prstGeom prst="line">
              <a:avLst/>
            </a:prstGeom>
            <a:ln w="1270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TextBox 58"/>
            <p:cNvSpPr txBox="1"/>
            <p:nvPr/>
          </p:nvSpPr>
          <p:spPr>
            <a:xfrm>
              <a:off x="2535614" y="3095668"/>
              <a:ext cx="3906371" cy="10076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>
                <a:lnSpc>
                  <a:spcPct val="150000"/>
                </a:lnSpc>
              </a:pPr>
              <a:r>
                <a:rPr lang="zh-CN" altLang="en-US" sz="4400" spc="600" dirty="0" smtClean="0">
                  <a:solidFill>
                    <a:srgbClr val="B9758C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细谭黑简体" pitchFamily="2" charset="-122"/>
                  <a:ea typeface="方正细谭黑简体" pitchFamily="2" charset="-122"/>
                </a:rPr>
                <a:t>谢谢观赏</a:t>
              </a:r>
              <a:endParaRPr lang="zh-CN" altLang="en-US" sz="4400" spc="600" dirty="0">
                <a:solidFill>
                  <a:srgbClr val="B9758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细谭黑简体" pitchFamily="2" charset="-122"/>
                <a:ea typeface="方正细谭黑简体" pitchFamily="2" charset="-122"/>
              </a:endParaRPr>
            </a:p>
          </p:txBody>
        </p:sp>
        <p:cxnSp>
          <p:nvCxnSpPr>
            <p:cNvPr id="60" name="直接连接符 59"/>
            <p:cNvCxnSpPr/>
            <p:nvPr/>
          </p:nvCxnSpPr>
          <p:spPr>
            <a:xfrm>
              <a:off x="3409720" y="3492425"/>
              <a:ext cx="0" cy="504056"/>
            </a:xfrm>
            <a:prstGeom prst="line">
              <a:avLst/>
            </a:prstGeom>
            <a:ln w="19050">
              <a:solidFill>
                <a:srgbClr val="D8B2B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/>
            <p:cNvCxnSpPr/>
            <p:nvPr/>
          </p:nvCxnSpPr>
          <p:spPr>
            <a:xfrm>
              <a:off x="4488802" y="3492425"/>
              <a:ext cx="0" cy="504056"/>
            </a:xfrm>
            <a:prstGeom prst="line">
              <a:avLst/>
            </a:prstGeom>
            <a:ln w="19050">
              <a:solidFill>
                <a:srgbClr val="D8B2B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连接符 61"/>
            <p:cNvCxnSpPr/>
            <p:nvPr/>
          </p:nvCxnSpPr>
          <p:spPr>
            <a:xfrm>
              <a:off x="5508104" y="3492425"/>
              <a:ext cx="0" cy="504056"/>
            </a:xfrm>
            <a:prstGeom prst="line">
              <a:avLst/>
            </a:prstGeom>
            <a:ln w="19050">
              <a:solidFill>
                <a:srgbClr val="D8B2B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91" name="组合 1290"/>
          <p:cNvGrpSpPr/>
          <p:nvPr/>
        </p:nvGrpSpPr>
        <p:grpSpPr>
          <a:xfrm>
            <a:off x="187034" y="10081370"/>
            <a:ext cx="2292114" cy="1656184"/>
            <a:chOff x="291623" y="9865346"/>
            <a:chExt cx="2292114" cy="1656184"/>
          </a:xfrm>
        </p:grpSpPr>
        <p:sp>
          <p:nvSpPr>
            <p:cNvPr id="67" name="圆角矩形 66"/>
            <p:cNvSpPr/>
            <p:nvPr/>
          </p:nvSpPr>
          <p:spPr>
            <a:xfrm>
              <a:off x="291623" y="9865346"/>
              <a:ext cx="1941412" cy="1656184"/>
            </a:xfrm>
            <a:prstGeom prst="roundRect">
              <a:avLst/>
            </a:prstGeom>
            <a:solidFill>
              <a:srgbClr val="92D050">
                <a:alpha val="54000"/>
              </a:srgb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298121" y="10582496"/>
              <a:ext cx="2285616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4800" dirty="0" smtClean="0">
                  <a:solidFill>
                    <a:schemeClr val="bg1"/>
                  </a:solidFill>
                  <a:latin typeface="Berlin Sans FB Demi" pitchFamily="34" charset="0"/>
                </a:rPr>
                <a:t>STRAT</a:t>
              </a:r>
              <a:endParaRPr lang="zh-CN" altLang="en-US" sz="4800" dirty="0">
                <a:solidFill>
                  <a:schemeClr val="bg1"/>
                </a:solidFill>
                <a:latin typeface="Berlin Sans FB Demi" pitchFamily="34" charset="0"/>
              </a:endParaRPr>
            </a:p>
          </p:txBody>
        </p:sp>
      </p:grpSp>
      <p:sp>
        <p:nvSpPr>
          <p:cNvPr id="70" name="TextBox 69"/>
          <p:cNvSpPr txBox="1"/>
          <p:nvPr/>
        </p:nvSpPr>
        <p:spPr>
          <a:xfrm rot="120000">
            <a:off x="2725227" y="7837657"/>
            <a:ext cx="6000684" cy="1271663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prstTxWarp prst="textArchUp">
              <a:avLst>
                <a:gd name="adj" fmla="val 12499766"/>
              </a:avLst>
            </a:prstTxWarp>
            <a:spAutoFit/>
          </a:bodyPr>
          <a:lstStyle/>
          <a:p>
            <a:pPr algn="dist"/>
            <a:r>
              <a:rPr lang="zh-CN" altLang="en-US" sz="44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关于兔子的那些事儿</a:t>
            </a:r>
            <a:endParaRPr lang="zh-CN" altLang="en-US" sz="4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1" name="TextBox 70"/>
          <p:cNvSpPr txBox="1"/>
          <p:nvPr/>
        </p:nvSpPr>
        <p:spPr>
          <a:xfrm rot="156046">
            <a:off x="3010638" y="8564415"/>
            <a:ext cx="5587452" cy="1446550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spcFirstLastPara="1" wrap="square" numCol="1" rtlCol="0">
            <a:prstTxWarp prst="textArchUp">
              <a:avLst>
                <a:gd name="adj" fmla="val 11565855"/>
              </a:avLst>
            </a:prstTxWarp>
            <a:spAutoFit/>
          </a:bodyPr>
          <a:lstStyle>
            <a:defPPr>
              <a:defRPr lang="zh-CN"/>
            </a:defPPr>
            <a:lvl1pPr algn="dist">
              <a:defRPr sz="4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sz="3600" dirty="0" smtClean="0">
                <a:latin typeface="方正喵呜体" pitchFamily="2" charset="-122"/>
                <a:ea typeface="方正喵呜体" pitchFamily="2" charset="-122"/>
              </a:rPr>
              <a:t>现在</a:t>
            </a:r>
            <a:r>
              <a:rPr lang="zh-CN" altLang="en-US" sz="3600" dirty="0">
                <a:latin typeface="方正喵呜体" pitchFamily="2" charset="-122"/>
                <a:ea typeface="方正喵呜体" pitchFamily="2" charset="-122"/>
              </a:rPr>
              <a:t>，让我们一起去</a:t>
            </a:r>
            <a:r>
              <a:rPr lang="zh-CN" altLang="en-US" sz="3600" dirty="0" smtClean="0">
                <a:latin typeface="方正喵呜体" pitchFamily="2" charset="-122"/>
                <a:ea typeface="方正喵呜体" pitchFamily="2" charset="-122"/>
              </a:rPr>
              <a:t>发现！</a:t>
            </a:r>
            <a:endParaRPr lang="zh-CN" altLang="en-US" sz="3600" dirty="0">
              <a:latin typeface="方正喵呜体" pitchFamily="2" charset="-122"/>
              <a:ea typeface="方正喵呜体" pitchFamily="2" charset="-122"/>
            </a:endParaRPr>
          </a:p>
        </p:txBody>
      </p:sp>
      <p:sp>
        <p:nvSpPr>
          <p:cNvPr id="69" name="圆角矩形 68"/>
          <p:cNvSpPr/>
          <p:nvPr/>
        </p:nvSpPr>
        <p:spPr>
          <a:xfrm>
            <a:off x="2071177" y="30339728"/>
            <a:ext cx="645160" cy="605975"/>
          </a:xfrm>
          <a:prstGeom prst="roundRect">
            <a:avLst/>
          </a:prstGeom>
          <a:solidFill>
            <a:srgbClr val="92D050">
              <a:alpha val="75000"/>
            </a:srgb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467544" y="4896794"/>
            <a:ext cx="8064896" cy="15142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lang="zh-CN" altLang="en-US" sz="2200" b="1" dirty="0">
                <a:solidFill>
                  <a:srgbClr val="69A12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兔子的耳朵很长，但这不代表他一直在听你说话 </a:t>
            </a:r>
          </a:p>
          <a:p>
            <a:pPr>
              <a:lnSpc>
                <a:spcPct val="140000"/>
              </a:lnSpc>
            </a:pPr>
            <a:r>
              <a:rPr lang="zh-CN" altLang="en-US" sz="2200" b="1" dirty="0" smtClean="0">
                <a:solidFill>
                  <a:srgbClr val="69A12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兔子</a:t>
            </a:r>
            <a:r>
              <a:rPr lang="zh-CN" altLang="en-US" sz="2200" b="1" dirty="0">
                <a:solidFill>
                  <a:srgbClr val="69A12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是用大脑在听，而且只听他想听的话 </a:t>
            </a:r>
          </a:p>
          <a:p>
            <a:pPr>
              <a:lnSpc>
                <a:spcPct val="140000"/>
              </a:lnSpc>
            </a:pPr>
            <a:r>
              <a:rPr lang="zh-CN" altLang="en-US" sz="2200" b="1" dirty="0" smtClean="0">
                <a:solidFill>
                  <a:srgbClr val="69A12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不要</a:t>
            </a:r>
            <a:r>
              <a:rPr lang="zh-CN" altLang="en-US" sz="2200" b="1" dirty="0">
                <a:solidFill>
                  <a:srgbClr val="69A12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命令兔子听话，而是要问兔子想听</a:t>
            </a:r>
            <a:r>
              <a:rPr lang="zh-CN" altLang="en-US" sz="2200" b="1" dirty="0" smtClean="0">
                <a:solidFill>
                  <a:srgbClr val="69A12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什么？ </a:t>
            </a:r>
            <a:endParaRPr lang="zh-CN" altLang="en-US" sz="2200" b="1" dirty="0">
              <a:solidFill>
                <a:srgbClr val="69A12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465151" y="30751065"/>
            <a:ext cx="674991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69A12B"/>
                </a:solidFill>
                <a:latin typeface="微软雅黑" pitchFamily="34" charset="-122"/>
                <a:ea typeface="微软雅黑" pitchFamily="34" charset="-122"/>
              </a:rPr>
              <a:t>在和兔子交流时，牢记我们都是生物</a:t>
            </a:r>
            <a:r>
              <a:rPr lang="zh-CN" altLang="en-US" sz="2400" b="1" dirty="0" smtClean="0">
                <a:solidFill>
                  <a:srgbClr val="69A12B"/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2400" b="1" dirty="0" smtClean="0">
              <a:solidFill>
                <a:srgbClr val="69A12B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 smtClean="0">
                <a:solidFill>
                  <a:srgbClr val="69A12B"/>
                </a:solidFill>
                <a:latin typeface="微软雅黑" pitchFamily="34" charset="-122"/>
                <a:ea typeface="微软雅黑" pitchFamily="34" charset="-122"/>
              </a:rPr>
              <a:t>在</a:t>
            </a:r>
            <a:r>
              <a:rPr lang="zh-CN" altLang="en-US" sz="2400" b="1" dirty="0">
                <a:solidFill>
                  <a:srgbClr val="69A12B"/>
                </a:solidFill>
                <a:latin typeface="微软雅黑" pitchFamily="34" charset="-122"/>
                <a:ea typeface="微软雅黑" pitchFamily="34" charset="-122"/>
              </a:rPr>
              <a:t>和孩子交流时，牢记我们都是一家人</a:t>
            </a:r>
            <a:r>
              <a:rPr lang="zh-CN" altLang="en-US" sz="2400" b="1" dirty="0" smtClean="0">
                <a:solidFill>
                  <a:srgbClr val="69A12B"/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2400" b="1" dirty="0" smtClean="0">
              <a:solidFill>
                <a:srgbClr val="69A12B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 smtClean="0">
                <a:solidFill>
                  <a:srgbClr val="69A12B"/>
                </a:solidFill>
                <a:latin typeface="微软雅黑" pitchFamily="34" charset="-122"/>
                <a:ea typeface="微软雅黑" pitchFamily="34" charset="-122"/>
              </a:rPr>
              <a:t>在</a:t>
            </a:r>
            <a:r>
              <a:rPr lang="zh-CN" altLang="en-US" sz="2400" b="1" dirty="0">
                <a:solidFill>
                  <a:srgbClr val="69A12B"/>
                </a:solidFill>
                <a:latin typeface="微软雅黑" pitchFamily="34" charset="-122"/>
                <a:ea typeface="微软雅黑" pitchFamily="34" charset="-122"/>
              </a:rPr>
              <a:t>和</a:t>
            </a:r>
            <a:r>
              <a:rPr lang="zh-CN" altLang="en-US" sz="2400" b="1" dirty="0" smtClean="0">
                <a:solidFill>
                  <a:srgbClr val="69A12B"/>
                </a:solidFill>
                <a:latin typeface="微软雅黑" pitchFamily="34" charset="-122"/>
                <a:ea typeface="微软雅黑" pitchFamily="34" charset="-122"/>
              </a:rPr>
              <a:t>公司新人</a:t>
            </a:r>
            <a:r>
              <a:rPr lang="zh-CN" altLang="en-US" sz="2400" b="1" dirty="0">
                <a:solidFill>
                  <a:srgbClr val="69A12B"/>
                </a:solidFill>
                <a:latin typeface="微软雅黑" pitchFamily="34" charset="-122"/>
                <a:ea typeface="微软雅黑" pitchFamily="34" charset="-122"/>
              </a:rPr>
              <a:t>交流时，牢记我们</a:t>
            </a:r>
            <a:r>
              <a:rPr lang="zh-CN" altLang="en-US" sz="2400" b="1" dirty="0" smtClean="0">
                <a:solidFill>
                  <a:srgbClr val="69A12B"/>
                </a:solidFill>
                <a:latin typeface="微软雅黑" pitchFamily="34" charset="-122"/>
                <a:ea typeface="微软雅黑" pitchFamily="34" charset="-122"/>
              </a:rPr>
              <a:t>都是公司一分子。</a:t>
            </a:r>
            <a:endParaRPr lang="zh-CN" altLang="en-US" sz="2400" b="1" dirty="0">
              <a:solidFill>
                <a:srgbClr val="69A12B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38" name="组合 37"/>
          <p:cNvGrpSpPr/>
          <p:nvPr/>
        </p:nvGrpSpPr>
        <p:grpSpPr>
          <a:xfrm>
            <a:off x="5153968" y="29336012"/>
            <a:ext cx="1630688" cy="1396641"/>
            <a:chOff x="4039102" y="29956638"/>
            <a:chExt cx="1630688" cy="1396641"/>
          </a:xfrm>
        </p:grpSpPr>
        <p:sp>
          <p:nvSpPr>
            <p:cNvPr id="89" name="圆角矩形 4"/>
            <p:cNvSpPr/>
            <p:nvPr/>
          </p:nvSpPr>
          <p:spPr>
            <a:xfrm rot="4190721">
              <a:off x="4973432" y="29948037"/>
              <a:ext cx="687757" cy="704959"/>
            </a:xfrm>
            <a:custGeom>
              <a:avLst/>
              <a:gdLst/>
              <a:ahLst/>
              <a:cxnLst/>
              <a:rect l="l" t="t" r="r" b="b"/>
              <a:pathLst>
                <a:path w="1544799" h="1468620">
                  <a:moveTo>
                    <a:pt x="56815" y="334502"/>
                  </a:moveTo>
                  <a:lnTo>
                    <a:pt x="89069" y="311136"/>
                  </a:lnTo>
                  <a:cubicBezTo>
                    <a:pt x="150536" y="266608"/>
                    <a:pt x="236462" y="280340"/>
                    <a:pt x="280990" y="341807"/>
                  </a:cubicBezTo>
                  <a:lnTo>
                    <a:pt x="619073" y="808500"/>
                  </a:lnTo>
                  <a:lnTo>
                    <a:pt x="619073" y="132324"/>
                  </a:lnTo>
                  <a:cubicBezTo>
                    <a:pt x="619073" y="59243"/>
                    <a:pt x="678316" y="0"/>
                    <a:pt x="751397" y="0"/>
                  </a:cubicBezTo>
                  <a:lnTo>
                    <a:pt x="789743" y="0"/>
                  </a:lnTo>
                  <a:cubicBezTo>
                    <a:pt x="862824" y="0"/>
                    <a:pt x="922067" y="59243"/>
                    <a:pt x="922067" y="132324"/>
                  </a:cubicBezTo>
                  <a:lnTo>
                    <a:pt x="922067" y="800100"/>
                  </a:lnTo>
                  <a:lnTo>
                    <a:pt x="1252432" y="295005"/>
                  </a:lnTo>
                  <a:cubicBezTo>
                    <a:pt x="1294934" y="230023"/>
                    <a:pt x="1382068" y="211800"/>
                    <a:pt x="1447050" y="254303"/>
                  </a:cubicBezTo>
                  <a:lnTo>
                    <a:pt x="1481148" y="276605"/>
                  </a:lnTo>
                  <a:cubicBezTo>
                    <a:pt x="1546130" y="319107"/>
                    <a:pt x="1564353" y="406241"/>
                    <a:pt x="1521850" y="471223"/>
                  </a:cubicBezTo>
                  <a:lnTo>
                    <a:pt x="929431" y="1376973"/>
                  </a:lnTo>
                  <a:cubicBezTo>
                    <a:pt x="920430" y="1393176"/>
                    <a:pt x="907682" y="1407540"/>
                    <a:pt x="891710" y="1419110"/>
                  </a:cubicBezTo>
                  <a:lnTo>
                    <a:pt x="859457" y="1442476"/>
                  </a:lnTo>
                  <a:cubicBezTo>
                    <a:pt x="797989" y="1487004"/>
                    <a:pt x="712063" y="1473272"/>
                    <a:pt x="667535" y="1411805"/>
                  </a:cubicBezTo>
                  <a:lnTo>
                    <a:pt x="26144" y="526423"/>
                  </a:lnTo>
                  <a:cubicBezTo>
                    <a:pt x="-18384" y="464956"/>
                    <a:pt x="-4652" y="379030"/>
                    <a:pt x="56815" y="334502"/>
                  </a:cubicBezTo>
                  <a:close/>
                </a:path>
              </a:pathLst>
            </a:custGeom>
            <a:solidFill>
              <a:srgbClr val="9ABA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0" name="泪滴形 2"/>
            <p:cNvSpPr/>
            <p:nvPr/>
          </p:nvSpPr>
          <p:spPr>
            <a:xfrm rot="12353938">
              <a:off x="4039102" y="30048257"/>
              <a:ext cx="1179276" cy="1305022"/>
            </a:xfrm>
            <a:custGeom>
              <a:avLst/>
              <a:gdLst/>
              <a:ahLst/>
              <a:cxnLst/>
              <a:rect l="l" t="t" r="r" b="b"/>
              <a:pathLst>
                <a:path w="2648821" h="2718714">
                  <a:moveTo>
                    <a:pt x="873881" y="2712050"/>
                  </a:moveTo>
                  <a:cubicBezTo>
                    <a:pt x="416279" y="2646319"/>
                    <a:pt x="-26453" y="2109529"/>
                    <a:pt x="1235" y="1780610"/>
                  </a:cubicBezTo>
                  <a:cubicBezTo>
                    <a:pt x="32878" y="1404702"/>
                    <a:pt x="888937" y="735730"/>
                    <a:pt x="1259435" y="453954"/>
                  </a:cubicBezTo>
                  <a:cubicBezTo>
                    <a:pt x="1629933" y="172177"/>
                    <a:pt x="2417247" y="-104352"/>
                    <a:pt x="2586675" y="39160"/>
                  </a:cubicBezTo>
                  <a:cubicBezTo>
                    <a:pt x="2756103" y="182672"/>
                    <a:pt x="2554740" y="768402"/>
                    <a:pt x="2276001" y="1315024"/>
                  </a:cubicBezTo>
                  <a:lnTo>
                    <a:pt x="2268807" y="1328971"/>
                  </a:lnTo>
                  <a:lnTo>
                    <a:pt x="2074805" y="1142528"/>
                  </a:lnTo>
                  <a:cubicBezTo>
                    <a:pt x="2060468" y="1128750"/>
                    <a:pt x="2037676" y="1129203"/>
                    <a:pt x="2023897" y="1143540"/>
                  </a:cubicBezTo>
                  <a:cubicBezTo>
                    <a:pt x="2010120" y="1157877"/>
                    <a:pt x="2010572" y="1180669"/>
                    <a:pt x="2024909" y="1194447"/>
                  </a:cubicBezTo>
                  <a:lnTo>
                    <a:pt x="2234365" y="1395742"/>
                  </a:lnTo>
                  <a:cubicBezTo>
                    <a:pt x="2151472" y="1556702"/>
                    <a:pt x="2057604" y="1730814"/>
                    <a:pt x="1952406" y="1897445"/>
                  </a:cubicBezTo>
                  <a:lnTo>
                    <a:pt x="1432508" y="1397804"/>
                  </a:lnTo>
                  <a:cubicBezTo>
                    <a:pt x="1413484" y="1379522"/>
                    <a:pt x="1383242" y="1380123"/>
                    <a:pt x="1364960" y="1399146"/>
                  </a:cubicBezTo>
                  <a:cubicBezTo>
                    <a:pt x="1346678" y="1418169"/>
                    <a:pt x="1347279" y="1448412"/>
                    <a:pt x="1366302" y="1466694"/>
                  </a:cubicBezTo>
                  <a:lnTo>
                    <a:pt x="1899644" y="1979255"/>
                  </a:lnTo>
                  <a:cubicBezTo>
                    <a:pt x="1821956" y="2103780"/>
                    <a:pt x="1736400" y="2221227"/>
                    <a:pt x="1645468" y="2324713"/>
                  </a:cubicBezTo>
                  <a:lnTo>
                    <a:pt x="903355" y="1611515"/>
                  </a:lnTo>
                  <a:cubicBezTo>
                    <a:pt x="883829" y="1592750"/>
                    <a:pt x="852788" y="1593367"/>
                    <a:pt x="834023" y="1612893"/>
                  </a:cubicBezTo>
                  <a:lnTo>
                    <a:pt x="834023" y="1612891"/>
                  </a:lnTo>
                  <a:cubicBezTo>
                    <a:pt x="815258" y="1632417"/>
                    <a:pt x="815875" y="1663459"/>
                    <a:pt x="835400" y="1682224"/>
                  </a:cubicBezTo>
                  <a:cubicBezTo>
                    <a:pt x="1083314" y="1920477"/>
                    <a:pt x="1331227" y="2158731"/>
                    <a:pt x="1579140" y="2396985"/>
                  </a:cubicBezTo>
                  <a:cubicBezTo>
                    <a:pt x="1423934" y="2558869"/>
                    <a:pt x="1253505" y="2675786"/>
                    <a:pt x="1069579" y="2709401"/>
                  </a:cubicBezTo>
                  <a:cubicBezTo>
                    <a:pt x="1004928" y="2721217"/>
                    <a:pt x="939253" y="2721440"/>
                    <a:pt x="873881" y="2712050"/>
                  </a:cubicBezTo>
                  <a:close/>
                </a:path>
              </a:pathLst>
            </a:custGeom>
            <a:solidFill>
              <a:srgbClr val="FD74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65" name="组合 64"/>
          <p:cNvGrpSpPr/>
          <p:nvPr/>
        </p:nvGrpSpPr>
        <p:grpSpPr>
          <a:xfrm>
            <a:off x="50255" y="7305601"/>
            <a:ext cx="2160240" cy="3399532"/>
            <a:chOff x="32692" y="6773723"/>
            <a:chExt cx="2160240" cy="3399532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pic>
          <p:nvPicPr>
            <p:cNvPr id="1026" name="Picture 2" descr="F:\PPT\兔子我要你更优秀\4398341_165416155145_2.jpg"/>
            <p:cNvPicPr>
              <a:picLocks noChangeAspect="1" noChangeArrowheads="1"/>
            </p:cNvPicPr>
            <p:nvPr/>
          </p:nvPicPr>
          <p:blipFill rotWithShape="1">
            <a:blip r:embed="rId6">
              <a:biLevel thresh="75000"/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25591" b="91516" l="58301" r="84863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321" t="25032" r="14659" b="7685"/>
            <a:stretch/>
          </p:blipFill>
          <p:spPr bwMode="auto">
            <a:xfrm>
              <a:off x="32692" y="6773723"/>
              <a:ext cx="2160240" cy="33995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3" name="椭圆 42"/>
            <p:cNvSpPr/>
            <p:nvPr/>
          </p:nvSpPr>
          <p:spPr>
            <a:xfrm rot="18826109">
              <a:off x="1453794" y="7456386"/>
              <a:ext cx="474999" cy="194650"/>
            </a:xfrm>
            <a:prstGeom prst="ellipse">
              <a:avLst/>
            </a:prstGeom>
            <a:solidFill>
              <a:srgbClr val="FDDB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8" name="椭圆 87"/>
            <p:cNvSpPr/>
            <p:nvPr/>
          </p:nvSpPr>
          <p:spPr>
            <a:xfrm rot="15048026">
              <a:off x="542181" y="7366210"/>
              <a:ext cx="474999" cy="194650"/>
            </a:xfrm>
            <a:prstGeom prst="ellipse">
              <a:avLst/>
            </a:prstGeom>
            <a:solidFill>
              <a:srgbClr val="FDDB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1" name="椭圆 90"/>
            <p:cNvSpPr/>
            <p:nvPr/>
          </p:nvSpPr>
          <p:spPr>
            <a:xfrm>
              <a:off x="604508" y="8196381"/>
              <a:ext cx="184369" cy="184369"/>
            </a:xfrm>
            <a:prstGeom prst="ellipse">
              <a:avLst/>
            </a:prstGeom>
            <a:solidFill>
              <a:srgbClr val="FBBB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2" name="椭圆 91"/>
            <p:cNvSpPr/>
            <p:nvPr/>
          </p:nvSpPr>
          <p:spPr>
            <a:xfrm>
              <a:off x="1406230" y="8294458"/>
              <a:ext cx="184369" cy="184369"/>
            </a:xfrm>
            <a:prstGeom prst="ellipse">
              <a:avLst/>
            </a:prstGeom>
            <a:solidFill>
              <a:srgbClr val="FBBB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六角星 45"/>
            <p:cNvSpPr/>
            <p:nvPr/>
          </p:nvSpPr>
          <p:spPr>
            <a:xfrm>
              <a:off x="1335285" y="8900700"/>
              <a:ext cx="211288" cy="180020"/>
            </a:xfrm>
            <a:prstGeom prst="star6">
              <a:avLst/>
            </a:prstGeom>
            <a:solidFill>
              <a:srgbClr val="FBBB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3" name="六角星 92"/>
            <p:cNvSpPr/>
            <p:nvPr/>
          </p:nvSpPr>
          <p:spPr>
            <a:xfrm>
              <a:off x="824754" y="9080720"/>
              <a:ext cx="211288" cy="180020"/>
            </a:xfrm>
            <a:prstGeom prst="star6">
              <a:avLst/>
            </a:prstGeom>
            <a:solidFill>
              <a:srgbClr val="FBBB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4" name="六角星 93"/>
            <p:cNvSpPr/>
            <p:nvPr/>
          </p:nvSpPr>
          <p:spPr>
            <a:xfrm>
              <a:off x="1160345" y="9131711"/>
              <a:ext cx="211288" cy="180020"/>
            </a:xfrm>
            <a:prstGeom prst="star6">
              <a:avLst/>
            </a:prstGeom>
            <a:solidFill>
              <a:srgbClr val="FBBB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5" name="六角星 94"/>
            <p:cNvSpPr/>
            <p:nvPr/>
          </p:nvSpPr>
          <p:spPr>
            <a:xfrm>
              <a:off x="696692" y="9333025"/>
              <a:ext cx="211288" cy="180020"/>
            </a:xfrm>
            <a:prstGeom prst="star6">
              <a:avLst/>
            </a:prstGeom>
            <a:solidFill>
              <a:srgbClr val="FBBB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6" name="六角星 95"/>
            <p:cNvSpPr/>
            <p:nvPr/>
          </p:nvSpPr>
          <p:spPr>
            <a:xfrm>
              <a:off x="1456721" y="9197680"/>
              <a:ext cx="211288" cy="180020"/>
            </a:xfrm>
            <a:prstGeom prst="star6">
              <a:avLst/>
            </a:prstGeom>
            <a:solidFill>
              <a:srgbClr val="FBBB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7" name="六角星 96"/>
            <p:cNvSpPr/>
            <p:nvPr/>
          </p:nvSpPr>
          <p:spPr>
            <a:xfrm>
              <a:off x="1012928" y="9354050"/>
              <a:ext cx="211288" cy="180020"/>
            </a:xfrm>
            <a:prstGeom prst="star6">
              <a:avLst/>
            </a:prstGeom>
            <a:solidFill>
              <a:srgbClr val="FBBB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8" name="六角星 97"/>
            <p:cNvSpPr/>
            <p:nvPr/>
          </p:nvSpPr>
          <p:spPr>
            <a:xfrm>
              <a:off x="1030239" y="8842202"/>
              <a:ext cx="211288" cy="180020"/>
            </a:xfrm>
            <a:prstGeom prst="star6">
              <a:avLst/>
            </a:prstGeom>
            <a:solidFill>
              <a:srgbClr val="FBBB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9" name="六角星 98"/>
            <p:cNvSpPr/>
            <p:nvPr/>
          </p:nvSpPr>
          <p:spPr>
            <a:xfrm>
              <a:off x="674036" y="8932212"/>
              <a:ext cx="211288" cy="180020"/>
            </a:xfrm>
            <a:prstGeom prst="star6">
              <a:avLst/>
            </a:prstGeom>
            <a:solidFill>
              <a:srgbClr val="FBBB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85" name="组合 84"/>
          <p:cNvGrpSpPr/>
          <p:nvPr/>
        </p:nvGrpSpPr>
        <p:grpSpPr>
          <a:xfrm rot="407596">
            <a:off x="5712209" y="9938193"/>
            <a:ext cx="1711222" cy="1887007"/>
            <a:chOff x="5708989" y="10372776"/>
            <a:chExt cx="1711222" cy="1887007"/>
          </a:xfrm>
        </p:grpSpPr>
        <p:pic>
          <p:nvPicPr>
            <p:cNvPr id="1322" name="Picture 298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21063664">
              <a:off x="5708989" y="10372776"/>
              <a:ext cx="1711222" cy="176520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327" name="Picture 303"/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artisticLineDrawing trans="6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20737537">
              <a:off x="5782988" y="11613671"/>
              <a:ext cx="1292225" cy="6461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86" name="组合 85"/>
          <p:cNvGrpSpPr/>
          <p:nvPr/>
        </p:nvGrpSpPr>
        <p:grpSpPr>
          <a:xfrm rot="376112">
            <a:off x="7249512" y="10889176"/>
            <a:ext cx="1598948" cy="2047301"/>
            <a:chOff x="7458021" y="10335475"/>
            <a:chExt cx="1598948" cy="2047301"/>
          </a:xfrm>
        </p:grpSpPr>
        <p:pic>
          <p:nvPicPr>
            <p:cNvPr id="398" name="Picture 299"/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851636">
              <a:off x="7458021" y="10335475"/>
              <a:ext cx="1598948" cy="17438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328" name="Picture 304"/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BEBA8EAE-BF5A-486C-A8C5-ECC9F3942E4B}">
                  <a14:imgProps xmlns:a14="http://schemas.microsoft.com/office/drawing/2010/main">
                    <a14:imgLayer r:embed="rId13">
                      <a14:imgEffect>
                        <a14:artisticLineDrawing trans="10000"/>
                      </a14:imgEffect>
                      <a14:imgEffect>
                        <a14:sharpenSoften amount="7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21181167">
              <a:off x="7744553" y="11736664"/>
              <a:ext cx="1292225" cy="6461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84" name="组合 83"/>
          <p:cNvGrpSpPr/>
          <p:nvPr/>
        </p:nvGrpSpPr>
        <p:grpSpPr>
          <a:xfrm>
            <a:off x="4166147" y="10821126"/>
            <a:ext cx="1518276" cy="2107163"/>
            <a:chOff x="4064883" y="10241478"/>
            <a:chExt cx="1518276" cy="2107163"/>
          </a:xfrm>
        </p:grpSpPr>
        <p:pic>
          <p:nvPicPr>
            <p:cNvPr id="399" name="Picture 300"/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237990">
              <a:off x="4064883" y="10241478"/>
              <a:ext cx="1518276" cy="17336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330" name="Picture 306"/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BEBA8EAE-BF5A-486C-A8C5-ECC9F3942E4B}">
                  <a14:imgProps xmlns:a14="http://schemas.microsoft.com/office/drawing/2010/main">
                    <a14:imgLayer r:embed="rId16">
                      <a14:imgEffect>
                        <a14:artisticLineDrawing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693189">
              <a:off x="4279173" y="11702528"/>
              <a:ext cx="1292225" cy="6461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87" name="组合 86"/>
          <p:cNvGrpSpPr/>
          <p:nvPr/>
        </p:nvGrpSpPr>
        <p:grpSpPr>
          <a:xfrm rot="21012073">
            <a:off x="2379445" y="10218648"/>
            <a:ext cx="1680417" cy="2014913"/>
            <a:chOff x="2315519" y="10374773"/>
            <a:chExt cx="1680417" cy="2014913"/>
          </a:xfrm>
        </p:grpSpPr>
        <p:pic>
          <p:nvPicPr>
            <p:cNvPr id="1321" name="Picture 297"/>
            <p:cNvPicPr>
              <a:picLocks noChangeAspect="1" noChangeArrowheads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21178307">
              <a:off x="2315519" y="10374773"/>
              <a:ext cx="1680417" cy="1750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331" name="Picture 307"/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BEBA8EAE-BF5A-486C-A8C5-ECC9F3942E4B}">
                  <a14:imgProps xmlns:a14="http://schemas.microsoft.com/office/drawing/2010/main">
                    <a14:imgLayer r:embed="rId19">
                      <a14:imgEffect>
                        <a14:artisticLineDrawing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21220472">
              <a:off x="2473517" y="11743573"/>
              <a:ext cx="1292225" cy="6461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405" name="TextBox 404"/>
          <p:cNvSpPr txBox="1"/>
          <p:nvPr/>
        </p:nvSpPr>
        <p:spPr>
          <a:xfrm>
            <a:off x="2547594" y="13016690"/>
            <a:ext cx="61874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solidFill>
                  <a:srgbClr val="69A12B"/>
                </a:solidFill>
                <a:latin typeface="微软雅黑" pitchFamily="34" charset="-122"/>
                <a:ea typeface="微软雅黑" pitchFamily="34" charset="-122"/>
              </a:rPr>
              <a:t>每只兔子都不一样，怎样让他自主行动起来？</a:t>
            </a:r>
            <a:endParaRPr lang="zh-CN" altLang="en-US" sz="2400" b="1" dirty="0">
              <a:solidFill>
                <a:srgbClr val="69A12B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80" name="组合 79"/>
          <p:cNvGrpSpPr/>
          <p:nvPr/>
        </p:nvGrpSpPr>
        <p:grpSpPr>
          <a:xfrm>
            <a:off x="-246261" y="12025586"/>
            <a:ext cx="2725409" cy="1656184"/>
            <a:chOff x="-246261" y="11953578"/>
            <a:chExt cx="2725409" cy="1656184"/>
          </a:xfrm>
        </p:grpSpPr>
        <p:sp>
          <p:nvSpPr>
            <p:cNvPr id="18" name="圆角矩形 17"/>
            <p:cNvSpPr/>
            <p:nvPr/>
          </p:nvSpPr>
          <p:spPr>
            <a:xfrm>
              <a:off x="204446" y="11953578"/>
              <a:ext cx="1941412" cy="1656184"/>
            </a:xfrm>
            <a:prstGeom prst="roundRect">
              <a:avLst/>
            </a:prstGeom>
            <a:solidFill>
              <a:srgbClr val="92D050">
                <a:alpha val="75000"/>
              </a:srgb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6" name="圆角矩形 75"/>
            <p:cNvSpPr/>
            <p:nvPr/>
          </p:nvSpPr>
          <p:spPr>
            <a:xfrm>
              <a:off x="242748" y="12852707"/>
              <a:ext cx="1864808" cy="697501"/>
            </a:xfrm>
            <a:custGeom>
              <a:avLst/>
              <a:gdLst/>
              <a:ahLst/>
              <a:cxnLst/>
              <a:rect l="l" t="t" r="r" b="b"/>
              <a:pathLst>
                <a:path w="1941412" h="697501">
                  <a:moveTo>
                    <a:pt x="0" y="0"/>
                  </a:moveTo>
                  <a:lnTo>
                    <a:pt x="1941412" y="0"/>
                  </a:lnTo>
                  <a:lnTo>
                    <a:pt x="1941412" y="421465"/>
                  </a:lnTo>
                  <a:cubicBezTo>
                    <a:pt x="1941412" y="573915"/>
                    <a:pt x="1817826" y="697501"/>
                    <a:pt x="1665376" y="697501"/>
                  </a:cubicBezTo>
                  <a:lnTo>
                    <a:pt x="276036" y="697501"/>
                  </a:lnTo>
                  <a:cubicBezTo>
                    <a:pt x="123586" y="697501"/>
                    <a:pt x="0" y="573915"/>
                    <a:pt x="0" y="42146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-246261" y="12894268"/>
              <a:ext cx="2697543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00" b="1" dirty="0" smtClean="0">
                  <a:solidFill>
                    <a:srgbClr val="5A8B25"/>
                  </a:solidFill>
                  <a:latin typeface="微软雅黑" pitchFamily="34" charset="-122"/>
                  <a:ea typeface="微软雅黑" pitchFamily="34" charset="-122"/>
                </a:rPr>
                <a:t>Y  </a:t>
              </a:r>
              <a:r>
                <a:rPr lang="zh-CN" altLang="en-US" sz="2000" b="1" dirty="0" smtClean="0">
                  <a:solidFill>
                    <a:srgbClr val="5A8B25"/>
                  </a:solidFill>
                  <a:latin typeface="微软雅黑" pitchFamily="34" charset="-122"/>
                  <a:ea typeface="微软雅黑" pitchFamily="34" charset="-122"/>
                </a:rPr>
                <a:t>向前一步</a:t>
              </a:r>
              <a:endParaRPr lang="en-US" altLang="zh-CN" sz="2000" b="1" dirty="0" smtClean="0">
                <a:solidFill>
                  <a:srgbClr val="5A8B25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/>
              <a:r>
                <a:rPr lang="en-US" altLang="zh-CN" sz="2000" b="1" dirty="0" smtClean="0">
                  <a:solidFill>
                    <a:srgbClr val="5A8B25"/>
                  </a:solidFill>
                  <a:latin typeface="微软雅黑" pitchFamily="34" charset="-122"/>
                  <a:ea typeface="微软雅黑" pitchFamily="34" charset="-122"/>
                </a:rPr>
                <a:t>N </a:t>
              </a:r>
              <a:r>
                <a:rPr lang="zh-CN" altLang="en-US" sz="2000" b="1" dirty="0" smtClean="0">
                  <a:solidFill>
                    <a:srgbClr val="5A8B25"/>
                  </a:solidFill>
                  <a:latin typeface="微软雅黑" pitchFamily="34" charset="-122"/>
                  <a:ea typeface="微软雅黑" pitchFamily="34" charset="-122"/>
                </a:rPr>
                <a:t>回到起点</a:t>
              </a:r>
              <a:endParaRPr lang="zh-CN" altLang="en-US" sz="2000" b="1" dirty="0">
                <a:solidFill>
                  <a:srgbClr val="5A8B25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30" name="TextBox 429"/>
            <p:cNvSpPr txBox="1"/>
            <p:nvPr/>
          </p:nvSpPr>
          <p:spPr>
            <a:xfrm>
              <a:off x="-218395" y="12066629"/>
              <a:ext cx="2697543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b="1" dirty="0" smtClean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1.</a:t>
              </a:r>
              <a:r>
                <a:rPr lang="zh-CN" altLang="en-US" sz="2400" b="1" dirty="0" smtClean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和兔子站</a:t>
              </a:r>
              <a:endParaRPr lang="en-US" altLang="zh-CN" sz="24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/>
              <a:r>
                <a:rPr lang="zh-CN" altLang="en-US" sz="2400" b="1" dirty="0" smtClean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在一条线上</a:t>
              </a:r>
              <a:endPara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81" name="组合 80"/>
          <p:cNvGrpSpPr/>
          <p:nvPr/>
        </p:nvGrpSpPr>
        <p:grpSpPr>
          <a:xfrm>
            <a:off x="-230200" y="13954326"/>
            <a:ext cx="2709347" cy="1656184"/>
            <a:chOff x="-230200" y="13954326"/>
            <a:chExt cx="2709347" cy="1656184"/>
          </a:xfrm>
        </p:grpSpPr>
        <p:sp>
          <p:nvSpPr>
            <p:cNvPr id="25" name="圆角矩形 24"/>
            <p:cNvSpPr/>
            <p:nvPr/>
          </p:nvSpPr>
          <p:spPr>
            <a:xfrm>
              <a:off x="251520" y="13954326"/>
              <a:ext cx="1941412" cy="1656184"/>
            </a:xfrm>
            <a:prstGeom prst="roundRect">
              <a:avLst/>
            </a:prstGeom>
            <a:solidFill>
              <a:srgbClr val="92D050">
                <a:alpha val="75000"/>
              </a:srgb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1" name="TextBox 100"/>
            <p:cNvSpPr txBox="1"/>
            <p:nvPr/>
          </p:nvSpPr>
          <p:spPr>
            <a:xfrm>
              <a:off x="-230200" y="14019681"/>
              <a:ext cx="2697543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b="1" dirty="0" smtClean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2.</a:t>
              </a:r>
              <a:r>
                <a:rPr lang="zh-CN" altLang="en-US" sz="2400" b="1" dirty="0" smtClean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引导兔子</a:t>
              </a:r>
              <a:endParaRPr lang="en-US" altLang="zh-CN" sz="24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/>
              <a:r>
                <a:rPr lang="zh-CN" altLang="en-US" sz="2400" b="1" dirty="0" smtClean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   自己思考</a:t>
              </a:r>
              <a:endPara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2" name="组合 1"/>
            <p:cNvGrpSpPr/>
            <p:nvPr/>
          </p:nvGrpSpPr>
          <p:grpSpPr>
            <a:xfrm>
              <a:off x="-218396" y="14850678"/>
              <a:ext cx="2697543" cy="750714"/>
              <a:chOff x="-218396" y="14722138"/>
              <a:chExt cx="2697543" cy="750714"/>
            </a:xfrm>
          </p:grpSpPr>
          <p:sp>
            <p:nvSpPr>
              <p:cNvPr id="103" name="圆角矩形 75"/>
              <p:cNvSpPr/>
              <p:nvPr/>
            </p:nvSpPr>
            <p:spPr>
              <a:xfrm>
                <a:off x="289822" y="14722138"/>
                <a:ext cx="1864808" cy="697501"/>
              </a:xfrm>
              <a:custGeom>
                <a:avLst/>
                <a:gdLst/>
                <a:ahLst/>
                <a:cxnLst/>
                <a:rect l="l" t="t" r="r" b="b"/>
                <a:pathLst>
                  <a:path w="1941412" h="697501">
                    <a:moveTo>
                      <a:pt x="0" y="0"/>
                    </a:moveTo>
                    <a:lnTo>
                      <a:pt x="1941412" y="0"/>
                    </a:lnTo>
                    <a:lnTo>
                      <a:pt x="1941412" y="421465"/>
                    </a:lnTo>
                    <a:cubicBezTo>
                      <a:pt x="1941412" y="573915"/>
                      <a:pt x="1817826" y="697501"/>
                      <a:pt x="1665376" y="697501"/>
                    </a:cubicBezTo>
                    <a:lnTo>
                      <a:pt x="276036" y="697501"/>
                    </a:lnTo>
                    <a:cubicBezTo>
                      <a:pt x="123586" y="697501"/>
                      <a:pt x="0" y="573915"/>
                      <a:pt x="0" y="421465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2" name="TextBox 101"/>
              <p:cNvSpPr txBox="1"/>
              <p:nvPr/>
            </p:nvSpPr>
            <p:spPr>
              <a:xfrm>
                <a:off x="-218396" y="14764966"/>
                <a:ext cx="2697543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000" b="1" dirty="0" smtClean="0">
                    <a:solidFill>
                      <a:srgbClr val="5A8B25"/>
                    </a:solidFill>
                    <a:latin typeface="微软雅黑" pitchFamily="34" charset="-122"/>
                    <a:ea typeface="微软雅黑" pitchFamily="34" charset="-122"/>
                  </a:rPr>
                  <a:t>Y   </a:t>
                </a:r>
                <a:r>
                  <a:rPr lang="zh-CN" altLang="en-US" sz="2000" b="1" dirty="0" smtClean="0">
                    <a:solidFill>
                      <a:srgbClr val="5A8B25"/>
                    </a:solidFill>
                    <a:latin typeface="微软雅黑" pitchFamily="34" charset="-122"/>
                    <a:ea typeface="微软雅黑" pitchFamily="34" charset="-122"/>
                  </a:rPr>
                  <a:t>向前一步</a:t>
                </a:r>
                <a:endParaRPr lang="en-US" altLang="zh-CN" sz="2000" b="1" dirty="0" smtClean="0">
                  <a:solidFill>
                    <a:srgbClr val="5A8B25"/>
                  </a:solidFill>
                  <a:latin typeface="微软雅黑" pitchFamily="34" charset="-122"/>
                  <a:ea typeface="微软雅黑" pitchFamily="34" charset="-122"/>
                </a:endParaRPr>
              </a:p>
              <a:p>
                <a:pPr algn="ctr"/>
                <a:r>
                  <a:rPr lang="en-US" altLang="zh-CN" sz="2000" b="1" dirty="0" smtClean="0">
                    <a:solidFill>
                      <a:srgbClr val="5A8B25"/>
                    </a:solidFill>
                    <a:latin typeface="微软雅黑" pitchFamily="34" charset="-122"/>
                    <a:ea typeface="微软雅黑" pitchFamily="34" charset="-122"/>
                  </a:rPr>
                  <a:t>N  </a:t>
                </a:r>
                <a:r>
                  <a:rPr lang="zh-CN" altLang="en-US" sz="2000" b="1" dirty="0" smtClean="0">
                    <a:solidFill>
                      <a:srgbClr val="5A8B25"/>
                    </a:solidFill>
                    <a:latin typeface="微软雅黑" pitchFamily="34" charset="-122"/>
                    <a:ea typeface="微软雅黑" pitchFamily="34" charset="-122"/>
                  </a:rPr>
                  <a:t>回到起点</a:t>
                </a:r>
                <a:endParaRPr lang="zh-CN" altLang="en-US" sz="2000" b="1" dirty="0">
                  <a:solidFill>
                    <a:srgbClr val="5A8B25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</p:grpSp>
      <p:grpSp>
        <p:nvGrpSpPr>
          <p:cNvPr id="82" name="组合 81"/>
          <p:cNvGrpSpPr/>
          <p:nvPr/>
        </p:nvGrpSpPr>
        <p:grpSpPr>
          <a:xfrm>
            <a:off x="2091538" y="13954326"/>
            <a:ext cx="2730881" cy="1656184"/>
            <a:chOff x="2091538" y="13954326"/>
            <a:chExt cx="2730881" cy="1656184"/>
          </a:xfrm>
        </p:grpSpPr>
        <p:sp>
          <p:nvSpPr>
            <p:cNvPr id="26" name="圆角矩形 25"/>
            <p:cNvSpPr/>
            <p:nvPr/>
          </p:nvSpPr>
          <p:spPr>
            <a:xfrm>
              <a:off x="2515637" y="13954326"/>
              <a:ext cx="1941412" cy="1656184"/>
            </a:xfrm>
            <a:prstGeom prst="roundRect">
              <a:avLst/>
            </a:prstGeom>
            <a:solidFill>
              <a:srgbClr val="92D050">
                <a:alpha val="54000"/>
              </a:srgb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5" name="组合 14"/>
            <p:cNvGrpSpPr/>
            <p:nvPr/>
          </p:nvGrpSpPr>
          <p:grpSpPr>
            <a:xfrm>
              <a:off x="2124876" y="14850678"/>
              <a:ext cx="2697543" cy="707886"/>
              <a:chOff x="2287840" y="14760914"/>
              <a:chExt cx="2697543" cy="707886"/>
            </a:xfrm>
          </p:grpSpPr>
          <p:sp>
            <p:nvSpPr>
              <p:cNvPr id="104" name="圆角矩形 75"/>
              <p:cNvSpPr/>
              <p:nvPr/>
            </p:nvSpPr>
            <p:spPr>
              <a:xfrm>
                <a:off x="2742090" y="14760914"/>
                <a:ext cx="1864808" cy="697501"/>
              </a:xfrm>
              <a:custGeom>
                <a:avLst/>
                <a:gdLst/>
                <a:ahLst/>
                <a:cxnLst/>
                <a:rect l="l" t="t" r="r" b="b"/>
                <a:pathLst>
                  <a:path w="1941412" h="697501">
                    <a:moveTo>
                      <a:pt x="0" y="0"/>
                    </a:moveTo>
                    <a:lnTo>
                      <a:pt x="1941412" y="0"/>
                    </a:lnTo>
                    <a:lnTo>
                      <a:pt x="1941412" y="421465"/>
                    </a:lnTo>
                    <a:cubicBezTo>
                      <a:pt x="1941412" y="573915"/>
                      <a:pt x="1817826" y="697501"/>
                      <a:pt x="1665376" y="697501"/>
                    </a:cubicBezTo>
                    <a:lnTo>
                      <a:pt x="276036" y="697501"/>
                    </a:lnTo>
                    <a:cubicBezTo>
                      <a:pt x="123586" y="697501"/>
                      <a:pt x="0" y="573915"/>
                      <a:pt x="0" y="421465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5" name="TextBox 104"/>
              <p:cNvSpPr txBox="1"/>
              <p:nvPr/>
            </p:nvSpPr>
            <p:spPr>
              <a:xfrm>
                <a:off x="2287840" y="14760914"/>
                <a:ext cx="2697543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000" b="1" dirty="0" smtClean="0">
                    <a:solidFill>
                      <a:srgbClr val="5A8B25"/>
                    </a:solidFill>
                    <a:latin typeface="微软雅黑" pitchFamily="34" charset="-122"/>
                    <a:ea typeface="微软雅黑" pitchFamily="34" charset="-122"/>
                  </a:rPr>
                  <a:t>Y   </a:t>
                </a:r>
                <a:r>
                  <a:rPr lang="zh-CN" altLang="en-US" sz="2000" b="1" dirty="0" smtClean="0">
                    <a:solidFill>
                      <a:srgbClr val="5A8B25"/>
                    </a:solidFill>
                    <a:latin typeface="微软雅黑" pitchFamily="34" charset="-122"/>
                    <a:ea typeface="微软雅黑" pitchFamily="34" charset="-122"/>
                  </a:rPr>
                  <a:t>向前一步</a:t>
                </a:r>
                <a:endParaRPr lang="en-US" altLang="zh-CN" sz="2000" b="1" dirty="0" smtClean="0">
                  <a:solidFill>
                    <a:srgbClr val="5A8B25"/>
                  </a:solidFill>
                  <a:latin typeface="微软雅黑" pitchFamily="34" charset="-122"/>
                  <a:ea typeface="微软雅黑" pitchFamily="34" charset="-122"/>
                </a:endParaRPr>
              </a:p>
              <a:p>
                <a:pPr algn="ctr"/>
                <a:r>
                  <a:rPr lang="en-US" altLang="zh-CN" sz="2000" b="1" dirty="0" smtClean="0">
                    <a:solidFill>
                      <a:srgbClr val="5A8B25"/>
                    </a:solidFill>
                    <a:latin typeface="微软雅黑" pitchFamily="34" charset="-122"/>
                    <a:ea typeface="微软雅黑" pitchFamily="34" charset="-122"/>
                  </a:rPr>
                  <a:t>N  </a:t>
                </a:r>
                <a:r>
                  <a:rPr lang="zh-CN" altLang="en-US" sz="2000" b="1" dirty="0" smtClean="0">
                    <a:solidFill>
                      <a:srgbClr val="5A8B25"/>
                    </a:solidFill>
                    <a:latin typeface="微软雅黑" pitchFamily="34" charset="-122"/>
                    <a:ea typeface="微软雅黑" pitchFamily="34" charset="-122"/>
                  </a:rPr>
                  <a:t>退回一步</a:t>
                </a:r>
                <a:endParaRPr lang="zh-CN" altLang="en-US" sz="2000" b="1" dirty="0">
                  <a:solidFill>
                    <a:srgbClr val="5A8B25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  <p:sp>
          <p:nvSpPr>
            <p:cNvPr id="108" name="TextBox 107"/>
            <p:cNvSpPr txBox="1"/>
            <p:nvPr/>
          </p:nvSpPr>
          <p:spPr>
            <a:xfrm>
              <a:off x="2091538" y="13980351"/>
              <a:ext cx="2697543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b="1" dirty="0" smtClean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3.</a:t>
              </a:r>
              <a:r>
                <a:rPr lang="zh-CN" altLang="en-US" sz="2400" b="1" dirty="0" smtClean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倾述聆听</a:t>
              </a:r>
              <a:endParaRPr lang="en-US" altLang="zh-CN" sz="24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/>
              <a:r>
                <a:rPr lang="zh-CN" altLang="en-US" sz="2400" b="1" dirty="0" smtClean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过程最重要</a:t>
              </a:r>
              <a:endPara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114" name="TextBox 113"/>
          <p:cNvSpPr txBox="1"/>
          <p:nvPr/>
        </p:nvSpPr>
        <p:spPr>
          <a:xfrm>
            <a:off x="1995031" y="21768131"/>
            <a:ext cx="26975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8.</a:t>
            </a:r>
            <a:r>
              <a:rPr lang="zh-CN" altLang="en-US" sz="24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说教逼迫</a:t>
            </a:r>
            <a:endParaRPr lang="en-US" altLang="zh-CN" sz="2400" b="1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/>
            <a:r>
              <a:rPr lang="zh-CN" altLang="en-US" sz="24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通通无效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4521925" y="21764856"/>
            <a:ext cx="26975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9.</a:t>
            </a:r>
            <a:r>
              <a:rPr lang="zh-CN" altLang="en-US" sz="24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平时多用</a:t>
            </a:r>
            <a:endParaRPr lang="en-US" altLang="zh-CN" sz="2400" b="1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/>
            <a:r>
              <a:rPr lang="zh-CN" altLang="en-US" sz="24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“我喜欢你”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-203150" y="28188856"/>
            <a:ext cx="26975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不要紧，</a:t>
            </a:r>
            <a:endParaRPr lang="en-US" altLang="zh-CN" sz="2400" b="1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/>
            <a:r>
              <a:rPr lang="zh-CN" altLang="en-US" sz="24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我会等你</a:t>
            </a:r>
          </a:p>
        </p:txBody>
      </p:sp>
      <p:sp>
        <p:nvSpPr>
          <p:cNvPr id="17" name="弧形 16"/>
          <p:cNvSpPr/>
          <p:nvPr/>
        </p:nvSpPr>
        <p:spPr>
          <a:xfrm rot="7310018">
            <a:off x="371282" y="27973326"/>
            <a:ext cx="1278760" cy="1614409"/>
          </a:xfrm>
          <a:prstGeom prst="arc">
            <a:avLst/>
          </a:prstGeom>
          <a:ln w="317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77" name="组合 76"/>
          <p:cNvGrpSpPr/>
          <p:nvPr/>
        </p:nvGrpSpPr>
        <p:grpSpPr>
          <a:xfrm>
            <a:off x="6588224" y="13681770"/>
            <a:ext cx="2788068" cy="1656184"/>
            <a:chOff x="6586727" y="13841262"/>
            <a:chExt cx="2788068" cy="1656184"/>
          </a:xfrm>
        </p:grpSpPr>
        <p:sp>
          <p:nvSpPr>
            <p:cNvPr id="29" name="圆角矩形 28"/>
            <p:cNvSpPr/>
            <p:nvPr/>
          </p:nvSpPr>
          <p:spPr>
            <a:xfrm>
              <a:off x="7031718" y="13841262"/>
              <a:ext cx="1941412" cy="1656184"/>
            </a:xfrm>
            <a:prstGeom prst="roundRect">
              <a:avLst/>
            </a:prstGeom>
            <a:solidFill>
              <a:srgbClr val="92D050">
                <a:alpha val="54000"/>
              </a:srgb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0" name="TextBox 109"/>
            <p:cNvSpPr txBox="1"/>
            <p:nvPr/>
          </p:nvSpPr>
          <p:spPr>
            <a:xfrm>
              <a:off x="6586727" y="13901690"/>
              <a:ext cx="2697543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b="1" dirty="0" smtClean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4.</a:t>
              </a:r>
              <a:r>
                <a:rPr lang="zh-CN" altLang="en-US" sz="2400" b="1" dirty="0" smtClean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不要命令</a:t>
              </a:r>
              <a:endParaRPr lang="en-US" altLang="zh-CN" sz="24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/>
              <a:r>
                <a:rPr lang="zh-CN" altLang="en-US" sz="2400" b="1" dirty="0" smtClean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    兔子听话</a:t>
              </a:r>
              <a:endPara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122" name="组合 121"/>
            <p:cNvGrpSpPr/>
            <p:nvPr/>
          </p:nvGrpSpPr>
          <p:grpSpPr>
            <a:xfrm>
              <a:off x="6677252" y="14718210"/>
              <a:ext cx="2697543" cy="709206"/>
              <a:chOff x="2352716" y="14749209"/>
              <a:chExt cx="2697543" cy="709206"/>
            </a:xfrm>
          </p:grpSpPr>
          <p:sp>
            <p:nvSpPr>
              <p:cNvPr id="123" name="圆角矩形 75"/>
              <p:cNvSpPr/>
              <p:nvPr/>
            </p:nvSpPr>
            <p:spPr>
              <a:xfrm>
                <a:off x="2742090" y="14760914"/>
                <a:ext cx="1864808" cy="697501"/>
              </a:xfrm>
              <a:custGeom>
                <a:avLst/>
                <a:gdLst/>
                <a:ahLst/>
                <a:cxnLst/>
                <a:rect l="l" t="t" r="r" b="b"/>
                <a:pathLst>
                  <a:path w="1941412" h="697501">
                    <a:moveTo>
                      <a:pt x="0" y="0"/>
                    </a:moveTo>
                    <a:lnTo>
                      <a:pt x="1941412" y="0"/>
                    </a:lnTo>
                    <a:lnTo>
                      <a:pt x="1941412" y="421465"/>
                    </a:lnTo>
                    <a:cubicBezTo>
                      <a:pt x="1941412" y="573915"/>
                      <a:pt x="1817826" y="697501"/>
                      <a:pt x="1665376" y="697501"/>
                    </a:cubicBezTo>
                    <a:lnTo>
                      <a:pt x="276036" y="697501"/>
                    </a:lnTo>
                    <a:cubicBezTo>
                      <a:pt x="123586" y="697501"/>
                      <a:pt x="0" y="573915"/>
                      <a:pt x="0" y="421465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4" name="TextBox 123"/>
              <p:cNvSpPr txBox="1"/>
              <p:nvPr/>
            </p:nvSpPr>
            <p:spPr>
              <a:xfrm>
                <a:off x="2352716" y="14749209"/>
                <a:ext cx="2697543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000" b="1" dirty="0" smtClean="0">
                    <a:solidFill>
                      <a:srgbClr val="5A8B25"/>
                    </a:solidFill>
                    <a:latin typeface="微软雅黑" pitchFamily="34" charset="-122"/>
                    <a:ea typeface="微软雅黑" pitchFamily="34" charset="-122"/>
                  </a:rPr>
                  <a:t>Y   </a:t>
                </a:r>
                <a:r>
                  <a:rPr lang="zh-CN" altLang="en-US" sz="2000" b="1" dirty="0" smtClean="0">
                    <a:solidFill>
                      <a:srgbClr val="5A8B25"/>
                    </a:solidFill>
                    <a:latin typeface="微软雅黑" pitchFamily="34" charset="-122"/>
                    <a:ea typeface="微软雅黑" pitchFamily="34" charset="-122"/>
                  </a:rPr>
                  <a:t>向前一步</a:t>
                </a:r>
                <a:endParaRPr lang="en-US" altLang="zh-CN" sz="2000" b="1" dirty="0" smtClean="0">
                  <a:solidFill>
                    <a:srgbClr val="5A8B25"/>
                  </a:solidFill>
                  <a:latin typeface="微软雅黑" pitchFamily="34" charset="-122"/>
                  <a:ea typeface="微软雅黑" pitchFamily="34" charset="-122"/>
                </a:endParaRPr>
              </a:p>
              <a:p>
                <a:pPr algn="ctr"/>
                <a:r>
                  <a:rPr lang="en-US" altLang="zh-CN" sz="2000" b="1" dirty="0" smtClean="0">
                    <a:solidFill>
                      <a:srgbClr val="5A8B25"/>
                    </a:solidFill>
                    <a:latin typeface="微软雅黑" pitchFamily="34" charset="-122"/>
                    <a:ea typeface="微软雅黑" pitchFamily="34" charset="-122"/>
                  </a:rPr>
                  <a:t>N  </a:t>
                </a:r>
                <a:r>
                  <a:rPr lang="zh-CN" altLang="en-US" sz="2000" b="1" dirty="0" smtClean="0">
                    <a:solidFill>
                      <a:srgbClr val="5A8B25"/>
                    </a:solidFill>
                    <a:latin typeface="微软雅黑" pitchFamily="34" charset="-122"/>
                    <a:ea typeface="微软雅黑" pitchFamily="34" charset="-122"/>
                  </a:rPr>
                  <a:t>退回</a:t>
                </a:r>
                <a:r>
                  <a:rPr lang="zh-CN" altLang="en-US" sz="2000" b="1" dirty="0">
                    <a:solidFill>
                      <a:srgbClr val="5A8B25"/>
                    </a:solidFill>
                    <a:latin typeface="微软雅黑" pitchFamily="34" charset="-122"/>
                    <a:ea typeface="微软雅黑" pitchFamily="34" charset="-122"/>
                  </a:rPr>
                  <a:t>一步</a:t>
                </a:r>
              </a:p>
            </p:txBody>
          </p:sp>
        </p:grpSp>
      </p:grpSp>
      <p:grpSp>
        <p:nvGrpSpPr>
          <p:cNvPr id="113" name="组合 112"/>
          <p:cNvGrpSpPr/>
          <p:nvPr/>
        </p:nvGrpSpPr>
        <p:grpSpPr>
          <a:xfrm>
            <a:off x="-232392" y="25707106"/>
            <a:ext cx="2767163" cy="1656184"/>
            <a:chOff x="-232392" y="25923130"/>
            <a:chExt cx="2767163" cy="1656184"/>
          </a:xfrm>
        </p:grpSpPr>
        <p:sp>
          <p:nvSpPr>
            <p:cNvPr id="41" name="圆角矩形 40"/>
            <p:cNvSpPr/>
            <p:nvPr/>
          </p:nvSpPr>
          <p:spPr>
            <a:xfrm>
              <a:off x="147866" y="25923130"/>
              <a:ext cx="1941412" cy="1656184"/>
            </a:xfrm>
            <a:prstGeom prst="roundRect">
              <a:avLst/>
            </a:prstGeom>
            <a:solidFill>
              <a:srgbClr val="92D050">
                <a:alpha val="54000"/>
              </a:srgb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8" name="TextBox 117"/>
            <p:cNvSpPr txBox="1"/>
            <p:nvPr/>
          </p:nvSpPr>
          <p:spPr>
            <a:xfrm>
              <a:off x="-162772" y="25947085"/>
              <a:ext cx="2697543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b="1" dirty="0" smtClean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12.</a:t>
              </a:r>
              <a:r>
                <a:rPr lang="zh-CN" altLang="en-US" sz="2400" b="1" dirty="0" smtClean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让他多角</a:t>
              </a:r>
              <a:endParaRPr lang="en-US" altLang="zh-CN" sz="24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/>
              <a:r>
                <a:rPr lang="zh-CN" altLang="en-US" sz="2400" b="1" dirty="0" smtClean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度思考问题</a:t>
              </a:r>
            </a:p>
          </p:txBody>
        </p:sp>
        <p:grpSp>
          <p:nvGrpSpPr>
            <p:cNvPr id="125" name="组合 124"/>
            <p:cNvGrpSpPr/>
            <p:nvPr/>
          </p:nvGrpSpPr>
          <p:grpSpPr>
            <a:xfrm>
              <a:off x="-232392" y="26838540"/>
              <a:ext cx="2697543" cy="709206"/>
              <a:chOff x="2352716" y="14749209"/>
              <a:chExt cx="2697543" cy="709206"/>
            </a:xfrm>
          </p:grpSpPr>
          <p:sp>
            <p:nvSpPr>
              <p:cNvPr id="126" name="圆角矩形 75"/>
              <p:cNvSpPr/>
              <p:nvPr/>
            </p:nvSpPr>
            <p:spPr>
              <a:xfrm>
                <a:off x="2742090" y="14760914"/>
                <a:ext cx="1864808" cy="697501"/>
              </a:xfrm>
              <a:custGeom>
                <a:avLst/>
                <a:gdLst/>
                <a:ahLst/>
                <a:cxnLst/>
                <a:rect l="l" t="t" r="r" b="b"/>
                <a:pathLst>
                  <a:path w="1941412" h="697501">
                    <a:moveTo>
                      <a:pt x="0" y="0"/>
                    </a:moveTo>
                    <a:lnTo>
                      <a:pt x="1941412" y="0"/>
                    </a:lnTo>
                    <a:lnTo>
                      <a:pt x="1941412" y="421465"/>
                    </a:lnTo>
                    <a:cubicBezTo>
                      <a:pt x="1941412" y="573915"/>
                      <a:pt x="1817826" y="697501"/>
                      <a:pt x="1665376" y="697501"/>
                    </a:cubicBezTo>
                    <a:lnTo>
                      <a:pt x="276036" y="697501"/>
                    </a:lnTo>
                    <a:cubicBezTo>
                      <a:pt x="123586" y="697501"/>
                      <a:pt x="0" y="573915"/>
                      <a:pt x="0" y="421465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7" name="TextBox 126"/>
              <p:cNvSpPr txBox="1"/>
              <p:nvPr/>
            </p:nvSpPr>
            <p:spPr>
              <a:xfrm>
                <a:off x="2352716" y="14749209"/>
                <a:ext cx="2697543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000" b="1" dirty="0" smtClean="0">
                    <a:solidFill>
                      <a:srgbClr val="5A8B25"/>
                    </a:solidFill>
                    <a:latin typeface="微软雅黑" pitchFamily="34" charset="-122"/>
                    <a:ea typeface="微软雅黑" pitchFamily="34" charset="-122"/>
                  </a:rPr>
                  <a:t>Y  </a:t>
                </a:r>
                <a:r>
                  <a:rPr lang="zh-CN" altLang="en-US" sz="2000" b="1" dirty="0" smtClean="0">
                    <a:solidFill>
                      <a:srgbClr val="5A8B25"/>
                    </a:solidFill>
                    <a:latin typeface="微软雅黑" pitchFamily="34" charset="-122"/>
                    <a:ea typeface="微软雅黑" pitchFamily="34" charset="-122"/>
                  </a:rPr>
                  <a:t>向前一步</a:t>
                </a:r>
                <a:endParaRPr lang="en-US" altLang="zh-CN" sz="2000" b="1" dirty="0" smtClean="0">
                  <a:solidFill>
                    <a:srgbClr val="5A8B25"/>
                  </a:solidFill>
                  <a:latin typeface="微软雅黑" pitchFamily="34" charset="-122"/>
                  <a:ea typeface="微软雅黑" pitchFamily="34" charset="-122"/>
                </a:endParaRPr>
              </a:p>
              <a:p>
                <a:pPr algn="ctr"/>
                <a:r>
                  <a:rPr lang="en-US" altLang="zh-CN" sz="2000" b="1" dirty="0" smtClean="0">
                    <a:solidFill>
                      <a:srgbClr val="5A8B25"/>
                    </a:solidFill>
                    <a:latin typeface="微软雅黑" pitchFamily="34" charset="-122"/>
                    <a:ea typeface="微软雅黑" pitchFamily="34" charset="-122"/>
                  </a:rPr>
                  <a:t>N  </a:t>
                </a:r>
                <a:r>
                  <a:rPr lang="zh-CN" altLang="en-US" sz="2000" b="1" dirty="0" smtClean="0">
                    <a:solidFill>
                      <a:srgbClr val="5A8B25"/>
                    </a:solidFill>
                    <a:latin typeface="微软雅黑" pitchFamily="34" charset="-122"/>
                    <a:ea typeface="微软雅黑" pitchFamily="34" charset="-122"/>
                  </a:rPr>
                  <a:t>退回</a:t>
                </a:r>
                <a:r>
                  <a:rPr lang="zh-CN" altLang="en-US" sz="2000" b="1" dirty="0">
                    <a:solidFill>
                      <a:srgbClr val="5A8B25"/>
                    </a:solidFill>
                    <a:latin typeface="微软雅黑" pitchFamily="34" charset="-122"/>
                    <a:ea typeface="微软雅黑" pitchFamily="34" charset="-122"/>
                  </a:rPr>
                  <a:t>一步</a:t>
                </a:r>
              </a:p>
            </p:txBody>
          </p:sp>
        </p:grpSp>
      </p:grpSp>
      <p:sp>
        <p:nvSpPr>
          <p:cNvPr id="128" name="TextBox 127"/>
          <p:cNvSpPr txBox="1"/>
          <p:nvPr/>
        </p:nvSpPr>
        <p:spPr>
          <a:xfrm>
            <a:off x="50255" y="31335841"/>
            <a:ext cx="26975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THE END</a:t>
            </a:r>
            <a:endParaRPr lang="zh-CN" altLang="en-US" sz="3200" b="1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107" name="组合 106"/>
          <p:cNvGrpSpPr/>
          <p:nvPr/>
        </p:nvGrpSpPr>
        <p:grpSpPr>
          <a:xfrm>
            <a:off x="2044183" y="25707106"/>
            <a:ext cx="2724537" cy="1659089"/>
            <a:chOff x="2044183" y="25920225"/>
            <a:chExt cx="2724537" cy="1659089"/>
          </a:xfrm>
        </p:grpSpPr>
        <p:sp>
          <p:nvSpPr>
            <p:cNvPr id="40" name="圆角矩形 39"/>
            <p:cNvSpPr/>
            <p:nvPr/>
          </p:nvSpPr>
          <p:spPr>
            <a:xfrm>
              <a:off x="2411760" y="25923130"/>
              <a:ext cx="1941412" cy="1656184"/>
            </a:xfrm>
            <a:prstGeom prst="roundRect">
              <a:avLst/>
            </a:prstGeom>
            <a:solidFill>
              <a:srgbClr val="92D050">
                <a:alpha val="75000"/>
              </a:srgb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7" name="TextBox 116"/>
            <p:cNvSpPr txBox="1"/>
            <p:nvPr/>
          </p:nvSpPr>
          <p:spPr>
            <a:xfrm>
              <a:off x="2044183" y="25920225"/>
              <a:ext cx="2697543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b="1" dirty="0" smtClean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11.</a:t>
              </a:r>
              <a:r>
                <a:rPr lang="zh-CN" altLang="en-US" sz="2400" b="1" dirty="0" smtClean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教兔子</a:t>
              </a:r>
              <a:endParaRPr lang="en-US" altLang="zh-CN" sz="24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/>
              <a:r>
                <a:rPr lang="zh-CN" altLang="en-US" sz="2400" b="1" dirty="0" smtClean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管理情绪</a:t>
              </a:r>
            </a:p>
          </p:txBody>
        </p:sp>
        <p:grpSp>
          <p:nvGrpSpPr>
            <p:cNvPr id="129" name="组合 128"/>
            <p:cNvGrpSpPr/>
            <p:nvPr/>
          </p:nvGrpSpPr>
          <p:grpSpPr>
            <a:xfrm>
              <a:off x="2071177" y="26833098"/>
              <a:ext cx="2697543" cy="709206"/>
              <a:chOff x="2352716" y="14749209"/>
              <a:chExt cx="2697543" cy="709206"/>
            </a:xfrm>
          </p:grpSpPr>
          <p:sp>
            <p:nvSpPr>
              <p:cNvPr id="130" name="圆角矩形 75"/>
              <p:cNvSpPr/>
              <p:nvPr/>
            </p:nvSpPr>
            <p:spPr>
              <a:xfrm>
                <a:off x="2742090" y="14760914"/>
                <a:ext cx="1864808" cy="697501"/>
              </a:xfrm>
              <a:custGeom>
                <a:avLst/>
                <a:gdLst/>
                <a:ahLst/>
                <a:cxnLst/>
                <a:rect l="l" t="t" r="r" b="b"/>
                <a:pathLst>
                  <a:path w="1941412" h="697501">
                    <a:moveTo>
                      <a:pt x="0" y="0"/>
                    </a:moveTo>
                    <a:lnTo>
                      <a:pt x="1941412" y="0"/>
                    </a:lnTo>
                    <a:lnTo>
                      <a:pt x="1941412" y="421465"/>
                    </a:lnTo>
                    <a:cubicBezTo>
                      <a:pt x="1941412" y="573915"/>
                      <a:pt x="1817826" y="697501"/>
                      <a:pt x="1665376" y="697501"/>
                    </a:cubicBezTo>
                    <a:lnTo>
                      <a:pt x="276036" y="697501"/>
                    </a:lnTo>
                    <a:cubicBezTo>
                      <a:pt x="123586" y="697501"/>
                      <a:pt x="0" y="573915"/>
                      <a:pt x="0" y="421465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1" name="TextBox 130"/>
              <p:cNvSpPr txBox="1"/>
              <p:nvPr/>
            </p:nvSpPr>
            <p:spPr>
              <a:xfrm>
                <a:off x="2352716" y="14749209"/>
                <a:ext cx="2697543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000" b="1" dirty="0" smtClean="0">
                    <a:solidFill>
                      <a:srgbClr val="5A8B25"/>
                    </a:solidFill>
                    <a:latin typeface="微软雅黑" pitchFamily="34" charset="-122"/>
                    <a:ea typeface="微软雅黑" pitchFamily="34" charset="-122"/>
                  </a:rPr>
                  <a:t>Y  </a:t>
                </a:r>
                <a:r>
                  <a:rPr lang="zh-CN" altLang="en-US" sz="2000" b="1" dirty="0" smtClean="0">
                    <a:solidFill>
                      <a:srgbClr val="5A8B25"/>
                    </a:solidFill>
                    <a:latin typeface="微软雅黑" pitchFamily="34" charset="-122"/>
                    <a:ea typeface="微软雅黑" pitchFamily="34" charset="-122"/>
                  </a:rPr>
                  <a:t>向前一步</a:t>
                </a:r>
                <a:endParaRPr lang="en-US" altLang="zh-CN" sz="2000" b="1" dirty="0" smtClean="0">
                  <a:solidFill>
                    <a:srgbClr val="5A8B25"/>
                  </a:solidFill>
                  <a:latin typeface="微软雅黑" pitchFamily="34" charset="-122"/>
                  <a:ea typeface="微软雅黑" pitchFamily="34" charset="-122"/>
                </a:endParaRPr>
              </a:p>
              <a:p>
                <a:pPr algn="ctr"/>
                <a:r>
                  <a:rPr lang="en-US" altLang="zh-CN" sz="2000" b="1" dirty="0" smtClean="0">
                    <a:solidFill>
                      <a:srgbClr val="5A8B25"/>
                    </a:solidFill>
                    <a:latin typeface="微软雅黑" pitchFamily="34" charset="-122"/>
                    <a:ea typeface="微软雅黑" pitchFamily="34" charset="-122"/>
                  </a:rPr>
                  <a:t>N  </a:t>
                </a:r>
                <a:r>
                  <a:rPr lang="zh-CN" altLang="en-US" sz="2000" b="1" dirty="0" smtClean="0">
                    <a:solidFill>
                      <a:srgbClr val="5A8B25"/>
                    </a:solidFill>
                    <a:latin typeface="微软雅黑" pitchFamily="34" charset="-122"/>
                    <a:ea typeface="微软雅黑" pitchFamily="34" charset="-122"/>
                  </a:rPr>
                  <a:t>退回</a:t>
                </a:r>
                <a:r>
                  <a:rPr lang="zh-CN" altLang="en-US" sz="2000" b="1" dirty="0">
                    <a:solidFill>
                      <a:srgbClr val="5A8B25"/>
                    </a:solidFill>
                    <a:latin typeface="微软雅黑" pitchFamily="34" charset="-122"/>
                    <a:ea typeface="微软雅黑" pitchFamily="34" charset="-122"/>
                  </a:rPr>
                  <a:t>一步</a:t>
                </a:r>
              </a:p>
            </p:txBody>
          </p:sp>
        </p:grpSp>
      </p:grpSp>
      <p:grpSp>
        <p:nvGrpSpPr>
          <p:cNvPr id="100" name="组合 99"/>
          <p:cNvGrpSpPr/>
          <p:nvPr/>
        </p:nvGrpSpPr>
        <p:grpSpPr>
          <a:xfrm>
            <a:off x="5220072" y="23690882"/>
            <a:ext cx="2730738" cy="1656184"/>
            <a:chOff x="4521924" y="23690882"/>
            <a:chExt cx="2730738" cy="1656184"/>
          </a:xfrm>
        </p:grpSpPr>
        <p:sp>
          <p:nvSpPr>
            <p:cNvPr id="36" name="圆角矩形 35"/>
            <p:cNvSpPr/>
            <p:nvPr/>
          </p:nvSpPr>
          <p:spPr>
            <a:xfrm>
              <a:off x="4860032" y="23690882"/>
              <a:ext cx="1941412" cy="1656184"/>
            </a:xfrm>
            <a:prstGeom prst="roundRect">
              <a:avLst/>
            </a:prstGeom>
            <a:solidFill>
              <a:srgbClr val="92D050">
                <a:alpha val="75000"/>
              </a:srgb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2" name="TextBox 131"/>
            <p:cNvSpPr txBox="1"/>
            <p:nvPr/>
          </p:nvSpPr>
          <p:spPr>
            <a:xfrm>
              <a:off x="4555119" y="23691950"/>
              <a:ext cx="2697543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b="1" dirty="0" smtClean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10.</a:t>
              </a:r>
              <a:r>
                <a:rPr lang="zh-CN" altLang="en-US" sz="2400" b="1" dirty="0" smtClean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关心</a:t>
              </a:r>
              <a:endParaRPr lang="en-US" altLang="zh-CN" sz="24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/>
              <a:r>
                <a:rPr lang="zh-CN" altLang="en-US" sz="2400" b="1" dirty="0" smtClean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但不限制</a:t>
              </a:r>
            </a:p>
          </p:txBody>
        </p:sp>
        <p:grpSp>
          <p:nvGrpSpPr>
            <p:cNvPr id="133" name="组合 132"/>
            <p:cNvGrpSpPr/>
            <p:nvPr/>
          </p:nvGrpSpPr>
          <p:grpSpPr>
            <a:xfrm>
              <a:off x="4521924" y="24637860"/>
              <a:ext cx="2697543" cy="709206"/>
              <a:chOff x="2352716" y="14749209"/>
              <a:chExt cx="2697543" cy="709206"/>
            </a:xfrm>
          </p:grpSpPr>
          <p:sp>
            <p:nvSpPr>
              <p:cNvPr id="134" name="圆角矩形 75"/>
              <p:cNvSpPr/>
              <p:nvPr/>
            </p:nvSpPr>
            <p:spPr>
              <a:xfrm>
                <a:off x="2742090" y="14760914"/>
                <a:ext cx="1864808" cy="697501"/>
              </a:xfrm>
              <a:custGeom>
                <a:avLst/>
                <a:gdLst/>
                <a:ahLst/>
                <a:cxnLst/>
                <a:rect l="l" t="t" r="r" b="b"/>
                <a:pathLst>
                  <a:path w="1941412" h="697501">
                    <a:moveTo>
                      <a:pt x="0" y="0"/>
                    </a:moveTo>
                    <a:lnTo>
                      <a:pt x="1941412" y="0"/>
                    </a:lnTo>
                    <a:lnTo>
                      <a:pt x="1941412" y="421465"/>
                    </a:lnTo>
                    <a:cubicBezTo>
                      <a:pt x="1941412" y="573915"/>
                      <a:pt x="1817826" y="697501"/>
                      <a:pt x="1665376" y="697501"/>
                    </a:cubicBezTo>
                    <a:lnTo>
                      <a:pt x="276036" y="697501"/>
                    </a:lnTo>
                    <a:cubicBezTo>
                      <a:pt x="123586" y="697501"/>
                      <a:pt x="0" y="573915"/>
                      <a:pt x="0" y="421465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5" name="TextBox 134"/>
              <p:cNvSpPr txBox="1"/>
              <p:nvPr/>
            </p:nvSpPr>
            <p:spPr>
              <a:xfrm>
                <a:off x="2352716" y="14749209"/>
                <a:ext cx="2697543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000" b="1" dirty="0" smtClean="0">
                    <a:solidFill>
                      <a:srgbClr val="5A8B25"/>
                    </a:solidFill>
                    <a:latin typeface="微软雅黑" pitchFamily="34" charset="-122"/>
                    <a:ea typeface="微软雅黑" pitchFamily="34" charset="-122"/>
                  </a:rPr>
                  <a:t>Y  </a:t>
                </a:r>
                <a:r>
                  <a:rPr lang="zh-CN" altLang="en-US" sz="2000" b="1" dirty="0" smtClean="0">
                    <a:solidFill>
                      <a:srgbClr val="5A8B25"/>
                    </a:solidFill>
                    <a:latin typeface="微软雅黑" pitchFamily="34" charset="-122"/>
                    <a:ea typeface="微软雅黑" pitchFamily="34" charset="-122"/>
                  </a:rPr>
                  <a:t>向前一步</a:t>
                </a:r>
                <a:endParaRPr lang="en-US" altLang="zh-CN" sz="2000" b="1" dirty="0" smtClean="0">
                  <a:solidFill>
                    <a:srgbClr val="5A8B25"/>
                  </a:solidFill>
                  <a:latin typeface="微软雅黑" pitchFamily="34" charset="-122"/>
                  <a:ea typeface="微软雅黑" pitchFamily="34" charset="-122"/>
                </a:endParaRPr>
              </a:p>
              <a:p>
                <a:pPr algn="ctr"/>
                <a:r>
                  <a:rPr lang="en-US" altLang="zh-CN" sz="2000" b="1" dirty="0" smtClean="0">
                    <a:solidFill>
                      <a:srgbClr val="5A8B25"/>
                    </a:solidFill>
                    <a:latin typeface="微软雅黑" pitchFamily="34" charset="-122"/>
                    <a:ea typeface="微软雅黑" pitchFamily="34" charset="-122"/>
                  </a:rPr>
                  <a:t>N  </a:t>
                </a:r>
                <a:r>
                  <a:rPr lang="zh-CN" altLang="en-US" sz="2000" b="1" dirty="0" smtClean="0">
                    <a:solidFill>
                      <a:srgbClr val="5A8B25"/>
                    </a:solidFill>
                    <a:latin typeface="微软雅黑" pitchFamily="34" charset="-122"/>
                    <a:ea typeface="微软雅黑" pitchFamily="34" charset="-122"/>
                  </a:rPr>
                  <a:t>退回</a:t>
                </a:r>
                <a:r>
                  <a:rPr lang="zh-CN" altLang="en-US" sz="2000" b="1" dirty="0">
                    <a:solidFill>
                      <a:srgbClr val="5A8B25"/>
                    </a:solidFill>
                    <a:latin typeface="微软雅黑" pitchFamily="34" charset="-122"/>
                    <a:ea typeface="微软雅黑" pitchFamily="34" charset="-122"/>
                  </a:rPr>
                  <a:t>一步</a:t>
                </a:r>
              </a:p>
            </p:txBody>
          </p:sp>
        </p:grpSp>
      </p:grpSp>
      <p:sp>
        <p:nvSpPr>
          <p:cNvPr id="136" name="TextBox 135"/>
          <p:cNvSpPr txBox="1"/>
          <p:nvPr/>
        </p:nvSpPr>
        <p:spPr>
          <a:xfrm>
            <a:off x="1475656" y="19946466"/>
            <a:ext cx="269754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休息</a:t>
            </a:r>
            <a:endParaRPr lang="en-US" altLang="zh-CN" sz="3600" b="1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/>
            <a:r>
              <a:rPr lang="zh-CN" altLang="en-US" sz="36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一会儿</a:t>
            </a:r>
          </a:p>
        </p:txBody>
      </p:sp>
      <p:grpSp>
        <p:nvGrpSpPr>
          <p:cNvPr id="83" name="组合 82"/>
          <p:cNvGrpSpPr/>
          <p:nvPr/>
        </p:nvGrpSpPr>
        <p:grpSpPr>
          <a:xfrm>
            <a:off x="4355976" y="13681770"/>
            <a:ext cx="2697543" cy="1656184"/>
            <a:chOff x="4542283" y="13945208"/>
            <a:chExt cx="2697543" cy="1656184"/>
          </a:xfrm>
        </p:grpSpPr>
        <p:sp>
          <p:nvSpPr>
            <p:cNvPr id="28" name="圆角矩形 27"/>
            <p:cNvSpPr/>
            <p:nvPr/>
          </p:nvSpPr>
          <p:spPr>
            <a:xfrm>
              <a:off x="4896035" y="13945208"/>
              <a:ext cx="1941412" cy="1656184"/>
            </a:xfrm>
            <a:prstGeom prst="roundRect">
              <a:avLst/>
            </a:prstGeom>
            <a:solidFill>
              <a:srgbClr val="92D050">
                <a:alpha val="75000"/>
              </a:srgb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7" name="TextBox 136"/>
            <p:cNvSpPr txBox="1"/>
            <p:nvPr/>
          </p:nvSpPr>
          <p:spPr>
            <a:xfrm>
              <a:off x="4542283" y="14211183"/>
              <a:ext cx="2697543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3600" b="1" dirty="0" smtClean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休息</a:t>
              </a:r>
              <a:endParaRPr lang="en-US" altLang="zh-CN" sz="36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/>
              <a:r>
                <a:rPr lang="zh-CN" altLang="en-US" sz="3600" b="1" dirty="0" smtClean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一会儿</a:t>
              </a:r>
            </a:p>
          </p:txBody>
        </p:sp>
      </p:grpSp>
      <p:grpSp>
        <p:nvGrpSpPr>
          <p:cNvPr id="74" name="组合 73"/>
          <p:cNvGrpSpPr/>
          <p:nvPr/>
        </p:nvGrpSpPr>
        <p:grpSpPr>
          <a:xfrm>
            <a:off x="6732240" y="15842010"/>
            <a:ext cx="2711677" cy="1656184"/>
            <a:chOff x="6653652" y="15762050"/>
            <a:chExt cx="2711677" cy="1656184"/>
          </a:xfrm>
        </p:grpSpPr>
        <p:sp>
          <p:nvSpPr>
            <p:cNvPr id="27" name="圆角矩形 26"/>
            <p:cNvSpPr/>
            <p:nvPr/>
          </p:nvSpPr>
          <p:spPr>
            <a:xfrm>
              <a:off x="7031718" y="15762050"/>
              <a:ext cx="1941412" cy="1656184"/>
            </a:xfrm>
            <a:prstGeom prst="roundRect">
              <a:avLst/>
            </a:prstGeom>
            <a:solidFill>
              <a:srgbClr val="92D050">
                <a:alpha val="75000"/>
              </a:srgb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9" name="TextBox 108"/>
            <p:cNvSpPr txBox="1"/>
            <p:nvPr/>
          </p:nvSpPr>
          <p:spPr>
            <a:xfrm>
              <a:off x="6653652" y="15806677"/>
              <a:ext cx="2697543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b="1" dirty="0" smtClean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5.</a:t>
              </a:r>
              <a:r>
                <a:rPr lang="zh-CN" altLang="en-US" sz="2400" b="1" dirty="0" smtClean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用他想听</a:t>
              </a:r>
              <a:endParaRPr lang="en-US" altLang="zh-CN" sz="24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/>
              <a:r>
                <a:rPr lang="zh-CN" altLang="en-US" sz="2400" b="1" dirty="0" smtClean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的方式交流</a:t>
              </a:r>
              <a:endPara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138" name="组合 137"/>
            <p:cNvGrpSpPr/>
            <p:nvPr/>
          </p:nvGrpSpPr>
          <p:grpSpPr>
            <a:xfrm>
              <a:off x="6667786" y="16684508"/>
              <a:ext cx="2697543" cy="709206"/>
              <a:chOff x="2352716" y="14749209"/>
              <a:chExt cx="2697543" cy="709206"/>
            </a:xfrm>
          </p:grpSpPr>
          <p:sp>
            <p:nvSpPr>
              <p:cNvPr id="139" name="圆角矩形 75"/>
              <p:cNvSpPr/>
              <p:nvPr/>
            </p:nvSpPr>
            <p:spPr>
              <a:xfrm>
                <a:off x="2742090" y="14760914"/>
                <a:ext cx="1864808" cy="697501"/>
              </a:xfrm>
              <a:custGeom>
                <a:avLst/>
                <a:gdLst/>
                <a:ahLst/>
                <a:cxnLst/>
                <a:rect l="l" t="t" r="r" b="b"/>
                <a:pathLst>
                  <a:path w="1941412" h="697501">
                    <a:moveTo>
                      <a:pt x="0" y="0"/>
                    </a:moveTo>
                    <a:lnTo>
                      <a:pt x="1941412" y="0"/>
                    </a:lnTo>
                    <a:lnTo>
                      <a:pt x="1941412" y="421465"/>
                    </a:lnTo>
                    <a:cubicBezTo>
                      <a:pt x="1941412" y="573915"/>
                      <a:pt x="1817826" y="697501"/>
                      <a:pt x="1665376" y="697501"/>
                    </a:cubicBezTo>
                    <a:lnTo>
                      <a:pt x="276036" y="697501"/>
                    </a:lnTo>
                    <a:cubicBezTo>
                      <a:pt x="123586" y="697501"/>
                      <a:pt x="0" y="573915"/>
                      <a:pt x="0" y="421465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0" name="TextBox 139"/>
              <p:cNvSpPr txBox="1"/>
              <p:nvPr/>
            </p:nvSpPr>
            <p:spPr>
              <a:xfrm>
                <a:off x="2352716" y="14749209"/>
                <a:ext cx="2697543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000" b="1" dirty="0" smtClean="0">
                    <a:solidFill>
                      <a:srgbClr val="5A8B25"/>
                    </a:solidFill>
                    <a:latin typeface="微软雅黑" pitchFamily="34" charset="-122"/>
                    <a:ea typeface="微软雅黑" pitchFamily="34" charset="-122"/>
                  </a:rPr>
                  <a:t>Y  </a:t>
                </a:r>
                <a:r>
                  <a:rPr lang="zh-CN" altLang="en-US" sz="2000" b="1" dirty="0" smtClean="0">
                    <a:solidFill>
                      <a:srgbClr val="5A8B25"/>
                    </a:solidFill>
                    <a:latin typeface="微软雅黑" pitchFamily="34" charset="-122"/>
                    <a:ea typeface="微软雅黑" pitchFamily="34" charset="-122"/>
                  </a:rPr>
                  <a:t>向前一步</a:t>
                </a:r>
                <a:endParaRPr lang="en-US" altLang="zh-CN" sz="2000" b="1" dirty="0" smtClean="0">
                  <a:solidFill>
                    <a:srgbClr val="5A8B25"/>
                  </a:solidFill>
                  <a:latin typeface="微软雅黑" pitchFamily="34" charset="-122"/>
                  <a:ea typeface="微软雅黑" pitchFamily="34" charset="-122"/>
                </a:endParaRPr>
              </a:p>
              <a:p>
                <a:pPr algn="ctr"/>
                <a:r>
                  <a:rPr lang="en-US" altLang="zh-CN" sz="2000" b="1" dirty="0" smtClean="0">
                    <a:solidFill>
                      <a:srgbClr val="5A8B25"/>
                    </a:solidFill>
                    <a:latin typeface="微软雅黑" pitchFamily="34" charset="-122"/>
                    <a:ea typeface="微软雅黑" pitchFamily="34" charset="-122"/>
                  </a:rPr>
                  <a:t>N  </a:t>
                </a:r>
                <a:r>
                  <a:rPr lang="zh-CN" altLang="en-US" sz="2000" b="1" dirty="0" smtClean="0">
                    <a:solidFill>
                      <a:srgbClr val="5A8B25"/>
                    </a:solidFill>
                    <a:latin typeface="微软雅黑" pitchFamily="34" charset="-122"/>
                    <a:ea typeface="微软雅黑" pitchFamily="34" charset="-122"/>
                  </a:rPr>
                  <a:t>退回</a:t>
                </a:r>
                <a:r>
                  <a:rPr lang="zh-CN" altLang="en-US" sz="2000" b="1" dirty="0">
                    <a:solidFill>
                      <a:srgbClr val="5A8B25"/>
                    </a:solidFill>
                    <a:latin typeface="微软雅黑" pitchFamily="34" charset="-122"/>
                    <a:ea typeface="微软雅黑" pitchFamily="34" charset="-122"/>
                  </a:rPr>
                  <a:t>一步</a:t>
                </a:r>
              </a:p>
            </p:txBody>
          </p:sp>
        </p:grpSp>
      </p:grpSp>
      <p:grpSp>
        <p:nvGrpSpPr>
          <p:cNvPr id="141" name="组合 140"/>
          <p:cNvGrpSpPr/>
          <p:nvPr/>
        </p:nvGrpSpPr>
        <p:grpSpPr>
          <a:xfrm>
            <a:off x="4535017" y="22639795"/>
            <a:ext cx="2697543" cy="709206"/>
            <a:chOff x="2352716" y="14749209"/>
            <a:chExt cx="2697543" cy="709206"/>
          </a:xfrm>
        </p:grpSpPr>
        <p:sp>
          <p:nvSpPr>
            <p:cNvPr id="142" name="圆角矩形 75"/>
            <p:cNvSpPr/>
            <p:nvPr/>
          </p:nvSpPr>
          <p:spPr>
            <a:xfrm>
              <a:off x="2742090" y="14760914"/>
              <a:ext cx="1864808" cy="697501"/>
            </a:xfrm>
            <a:custGeom>
              <a:avLst/>
              <a:gdLst/>
              <a:ahLst/>
              <a:cxnLst/>
              <a:rect l="l" t="t" r="r" b="b"/>
              <a:pathLst>
                <a:path w="1941412" h="697501">
                  <a:moveTo>
                    <a:pt x="0" y="0"/>
                  </a:moveTo>
                  <a:lnTo>
                    <a:pt x="1941412" y="0"/>
                  </a:lnTo>
                  <a:lnTo>
                    <a:pt x="1941412" y="421465"/>
                  </a:lnTo>
                  <a:cubicBezTo>
                    <a:pt x="1941412" y="573915"/>
                    <a:pt x="1817826" y="697501"/>
                    <a:pt x="1665376" y="697501"/>
                  </a:cubicBezTo>
                  <a:lnTo>
                    <a:pt x="276036" y="697501"/>
                  </a:lnTo>
                  <a:cubicBezTo>
                    <a:pt x="123586" y="697501"/>
                    <a:pt x="0" y="573915"/>
                    <a:pt x="0" y="42146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3" name="TextBox 142"/>
            <p:cNvSpPr txBox="1"/>
            <p:nvPr/>
          </p:nvSpPr>
          <p:spPr>
            <a:xfrm>
              <a:off x="2352716" y="14749209"/>
              <a:ext cx="2697543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00" b="1" dirty="0" smtClean="0">
                  <a:solidFill>
                    <a:srgbClr val="5A8B25"/>
                  </a:solidFill>
                  <a:latin typeface="微软雅黑" pitchFamily="34" charset="-122"/>
                  <a:ea typeface="微软雅黑" pitchFamily="34" charset="-122"/>
                </a:rPr>
                <a:t>Y  </a:t>
              </a:r>
              <a:r>
                <a:rPr lang="zh-CN" altLang="en-US" sz="2000" b="1" dirty="0" smtClean="0">
                  <a:solidFill>
                    <a:srgbClr val="5A8B25"/>
                  </a:solidFill>
                  <a:latin typeface="微软雅黑" pitchFamily="34" charset="-122"/>
                  <a:ea typeface="微软雅黑" pitchFamily="34" charset="-122"/>
                </a:rPr>
                <a:t>向前一步</a:t>
              </a:r>
              <a:endParaRPr lang="en-US" altLang="zh-CN" sz="2000" b="1" dirty="0" smtClean="0">
                <a:solidFill>
                  <a:srgbClr val="5A8B25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/>
              <a:r>
                <a:rPr lang="en-US" altLang="zh-CN" sz="2000" b="1" dirty="0" smtClean="0">
                  <a:solidFill>
                    <a:srgbClr val="5A8B25"/>
                  </a:solidFill>
                  <a:latin typeface="微软雅黑" pitchFamily="34" charset="-122"/>
                  <a:ea typeface="微软雅黑" pitchFamily="34" charset="-122"/>
                </a:rPr>
                <a:t>N  </a:t>
              </a:r>
              <a:r>
                <a:rPr lang="zh-CN" altLang="en-US" sz="2000" b="1" dirty="0" smtClean="0">
                  <a:solidFill>
                    <a:srgbClr val="5A8B25"/>
                  </a:solidFill>
                  <a:latin typeface="微软雅黑" pitchFamily="34" charset="-122"/>
                  <a:ea typeface="微软雅黑" pitchFamily="34" charset="-122"/>
                </a:rPr>
                <a:t>退回</a:t>
              </a:r>
              <a:r>
                <a:rPr lang="zh-CN" altLang="en-US" sz="2000" b="1" dirty="0">
                  <a:solidFill>
                    <a:srgbClr val="5A8B25"/>
                  </a:solidFill>
                  <a:latin typeface="微软雅黑" pitchFamily="34" charset="-122"/>
                  <a:ea typeface="微软雅黑" pitchFamily="34" charset="-122"/>
                </a:rPr>
                <a:t>一步</a:t>
              </a:r>
            </a:p>
          </p:txBody>
        </p:sp>
      </p:grpSp>
      <p:grpSp>
        <p:nvGrpSpPr>
          <p:cNvPr id="144" name="组合 143"/>
          <p:cNvGrpSpPr/>
          <p:nvPr/>
        </p:nvGrpSpPr>
        <p:grpSpPr>
          <a:xfrm>
            <a:off x="2033694" y="22655276"/>
            <a:ext cx="2697543" cy="709206"/>
            <a:chOff x="2352716" y="14749209"/>
            <a:chExt cx="2697543" cy="709206"/>
          </a:xfrm>
        </p:grpSpPr>
        <p:sp>
          <p:nvSpPr>
            <p:cNvPr id="145" name="圆角矩形 75"/>
            <p:cNvSpPr/>
            <p:nvPr/>
          </p:nvSpPr>
          <p:spPr>
            <a:xfrm>
              <a:off x="2742090" y="14760914"/>
              <a:ext cx="1864808" cy="697501"/>
            </a:xfrm>
            <a:custGeom>
              <a:avLst/>
              <a:gdLst/>
              <a:ahLst/>
              <a:cxnLst/>
              <a:rect l="l" t="t" r="r" b="b"/>
              <a:pathLst>
                <a:path w="1941412" h="697501">
                  <a:moveTo>
                    <a:pt x="0" y="0"/>
                  </a:moveTo>
                  <a:lnTo>
                    <a:pt x="1941412" y="0"/>
                  </a:lnTo>
                  <a:lnTo>
                    <a:pt x="1941412" y="421465"/>
                  </a:lnTo>
                  <a:cubicBezTo>
                    <a:pt x="1941412" y="573915"/>
                    <a:pt x="1817826" y="697501"/>
                    <a:pt x="1665376" y="697501"/>
                  </a:cubicBezTo>
                  <a:lnTo>
                    <a:pt x="276036" y="697501"/>
                  </a:lnTo>
                  <a:cubicBezTo>
                    <a:pt x="123586" y="697501"/>
                    <a:pt x="0" y="573915"/>
                    <a:pt x="0" y="42146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6" name="TextBox 145"/>
            <p:cNvSpPr txBox="1"/>
            <p:nvPr/>
          </p:nvSpPr>
          <p:spPr>
            <a:xfrm>
              <a:off x="2352716" y="14749209"/>
              <a:ext cx="2697543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00" b="1" dirty="0" smtClean="0">
                  <a:solidFill>
                    <a:srgbClr val="5A8B25"/>
                  </a:solidFill>
                  <a:latin typeface="微软雅黑" pitchFamily="34" charset="-122"/>
                  <a:ea typeface="微软雅黑" pitchFamily="34" charset="-122"/>
                </a:rPr>
                <a:t>Y   </a:t>
              </a:r>
              <a:r>
                <a:rPr lang="zh-CN" altLang="en-US" sz="2000" b="1" dirty="0" smtClean="0">
                  <a:solidFill>
                    <a:srgbClr val="5A8B25"/>
                  </a:solidFill>
                  <a:latin typeface="微软雅黑" pitchFamily="34" charset="-122"/>
                  <a:ea typeface="微软雅黑" pitchFamily="34" charset="-122"/>
                </a:rPr>
                <a:t>向前一步</a:t>
              </a:r>
              <a:endParaRPr lang="en-US" altLang="zh-CN" sz="2000" b="1" dirty="0" smtClean="0">
                <a:solidFill>
                  <a:srgbClr val="5A8B25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/>
              <a:r>
                <a:rPr lang="en-US" altLang="zh-CN" sz="2000" b="1" dirty="0" smtClean="0">
                  <a:solidFill>
                    <a:srgbClr val="5A8B25"/>
                  </a:solidFill>
                  <a:latin typeface="微软雅黑" pitchFamily="34" charset="-122"/>
                  <a:ea typeface="微软雅黑" pitchFamily="34" charset="-122"/>
                </a:rPr>
                <a:t>N  </a:t>
              </a:r>
              <a:r>
                <a:rPr lang="zh-CN" altLang="en-US" sz="2000" b="1" dirty="0" smtClean="0">
                  <a:solidFill>
                    <a:srgbClr val="5A8B25"/>
                  </a:solidFill>
                  <a:latin typeface="微软雅黑" pitchFamily="34" charset="-122"/>
                  <a:ea typeface="微软雅黑" pitchFamily="34" charset="-122"/>
                </a:rPr>
                <a:t>退回</a:t>
              </a:r>
              <a:r>
                <a:rPr lang="zh-CN" altLang="en-US" sz="2000" b="1" dirty="0">
                  <a:solidFill>
                    <a:srgbClr val="5A8B25"/>
                  </a:solidFill>
                  <a:latin typeface="微软雅黑" pitchFamily="34" charset="-122"/>
                  <a:ea typeface="微软雅黑" pitchFamily="34" charset="-122"/>
                </a:rPr>
                <a:t>一步</a:t>
              </a:r>
            </a:p>
          </p:txBody>
        </p:sp>
      </p:grpSp>
      <p:grpSp>
        <p:nvGrpSpPr>
          <p:cNvPr id="106" name="组合 105"/>
          <p:cNvGrpSpPr/>
          <p:nvPr/>
        </p:nvGrpSpPr>
        <p:grpSpPr>
          <a:xfrm>
            <a:off x="4421360" y="25707106"/>
            <a:ext cx="2697543" cy="1656184"/>
            <a:chOff x="4421360" y="25851122"/>
            <a:chExt cx="2697543" cy="1656184"/>
          </a:xfrm>
        </p:grpSpPr>
        <p:sp>
          <p:nvSpPr>
            <p:cNvPr id="37" name="圆角矩形 36"/>
            <p:cNvSpPr/>
            <p:nvPr/>
          </p:nvSpPr>
          <p:spPr>
            <a:xfrm>
              <a:off x="4860032" y="25851122"/>
              <a:ext cx="1941412" cy="1656184"/>
            </a:xfrm>
            <a:prstGeom prst="roundRect">
              <a:avLst/>
            </a:prstGeom>
            <a:solidFill>
              <a:srgbClr val="92D050">
                <a:alpha val="54000"/>
              </a:srgb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7" name="TextBox 146"/>
            <p:cNvSpPr txBox="1"/>
            <p:nvPr/>
          </p:nvSpPr>
          <p:spPr>
            <a:xfrm>
              <a:off x="4421360" y="26139154"/>
              <a:ext cx="2697543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3600" b="1" dirty="0" smtClean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休息</a:t>
              </a:r>
              <a:endParaRPr lang="en-US" altLang="zh-CN" sz="36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/>
              <a:r>
                <a:rPr lang="zh-CN" altLang="en-US" sz="3600" b="1" dirty="0" smtClean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一会儿</a:t>
              </a:r>
            </a:p>
          </p:txBody>
        </p:sp>
      </p:grpSp>
      <p:sp>
        <p:nvSpPr>
          <p:cNvPr id="148" name="TextBox 147"/>
          <p:cNvSpPr txBox="1"/>
          <p:nvPr/>
        </p:nvSpPr>
        <p:spPr>
          <a:xfrm>
            <a:off x="6700214" y="18042549"/>
            <a:ext cx="269754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休息</a:t>
            </a:r>
            <a:endParaRPr lang="en-US" altLang="zh-CN" sz="3600" b="1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/>
            <a:r>
              <a:rPr lang="zh-CN" altLang="en-US" sz="36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一会儿</a:t>
            </a:r>
          </a:p>
        </p:txBody>
      </p:sp>
      <p:grpSp>
        <p:nvGrpSpPr>
          <p:cNvPr id="78" name="组合 77"/>
          <p:cNvGrpSpPr/>
          <p:nvPr/>
        </p:nvGrpSpPr>
        <p:grpSpPr>
          <a:xfrm>
            <a:off x="4273308" y="17855329"/>
            <a:ext cx="2807071" cy="1659089"/>
            <a:chOff x="4273308" y="17783321"/>
            <a:chExt cx="2807071" cy="1659089"/>
          </a:xfrm>
        </p:grpSpPr>
        <p:sp>
          <p:nvSpPr>
            <p:cNvPr id="31" name="圆角矩形 30"/>
            <p:cNvSpPr/>
            <p:nvPr/>
          </p:nvSpPr>
          <p:spPr>
            <a:xfrm>
              <a:off x="4754863" y="17786226"/>
              <a:ext cx="1941412" cy="1656184"/>
            </a:xfrm>
            <a:prstGeom prst="roundRect">
              <a:avLst/>
            </a:prstGeom>
            <a:solidFill>
              <a:srgbClr val="92D050">
                <a:alpha val="75000"/>
              </a:srgb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1" name="TextBox 110"/>
            <p:cNvSpPr txBox="1"/>
            <p:nvPr/>
          </p:nvSpPr>
          <p:spPr>
            <a:xfrm>
              <a:off x="4273308" y="17783321"/>
              <a:ext cx="2697543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b="1" dirty="0" smtClean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6.</a:t>
              </a:r>
              <a:r>
                <a:rPr lang="zh-CN" altLang="en-US" sz="2400" b="1" dirty="0" smtClean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兔子不同</a:t>
              </a:r>
              <a:endParaRPr lang="en-US" altLang="zh-CN" sz="24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/>
              <a:r>
                <a:rPr lang="zh-CN" altLang="en-US" sz="2400" b="1" dirty="0" smtClean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   方式不同</a:t>
              </a:r>
              <a:endPara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149" name="组合 148"/>
            <p:cNvGrpSpPr/>
            <p:nvPr/>
          </p:nvGrpSpPr>
          <p:grpSpPr>
            <a:xfrm>
              <a:off x="4382836" y="18703511"/>
              <a:ext cx="2697543" cy="709206"/>
              <a:chOff x="2352716" y="14749209"/>
              <a:chExt cx="2697543" cy="709206"/>
            </a:xfrm>
          </p:grpSpPr>
          <p:sp>
            <p:nvSpPr>
              <p:cNvPr id="150" name="圆角矩形 75"/>
              <p:cNvSpPr/>
              <p:nvPr/>
            </p:nvSpPr>
            <p:spPr>
              <a:xfrm>
                <a:off x="2742090" y="14760914"/>
                <a:ext cx="1864808" cy="697501"/>
              </a:xfrm>
              <a:custGeom>
                <a:avLst/>
                <a:gdLst/>
                <a:ahLst/>
                <a:cxnLst/>
                <a:rect l="l" t="t" r="r" b="b"/>
                <a:pathLst>
                  <a:path w="1941412" h="697501">
                    <a:moveTo>
                      <a:pt x="0" y="0"/>
                    </a:moveTo>
                    <a:lnTo>
                      <a:pt x="1941412" y="0"/>
                    </a:lnTo>
                    <a:lnTo>
                      <a:pt x="1941412" y="421465"/>
                    </a:lnTo>
                    <a:cubicBezTo>
                      <a:pt x="1941412" y="573915"/>
                      <a:pt x="1817826" y="697501"/>
                      <a:pt x="1665376" y="697501"/>
                    </a:cubicBezTo>
                    <a:lnTo>
                      <a:pt x="276036" y="697501"/>
                    </a:lnTo>
                    <a:cubicBezTo>
                      <a:pt x="123586" y="697501"/>
                      <a:pt x="0" y="573915"/>
                      <a:pt x="0" y="421465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1" name="TextBox 150"/>
              <p:cNvSpPr txBox="1"/>
              <p:nvPr/>
            </p:nvSpPr>
            <p:spPr>
              <a:xfrm>
                <a:off x="2352716" y="14749209"/>
                <a:ext cx="2697543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000" b="1" dirty="0" smtClean="0">
                    <a:solidFill>
                      <a:srgbClr val="5A8B25"/>
                    </a:solidFill>
                    <a:latin typeface="微软雅黑" pitchFamily="34" charset="-122"/>
                    <a:ea typeface="微软雅黑" pitchFamily="34" charset="-122"/>
                  </a:rPr>
                  <a:t>Y  </a:t>
                </a:r>
                <a:r>
                  <a:rPr lang="zh-CN" altLang="en-US" sz="2000" b="1" dirty="0" smtClean="0">
                    <a:solidFill>
                      <a:srgbClr val="5A8B25"/>
                    </a:solidFill>
                    <a:latin typeface="微软雅黑" pitchFamily="34" charset="-122"/>
                    <a:ea typeface="微软雅黑" pitchFamily="34" charset="-122"/>
                  </a:rPr>
                  <a:t>向前一步</a:t>
                </a:r>
                <a:endParaRPr lang="en-US" altLang="zh-CN" sz="2000" b="1" dirty="0" smtClean="0">
                  <a:solidFill>
                    <a:srgbClr val="5A8B25"/>
                  </a:solidFill>
                  <a:latin typeface="微软雅黑" pitchFamily="34" charset="-122"/>
                  <a:ea typeface="微软雅黑" pitchFamily="34" charset="-122"/>
                </a:endParaRPr>
              </a:p>
              <a:p>
                <a:pPr algn="ctr"/>
                <a:r>
                  <a:rPr lang="en-US" altLang="zh-CN" sz="2000" b="1" dirty="0" smtClean="0">
                    <a:solidFill>
                      <a:srgbClr val="5A8B25"/>
                    </a:solidFill>
                    <a:latin typeface="微软雅黑" pitchFamily="34" charset="-122"/>
                    <a:ea typeface="微软雅黑" pitchFamily="34" charset="-122"/>
                  </a:rPr>
                  <a:t>N  </a:t>
                </a:r>
                <a:r>
                  <a:rPr lang="zh-CN" altLang="en-US" sz="2000" b="1" dirty="0" smtClean="0">
                    <a:solidFill>
                      <a:srgbClr val="5A8B25"/>
                    </a:solidFill>
                    <a:latin typeface="微软雅黑" pitchFamily="34" charset="-122"/>
                    <a:ea typeface="微软雅黑" pitchFamily="34" charset="-122"/>
                  </a:rPr>
                  <a:t>退回</a:t>
                </a:r>
                <a:r>
                  <a:rPr lang="zh-CN" altLang="en-US" sz="2000" b="1" dirty="0">
                    <a:solidFill>
                      <a:srgbClr val="5A8B25"/>
                    </a:solidFill>
                    <a:latin typeface="微软雅黑" pitchFamily="34" charset="-122"/>
                    <a:ea typeface="微软雅黑" pitchFamily="34" charset="-122"/>
                  </a:rPr>
                  <a:t>一步</a:t>
                </a:r>
              </a:p>
            </p:txBody>
          </p:sp>
        </p:grpSp>
      </p:grpSp>
      <p:grpSp>
        <p:nvGrpSpPr>
          <p:cNvPr id="79" name="组合 78"/>
          <p:cNvGrpSpPr/>
          <p:nvPr/>
        </p:nvGrpSpPr>
        <p:grpSpPr>
          <a:xfrm>
            <a:off x="1966989" y="17858234"/>
            <a:ext cx="2752344" cy="1656184"/>
            <a:chOff x="1966989" y="17786226"/>
            <a:chExt cx="2752344" cy="1656184"/>
          </a:xfrm>
        </p:grpSpPr>
        <p:sp>
          <p:nvSpPr>
            <p:cNvPr id="32" name="圆角矩形 31"/>
            <p:cNvSpPr/>
            <p:nvPr/>
          </p:nvSpPr>
          <p:spPr>
            <a:xfrm>
              <a:off x="2367838" y="17786226"/>
              <a:ext cx="1941412" cy="1656184"/>
            </a:xfrm>
            <a:prstGeom prst="roundRect">
              <a:avLst/>
            </a:prstGeom>
            <a:solidFill>
              <a:srgbClr val="92D050">
                <a:alpha val="54000"/>
              </a:srgb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2" name="TextBox 111"/>
            <p:cNvSpPr txBox="1"/>
            <p:nvPr/>
          </p:nvSpPr>
          <p:spPr>
            <a:xfrm>
              <a:off x="1966989" y="17803718"/>
              <a:ext cx="2697543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b="1" dirty="0" smtClean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7.</a:t>
              </a:r>
              <a:r>
                <a:rPr lang="zh-CN" altLang="en-US" sz="2400" b="1" dirty="0" smtClean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沟通也需要</a:t>
              </a:r>
              <a:endParaRPr lang="en-US" altLang="zh-CN" sz="24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/>
              <a:r>
                <a:rPr lang="zh-CN" altLang="en-US" sz="2400" b="1" dirty="0" smtClean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学会沉默</a:t>
              </a:r>
              <a:endPara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152" name="组合 151"/>
            <p:cNvGrpSpPr/>
            <p:nvPr/>
          </p:nvGrpSpPr>
          <p:grpSpPr>
            <a:xfrm>
              <a:off x="2021790" y="18702191"/>
              <a:ext cx="2697543" cy="709206"/>
              <a:chOff x="2352716" y="14749209"/>
              <a:chExt cx="2697543" cy="709206"/>
            </a:xfrm>
          </p:grpSpPr>
          <p:sp>
            <p:nvSpPr>
              <p:cNvPr id="153" name="圆角矩形 75"/>
              <p:cNvSpPr/>
              <p:nvPr/>
            </p:nvSpPr>
            <p:spPr>
              <a:xfrm>
                <a:off x="2742090" y="14760914"/>
                <a:ext cx="1864808" cy="697501"/>
              </a:xfrm>
              <a:custGeom>
                <a:avLst/>
                <a:gdLst/>
                <a:ahLst/>
                <a:cxnLst/>
                <a:rect l="l" t="t" r="r" b="b"/>
                <a:pathLst>
                  <a:path w="1941412" h="697501">
                    <a:moveTo>
                      <a:pt x="0" y="0"/>
                    </a:moveTo>
                    <a:lnTo>
                      <a:pt x="1941412" y="0"/>
                    </a:lnTo>
                    <a:lnTo>
                      <a:pt x="1941412" y="421465"/>
                    </a:lnTo>
                    <a:cubicBezTo>
                      <a:pt x="1941412" y="573915"/>
                      <a:pt x="1817826" y="697501"/>
                      <a:pt x="1665376" y="697501"/>
                    </a:cubicBezTo>
                    <a:lnTo>
                      <a:pt x="276036" y="697501"/>
                    </a:lnTo>
                    <a:cubicBezTo>
                      <a:pt x="123586" y="697501"/>
                      <a:pt x="0" y="573915"/>
                      <a:pt x="0" y="421465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4" name="TextBox 153"/>
              <p:cNvSpPr txBox="1"/>
              <p:nvPr/>
            </p:nvSpPr>
            <p:spPr>
              <a:xfrm>
                <a:off x="2352716" y="14749209"/>
                <a:ext cx="2697543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000" b="1" dirty="0" smtClean="0">
                    <a:solidFill>
                      <a:srgbClr val="5A8B25"/>
                    </a:solidFill>
                    <a:latin typeface="微软雅黑" pitchFamily="34" charset="-122"/>
                    <a:ea typeface="微软雅黑" pitchFamily="34" charset="-122"/>
                  </a:rPr>
                  <a:t>Y  </a:t>
                </a:r>
                <a:r>
                  <a:rPr lang="zh-CN" altLang="en-US" sz="2000" b="1" dirty="0" smtClean="0">
                    <a:solidFill>
                      <a:srgbClr val="5A8B25"/>
                    </a:solidFill>
                    <a:latin typeface="微软雅黑" pitchFamily="34" charset="-122"/>
                    <a:ea typeface="微软雅黑" pitchFamily="34" charset="-122"/>
                  </a:rPr>
                  <a:t>向前一步</a:t>
                </a:r>
                <a:endParaRPr lang="en-US" altLang="zh-CN" sz="2000" b="1" dirty="0" smtClean="0">
                  <a:solidFill>
                    <a:srgbClr val="5A8B25"/>
                  </a:solidFill>
                  <a:latin typeface="微软雅黑" pitchFamily="34" charset="-122"/>
                  <a:ea typeface="微软雅黑" pitchFamily="34" charset="-122"/>
                </a:endParaRPr>
              </a:p>
              <a:p>
                <a:pPr algn="ctr"/>
                <a:r>
                  <a:rPr lang="en-US" altLang="zh-CN" sz="2000" b="1" dirty="0" smtClean="0">
                    <a:solidFill>
                      <a:srgbClr val="5A8B25"/>
                    </a:solidFill>
                    <a:latin typeface="微软雅黑" pitchFamily="34" charset="-122"/>
                    <a:ea typeface="微软雅黑" pitchFamily="34" charset="-122"/>
                  </a:rPr>
                  <a:t>N  </a:t>
                </a:r>
                <a:r>
                  <a:rPr lang="zh-CN" altLang="en-US" sz="2000" b="1" dirty="0" smtClean="0">
                    <a:solidFill>
                      <a:srgbClr val="5A8B25"/>
                    </a:solidFill>
                    <a:latin typeface="微软雅黑" pitchFamily="34" charset="-122"/>
                    <a:ea typeface="微软雅黑" pitchFamily="34" charset="-122"/>
                  </a:rPr>
                  <a:t>退回</a:t>
                </a:r>
                <a:r>
                  <a:rPr lang="zh-CN" altLang="en-US" sz="2000" b="1" dirty="0">
                    <a:solidFill>
                      <a:srgbClr val="5A8B25"/>
                    </a:solidFill>
                    <a:latin typeface="微软雅黑" pitchFamily="34" charset="-122"/>
                    <a:ea typeface="微软雅黑" pitchFamily="34" charset="-122"/>
                  </a:rPr>
                  <a:t>一步</a:t>
                </a:r>
              </a:p>
            </p:txBody>
          </p:sp>
        </p:grpSp>
      </p:grpSp>
      <p:sp>
        <p:nvSpPr>
          <p:cNvPr id="68" name="椭圆 67"/>
          <p:cNvSpPr/>
          <p:nvPr/>
        </p:nvSpPr>
        <p:spPr>
          <a:xfrm>
            <a:off x="4210157" y="29386949"/>
            <a:ext cx="400588" cy="241246"/>
          </a:xfrm>
          <a:prstGeom prst="ellipse">
            <a:avLst/>
          </a:prstGeom>
          <a:solidFill>
            <a:srgbClr val="FBBB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6" name="椭圆 155"/>
          <p:cNvSpPr/>
          <p:nvPr/>
        </p:nvSpPr>
        <p:spPr>
          <a:xfrm>
            <a:off x="5290654" y="29397812"/>
            <a:ext cx="400588" cy="241246"/>
          </a:xfrm>
          <a:prstGeom prst="ellipse">
            <a:avLst/>
          </a:prstGeom>
          <a:solidFill>
            <a:srgbClr val="FBBB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7" name="圆角矩形 166"/>
          <p:cNvSpPr/>
          <p:nvPr/>
        </p:nvSpPr>
        <p:spPr>
          <a:xfrm>
            <a:off x="2771800" y="30080142"/>
            <a:ext cx="306657" cy="288032"/>
          </a:xfrm>
          <a:prstGeom prst="roundRect">
            <a:avLst/>
          </a:prstGeom>
          <a:solidFill>
            <a:srgbClr val="92D050">
              <a:alpha val="75000"/>
            </a:srgb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8" name="TextBox 15"/>
          <p:cNvSpPr txBox="1"/>
          <p:nvPr/>
        </p:nvSpPr>
        <p:spPr>
          <a:xfrm>
            <a:off x="3707904" y="504306"/>
            <a:ext cx="63292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spc="80" dirty="0" smtClean="0">
                <a:latin typeface="微软雅黑" pitchFamily="34" charset="-122"/>
                <a:ea typeface="微软雅黑" pitchFamily="34" charset="-122"/>
              </a:rPr>
              <a:t>出版社：黑天鹅图书</a:t>
            </a:r>
            <a:endParaRPr lang="en-US" altLang="zh-CN" sz="2400" spc="80" dirty="0" smtClean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116" name="图片 115"/>
          <p:cNvPicPr>
            <a:picLocks noChangeAspect="1"/>
          </p:cNvPicPr>
          <p:nvPr/>
        </p:nvPicPr>
        <p:blipFill>
          <a:blip r:embed="rId20">
            <a:duotone>
              <a:prstClr val="black"/>
              <a:srgbClr val="5A8B25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8304" y="0"/>
            <a:ext cx="1547664" cy="1540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86212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647</TotalTime>
  <Words>343</Words>
  <Application>Microsoft Office PowerPoint</Application>
  <PresentationFormat>自定义</PresentationFormat>
  <Paragraphs>81</Paragraphs>
  <Slides>1</Slides>
  <Notes>1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2" baseType="lpstr"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luchunxin</dc:creator>
  <cp:lastModifiedBy>NOT NULL</cp:lastModifiedBy>
  <cp:revision>40</cp:revision>
  <dcterms:created xsi:type="dcterms:W3CDTF">2014-08-05T12:58:25Z</dcterms:created>
  <dcterms:modified xsi:type="dcterms:W3CDTF">2014-08-22T04:50:17Z</dcterms:modified>
</cp:coreProperties>
</file>