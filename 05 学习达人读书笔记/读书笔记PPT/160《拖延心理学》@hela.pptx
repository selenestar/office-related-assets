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56" r:id="rId3"/>
    <p:sldId id="258" r:id="rId4"/>
    <p:sldId id="259" r:id="rId5"/>
    <p:sldId id="263" r:id="rId6"/>
    <p:sldId id="264" r:id="rId7"/>
    <p:sldId id="265" r:id="rId8"/>
    <p:sldId id="266" r:id="rId9"/>
    <p:sldId id="260" r:id="rId10"/>
    <p:sldId id="267" r:id="rId11"/>
    <p:sldId id="262" r:id="rId12"/>
    <p:sldId id="270" r:id="rId13"/>
    <p:sldId id="271" r:id="rId14"/>
    <p:sldId id="272" r:id="rId15"/>
    <p:sldId id="273" r:id="rId16"/>
    <p:sldId id="261" r:id="rId17"/>
    <p:sldId id="275" r:id="rId18"/>
    <p:sldId id="268" r:id="rId19"/>
    <p:sldId id="269" r:id="rId20"/>
    <p:sldId id="274" r:id="rId21"/>
    <p:sldId id="276" r:id="rId22"/>
    <p:sldId id="27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F1D1E"/>
    <a:srgbClr val="FFCC00"/>
    <a:srgbClr val="FFFF99"/>
    <a:srgbClr val="FFFFCC"/>
    <a:srgbClr val="BBD050"/>
    <a:srgbClr val="65B997"/>
    <a:srgbClr val="EF9941"/>
    <a:srgbClr val="575944"/>
    <a:srgbClr val="68B5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7" autoAdjust="0"/>
    <p:restoredTop sz="94728" autoAdjust="0"/>
  </p:normalViewPr>
  <p:slideViewPr>
    <p:cSldViewPr snapToGrid="0" showGuides="1">
      <p:cViewPr varScale="1">
        <p:scale>
          <a:sx n="74" d="100"/>
          <a:sy n="74" d="100"/>
        </p:scale>
        <p:origin x="53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image" Target="../media/image4.jpg"/><Relationship Id="rId4" Type="http://schemas.openxmlformats.org/officeDocument/2006/relationships/image" Target="../media/image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A19A2E-3F00-4E4B-BD21-DBD26CBCA9C8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>
        <a:scene3d>
          <a:camera prst="orthographicFront"/>
          <a:lightRig rig="threePt" dir="t"/>
        </a:scene3d>
      </dgm:spPr>
      <dgm:t>
        <a:bodyPr/>
        <a:lstStyle/>
        <a:p>
          <a:endParaRPr lang="zh-CN" altLang="en-US"/>
        </a:p>
      </dgm:t>
    </dgm:pt>
    <dgm:pt modelId="{C910FBC6-169E-45C1-B557-698A2956CF20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pPr rtl="0"/>
          <a:r>
            <a:rPr lang="zh-CN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害怕</a:t>
          </a:r>
          <a:endParaRPr lang="zh-CN" b="1" dirty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49880CD-090E-4D62-AEB0-B968E4C2A1F2}" type="parTrans" cxnId="{5F94AFBA-4053-439C-A5CF-16765FB3D212}">
      <dgm:prSet/>
      <dgm:spPr/>
      <dgm:t>
        <a:bodyPr/>
        <a:lstStyle/>
        <a:p>
          <a:endParaRPr lang="zh-CN" altLang="en-US"/>
        </a:p>
      </dgm:t>
    </dgm:pt>
    <dgm:pt modelId="{FE4E7E15-9FFA-482F-98C7-DB0B03ABA044}" type="sibTrans" cxnId="{5F94AFBA-4053-439C-A5CF-16765FB3D212}">
      <dgm:prSet/>
      <dgm:spPr/>
      <dgm:t>
        <a:bodyPr/>
        <a:lstStyle/>
        <a:p>
          <a:endParaRPr lang="zh-CN" altLang="en-US"/>
        </a:p>
      </dgm:t>
    </dgm:pt>
    <dgm:pt modelId="{6AAA5918-7D2F-48AA-BD71-56B7BFAB8193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pPr rtl="0"/>
          <a:r>
            <a:rPr lang="zh-CN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时间</a:t>
          </a:r>
          <a:endParaRPr lang="zh-CN" b="1" dirty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4E2F7CD-0D69-4744-BE95-251411F9D093}" type="parTrans" cxnId="{A9E96573-8773-4D95-8D82-50EE19425D69}">
      <dgm:prSet/>
      <dgm:spPr/>
      <dgm:t>
        <a:bodyPr/>
        <a:lstStyle/>
        <a:p>
          <a:endParaRPr lang="zh-CN" altLang="en-US"/>
        </a:p>
      </dgm:t>
    </dgm:pt>
    <dgm:pt modelId="{4AC2F45B-58CD-4A91-A0C2-F2862B347220}" type="sibTrans" cxnId="{A9E96573-8773-4D95-8D82-50EE19425D69}">
      <dgm:prSet/>
      <dgm:spPr/>
      <dgm:t>
        <a:bodyPr/>
        <a:lstStyle/>
        <a:p>
          <a:endParaRPr lang="zh-CN" altLang="en-US"/>
        </a:p>
      </dgm:t>
    </dgm:pt>
    <dgm:pt modelId="{10F46F7E-EEBE-4946-B4F6-34C3D7DDDCF4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pPr rtl="0"/>
          <a:r>
            <a:rPr lang="zh-CN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遗传</a:t>
          </a:r>
          <a:endParaRPr lang="zh-CN" b="1" dirty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04B4543-98F7-4D17-B356-7CED998AAEA8}" type="parTrans" cxnId="{7886BA0A-CD07-44FB-A3A7-C4EA5C025A1E}">
      <dgm:prSet/>
      <dgm:spPr/>
      <dgm:t>
        <a:bodyPr/>
        <a:lstStyle/>
        <a:p>
          <a:endParaRPr lang="zh-CN" altLang="en-US"/>
        </a:p>
      </dgm:t>
    </dgm:pt>
    <dgm:pt modelId="{B642CC2E-2D1B-4594-8C5D-8A712E6FC3B9}" type="sibTrans" cxnId="{7886BA0A-CD07-44FB-A3A7-C4EA5C025A1E}">
      <dgm:prSet/>
      <dgm:spPr/>
      <dgm:t>
        <a:bodyPr/>
        <a:lstStyle/>
        <a:p>
          <a:endParaRPr lang="zh-CN" altLang="en-US"/>
        </a:p>
      </dgm:t>
    </dgm:pt>
    <dgm:pt modelId="{32E5A977-9C34-410A-A2EA-ACB61E881F73}">
      <dgm:prSet/>
      <dgm:spPr>
        <a:solidFill>
          <a:schemeClr val="tx1">
            <a:lumMod val="65000"/>
            <a:lumOff val="35000"/>
          </a:schemeClr>
        </a:solidFill>
        <a:ln>
          <a:noFill/>
        </a:ln>
      </dgm:spPr>
      <dgm:t>
        <a:bodyPr/>
        <a:lstStyle/>
        <a:p>
          <a:pPr rtl="0"/>
          <a:r>
            <a:rPr lang="zh-CN" altLang="en-US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家庭</a:t>
          </a:r>
          <a:endParaRPr lang="zh-CN" b="1" dirty="0">
            <a:solidFill>
              <a:srgbClr val="FFFF0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781800E-DE79-4CAA-98DA-D1D3BB7BE8B9}" type="parTrans" cxnId="{314971C4-24F7-4327-B070-94C8C04BA818}">
      <dgm:prSet/>
      <dgm:spPr/>
      <dgm:t>
        <a:bodyPr/>
        <a:lstStyle/>
        <a:p>
          <a:endParaRPr lang="zh-CN" altLang="en-US"/>
        </a:p>
      </dgm:t>
    </dgm:pt>
    <dgm:pt modelId="{1F6586D9-10DA-4EF3-B414-856D7E6D2B85}" type="sibTrans" cxnId="{314971C4-24F7-4327-B070-94C8C04BA818}">
      <dgm:prSet/>
      <dgm:spPr/>
      <dgm:t>
        <a:bodyPr/>
        <a:lstStyle/>
        <a:p>
          <a:endParaRPr lang="zh-CN" altLang="en-US"/>
        </a:p>
      </dgm:t>
    </dgm:pt>
    <dgm:pt modelId="{9ED78AC9-3C30-42DB-9C9E-DCF8B54673AC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害怕失败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B45D64-5527-4E2C-A91E-A8BBA4B085CB}" type="parTrans" cxnId="{C1211CCD-1457-4934-863A-5814356601FD}">
      <dgm:prSet/>
      <dgm:spPr/>
      <dgm:t>
        <a:bodyPr/>
        <a:lstStyle/>
        <a:p>
          <a:endParaRPr lang="zh-CN" altLang="en-US"/>
        </a:p>
      </dgm:t>
    </dgm:pt>
    <dgm:pt modelId="{124BEF8D-1AB9-4D48-9E59-B90C71E8901F}" type="sibTrans" cxnId="{C1211CCD-1457-4934-863A-5814356601FD}">
      <dgm:prSet/>
      <dgm:spPr/>
      <dgm:t>
        <a:bodyPr/>
        <a:lstStyle/>
        <a:p>
          <a:endParaRPr lang="zh-CN" altLang="en-US"/>
        </a:p>
      </dgm:t>
    </dgm:pt>
    <dgm:pt modelId="{EA1E2430-7455-4E93-9B6B-273B192204FB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主观时间与客观时间之间存在冲突。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0BF529-3826-458E-8CB9-24F22CEDB6F1}" type="parTrans" cxnId="{575FF151-5986-45DD-8F4D-3B3F4D0A0079}">
      <dgm:prSet/>
      <dgm:spPr/>
      <dgm:t>
        <a:bodyPr/>
        <a:lstStyle/>
        <a:p>
          <a:endParaRPr lang="zh-CN" altLang="en-US"/>
        </a:p>
      </dgm:t>
    </dgm:pt>
    <dgm:pt modelId="{310A03F2-DCA5-4AEE-9FC4-6EDA4E504382}" type="sibTrans" cxnId="{575FF151-5986-45DD-8F4D-3B3F4D0A0079}">
      <dgm:prSet/>
      <dgm:spPr/>
      <dgm:t>
        <a:bodyPr/>
        <a:lstStyle/>
        <a:p>
          <a:endParaRPr lang="zh-CN" altLang="en-US"/>
        </a:p>
      </dgm:t>
    </dgm:pt>
    <dgm:pt modelId="{27CEA236-3B14-4CFF-B819-EDD6E16C60EA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不切实际的去抵抗客观时间。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B37C52-1D5C-48E2-80DB-ECE3494A98ED}" type="parTrans" cxnId="{86AE1570-6FD0-4523-A2C1-3AB49774A2CC}">
      <dgm:prSet/>
      <dgm:spPr/>
      <dgm:t>
        <a:bodyPr/>
        <a:lstStyle/>
        <a:p>
          <a:endParaRPr lang="zh-CN" altLang="en-US"/>
        </a:p>
      </dgm:t>
    </dgm:pt>
    <dgm:pt modelId="{E3FF4828-A167-43D7-90AA-A285FE888945}" type="sibTrans" cxnId="{86AE1570-6FD0-4523-A2C1-3AB49774A2CC}">
      <dgm:prSet/>
      <dgm:spPr/>
      <dgm:t>
        <a:bodyPr/>
        <a:lstStyle/>
        <a:p>
          <a:endParaRPr lang="zh-CN" altLang="en-US"/>
        </a:p>
      </dgm:t>
    </dgm:pt>
    <dgm:pt modelId="{022D7671-849E-426F-AC62-3A9362568DBC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纯粹的判断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0D67B47-922E-4E1A-B445-B755F93D1498}" type="sibTrans" cxnId="{13FD7906-DD5F-444D-BAFA-186AF217377D}">
      <dgm:prSet/>
      <dgm:spPr/>
      <dgm:t>
        <a:bodyPr/>
        <a:lstStyle/>
        <a:p>
          <a:endParaRPr lang="zh-CN" altLang="en-US"/>
        </a:p>
      </dgm:t>
    </dgm:pt>
    <dgm:pt modelId="{4D555565-28F5-436A-93E4-CFDE3AEBEE05}" type="parTrans" cxnId="{13FD7906-DD5F-444D-BAFA-186AF217377D}">
      <dgm:prSet/>
      <dgm:spPr/>
      <dgm:t>
        <a:bodyPr/>
        <a:lstStyle/>
        <a:p>
          <a:endParaRPr lang="zh-CN" altLang="en-US"/>
        </a:p>
      </dgm:t>
    </dgm:pt>
    <dgm:pt modelId="{A7033AD8-6652-4B92-A896-7C2A33BFC553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大脑的可塑性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E0B5758-9D88-4850-83B2-3626E23D7A9B}" type="sibTrans" cxnId="{D8E833B5-804D-49A4-892E-78F225AF6899}">
      <dgm:prSet/>
      <dgm:spPr/>
      <dgm:t>
        <a:bodyPr/>
        <a:lstStyle/>
        <a:p>
          <a:endParaRPr lang="zh-CN" altLang="en-US"/>
        </a:p>
      </dgm:t>
    </dgm:pt>
    <dgm:pt modelId="{862CB129-C633-4A24-8B20-8BAC8F1DE1BD}" type="parTrans" cxnId="{D8E833B5-804D-49A4-892E-78F225AF6899}">
      <dgm:prSet/>
      <dgm:spPr/>
      <dgm:t>
        <a:bodyPr/>
        <a:lstStyle/>
        <a:p>
          <a:endParaRPr lang="zh-CN" altLang="en-US"/>
        </a:p>
      </dgm:t>
    </dgm:pt>
    <dgm:pt modelId="{8DAA72F8-1945-4E23-A430-5A65A4D78136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潜伏记忆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78D5DC3-FF0C-4A98-98EB-A63E0441A325}" type="parTrans" cxnId="{B325F788-372A-4D58-B447-C08AF84446F0}">
      <dgm:prSet/>
      <dgm:spPr/>
      <dgm:t>
        <a:bodyPr/>
        <a:lstStyle/>
        <a:p>
          <a:endParaRPr lang="zh-CN" altLang="en-US"/>
        </a:p>
      </dgm:t>
    </dgm:pt>
    <dgm:pt modelId="{3957DC25-AED3-4AF3-B822-282942DB2A80}" type="sibTrans" cxnId="{B325F788-372A-4D58-B447-C08AF84446F0}">
      <dgm:prSet/>
      <dgm:spPr/>
      <dgm:t>
        <a:bodyPr/>
        <a:lstStyle/>
        <a:p>
          <a:endParaRPr lang="zh-CN" altLang="en-US"/>
        </a:p>
      </dgm:t>
    </dgm:pt>
    <dgm:pt modelId="{90221038-0EDD-4BF5-A60F-F2CA24146FEA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连结的通路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3A932D0-3ACA-4DEC-A1B8-7C8944A3664C}" type="parTrans" cxnId="{53214F67-8045-4619-9E86-6674A2A7755C}">
      <dgm:prSet/>
      <dgm:spPr/>
      <dgm:t>
        <a:bodyPr/>
        <a:lstStyle/>
        <a:p>
          <a:endParaRPr lang="zh-CN" altLang="en-US"/>
        </a:p>
      </dgm:t>
    </dgm:pt>
    <dgm:pt modelId="{362BCFA9-64CB-4A95-BA2F-4770C8716E2D}" type="sibTrans" cxnId="{53214F67-8045-4619-9E86-6674A2A7755C}">
      <dgm:prSet/>
      <dgm:spPr/>
      <dgm:t>
        <a:bodyPr/>
        <a:lstStyle/>
        <a:p>
          <a:endParaRPr lang="zh-CN" altLang="en-US"/>
        </a:p>
      </dgm:t>
    </dgm:pt>
    <dgm:pt modelId="{01D3DB2B-2044-4CAA-B4E3-14DC58BDD231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左逆转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E2D64F8-6A83-4AAD-A2A1-773832944F23}" type="parTrans" cxnId="{B2D32888-193D-4CE0-AF48-4F2A71E3A9CD}">
      <dgm:prSet/>
      <dgm:spPr/>
      <dgm:t>
        <a:bodyPr/>
        <a:lstStyle/>
        <a:p>
          <a:endParaRPr lang="zh-CN" altLang="en-US"/>
        </a:p>
      </dgm:t>
    </dgm:pt>
    <dgm:pt modelId="{ACB16ABA-836A-4EFA-8D36-7F044D135669}" type="sibTrans" cxnId="{B2D32888-193D-4CE0-AF48-4F2A71E3A9CD}">
      <dgm:prSet/>
      <dgm:spPr/>
      <dgm:t>
        <a:bodyPr/>
        <a:lstStyle/>
        <a:p>
          <a:endParaRPr lang="zh-CN" altLang="en-US"/>
        </a:p>
      </dgm:t>
    </dgm:pt>
    <dgm:pt modelId="{257B424F-87D3-4FE2-8502-603035BB600D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榜样：父母在孩子成长过程中的示范作用。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33865B-B3CC-45CE-ADC1-C1064CCD7B49}" type="parTrans" cxnId="{4D5CEC07-815E-4111-B222-C14291F5A884}">
      <dgm:prSet/>
      <dgm:spPr/>
      <dgm:t>
        <a:bodyPr/>
        <a:lstStyle/>
        <a:p>
          <a:endParaRPr lang="zh-CN" altLang="en-US"/>
        </a:p>
      </dgm:t>
    </dgm:pt>
    <dgm:pt modelId="{93203763-1257-4654-BAAD-10DFF2EA3186}" type="sibTrans" cxnId="{4D5CEC07-815E-4111-B222-C14291F5A884}">
      <dgm:prSet/>
      <dgm:spPr/>
      <dgm:t>
        <a:bodyPr/>
        <a:lstStyle/>
        <a:p>
          <a:endParaRPr lang="zh-CN" altLang="en-US"/>
        </a:p>
      </dgm:t>
    </dgm:pt>
    <dgm:pt modelId="{0A28F90E-EA14-4E2A-84C5-5817B1D22C6D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塑造：家长在孩子成长中灌输的思想。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C336C2-7C9C-43BF-8868-4DB0D2DD6CAD}" type="parTrans" cxnId="{0473EF5A-D270-4FBD-9ED7-55A792D90E3F}">
      <dgm:prSet/>
      <dgm:spPr/>
      <dgm:t>
        <a:bodyPr/>
        <a:lstStyle/>
        <a:p>
          <a:endParaRPr lang="zh-CN" altLang="en-US"/>
        </a:p>
      </dgm:t>
    </dgm:pt>
    <dgm:pt modelId="{C0EE40C2-31FD-4116-973D-1A6832C323E2}" type="sibTrans" cxnId="{0473EF5A-D270-4FBD-9ED7-55A792D90E3F}">
      <dgm:prSet/>
      <dgm:spPr/>
      <dgm:t>
        <a:bodyPr/>
        <a:lstStyle/>
        <a:p>
          <a:endParaRPr lang="zh-CN" altLang="en-US"/>
        </a:p>
      </dgm:t>
    </dgm:pt>
    <dgm:pt modelId="{8A8FBDD5-E3C9-4154-930E-0F44926759F0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害怕成功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2E14B1D-9DE2-4EFC-9D2A-73C5ECBE8694}" type="parTrans" cxnId="{4960B23C-2DF8-474A-9CC2-35A169F67A84}">
      <dgm:prSet/>
      <dgm:spPr/>
      <dgm:t>
        <a:bodyPr/>
        <a:lstStyle/>
        <a:p>
          <a:endParaRPr lang="zh-CN" altLang="en-US"/>
        </a:p>
      </dgm:t>
    </dgm:pt>
    <dgm:pt modelId="{6DD0CDA8-B2F0-42D2-B060-8B116B44D77B}" type="sibTrans" cxnId="{4960B23C-2DF8-474A-9CC2-35A169F67A84}">
      <dgm:prSet/>
      <dgm:spPr/>
      <dgm:t>
        <a:bodyPr/>
        <a:lstStyle/>
        <a:p>
          <a:endParaRPr lang="zh-CN" altLang="en-US"/>
        </a:p>
      </dgm:t>
    </dgm:pt>
    <dgm:pt modelId="{A2977A15-81BF-45D3-B269-9CE7F2FD1FC5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害怕现实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57B537-D3FD-426E-809E-ECB274AA38E2}" type="parTrans" cxnId="{E424DFE6-C8C0-42FA-ADA0-4FAEF6F8C182}">
      <dgm:prSet/>
      <dgm:spPr/>
      <dgm:t>
        <a:bodyPr/>
        <a:lstStyle/>
        <a:p>
          <a:endParaRPr lang="zh-CN" altLang="en-US"/>
        </a:p>
      </dgm:t>
    </dgm:pt>
    <dgm:pt modelId="{64FEED3B-B90A-426C-8412-BBDDBC4354F0}" type="sibTrans" cxnId="{E424DFE6-C8C0-42FA-ADA0-4FAEF6F8C182}">
      <dgm:prSet/>
      <dgm:spPr/>
      <dgm:t>
        <a:bodyPr/>
        <a:lstStyle/>
        <a:p>
          <a:endParaRPr lang="zh-CN" altLang="en-US"/>
        </a:p>
      </dgm:t>
    </dgm:pt>
    <dgm:pt modelId="{7F05CEAC-2968-4400-A9AF-B948BC2023DB}">
      <dgm:prSet custT="1"/>
      <dgm:spPr>
        <a:ln>
          <a:noFill/>
        </a:ln>
      </dgm:spPr>
      <dgm:t>
        <a:bodyPr/>
        <a:lstStyle/>
        <a:p>
          <a:r>
            <a: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害怕他人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635930F-FD55-40FD-A68F-66BFA5A1DC66}" type="parTrans" cxnId="{6A05EDA0-3EFF-4394-9EF8-D2BABA4CCE5E}">
      <dgm:prSet/>
      <dgm:spPr/>
      <dgm:t>
        <a:bodyPr/>
        <a:lstStyle/>
        <a:p>
          <a:endParaRPr lang="zh-CN" altLang="en-US"/>
        </a:p>
      </dgm:t>
    </dgm:pt>
    <dgm:pt modelId="{49B94510-E7B2-41C9-9BE2-3DD013D77A4E}" type="sibTrans" cxnId="{6A05EDA0-3EFF-4394-9EF8-D2BABA4CCE5E}">
      <dgm:prSet/>
      <dgm:spPr/>
      <dgm:t>
        <a:bodyPr/>
        <a:lstStyle/>
        <a:p>
          <a:endParaRPr lang="zh-CN" altLang="en-US"/>
        </a:p>
      </dgm:t>
    </dgm:pt>
    <dgm:pt modelId="{6A932FD6-BF4F-413D-B71E-5E38A991342F}" type="pres">
      <dgm:prSet presAssocID="{B3A19A2E-3F00-4E4B-BD21-DBD26CBCA9C8}" presName="diagram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D69EE582-A684-41A7-81BF-DCF38669B5EB}" type="pres">
      <dgm:prSet presAssocID="{C910FBC6-169E-45C1-B557-698A2956CF20}" presName="compNode" presStyleCnt="0"/>
      <dgm:spPr/>
      <dgm:t>
        <a:bodyPr/>
        <a:lstStyle/>
        <a:p>
          <a:endParaRPr lang="zh-CN" altLang="en-US"/>
        </a:p>
      </dgm:t>
    </dgm:pt>
    <dgm:pt modelId="{FA6B7D6C-C202-4E08-9FD4-1D4366B5B406}" type="pres">
      <dgm:prSet presAssocID="{C910FBC6-169E-45C1-B557-698A2956CF20}" presName="childRect" presStyleLbl="bgAcc1" presStyleIdx="0" presStyleCnt="4" custScaleY="16488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9164133-B233-4982-8B44-7D31C6CCCA5B}" type="pres">
      <dgm:prSet presAssocID="{C910FBC6-169E-45C1-B557-698A2956CF20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B491D3-EDA4-4B0D-AAA3-A676E89AC4D2}" type="pres">
      <dgm:prSet presAssocID="{C910FBC6-169E-45C1-B557-698A2956CF20}" presName="parentRect" presStyleLbl="alignNode1" presStyleIdx="0" presStyleCnt="4"/>
      <dgm:spPr/>
      <dgm:t>
        <a:bodyPr/>
        <a:lstStyle/>
        <a:p>
          <a:endParaRPr lang="zh-CN" altLang="en-US"/>
        </a:p>
      </dgm:t>
    </dgm:pt>
    <dgm:pt modelId="{66919FD0-7EE1-4A2C-AB4E-A021C0F73493}" type="pres">
      <dgm:prSet presAssocID="{C910FBC6-169E-45C1-B557-698A2956CF20}" presName="adorn" presStyleLbl="fgAccFollowNode1" presStyleIdx="0" presStyleCnt="4" custScaleX="169470" custScaleY="16947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5000" b="-15000"/>
          </a:stretch>
        </a:blipFill>
      </dgm:spPr>
      <dgm:t>
        <a:bodyPr/>
        <a:lstStyle/>
        <a:p>
          <a:endParaRPr lang="zh-CN" altLang="en-US"/>
        </a:p>
      </dgm:t>
    </dgm:pt>
    <dgm:pt modelId="{0481524C-803D-4EF6-85A5-26FAB04D5DEA}" type="pres">
      <dgm:prSet presAssocID="{FE4E7E15-9FFA-482F-98C7-DB0B03ABA044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A7FD2908-7E3E-4C36-A1D4-28E846D9E5F8}" type="pres">
      <dgm:prSet presAssocID="{6AAA5918-7D2F-48AA-BD71-56B7BFAB8193}" presName="compNode" presStyleCnt="0"/>
      <dgm:spPr/>
      <dgm:t>
        <a:bodyPr/>
        <a:lstStyle/>
        <a:p>
          <a:endParaRPr lang="zh-CN" altLang="en-US"/>
        </a:p>
      </dgm:t>
    </dgm:pt>
    <dgm:pt modelId="{728E9724-0F79-4FDE-8D4C-DDB9AE6F525B}" type="pres">
      <dgm:prSet presAssocID="{6AAA5918-7D2F-48AA-BD71-56B7BFAB8193}" presName="childRect" presStyleLbl="bgAcc1" presStyleIdx="1" presStyleCnt="4" custScaleY="16718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015F4A8-485A-41B5-9295-8A373975959E}" type="pres">
      <dgm:prSet presAssocID="{6AAA5918-7D2F-48AA-BD71-56B7BFAB8193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5BE94DA-36DE-4F74-B3FA-C54B1F7A161A}" type="pres">
      <dgm:prSet presAssocID="{6AAA5918-7D2F-48AA-BD71-56B7BFAB8193}" presName="parentRect" presStyleLbl="alignNode1" presStyleIdx="1" presStyleCnt="4"/>
      <dgm:spPr/>
      <dgm:t>
        <a:bodyPr/>
        <a:lstStyle/>
        <a:p>
          <a:endParaRPr lang="zh-CN" altLang="en-US"/>
        </a:p>
      </dgm:t>
    </dgm:pt>
    <dgm:pt modelId="{49AABE39-723A-4D44-A99B-9F1D30035E61}" type="pres">
      <dgm:prSet presAssocID="{6AAA5918-7D2F-48AA-BD71-56B7BFAB8193}" presName="adorn" presStyleLbl="fgAccFollowNode1" presStyleIdx="1" presStyleCnt="4" custScaleX="159680" custScaleY="15968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AD0D010B-D4F6-4B9D-B019-1105B6CD61B9}" type="pres">
      <dgm:prSet presAssocID="{4AC2F45B-58CD-4A91-A0C2-F2862B347220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E683E568-A4A7-47C9-9A50-53242C47C6CC}" type="pres">
      <dgm:prSet presAssocID="{10F46F7E-EEBE-4946-B4F6-34C3D7DDDCF4}" presName="compNode" presStyleCnt="0"/>
      <dgm:spPr/>
      <dgm:t>
        <a:bodyPr/>
        <a:lstStyle/>
        <a:p>
          <a:endParaRPr lang="zh-CN" altLang="en-US"/>
        </a:p>
      </dgm:t>
    </dgm:pt>
    <dgm:pt modelId="{58BAEB0B-69C0-4DC3-949C-0AF4F806586E}" type="pres">
      <dgm:prSet presAssocID="{10F46F7E-EEBE-4946-B4F6-34C3D7DDDCF4}" presName="childRect" presStyleLbl="bgAcc1" presStyleIdx="2" presStyleCnt="4" custScaleY="16575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CEF4747-54DE-43A2-8538-DFE069CA9CC3}" type="pres">
      <dgm:prSet presAssocID="{10F46F7E-EEBE-4946-B4F6-34C3D7DDDCF4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D33B16C-02EE-4C07-BC66-80D68D368723}" type="pres">
      <dgm:prSet presAssocID="{10F46F7E-EEBE-4946-B4F6-34C3D7DDDCF4}" presName="parentRect" presStyleLbl="alignNode1" presStyleIdx="2" presStyleCnt="4"/>
      <dgm:spPr/>
      <dgm:t>
        <a:bodyPr/>
        <a:lstStyle/>
        <a:p>
          <a:endParaRPr lang="zh-CN" altLang="en-US"/>
        </a:p>
      </dgm:t>
    </dgm:pt>
    <dgm:pt modelId="{5FDBB7C2-994C-4B47-836F-4FAD1FCAA586}" type="pres">
      <dgm:prSet presAssocID="{10F46F7E-EEBE-4946-B4F6-34C3D7DDDCF4}" presName="adorn" presStyleLbl="fgAccFollowNode1" presStyleIdx="2" presStyleCnt="4" custScaleX="165766" custScaleY="165766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  <dgm:t>
        <a:bodyPr/>
        <a:lstStyle/>
        <a:p>
          <a:endParaRPr lang="zh-CN" altLang="en-US"/>
        </a:p>
      </dgm:t>
    </dgm:pt>
    <dgm:pt modelId="{CCD56826-679B-4090-9D9C-5181158003EA}" type="pres">
      <dgm:prSet presAssocID="{B642CC2E-2D1B-4594-8C5D-8A712E6FC3B9}" presName="sibTrans" presStyleLbl="sibTrans2D1" presStyleIdx="0" presStyleCnt="0"/>
      <dgm:spPr/>
      <dgm:t>
        <a:bodyPr/>
        <a:lstStyle/>
        <a:p>
          <a:endParaRPr lang="zh-CN" altLang="en-US"/>
        </a:p>
      </dgm:t>
    </dgm:pt>
    <dgm:pt modelId="{4EEA07DA-EEF1-45D0-A888-4C958A4AAAE2}" type="pres">
      <dgm:prSet presAssocID="{32E5A977-9C34-410A-A2EA-ACB61E881F73}" presName="compNode" presStyleCnt="0"/>
      <dgm:spPr/>
      <dgm:t>
        <a:bodyPr/>
        <a:lstStyle/>
        <a:p>
          <a:endParaRPr lang="zh-CN" altLang="en-US"/>
        </a:p>
      </dgm:t>
    </dgm:pt>
    <dgm:pt modelId="{9D63DF78-9DC4-4FD0-95B3-AE99ACC30424}" type="pres">
      <dgm:prSet presAssocID="{32E5A977-9C34-410A-A2EA-ACB61E881F73}" presName="childRect" presStyleLbl="bgAcc1" presStyleIdx="3" presStyleCnt="4" custScaleY="16441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93E8DB5-B1A8-4862-8FD2-9D90FA053A52}" type="pres">
      <dgm:prSet presAssocID="{32E5A977-9C34-410A-A2EA-ACB61E881F73}" presName="parentText" presStyleLbl="node1" presStyleIdx="0" presStyleCnt="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8EA9192-99DF-45EB-84CA-DC6AB156FE6A}" type="pres">
      <dgm:prSet presAssocID="{32E5A977-9C34-410A-A2EA-ACB61E881F73}" presName="parentRect" presStyleLbl="alignNode1" presStyleIdx="3" presStyleCnt="4"/>
      <dgm:spPr/>
      <dgm:t>
        <a:bodyPr/>
        <a:lstStyle/>
        <a:p>
          <a:endParaRPr lang="zh-CN" altLang="en-US"/>
        </a:p>
      </dgm:t>
    </dgm:pt>
    <dgm:pt modelId="{5C5B590A-1507-4DAC-8E7A-04EAEEF0AD10}" type="pres">
      <dgm:prSet presAssocID="{32E5A977-9C34-410A-A2EA-ACB61E881F73}" presName="adorn" presStyleLbl="fgAccFollowNode1" presStyleIdx="3" presStyleCnt="4" custScaleX="160415" custScaleY="16041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</dgm:ptLst>
  <dgm:cxnLst>
    <dgm:cxn modelId="{8A6C91C9-9CFE-46F6-A4F7-133162AB73A0}" type="presOf" srcId="{022D7671-849E-426F-AC62-3A9362568DBC}" destId="{58BAEB0B-69C0-4DC3-949C-0AF4F806586E}" srcOrd="0" destOrd="1" presId="urn:microsoft.com/office/officeart/2005/8/layout/bList2"/>
    <dgm:cxn modelId="{F9DE6F14-4CA0-4FD7-B284-8CE4E306862D}" type="presOf" srcId="{FE4E7E15-9FFA-482F-98C7-DB0B03ABA044}" destId="{0481524C-803D-4EF6-85A5-26FAB04D5DEA}" srcOrd="0" destOrd="0" presId="urn:microsoft.com/office/officeart/2005/8/layout/bList2"/>
    <dgm:cxn modelId="{8BAAA967-2E0C-4308-BE31-692899D7B799}" type="presOf" srcId="{90221038-0EDD-4BF5-A60F-F2CA24146FEA}" destId="{58BAEB0B-69C0-4DC3-949C-0AF4F806586E}" srcOrd="0" destOrd="3" presId="urn:microsoft.com/office/officeart/2005/8/layout/bList2"/>
    <dgm:cxn modelId="{4D5CEC07-815E-4111-B222-C14291F5A884}" srcId="{32E5A977-9C34-410A-A2EA-ACB61E881F73}" destId="{257B424F-87D3-4FE2-8502-603035BB600D}" srcOrd="0" destOrd="0" parTransId="{C833865B-B3CC-45CE-ADC1-C1064CCD7B49}" sibTransId="{93203763-1257-4654-BAAD-10DFF2EA3186}"/>
    <dgm:cxn modelId="{4960B23C-2DF8-474A-9CC2-35A169F67A84}" srcId="{C910FBC6-169E-45C1-B557-698A2956CF20}" destId="{8A8FBDD5-E3C9-4154-930E-0F44926759F0}" srcOrd="1" destOrd="0" parTransId="{D2E14B1D-9DE2-4EFC-9D2A-73C5ECBE8694}" sibTransId="{6DD0CDA8-B2F0-42D2-B060-8B116B44D77B}"/>
    <dgm:cxn modelId="{2FDCCFAE-0571-4E40-BA05-0BD28742842D}" type="presOf" srcId="{6AAA5918-7D2F-48AA-BD71-56B7BFAB8193}" destId="{D5BE94DA-36DE-4F74-B3FA-C54B1F7A161A}" srcOrd="1" destOrd="0" presId="urn:microsoft.com/office/officeart/2005/8/layout/bList2"/>
    <dgm:cxn modelId="{53214F67-8045-4619-9E86-6674A2A7755C}" srcId="{10F46F7E-EEBE-4946-B4F6-34C3D7DDDCF4}" destId="{90221038-0EDD-4BF5-A60F-F2CA24146FEA}" srcOrd="3" destOrd="0" parTransId="{E3A932D0-3ACA-4DEC-A1B8-7C8944A3664C}" sibTransId="{362BCFA9-64CB-4A95-BA2F-4770C8716E2D}"/>
    <dgm:cxn modelId="{39366AC7-8AF5-433F-9E2B-6A5B195BC557}" type="presOf" srcId="{9ED78AC9-3C30-42DB-9C9E-DCF8B54673AC}" destId="{FA6B7D6C-C202-4E08-9FD4-1D4366B5B406}" srcOrd="0" destOrd="0" presId="urn:microsoft.com/office/officeart/2005/8/layout/bList2"/>
    <dgm:cxn modelId="{0473EF5A-D270-4FBD-9ED7-55A792D90E3F}" srcId="{32E5A977-9C34-410A-A2EA-ACB61E881F73}" destId="{0A28F90E-EA14-4E2A-84C5-5817B1D22C6D}" srcOrd="1" destOrd="0" parTransId="{49C336C2-7C9C-43BF-8868-4DB0D2DD6CAD}" sibTransId="{C0EE40C2-31FD-4116-973D-1A6832C323E2}"/>
    <dgm:cxn modelId="{5F6E69A0-78C1-4383-821A-D6CB89248876}" type="presOf" srcId="{EA1E2430-7455-4E93-9B6B-273B192204FB}" destId="{728E9724-0F79-4FDE-8D4C-DDB9AE6F525B}" srcOrd="0" destOrd="0" presId="urn:microsoft.com/office/officeart/2005/8/layout/bList2"/>
    <dgm:cxn modelId="{F7B3B46D-83C2-4C5E-89D6-1E19BBA3E7D5}" type="presOf" srcId="{A7033AD8-6652-4B92-A896-7C2A33BFC553}" destId="{58BAEB0B-69C0-4DC3-949C-0AF4F806586E}" srcOrd="0" destOrd="0" presId="urn:microsoft.com/office/officeart/2005/8/layout/bList2"/>
    <dgm:cxn modelId="{07892734-7819-4009-A585-7963246546F2}" type="presOf" srcId="{4AC2F45B-58CD-4A91-A0C2-F2862B347220}" destId="{AD0D010B-D4F6-4B9D-B019-1105B6CD61B9}" srcOrd="0" destOrd="0" presId="urn:microsoft.com/office/officeart/2005/8/layout/bList2"/>
    <dgm:cxn modelId="{D8E833B5-804D-49A4-892E-78F225AF6899}" srcId="{10F46F7E-EEBE-4946-B4F6-34C3D7DDDCF4}" destId="{A7033AD8-6652-4B92-A896-7C2A33BFC553}" srcOrd="0" destOrd="0" parTransId="{862CB129-C633-4A24-8B20-8BAC8F1DE1BD}" sibTransId="{EE0B5758-9D88-4850-83B2-3626E23D7A9B}"/>
    <dgm:cxn modelId="{FB4B326B-DCA6-45AD-BC1F-6479CCBACC23}" type="presOf" srcId="{B3A19A2E-3F00-4E4B-BD21-DBD26CBCA9C8}" destId="{6A932FD6-BF4F-413D-B71E-5E38A991342F}" srcOrd="0" destOrd="0" presId="urn:microsoft.com/office/officeart/2005/8/layout/bList2"/>
    <dgm:cxn modelId="{575FF151-5986-45DD-8F4D-3B3F4D0A0079}" srcId="{6AAA5918-7D2F-48AA-BD71-56B7BFAB8193}" destId="{EA1E2430-7455-4E93-9B6B-273B192204FB}" srcOrd="0" destOrd="0" parTransId="{4C0BF529-3826-458E-8CB9-24F22CEDB6F1}" sibTransId="{310A03F2-DCA5-4AEE-9FC4-6EDA4E504382}"/>
    <dgm:cxn modelId="{C1211CCD-1457-4934-863A-5814356601FD}" srcId="{C910FBC6-169E-45C1-B557-698A2956CF20}" destId="{9ED78AC9-3C30-42DB-9C9E-DCF8B54673AC}" srcOrd="0" destOrd="0" parTransId="{0AB45D64-5527-4E2C-A91E-A8BBA4B085CB}" sibTransId="{124BEF8D-1AB9-4D48-9E59-B90C71E8901F}"/>
    <dgm:cxn modelId="{13FD7906-DD5F-444D-BAFA-186AF217377D}" srcId="{10F46F7E-EEBE-4946-B4F6-34C3D7DDDCF4}" destId="{022D7671-849E-426F-AC62-3A9362568DBC}" srcOrd="1" destOrd="0" parTransId="{4D555565-28F5-436A-93E4-CFDE3AEBEE05}" sibTransId="{C0D67B47-922E-4E1A-B445-B755F93D1498}"/>
    <dgm:cxn modelId="{5F94AFBA-4053-439C-A5CF-16765FB3D212}" srcId="{B3A19A2E-3F00-4E4B-BD21-DBD26CBCA9C8}" destId="{C910FBC6-169E-45C1-B557-698A2956CF20}" srcOrd="0" destOrd="0" parTransId="{149880CD-090E-4D62-AEB0-B968E4C2A1F2}" sibTransId="{FE4E7E15-9FFA-482F-98C7-DB0B03ABA044}"/>
    <dgm:cxn modelId="{CDFBDCC2-E58D-4CCA-995C-AD4A522B6B44}" type="presOf" srcId="{6AAA5918-7D2F-48AA-BD71-56B7BFAB8193}" destId="{D015F4A8-485A-41B5-9295-8A373975959E}" srcOrd="0" destOrd="0" presId="urn:microsoft.com/office/officeart/2005/8/layout/bList2"/>
    <dgm:cxn modelId="{A9E96573-8773-4D95-8D82-50EE19425D69}" srcId="{B3A19A2E-3F00-4E4B-BD21-DBD26CBCA9C8}" destId="{6AAA5918-7D2F-48AA-BD71-56B7BFAB8193}" srcOrd="1" destOrd="0" parTransId="{04E2F7CD-0D69-4744-BE95-251411F9D093}" sibTransId="{4AC2F45B-58CD-4A91-A0C2-F2862B347220}"/>
    <dgm:cxn modelId="{4B0E0BA2-3DE2-4C72-A8F6-C80979B001D6}" type="presOf" srcId="{32E5A977-9C34-410A-A2EA-ACB61E881F73}" destId="{193E8DB5-B1A8-4862-8FD2-9D90FA053A52}" srcOrd="0" destOrd="0" presId="urn:microsoft.com/office/officeart/2005/8/layout/bList2"/>
    <dgm:cxn modelId="{E3735BA7-606F-4FA8-B13B-BE33BA6D18B6}" type="presOf" srcId="{10F46F7E-EEBE-4946-B4F6-34C3D7DDDCF4}" destId="{DCEF4747-54DE-43A2-8538-DFE069CA9CC3}" srcOrd="0" destOrd="0" presId="urn:microsoft.com/office/officeart/2005/8/layout/bList2"/>
    <dgm:cxn modelId="{6A05EDA0-3EFF-4394-9EF8-D2BABA4CCE5E}" srcId="{C910FBC6-169E-45C1-B557-698A2956CF20}" destId="{7F05CEAC-2968-4400-A9AF-B948BC2023DB}" srcOrd="3" destOrd="0" parTransId="{0635930F-FD55-40FD-A68F-66BFA5A1DC66}" sibTransId="{49B94510-E7B2-41C9-9BE2-3DD013D77A4E}"/>
    <dgm:cxn modelId="{7886BA0A-CD07-44FB-A3A7-C4EA5C025A1E}" srcId="{B3A19A2E-3F00-4E4B-BD21-DBD26CBCA9C8}" destId="{10F46F7E-EEBE-4946-B4F6-34C3D7DDDCF4}" srcOrd="2" destOrd="0" parTransId="{B04B4543-98F7-4D17-B356-7CED998AAEA8}" sibTransId="{B642CC2E-2D1B-4594-8C5D-8A712E6FC3B9}"/>
    <dgm:cxn modelId="{B4D2AA55-1018-4A89-90D9-D8287686557B}" type="presOf" srcId="{8DAA72F8-1945-4E23-A430-5A65A4D78136}" destId="{58BAEB0B-69C0-4DC3-949C-0AF4F806586E}" srcOrd="0" destOrd="2" presId="urn:microsoft.com/office/officeart/2005/8/layout/bList2"/>
    <dgm:cxn modelId="{C962C788-77EA-4F42-BC81-A3C0EE9F06FD}" type="presOf" srcId="{257B424F-87D3-4FE2-8502-603035BB600D}" destId="{9D63DF78-9DC4-4FD0-95B3-AE99ACC30424}" srcOrd="0" destOrd="0" presId="urn:microsoft.com/office/officeart/2005/8/layout/bList2"/>
    <dgm:cxn modelId="{79FB5D98-0991-4AE7-9083-970BEDCF2883}" type="presOf" srcId="{27CEA236-3B14-4CFF-B819-EDD6E16C60EA}" destId="{728E9724-0F79-4FDE-8D4C-DDB9AE6F525B}" srcOrd="0" destOrd="1" presId="urn:microsoft.com/office/officeart/2005/8/layout/bList2"/>
    <dgm:cxn modelId="{97683BCB-01C5-4113-8B77-F247A30449C5}" type="presOf" srcId="{7F05CEAC-2968-4400-A9AF-B948BC2023DB}" destId="{FA6B7D6C-C202-4E08-9FD4-1D4366B5B406}" srcOrd="0" destOrd="3" presId="urn:microsoft.com/office/officeart/2005/8/layout/bList2"/>
    <dgm:cxn modelId="{B2D32888-193D-4CE0-AF48-4F2A71E3A9CD}" srcId="{10F46F7E-EEBE-4946-B4F6-34C3D7DDDCF4}" destId="{01D3DB2B-2044-4CAA-B4E3-14DC58BDD231}" srcOrd="4" destOrd="0" parTransId="{0E2D64F8-6A83-4AAD-A2A1-773832944F23}" sibTransId="{ACB16ABA-836A-4EFA-8D36-7F044D135669}"/>
    <dgm:cxn modelId="{52B2A410-F2BC-4716-9A17-F4B9C240FA6B}" type="presOf" srcId="{0A28F90E-EA14-4E2A-84C5-5817B1D22C6D}" destId="{9D63DF78-9DC4-4FD0-95B3-AE99ACC30424}" srcOrd="0" destOrd="1" presId="urn:microsoft.com/office/officeart/2005/8/layout/bList2"/>
    <dgm:cxn modelId="{0838689B-9BA4-4522-B869-FE0B51B3EF9E}" type="presOf" srcId="{10F46F7E-EEBE-4946-B4F6-34C3D7DDDCF4}" destId="{2D33B16C-02EE-4C07-BC66-80D68D368723}" srcOrd="1" destOrd="0" presId="urn:microsoft.com/office/officeart/2005/8/layout/bList2"/>
    <dgm:cxn modelId="{4E2A8288-3ACE-4301-B153-0EF3D1C249E9}" type="presOf" srcId="{C910FBC6-169E-45C1-B557-698A2956CF20}" destId="{69164133-B233-4982-8B44-7D31C6CCCA5B}" srcOrd="0" destOrd="0" presId="urn:microsoft.com/office/officeart/2005/8/layout/bList2"/>
    <dgm:cxn modelId="{B325F788-372A-4D58-B447-C08AF84446F0}" srcId="{10F46F7E-EEBE-4946-B4F6-34C3D7DDDCF4}" destId="{8DAA72F8-1945-4E23-A430-5A65A4D78136}" srcOrd="2" destOrd="0" parTransId="{878D5DC3-FF0C-4A98-98EB-A63E0441A325}" sibTransId="{3957DC25-AED3-4AF3-B822-282942DB2A80}"/>
    <dgm:cxn modelId="{314971C4-24F7-4327-B070-94C8C04BA818}" srcId="{B3A19A2E-3F00-4E4B-BD21-DBD26CBCA9C8}" destId="{32E5A977-9C34-410A-A2EA-ACB61E881F73}" srcOrd="3" destOrd="0" parTransId="{A781800E-DE79-4CAA-98DA-D1D3BB7BE8B9}" sibTransId="{1F6586D9-10DA-4EF3-B414-856D7E6D2B85}"/>
    <dgm:cxn modelId="{571175C7-1C5F-405F-A06B-3DB2BBE94ACA}" type="presOf" srcId="{A2977A15-81BF-45D3-B269-9CE7F2FD1FC5}" destId="{FA6B7D6C-C202-4E08-9FD4-1D4366B5B406}" srcOrd="0" destOrd="2" presId="urn:microsoft.com/office/officeart/2005/8/layout/bList2"/>
    <dgm:cxn modelId="{BEEE3AF2-AC9E-4F86-B5D9-0175A9E5DD82}" type="presOf" srcId="{C910FBC6-169E-45C1-B557-698A2956CF20}" destId="{88B491D3-EDA4-4B0D-AAA3-A676E89AC4D2}" srcOrd="1" destOrd="0" presId="urn:microsoft.com/office/officeart/2005/8/layout/bList2"/>
    <dgm:cxn modelId="{0E311A73-FB26-45B5-A50B-1A85B805A553}" type="presOf" srcId="{8A8FBDD5-E3C9-4154-930E-0F44926759F0}" destId="{FA6B7D6C-C202-4E08-9FD4-1D4366B5B406}" srcOrd="0" destOrd="1" presId="urn:microsoft.com/office/officeart/2005/8/layout/bList2"/>
    <dgm:cxn modelId="{53A88488-6B28-41BA-B3C0-C1F054DA7EF1}" type="presOf" srcId="{01D3DB2B-2044-4CAA-B4E3-14DC58BDD231}" destId="{58BAEB0B-69C0-4DC3-949C-0AF4F806586E}" srcOrd="0" destOrd="4" presId="urn:microsoft.com/office/officeart/2005/8/layout/bList2"/>
    <dgm:cxn modelId="{76E184EA-CD1C-4552-ACF5-47230B7BEF65}" type="presOf" srcId="{B642CC2E-2D1B-4594-8C5D-8A712E6FC3B9}" destId="{CCD56826-679B-4090-9D9C-5181158003EA}" srcOrd="0" destOrd="0" presId="urn:microsoft.com/office/officeart/2005/8/layout/bList2"/>
    <dgm:cxn modelId="{E424DFE6-C8C0-42FA-ADA0-4FAEF6F8C182}" srcId="{C910FBC6-169E-45C1-B557-698A2956CF20}" destId="{A2977A15-81BF-45D3-B269-9CE7F2FD1FC5}" srcOrd="2" destOrd="0" parTransId="{1A57B537-D3FD-426E-809E-ECB274AA38E2}" sibTransId="{64FEED3B-B90A-426C-8412-BBDDBC4354F0}"/>
    <dgm:cxn modelId="{86AE1570-6FD0-4523-A2C1-3AB49774A2CC}" srcId="{6AAA5918-7D2F-48AA-BD71-56B7BFAB8193}" destId="{27CEA236-3B14-4CFF-B819-EDD6E16C60EA}" srcOrd="1" destOrd="0" parTransId="{3EB37C52-1D5C-48E2-80DB-ECE3494A98ED}" sibTransId="{E3FF4828-A167-43D7-90AA-A285FE888945}"/>
    <dgm:cxn modelId="{3718CD85-E094-4E79-99C5-E17C43BF8AE9}" type="presOf" srcId="{32E5A977-9C34-410A-A2EA-ACB61E881F73}" destId="{88EA9192-99DF-45EB-84CA-DC6AB156FE6A}" srcOrd="1" destOrd="0" presId="urn:microsoft.com/office/officeart/2005/8/layout/bList2"/>
    <dgm:cxn modelId="{E359B054-A411-496B-AE36-2B5C9B13EF4F}" type="presParOf" srcId="{6A932FD6-BF4F-413D-B71E-5E38A991342F}" destId="{D69EE582-A684-41A7-81BF-DCF38669B5EB}" srcOrd="0" destOrd="0" presId="urn:microsoft.com/office/officeart/2005/8/layout/bList2"/>
    <dgm:cxn modelId="{41675727-840B-42D1-BF2C-9C0259DF66A0}" type="presParOf" srcId="{D69EE582-A684-41A7-81BF-DCF38669B5EB}" destId="{FA6B7D6C-C202-4E08-9FD4-1D4366B5B406}" srcOrd="0" destOrd="0" presId="urn:microsoft.com/office/officeart/2005/8/layout/bList2"/>
    <dgm:cxn modelId="{BB229697-5EE6-489D-8F12-CBCBFAD9E4E9}" type="presParOf" srcId="{D69EE582-A684-41A7-81BF-DCF38669B5EB}" destId="{69164133-B233-4982-8B44-7D31C6CCCA5B}" srcOrd="1" destOrd="0" presId="urn:microsoft.com/office/officeart/2005/8/layout/bList2"/>
    <dgm:cxn modelId="{575E978A-ADDA-4578-BD3D-31FFCCD00D33}" type="presParOf" srcId="{D69EE582-A684-41A7-81BF-DCF38669B5EB}" destId="{88B491D3-EDA4-4B0D-AAA3-A676E89AC4D2}" srcOrd="2" destOrd="0" presId="urn:microsoft.com/office/officeart/2005/8/layout/bList2"/>
    <dgm:cxn modelId="{0D751D83-CBED-4F75-B272-A9C57EA938F6}" type="presParOf" srcId="{D69EE582-A684-41A7-81BF-DCF38669B5EB}" destId="{66919FD0-7EE1-4A2C-AB4E-A021C0F73493}" srcOrd="3" destOrd="0" presId="urn:microsoft.com/office/officeart/2005/8/layout/bList2"/>
    <dgm:cxn modelId="{6B7E89D6-842A-4D96-844F-7B5A923C8B4C}" type="presParOf" srcId="{6A932FD6-BF4F-413D-B71E-5E38A991342F}" destId="{0481524C-803D-4EF6-85A5-26FAB04D5DEA}" srcOrd="1" destOrd="0" presId="urn:microsoft.com/office/officeart/2005/8/layout/bList2"/>
    <dgm:cxn modelId="{C6D9938E-32D8-482D-B2A2-FE940A5EAD7E}" type="presParOf" srcId="{6A932FD6-BF4F-413D-B71E-5E38A991342F}" destId="{A7FD2908-7E3E-4C36-A1D4-28E846D9E5F8}" srcOrd="2" destOrd="0" presId="urn:microsoft.com/office/officeart/2005/8/layout/bList2"/>
    <dgm:cxn modelId="{692138CA-0B04-490B-8BBE-BBF1DFA7BD77}" type="presParOf" srcId="{A7FD2908-7E3E-4C36-A1D4-28E846D9E5F8}" destId="{728E9724-0F79-4FDE-8D4C-DDB9AE6F525B}" srcOrd="0" destOrd="0" presId="urn:microsoft.com/office/officeart/2005/8/layout/bList2"/>
    <dgm:cxn modelId="{3CB9C209-5A73-4EAE-B9FA-A066EBE7B08D}" type="presParOf" srcId="{A7FD2908-7E3E-4C36-A1D4-28E846D9E5F8}" destId="{D015F4A8-485A-41B5-9295-8A373975959E}" srcOrd="1" destOrd="0" presId="urn:microsoft.com/office/officeart/2005/8/layout/bList2"/>
    <dgm:cxn modelId="{7169834B-1D70-4912-9803-A011E1A710D6}" type="presParOf" srcId="{A7FD2908-7E3E-4C36-A1D4-28E846D9E5F8}" destId="{D5BE94DA-36DE-4F74-B3FA-C54B1F7A161A}" srcOrd="2" destOrd="0" presId="urn:microsoft.com/office/officeart/2005/8/layout/bList2"/>
    <dgm:cxn modelId="{91053A51-1328-4E10-AA74-9E13EF983CED}" type="presParOf" srcId="{A7FD2908-7E3E-4C36-A1D4-28E846D9E5F8}" destId="{49AABE39-723A-4D44-A99B-9F1D30035E61}" srcOrd="3" destOrd="0" presId="urn:microsoft.com/office/officeart/2005/8/layout/bList2"/>
    <dgm:cxn modelId="{86AEB51F-3DED-4B77-A69C-5AA982C2456C}" type="presParOf" srcId="{6A932FD6-BF4F-413D-B71E-5E38A991342F}" destId="{AD0D010B-D4F6-4B9D-B019-1105B6CD61B9}" srcOrd="3" destOrd="0" presId="urn:microsoft.com/office/officeart/2005/8/layout/bList2"/>
    <dgm:cxn modelId="{D5BC904F-380B-47E5-AABF-D1EB92925849}" type="presParOf" srcId="{6A932FD6-BF4F-413D-B71E-5E38A991342F}" destId="{E683E568-A4A7-47C9-9A50-53242C47C6CC}" srcOrd="4" destOrd="0" presId="urn:microsoft.com/office/officeart/2005/8/layout/bList2"/>
    <dgm:cxn modelId="{F435197A-2D81-496A-8EB8-BAC02C7408EB}" type="presParOf" srcId="{E683E568-A4A7-47C9-9A50-53242C47C6CC}" destId="{58BAEB0B-69C0-4DC3-949C-0AF4F806586E}" srcOrd="0" destOrd="0" presId="urn:microsoft.com/office/officeart/2005/8/layout/bList2"/>
    <dgm:cxn modelId="{5249E296-44A8-44BA-8C5C-114628F09DA0}" type="presParOf" srcId="{E683E568-A4A7-47C9-9A50-53242C47C6CC}" destId="{DCEF4747-54DE-43A2-8538-DFE069CA9CC3}" srcOrd="1" destOrd="0" presId="urn:microsoft.com/office/officeart/2005/8/layout/bList2"/>
    <dgm:cxn modelId="{88A0947C-B0D4-4A2C-B39F-6A28A647FF3B}" type="presParOf" srcId="{E683E568-A4A7-47C9-9A50-53242C47C6CC}" destId="{2D33B16C-02EE-4C07-BC66-80D68D368723}" srcOrd="2" destOrd="0" presId="urn:microsoft.com/office/officeart/2005/8/layout/bList2"/>
    <dgm:cxn modelId="{5233BD9B-A04E-4372-84E8-F256650F2061}" type="presParOf" srcId="{E683E568-A4A7-47C9-9A50-53242C47C6CC}" destId="{5FDBB7C2-994C-4B47-836F-4FAD1FCAA586}" srcOrd="3" destOrd="0" presId="urn:microsoft.com/office/officeart/2005/8/layout/bList2"/>
    <dgm:cxn modelId="{E711FF74-399E-4A03-8634-65E4F620EF06}" type="presParOf" srcId="{6A932FD6-BF4F-413D-B71E-5E38A991342F}" destId="{CCD56826-679B-4090-9D9C-5181158003EA}" srcOrd="5" destOrd="0" presId="urn:microsoft.com/office/officeart/2005/8/layout/bList2"/>
    <dgm:cxn modelId="{BDA38E7D-F8FC-48D5-9DB7-5C69AC1B6166}" type="presParOf" srcId="{6A932FD6-BF4F-413D-B71E-5E38A991342F}" destId="{4EEA07DA-EEF1-45D0-A888-4C958A4AAAE2}" srcOrd="6" destOrd="0" presId="urn:microsoft.com/office/officeart/2005/8/layout/bList2"/>
    <dgm:cxn modelId="{F6E3AA15-19F9-40D7-A320-2D66C271C906}" type="presParOf" srcId="{4EEA07DA-EEF1-45D0-A888-4C958A4AAAE2}" destId="{9D63DF78-9DC4-4FD0-95B3-AE99ACC30424}" srcOrd="0" destOrd="0" presId="urn:microsoft.com/office/officeart/2005/8/layout/bList2"/>
    <dgm:cxn modelId="{CE372D7B-F735-477B-ABC2-4001F42E1693}" type="presParOf" srcId="{4EEA07DA-EEF1-45D0-A888-4C958A4AAAE2}" destId="{193E8DB5-B1A8-4862-8FD2-9D90FA053A52}" srcOrd="1" destOrd="0" presId="urn:microsoft.com/office/officeart/2005/8/layout/bList2"/>
    <dgm:cxn modelId="{F751A85C-0274-4F77-88C0-2D08ABCD3197}" type="presParOf" srcId="{4EEA07DA-EEF1-45D0-A888-4C958A4AAAE2}" destId="{88EA9192-99DF-45EB-84CA-DC6AB156FE6A}" srcOrd="2" destOrd="0" presId="urn:microsoft.com/office/officeart/2005/8/layout/bList2"/>
    <dgm:cxn modelId="{FE448DC8-C0AE-4A9A-9116-8C18D56742D1}" type="presParOf" srcId="{4EEA07DA-EEF1-45D0-A888-4C958A4AAAE2}" destId="{5C5B590A-1507-4DAC-8E7A-04EAEEF0AD10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AE042A-1E04-48B8-B874-C78CCB21F176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1588901-612B-4F42-AB46-8591B93F7C0A}">
      <dgm:prSet custT="1"/>
      <dgm:spPr/>
      <dgm:t>
        <a:bodyPr/>
        <a:lstStyle/>
        <a:p>
          <a:pPr rtl="0"/>
          <a:r>
            <a:rPr lang="zh-CN" altLang="en-US" sz="5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面对现实</a:t>
          </a:r>
          <a:endParaRPr lang="zh-CN" altLang="en-US" sz="54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D6FE44-377B-4698-9067-9FD1C706D168}" type="parTrans" cxnId="{694CB2B4-2816-4EF7-B8C9-72F99A6735ED}">
      <dgm:prSet/>
      <dgm:spPr/>
      <dgm:t>
        <a:bodyPr/>
        <a:lstStyle/>
        <a:p>
          <a:endParaRPr lang="zh-CN" altLang="en-US"/>
        </a:p>
      </dgm:t>
    </dgm:pt>
    <dgm:pt modelId="{7A52DBD8-2110-4169-9E86-B11E30DD9CBE}" type="sibTrans" cxnId="{694CB2B4-2816-4EF7-B8C9-72F99A6735ED}">
      <dgm:prSet/>
      <dgm:spPr/>
      <dgm:t>
        <a:bodyPr/>
        <a:lstStyle/>
        <a:p>
          <a:endParaRPr lang="zh-CN" altLang="en-US"/>
        </a:p>
      </dgm:t>
    </dgm:pt>
    <dgm:pt modelId="{CA354E67-C1F9-4E54-AFF1-E4A19B0325F3}">
      <dgm:prSet custT="1"/>
      <dgm:spPr/>
      <dgm:t>
        <a:bodyPr/>
        <a:lstStyle/>
        <a:p>
          <a:pPr rtl="0"/>
          <a:r>
            <a:rPr lang="zh-CN" altLang="en-US" sz="4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生物现实</a:t>
          </a:r>
          <a:endParaRPr lang="zh-CN" altLang="en-US" sz="4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2DEF28-F8B7-4C3D-B6A5-12D83172070D}" type="parTrans" cxnId="{49D5C26C-F4E0-4519-8C58-AA10F5158229}">
      <dgm:prSet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B3CAA25A-8891-4178-9CF1-3E0166C15141}" type="sibTrans" cxnId="{49D5C26C-F4E0-4519-8C58-AA10F5158229}">
      <dgm:prSet/>
      <dgm:spPr/>
      <dgm:t>
        <a:bodyPr/>
        <a:lstStyle/>
        <a:p>
          <a:endParaRPr lang="zh-CN" altLang="en-US"/>
        </a:p>
      </dgm:t>
    </dgm:pt>
    <dgm:pt modelId="{19FB4FD2-0CF0-486B-8A1A-4F6C5DCD0511}">
      <dgm:prSet custT="1"/>
      <dgm:spPr>
        <a:ln>
          <a:solidFill>
            <a:srgbClr val="FFFF00"/>
          </a:solidFill>
        </a:ln>
      </dgm:spPr>
      <dgm:t>
        <a:bodyPr/>
        <a:lstStyle/>
        <a:p>
          <a:pPr rtl="0"/>
          <a:r>
            <a:rPr lang="zh-CN" altLang="en-US" sz="1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anose="020B0604020202020204" pitchFamily="34" charset="0"/>
            </a:rPr>
            <a:t>每个人都有与生俱来的长处和不足，接受他们，利用外界力量去填补它。</a:t>
          </a:r>
          <a:endParaRPr lang="zh-CN" altLang="en-US" sz="1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Microsoft Sans Serif" panose="020B0604020202020204" pitchFamily="34" charset="0"/>
          </a:endParaRPr>
        </a:p>
      </dgm:t>
    </dgm:pt>
    <dgm:pt modelId="{E4F233EE-EFD2-4228-BA52-50A5B4047998}" type="parTrans" cxnId="{54890A45-2641-429D-9E20-106AF29730E7}">
      <dgm:prSet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698D8083-602E-4E5E-940B-77D587DC42B9}" type="sibTrans" cxnId="{54890A45-2641-429D-9E20-106AF29730E7}">
      <dgm:prSet/>
      <dgm:spPr/>
      <dgm:t>
        <a:bodyPr/>
        <a:lstStyle/>
        <a:p>
          <a:endParaRPr lang="zh-CN" altLang="en-US"/>
        </a:p>
      </dgm:t>
    </dgm:pt>
    <dgm:pt modelId="{A53EFC2E-A421-4C8D-A5F0-BBA8A53C798E}">
      <dgm:prSet custT="1"/>
      <dgm:spPr>
        <a:ln>
          <a:solidFill>
            <a:srgbClr val="FFFF00"/>
          </a:solidFill>
        </a:ln>
      </dgm:spPr>
      <dgm:t>
        <a:bodyPr/>
        <a:lstStyle/>
        <a:p>
          <a:pPr rtl="0"/>
          <a:r>
            <a:rPr lang="zh-CN" sz="4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情感</a:t>
          </a:r>
          <a:r>
            <a:rPr lang="zh-CN" altLang="en-US" sz="4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现实</a:t>
          </a:r>
          <a:endParaRPr lang="zh-CN" altLang="en-US" sz="4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C2E9B8D-D6B4-4734-8EA3-E7A22FC9FF17}" type="parTrans" cxnId="{D1C9D616-A864-48AD-B8F1-69EF6D06D0D1}">
      <dgm:prSet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32C2D306-14FA-4E80-B41E-76D7C0FADF67}" type="sibTrans" cxnId="{D1C9D616-A864-48AD-B8F1-69EF6D06D0D1}">
      <dgm:prSet/>
      <dgm:spPr/>
      <dgm:t>
        <a:bodyPr/>
        <a:lstStyle/>
        <a:p>
          <a:endParaRPr lang="zh-CN" altLang="en-US"/>
        </a:p>
      </dgm:t>
    </dgm:pt>
    <dgm:pt modelId="{B3EAA0B0-687E-4831-8543-6B2DB6F7E0A7}">
      <dgm:prSet custT="1"/>
      <dgm:spPr>
        <a:ln>
          <a:solidFill>
            <a:srgbClr val="FFFF00"/>
          </a:solidFill>
        </a:ln>
      </dgm:spPr>
      <dgm:t>
        <a:bodyPr/>
        <a:lstStyle/>
        <a:p>
          <a:pPr rtl="0"/>
          <a:r>
            <a:rPr lang="zh-CN" sz="1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anose="020B0604020202020204" pitchFamily="34" charset="0"/>
            </a:rPr>
            <a:t>去发现拖延背后更多的东西，采取措施改善自己的情绪。</a:t>
          </a:r>
          <a:endParaRPr lang="zh-CN" sz="1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Microsoft Sans Serif" panose="020B0604020202020204" pitchFamily="34" charset="0"/>
          </a:endParaRPr>
        </a:p>
      </dgm:t>
    </dgm:pt>
    <dgm:pt modelId="{4A6814C6-D564-4796-B74C-50B8163CEA4F}" type="parTrans" cxnId="{F75F7C12-1148-449A-9AA9-DBAA07066DDD}">
      <dgm:prSet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F9FC9364-F610-4191-80AB-01BFAE130173}" type="sibTrans" cxnId="{F75F7C12-1148-449A-9AA9-DBAA07066DDD}">
      <dgm:prSet/>
      <dgm:spPr/>
      <dgm:t>
        <a:bodyPr/>
        <a:lstStyle/>
        <a:p>
          <a:endParaRPr lang="zh-CN" altLang="en-US"/>
        </a:p>
      </dgm:t>
    </dgm:pt>
    <dgm:pt modelId="{08F15CC2-7DCA-479D-A6C5-D55266C7279E}">
      <dgm:prSet custT="1"/>
      <dgm:spPr>
        <a:ln>
          <a:solidFill>
            <a:srgbClr val="FFFF00"/>
          </a:solidFill>
        </a:ln>
      </dgm:spPr>
      <dgm:t>
        <a:bodyPr/>
        <a:lstStyle/>
        <a:p>
          <a:pPr rtl="0"/>
          <a:r>
            <a:rPr lang="zh-CN" sz="4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价值</a:t>
          </a:r>
          <a:r>
            <a:rPr lang="zh-CN" altLang="en-US" sz="4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现实</a:t>
          </a:r>
          <a:endParaRPr lang="zh-CN" altLang="en-US" sz="4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084F9B8-77CF-40A7-8415-25F3A8D03ABD}" type="parTrans" cxnId="{4CFFE865-2577-4D98-8448-AB9522C87DFA}">
      <dgm:prSet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A0FC960E-A732-406F-9ACC-E34AD2B892B6}" type="sibTrans" cxnId="{4CFFE865-2577-4D98-8448-AB9522C87DFA}">
      <dgm:prSet/>
      <dgm:spPr/>
      <dgm:t>
        <a:bodyPr/>
        <a:lstStyle/>
        <a:p>
          <a:endParaRPr lang="zh-CN" altLang="en-US"/>
        </a:p>
      </dgm:t>
    </dgm:pt>
    <dgm:pt modelId="{2F2F0998-BA51-4CCE-85A8-944B945533E8}">
      <dgm:prSet custT="1"/>
      <dgm:spPr/>
      <dgm:t>
        <a:bodyPr/>
        <a:lstStyle/>
        <a:p>
          <a:pPr rtl="0"/>
          <a:r>
            <a:rPr lang="zh-CN" sz="1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anose="020B0604020202020204" pitchFamily="34" charset="0"/>
            </a:rPr>
            <a:t>了解到真正的自我</a:t>
          </a:r>
          <a:r>
            <a:rPr lang="zh-CN" altLang="en-US" sz="1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anose="020B0604020202020204" pitchFamily="34" charset="0"/>
            </a:rPr>
            <a:t>，</a:t>
          </a:r>
          <a:r>
            <a:rPr lang="zh-CN" sz="1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anose="020B0604020202020204" pitchFamily="34" charset="0"/>
            </a:rPr>
            <a:t>拖延反映了别人对你的期望跟你真正想要的事情之间的差异</a:t>
          </a:r>
          <a:r>
            <a:rPr lang="zh-CN" altLang="en-US" sz="1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Sans Serif" panose="020B0604020202020204" pitchFamily="34" charset="0"/>
            </a:rPr>
            <a:t>。</a:t>
          </a:r>
          <a:endParaRPr lang="zh-CN" altLang="en-US" sz="1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Microsoft Sans Serif" panose="020B0604020202020204" pitchFamily="34" charset="0"/>
          </a:endParaRPr>
        </a:p>
      </dgm:t>
    </dgm:pt>
    <dgm:pt modelId="{0E61A2B2-D07A-4AE0-A257-E6F4811D8D00}" type="parTrans" cxnId="{9DCCDCE0-E055-4A7C-8683-D43984D66AAB}">
      <dgm:prSet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CEACA0DE-CF20-4790-9379-D249BF7E3039}" type="sibTrans" cxnId="{9DCCDCE0-E055-4A7C-8683-D43984D66AAB}">
      <dgm:prSet/>
      <dgm:spPr/>
      <dgm:t>
        <a:bodyPr/>
        <a:lstStyle/>
        <a:p>
          <a:endParaRPr lang="zh-CN" altLang="en-US"/>
        </a:p>
      </dgm:t>
    </dgm:pt>
    <dgm:pt modelId="{8A9E08E0-C3B9-4DE4-9398-D844C0CAFE99}" type="pres">
      <dgm:prSet presAssocID="{02AE042A-1E04-48B8-B874-C78CCB21F176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EACF771-BDDD-4981-9FD7-3DDE2D25FC10}" type="pres">
      <dgm:prSet presAssocID="{F1588901-612B-4F42-AB46-8591B93F7C0A}" presName="hierRoot1" presStyleCnt="0">
        <dgm:presLayoutVars>
          <dgm:hierBranch val="init"/>
        </dgm:presLayoutVars>
      </dgm:prSet>
      <dgm:spPr/>
    </dgm:pt>
    <dgm:pt modelId="{AE4CB188-5ED0-4141-A5EC-A1239553B99E}" type="pres">
      <dgm:prSet presAssocID="{F1588901-612B-4F42-AB46-8591B93F7C0A}" presName="rootComposite1" presStyleCnt="0"/>
      <dgm:spPr/>
    </dgm:pt>
    <dgm:pt modelId="{57682E8F-BFB1-4F3F-8317-09575A2AD50F}" type="pres">
      <dgm:prSet presAssocID="{F1588901-612B-4F42-AB46-8591B93F7C0A}" presName="rootText1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4FBCA37-E098-42D0-B63E-DB204769BBF6}" type="pres">
      <dgm:prSet presAssocID="{F1588901-612B-4F42-AB46-8591B93F7C0A}" presName="topArc1" presStyleLbl="parChTrans1D1" presStyleIdx="0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9E49652C-A91F-46B1-8404-0CDBE5CD5865}" type="pres">
      <dgm:prSet presAssocID="{F1588901-612B-4F42-AB46-8591B93F7C0A}" presName="bottomArc1" presStyleLbl="parChTrans1D1" presStyleIdx="1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C9D4E358-5B52-4576-AB5B-A6082B06B9D4}" type="pres">
      <dgm:prSet presAssocID="{F1588901-612B-4F42-AB46-8591B93F7C0A}" presName="topConnNode1" presStyleLbl="node1" presStyleIdx="0" presStyleCnt="0"/>
      <dgm:spPr/>
      <dgm:t>
        <a:bodyPr/>
        <a:lstStyle/>
        <a:p>
          <a:endParaRPr lang="zh-CN" altLang="en-US"/>
        </a:p>
      </dgm:t>
    </dgm:pt>
    <dgm:pt modelId="{D9146CA5-93FF-4A7C-BEE3-DEE651F54247}" type="pres">
      <dgm:prSet presAssocID="{F1588901-612B-4F42-AB46-8591B93F7C0A}" presName="hierChild2" presStyleCnt="0"/>
      <dgm:spPr/>
    </dgm:pt>
    <dgm:pt modelId="{666B3050-DC9C-4CE8-BA4E-01E4D541CB00}" type="pres">
      <dgm:prSet presAssocID="{DA2DEF28-F8B7-4C3D-B6A5-12D83172070D}" presName="Name28" presStyleLbl="parChTrans1D2" presStyleIdx="0" presStyleCnt="3"/>
      <dgm:spPr/>
      <dgm:t>
        <a:bodyPr/>
        <a:lstStyle/>
        <a:p>
          <a:endParaRPr lang="zh-CN" altLang="en-US"/>
        </a:p>
      </dgm:t>
    </dgm:pt>
    <dgm:pt modelId="{EE93DB3D-7901-412B-B8B2-4EB251A40317}" type="pres">
      <dgm:prSet presAssocID="{CA354E67-C1F9-4E54-AFF1-E4A19B0325F3}" presName="hierRoot2" presStyleCnt="0">
        <dgm:presLayoutVars>
          <dgm:hierBranch val="init"/>
        </dgm:presLayoutVars>
      </dgm:prSet>
      <dgm:spPr/>
    </dgm:pt>
    <dgm:pt modelId="{95CB5F56-D459-4FAA-94E1-3369DA489EED}" type="pres">
      <dgm:prSet presAssocID="{CA354E67-C1F9-4E54-AFF1-E4A19B0325F3}" presName="rootComposite2" presStyleCnt="0"/>
      <dgm:spPr/>
    </dgm:pt>
    <dgm:pt modelId="{BBF4E428-DB96-4552-A632-5313ACE2703F}" type="pres">
      <dgm:prSet presAssocID="{CA354E67-C1F9-4E54-AFF1-E4A19B0325F3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A06803E-4B24-45AE-B192-E8698391720F}" type="pres">
      <dgm:prSet presAssocID="{CA354E67-C1F9-4E54-AFF1-E4A19B0325F3}" presName="topArc2" presStyleLbl="parChTrans1D1" presStyleIdx="2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0E5DAFAC-5F77-424B-A40E-E5FFA03AF1FF}" type="pres">
      <dgm:prSet presAssocID="{CA354E67-C1F9-4E54-AFF1-E4A19B0325F3}" presName="bottomArc2" presStyleLbl="parChTrans1D1" presStyleIdx="3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48341AFC-DF3A-4A6E-A866-1057F570D1BA}" type="pres">
      <dgm:prSet presAssocID="{CA354E67-C1F9-4E54-AFF1-E4A19B0325F3}" presName="topConnNode2" presStyleLbl="node2" presStyleIdx="0" presStyleCnt="0"/>
      <dgm:spPr/>
      <dgm:t>
        <a:bodyPr/>
        <a:lstStyle/>
        <a:p>
          <a:endParaRPr lang="zh-CN" altLang="en-US"/>
        </a:p>
      </dgm:t>
    </dgm:pt>
    <dgm:pt modelId="{C9B28F93-AC66-45AA-A2A8-EF1F8E19F754}" type="pres">
      <dgm:prSet presAssocID="{CA354E67-C1F9-4E54-AFF1-E4A19B0325F3}" presName="hierChild4" presStyleCnt="0"/>
      <dgm:spPr/>
    </dgm:pt>
    <dgm:pt modelId="{708AC839-DF7B-4BD0-8318-4FA2E1EAC1C5}" type="pres">
      <dgm:prSet presAssocID="{E4F233EE-EFD2-4228-BA52-50A5B4047998}" presName="Name28" presStyleLbl="parChTrans1D3" presStyleIdx="0" presStyleCnt="3"/>
      <dgm:spPr/>
      <dgm:t>
        <a:bodyPr/>
        <a:lstStyle/>
        <a:p>
          <a:endParaRPr lang="zh-CN" altLang="en-US"/>
        </a:p>
      </dgm:t>
    </dgm:pt>
    <dgm:pt modelId="{F348BB2D-901C-4C64-80F2-F6C142F07006}" type="pres">
      <dgm:prSet presAssocID="{19FB4FD2-0CF0-486B-8A1A-4F6C5DCD0511}" presName="hierRoot2" presStyleCnt="0">
        <dgm:presLayoutVars>
          <dgm:hierBranch val="init"/>
        </dgm:presLayoutVars>
      </dgm:prSet>
      <dgm:spPr/>
    </dgm:pt>
    <dgm:pt modelId="{4D3A3381-E781-419D-8114-7BE245FE713B}" type="pres">
      <dgm:prSet presAssocID="{19FB4FD2-0CF0-486B-8A1A-4F6C5DCD0511}" presName="rootComposite2" presStyleCnt="0"/>
      <dgm:spPr/>
    </dgm:pt>
    <dgm:pt modelId="{CB1C718E-AAB3-4740-AD8E-49EFBEA363B5}" type="pres">
      <dgm:prSet presAssocID="{19FB4FD2-0CF0-486B-8A1A-4F6C5DCD0511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BCB4D41-86DF-4C62-A120-049C7101238E}" type="pres">
      <dgm:prSet presAssocID="{19FB4FD2-0CF0-486B-8A1A-4F6C5DCD0511}" presName="topArc2" presStyleLbl="parChTrans1D1" presStyleIdx="4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C471E677-1D73-4303-A6D0-CC4E9665EB6B}" type="pres">
      <dgm:prSet presAssocID="{19FB4FD2-0CF0-486B-8A1A-4F6C5DCD0511}" presName="bottomArc2" presStyleLbl="parChTrans1D1" presStyleIdx="5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D5405D1E-B3F7-47C3-9B52-B9553FEFD0DB}" type="pres">
      <dgm:prSet presAssocID="{19FB4FD2-0CF0-486B-8A1A-4F6C5DCD0511}" presName="topConnNode2" presStyleLbl="node3" presStyleIdx="0" presStyleCnt="0"/>
      <dgm:spPr/>
      <dgm:t>
        <a:bodyPr/>
        <a:lstStyle/>
        <a:p>
          <a:endParaRPr lang="zh-CN" altLang="en-US"/>
        </a:p>
      </dgm:t>
    </dgm:pt>
    <dgm:pt modelId="{BE3FBFB3-0096-4FA6-B87B-EDCCFDF3F5EA}" type="pres">
      <dgm:prSet presAssocID="{19FB4FD2-0CF0-486B-8A1A-4F6C5DCD0511}" presName="hierChild4" presStyleCnt="0"/>
      <dgm:spPr/>
    </dgm:pt>
    <dgm:pt modelId="{9E1355A6-A8A6-4141-AA8F-304FD1E7E802}" type="pres">
      <dgm:prSet presAssocID="{19FB4FD2-0CF0-486B-8A1A-4F6C5DCD0511}" presName="hierChild5" presStyleCnt="0"/>
      <dgm:spPr/>
    </dgm:pt>
    <dgm:pt modelId="{4F65C111-E1AF-4FC2-955D-510A223208A1}" type="pres">
      <dgm:prSet presAssocID="{CA354E67-C1F9-4E54-AFF1-E4A19B0325F3}" presName="hierChild5" presStyleCnt="0"/>
      <dgm:spPr/>
    </dgm:pt>
    <dgm:pt modelId="{E34D39EC-09DC-48C1-B773-733EB9BA2278}" type="pres">
      <dgm:prSet presAssocID="{9C2E9B8D-D6B4-4734-8EA3-E7A22FC9FF17}" presName="Name28" presStyleLbl="parChTrans1D2" presStyleIdx="1" presStyleCnt="3"/>
      <dgm:spPr/>
      <dgm:t>
        <a:bodyPr/>
        <a:lstStyle/>
        <a:p>
          <a:endParaRPr lang="zh-CN" altLang="en-US"/>
        </a:p>
      </dgm:t>
    </dgm:pt>
    <dgm:pt modelId="{C5C480DD-344B-4D0B-8FFF-8EC5502B4D9A}" type="pres">
      <dgm:prSet presAssocID="{A53EFC2E-A421-4C8D-A5F0-BBA8A53C798E}" presName="hierRoot2" presStyleCnt="0">
        <dgm:presLayoutVars>
          <dgm:hierBranch val="init"/>
        </dgm:presLayoutVars>
      </dgm:prSet>
      <dgm:spPr/>
    </dgm:pt>
    <dgm:pt modelId="{083B92CB-1161-438F-9BE1-DB3B7789C63A}" type="pres">
      <dgm:prSet presAssocID="{A53EFC2E-A421-4C8D-A5F0-BBA8A53C798E}" presName="rootComposite2" presStyleCnt="0"/>
      <dgm:spPr/>
    </dgm:pt>
    <dgm:pt modelId="{36671C6B-7D95-4CCE-A323-B260AE87D717}" type="pres">
      <dgm:prSet presAssocID="{A53EFC2E-A421-4C8D-A5F0-BBA8A53C798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57EA1C0-61D5-4017-B71B-F21DFFE635AF}" type="pres">
      <dgm:prSet presAssocID="{A53EFC2E-A421-4C8D-A5F0-BBA8A53C798E}" presName="topArc2" presStyleLbl="parChTrans1D1" presStyleIdx="6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BCFC6298-2509-45CB-8732-AF22115F523A}" type="pres">
      <dgm:prSet presAssocID="{A53EFC2E-A421-4C8D-A5F0-BBA8A53C798E}" presName="bottomArc2" presStyleLbl="parChTrans1D1" presStyleIdx="7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2CAD96E1-585C-4ACB-BE5E-20D85139BDFA}" type="pres">
      <dgm:prSet presAssocID="{A53EFC2E-A421-4C8D-A5F0-BBA8A53C798E}" presName="topConnNode2" presStyleLbl="node2" presStyleIdx="0" presStyleCnt="0"/>
      <dgm:spPr/>
      <dgm:t>
        <a:bodyPr/>
        <a:lstStyle/>
        <a:p>
          <a:endParaRPr lang="zh-CN" altLang="en-US"/>
        </a:p>
      </dgm:t>
    </dgm:pt>
    <dgm:pt modelId="{8FFFBACA-55AD-40D1-A4AB-7BF82DB8047C}" type="pres">
      <dgm:prSet presAssocID="{A53EFC2E-A421-4C8D-A5F0-BBA8A53C798E}" presName="hierChild4" presStyleCnt="0"/>
      <dgm:spPr/>
    </dgm:pt>
    <dgm:pt modelId="{4952C0B1-895F-4E03-8BA4-CC2582CE1552}" type="pres">
      <dgm:prSet presAssocID="{4A6814C6-D564-4796-B74C-50B8163CEA4F}" presName="Name28" presStyleLbl="parChTrans1D3" presStyleIdx="1" presStyleCnt="3"/>
      <dgm:spPr/>
      <dgm:t>
        <a:bodyPr/>
        <a:lstStyle/>
        <a:p>
          <a:endParaRPr lang="zh-CN" altLang="en-US"/>
        </a:p>
      </dgm:t>
    </dgm:pt>
    <dgm:pt modelId="{A913E8CC-4059-401A-9254-205C02460924}" type="pres">
      <dgm:prSet presAssocID="{B3EAA0B0-687E-4831-8543-6B2DB6F7E0A7}" presName="hierRoot2" presStyleCnt="0">
        <dgm:presLayoutVars>
          <dgm:hierBranch val="init"/>
        </dgm:presLayoutVars>
      </dgm:prSet>
      <dgm:spPr/>
    </dgm:pt>
    <dgm:pt modelId="{E6D3E8C6-177C-4F04-BF44-48F7578BE632}" type="pres">
      <dgm:prSet presAssocID="{B3EAA0B0-687E-4831-8543-6B2DB6F7E0A7}" presName="rootComposite2" presStyleCnt="0"/>
      <dgm:spPr/>
    </dgm:pt>
    <dgm:pt modelId="{2FDBB7AF-7AA5-4D86-B669-7C1FD4BDC693}" type="pres">
      <dgm:prSet presAssocID="{B3EAA0B0-687E-4831-8543-6B2DB6F7E0A7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FEF33AB-C2F8-4025-8767-DE88EB9DC855}" type="pres">
      <dgm:prSet presAssocID="{B3EAA0B0-687E-4831-8543-6B2DB6F7E0A7}" presName="topArc2" presStyleLbl="parChTrans1D1" presStyleIdx="8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4C8B44ED-4291-49B3-87B3-744658B62F7B}" type="pres">
      <dgm:prSet presAssocID="{B3EAA0B0-687E-4831-8543-6B2DB6F7E0A7}" presName="bottomArc2" presStyleLbl="parChTrans1D1" presStyleIdx="9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C19A22BE-A6F3-4239-BA4A-BE8E6C12623F}" type="pres">
      <dgm:prSet presAssocID="{B3EAA0B0-687E-4831-8543-6B2DB6F7E0A7}" presName="topConnNode2" presStyleLbl="node3" presStyleIdx="0" presStyleCnt="0"/>
      <dgm:spPr/>
      <dgm:t>
        <a:bodyPr/>
        <a:lstStyle/>
        <a:p>
          <a:endParaRPr lang="zh-CN" altLang="en-US"/>
        </a:p>
      </dgm:t>
    </dgm:pt>
    <dgm:pt modelId="{175F74DD-4BC3-4893-A2C0-DC30ACFB8FAC}" type="pres">
      <dgm:prSet presAssocID="{B3EAA0B0-687E-4831-8543-6B2DB6F7E0A7}" presName="hierChild4" presStyleCnt="0"/>
      <dgm:spPr/>
    </dgm:pt>
    <dgm:pt modelId="{1E44CC96-A13E-4996-9F94-DE471C64D9F8}" type="pres">
      <dgm:prSet presAssocID="{B3EAA0B0-687E-4831-8543-6B2DB6F7E0A7}" presName="hierChild5" presStyleCnt="0"/>
      <dgm:spPr/>
    </dgm:pt>
    <dgm:pt modelId="{AEA44CE6-D3E1-4C1C-949A-921CB13076DF}" type="pres">
      <dgm:prSet presAssocID="{A53EFC2E-A421-4C8D-A5F0-BBA8A53C798E}" presName="hierChild5" presStyleCnt="0"/>
      <dgm:spPr/>
    </dgm:pt>
    <dgm:pt modelId="{50B046E1-A324-4BB8-B1DB-87D74133754E}" type="pres">
      <dgm:prSet presAssocID="{4084F9B8-77CF-40A7-8415-25F3A8D03ABD}" presName="Name28" presStyleLbl="parChTrans1D2" presStyleIdx="2" presStyleCnt="3"/>
      <dgm:spPr/>
      <dgm:t>
        <a:bodyPr/>
        <a:lstStyle/>
        <a:p>
          <a:endParaRPr lang="zh-CN" altLang="en-US"/>
        </a:p>
      </dgm:t>
    </dgm:pt>
    <dgm:pt modelId="{E90B7A0D-6D18-4BDE-91BA-548267CB087B}" type="pres">
      <dgm:prSet presAssocID="{08F15CC2-7DCA-479D-A6C5-D55266C7279E}" presName="hierRoot2" presStyleCnt="0">
        <dgm:presLayoutVars>
          <dgm:hierBranch val="init"/>
        </dgm:presLayoutVars>
      </dgm:prSet>
      <dgm:spPr/>
    </dgm:pt>
    <dgm:pt modelId="{5F602FD6-A682-48CA-91B3-ECC634BCDE75}" type="pres">
      <dgm:prSet presAssocID="{08F15CC2-7DCA-479D-A6C5-D55266C7279E}" presName="rootComposite2" presStyleCnt="0"/>
      <dgm:spPr/>
    </dgm:pt>
    <dgm:pt modelId="{C4A887F5-DADD-43F6-BCCD-989B84AC0DBB}" type="pres">
      <dgm:prSet presAssocID="{08F15CC2-7DCA-479D-A6C5-D55266C7279E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E9424D9-4279-4B5D-A9BF-7B0510BE63B9}" type="pres">
      <dgm:prSet presAssocID="{08F15CC2-7DCA-479D-A6C5-D55266C7279E}" presName="topArc2" presStyleLbl="parChTrans1D1" presStyleIdx="10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523B8128-18A3-4043-978F-DA8037E9683F}" type="pres">
      <dgm:prSet presAssocID="{08F15CC2-7DCA-479D-A6C5-D55266C7279E}" presName="bottomArc2" presStyleLbl="parChTrans1D1" presStyleIdx="11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DD540CB8-5ECB-49AF-83A7-923D3EE967BC}" type="pres">
      <dgm:prSet presAssocID="{08F15CC2-7DCA-479D-A6C5-D55266C7279E}" presName="topConnNode2" presStyleLbl="node2" presStyleIdx="0" presStyleCnt="0"/>
      <dgm:spPr/>
      <dgm:t>
        <a:bodyPr/>
        <a:lstStyle/>
        <a:p>
          <a:endParaRPr lang="zh-CN" altLang="en-US"/>
        </a:p>
      </dgm:t>
    </dgm:pt>
    <dgm:pt modelId="{A43D2216-2F44-4684-A96C-6DA59C9E5674}" type="pres">
      <dgm:prSet presAssocID="{08F15CC2-7DCA-479D-A6C5-D55266C7279E}" presName="hierChild4" presStyleCnt="0"/>
      <dgm:spPr/>
    </dgm:pt>
    <dgm:pt modelId="{6FAF4DC5-B9B8-4415-AFBD-6DAC89257A63}" type="pres">
      <dgm:prSet presAssocID="{0E61A2B2-D07A-4AE0-A257-E6F4811D8D00}" presName="Name28" presStyleLbl="parChTrans1D3" presStyleIdx="2" presStyleCnt="3"/>
      <dgm:spPr/>
      <dgm:t>
        <a:bodyPr/>
        <a:lstStyle/>
        <a:p>
          <a:endParaRPr lang="zh-CN" altLang="en-US"/>
        </a:p>
      </dgm:t>
    </dgm:pt>
    <dgm:pt modelId="{43D8D1AC-C3DE-4524-B8A5-89510D21A084}" type="pres">
      <dgm:prSet presAssocID="{2F2F0998-BA51-4CCE-85A8-944B945533E8}" presName="hierRoot2" presStyleCnt="0">
        <dgm:presLayoutVars>
          <dgm:hierBranch val="init"/>
        </dgm:presLayoutVars>
      </dgm:prSet>
      <dgm:spPr/>
    </dgm:pt>
    <dgm:pt modelId="{BEED43AB-8ABD-44C7-9BBB-B66971AF0129}" type="pres">
      <dgm:prSet presAssocID="{2F2F0998-BA51-4CCE-85A8-944B945533E8}" presName="rootComposite2" presStyleCnt="0"/>
      <dgm:spPr/>
    </dgm:pt>
    <dgm:pt modelId="{D8AC1915-BA44-4D57-A6B9-B395D50AAA55}" type="pres">
      <dgm:prSet presAssocID="{2F2F0998-BA51-4CCE-85A8-944B945533E8}" presName="rootText2" presStyleLbl="alignAcc1" presStyleIdx="0" presStyleCnt="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3D636B7-F95D-4828-AE15-5F84E2265D56}" type="pres">
      <dgm:prSet presAssocID="{2F2F0998-BA51-4CCE-85A8-944B945533E8}" presName="topArc2" presStyleLbl="parChTrans1D1" presStyleIdx="12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B68D9128-A2EC-4262-B79F-61D9CCA8E850}" type="pres">
      <dgm:prSet presAssocID="{2F2F0998-BA51-4CCE-85A8-944B945533E8}" presName="bottomArc2" presStyleLbl="parChTrans1D1" presStyleIdx="13" presStyleCnt="14"/>
      <dgm:spPr>
        <a:ln w="25400">
          <a:solidFill>
            <a:srgbClr val="FFFF00"/>
          </a:solidFill>
        </a:ln>
      </dgm:spPr>
      <dgm:t>
        <a:bodyPr/>
        <a:lstStyle/>
        <a:p>
          <a:endParaRPr lang="zh-CN" altLang="en-US"/>
        </a:p>
      </dgm:t>
    </dgm:pt>
    <dgm:pt modelId="{0A9289E6-6AD9-40FF-A48B-D8E475FBD2DC}" type="pres">
      <dgm:prSet presAssocID="{2F2F0998-BA51-4CCE-85A8-944B945533E8}" presName="topConnNode2" presStyleLbl="node3" presStyleIdx="0" presStyleCnt="0"/>
      <dgm:spPr/>
      <dgm:t>
        <a:bodyPr/>
        <a:lstStyle/>
        <a:p>
          <a:endParaRPr lang="zh-CN" altLang="en-US"/>
        </a:p>
      </dgm:t>
    </dgm:pt>
    <dgm:pt modelId="{C31CC2E4-A179-4BB9-9DAB-4D428AB33D86}" type="pres">
      <dgm:prSet presAssocID="{2F2F0998-BA51-4CCE-85A8-944B945533E8}" presName="hierChild4" presStyleCnt="0"/>
      <dgm:spPr/>
    </dgm:pt>
    <dgm:pt modelId="{6C042D03-56CA-4433-8118-CDC4182672F6}" type="pres">
      <dgm:prSet presAssocID="{2F2F0998-BA51-4CCE-85A8-944B945533E8}" presName="hierChild5" presStyleCnt="0"/>
      <dgm:spPr/>
    </dgm:pt>
    <dgm:pt modelId="{5372334B-43B8-4BCF-8C9B-A54555395604}" type="pres">
      <dgm:prSet presAssocID="{08F15CC2-7DCA-479D-A6C5-D55266C7279E}" presName="hierChild5" presStyleCnt="0"/>
      <dgm:spPr/>
    </dgm:pt>
    <dgm:pt modelId="{157B1C40-294B-42AA-85BE-1DD4E593480F}" type="pres">
      <dgm:prSet presAssocID="{F1588901-612B-4F42-AB46-8591B93F7C0A}" presName="hierChild3" presStyleCnt="0"/>
      <dgm:spPr/>
    </dgm:pt>
  </dgm:ptLst>
  <dgm:cxnLst>
    <dgm:cxn modelId="{08590132-E2A3-420E-9ADD-F3ADF1F55187}" type="presOf" srcId="{08F15CC2-7DCA-479D-A6C5-D55266C7279E}" destId="{C4A887F5-DADD-43F6-BCCD-989B84AC0DBB}" srcOrd="0" destOrd="0" presId="urn:microsoft.com/office/officeart/2008/layout/HalfCircleOrganizationChart"/>
    <dgm:cxn modelId="{84520D51-1F5E-445B-9275-05BC4135C4EA}" type="presOf" srcId="{4A6814C6-D564-4796-B74C-50B8163CEA4F}" destId="{4952C0B1-895F-4E03-8BA4-CC2582CE1552}" srcOrd="0" destOrd="0" presId="urn:microsoft.com/office/officeart/2008/layout/HalfCircleOrganizationChart"/>
    <dgm:cxn modelId="{C357D5C4-D87C-4435-A5FE-D208643D7256}" type="presOf" srcId="{A53EFC2E-A421-4C8D-A5F0-BBA8A53C798E}" destId="{36671C6B-7D95-4CCE-A323-B260AE87D717}" srcOrd="0" destOrd="0" presId="urn:microsoft.com/office/officeart/2008/layout/HalfCircleOrganizationChart"/>
    <dgm:cxn modelId="{54890A45-2641-429D-9E20-106AF29730E7}" srcId="{CA354E67-C1F9-4E54-AFF1-E4A19B0325F3}" destId="{19FB4FD2-0CF0-486B-8A1A-4F6C5DCD0511}" srcOrd="0" destOrd="0" parTransId="{E4F233EE-EFD2-4228-BA52-50A5B4047998}" sibTransId="{698D8083-602E-4E5E-940B-77D587DC42B9}"/>
    <dgm:cxn modelId="{8D82B5A9-7BA3-42F1-9456-684ED2D0AF12}" type="presOf" srcId="{19FB4FD2-0CF0-486B-8A1A-4F6C5DCD0511}" destId="{D5405D1E-B3F7-47C3-9B52-B9553FEFD0DB}" srcOrd="1" destOrd="0" presId="urn:microsoft.com/office/officeart/2008/layout/HalfCircleOrganizationChart"/>
    <dgm:cxn modelId="{D0AA0B18-6EA3-40C5-A419-E57FBF91C256}" type="presOf" srcId="{9C2E9B8D-D6B4-4734-8EA3-E7A22FC9FF17}" destId="{E34D39EC-09DC-48C1-B773-733EB9BA2278}" srcOrd="0" destOrd="0" presId="urn:microsoft.com/office/officeart/2008/layout/HalfCircleOrganizationChart"/>
    <dgm:cxn modelId="{11206C5F-872B-473F-AE8C-4A367FC73219}" type="presOf" srcId="{B3EAA0B0-687E-4831-8543-6B2DB6F7E0A7}" destId="{C19A22BE-A6F3-4239-BA4A-BE8E6C12623F}" srcOrd="1" destOrd="0" presId="urn:microsoft.com/office/officeart/2008/layout/HalfCircleOrganizationChart"/>
    <dgm:cxn modelId="{49D5C26C-F4E0-4519-8C58-AA10F5158229}" srcId="{F1588901-612B-4F42-AB46-8591B93F7C0A}" destId="{CA354E67-C1F9-4E54-AFF1-E4A19B0325F3}" srcOrd="0" destOrd="0" parTransId="{DA2DEF28-F8B7-4C3D-B6A5-12D83172070D}" sibTransId="{B3CAA25A-8891-4178-9CF1-3E0166C15141}"/>
    <dgm:cxn modelId="{F75F7C12-1148-449A-9AA9-DBAA07066DDD}" srcId="{A53EFC2E-A421-4C8D-A5F0-BBA8A53C798E}" destId="{B3EAA0B0-687E-4831-8543-6B2DB6F7E0A7}" srcOrd="0" destOrd="0" parTransId="{4A6814C6-D564-4796-B74C-50B8163CEA4F}" sibTransId="{F9FC9364-F610-4191-80AB-01BFAE130173}"/>
    <dgm:cxn modelId="{9DCCDCE0-E055-4A7C-8683-D43984D66AAB}" srcId="{08F15CC2-7DCA-479D-A6C5-D55266C7279E}" destId="{2F2F0998-BA51-4CCE-85A8-944B945533E8}" srcOrd="0" destOrd="0" parTransId="{0E61A2B2-D07A-4AE0-A257-E6F4811D8D00}" sibTransId="{CEACA0DE-CF20-4790-9379-D249BF7E3039}"/>
    <dgm:cxn modelId="{60480948-EE9A-4E2E-8346-E7B08F773BD9}" type="presOf" srcId="{CA354E67-C1F9-4E54-AFF1-E4A19B0325F3}" destId="{48341AFC-DF3A-4A6E-A866-1057F570D1BA}" srcOrd="1" destOrd="0" presId="urn:microsoft.com/office/officeart/2008/layout/HalfCircleOrganizationChart"/>
    <dgm:cxn modelId="{A7D54E57-65CF-4D9D-9CB3-67496DD7C467}" type="presOf" srcId="{08F15CC2-7DCA-479D-A6C5-D55266C7279E}" destId="{DD540CB8-5ECB-49AF-83A7-923D3EE967BC}" srcOrd="1" destOrd="0" presId="urn:microsoft.com/office/officeart/2008/layout/HalfCircleOrganizationChart"/>
    <dgm:cxn modelId="{5B00B74A-DB54-4E77-86B3-C9AD3693B9E7}" type="presOf" srcId="{2F2F0998-BA51-4CCE-85A8-944B945533E8}" destId="{D8AC1915-BA44-4D57-A6B9-B395D50AAA55}" srcOrd="0" destOrd="0" presId="urn:microsoft.com/office/officeart/2008/layout/HalfCircleOrganizationChart"/>
    <dgm:cxn modelId="{8139988F-B49A-47B3-8DF5-48066C364092}" type="presOf" srcId="{2F2F0998-BA51-4CCE-85A8-944B945533E8}" destId="{0A9289E6-6AD9-40FF-A48B-D8E475FBD2DC}" srcOrd="1" destOrd="0" presId="urn:microsoft.com/office/officeart/2008/layout/HalfCircleOrganizationChart"/>
    <dgm:cxn modelId="{694CB2B4-2816-4EF7-B8C9-72F99A6735ED}" srcId="{02AE042A-1E04-48B8-B874-C78CCB21F176}" destId="{F1588901-612B-4F42-AB46-8591B93F7C0A}" srcOrd="0" destOrd="0" parTransId="{86D6FE44-377B-4698-9067-9FD1C706D168}" sibTransId="{7A52DBD8-2110-4169-9E86-B11E30DD9CBE}"/>
    <dgm:cxn modelId="{2BF96D8E-E1B0-4B21-B621-4910535C6164}" type="presOf" srcId="{CA354E67-C1F9-4E54-AFF1-E4A19B0325F3}" destId="{BBF4E428-DB96-4552-A632-5313ACE2703F}" srcOrd="0" destOrd="0" presId="urn:microsoft.com/office/officeart/2008/layout/HalfCircleOrganizationChart"/>
    <dgm:cxn modelId="{D6AB0868-73F8-4BF4-AF94-DF7C05A536C7}" type="presOf" srcId="{F1588901-612B-4F42-AB46-8591B93F7C0A}" destId="{57682E8F-BFB1-4F3F-8317-09575A2AD50F}" srcOrd="0" destOrd="0" presId="urn:microsoft.com/office/officeart/2008/layout/HalfCircleOrganizationChart"/>
    <dgm:cxn modelId="{C8EAE22E-F697-4057-9D11-593E52524875}" type="presOf" srcId="{02AE042A-1E04-48B8-B874-C78CCB21F176}" destId="{8A9E08E0-C3B9-4DE4-9398-D844C0CAFE99}" srcOrd="0" destOrd="0" presId="urn:microsoft.com/office/officeart/2008/layout/HalfCircleOrganizationChart"/>
    <dgm:cxn modelId="{4CFFE865-2577-4D98-8448-AB9522C87DFA}" srcId="{F1588901-612B-4F42-AB46-8591B93F7C0A}" destId="{08F15CC2-7DCA-479D-A6C5-D55266C7279E}" srcOrd="2" destOrd="0" parTransId="{4084F9B8-77CF-40A7-8415-25F3A8D03ABD}" sibTransId="{A0FC960E-A732-406F-9ACC-E34AD2B892B6}"/>
    <dgm:cxn modelId="{185470AC-7C24-4F25-BBE7-A18010AC15AC}" type="presOf" srcId="{0E61A2B2-D07A-4AE0-A257-E6F4811D8D00}" destId="{6FAF4DC5-B9B8-4415-AFBD-6DAC89257A63}" srcOrd="0" destOrd="0" presId="urn:microsoft.com/office/officeart/2008/layout/HalfCircleOrganizationChart"/>
    <dgm:cxn modelId="{49B2B29B-452C-417A-9154-AD1E91E49CA8}" type="presOf" srcId="{E4F233EE-EFD2-4228-BA52-50A5B4047998}" destId="{708AC839-DF7B-4BD0-8318-4FA2E1EAC1C5}" srcOrd="0" destOrd="0" presId="urn:microsoft.com/office/officeart/2008/layout/HalfCircleOrganizationChart"/>
    <dgm:cxn modelId="{AD1AD647-4E78-4E14-8AEA-6C13B0DC8F70}" type="presOf" srcId="{F1588901-612B-4F42-AB46-8591B93F7C0A}" destId="{C9D4E358-5B52-4576-AB5B-A6082B06B9D4}" srcOrd="1" destOrd="0" presId="urn:microsoft.com/office/officeart/2008/layout/HalfCircleOrganizationChart"/>
    <dgm:cxn modelId="{333600D6-A40A-401A-AFA9-EF131F3FFF74}" type="presOf" srcId="{DA2DEF28-F8B7-4C3D-B6A5-12D83172070D}" destId="{666B3050-DC9C-4CE8-BA4E-01E4D541CB00}" srcOrd="0" destOrd="0" presId="urn:microsoft.com/office/officeart/2008/layout/HalfCircleOrganizationChart"/>
    <dgm:cxn modelId="{FF4E5013-26CD-40C5-9911-ECA67CD20BFE}" type="presOf" srcId="{19FB4FD2-0CF0-486B-8A1A-4F6C5DCD0511}" destId="{CB1C718E-AAB3-4740-AD8E-49EFBEA363B5}" srcOrd="0" destOrd="0" presId="urn:microsoft.com/office/officeart/2008/layout/HalfCircleOrganizationChart"/>
    <dgm:cxn modelId="{38639044-76FA-4096-9D1F-C4ED2ED1DC5E}" type="presOf" srcId="{A53EFC2E-A421-4C8D-A5F0-BBA8A53C798E}" destId="{2CAD96E1-585C-4ACB-BE5E-20D85139BDFA}" srcOrd="1" destOrd="0" presId="urn:microsoft.com/office/officeart/2008/layout/HalfCircleOrganizationChart"/>
    <dgm:cxn modelId="{298D073D-495D-4388-8150-0DF74E5E3965}" type="presOf" srcId="{B3EAA0B0-687E-4831-8543-6B2DB6F7E0A7}" destId="{2FDBB7AF-7AA5-4D86-B669-7C1FD4BDC693}" srcOrd="0" destOrd="0" presId="urn:microsoft.com/office/officeart/2008/layout/HalfCircleOrganizationChart"/>
    <dgm:cxn modelId="{88119DFD-84D1-44AD-9D1E-693485A5B55B}" type="presOf" srcId="{4084F9B8-77CF-40A7-8415-25F3A8D03ABD}" destId="{50B046E1-A324-4BB8-B1DB-87D74133754E}" srcOrd="0" destOrd="0" presId="urn:microsoft.com/office/officeart/2008/layout/HalfCircleOrganizationChart"/>
    <dgm:cxn modelId="{D1C9D616-A864-48AD-B8F1-69EF6D06D0D1}" srcId="{F1588901-612B-4F42-AB46-8591B93F7C0A}" destId="{A53EFC2E-A421-4C8D-A5F0-BBA8A53C798E}" srcOrd="1" destOrd="0" parTransId="{9C2E9B8D-D6B4-4734-8EA3-E7A22FC9FF17}" sibTransId="{32C2D306-14FA-4E80-B41E-76D7C0FADF67}"/>
    <dgm:cxn modelId="{469E9070-8043-46C1-B853-B794CF36F42C}" type="presParOf" srcId="{8A9E08E0-C3B9-4DE4-9398-D844C0CAFE99}" destId="{FEACF771-BDDD-4981-9FD7-3DDE2D25FC10}" srcOrd="0" destOrd="0" presId="urn:microsoft.com/office/officeart/2008/layout/HalfCircleOrganizationChart"/>
    <dgm:cxn modelId="{C26081B2-5DD3-410F-B3D9-A51EB79A66E0}" type="presParOf" srcId="{FEACF771-BDDD-4981-9FD7-3DDE2D25FC10}" destId="{AE4CB188-5ED0-4141-A5EC-A1239553B99E}" srcOrd="0" destOrd="0" presId="urn:microsoft.com/office/officeart/2008/layout/HalfCircleOrganizationChart"/>
    <dgm:cxn modelId="{68D51269-B66A-49FF-97BF-9071A8C9EA7C}" type="presParOf" srcId="{AE4CB188-5ED0-4141-A5EC-A1239553B99E}" destId="{57682E8F-BFB1-4F3F-8317-09575A2AD50F}" srcOrd="0" destOrd="0" presId="urn:microsoft.com/office/officeart/2008/layout/HalfCircleOrganizationChart"/>
    <dgm:cxn modelId="{46FCE20A-F0DF-4769-844A-D24755B1130D}" type="presParOf" srcId="{AE4CB188-5ED0-4141-A5EC-A1239553B99E}" destId="{34FBCA37-E098-42D0-B63E-DB204769BBF6}" srcOrd="1" destOrd="0" presId="urn:microsoft.com/office/officeart/2008/layout/HalfCircleOrganizationChart"/>
    <dgm:cxn modelId="{8B70AA8D-1D63-4969-8315-963CA074C031}" type="presParOf" srcId="{AE4CB188-5ED0-4141-A5EC-A1239553B99E}" destId="{9E49652C-A91F-46B1-8404-0CDBE5CD5865}" srcOrd="2" destOrd="0" presId="urn:microsoft.com/office/officeart/2008/layout/HalfCircleOrganizationChart"/>
    <dgm:cxn modelId="{03BFF0AC-440A-4BED-ACB8-F8CD9FE0BAD3}" type="presParOf" srcId="{AE4CB188-5ED0-4141-A5EC-A1239553B99E}" destId="{C9D4E358-5B52-4576-AB5B-A6082B06B9D4}" srcOrd="3" destOrd="0" presId="urn:microsoft.com/office/officeart/2008/layout/HalfCircleOrganizationChart"/>
    <dgm:cxn modelId="{1CAACFA1-5FCB-4CCF-AE7F-A0489B86952C}" type="presParOf" srcId="{FEACF771-BDDD-4981-9FD7-3DDE2D25FC10}" destId="{D9146CA5-93FF-4A7C-BEE3-DEE651F54247}" srcOrd="1" destOrd="0" presId="urn:microsoft.com/office/officeart/2008/layout/HalfCircleOrganizationChart"/>
    <dgm:cxn modelId="{B4AE8095-6A4A-40B9-A59D-47EF85F51448}" type="presParOf" srcId="{D9146CA5-93FF-4A7C-BEE3-DEE651F54247}" destId="{666B3050-DC9C-4CE8-BA4E-01E4D541CB00}" srcOrd="0" destOrd="0" presId="urn:microsoft.com/office/officeart/2008/layout/HalfCircleOrganizationChart"/>
    <dgm:cxn modelId="{B50817C7-0657-4760-ACA5-325CB169C09E}" type="presParOf" srcId="{D9146CA5-93FF-4A7C-BEE3-DEE651F54247}" destId="{EE93DB3D-7901-412B-B8B2-4EB251A40317}" srcOrd="1" destOrd="0" presId="urn:microsoft.com/office/officeart/2008/layout/HalfCircleOrganizationChart"/>
    <dgm:cxn modelId="{D387CECA-B3F7-48D1-898A-0C65185D49B1}" type="presParOf" srcId="{EE93DB3D-7901-412B-B8B2-4EB251A40317}" destId="{95CB5F56-D459-4FAA-94E1-3369DA489EED}" srcOrd="0" destOrd="0" presId="urn:microsoft.com/office/officeart/2008/layout/HalfCircleOrganizationChart"/>
    <dgm:cxn modelId="{0C7F1C64-9EA2-4673-A9BB-33F124A21EE7}" type="presParOf" srcId="{95CB5F56-D459-4FAA-94E1-3369DA489EED}" destId="{BBF4E428-DB96-4552-A632-5313ACE2703F}" srcOrd="0" destOrd="0" presId="urn:microsoft.com/office/officeart/2008/layout/HalfCircleOrganizationChart"/>
    <dgm:cxn modelId="{E8AB8422-B216-41B6-A7EE-313C3C32849C}" type="presParOf" srcId="{95CB5F56-D459-4FAA-94E1-3369DA489EED}" destId="{6A06803E-4B24-45AE-B192-E8698391720F}" srcOrd="1" destOrd="0" presId="urn:microsoft.com/office/officeart/2008/layout/HalfCircleOrganizationChart"/>
    <dgm:cxn modelId="{780EC8B7-4F33-4BFB-A86D-FD3EB08BBDED}" type="presParOf" srcId="{95CB5F56-D459-4FAA-94E1-3369DA489EED}" destId="{0E5DAFAC-5F77-424B-A40E-E5FFA03AF1FF}" srcOrd="2" destOrd="0" presId="urn:microsoft.com/office/officeart/2008/layout/HalfCircleOrganizationChart"/>
    <dgm:cxn modelId="{72F763EC-D9A7-4E01-9FC1-5E8040EDEE96}" type="presParOf" srcId="{95CB5F56-D459-4FAA-94E1-3369DA489EED}" destId="{48341AFC-DF3A-4A6E-A866-1057F570D1BA}" srcOrd="3" destOrd="0" presId="urn:microsoft.com/office/officeart/2008/layout/HalfCircleOrganizationChart"/>
    <dgm:cxn modelId="{8F41E742-E9B7-445C-98E8-6FE025EB974E}" type="presParOf" srcId="{EE93DB3D-7901-412B-B8B2-4EB251A40317}" destId="{C9B28F93-AC66-45AA-A2A8-EF1F8E19F754}" srcOrd="1" destOrd="0" presId="urn:microsoft.com/office/officeart/2008/layout/HalfCircleOrganizationChart"/>
    <dgm:cxn modelId="{FEC87B48-6709-4341-9BE3-FE1174074797}" type="presParOf" srcId="{C9B28F93-AC66-45AA-A2A8-EF1F8E19F754}" destId="{708AC839-DF7B-4BD0-8318-4FA2E1EAC1C5}" srcOrd="0" destOrd="0" presId="urn:microsoft.com/office/officeart/2008/layout/HalfCircleOrganizationChart"/>
    <dgm:cxn modelId="{EFA097D3-F74B-4CDA-84AA-426362EDAFCC}" type="presParOf" srcId="{C9B28F93-AC66-45AA-A2A8-EF1F8E19F754}" destId="{F348BB2D-901C-4C64-80F2-F6C142F07006}" srcOrd="1" destOrd="0" presId="urn:microsoft.com/office/officeart/2008/layout/HalfCircleOrganizationChart"/>
    <dgm:cxn modelId="{C0FDFB45-F58C-4957-B26F-C7F8CDDCEA16}" type="presParOf" srcId="{F348BB2D-901C-4C64-80F2-F6C142F07006}" destId="{4D3A3381-E781-419D-8114-7BE245FE713B}" srcOrd="0" destOrd="0" presId="urn:microsoft.com/office/officeart/2008/layout/HalfCircleOrganizationChart"/>
    <dgm:cxn modelId="{2BE183BE-D316-42C4-98A3-DC043971EA01}" type="presParOf" srcId="{4D3A3381-E781-419D-8114-7BE245FE713B}" destId="{CB1C718E-AAB3-4740-AD8E-49EFBEA363B5}" srcOrd="0" destOrd="0" presId="urn:microsoft.com/office/officeart/2008/layout/HalfCircleOrganizationChart"/>
    <dgm:cxn modelId="{888F543F-F0F6-4292-BE2C-C59678BF50A2}" type="presParOf" srcId="{4D3A3381-E781-419D-8114-7BE245FE713B}" destId="{CBCB4D41-86DF-4C62-A120-049C7101238E}" srcOrd="1" destOrd="0" presId="urn:microsoft.com/office/officeart/2008/layout/HalfCircleOrganizationChart"/>
    <dgm:cxn modelId="{81E6B1BC-427F-4363-9A24-4BDD5539742D}" type="presParOf" srcId="{4D3A3381-E781-419D-8114-7BE245FE713B}" destId="{C471E677-1D73-4303-A6D0-CC4E9665EB6B}" srcOrd="2" destOrd="0" presId="urn:microsoft.com/office/officeart/2008/layout/HalfCircleOrganizationChart"/>
    <dgm:cxn modelId="{9343047F-38BF-4072-AE05-47548E800F9A}" type="presParOf" srcId="{4D3A3381-E781-419D-8114-7BE245FE713B}" destId="{D5405D1E-B3F7-47C3-9B52-B9553FEFD0DB}" srcOrd="3" destOrd="0" presId="urn:microsoft.com/office/officeart/2008/layout/HalfCircleOrganizationChart"/>
    <dgm:cxn modelId="{63442B9F-57FD-4DDF-9C3D-881A883B51F3}" type="presParOf" srcId="{F348BB2D-901C-4C64-80F2-F6C142F07006}" destId="{BE3FBFB3-0096-4FA6-B87B-EDCCFDF3F5EA}" srcOrd="1" destOrd="0" presId="urn:microsoft.com/office/officeart/2008/layout/HalfCircleOrganizationChart"/>
    <dgm:cxn modelId="{B3FE74C4-0FD4-463A-96D5-E35069FC0870}" type="presParOf" srcId="{F348BB2D-901C-4C64-80F2-F6C142F07006}" destId="{9E1355A6-A8A6-4141-AA8F-304FD1E7E802}" srcOrd="2" destOrd="0" presId="urn:microsoft.com/office/officeart/2008/layout/HalfCircleOrganizationChart"/>
    <dgm:cxn modelId="{1A9F654C-58F2-4420-ADCF-86757622A716}" type="presParOf" srcId="{EE93DB3D-7901-412B-B8B2-4EB251A40317}" destId="{4F65C111-E1AF-4FC2-955D-510A223208A1}" srcOrd="2" destOrd="0" presId="urn:microsoft.com/office/officeart/2008/layout/HalfCircleOrganizationChart"/>
    <dgm:cxn modelId="{3BF071EA-2F46-41F8-B906-C2ADE1FBD2B1}" type="presParOf" srcId="{D9146CA5-93FF-4A7C-BEE3-DEE651F54247}" destId="{E34D39EC-09DC-48C1-B773-733EB9BA2278}" srcOrd="2" destOrd="0" presId="urn:microsoft.com/office/officeart/2008/layout/HalfCircleOrganizationChart"/>
    <dgm:cxn modelId="{3B275951-61C0-4887-BD9F-8F3193F809E8}" type="presParOf" srcId="{D9146CA5-93FF-4A7C-BEE3-DEE651F54247}" destId="{C5C480DD-344B-4D0B-8FFF-8EC5502B4D9A}" srcOrd="3" destOrd="0" presId="urn:microsoft.com/office/officeart/2008/layout/HalfCircleOrganizationChart"/>
    <dgm:cxn modelId="{7E60DF9C-BA10-4EEF-A21A-FC9BCED63BE9}" type="presParOf" srcId="{C5C480DD-344B-4D0B-8FFF-8EC5502B4D9A}" destId="{083B92CB-1161-438F-9BE1-DB3B7789C63A}" srcOrd="0" destOrd="0" presId="urn:microsoft.com/office/officeart/2008/layout/HalfCircleOrganizationChart"/>
    <dgm:cxn modelId="{E6E9B229-A4EA-4F40-8487-9003879B37AC}" type="presParOf" srcId="{083B92CB-1161-438F-9BE1-DB3B7789C63A}" destId="{36671C6B-7D95-4CCE-A323-B260AE87D717}" srcOrd="0" destOrd="0" presId="urn:microsoft.com/office/officeart/2008/layout/HalfCircleOrganizationChart"/>
    <dgm:cxn modelId="{B36E082D-7137-4460-B7CA-B14195175DF5}" type="presParOf" srcId="{083B92CB-1161-438F-9BE1-DB3B7789C63A}" destId="{C57EA1C0-61D5-4017-B71B-F21DFFE635AF}" srcOrd="1" destOrd="0" presId="urn:microsoft.com/office/officeart/2008/layout/HalfCircleOrganizationChart"/>
    <dgm:cxn modelId="{48375A1D-D321-440F-ACEF-612932FDD2AE}" type="presParOf" srcId="{083B92CB-1161-438F-9BE1-DB3B7789C63A}" destId="{BCFC6298-2509-45CB-8732-AF22115F523A}" srcOrd="2" destOrd="0" presId="urn:microsoft.com/office/officeart/2008/layout/HalfCircleOrganizationChart"/>
    <dgm:cxn modelId="{DD79A679-A91E-4A2E-8835-3C6A7C12CC4A}" type="presParOf" srcId="{083B92CB-1161-438F-9BE1-DB3B7789C63A}" destId="{2CAD96E1-585C-4ACB-BE5E-20D85139BDFA}" srcOrd="3" destOrd="0" presId="urn:microsoft.com/office/officeart/2008/layout/HalfCircleOrganizationChart"/>
    <dgm:cxn modelId="{4407B0B0-ACA9-40CE-9F2A-42A557E7898D}" type="presParOf" srcId="{C5C480DD-344B-4D0B-8FFF-8EC5502B4D9A}" destId="{8FFFBACA-55AD-40D1-A4AB-7BF82DB8047C}" srcOrd="1" destOrd="0" presId="urn:microsoft.com/office/officeart/2008/layout/HalfCircleOrganizationChart"/>
    <dgm:cxn modelId="{27C4BAEE-8357-4C9E-9A5A-B641DFB5373B}" type="presParOf" srcId="{8FFFBACA-55AD-40D1-A4AB-7BF82DB8047C}" destId="{4952C0B1-895F-4E03-8BA4-CC2582CE1552}" srcOrd="0" destOrd="0" presId="urn:microsoft.com/office/officeart/2008/layout/HalfCircleOrganizationChart"/>
    <dgm:cxn modelId="{5F83EE6F-0B73-4365-9072-E8DEBEC1B8D9}" type="presParOf" srcId="{8FFFBACA-55AD-40D1-A4AB-7BF82DB8047C}" destId="{A913E8CC-4059-401A-9254-205C02460924}" srcOrd="1" destOrd="0" presId="urn:microsoft.com/office/officeart/2008/layout/HalfCircleOrganizationChart"/>
    <dgm:cxn modelId="{2DCB721B-4672-44F3-B934-1482C6248CC8}" type="presParOf" srcId="{A913E8CC-4059-401A-9254-205C02460924}" destId="{E6D3E8C6-177C-4F04-BF44-48F7578BE632}" srcOrd="0" destOrd="0" presId="urn:microsoft.com/office/officeart/2008/layout/HalfCircleOrganizationChart"/>
    <dgm:cxn modelId="{6DB907CE-EB30-4324-BEA6-28062C7B9428}" type="presParOf" srcId="{E6D3E8C6-177C-4F04-BF44-48F7578BE632}" destId="{2FDBB7AF-7AA5-4D86-B669-7C1FD4BDC693}" srcOrd="0" destOrd="0" presId="urn:microsoft.com/office/officeart/2008/layout/HalfCircleOrganizationChart"/>
    <dgm:cxn modelId="{C57F288A-6809-491F-B627-AB06C5E69CEB}" type="presParOf" srcId="{E6D3E8C6-177C-4F04-BF44-48F7578BE632}" destId="{5FEF33AB-C2F8-4025-8767-DE88EB9DC855}" srcOrd="1" destOrd="0" presId="urn:microsoft.com/office/officeart/2008/layout/HalfCircleOrganizationChart"/>
    <dgm:cxn modelId="{323050FD-A9F1-4C0A-8C9E-3DBB57F1494D}" type="presParOf" srcId="{E6D3E8C6-177C-4F04-BF44-48F7578BE632}" destId="{4C8B44ED-4291-49B3-87B3-744658B62F7B}" srcOrd="2" destOrd="0" presId="urn:microsoft.com/office/officeart/2008/layout/HalfCircleOrganizationChart"/>
    <dgm:cxn modelId="{2FA4B759-D6E5-4F72-8BBD-577D74397E8B}" type="presParOf" srcId="{E6D3E8C6-177C-4F04-BF44-48F7578BE632}" destId="{C19A22BE-A6F3-4239-BA4A-BE8E6C12623F}" srcOrd="3" destOrd="0" presId="urn:microsoft.com/office/officeart/2008/layout/HalfCircleOrganizationChart"/>
    <dgm:cxn modelId="{B2FD4C60-F84D-4F20-8FB8-697DE2C6A205}" type="presParOf" srcId="{A913E8CC-4059-401A-9254-205C02460924}" destId="{175F74DD-4BC3-4893-A2C0-DC30ACFB8FAC}" srcOrd="1" destOrd="0" presId="urn:microsoft.com/office/officeart/2008/layout/HalfCircleOrganizationChart"/>
    <dgm:cxn modelId="{44931F2D-47B7-4E9B-AABA-71481E16C65F}" type="presParOf" srcId="{A913E8CC-4059-401A-9254-205C02460924}" destId="{1E44CC96-A13E-4996-9F94-DE471C64D9F8}" srcOrd="2" destOrd="0" presId="urn:microsoft.com/office/officeart/2008/layout/HalfCircleOrganizationChart"/>
    <dgm:cxn modelId="{A4FEE2A3-5519-42F2-9EA3-0243090A03C5}" type="presParOf" srcId="{C5C480DD-344B-4D0B-8FFF-8EC5502B4D9A}" destId="{AEA44CE6-D3E1-4C1C-949A-921CB13076DF}" srcOrd="2" destOrd="0" presId="urn:microsoft.com/office/officeart/2008/layout/HalfCircleOrganizationChart"/>
    <dgm:cxn modelId="{BB89A99A-419C-4793-AD88-EC78BC5AE5F1}" type="presParOf" srcId="{D9146CA5-93FF-4A7C-BEE3-DEE651F54247}" destId="{50B046E1-A324-4BB8-B1DB-87D74133754E}" srcOrd="4" destOrd="0" presId="urn:microsoft.com/office/officeart/2008/layout/HalfCircleOrganizationChart"/>
    <dgm:cxn modelId="{31D7D6C2-2EDB-4878-B486-86AA7718FC46}" type="presParOf" srcId="{D9146CA5-93FF-4A7C-BEE3-DEE651F54247}" destId="{E90B7A0D-6D18-4BDE-91BA-548267CB087B}" srcOrd="5" destOrd="0" presId="urn:microsoft.com/office/officeart/2008/layout/HalfCircleOrganizationChart"/>
    <dgm:cxn modelId="{54B0338A-8DEC-4E39-929C-A4FA9978A6BF}" type="presParOf" srcId="{E90B7A0D-6D18-4BDE-91BA-548267CB087B}" destId="{5F602FD6-A682-48CA-91B3-ECC634BCDE75}" srcOrd="0" destOrd="0" presId="urn:microsoft.com/office/officeart/2008/layout/HalfCircleOrganizationChart"/>
    <dgm:cxn modelId="{00366CDF-9035-48CF-8AF5-BC9543D4B785}" type="presParOf" srcId="{5F602FD6-A682-48CA-91B3-ECC634BCDE75}" destId="{C4A887F5-DADD-43F6-BCCD-989B84AC0DBB}" srcOrd="0" destOrd="0" presId="urn:microsoft.com/office/officeart/2008/layout/HalfCircleOrganizationChart"/>
    <dgm:cxn modelId="{1507C251-6FE0-436F-92A9-1CD5EAA1624C}" type="presParOf" srcId="{5F602FD6-A682-48CA-91B3-ECC634BCDE75}" destId="{7E9424D9-4279-4B5D-A9BF-7B0510BE63B9}" srcOrd="1" destOrd="0" presId="urn:microsoft.com/office/officeart/2008/layout/HalfCircleOrganizationChart"/>
    <dgm:cxn modelId="{7EF89E39-13F7-452D-84BD-08E7F8A85F25}" type="presParOf" srcId="{5F602FD6-A682-48CA-91B3-ECC634BCDE75}" destId="{523B8128-18A3-4043-978F-DA8037E9683F}" srcOrd="2" destOrd="0" presId="urn:microsoft.com/office/officeart/2008/layout/HalfCircleOrganizationChart"/>
    <dgm:cxn modelId="{0610777F-347B-412E-91F7-70ADB46B43FE}" type="presParOf" srcId="{5F602FD6-A682-48CA-91B3-ECC634BCDE75}" destId="{DD540CB8-5ECB-49AF-83A7-923D3EE967BC}" srcOrd="3" destOrd="0" presId="urn:microsoft.com/office/officeart/2008/layout/HalfCircleOrganizationChart"/>
    <dgm:cxn modelId="{C0AE6554-78CF-433A-8F28-0B94962FB3E5}" type="presParOf" srcId="{E90B7A0D-6D18-4BDE-91BA-548267CB087B}" destId="{A43D2216-2F44-4684-A96C-6DA59C9E5674}" srcOrd="1" destOrd="0" presId="urn:microsoft.com/office/officeart/2008/layout/HalfCircleOrganizationChart"/>
    <dgm:cxn modelId="{5EEB081B-EA15-4BFB-B2E2-1C5032CD33CD}" type="presParOf" srcId="{A43D2216-2F44-4684-A96C-6DA59C9E5674}" destId="{6FAF4DC5-B9B8-4415-AFBD-6DAC89257A63}" srcOrd="0" destOrd="0" presId="urn:microsoft.com/office/officeart/2008/layout/HalfCircleOrganizationChart"/>
    <dgm:cxn modelId="{3B6A1C6D-8308-4505-AF95-F09BDDE57D01}" type="presParOf" srcId="{A43D2216-2F44-4684-A96C-6DA59C9E5674}" destId="{43D8D1AC-C3DE-4524-B8A5-89510D21A084}" srcOrd="1" destOrd="0" presId="urn:microsoft.com/office/officeart/2008/layout/HalfCircleOrganizationChart"/>
    <dgm:cxn modelId="{B63793E7-4A4A-4712-8F31-61D247DCD39F}" type="presParOf" srcId="{43D8D1AC-C3DE-4524-B8A5-89510D21A084}" destId="{BEED43AB-8ABD-44C7-9BBB-B66971AF0129}" srcOrd="0" destOrd="0" presId="urn:microsoft.com/office/officeart/2008/layout/HalfCircleOrganizationChart"/>
    <dgm:cxn modelId="{617D909E-0150-4501-807F-3E10C4AEEC19}" type="presParOf" srcId="{BEED43AB-8ABD-44C7-9BBB-B66971AF0129}" destId="{D8AC1915-BA44-4D57-A6B9-B395D50AAA55}" srcOrd="0" destOrd="0" presId="urn:microsoft.com/office/officeart/2008/layout/HalfCircleOrganizationChart"/>
    <dgm:cxn modelId="{D1E83A83-4978-4329-A084-F4202167A439}" type="presParOf" srcId="{BEED43AB-8ABD-44C7-9BBB-B66971AF0129}" destId="{13D636B7-F95D-4828-AE15-5F84E2265D56}" srcOrd="1" destOrd="0" presId="urn:microsoft.com/office/officeart/2008/layout/HalfCircleOrganizationChart"/>
    <dgm:cxn modelId="{9F4AFE5D-4D10-4ECC-997F-2FF01CDE4256}" type="presParOf" srcId="{BEED43AB-8ABD-44C7-9BBB-B66971AF0129}" destId="{B68D9128-A2EC-4262-B79F-61D9CCA8E850}" srcOrd="2" destOrd="0" presId="urn:microsoft.com/office/officeart/2008/layout/HalfCircleOrganizationChart"/>
    <dgm:cxn modelId="{CC310F71-C458-4E86-A7B5-7F9D71BF4B5E}" type="presParOf" srcId="{BEED43AB-8ABD-44C7-9BBB-B66971AF0129}" destId="{0A9289E6-6AD9-40FF-A48B-D8E475FBD2DC}" srcOrd="3" destOrd="0" presId="urn:microsoft.com/office/officeart/2008/layout/HalfCircleOrganizationChart"/>
    <dgm:cxn modelId="{A6F6A5F6-9682-4A89-8C63-52CFE7DC4291}" type="presParOf" srcId="{43D8D1AC-C3DE-4524-B8A5-89510D21A084}" destId="{C31CC2E4-A179-4BB9-9DAB-4D428AB33D86}" srcOrd="1" destOrd="0" presId="urn:microsoft.com/office/officeart/2008/layout/HalfCircleOrganizationChart"/>
    <dgm:cxn modelId="{015F3A4E-B187-46B4-8937-4DE7330E3541}" type="presParOf" srcId="{43D8D1AC-C3DE-4524-B8A5-89510D21A084}" destId="{6C042D03-56CA-4433-8118-CDC4182672F6}" srcOrd="2" destOrd="0" presId="urn:microsoft.com/office/officeart/2008/layout/HalfCircleOrganizationChart"/>
    <dgm:cxn modelId="{AE5B5981-EECD-4B66-B062-364931654F04}" type="presParOf" srcId="{E90B7A0D-6D18-4BDE-91BA-548267CB087B}" destId="{5372334B-43B8-4BCF-8C9B-A54555395604}" srcOrd="2" destOrd="0" presId="urn:microsoft.com/office/officeart/2008/layout/HalfCircleOrganizationChart"/>
    <dgm:cxn modelId="{3ACD5DB7-8D6C-43FE-BFE5-2C6620CAC328}" type="presParOf" srcId="{FEACF771-BDDD-4981-9FD7-3DDE2D25FC10}" destId="{157B1C40-294B-42AA-85BE-1DD4E593480F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96B9D-C364-440C-B038-B8E73043B22E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CAACF-D403-454F-9AC7-293F977655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CAACF-D403-454F-9AC7-293F977655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26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6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0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84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67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76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17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31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12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07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478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834564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923933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10972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24998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609857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494277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912864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9312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18933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782843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3048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D0C6E-6404-4742-958A-149D35D43610}" type="datetimeFigureOut">
              <a:rPr lang="zh-CN" altLang="en-US" smtClean="0"/>
              <a:t>2014/10/2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5D25BA-8689-41CB-9B5F-2B344C009B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286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A56EC-7460-40FF-9DDC-0BBE3F8C4B4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2014/10/2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F72B0-877E-4BE5-92BB-74CFC95E9F2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681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870200"/>
            <a:ext cx="12192000" cy="1981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111111"/>
                </a:solidFill>
                <a:latin typeface="Helvetica" panose="020B0604020202020204" pitchFamily="34" charset="0"/>
              </a:rPr>
              <a:t> 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522" y="1391394"/>
            <a:ext cx="2857500" cy="4229100"/>
          </a:xfrm>
          <a:prstGeom prst="rect">
            <a:avLst/>
          </a:prstGeom>
          <a:effectLst>
            <a:outerShdw blurRad="139700" dist="38100" algn="l" rotWithShape="0">
              <a:prstClr val="black">
                <a:alpha val="40000"/>
              </a:prstClr>
            </a:outerShdw>
            <a:softEdge rad="0"/>
          </a:effectLst>
        </p:spPr>
      </p:pic>
      <p:sp>
        <p:nvSpPr>
          <p:cNvPr id="3" name="文本框 2"/>
          <p:cNvSpPr txBox="1"/>
          <p:nvPr/>
        </p:nvSpPr>
        <p:spPr>
          <a:xfrm>
            <a:off x="7292181" y="3044279"/>
            <a:ext cx="368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 smtClean="0">
                <a:latin typeface="方正超粗黑简体" panose="02010601030101010101" pitchFamily="2" charset="-122"/>
                <a:ea typeface="方正超粗黑简体" panose="02010601030101010101" pitchFamily="2" charset="-122"/>
              </a:rPr>
              <a:t>拖延心理学</a:t>
            </a:r>
            <a:endParaRPr lang="zh-CN" altLang="en-US" sz="5400" dirty="0">
              <a:latin typeface="方正超粗黑简体" panose="02010601030101010101" pitchFamily="2" charset="-122"/>
              <a:ea typeface="方正超粗黑简体" panose="02010601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25777" y="4029506"/>
            <a:ext cx="2956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 [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博克</a:t>
            </a:r>
            <a:endParaRPr lang="en-US" altLang="zh-CN" sz="2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[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莱诺拉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袁</a:t>
            </a:r>
            <a:endParaRPr lang="zh-CN" altLang="en-US" sz="2400" b="1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462450" y="5032014"/>
            <a:ext cx="1663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PPT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hela</a:t>
            </a:r>
            <a:endParaRPr lang="zh-CN" altLang="en-US" sz="16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987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41086" y="2474416"/>
            <a:ext cx="234574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什么是拖延？</a:t>
            </a:r>
            <a:endParaRPr lang="zh-CN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1099" y="1527537"/>
            <a:ext cx="2839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为什么会拖延？</a:t>
            </a:r>
            <a:endParaRPr lang="zh-CN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69" t="37485" r="11377" b="427"/>
          <a:stretch/>
        </p:blipFill>
        <p:spPr>
          <a:xfrm>
            <a:off x="4020478" y="3599226"/>
            <a:ext cx="4151043" cy="3390189"/>
          </a:xfrm>
          <a:custGeom>
            <a:avLst/>
            <a:gdLst>
              <a:gd name="connsiteX0" fmla="*/ 2657475 w 5084928"/>
              <a:gd name="connsiteY0" fmla="*/ 0 h 4152900"/>
              <a:gd name="connsiteX1" fmla="*/ 2828925 w 5084928"/>
              <a:gd name="connsiteY1" fmla="*/ 85725 h 4152900"/>
              <a:gd name="connsiteX2" fmla="*/ 2962275 w 5084928"/>
              <a:gd name="connsiteY2" fmla="*/ 76200 h 4152900"/>
              <a:gd name="connsiteX3" fmla="*/ 3200400 w 5084928"/>
              <a:gd name="connsiteY3" fmla="*/ 342900 h 4152900"/>
              <a:gd name="connsiteX4" fmla="*/ 3390900 w 5084928"/>
              <a:gd name="connsiteY4" fmla="*/ 781050 h 4152900"/>
              <a:gd name="connsiteX5" fmla="*/ 3533775 w 5084928"/>
              <a:gd name="connsiteY5" fmla="*/ 1371600 h 4152900"/>
              <a:gd name="connsiteX6" fmla="*/ 3476625 w 5084928"/>
              <a:gd name="connsiteY6" fmla="*/ 1504950 h 4152900"/>
              <a:gd name="connsiteX7" fmla="*/ 3476625 w 5084928"/>
              <a:gd name="connsiteY7" fmla="*/ 1600200 h 4152900"/>
              <a:gd name="connsiteX8" fmla="*/ 3286125 w 5084928"/>
              <a:gd name="connsiteY8" fmla="*/ 1847850 h 4152900"/>
              <a:gd name="connsiteX9" fmla="*/ 3524250 w 5084928"/>
              <a:gd name="connsiteY9" fmla="*/ 1924050 h 4152900"/>
              <a:gd name="connsiteX10" fmla="*/ 3724275 w 5084928"/>
              <a:gd name="connsiteY10" fmla="*/ 1962150 h 4152900"/>
              <a:gd name="connsiteX11" fmla="*/ 3886200 w 5084928"/>
              <a:gd name="connsiteY11" fmla="*/ 2095500 h 4152900"/>
              <a:gd name="connsiteX12" fmla="*/ 3905250 w 5084928"/>
              <a:gd name="connsiteY12" fmla="*/ 2200275 h 4152900"/>
              <a:gd name="connsiteX13" fmla="*/ 4086225 w 5084928"/>
              <a:gd name="connsiteY13" fmla="*/ 2800350 h 4152900"/>
              <a:gd name="connsiteX14" fmla="*/ 4400550 w 5084928"/>
              <a:gd name="connsiteY14" fmla="*/ 3419475 h 4152900"/>
              <a:gd name="connsiteX15" fmla="*/ 4381500 w 5084928"/>
              <a:gd name="connsiteY15" fmla="*/ 3600450 h 4152900"/>
              <a:gd name="connsiteX16" fmla="*/ 4238625 w 5084928"/>
              <a:gd name="connsiteY16" fmla="*/ 3857625 h 4152900"/>
              <a:gd name="connsiteX17" fmla="*/ 5084928 w 5084928"/>
              <a:gd name="connsiteY17" fmla="*/ 3857625 h 4152900"/>
              <a:gd name="connsiteX18" fmla="*/ 5084928 w 5084928"/>
              <a:gd name="connsiteY18" fmla="*/ 3901708 h 4152900"/>
              <a:gd name="connsiteX19" fmla="*/ 5076825 w 5084928"/>
              <a:gd name="connsiteY19" fmla="*/ 4152900 h 4152900"/>
              <a:gd name="connsiteX20" fmla="*/ 0 w 5084928"/>
              <a:gd name="connsiteY20" fmla="*/ 4152900 h 4152900"/>
              <a:gd name="connsiteX21" fmla="*/ 0 w 5084928"/>
              <a:gd name="connsiteY21" fmla="*/ 3895725 h 4152900"/>
              <a:gd name="connsiteX22" fmla="*/ 857250 w 5084928"/>
              <a:gd name="connsiteY22" fmla="*/ 3895725 h 4152900"/>
              <a:gd name="connsiteX23" fmla="*/ 828675 w 5084928"/>
              <a:gd name="connsiteY23" fmla="*/ 3543300 h 4152900"/>
              <a:gd name="connsiteX24" fmla="*/ 857250 w 5084928"/>
              <a:gd name="connsiteY24" fmla="*/ 3257550 h 4152900"/>
              <a:gd name="connsiteX25" fmla="*/ 876300 w 5084928"/>
              <a:gd name="connsiteY25" fmla="*/ 2638425 h 4152900"/>
              <a:gd name="connsiteX26" fmla="*/ 1057275 w 5084928"/>
              <a:gd name="connsiteY26" fmla="*/ 2609850 h 4152900"/>
              <a:gd name="connsiteX27" fmla="*/ 1085850 w 5084928"/>
              <a:gd name="connsiteY27" fmla="*/ 2343150 h 4152900"/>
              <a:gd name="connsiteX28" fmla="*/ 1181100 w 5084928"/>
              <a:gd name="connsiteY28" fmla="*/ 2133600 h 4152900"/>
              <a:gd name="connsiteX29" fmla="*/ 1209675 w 5084928"/>
              <a:gd name="connsiteY29" fmla="*/ 1981200 h 4152900"/>
              <a:gd name="connsiteX30" fmla="*/ 1390650 w 5084928"/>
              <a:gd name="connsiteY30" fmla="*/ 1847850 h 4152900"/>
              <a:gd name="connsiteX31" fmla="*/ 1514475 w 5084928"/>
              <a:gd name="connsiteY31" fmla="*/ 1847850 h 4152900"/>
              <a:gd name="connsiteX32" fmla="*/ 1590675 w 5084928"/>
              <a:gd name="connsiteY32" fmla="*/ 1847850 h 4152900"/>
              <a:gd name="connsiteX33" fmla="*/ 1905000 w 5084928"/>
              <a:gd name="connsiteY33" fmla="*/ 1666875 h 4152900"/>
              <a:gd name="connsiteX34" fmla="*/ 1724025 w 5084928"/>
              <a:gd name="connsiteY34" fmla="*/ 1162050 h 4152900"/>
              <a:gd name="connsiteX35" fmla="*/ 1866900 w 5084928"/>
              <a:gd name="connsiteY35" fmla="*/ 552450 h 4152900"/>
              <a:gd name="connsiteX36" fmla="*/ 2219325 w 5084928"/>
              <a:gd name="connsiteY36" fmla="*/ 114300 h 415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084928" h="4152900">
                <a:moveTo>
                  <a:pt x="2657475" y="0"/>
                </a:moveTo>
                <a:lnTo>
                  <a:pt x="2828925" y="85725"/>
                </a:lnTo>
                <a:lnTo>
                  <a:pt x="2962275" y="76200"/>
                </a:lnTo>
                <a:lnTo>
                  <a:pt x="3200400" y="342900"/>
                </a:lnTo>
                <a:lnTo>
                  <a:pt x="3390900" y="781050"/>
                </a:lnTo>
                <a:lnTo>
                  <a:pt x="3533775" y="1371600"/>
                </a:lnTo>
                <a:lnTo>
                  <a:pt x="3476625" y="1504950"/>
                </a:lnTo>
                <a:lnTo>
                  <a:pt x="3476625" y="1600200"/>
                </a:lnTo>
                <a:lnTo>
                  <a:pt x="3286125" y="1847850"/>
                </a:lnTo>
                <a:lnTo>
                  <a:pt x="3524250" y="1924050"/>
                </a:lnTo>
                <a:lnTo>
                  <a:pt x="3724275" y="1962150"/>
                </a:lnTo>
                <a:lnTo>
                  <a:pt x="3886200" y="2095500"/>
                </a:lnTo>
                <a:lnTo>
                  <a:pt x="3905250" y="2200275"/>
                </a:lnTo>
                <a:lnTo>
                  <a:pt x="4086225" y="2800350"/>
                </a:lnTo>
                <a:lnTo>
                  <a:pt x="4400550" y="3419475"/>
                </a:lnTo>
                <a:lnTo>
                  <a:pt x="4381500" y="3600450"/>
                </a:lnTo>
                <a:lnTo>
                  <a:pt x="4238625" y="3857625"/>
                </a:lnTo>
                <a:lnTo>
                  <a:pt x="5084928" y="3857625"/>
                </a:lnTo>
                <a:lnTo>
                  <a:pt x="5084928" y="3901708"/>
                </a:lnTo>
                <a:lnTo>
                  <a:pt x="5076825" y="4152900"/>
                </a:lnTo>
                <a:lnTo>
                  <a:pt x="0" y="4152900"/>
                </a:lnTo>
                <a:lnTo>
                  <a:pt x="0" y="3895725"/>
                </a:lnTo>
                <a:lnTo>
                  <a:pt x="857250" y="3895725"/>
                </a:lnTo>
                <a:lnTo>
                  <a:pt x="828675" y="3543300"/>
                </a:lnTo>
                <a:lnTo>
                  <a:pt x="857250" y="3257550"/>
                </a:lnTo>
                <a:lnTo>
                  <a:pt x="876300" y="2638425"/>
                </a:lnTo>
                <a:lnTo>
                  <a:pt x="1057275" y="2609850"/>
                </a:lnTo>
                <a:lnTo>
                  <a:pt x="1085850" y="2343150"/>
                </a:lnTo>
                <a:lnTo>
                  <a:pt x="1181100" y="2133600"/>
                </a:lnTo>
                <a:lnTo>
                  <a:pt x="1209675" y="1981200"/>
                </a:lnTo>
                <a:lnTo>
                  <a:pt x="1390650" y="1847850"/>
                </a:lnTo>
                <a:lnTo>
                  <a:pt x="1514475" y="1847850"/>
                </a:lnTo>
                <a:lnTo>
                  <a:pt x="1590675" y="1847850"/>
                </a:lnTo>
                <a:lnTo>
                  <a:pt x="1905000" y="1666875"/>
                </a:lnTo>
                <a:lnTo>
                  <a:pt x="1724025" y="1162050"/>
                </a:lnTo>
                <a:lnTo>
                  <a:pt x="1866900" y="552450"/>
                </a:lnTo>
                <a:lnTo>
                  <a:pt x="2219325" y="114300"/>
                </a:lnTo>
                <a:close/>
              </a:path>
            </a:pathLst>
          </a:custGeom>
          <a:effectLst>
            <a:softEdge rad="63500"/>
          </a:effectLst>
        </p:spPr>
      </p:pic>
      <p:cxnSp>
        <p:nvCxnSpPr>
          <p:cNvPr id="21" name="直接连接符 20"/>
          <p:cNvCxnSpPr>
            <a:stCxn id="19" idx="35"/>
          </p:cNvCxnSpPr>
          <p:nvPr/>
        </p:nvCxnSpPr>
        <p:spPr>
          <a:xfrm flipH="1" flipV="1">
            <a:off x="4192782" y="2950816"/>
            <a:ext cx="1351726" cy="1099398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9" idx="36"/>
          </p:cNvCxnSpPr>
          <p:nvPr/>
        </p:nvCxnSpPr>
        <p:spPr>
          <a:xfrm flipH="1" flipV="1">
            <a:off x="4965037" y="2047837"/>
            <a:ext cx="867170" cy="1644697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6408364" y="1349606"/>
            <a:ext cx="1152505" cy="2249620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8137026" y="2131034"/>
            <a:ext cx="2815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怎样面对拖延？</a:t>
            </a:r>
            <a:endParaRPr lang="zh-CN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>
            <a:stCxn id="19" idx="4"/>
          </p:cNvCxnSpPr>
          <p:nvPr/>
        </p:nvCxnSpPr>
        <p:spPr>
          <a:xfrm flipV="1">
            <a:off x="6788614" y="2639319"/>
            <a:ext cx="1719502" cy="1597511"/>
          </a:xfrm>
          <a:prstGeom prst="line">
            <a:avLst/>
          </a:prstGeom>
          <a:ln w="127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215530" y="841807"/>
            <a:ext cx="26906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如何减少拖延？</a:t>
            </a:r>
            <a:endParaRPr lang="zh-CN" altLang="en-US" sz="2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8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2116" y="-1843083"/>
            <a:ext cx="3302759" cy="11079956"/>
          </a:xfrm>
          <a:prstGeom prst="rect">
            <a:avLst/>
          </a:prstGeom>
          <a:noFill/>
          <a:effectLst>
            <a:reflection endPos="65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71400" dirty="0" smtClean="0">
                <a:solidFill>
                  <a:srgbClr val="FFFF00">
                    <a:alpha val="30000"/>
                  </a:srgbClr>
                </a:solidFill>
                <a:effectLst>
                  <a:reflection endPos="0" dist="50800" dir="5400000" sy="-100000" algn="bl" rotWithShape="0"/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1</a:t>
            </a:r>
            <a:endParaRPr lang="zh-CN" altLang="en-US" sz="71400" dirty="0">
              <a:solidFill>
                <a:srgbClr val="FFFF00">
                  <a:alpha val="30000"/>
                </a:srgbClr>
              </a:solidFill>
              <a:effectLst>
                <a:reflection endPos="0" dist="50800" dir="5400000" sy="-100000" algn="bl" rotWithShape="0"/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88151" y="4118429"/>
            <a:ext cx="543654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什么是拖延？</a:t>
            </a:r>
          </a:p>
        </p:txBody>
      </p:sp>
      <p:sp>
        <p:nvSpPr>
          <p:cNvPr id="4" name="矩形 3"/>
          <p:cNvSpPr/>
          <p:nvPr/>
        </p:nvSpPr>
        <p:spPr>
          <a:xfrm>
            <a:off x="5817705" y="5166872"/>
            <a:ext cx="6236386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弄清拖延有没有成为你的一个问题，有一个办法就是看它是不是让你烦恼不已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。并且，他们通常会陷入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······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957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4072217" y="1319053"/>
            <a:ext cx="4047565" cy="404756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007924" y="2270627"/>
            <a:ext cx="212463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拖 延怪 圈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102132" y="5849012"/>
            <a:ext cx="0" cy="1844565"/>
          </a:xfrm>
          <a:prstGeom prst="line">
            <a:avLst/>
          </a:prstGeom>
          <a:ln w="76200">
            <a:solidFill>
              <a:srgbClr val="FFFF00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6005788" y="5737626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05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6094413" y="-118243"/>
            <a:ext cx="0" cy="2380593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6299366" y="87816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这次我想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早点开始</a:t>
            </a:r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4041296" y="2611640"/>
            <a:ext cx="1738080" cy="0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弧形 39"/>
          <p:cNvSpPr/>
          <p:nvPr/>
        </p:nvSpPr>
        <p:spPr>
          <a:xfrm rot="5400000">
            <a:off x="5362877" y="1880103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弧形 40"/>
          <p:cNvSpPr/>
          <p:nvPr/>
        </p:nvSpPr>
        <p:spPr>
          <a:xfrm rot="16200000">
            <a:off x="3707771" y="2610215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3706345" y="2960929"/>
            <a:ext cx="1" cy="2102786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弧形 48"/>
          <p:cNvSpPr/>
          <p:nvPr/>
        </p:nvSpPr>
        <p:spPr>
          <a:xfrm rot="10800000">
            <a:off x="3710351" y="4697234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H="1">
            <a:off x="4059641" y="5427346"/>
            <a:ext cx="2931102" cy="2849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弧形 51"/>
          <p:cNvSpPr/>
          <p:nvPr/>
        </p:nvSpPr>
        <p:spPr>
          <a:xfrm>
            <a:off x="6609921" y="5427346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>
            <a:off x="7340032" y="5793826"/>
            <a:ext cx="0" cy="2380593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5991936" y="1037294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602526" y="3833632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08686" y="3666639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我得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马上</a:t>
            </a:r>
            <a:r>
              <a:rPr lang="zh-CN" altLang="en-US" sz="28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</a:t>
            </a:r>
            <a:endParaRPr lang="en-US" altLang="zh-CN" sz="2800" b="1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4705" y="4208684"/>
            <a:ext cx="2305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已经过了自己设定的早点开始的时间，开始焦虑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86488" y="1512196"/>
            <a:ext cx="5742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因为有过拖延的经历，所以觉得早点开始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909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7341032" y="-244389"/>
            <a:ext cx="0" cy="2380593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弧形 16"/>
          <p:cNvSpPr/>
          <p:nvPr/>
        </p:nvSpPr>
        <p:spPr>
          <a:xfrm rot="5400000">
            <a:off x="6608358" y="1753975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23" idx="2"/>
          </p:cNvCxnSpPr>
          <p:nvPr/>
        </p:nvCxnSpPr>
        <p:spPr>
          <a:xfrm>
            <a:off x="4072827" y="2485512"/>
            <a:ext cx="2904729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弧形 22"/>
          <p:cNvSpPr/>
          <p:nvPr/>
        </p:nvSpPr>
        <p:spPr>
          <a:xfrm rot="16200000">
            <a:off x="3707771" y="2484087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连接符 28"/>
          <p:cNvCxnSpPr/>
          <p:nvPr/>
        </p:nvCxnSpPr>
        <p:spPr>
          <a:xfrm>
            <a:off x="3706346" y="2840861"/>
            <a:ext cx="0" cy="2475186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弧形 29"/>
          <p:cNvSpPr/>
          <p:nvPr/>
        </p:nvSpPr>
        <p:spPr>
          <a:xfrm rot="10632417">
            <a:off x="3710351" y="4886423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弧形 32"/>
          <p:cNvSpPr/>
          <p:nvPr/>
        </p:nvSpPr>
        <p:spPr>
          <a:xfrm>
            <a:off x="5364437" y="5616538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连接符 35"/>
          <p:cNvCxnSpPr/>
          <p:nvPr/>
        </p:nvCxnSpPr>
        <p:spPr>
          <a:xfrm>
            <a:off x="6094548" y="5967253"/>
            <a:ext cx="0" cy="1679025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4045967" y="5618949"/>
            <a:ext cx="1764939" cy="1"/>
          </a:xfrm>
          <a:prstGeom prst="line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/>
          <p:cNvSpPr/>
          <p:nvPr/>
        </p:nvSpPr>
        <p:spPr>
          <a:xfrm>
            <a:off x="7240483" y="945907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3606934" y="3288254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545984" y="786773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不开始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又怎么样了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11410" y="3129120"/>
            <a:ext cx="2062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还有时间</a:t>
            </a:r>
          </a:p>
        </p:txBody>
      </p:sp>
      <p:sp>
        <p:nvSpPr>
          <p:cNvPr id="4" name="矩形 3"/>
          <p:cNvSpPr/>
          <p:nvPr/>
        </p:nvSpPr>
        <p:spPr>
          <a:xfrm>
            <a:off x="7545984" y="1302824"/>
            <a:ext cx="412049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我在后悔为什么没有早点开始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可以做任何事，除了这件</a:t>
            </a:r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但是我在其他事中无法获得快乐，因为我会始终在想这件事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同时，我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希望没人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发现我在拖延，于是我在瞎忙一些不相关的事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0500" y="3709122"/>
            <a:ext cx="2026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自我安慰，此时已经无法在自己设想的时间内完成这件事</a:t>
            </a:r>
          </a:p>
        </p:txBody>
      </p:sp>
    </p:spTree>
    <p:extLst>
      <p:ext uri="{BB962C8B-B14F-4D97-AF65-F5344CB8AC3E}">
        <p14:creationId xmlns:p14="http://schemas.microsoft.com/office/powerpoint/2010/main" val="101879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08727" y="-651163"/>
            <a:ext cx="0" cy="3590592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6012940" y="939180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弧形 16"/>
          <p:cNvSpPr/>
          <p:nvPr/>
        </p:nvSpPr>
        <p:spPr>
          <a:xfrm rot="5400000">
            <a:off x="5363012" y="2572948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弧形 17"/>
          <p:cNvSpPr/>
          <p:nvPr/>
        </p:nvSpPr>
        <p:spPr>
          <a:xfrm rot="10800000">
            <a:off x="6097398" y="2571523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3962400" y="3304484"/>
            <a:ext cx="1765667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6462453" y="3304484"/>
            <a:ext cx="1765667" cy="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弧形 22"/>
          <p:cNvSpPr/>
          <p:nvPr/>
        </p:nvSpPr>
        <p:spPr>
          <a:xfrm rot="16200000">
            <a:off x="3608620" y="3303059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/>
          <p:cNvSpPr/>
          <p:nvPr/>
        </p:nvSpPr>
        <p:spPr>
          <a:xfrm>
            <a:off x="7850364" y="3304483"/>
            <a:ext cx="730111" cy="732961"/>
          </a:xfrm>
          <a:prstGeom prst="arc">
            <a:avLst/>
          </a:prstGeom>
          <a:ln w="76200">
            <a:solidFill>
              <a:srgbClr val="FF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607195" y="3669539"/>
            <a:ext cx="0" cy="85166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8580475" y="3627434"/>
            <a:ext cx="0" cy="851661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477998" y="4471532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3504718" y="4471533"/>
            <a:ext cx="204953" cy="204953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262765" y="780046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这一次</a:t>
            </a:r>
            <a:r>
              <a:rPr lang="zh-CN" altLang="en-US" sz="28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sz="2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372244" y="4771268"/>
            <a:ext cx="46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37989" y="4753773"/>
            <a:ext cx="1084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不做</a:t>
            </a:r>
          </a:p>
        </p:txBody>
      </p:sp>
      <p:sp>
        <p:nvSpPr>
          <p:cNvPr id="19" name="矩形 18"/>
          <p:cNvSpPr/>
          <p:nvPr/>
        </p:nvSpPr>
        <p:spPr>
          <a:xfrm>
            <a:off x="6241371" y="1299601"/>
            <a:ext cx="2698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自我否定，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认为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做不了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468463" y="6137861"/>
            <a:ext cx="529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等到下一次，又会陷入拖延之中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512" y="4771268"/>
            <a:ext cx="1378071" cy="137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0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6948" y="-1053629"/>
            <a:ext cx="3240741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1400" dirty="0">
                <a:solidFill>
                  <a:srgbClr val="FFFF00">
                    <a:alpha val="30000"/>
                  </a:srgbClr>
                </a:solidFill>
                <a:effectLst>
                  <a:reflection endPos="0" dist="50800" dir="5400000" sy="-100000" algn="bl" rotWithShape="0"/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2</a:t>
            </a:r>
            <a:endParaRPr lang="zh-CN" altLang="en-US" sz="71400" dirty="0">
              <a:solidFill>
                <a:srgbClr val="FFFF00">
                  <a:alpha val="30000"/>
                </a:srgbClr>
              </a:solidFill>
              <a:effectLst>
                <a:reflection endPos="0" dist="50800" dir="5400000" sy="-100000" algn="bl" rotWithShape="0"/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48419" y="3270290"/>
            <a:ext cx="592392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为什么会拖延？</a:t>
            </a:r>
          </a:p>
        </p:txBody>
      </p:sp>
      <p:sp>
        <p:nvSpPr>
          <p:cNvPr id="4" name="矩形 3"/>
          <p:cNvSpPr/>
          <p:nvPr/>
        </p:nvSpPr>
        <p:spPr>
          <a:xfrm>
            <a:off x="5348419" y="4486349"/>
            <a:ext cx="6869799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因为拖延涉及到很多的情绪，这些情绪错综复杂，相互联系，不易拔除；另一方面，人们利用拖延来逃避不舒服。</a:t>
            </a:r>
          </a:p>
        </p:txBody>
      </p:sp>
    </p:spTree>
    <p:extLst>
      <p:ext uri="{BB962C8B-B14F-4D97-AF65-F5344CB8AC3E}">
        <p14:creationId xmlns:p14="http://schemas.microsoft.com/office/powerpoint/2010/main" val="3612039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623215333"/>
              </p:ext>
            </p:extLst>
          </p:nvPr>
        </p:nvGraphicFramePr>
        <p:xfrm>
          <a:off x="502276" y="1308538"/>
          <a:ext cx="11238963" cy="5549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02276" y="839722"/>
            <a:ext cx="673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拖延的四大主因：</a:t>
            </a:r>
            <a:endParaRPr lang="zh-CN" altLang="en-US" sz="36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55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-449751" y="-2960009"/>
            <a:ext cx="4222376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1400" dirty="0" smtClean="0">
                <a:solidFill>
                  <a:srgbClr val="FFFF00">
                    <a:alpha val="30000"/>
                  </a:srgbClr>
                </a:solidFill>
                <a:effectLst>
                  <a:reflection endPos="0" dist="50800" dir="5400000" sy="-100000" algn="bl" rotWithShape="0"/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3</a:t>
            </a:r>
            <a:endParaRPr lang="zh-CN" altLang="en-US" sz="71400" dirty="0">
              <a:solidFill>
                <a:srgbClr val="FFFF00">
                  <a:alpha val="30000"/>
                </a:srgbClr>
              </a:solidFill>
              <a:effectLst>
                <a:reflection endPos="0" dist="50800" dir="5400000" sy="-100000" algn="bl" rotWithShape="0"/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95753" y="3244334"/>
            <a:ext cx="581364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如何减少拖延？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07582" y="4494219"/>
            <a:ext cx="59445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减少拖延的过程包括：前关注，关注，准备，行动。</a:t>
            </a:r>
          </a:p>
        </p:txBody>
      </p:sp>
    </p:spTree>
    <p:extLst>
      <p:ext uri="{BB962C8B-B14F-4D97-AF65-F5344CB8AC3E}">
        <p14:creationId xmlns:p14="http://schemas.microsoft.com/office/powerpoint/2010/main" val="188521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/>
        </p:nvSpPr>
        <p:spPr>
          <a:xfrm>
            <a:off x="3573581" y="1277870"/>
            <a:ext cx="837578" cy="621974"/>
          </a:xfrm>
          <a:custGeom>
            <a:avLst/>
            <a:gdLst>
              <a:gd name="connsiteX0" fmla="*/ 0 w 837578"/>
              <a:gd name="connsiteY0" fmla="*/ 0 h 621974"/>
              <a:gd name="connsiteX1" fmla="*/ 95104 w 837578"/>
              <a:gd name="connsiteY1" fmla="*/ 4802 h 621974"/>
              <a:gd name="connsiteX2" fmla="*/ 771308 w 837578"/>
              <a:gd name="connsiteY2" fmla="*/ 410101 h 621974"/>
              <a:gd name="connsiteX3" fmla="*/ 837578 w 837578"/>
              <a:gd name="connsiteY3" fmla="*/ 532195 h 621974"/>
              <a:gd name="connsiteX4" fmla="*/ 632370 w 837578"/>
              <a:gd name="connsiteY4" fmla="*/ 621974 h 621974"/>
              <a:gd name="connsiteX5" fmla="*/ 585405 w 837578"/>
              <a:gd name="connsiteY5" fmla="*/ 535447 h 621974"/>
              <a:gd name="connsiteX6" fmla="*/ 142278 w 837578"/>
              <a:gd name="connsiteY6" fmla="*/ 238532 h 621974"/>
              <a:gd name="connsiteX7" fmla="*/ 0 w 837578"/>
              <a:gd name="connsiteY7" fmla="*/ 224189 h 621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7578" h="621974">
                <a:moveTo>
                  <a:pt x="0" y="0"/>
                </a:moveTo>
                <a:lnTo>
                  <a:pt x="95104" y="4802"/>
                </a:lnTo>
                <a:cubicBezTo>
                  <a:pt x="376529" y="33383"/>
                  <a:pt x="620866" y="187418"/>
                  <a:pt x="771308" y="410101"/>
                </a:cubicBezTo>
                <a:lnTo>
                  <a:pt x="837578" y="532195"/>
                </a:lnTo>
                <a:lnTo>
                  <a:pt x="632370" y="621974"/>
                </a:lnTo>
                <a:lnTo>
                  <a:pt x="585405" y="535447"/>
                </a:lnTo>
                <a:cubicBezTo>
                  <a:pt x="483910" y="385215"/>
                  <a:pt x="326107" y="276149"/>
                  <a:pt x="142278" y="238532"/>
                </a:cubicBezTo>
                <a:lnTo>
                  <a:pt x="0" y="224189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2866181" y="1497724"/>
            <a:ext cx="1406274" cy="142097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2824719" y="1949689"/>
            <a:ext cx="1497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前关注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515754" y="2211298"/>
            <a:ext cx="1473200" cy="0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573580" y="3172372"/>
            <a:ext cx="0" cy="1734207"/>
          </a:xfrm>
          <a:prstGeom prst="line">
            <a:avLst/>
          </a:prstGeom>
          <a:ln w="31750">
            <a:solidFill>
              <a:srgbClr val="FFFF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73580" y="4855779"/>
            <a:ext cx="0" cy="2002221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82266" y="1929954"/>
            <a:ext cx="531427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不认为自己在拖延，没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想过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改变目前的现状。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352464"/>
              </p:ext>
            </p:extLst>
          </p:nvPr>
        </p:nvGraphicFramePr>
        <p:xfrm>
          <a:off x="635144" y="1376535"/>
          <a:ext cx="1654757" cy="16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CorelDRAW" r:id="rId3" imgW="5765305" imgH="5598268" progId="CorelDraw.Graphic.16">
                  <p:embed/>
                </p:oleObj>
              </mc:Choice>
              <mc:Fallback>
                <p:oleObj name="CorelDRAW" r:id="rId3" imgW="5765305" imgH="5598268" progId="CorelDraw.Graphic.1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lum bright="-10000"/>
                      </a:blip>
                      <a:stretch>
                        <a:fillRect/>
                      </a:stretch>
                    </p:blipFill>
                    <p:spPr>
                      <a:xfrm>
                        <a:off x="635144" y="1376535"/>
                        <a:ext cx="1654757" cy="160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1224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286208" y="1304770"/>
            <a:ext cx="1196920" cy="1859475"/>
          </a:xfrm>
          <a:custGeom>
            <a:avLst/>
            <a:gdLst>
              <a:gd name="connsiteX0" fmla="*/ 283714 w 1196920"/>
              <a:gd name="connsiteY0" fmla="*/ 0 h 1859475"/>
              <a:gd name="connsiteX1" fmla="*/ 361859 w 1196920"/>
              <a:gd name="connsiteY1" fmla="*/ 3946 h 1859475"/>
              <a:gd name="connsiteX2" fmla="*/ 1196920 w 1196920"/>
              <a:gd name="connsiteY2" fmla="*/ 929310 h 1859475"/>
              <a:gd name="connsiteX3" fmla="*/ 266755 w 1196920"/>
              <a:gd name="connsiteY3" fmla="*/ 1859475 h 1859475"/>
              <a:gd name="connsiteX4" fmla="*/ 79294 w 1196920"/>
              <a:gd name="connsiteY4" fmla="*/ 1840577 h 1859475"/>
              <a:gd name="connsiteX5" fmla="*/ 0 w 1196920"/>
              <a:gd name="connsiteY5" fmla="*/ 1820189 h 1859475"/>
              <a:gd name="connsiteX6" fmla="*/ 82547 w 1196920"/>
              <a:gd name="connsiteY6" fmla="*/ 1607926 h 1859475"/>
              <a:gd name="connsiteX7" fmla="*/ 124475 w 1196920"/>
              <a:gd name="connsiteY7" fmla="*/ 1620941 h 1859475"/>
              <a:gd name="connsiteX8" fmla="*/ 266754 w 1196920"/>
              <a:gd name="connsiteY8" fmla="*/ 1635284 h 1859475"/>
              <a:gd name="connsiteX9" fmla="*/ 972729 w 1196920"/>
              <a:gd name="connsiteY9" fmla="*/ 929309 h 1859475"/>
              <a:gd name="connsiteX10" fmla="*/ 409032 w 1196920"/>
              <a:gd name="connsiteY10" fmla="*/ 237676 h 1859475"/>
              <a:gd name="connsiteX11" fmla="*/ 305706 w 1196920"/>
              <a:gd name="connsiteY11" fmla="*/ 227260 h 1859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96920" h="1859475">
                <a:moveTo>
                  <a:pt x="283714" y="0"/>
                </a:moveTo>
                <a:lnTo>
                  <a:pt x="361859" y="3946"/>
                </a:lnTo>
                <a:cubicBezTo>
                  <a:pt x="830901" y="51580"/>
                  <a:pt x="1196920" y="447701"/>
                  <a:pt x="1196920" y="929310"/>
                </a:cubicBezTo>
                <a:cubicBezTo>
                  <a:pt x="1196920" y="1443026"/>
                  <a:pt x="780471" y="1859475"/>
                  <a:pt x="266755" y="1859475"/>
                </a:cubicBezTo>
                <a:cubicBezTo>
                  <a:pt x="202540" y="1859475"/>
                  <a:pt x="139845" y="1852968"/>
                  <a:pt x="79294" y="1840577"/>
                </a:cubicBezTo>
                <a:lnTo>
                  <a:pt x="0" y="1820189"/>
                </a:lnTo>
                <a:lnTo>
                  <a:pt x="82547" y="1607926"/>
                </a:lnTo>
                <a:lnTo>
                  <a:pt x="124475" y="1620941"/>
                </a:lnTo>
                <a:cubicBezTo>
                  <a:pt x="170433" y="1630346"/>
                  <a:pt x="218016" y="1635284"/>
                  <a:pt x="266754" y="1635284"/>
                </a:cubicBezTo>
                <a:cubicBezTo>
                  <a:pt x="656653" y="1635284"/>
                  <a:pt x="972729" y="1319208"/>
                  <a:pt x="972729" y="929309"/>
                </a:cubicBezTo>
                <a:cubicBezTo>
                  <a:pt x="972729" y="588147"/>
                  <a:pt x="730733" y="303506"/>
                  <a:pt x="409032" y="237676"/>
                </a:cubicBezTo>
                <a:lnTo>
                  <a:pt x="305706" y="227260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2854075" y="1527107"/>
            <a:ext cx="1414800" cy="1414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72744" y="1972897"/>
            <a:ext cx="9774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575050" y="3328988"/>
            <a:ext cx="0" cy="1463291"/>
          </a:xfrm>
          <a:prstGeom prst="line">
            <a:avLst/>
          </a:prstGeom>
          <a:ln w="31750">
            <a:solidFill>
              <a:srgbClr val="FFFF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575050" y="4855779"/>
            <a:ext cx="0" cy="2002221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556800" y="-899511"/>
            <a:ext cx="0" cy="2002221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80724" y="2209384"/>
            <a:ext cx="1473200" cy="0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214992" y="1465037"/>
            <a:ext cx="477357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找出导致拖延的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因素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不需要评判，只需要清点，好让自己更为清楚地觉察到自己的拖延心理和言行。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862437"/>
              </p:ext>
            </p:extLst>
          </p:nvPr>
        </p:nvGraphicFramePr>
        <p:xfrm>
          <a:off x="615190" y="1419007"/>
          <a:ext cx="1653568" cy="160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CorelDRAW" r:id="rId3" imgW="5909613" imgH="5738509" progId="CorelDraw.Graphic.16">
                  <p:embed/>
                </p:oleObj>
              </mc:Choice>
              <mc:Fallback>
                <p:oleObj name="CorelDRAW" r:id="rId3" imgW="5909613" imgH="5738509" progId="CorelDraw.Graphic.1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lum bright="-10000"/>
                      </a:blip>
                      <a:stretch>
                        <a:fillRect/>
                      </a:stretch>
                    </p:blipFill>
                    <p:spPr>
                      <a:xfrm>
                        <a:off x="615190" y="1419007"/>
                        <a:ext cx="1653568" cy="160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334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2627932" y="1282571"/>
            <a:ext cx="1857736" cy="1860331"/>
          </a:xfrm>
          <a:custGeom>
            <a:avLst/>
            <a:gdLst>
              <a:gd name="connsiteX0" fmla="*/ 927571 w 1857736"/>
              <a:gd name="connsiteY0" fmla="*/ 0 h 1860331"/>
              <a:gd name="connsiteX1" fmla="*/ 1857736 w 1857736"/>
              <a:gd name="connsiteY1" fmla="*/ 930166 h 1860331"/>
              <a:gd name="connsiteX2" fmla="*/ 927571 w 1857736"/>
              <a:gd name="connsiteY2" fmla="*/ 1860331 h 1860331"/>
              <a:gd name="connsiteX3" fmla="*/ 2207 w 1857736"/>
              <a:gd name="connsiteY3" fmla="*/ 1025270 h 1860331"/>
              <a:gd name="connsiteX4" fmla="*/ 0 w 1857736"/>
              <a:gd name="connsiteY4" fmla="*/ 981550 h 1860331"/>
              <a:gd name="connsiteX5" fmla="*/ 224767 w 1857736"/>
              <a:gd name="connsiteY5" fmla="*/ 961634 h 1860331"/>
              <a:gd name="connsiteX6" fmla="*/ 235937 w 1857736"/>
              <a:gd name="connsiteY6" fmla="*/ 1072444 h 1860331"/>
              <a:gd name="connsiteX7" fmla="*/ 927570 w 1857736"/>
              <a:gd name="connsiteY7" fmla="*/ 1636140 h 1860331"/>
              <a:gd name="connsiteX8" fmla="*/ 1633545 w 1857736"/>
              <a:gd name="connsiteY8" fmla="*/ 930165 h 1860331"/>
              <a:gd name="connsiteX9" fmla="*/ 1069848 w 1857736"/>
              <a:gd name="connsiteY9" fmla="*/ 238532 h 1860331"/>
              <a:gd name="connsiteX10" fmla="*/ 942260 w 1857736"/>
              <a:gd name="connsiteY10" fmla="*/ 225670 h 1860331"/>
              <a:gd name="connsiteX11" fmla="*/ 922371 w 1857736"/>
              <a:gd name="connsiteY11" fmla="*/ 263 h 1860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57736" h="1860331">
                <a:moveTo>
                  <a:pt x="927571" y="0"/>
                </a:moveTo>
                <a:cubicBezTo>
                  <a:pt x="1441287" y="0"/>
                  <a:pt x="1857736" y="416449"/>
                  <a:pt x="1857736" y="930166"/>
                </a:cubicBezTo>
                <a:cubicBezTo>
                  <a:pt x="1857736" y="1443882"/>
                  <a:pt x="1441287" y="1860331"/>
                  <a:pt x="927571" y="1860331"/>
                </a:cubicBezTo>
                <a:cubicBezTo>
                  <a:pt x="445962" y="1860331"/>
                  <a:pt x="49841" y="1494311"/>
                  <a:pt x="2207" y="1025270"/>
                </a:cubicBezTo>
                <a:lnTo>
                  <a:pt x="0" y="981550"/>
                </a:lnTo>
                <a:lnTo>
                  <a:pt x="224767" y="961634"/>
                </a:lnTo>
                <a:lnTo>
                  <a:pt x="235937" y="1072444"/>
                </a:lnTo>
                <a:cubicBezTo>
                  <a:pt x="301767" y="1394144"/>
                  <a:pt x="586408" y="1636140"/>
                  <a:pt x="927570" y="1636140"/>
                </a:cubicBezTo>
                <a:cubicBezTo>
                  <a:pt x="1317469" y="1636140"/>
                  <a:pt x="1633545" y="1320064"/>
                  <a:pt x="1633545" y="930165"/>
                </a:cubicBezTo>
                <a:cubicBezTo>
                  <a:pt x="1633545" y="589003"/>
                  <a:pt x="1391550" y="304362"/>
                  <a:pt x="1069848" y="238532"/>
                </a:cubicBezTo>
                <a:lnTo>
                  <a:pt x="942260" y="225670"/>
                </a:lnTo>
                <a:lnTo>
                  <a:pt x="922371" y="263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2849400" y="1505337"/>
            <a:ext cx="1414800" cy="1414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57710" y="1951126"/>
            <a:ext cx="119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3564244" y="3345317"/>
            <a:ext cx="0" cy="1463291"/>
          </a:xfrm>
          <a:prstGeom prst="line">
            <a:avLst/>
          </a:prstGeom>
          <a:ln w="31750">
            <a:solidFill>
              <a:srgbClr val="FFFF00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3564244" y="4872108"/>
            <a:ext cx="0" cy="2002221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556800" y="-1001111"/>
            <a:ext cx="0" cy="2002221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57218" y="2200313"/>
            <a:ext cx="1473200" cy="0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127533" y="1730612"/>
            <a:ext cx="5349764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明确的目标与可行性的计划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通过一周预实验自己的计划。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198572"/>
              </p:ext>
            </p:extLst>
          </p:nvPr>
        </p:nvGraphicFramePr>
        <p:xfrm>
          <a:off x="681477" y="1397236"/>
          <a:ext cx="1538996" cy="160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CorelDRAW" r:id="rId3" imgW="5502045" imgH="5739860" progId="CorelDraw.Graphic.16">
                  <p:embed/>
                </p:oleObj>
              </mc:Choice>
              <mc:Fallback>
                <p:oleObj name="CorelDRAW" r:id="rId3" imgW="5502045" imgH="5739860" progId="CorelDraw.Graphic.1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lum bright="-10000"/>
                      </a:blip>
                      <a:stretch>
                        <a:fillRect/>
                      </a:stretch>
                    </p:blipFill>
                    <p:spPr>
                      <a:xfrm>
                        <a:off x="681477" y="1397236"/>
                        <a:ext cx="1538996" cy="160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656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 title="cvx"/>
          <p:cNvSpPr/>
          <p:nvPr/>
        </p:nvSpPr>
        <p:spPr>
          <a:xfrm>
            <a:off x="2631965" y="2532443"/>
            <a:ext cx="1860331" cy="1860331"/>
          </a:xfrm>
          <a:custGeom>
            <a:avLst/>
            <a:gdLst>
              <a:gd name="connsiteX0" fmla="*/ 1221827 w 2443656"/>
              <a:gd name="connsiteY0" fmla="*/ 294486 h 2443656"/>
              <a:gd name="connsiteX1" fmla="*/ 294486 w 2443656"/>
              <a:gd name="connsiteY1" fmla="*/ 1221827 h 2443656"/>
              <a:gd name="connsiteX2" fmla="*/ 1221827 w 2443656"/>
              <a:gd name="connsiteY2" fmla="*/ 2149168 h 2443656"/>
              <a:gd name="connsiteX3" fmla="*/ 2149168 w 2443656"/>
              <a:gd name="connsiteY3" fmla="*/ 1221827 h 2443656"/>
              <a:gd name="connsiteX4" fmla="*/ 1221827 w 2443656"/>
              <a:gd name="connsiteY4" fmla="*/ 294486 h 2443656"/>
              <a:gd name="connsiteX5" fmla="*/ 1221828 w 2443656"/>
              <a:gd name="connsiteY5" fmla="*/ 0 h 2443656"/>
              <a:gd name="connsiteX6" fmla="*/ 2443656 w 2443656"/>
              <a:gd name="connsiteY6" fmla="*/ 1221828 h 2443656"/>
              <a:gd name="connsiteX7" fmla="*/ 1221828 w 2443656"/>
              <a:gd name="connsiteY7" fmla="*/ 2443656 h 2443656"/>
              <a:gd name="connsiteX8" fmla="*/ 0 w 2443656"/>
              <a:gd name="connsiteY8" fmla="*/ 1221828 h 2443656"/>
              <a:gd name="connsiteX9" fmla="*/ 1221828 w 2443656"/>
              <a:gd name="connsiteY9" fmla="*/ 0 h 2443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43656" h="2443656">
                <a:moveTo>
                  <a:pt x="1221827" y="294486"/>
                </a:moveTo>
                <a:cubicBezTo>
                  <a:pt x="709671" y="294486"/>
                  <a:pt x="294486" y="709671"/>
                  <a:pt x="294486" y="1221827"/>
                </a:cubicBezTo>
                <a:cubicBezTo>
                  <a:pt x="294486" y="1733983"/>
                  <a:pt x="709671" y="2149168"/>
                  <a:pt x="1221827" y="2149168"/>
                </a:cubicBezTo>
                <a:cubicBezTo>
                  <a:pt x="1733983" y="2149168"/>
                  <a:pt x="2149168" y="1733983"/>
                  <a:pt x="2149168" y="1221827"/>
                </a:cubicBezTo>
                <a:cubicBezTo>
                  <a:pt x="2149168" y="709671"/>
                  <a:pt x="1733983" y="294486"/>
                  <a:pt x="1221827" y="294486"/>
                </a:cubicBezTo>
                <a:close/>
                <a:moveTo>
                  <a:pt x="1221828" y="0"/>
                </a:moveTo>
                <a:cubicBezTo>
                  <a:pt x="1896625" y="0"/>
                  <a:pt x="2443656" y="547031"/>
                  <a:pt x="2443656" y="1221828"/>
                </a:cubicBezTo>
                <a:cubicBezTo>
                  <a:pt x="2443656" y="1896625"/>
                  <a:pt x="1896625" y="2443656"/>
                  <a:pt x="1221828" y="2443656"/>
                </a:cubicBezTo>
                <a:cubicBezTo>
                  <a:pt x="547031" y="2443656"/>
                  <a:pt x="0" y="1896625"/>
                  <a:pt x="0" y="1221828"/>
                </a:cubicBezTo>
                <a:cubicBezTo>
                  <a:pt x="0" y="547031"/>
                  <a:pt x="547031" y="0"/>
                  <a:pt x="1221828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2854730" y="2755208"/>
            <a:ext cx="1414800" cy="1414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31509" y="3200998"/>
            <a:ext cx="12612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3557382" y="12700"/>
            <a:ext cx="0" cy="2423510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546600" y="3453984"/>
            <a:ext cx="1473200" cy="0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45107" y="899612"/>
            <a:ext cx="3005951" cy="51244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学会怎样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判断时间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学会“接受”和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“拒绝”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利用你的身体减轻拖延</a:t>
            </a:r>
          </a:p>
        </p:txBody>
      </p:sp>
      <p:cxnSp>
        <p:nvCxnSpPr>
          <p:cNvPr id="10" name="直接连接符 9"/>
          <p:cNvCxnSpPr>
            <a:endCxn id="14" idx="1"/>
          </p:cNvCxnSpPr>
          <p:nvPr/>
        </p:nvCxnSpPr>
        <p:spPr>
          <a:xfrm>
            <a:off x="8317193" y="1224455"/>
            <a:ext cx="1866808" cy="8249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184001" y="217041"/>
            <a:ext cx="17866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判断时间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利用零碎时间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预防意外干扰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委派他人任务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不要分散精力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找出最佳时间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认识时间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平衡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8824897" y="3429000"/>
            <a:ext cx="1359104" cy="13321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0184001" y="3119155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接受有益的人和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无意义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追求</a:t>
            </a:r>
          </a:p>
        </p:txBody>
      </p:sp>
      <p:sp>
        <p:nvSpPr>
          <p:cNvPr id="17" name="矩形 16"/>
          <p:cNvSpPr/>
          <p:nvPr/>
        </p:nvSpPr>
        <p:spPr>
          <a:xfrm>
            <a:off x="10436440" y="5483800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正念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8824897" y="5798717"/>
            <a:ext cx="1611543" cy="8249"/>
          </a:xfrm>
          <a:prstGeom prst="line">
            <a:avLst/>
          </a:prstGeom>
          <a:ln w="31750">
            <a:solidFill>
              <a:srgbClr val="FFFF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375595"/>
              </p:ext>
            </p:extLst>
          </p:nvPr>
        </p:nvGraphicFramePr>
        <p:xfrm>
          <a:off x="736009" y="2659806"/>
          <a:ext cx="1413781" cy="160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CorelDRAW" r:id="rId3" imgW="5055364" imgH="5739860" progId="CorelDraw.Graphic.16">
                  <p:embed/>
                </p:oleObj>
              </mc:Choice>
              <mc:Fallback>
                <p:oleObj name="CorelDRAW" r:id="rId3" imgW="5055364" imgH="5739860" progId="CorelDraw.Graphic.1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>
                        <a:lum bright="-10000"/>
                      </a:blip>
                      <a:stretch>
                        <a:fillRect/>
                      </a:stretch>
                    </p:blipFill>
                    <p:spPr>
                      <a:xfrm>
                        <a:off x="736009" y="2659806"/>
                        <a:ext cx="1413781" cy="160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265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9489" y="-929502"/>
            <a:ext cx="2433918" cy="1107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1400" dirty="0" smtClean="0">
                <a:solidFill>
                  <a:srgbClr val="FFFF00">
                    <a:alpha val="30000"/>
                  </a:srgbClr>
                </a:solidFill>
                <a:effectLst>
                  <a:reflection endPos="0" dist="50800" dir="5400000" sy="-100000" algn="bl" rotWithShape="0"/>
                </a:effectLst>
                <a:latin typeface="汉仪菱心体简" panose="02010609000101010101" pitchFamily="49" charset="-122"/>
                <a:ea typeface="汉仪菱心体简" panose="02010609000101010101" pitchFamily="49" charset="-122"/>
              </a:rPr>
              <a:t>4</a:t>
            </a:r>
            <a:endParaRPr lang="zh-CN" altLang="en-US" sz="71400" dirty="0">
              <a:solidFill>
                <a:srgbClr val="FFFF00">
                  <a:alpha val="30000"/>
                </a:srgbClr>
              </a:solidFill>
              <a:effectLst>
                <a:reflection endPos="0" dist="50800" dir="5400000" sy="-100000" algn="bl" rotWithShape="0"/>
              </a:effectLst>
              <a:latin typeface="汉仪菱心体简" panose="02010609000101010101" pitchFamily="49" charset="-122"/>
              <a:ea typeface="汉仪菱心体简" panose="0201060900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95753" y="3244334"/>
            <a:ext cx="610936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怎样面对拖延？</a:t>
            </a:r>
          </a:p>
        </p:txBody>
      </p:sp>
      <p:sp>
        <p:nvSpPr>
          <p:cNvPr id="5" name="矩形 4"/>
          <p:cNvSpPr/>
          <p:nvPr/>
        </p:nvSpPr>
        <p:spPr>
          <a:xfrm>
            <a:off x="5209118" y="4352330"/>
            <a:ext cx="6096000" cy="875881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减少对拖延的依赖，生活的更加踏实。诚实的了解自己，现实的评价自己，并且最终接受你所发现的那个你。</a:t>
            </a:r>
          </a:p>
        </p:txBody>
      </p:sp>
    </p:spTree>
    <p:extLst>
      <p:ext uri="{BB962C8B-B14F-4D97-AF65-F5344CB8AC3E}">
        <p14:creationId xmlns:p14="http://schemas.microsoft.com/office/powerpoint/2010/main" val="225324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7785" y="809458"/>
            <a:ext cx="5183188" cy="914400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每个人都会拖延</a:t>
            </a:r>
            <a:endParaRPr lang="zh-CN" altLang="en-US" sz="54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93" r="16493"/>
          <a:stretch>
            <a:fillRect/>
          </a:stretch>
        </p:blipFill>
        <p:spPr>
          <a:xfrm>
            <a:off x="7311589" y="1723858"/>
            <a:ext cx="4307598" cy="4090445"/>
          </a:xfrm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427" y="2414368"/>
            <a:ext cx="5855905" cy="33999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事实上，拖延是与生俱来的，我们可以通过多种方式去减少它，但是却无法根除。因此，更为重要的是我们对待它的态度。首先，我们就需要认清这样的现实，正如荣格所说，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最可怕的事情是去全然地接受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1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55013046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02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276475" y="1820435"/>
            <a:ext cx="7639050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如实接受  好好</a:t>
            </a:r>
            <a:r>
              <a:rPr lang="zh-CN" altLang="en-US" sz="6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 </a:t>
            </a:r>
            <a:endParaRPr lang="zh-CN" altLang="en-US" sz="66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0" y="993227"/>
            <a:ext cx="5407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我们对待拖延的态度应该是：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73" b="100000" l="2045" r="94091">
                        <a14:foregroundMark x1="50455" y1="97045" x2="50455" y2="97045"/>
                        <a14:foregroundMark x1="40909" y1="97500" x2="40909" y2="97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645" y="4231290"/>
            <a:ext cx="2626710" cy="262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3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t="2114" r="1262" b="4882"/>
          <a:stretch/>
        </p:blipFill>
        <p:spPr>
          <a:xfrm>
            <a:off x="1200150" y="965201"/>
            <a:ext cx="979170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9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656078" cy="1086375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</a:t>
              </a: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博</a:t>
              </a:r>
              <a:endParaRPr lang="en-US" altLang="zh-CN" sz="1458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901937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学员暑假读书</a:t>
            </a: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160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6397659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49E858F-0FA9-48D6-90F4-AE2195989AE7}">
  <we:reference id="wa104038830" version="1.0.0.2" store="en-US" storeType="OMEX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811</Words>
  <Application>Microsoft Office PowerPoint</Application>
  <PresentationFormat>宽屏</PresentationFormat>
  <Paragraphs>122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方正超粗黑简体</vt:lpstr>
      <vt:lpstr>方正正黑简体</vt:lpstr>
      <vt:lpstr>方正正中黑简体</vt:lpstr>
      <vt:lpstr>汉仪菱心体简</vt:lpstr>
      <vt:lpstr>宋体</vt:lpstr>
      <vt:lpstr>微软雅黑</vt:lpstr>
      <vt:lpstr>微软雅黑 Light</vt:lpstr>
      <vt:lpstr>Arial</vt:lpstr>
      <vt:lpstr>Calibri</vt:lpstr>
      <vt:lpstr>Calibri Light</vt:lpstr>
      <vt:lpstr>Helvetica</vt:lpstr>
      <vt:lpstr>Microsoft Sans Serif</vt:lpstr>
      <vt:lpstr>Office 主题</vt:lpstr>
      <vt:lpstr>1_Office 主题</vt:lpstr>
      <vt:lpstr>CorelDRAW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每个人都会拖延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 he</dc:creator>
  <cp:lastModifiedBy>小巴</cp:lastModifiedBy>
  <cp:revision>138</cp:revision>
  <dcterms:created xsi:type="dcterms:W3CDTF">2014-08-31T14:46:28Z</dcterms:created>
  <dcterms:modified xsi:type="dcterms:W3CDTF">2014-10-01T22:59:06Z</dcterms:modified>
</cp:coreProperties>
</file>