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2" r:id="rId7"/>
    <p:sldId id="281" r:id="rId8"/>
    <p:sldId id="273" r:id="rId9"/>
    <p:sldId id="263" r:id="rId10"/>
    <p:sldId id="264" r:id="rId11"/>
    <p:sldId id="265" r:id="rId12"/>
    <p:sldId id="266" r:id="rId13"/>
    <p:sldId id="272" r:id="rId14"/>
    <p:sldId id="269" r:id="rId15"/>
    <p:sldId id="267" r:id="rId16"/>
    <p:sldId id="268" r:id="rId17"/>
    <p:sldId id="270" r:id="rId18"/>
    <p:sldId id="276" r:id="rId19"/>
    <p:sldId id="274" r:id="rId20"/>
    <p:sldId id="277" r:id="rId21"/>
    <p:sldId id="271" r:id="rId22"/>
    <p:sldId id="280" r:id="rId23"/>
    <p:sldId id="283" r:id="rId24"/>
    <p:sldId id="282" r:id="rId25"/>
    <p:sldId id="278" r:id="rId26"/>
    <p:sldId id="27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" userDrawn="1">
          <p15:clr>
            <a:srgbClr val="A4A3A4"/>
          </p15:clr>
        </p15:guide>
        <p15:guide id="2" orient="horz" pos="3832" userDrawn="1">
          <p15:clr>
            <a:srgbClr val="A4A3A4"/>
          </p15:clr>
        </p15:guide>
        <p15:guide id="3" pos="750" userDrawn="1">
          <p15:clr>
            <a:srgbClr val="A4A3A4"/>
          </p15:clr>
        </p15:guide>
        <p15:guide id="4" pos="5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AE"/>
    <a:srgbClr val="41719C"/>
    <a:srgbClr val="FFFF00"/>
    <a:srgbClr val="B92541"/>
    <a:srgbClr val="E8271B"/>
    <a:srgbClr val="FC9754"/>
    <a:srgbClr val="5D7A25"/>
    <a:srgbClr val="562C3A"/>
    <a:srgbClr val="B38492"/>
    <a:srgbClr val="1E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103" autoAdjust="0"/>
    <p:restoredTop sz="94424" autoAdjust="0"/>
  </p:normalViewPr>
  <p:slideViewPr>
    <p:cSldViewPr snapToObjects="1" showGuides="1">
      <p:cViewPr varScale="1">
        <p:scale>
          <a:sx n="77" d="100"/>
          <a:sy n="77" d="100"/>
        </p:scale>
        <p:origin x="780" y="96"/>
      </p:cViewPr>
      <p:guideLst>
        <p:guide orient="horz" pos="317"/>
        <p:guide orient="horz" pos="3832"/>
        <p:guide pos="750"/>
        <p:guide pos="5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522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eg"/><Relationship Id="rId4" Type="http://schemas.openxmlformats.org/officeDocument/2006/relationships/image" Target="../media/image5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e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A802BA-0456-4C56-9686-23F5D7B101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B03A2EE-57CF-4677-87C0-E0E122222C05}">
      <dgm:prSet custT="1"/>
      <dgm:spPr>
        <a:solidFill>
          <a:srgbClr val="064E8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 rtl="0"/>
          <a:r>
            <a:rPr lang="zh-CN" altLang="en-US" sz="2800" dirty="0" smtClean="0">
              <a:solidFill>
                <a:schemeClr val="bg1"/>
              </a:solidFill>
              <a:latin typeface="方正综艺简体" panose="02010601030101010101" pitchFamily="2" charset="-122"/>
              <a:ea typeface="方正综艺简体" panose="02010601030101010101" pitchFamily="2" charset="-122"/>
            </a:rPr>
            <a:t>疲于奔命型</a:t>
          </a:r>
          <a:endParaRPr lang="zh-CN" altLang="en-US" sz="2800" dirty="0">
            <a:solidFill>
              <a:schemeClr val="bg1"/>
            </a:solidFill>
            <a:latin typeface="方正综艺简体" panose="02010601030101010101" pitchFamily="2" charset="-122"/>
            <a:ea typeface="方正综艺简体" panose="02010601030101010101" pitchFamily="2" charset="-122"/>
          </a:endParaRPr>
        </a:p>
      </dgm:t>
    </dgm:pt>
    <dgm:pt modelId="{E9AA20F3-2DC1-441D-B272-314131858928}" type="parTrans" cxnId="{DBCB303D-EE99-4E18-90FF-8CEA719520FE}">
      <dgm:prSet/>
      <dgm:spPr/>
      <dgm:t>
        <a:bodyPr/>
        <a:lstStyle/>
        <a:p>
          <a:endParaRPr lang="zh-CN" altLang="en-US"/>
        </a:p>
      </dgm:t>
    </dgm:pt>
    <dgm:pt modelId="{F31BEA8D-E3AA-49D4-AE3A-3D70A7C249AC}" type="sibTrans" cxnId="{DBCB303D-EE99-4E18-90FF-8CEA719520FE}">
      <dgm:prSet/>
      <dgm:spPr/>
      <dgm:t>
        <a:bodyPr/>
        <a:lstStyle/>
        <a:p>
          <a:endParaRPr lang="zh-CN" altLang="en-US"/>
        </a:p>
      </dgm:t>
    </dgm:pt>
    <dgm:pt modelId="{A59EFA22-88F7-412C-B16C-8DF060057EF5}">
      <dgm:prSet custT="1"/>
      <dgm:spPr>
        <a:ln>
          <a:solidFill>
            <a:srgbClr val="064E80"/>
          </a:solidFill>
          <a:prstDash val="sysDash"/>
        </a:ln>
      </dgm:spPr>
      <dgm:t>
        <a:bodyPr/>
        <a:lstStyle/>
        <a:p>
          <a:pPr algn="l" rtl="0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停不下来，房贷，车贷，奶粉步步紧逼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E1AE1B-4F23-4929-884B-F1F42F8F331D}" type="parTrans" cxnId="{BF93E842-5977-428F-ABA2-92A2640B861D}">
      <dgm:prSet/>
      <dgm:spPr/>
      <dgm:t>
        <a:bodyPr/>
        <a:lstStyle/>
        <a:p>
          <a:endParaRPr lang="zh-CN" altLang="en-US"/>
        </a:p>
      </dgm:t>
    </dgm:pt>
    <dgm:pt modelId="{8145829D-5C00-43C3-AFE7-7C688A348CB7}" type="sibTrans" cxnId="{BF93E842-5977-428F-ABA2-92A2640B861D}">
      <dgm:prSet/>
      <dgm:spPr/>
      <dgm:t>
        <a:bodyPr/>
        <a:lstStyle/>
        <a:p>
          <a:endParaRPr lang="zh-CN" altLang="en-US"/>
        </a:p>
      </dgm:t>
    </dgm:pt>
    <dgm:pt modelId="{340A5612-70B0-4F34-98F0-67E5CDFFCB98}">
      <dgm:prSet custT="1"/>
      <dgm:spPr>
        <a:solidFill>
          <a:srgbClr val="064E8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 rtl="0"/>
          <a:r>
            <a:rPr lang="zh-CN" altLang="en-US" sz="28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错位纠结型</a:t>
          </a:r>
          <a:endParaRPr lang="zh-CN" altLang="en-US" sz="28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gm:t>
    </dgm:pt>
    <dgm:pt modelId="{666DFA29-2C45-4AA0-8401-17C9D9F6E215}" type="parTrans" cxnId="{62FF353F-0506-4267-AA9B-1330A4E4E925}">
      <dgm:prSet/>
      <dgm:spPr/>
      <dgm:t>
        <a:bodyPr/>
        <a:lstStyle/>
        <a:p>
          <a:endParaRPr lang="zh-CN" altLang="en-US"/>
        </a:p>
      </dgm:t>
    </dgm:pt>
    <dgm:pt modelId="{8A587DE9-9788-4848-B510-A9739E114780}" type="sibTrans" cxnId="{62FF353F-0506-4267-AA9B-1330A4E4E925}">
      <dgm:prSet/>
      <dgm:spPr/>
      <dgm:t>
        <a:bodyPr/>
        <a:lstStyle/>
        <a:p>
          <a:endParaRPr lang="zh-CN" altLang="en-US"/>
        </a:p>
      </dgm:t>
    </dgm:pt>
    <dgm:pt modelId="{A96810E1-8F32-4D9A-A839-BAAD815259AF}">
      <dgm:prSet custT="1"/>
      <dgm:spPr>
        <a:ln>
          <a:solidFill>
            <a:srgbClr val="064E80"/>
          </a:solidFill>
          <a:prstDash val="sysDash"/>
        </a:ln>
      </dgm:spPr>
      <dgm:t>
        <a:bodyPr/>
        <a:lstStyle/>
        <a:p>
          <a:pPr rtl="0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不喜欢现在工作，离开温室，担心鸡飞蛋打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3EAEA00-7388-4A0F-8B14-8DA50A26512A}" type="parTrans" cxnId="{AA162CEA-46A7-4A03-86CC-38E6299F5A67}">
      <dgm:prSet/>
      <dgm:spPr/>
      <dgm:t>
        <a:bodyPr/>
        <a:lstStyle/>
        <a:p>
          <a:endParaRPr lang="zh-CN" altLang="en-US"/>
        </a:p>
      </dgm:t>
    </dgm:pt>
    <dgm:pt modelId="{352C424E-FDC0-4CC8-8B67-FEF86F471E72}" type="sibTrans" cxnId="{AA162CEA-46A7-4A03-86CC-38E6299F5A67}">
      <dgm:prSet/>
      <dgm:spPr/>
      <dgm:t>
        <a:bodyPr/>
        <a:lstStyle/>
        <a:p>
          <a:endParaRPr lang="zh-CN" altLang="en-US"/>
        </a:p>
      </dgm:t>
    </dgm:pt>
    <dgm:pt modelId="{CFDE0FBC-9394-472C-8AE1-B762651E6B36}">
      <dgm:prSet custT="1"/>
      <dgm:spPr>
        <a:solidFill>
          <a:srgbClr val="064E8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 rtl="0"/>
          <a:r>
            <a:rPr lang="zh-CN" altLang="en-US" sz="28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迷茫探索性</a:t>
          </a:r>
          <a:endParaRPr lang="zh-CN" altLang="en-US" sz="28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gm:t>
    </dgm:pt>
    <dgm:pt modelId="{53CC37F2-5516-4977-88AA-8BDE35B598FC}" type="parTrans" cxnId="{EECFB02C-8B03-4BC0-910F-ED7BBF408286}">
      <dgm:prSet/>
      <dgm:spPr/>
      <dgm:t>
        <a:bodyPr/>
        <a:lstStyle/>
        <a:p>
          <a:endParaRPr lang="zh-CN" altLang="en-US"/>
        </a:p>
      </dgm:t>
    </dgm:pt>
    <dgm:pt modelId="{792BE236-10A6-4CC8-94A9-BAC8A68DB090}" type="sibTrans" cxnId="{EECFB02C-8B03-4BC0-910F-ED7BBF408286}">
      <dgm:prSet/>
      <dgm:spPr/>
      <dgm:t>
        <a:bodyPr/>
        <a:lstStyle/>
        <a:p>
          <a:endParaRPr lang="zh-CN" altLang="en-US"/>
        </a:p>
      </dgm:t>
    </dgm:pt>
    <dgm:pt modelId="{A8B8BD47-6BBA-44F9-8CE4-53F7D553E001}">
      <dgm:prSet custT="1"/>
      <dgm:spPr>
        <a:ln>
          <a:solidFill>
            <a:srgbClr val="064E80"/>
          </a:solidFill>
          <a:prstDash val="sysDash"/>
        </a:ln>
      </dgm:spPr>
      <dgm:t>
        <a:bodyPr/>
        <a:lstStyle/>
        <a:p>
          <a:pPr rtl="0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为找到喜爱的工作，不断尝试，敢于探索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C578F08-DAFF-418F-8CED-CCDB3C31C1B3}" type="parTrans" cxnId="{B6F4E229-63D6-4407-91E4-4D76FF0BB3E9}">
      <dgm:prSet/>
      <dgm:spPr/>
      <dgm:t>
        <a:bodyPr/>
        <a:lstStyle/>
        <a:p>
          <a:endParaRPr lang="zh-CN" altLang="en-US"/>
        </a:p>
      </dgm:t>
    </dgm:pt>
    <dgm:pt modelId="{2C9C40AA-30C6-4128-BEE3-B284DD176889}" type="sibTrans" cxnId="{B6F4E229-63D6-4407-91E4-4D76FF0BB3E9}">
      <dgm:prSet/>
      <dgm:spPr/>
      <dgm:t>
        <a:bodyPr/>
        <a:lstStyle/>
        <a:p>
          <a:endParaRPr lang="zh-CN" altLang="en-US"/>
        </a:p>
      </dgm:t>
    </dgm:pt>
    <dgm:pt modelId="{E73F547E-78DA-4AA7-8CFA-DB5F7AE08131}">
      <dgm:prSet custT="1"/>
      <dgm:spPr>
        <a:solidFill>
          <a:srgbClr val="064E8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 rtl="0"/>
          <a:r>
            <a:rPr lang="zh-CN" altLang="en-US" sz="28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小富即安型</a:t>
          </a:r>
          <a:endParaRPr lang="zh-CN" altLang="en-US" sz="28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gm:t>
    </dgm:pt>
    <dgm:pt modelId="{ECAEE6E0-FD8A-44E4-BCD2-0C9BD2F16CBB}" type="parTrans" cxnId="{4D7099CD-DA14-4FF2-974E-1190CCF86F4F}">
      <dgm:prSet/>
      <dgm:spPr/>
      <dgm:t>
        <a:bodyPr/>
        <a:lstStyle/>
        <a:p>
          <a:endParaRPr lang="zh-CN" altLang="en-US"/>
        </a:p>
      </dgm:t>
    </dgm:pt>
    <dgm:pt modelId="{4D7C3034-8C58-4DC7-A46C-CB5FC3CA4514}" type="sibTrans" cxnId="{4D7099CD-DA14-4FF2-974E-1190CCF86F4F}">
      <dgm:prSet/>
      <dgm:spPr/>
      <dgm:t>
        <a:bodyPr/>
        <a:lstStyle/>
        <a:p>
          <a:endParaRPr lang="zh-CN" altLang="en-US"/>
        </a:p>
      </dgm:t>
    </dgm:pt>
    <dgm:pt modelId="{C2AF74CD-F67E-4FE9-BC54-EB28C79CFE6D}">
      <dgm:prSet custT="1"/>
      <dgm:spPr>
        <a:ln>
          <a:solidFill>
            <a:srgbClr val="064E80"/>
          </a:solidFill>
          <a:prstDash val="sysDash"/>
        </a:ln>
      </dgm:spPr>
      <dgm:t>
        <a:bodyPr/>
        <a:lstStyle/>
        <a:p>
          <a:pPr rtl="0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工作就是工作，生活才是最重要的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60FAF4-4C32-4CD2-BD4C-A4C404A69FEA}" type="parTrans" cxnId="{2FBCD6ED-A05A-4C14-AF04-14D0DA1726F2}">
      <dgm:prSet/>
      <dgm:spPr/>
      <dgm:t>
        <a:bodyPr/>
        <a:lstStyle/>
        <a:p>
          <a:endParaRPr lang="zh-CN" altLang="en-US"/>
        </a:p>
      </dgm:t>
    </dgm:pt>
    <dgm:pt modelId="{165854F7-934F-446C-8119-3D064B8950E4}" type="sibTrans" cxnId="{2FBCD6ED-A05A-4C14-AF04-14D0DA1726F2}">
      <dgm:prSet/>
      <dgm:spPr/>
      <dgm:t>
        <a:bodyPr/>
        <a:lstStyle/>
        <a:p>
          <a:endParaRPr lang="zh-CN" altLang="en-US"/>
        </a:p>
      </dgm:t>
    </dgm:pt>
    <dgm:pt modelId="{DF7D7261-1286-4811-B7C2-57DB1FF8F064}">
      <dgm:prSet custT="1"/>
      <dgm:spPr>
        <a:solidFill>
          <a:srgbClr val="064E8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 rtl="0"/>
          <a:r>
            <a:rPr lang="zh-CN" altLang="en-US" sz="28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自主创业型</a:t>
          </a:r>
          <a:endParaRPr lang="zh-CN" altLang="en-US" sz="28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gm:t>
    </dgm:pt>
    <dgm:pt modelId="{7AC3C6E1-B7B3-444E-B8EA-6C57089EEF58}" type="parTrans" cxnId="{15C0370A-FE06-4C55-B90D-F321834D4EDE}">
      <dgm:prSet/>
      <dgm:spPr/>
      <dgm:t>
        <a:bodyPr/>
        <a:lstStyle/>
        <a:p>
          <a:endParaRPr lang="zh-CN" altLang="en-US"/>
        </a:p>
      </dgm:t>
    </dgm:pt>
    <dgm:pt modelId="{1D4926DE-56B1-468C-AE92-D9D8A7B313B9}" type="sibTrans" cxnId="{15C0370A-FE06-4C55-B90D-F321834D4EDE}">
      <dgm:prSet/>
      <dgm:spPr/>
      <dgm:t>
        <a:bodyPr/>
        <a:lstStyle/>
        <a:p>
          <a:endParaRPr lang="zh-CN" altLang="en-US"/>
        </a:p>
      </dgm:t>
    </dgm:pt>
    <dgm:pt modelId="{4A99237D-174D-4C34-A1F3-535E5F8F9E55}">
      <dgm:prSet custT="1"/>
      <dgm:spPr>
        <a:ln>
          <a:solidFill>
            <a:srgbClr val="064E80"/>
          </a:solidFill>
          <a:prstDash val="sysDash"/>
        </a:ln>
      </dgm:spPr>
      <dgm:t>
        <a:bodyPr/>
        <a:lstStyle/>
        <a:p>
          <a:pPr rtl="0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创立一番自己的事业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F72116-9FB1-4060-A794-4FC52B47F039}" type="parTrans" cxnId="{B09C7EDE-D362-427A-BBFD-804DCC4AA623}">
      <dgm:prSet/>
      <dgm:spPr/>
      <dgm:t>
        <a:bodyPr/>
        <a:lstStyle/>
        <a:p>
          <a:endParaRPr lang="zh-CN" altLang="en-US"/>
        </a:p>
      </dgm:t>
    </dgm:pt>
    <dgm:pt modelId="{08EA7FF5-1B19-411C-B3DE-F3278FC5DF98}" type="sibTrans" cxnId="{B09C7EDE-D362-427A-BBFD-804DCC4AA623}">
      <dgm:prSet/>
      <dgm:spPr/>
      <dgm:t>
        <a:bodyPr/>
        <a:lstStyle/>
        <a:p>
          <a:endParaRPr lang="zh-CN" altLang="en-US"/>
        </a:p>
      </dgm:t>
    </dgm:pt>
    <dgm:pt modelId="{B6B384A3-2B07-4DC5-BBE3-524B605E681A}" type="pres">
      <dgm:prSet presAssocID="{42A802BA-0456-4C56-9686-23F5D7B1019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385A52C-5E58-4AC9-A754-C3D232476012}" type="pres">
      <dgm:prSet presAssocID="{7B03A2EE-57CF-4677-87C0-E0E122222C05}" presName="parentLin" presStyleCnt="0"/>
      <dgm:spPr/>
    </dgm:pt>
    <dgm:pt modelId="{A1361D15-A675-45AB-80FC-C0EFD96F2405}" type="pres">
      <dgm:prSet presAssocID="{7B03A2EE-57CF-4677-87C0-E0E122222C05}" presName="parentLeftMargin" presStyleLbl="node1" presStyleIdx="0" presStyleCnt="5"/>
      <dgm:spPr/>
      <dgm:t>
        <a:bodyPr/>
        <a:lstStyle/>
        <a:p>
          <a:endParaRPr lang="zh-CN" altLang="en-US"/>
        </a:p>
      </dgm:t>
    </dgm:pt>
    <dgm:pt modelId="{74698C75-4A7C-4BDF-AF57-2E038B3FBA3F}" type="pres">
      <dgm:prSet presAssocID="{7B03A2EE-57CF-4677-87C0-E0E122222C05}" presName="parentText" presStyleLbl="node1" presStyleIdx="0" presStyleCnt="5" custScaleX="42133" custScaleY="209059" custLinFactNeighborX="10707" custLinFactNeighborY="10513">
        <dgm:presLayoutVars>
          <dgm:chMax val="0"/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8EB02B33-94F7-4835-85D5-B92ED77DB9BB}" type="pres">
      <dgm:prSet presAssocID="{7B03A2EE-57CF-4677-87C0-E0E122222C05}" presName="negativeSpace" presStyleCnt="0"/>
      <dgm:spPr/>
    </dgm:pt>
    <dgm:pt modelId="{B0BD91CF-DDF2-4B78-9E4E-C45F372455E7}" type="pres">
      <dgm:prSet presAssocID="{7B03A2EE-57CF-4677-87C0-E0E122222C05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8C8234-8A02-4EBC-A247-8DDB6AEC0B57}" type="pres">
      <dgm:prSet presAssocID="{F31BEA8D-E3AA-49D4-AE3A-3D70A7C249AC}" presName="spaceBetweenRectangles" presStyleCnt="0"/>
      <dgm:spPr/>
    </dgm:pt>
    <dgm:pt modelId="{50D34454-6216-4707-9791-85289314003E}" type="pres">
      <dgm:prSet presAssocID="{340A5612-70B0-4F34-98F0-67E5CDFFCB98}" presName="parentLin" presStyleCnt="0"/>
      <dgm:spPr/>
    </dgm:pt>
    <dgm:pt modelId="{5BF49B80-D2DD-48DB-B90E-D7545D194F0F}" type="pres">
      <dgm:prSet presAssocID="{340A5612-70B0-4F34-98F0-67E5CDFFCB98}" presName="parentLeftMargin" presStyleLbl="node1" presStyleIdx="0" presStyleCnt="5"/>
      <dgm:spPr/>
      <dgm:t>
        <a:bodyPr/>
        <a:lstStyle/>
        <a:p>
          <a:endParaRPr lang="zh-CN" altLang="en-US"/>
        </a:p>
      </dgm:t>
    </dgm:pt>
    <dgm:pt modelId="{1B18B165-68A0-47BB-9617-893276CF5FD8}" type="pres">
      <dgm:prSet presAssocID="{340A5612-70B0-4F34-98F0-67E5CDFFCB98}" presName="parentText" presStyleLbl="node1" presStyleIdx="1" presStyleCnt="5" custScaleX="42133" custScaleY="209059" custLinFactNeighborX="904" custLinFactNeighborY="17129">
        <dgm:presLayoutVars>
          <dgm:chMax val="0"/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04564972-F07B-411E-AA90-0D5230097963}" type="pres">
      <dgm:prSet presAssocID="{340A5612-70B0-4F34-98F0-67E5CDFFCB98}" presName="negativeSpace" presStyleCnt="0"/>
      <dgm:spPr/>
    </dgm:pt>
    <dgm:pt modelId="{A0C5BD19-895A-4300-8D29-9224C6EA520B}" type="pres">
      <dgm:prSet presAssocID="{340A5612-70B0-4F34-98F0-67E5CDFFCB98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8100F3D-0A89-4B03-B50B-F2E0FBD3955D}" type="pres">
      <dgm:prSet presAssocID="{8A587DE9-9788-4848-B510-A9739E114780}" presName="spaceBetweenRectangles" presStyleCnt="0"/>
      <dgm:spPr/>
    </dgm:pt>
    <dgm:pt modelId="{08E06FDF-CBF4-46B7-B6BC-F2F3F68CEF03}" type="pres">
      <dgm:prSet presAssocID="{CFDE0FBC-9394-472C-8AE1-B762651E6B36}" presName="parentLin" presStyleCnt="0"/>
      <dgm:spPr/>
    </dgm:pt>
    <dgm:pt modelId="{02DDB538-CEC3-43A4-BDB1-B10EC529EBA1}" type="pres">
      <dgm:prSet presAssocID="{CFDE0FBC-9394-472C-8AE1-B762651E6B36}" presName="parentLeftMargin" presStyleLbl="node1" presStyleIdx="1" presStyleCnt="5"/>
      <dgm:spPr/>
      <dgm:t>
        <a:bodyPr/>
        <a:lstStyle/>
        <a:p>
          <a:endParaRPr lang="zh-CN" altLang="en-US"/>
        </a:p>
      </dgm:t>
    </dgm:pt>
    <dgm:pt modelId="{4EBD9AF3-90FA-4D20-B398-165D66DE586A}" type="pres">
      <dgm:prSet presAssocID="{CFDE0FBC-9394-472C-8AE1-B762651E6B36}" presName="parentText" presStyleLbl="node1" presStyleIdx="2" presStyleCnt="5" custScaleX="42133" custScaleY="209059" custLinFactNeighborX="12180" custLinFactNeighborY="-1763">
        <dgm:presLayoutVars>
          <dgm:chMax val="0"/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D9572ADF-0061-4982-835F-11929C408321}" type="pres">
      <dgm:prSet presAssocID="{CFDE0FBC-9394-472C-8AE1-B762651E6B36}" presName="negativeSpace" presStyleCnt="0"/>
      <dgm:spPr/>
    </dgm:pt>
    <dgm:pt modelId="{56781289-9E5A-44A1-BA27-9808A24CFFFA}" type="pres">
      <dgm:prSet presAssocID="{CFDE0FBC-9394-472C-8AE1-B762651E6B36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F3FD5D-E05F-4325-AE2C-FADBEE2ACEC8}" type="pres">
      <dgm:prSet presAssocID="{792BE236-10A6-4CC8-94A9-BAC8A68DB090}" presName="spaceBetweenRectangles" presStyleCnt="0"/>
      <dgm:spPr/>
    </dgm:pt>
    <dgm:pt modelId="{28D3F831-E89E-46CA-B007-2973271777B9}" type="pres">
      <dgm:prSet presAssocID="{E73F547E-78DA-4AA7-8CFA-DB5F7AE08131}" presName="parentLin" presStyleCnt="0"/>
      <dgm:spPr/>
    </dgm:pt>
    <dgm:pt modelId="{D1749B99-A576-41D4-9561-F82ECC87AE5D}" type="pres">
      <dgm:prSet presAssocID="{E73F547E-78DA-4AA7-8CFA-DB5F7AE08131}" presName="parentLeftMargin" presStyleLbl="node1" presStyleIdx="2" presStyleCnt="5"/>
      <dgm:spPr/>
      <dgm:t>
        <a:bodyPr/>
        <a:lstStyle/>
        <a:p>
          <a:endParaRPr lang="zh-CN" altLang="en-US"/>
        </a:p>
      </dgm:t>
    </dgm:pt>
    <dgm:pt modelId="{0F8C45D4-3104-4B9F-82F9-D93E9561B9C7}" type="pres">
      <dgm:prSet presAssocID="{E73F547E-78DA-4AA7-8CFA-DB5F7AE08131}" presName="parentText" presStyleLbl="node1" presStyleIdx="3" presStyleCnt="5" custScaleX="42133" custScaleY="209059" custLinFactNeighborX="10707" custLinFactNeighborY="10513">
        <dgm:presLayoutVars>
          <dgm:chMax val="0"/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4B40FC90-CD5A-4998-869A-11D70026F96C}" type="pres">
      <dgm:prSet presAssocID="{E73F547E-78DA-4AA7-8CFA-DB5F7AE08131}" presName="negativeSpace" presStyleCnt="0"/>
      <dgm:spPr/>
    </dgm:pt>
    <dgm:pt modelId="{217E88C9-02D9-4992-B4CD-5944E234F51D}" type="pres">
      <dgm:prSet presAssocID="{E73F547E-78DA-4AA7-8CFA-DB5F7AE08131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BCF6669-D84F-477B-A5CA-3426254E1EBF}" type="pres">
      <dgm:prSet presAssocID="{4D7C3034-8C58-4DC7-A46C-CB5FC3CA4514}" presName="spaceBetweenRectangles" presStyleCnt="0"/>
      <dgm:spPr/>
    </dgm:pt>
    <dgm:pt modelId="{4FEFDFA8-73DD-492C-BE2B-0B30E924E8C9}" type="pres">
      <dgm:prSet presAssocID="{DF7D7261-1286-4811-B7C2-57DB1FF8F064}" presName="parentLin" presStyleCnt="0"/>
      <dgm:spPr/>
    </dgm:pt>
    <dgm:pt modelId="{3EA9D753-050B-4D46-BFB8-720E4E0F31CC}" type="pres">
      <dgm:prSet presAssocID="{DF7D7261-1286-4811-B7C2-57DB1FF8F064}" presName="parentLeftMargin" presStyleLbl="node1" presStyleIdx="3" presStyleCnt="5"/>
      <dgm:spPr/>
      <dgm:t>
        <a:bodyPr/>
        <a:lstStyle/>
        <a:p>
          <a:endParaRPr lang="zh-CN" altLang="en-US"/>
        </a:p>
      </dgm:t>
    </dgm:pt>
    <dgm:pt modelId="{3BC54E63-69BB-4C59-8B33-9AAD7D1B62CD}" type="pres">
      <dgm:prSet presAssocID="{DF7D7261-1286-4811-B7C2-57DB1FF8F064}" presName="parentText" presStyleLbl="node1" presStyleIdx="4" presStyleCnt="5" custScaleX="42133" custScaleY="209059" custLinFactNeighborX="10707" custLinFactNeighborY="10513">
        <dgm:presLayoutVars>
          <dgm:chMax val="0"/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zh-CN" altLang="en-US"/>
        </a:p>
      </dgm:t>
    </dgm:pt>
    <dgm:pt modelId="{216FE3BE-2234-4824-ABCD-0B813A0D4CB5}" type="pres">
      <dgm:prSet presAssocID="{DF7D7261-1286-4811-B7C2-57DB1FF8F064}" presName="negativeSpace" presStyleCnt="0"/>
      <dgm:spPr/>
    </dgm:pt>
    <dgm:pt modelId="{AABCF33C-10C5-4F89-9CA5-9365AC83C6FC}" type="pres">
      <dgm:prSet presAssocID="{DF7D7261-1286-4811-B7C2-57DB1FF8F064}" presName="childText" presStyleLbl="conFgAcc1" presStyleIdx="4" presStyleCnt="5" custLinFactNeighborX="-14158" custLinFactNeighborY="4357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5C0370A-FE06-4C55-B90D-F321834D4EDE}" srcId="{42A802BA-0456-4C56-9686-23F5D7B10199}" destId="{DF7D7261-1286-4811-B7C2-57DB1FF8F064}" srcOrd="4" destOrd="0" parTransId="{7AC3C6E1-B7B3-444E-B8EA-6C57089EEF58}" sibTransId="{1D4926DE-56B1-468C-AE92-D9D8A7B313B9}"/>
    <dgm:cxn modelId="{FC86225B-DE10-4D3F-AEF0-DA2B51643134}" type="presOf" srcId="{DF7D7261-1286-4811-B7C2-57DB1FF8F064}" destId="{3BC54E63-69BB-4C59-8B33-9AAD7D1B62CD}" srcOrd="1" destOrd="0" presId="urn:microsoft.com/office/officeart/2005/8/layout/list1"/>
    <dgm:cxn modelId="{813AB028-FDA4-4DB7-BBAD-FC3863959A8D}" type="presOf" srcId="{340A5612-70B0-4F34-98F0-67E5CDFFCB98}" destId="{5BF49B80-D2DD-48DB-B90E-D7545D194F0F}" srcOrd="0" destOrd="0" presId="urn:microsoft.com/office/officeart/2005/8/layout/list1"/>
    <dgm:cxn modelId="{AFAA0905-C49D-4D0B-BC80-FFF71F7FC2BB}" type="presOf" srcId="{DF7D7261-1286-4811-B7C2-57DB1FF8F064}" destId="{3EA9D753-050B-4D46-BFB8-720E4E0F31CC}" srcOrd="0" destOrd="0" presId="urn:microsoft.com/office/officeart/2005/8/layout/list1"/>
    <dgm:cxn modelId="{DBCB303D-EE99-4E18-90FF-8CEA719520FE}" srcId="{42A802BA-0456-4C56-9686-23F5D7B10199}" destId="{7B03A2EE-57CF-4677-87C0-E0E122222C05}" srcOrd="0" destOrd="0" parTransId="{E9AA20F3-2DC1-441D-B272-314131858928}" sibTransId="{F31BEA8D-E3AA-49D4-AE3A-3D70A7C249AC}"/>
    <dgm:cxn modelId="{30637383-4650-40F0-97D1-64998F6089B3}" type="presOf" srcId="{A8B8BD47-6BBA-44F9-8CE4-53F7D553E001}" destId="{56781289-9E5A-44A1-BA27-9808A24CFFFA}" srcOrd="0" destOrd="0" presId="urn:microsoft.com/office/officeart/2005/8/layout/list1"/>
    <dgm:cxn modelId="{2FBCD6ED-A05A-4C14-AF04-14D0DA1726F2}" srcId="{E73F547E-78DA-4AA7-8CFA-DB5F7AE08131}" destId="{C2AF74CD-F67E-4FE9-BC54-EB28C79CFE6D}" srcOrd="0" destOrd="0" parTransId="{FE60FAF4-4C32-4CD2-BD4C-A4C404A69FEA}" sibTransId="{165854F7-934F-446C-8119-3D064B8950E4}"/>
    <dgm:cxn modelId="{C4F559A9-2E40-4B36-9041-C0194CDFC48E}" type="presOf" srcId="{A59EFA22-88F7-412C-B16C-8DF060057EF5}" destId="{B0BD91CF-DDF2-4B78-9E4E-C45F372455E7}" srcOrd="0" destOrd="0" presId="urn:microsoft.com/office/officeart/2005/8/layout/list1"/>
    <dgm:cxn modelId="{FCDE0921-C313-4EAE-B16D-0FFD98D86CB0}" type="presOf" srcId="{CFDE0FBC-9394-472C-8AE1-B762651E6B36}" destId="{02DDB538-CEC3-43A4-BDB1-B10EC529EBA1}" srcOrd="0" destOrd="0" presId="urn:microsoft.com/office/officeart/2005/8/layout/list1"/>
    <dgm:cxn modelId="{EFFF2C4A-D12F-45F4-8801-2E07840926FB}" type="presOf" srcId="{7B03A2EE-57CF-4677-87C0-E0E122222C05}" destId="{A1361D15-A675-45AB-80FC-C0EFD96F2405}" srcOrd="0" destOrd="0" presId="urn:microsoft.com/office/officeart/2005/8/layout/list1"/>
    <dgm:cxn modelId="{62FF353F-0506-4267-AA9B-1330A4E4E925}" srcId="{42A802BA-0456-4C56-9686-23F5D7B10199}" destId="{340A5612-70B0-4F34-98F0-67E5CDFFCB98}" srcOrd="1" destOrd="0" parTransId="{666DFA29-2C45-4AA0-8401-17C9D9F6E215}" sibTransId="{8A587DE9-9788-4848-B510-A9739E114780}"/>
    <dgm:cxn modelId="{BF93E842-5977-428F-ABA2-92A2640B861D}" srcId="{7B03A2EE-57CF-4677-87C0-E0E122222C05}" destId="{A59EFA22-88F7-412C-B16C-8DF060057EF5}" srcOrd="0" destOrd="0" parTransId="{F0E1AE1B-4F23-4929-884B-F1F42F8F331D}" sibTransId="{8145829D-5C00-43C3-AFE7-7C688A348CB7}"/>
    <dgm:cxn modelId="{4D7099CD-DA14-4FF2-974E-1190CCF86F4F}" srcId="{42A802BA-0456-4C56-9686-23F5D7B10199}" destId="{E73F547E-78DA-4AA7-8CFA-DB5F7AE08131}" srcOrd="3" destOrd="0" parTransId="{ECAEE6E0-FD8A-44E4-BCD2-0C9BD2F16CBB}" sibTransId="{4D7C3034-8C58-4DC7-A46C-CB5FC3CA4514}"/>
    <dgm:cxn modelId="{33B76102-C008-401D-B4A9-113A480688EB}" type="presOf" srcId="{E73F547E-78DA-4AA7-8CFA-DB5F7AE08131}" destId="{0F8C45D4-3104-4B9F-82F9-D93E9561B9C7}" srcOrd="1" destOrd="0" presId="urn:microsoft.com/office/officeart/2005/8/layout/list1"/>
    <dgm:cxn modelId="{B6F4E229-63D6-4407-91E4-4D76FF0BB3E9}" srcId="{CFDE0FBC-9394-472C-8AE1-B762651E6B36}" destId="{A8B8BD47-6BBA-44F9-8CE4-53F7D553E001}" srcOrd="0" destOrd="0" parTransId="{3C578F08-DAFF-418F-8CED-CCDB3C31C1B3}" sibTransId="{2C9C40AA-30C6-4128-BEE3-B284DD176889}"/>
    <dgm:cxn modelId="{EECFB02C-8B03-4BC0-910F-ED7BBF408286}" srcId="{42A802BA-0456-4C56-9686-23F5D7B10199}" destId="{CFDE0FBC-9394-472C-8AE1-B762651E6B36}" srcOrd="2" destOrd="0" parTransId="{53CC37F2-5516-4977-88AA-8BDE35B598FC}" sibTransId="{792BE236-10A6-4CC8-94A9-BAC8A68DB090}"/>
    <dgm:cxn modelId="{2A8E645C-23DE-4FE4-A8A0-C902AE111C6C}" type="presOf" srcId="{4A99237D-174D-4C34-A1F3-535E5F8F9E55}" destId="{AABCF33C-10C5-4F89-9CA5-9365AC83C6FC}" srcOrd="0" destOrd="0" presId="urn:microsoft.com/office/officeart/2005/8/layout/list1"/>
    <dgm:cxn modelId="{ABA886F4-0355-484B-9C4D-43BA31A9F99B}" type="presOf" srcId="{7B03A2EE-57CF-4677-87C0-E0E122222C05}" destId="{74698C75-4A7C-4BDF-AF57-2E038B3FBA3F}" srcOrd="1" destOrd="0" presId="urn:microsoft.com/office/officeart/2005/8/layout/list1"/>
    <dgm:cxn modelId="{D5D291EE-43A3-4925-882B-C19C759AAEB3}" type="presOf" srcId="{42A802BA-0456-4C56-9686-23F5D7B10199}" destId="{B6B384A3-2B07-4DC5-BBE3-524B605E681A}" srcOrd="0" destOrd="0" presId="urn:microsoft.com/office/officeart/2005/8/layout/list1"/>
    <dgm:cxn modelId="{B09C7EDE-D362-427A-BBFD-804DCC4AA623}" srcId="{DF7D7261-1286-4811-B7C2-57DB1FF8F064}" destId="{4A99237D-174D-4C34-A1F3-535E5F8F9E55}" srcOrd="0" destOrd="0" parTransId="{56F72116-9FB1-4060-A794-4FC52B47F039}" sibTransId="{08EA7FF5-1B19-411C-B3DE-F3278FC5DF98}"/>
    <dgm:cxn modelId="{9380AE09-A9A2-4686-9E4A-CBCD5B32E787}" type="presOf" srcId="{340A5612-70B0-4F34-98F0-67E5CDFFCB98}" destId="{1B18B165-68A0-47BB-9617-893276CF5FD8}" srcOrd="1" destOrd="0" presId="urn:microsoft.com/office/officeart/2005/8/layout/list1"/>
    <dgm:cxn modelId="{56D77439-FDF2-4175-84FE-885BA501DBD7}" type="presOf" srcId="{E73F547E-78DA-4AA7-8CFA-DB5F7AE08131}" destId="{D1749B99-A576-41D4-9561-F82ECC87AE5D}" srcOrd="0" destOrd="0" presId="urn:microsoft.com/office/officeart/2005/8/layout/list1"/>
    <dgm:cxn modelId="{B60547AE-C15E-49FB-B0B4-72BF34B3C946}" type="presOf" srcId="{A96810E1-8F32-4D9A-A839-BAAD815259AF}" destId="{A0C5BD19-895A-4300-8D29-9224C6EA520B}" srcOrd="0" destOrd="0" presId="urn:microsoft.com/office/officeart/2005/8/layout/list1"/>
    <dgm:cxn modelId="{5927519F-75AE-45D8-A87A-83332D864B7C}" type="presOf" srcId="{C2AF74CD-F67E-4FE9-BC54-EB28C79CFE6D}" destId="{217E88C9-02D9-4992-B4CD-5944E234F51D}" srcOrd="0" destOrd="0" presId="urn:microsoft.com/office/officeart/2005/8/layout/list1"/>
    <dgm:cxn modelId="{AA162CEA-46A7-4A03-86CC-38E6299F5A67}" srcId="{340A5612-70B0-4F34-98F0-67E5CDFFCB98}" destId="{A96810E1-8F32-4D9A-A839-BAAD815259AF}" srcOrd="0" destOrd="0" parTransId="{13EAEA00-7388-4A0F-8B14-8DA50A26512A}" sibTransId="{352C424E-FDC0-4CC8-8B67-FEF86F471E72}"/>
    <dgm:cxn modelId="{249943F2-4FD5-4780-B510-273AE21AD3F3}" type="presOf" srcId="{CFDE0FBC-9394-472C-8AE1-B762651E6B36}" destId="{4EBD9AF3-90FA-4D20-B398-165D66DE586A}" srcOrd="1" destOrd="0" presId="urn:microsoft.com/office/officeart/2005/8/layout/list1"/>
    <dgm:cxn modelId="{BF311796-B8C0-45F4-AA85-082301AEC2F4}" type="presParOf" srcId="{B6B384A3-2B07-4DC5-BBE3-524B605E681A}" destId="{2385A52C-5E58-4AC9-A754-C3D232476012}" srcOrd="0" destOrd="0" presId="urn:microsoft.com/office/officeart/2005/8/layout/list1"/>
    <dgm:cxn modelId="{EBFFA147-83FE-4221-96F8-C542C9E24ED8}" type="presParOf" srcId="{2385A52C-5E58-4AC9-A754-C3D232476012}" destId="{A1361D15-A675-45AB-80FC-C0EFD96F2405}" srcOrd="0" destOrd="0" presId="urn:microsoft.com/office/officeart/2005/8/layout/list1"/>
    <dgm:cxn modelId="{882878E0-4962-41C9-B602-7BC0ED778A13}" type="presParOf" srcId="{2385A52C-5E58-4AC9-A754-C3D232476012}" destId="{74698C75-4A7C-4BDF-AF57-2E038B3FBA3F}" srcOrd="1" destOrd="0" presId="urn:microsoft.com/office/officeart/2005/8/layout/list1"/>
    <dgm:cxn modelId="{7AF15257-60E1-4F64-8795-CF51FFD1C696}" type="presParOf" srcId="{B6B384A3-2B07-4DC5-BBE3-524B605E681A}" destId="{8EB02B33-94F7-4835-85D5-B92ED77DB9BB}" srcOrd="1" destOrd="0" presId="urn:microsoft.com/office/officeart/2005/8/layout/list1"/>
    <dgm:cxn modelId="{6C1CD98D-1EC0-4F12-B95B-D5784305B5F3}" type="presParOf" srcId="{B6B384A3-2B07-4DC5-BBE3-524B605E681A}" destId="{B0BD91CF-DDF2-4B78-9E4E-C45F372455E7}" srcOrd="2" destOrd="0" presId="urn:microsoft.com/office/officeart/2005/8/layout/list1"/>
    <dgm:cxn modelId="{64A0D552-7997-48F7-9FEC-4BD3FDD30F9D}" type="presParOf" srcId="{B6B384A3-2B07-4DC5-BBE3-524B605E681A}" destId="{A38C8234-8A02-4EBC-A247-8DDB6AEC0B57}" srcOrd="3" destOrd="0" presId="urn:microsoft.com/office/officeart/2005/8/layout/list1"/>
    <dgm:cxn modelId="{5662A296-5C23-416B-8A66-1F1B158B002A}" type="presParOf" srcId="{B6B384A3-2B07-4DC5-BBE3-524B605E681A}" destId="{50D34454-6216-4707-9791-85289314003E}" srcOrd="4" destOrd="0" presId="urn:microsoft.com/office/officeart/2005/8/layout/list1"/>
    <dgm:cxn modelId="{71A956EF-5C68-41DF-8B2C-37125A1A3A5D}" type="presParOf" srcId="{50D34454-6216-4707-9791-85289314003E}" destId="{5BF49B80-D2DD-48DB-B90E-D7545D194F0F}" srcOrd="0" destOrd="0" presId="urn:microsoft.com/office/officeart/2005/8/layout/list1"/>
    <dgm:cxn modelId="{3000F0D3-B4D0-4FF9-B2BF-6917E412397C}" type="presParOf" srcId="{50D34454-6216-4707-9791-85289314003E}" destId="{1B18B165-68A0-47BB-9617-893276CF5FD8}" srcOrd="1" destOrd="0" presId="urn:microsoft.com/office/officeart/2005/8/layout/list1"/>
    <dgm:cxn modelId="{83BDC1BC-4BD4-416B-8632-49B6B047552A}" type="presParOf" srcId="{B6B384A3-2B07-4DC5-BBE3-524B605E681A}" destId="{04564972-F07B-411E-AA90-0D5230097963}" srcOrd="5" destOrd="0" presId="urn:microsoft.com/office/officeart/2005/8/layout/list1"/>
    <dgm:cxn modelId="{C80C094C-364D-4855-ACD1-F8CF0AF1E187}" type="presParOf" srcId="{B6B384A3-2B07-4DC5-BBE3-524B605E681A}" destId="{A0C5BD19-895A-4300-8D29-9224C6EA520B}" srcOrd="6" destOrd="0" presId="urn:microsoft.com/office/officeart/2005/8/layout/list1"/>
    <dgm:cxn modelId="{64C5BB1B-7F57-4038-B2AB-F1DED8CBA503}" type="presParOf" srcId="{B6B384A3-2B07-4DC5-BBE3-524B605E681A}" destId="{D8100F3D-0A89-4B03-B50B-F2E0FBD3955D}" srcOrd="7" destOrd="0" presId="urn:microsoft.com/office/officeart/2005/8/layout/list1"/>
    <dgm:cxn modelId="{83ED1544-FDA7-49D6-9822-6BBFC603E203}" type="presParOf" srcId="{B6B384A3-2B07-4DC5-BBE3-524B605E681A}" destId="{08E06FDF-CBF4-46B7-B6BC-F2F3F68CEF03}" srcOrd="8" destOrd="0" presId="urn:microsoft.com/office/officeart/2005/8/layout/list1"/>
    <dgm:cxn modelId="{3F86DF4E-F943-459C-B3E4-BDE4E9D117EB}" type="presParOf" srcId="{08E06FDF-CBF4-46B7-B6BC-F2F3F68CEF03}" destId="{02DDB538-CEC3-43A4-BDB1-B10EC529EBA1}" srcOrd="0" destOrd="0" presId="urn:microsoft.com/office/officeart/2005/8/layout/list1"/>
    <dgm:cxn modelId="{80A7C52D-8E69-43E1-9975-D6C5B3CE6146}" type="presParOf" srcId="{08E06FDF-CBF4-46B7-B6BC-F2F3F68CEF03}" destId="{4EBD9AF3-90FA-4D20-B398-165D66DE586A}" srcOrd="1" destOrd="0" presId="urn:microsoft.com/office/officeart/2005/8/layout/list1"/>
    <dgm:cxn modelId="{2DAB8159-E16E-4256-9FD2-623F9E11053C}" type="presParOf" srcId="{B6B384A3-2B07-4DC5-BBE3-524B605E681A}" destId="{D9572ADF-0061-4982-835F-11929C408321}" srcOrd="9" destOrd="0" presId="urn:microsoft.com/office/officeart/2005/8/layout/list1"/>
    <dgm:cxn modelId="{AB3C48BB-4BBD-44F8-838D-12B5E292298D}" type="presParOf" srcId="{B6B384A3-2B07-4DC5-BBE3-524B605E681A}" destId="{56781289-9E5A-44A1-BA27-9808A24CFFFA}" srcOrd="10" destOrd="0" presId="urn:microsoft.com/office/officeart/2005/8/layout/list1"/>
    <dgm:cxn modelId="{87D2C5A7-841F-429B-A7BE-10A6F94FEE77}" type="presParOf" srcId="{B6B384A3-2B07-4DC5-BBE3-524B605E681A}" destId="{08F3FD5D-E05F-4325-AE2C-FADBEE2ACEC8}" srcOrd="11" destOrd="0" presId="urn:microsoft.com/office/officeart/2005/8/layout/list1"/>
    <dgm:cxn modelId="{C29E80E5-DEE8-4DCA-814A-EC1A19248845}" type="presParOf" srcId="{B6B384A3-2B07-4DC5-BBE3-524B605E681A}" destId="{28D3F831-E89E-46CA-B007-2973271777B9}" srcOrd="12" destOrd="0" presId="urn:microsoft.com/office/officeart/2005/8/layout/list1"/>
    <dgm:cxn modelId="{B0EC2F98-AEEB-4744-BDB0-F8132684ABB2}" type="presParOf" srcId="{28D3F831-E89E-46CA-B007-2973271777B9}" destId="{D1749B99-A576-41D4-9561-F82ECC87AE5D}" srcOrd="0" destOrd="0" presId="urn:microsoft.com/office/officeart/2005/8/layout/list1"/>
    <dgm:cxn modelId="{0EF0D6EF-133D-4A46-9E6A-34B101DC131E}" type="presParOf" srcId="{28D3F831-E89E-46CA-B007-2973271777B9}" destId="{0F8C45D4-3104-4B9F-82F9-D93E9561B9C7}" srcOrd="1" destOrd="0" presId="urn:microsoft.com/office/officeart/2005/8/layout/list1"/>
    <dgm:cxn modelId="{DEE40353-3080-46E3-A4AA-F43402EB64FD}" type="presParOf" srcId="{B6B384A3-2B07-4DC5-BBE3-524B605E681A}" destId="{4B40FC90-CD5A-4998-869A-11D70026F96C}" srcOrd="13" destOrd="0" presId="urn:microsoft.com/office/officeart/2005/8/layout/list1"/>
    <dgm:cxn modelId="{A384EB17-FCEE-4D6C-8762-782F12FF2580}" type="presParOf" srcId="{B6B384A3-2B07-4DC5-BBE3-524B605E681A}" destId="{217E88C9-02D9-4992-B4CD-5944E234F51D}" srcOrd="14" destOrd="0" presId="urn:microsoft.com/office/officeart/2005/8/layout/list1"/>
    <dgm:cxn modelId="{0799245A-CC0F-44F6-9DCE-DDFBB87FD690}" type="presParOf" srcId="{B6B384A3-2B07-4DC5-BBE3-524B605E681A}" destId="{0BCF6669-D84F-477B-A5CA-3426254E1EBF}" srcOrd="15" destOrd="0" presId="urn:microsoft.com/office/officeart/2005/8/layout/list1"/>
    <dgm:cxn modelId="{CCDB619D-6DA7-4B62-B08E-D30C50943595}" type="presParOf" srcId="{B6B384A3-2B07-4DC5-BBE3-524B605E681A}" destId="{4FEFDFA8-73DD-492C-BE2B-0B30E924E8C9}" srcOrd="16" destOrd="0" presId="urn:microsoft.com/office/officeart/2005/8/layout/list1"/>
    <dgm:cxn modelId="{816AE2CE-02B8-45BC-9EEE-AB10316778EB}" type="presParOf" srcId="{4FEFDFA8-73DD-492C-BE2B-0B30E924E8C9}" destId="{3EA9D753-050B-4D46-BFB8-720E4E0F31CC}" srcOrd="0" destOrd="0" presId="urn:microsoft.com/office/officeart/2005/8/layout/list1"/>
    <dgm:cxn modelId="{0AE34426-1186-4B37-BCA4-23EB6DE5E656}" type="presParOf" srcId="{4FEFDFA8-73DD-492C-BE2B-0B30E924E8C9}" destId="{3BC54E63-69BB-4C59-8B33-9AAD7D1B62CD}" srcOrd="1" destOrd="0" presId="urn:microsoft.com/office/officeart/2005/8/layout/list1"/>
    <dgm:cxn modelId="{AD4477B4-5D9E-48A7-A148-C7A2C9B6692B}" type="presParOf" srcId="{B6B384A3-2B07-4DC5-BBE3-524B605E681A}" destId="{216FE3BE-2234-4824-ABCD-0B813A0D4CB5}" srcOrd="17" destOrd="0" presId="urn:microsoft.com/office/officeart/2005/8/layout/list1"/>
    <dgm:cxn modelId="{B7DACC86-6A64-4155-AEC7-01B37A579753}" type="presParOf" srcId="{B6B384A3-2B07-4DC5-BBE3-524B605E681A}" destId="{AABCF33C-10C5-4F89-9CA5-9365AC83C6FC}" srcOrd="18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2BF63D-CABF-4391-AE90-5B330D8529C3}" type="doc">
      <dgm:prSet loTypeId="urn:microsoft.com/office/officeart/2005/8/layout/p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A21B9A7-E2E6-4C24-A916-DA5DFCA7994E}">
      <dgm:prSet phldrT="[文本]" custT="1"/>
      <dgm:spPr/>
      <dgm:t>
        <a:bodyPr/>
        <a:lstStyle/>
        <a:p>
          <a:pPr algn="l"/>
          <a:r>
            <a:rPr lang="en-US" altLang="zh-CN" sz="2100" dirty="0" smtClean="0"/>
            <a:t>2.</a:t>
          </a:r>
          <a:r>
            <a:rPr lang="zh-CN" altLang="en-US" sz="26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画坐标</a:t>
          </a:r>
          <a:endParaRPr lang="zh-CN" altLang="en-US" sz="2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C3695E-94BB-4ABD-AB85-F957F3E9CC23}" type="parTrans" cxnId="{44CBA916-037D-460A-A4A3-76FF2AB9E003}">
      <dgm:prSet/>
      <dgm:spPr/>
      <dgm:t>
        <a:bodyPr/>
        <a:lstStyle/>
        <a:p>
          <a:endParaRPr lang="zh-CN" altLang="en-US"/>
        </a:p>
      </dgm:t>
    </dgm:pt>
    <dgm:pt modelId="{BA0663F6-2CE9-4705-8DEF-209B18B9BA75}" type="sibTrans" cxnId="{44CBA916-037D-460A-A4A3-76FF2AB9E003}">
      <dgm:prSet/>
      <dgm:spPr/>
      <dgm:t>
        <a:bodyPr/>
        <a:lstStyle/>
        <a:p>
          <a:endParaRPr lang="zh-CN" altLang="en-US"/>
        </a:p>
      </dgm:t>
    </dgm:pt>
    <dgm:pt modelId="{4B85176A-B686-4E42-B626-49364B0319E0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数据型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748DD3-3B83-44F4-AD7A-A205683D543D}" type="parTrans" cxnId="{AEF355BA-7498-4905-8797-1C41E87859D4}">
      <dgm:prSet/>
      <dgm:spPr/>
      <dgm:t>
        <a:bodyPr/>
        <a:lstStyle/>
        <a:p>
          <a:endParaRPr lang="zh-CN" altLang="en-US"/>
        </a:p>
      </dgm:t>
    </dgm:pt>
    <dgm:pt modelId="{1DD64164-BE8E-40EC-B00E-953DC85B6FDE}" type="sibTrans" cxnId="{AEF355BA-7498-4905-8797-1C41E87859D4}">
      <dgm:prSet/>
      <dgm:spPr/>
      <dgm:t>
        <a:bodyPr/>
        <a:lstStyle/>
        <a:p>
          <a:endParaRPr lang="zh-CN" altLang="en-US"/>
        </a:p>
      </dgm:t>
    </dgm:pt>
    <dgm:pt modelId="{CFE6FCF5-2EBA-40ED-83D0-F8E148BFD3C0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社交型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FE8935-76E7-4235-B8A8-E2CFC60990BC}" type="parTrans" cxnId="{87E1D6F7-77AB-49C8-B0D1-4D4D3C2433B3}">
      <dgm:prSet/>
      <dgm:spPr/>
      <dgm:t>
        <a:bodyPr/>
        <a:lstStyle/>
        <a:p>
          <a:endParaRPr lang="zh-CN" altLang="en-US"/>
        </a:p>
      </dgm:t>
    </dgm:pt>
    <dgm:pt modelId="{2BF56C74-AF6C-445E-925F-D5CDDB06CCC5}" type="sibTrans" cxnId="{87E1D6F7-77AB-49C8-B0D1-4D4D3C2433B3}">
      <dgm:prSet/>
      <dgm:spPr/>
      <dgm:t>
        <a:bodyPr/>
        <a:lstStyle/>
        <a:p>
          <a:endParaRPr lang="zh-CN" altLang="en-US"/>
        </a:p>
      </dgm:t>
    </dgm:pt>
    <dgm:pt modelId="{BB7A5A7A-BB67-471F-9262-FBD7DC827505}">
      <dgm:prSet phldrT="[文本]" custT="1"/>
      <dgm:spPr/>
      <dgm:t>
        <a:bodyPr/>
        <a:lstStyle/>
        <a:p>
          <a:pPr algn="l"/>
          <a:r>
            <a:rPr lang="en-US" altLang="zh-CN" sz="2200" dirty="0" smtClean="0"/>
            <a:t>4.</a:t>
          </a:r>
          <a:r>
            <a:rPr lang="zh-CN" altLang="en-US" sz="26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画梦想</a:t>
          </a:r>
          <a:endParaRPr lang="zh-CN" altLang="en-US" sz="2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2DD6911-F39A-4B7B-BDA5-CC7A0D37FE8C}" type="parTrans" cxnId="{E260B013-659A-49A9-84A5-6A952EA1BF7C}">
      <dgm:prSet/>
      <dgm:spPr/>
      <dgm:t>
        <a:bodyPr/>
        <a:lstStyle/>
        <a:p>
          <a:endParaRPr lang="zh-CN" altLang="en-US"/>
        </a:p>
      </dgm:t>
    </dgm:pt>
    <dgm:pt modelId="{89B3F819-3193-4990-B006-BBB01173CF4D}" type="sibTrans" cxnId="{E260B013-659A-49A9-84A5-6A952EA1BF7C}">
      <dgm:prSet/>
      <dgm:spPr/>
      <dgm:t>
        <a:bodyPr/>
        <a:lstStyle/>
        <a:p>
          <a:endParaRPr lang="zh-CN" altLang="en-US"/>
        </a:p>
      </dgm:t>
    </dgm:pt>
    <dgm:pt modelId="{690AF546-19EF-4DEB-9BE7-9822F11A2B04}">
      <dgm:prSet phldrT="[文本]" custT="1"/>
      <dgm:spPr/>
      <dgm:t>
        <a:bodyPr/>
        <a:lstStyle/>
        <a:p>
          <a:pPr algn="l"/>
          <a:r>
            <a:rPr lang="zh-CN" altLang="en-US" sz="2000" dirty="0" smtClean="0"/>
            <a:t>闭</a:t>
          </a:r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上眼睛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F68F19-DEDB-4371-B3A3-3D5C2AB00B2B}" type="parTrans" cxnId="{713A66F8-C8D5-42FE-943B-FD1B0369D0A7}">
      <dgm:prSet/>
      <dgm:spPr/>
      <dgm:t>
        <a:bodyPr/>
        <a:lstStyle/>
        <a:p>
          <a:endParaRPr lang="zh-CN" altLang="en-US"/>
        </a:p>
      </dgm:t>
    </dgm:pt>
    <dgm:pt modelId="{6796EE7F-1213-4938-AF88-91D2F864F45D}" type="sibTrans" cxnId="{713A66F8-C8D5-42FE-943B-FD1B0369D0A7}">
      <dgm:prSet/>
      <dgm:spPr/>
      <dgm:t>
        <a:bodyPr/>
        <a:lstStyle/>
        <a:p>
          <a:endParaRPr lang="zh-CN" altLang="en-US"/>
        </a:p>
      </dgm:t>
    </dgm:pt>
    <dgm:pt modelId="{F3275E8C-101A-45BE-A45A-F9833ABD1B3C}">
      <dgm:prSet phldrT="[文本]"/>
      <dgm:spPr/>
      <dgm:t>
        <a:bodyPr/>
        <a:lstStyle/>
        <a:p>
          <a:pPr algn="l"/>
          <a:r>
            <a:rPr lang="en-US" altLang="zh-CN" sz="2600" dirty="0" smtClean="0"/>
            <a:t>1.</a:t>
          </a:r>
          <a:r>
            <a:rPr lang="zh-CN" altLang="en-US" sz="26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忆童年</a:t>
          </a:r>
          <a:endParaRPr lang="zh-CN" altLang="en-US" sz="2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2B3CD44-AD3C-49F4-AACB-0A65F42A1831}" type="parTrans" cxnId="{72431CF5-3F7C-440E-97DB-5A03600BF32D}">
      <dgm:prSet/>
      <dgm:spPr/>
      <dgm:t>
        <a:bodyPr/>
        <a:lstStyle/>
        <a:p>
          <a:endParaRPr lang="zh-CN" altLang="en-US"/>
        </a:p>
      </dgm:t>
    </dgm:pt>
    <dgm:pt modelId="{E8A3C3EF-CBAF-4F9F-857F-7BD57429FFBB}" type="sibTrans" cxnId="{72431CF5-3F7C-440E-97DB-5A03600BF32D}">
      <dgm:prSet/>
      <dgm:spPr/>
      <dgm:t>
        <a:bodyPr/>
        <a:lstStyle/>
        <a:p>
          <a:endParaRPr lang="zh-CN" altLang="en-US"/>
        </a:p>
      </dgm:t>
    </dgm:pt>
    <dgm:pt modelId="{2E979BBF-5C26-4E35-9B2E-B66EB53A3949}">
      <dgm:prSet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操作性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585770-3875-4786-A99A-67914FB00C4F}" type="parTrans" cxnId="{A438AB02-8BE3-4F8C-B01C-66750AC9C93F}">
      <dgm:prSet/>
      <dgm:spPr/>
      <dgm:t>
        <a:bodyPr/>
        <a:lstStyle/>
        <a:p>
          <a:endParaRPr lang="zh-CN" altLang="en-US"/>
        </a:p>
      </dgm:t>
    </dgm:pt>
    <dgm:pt modelId="{97F12DA2-FBA5-41CF-AA70-84E685FB0CA4}" type="sibTrans" cxnId="{A438AB02-8BE3-4F8C-B01C-66750AC9C93F}">
      <dgm:prSet/>
      <dgm:spPr/>
      <dgm:t>
        <a:bodyPr/>
        <a:lstStyle/>
        <a:p>
          <a:endParaRPr lang="zh-CN" altLang="en-US"/>
        </a:p>
      </dgm:t>
    </dgm:pt>
    <dgm:pt modelId="{DDC38635-A3CE-47E3-9F67-D32AA73227BC}">
      <dgm:prSet/>
      <dgm:spPr/>
      <dgm:t>
        <a:bodyPr/>
        <a:lstStyle/>
        <a:p>
          <a:pPr algn="l"/>
          <a:endParaRPr lang="zh-CN" altLang="en-US" sz="1600" dirty="0"/>
        </a:p>
      </dgm:t>
    </dgm:pt>
    <dgm:pt modelId="{17D583E5-EE2F-4886-811C-90D9C8980F33}" type="parTrans" cxnId="{3042A551-BFA9-4B62-9A03-3B472E156C79}">
      <dgm:prSet/>
      <dgm:spPr/>
      <dgm:t>
        <a:bodyPr/>
        <a:lstStyle/>
        <a:p>
          <a:endParaRPr lang="zh-CN" altLang="en-US"/>
        </a:p>
      </dgm:t>
    </dgm:pt>
    <dgm:pt modelId="{8A4C2D48-0526-442B-92E5-9173C1DD8CA2}" type="sibTrans" cxnId="{3042A551-BFA9-4B62-9A03-3B472E156C79}">
      <dgm:prSet/>
      <dgm:spPr/>
      <dgm:t>
        <a:bodyPr/>
        <a:lstStyle/>
        <a:p>
          <a:endParaRPr lang="zh-CN" altLang="en-US"/>
        </a:p>
      </dgm:t>
    </dgm:pt>
    <dgm:pt modelId="{B1EBF915-6C5C-4479-8DCC-58F2978CC818}">
      <dgm:prSet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喜欢什么 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4325F1-F2E4-4692-A675-AF934CB8F269}" type="parTrans" cxnId="{E7D8AE67-3D4A-4DF1-B426-60CA3D872CBD}">
      <dgm:prSet/>
      <dgm:spPr/>
      <dgm:t>
        <a:bodyPr/>
        <a:lstStyle/>
        <a:p>
          <a:endParaRPr lang="zh-CN" altLang="en-US"/>
        </a:p>
      </dgm:t>
    </dgm:pt>
    <dgm:pt modelId="{8C42F97D-BE90-4466-B243-3A68BD98F77A}" type="sibTrans" cxnId="{E7D8AE67-3D4A-4DF1-B426-60CA3D872CBD}">
      <dgm:prSet/>
      <dgm:spPr/>
      <dgm:t>
        <a:bodyPr/>
        <a:lstStyle/>
        <a:p>
          <a:endParaRPr lang="zh-CN" altLang="en-US"/>
        </a:p>
      </dgm:t>
    </dgm:pt>
    <dgm:pt modelId="{967F8D59-556A-4B1C-B48C-1A93D3C895E7}">
      <dgm:prSet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探寻特长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99C6EA-A969-41ED-AF14-A166C1F88E79}" type="parTrans" cxnId="{B9AE81AE-5239-4604-B984-F631364FDBF2}">
      <dgm:prSet/>
      <dgm:spPr/>
      <dgm:t>
        <a:bodyPr/>
        <a:lstStyle/>
        <a:p>
          <a:endParaRPr lang="zh-CN" altLang="en-US"/>
        </a:p>
      </dgm:t>
    </dgm:pt>
    <dgm:pt modelId="{6E87887F-4210-4C30-8E04-894F23090D45}" type="sibTrans" cxnId="{B9AE81AE-5239-4604-B984-F631364FDBF2}">
      <dgm:prSet/>
      <dgm:spPr/>
      <dgm:t>
        <a:bodyPr/>
        <a:lstStyle/>
        <a:p>
          <a:endParaRPr lang="zh-CN" altLang="en-US"/>
        </a:p>
      </dgm:t>
    </dgm:pt>
    <dgm:pt modelId="{8841D899-2C7A-405A-A952-17F02AFF4734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孩子王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CB9B74-267D-4CBE-BB08-FD6020473089}" type="sibTrans" cxnId="{8C5C2617-493B-4A2A-9557-63046A13B995}">
      <dgm:prSet/>
      <dgm:spPr/>
      <dgm:t>
        <a:bodyPr/>
        <a:lstStyle/>
        <a:p>
          <a:endParaRPr lang="zh-CN" altLang="en-US"/>
        </a:p>
      </dgm:t>
    </dgm:pt>
    <dgm:pt modelId="{2367E9F2-60B3-4BA0-99AF-7D6FC0643958}" type="parTrans" cxnId="{8C5C2617-493B-4A2A-9557-63046A13B995}">
      <dgm:prSet/>
      <dgm:spPr/>
      <dgm:t>
        <a:bodyPr/>
        <a:lstStyle/>
        <a:p>
          <a:endParaRPr lang="zh-CN" altLang="en-US"/>
        </a:p>
      </dgm:t>
    </dgm:pt>
    <dgm:pt modelId="{BDD0F4E2-C2A0-4A07-84F9-71595761D161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当差的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E22CB5-ADD3-4A27-B54D-2C0C80F4E95B}" type="parTrans" cxnId="{5791BE85-14E0-4DDE-A27A-B73B9164317F}">
      <dgm:prSet/>
      <dgm:spPr/>
      <dgm:t>
        <a:bodyPr/>
        <a:lstStyle/>
        <a:p>
          <a:endParaRPr lang="zh-CN" altLang="en-US"/>
        </a:p>
      </dgm:t>
    </dgm:pt>
    <dgm:pt modelId="{E6AF3AC8-4117-47B3-935B-1FEEA26A3DB5}" type="sibTrans" cxnId="{5791BE85-14E0-4DDE-A27A-B73B9164317F}">
      <dgm:prSet/>
      <dgm:spPr/>
      <dgm:t>
        <a:bodyPr/>
        <a:lstStyle/>
        <a:p>
          <a:endParaRPr lang="zh-CN" altLang="en-US"/>
        </a:p>
      </dgm:t>
    </dgm:pt>
    <dgm:pt modelId="{679DA3E3-B4A6-4DCF-A940-7BE7AE09299A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孤胆英雄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A2B239-7CDA-4A98-8375-10DB0C5FAE67}" type="parTrans" cxnId="{60348BBD-2684-466E-AFBF-5F5E28D626F7}">
      <dgm:prSet/>
      <dgm:spPr/>
      <dgm:t>
        <a:bodyPr/>
        <a:lstStyle/>
        <a:p>
          <a:endParaRPr lang="zh-CN" altLang="en-US"/>
        </a:p>
      </dgm:t>
    </dgm:pt>
    <dgm:pt modelId="{EEB4F3D3-CB3D-475B-834F-BA58740967D8}" type="sibTrans" cxnId="{60348BBD-2684-466E-AFBF-5F5E28D626F7}">
      <dgm:prSet/>
      <dgm:spPr/>
      <dgm:t>
        <a:bodyPr/>
        <a:lstStyle/>
        <a:p>
          <a:endParaRPr lang="zh-CN" altLang="en-US"/>
        </a:p>
      </dgm:t>
    </dgm:pt>
    <dgm:pt modelId="{383321F7-2E23-4632-80EA-E189BDE8FDED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活宝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3F1B7F0-17DE-4910-9145-5EBC10680D3C}" type="sibTrans" cxnId="{8B229F16-B7ED-4E8A-92D4-2606FAB2AD92}">
      <dgm:prSet/>
      <dgm:spPr/>
      <dgm:t>
        <a:bodyPr/>
        <a:lstStyle/>
        <a:p>
          <a:endParaRPr lang="zh-CN" altLang="en-US"/>
        </a:p>
      </dgm:t>
    </dgm:pt>
    <dgm:pt modelId="{1F4CF2F8-E0B5-4EB4-9CFF-EB77543F54E1}" type="parTrans" cxnId="{8B229F16-B7ED-4E8A-92D4-2606FAB2AD92}">
      <dgm:prSet/>
      <dgm:spPr/>
      <dgm:t>
        <a:bodyPr/>
        <a:lstStyle/>
        <a:p>
          <a:endParaRPr lang="zh-CN" altLang="en-US"/>
        </a:p>
      </dgm:t>
    </dgm:pt>
    <dgm:pt modelId="{306A6C75-AE7D-4B01-9718-97BF856FE379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观念型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5D80ADA-32F6-468B-9137-CD6CE3C2E753}" type="parTrans" cxnId="{E2430A73-C14A-4C83-B999-8BD1028303C0}">
      <dgm:prSet/>
      <dgm:spPr/>
      <dgm:t>
        <a:bodyPr/>
        <a:lstStyle/>
        <a:p>
          <a:endParaRPr lang="zh-CN" altLang="en-US"/>
        </a:p>
      </dgm:t>
    </dgm:pt>
    <dgm:pt modelId="{2D0B8CA3-799D-418C-96F9-CC22CED87A36}" type="sibTrans" cxnId="{E2430A73-C14A-4C83-B999-8BD1028303C0}">
      <dgm:prSet/>
      <dgm:spPr/>
      <dgm:t>
        <a:bodyPr/>
        <a:lstStyle/>
        <a:p>
          <a:endParaRPr lang="zh-CN" altLang="en-US"/>
        </a:p>
      </dgm:t>
    </dgm:pt>
    <dgm:pt modelId="{C1D48F6F-0734-4F22-BAC2-EF6536174ED5}">
      <dgm:prSet custT="1"/>
      <dgm:spPr/>
      <dgm:t>
        <a:bodyPr/>
        <a:lstStyle/>
        <a:p>
          <a:pPr algn="l"/>
          <a:r>
            <a:rPr lang="en-US" altLang="zh-CN" sz="2200" dirty="0" smtClean="0"/>
            <a:t>3.</a:t>
          </a:r>
          <a:r>
            <a:rPr lang="zh-CN" altLang="en-US" sz="26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问心声</a:t>
          </a:r>
          <a:endParaRPr lang="zh-CN" altLang="en-US" sz="2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7A90FE4-933A-4B32-8033-249BD2FF06BE}" type="sibTrans" cxnId="{6E58D6BD-D422-4634-9CB5-4851B935CFE6}">
      <dgm:prSet/>
      <dgm:spPr/>
      <dgm:t>
        <a:bodyPr/>
        <a:lstStyle/>
        <a:p>
          <a:endParaRPr lang="zh-CN" altLang="en-US"/>
        </a:p>
      </dgm:t>
    </dgm:pt>
    <dgm:pt modelId="{62583300-5E15-4714-8814-9B4EEA2C2073}" type="parTrans" cxnId="{6E58D6BD-D422-4634-9CB5-4851B935CFE6}">
      <dgm:prSet/>
      <dgm:spPr/>
      <dgm:t>
        <a:bodyPr/>
        <a:lstStyle/>
        <a:p>
          <a:endParaRPr lang="zh-CN" altLang="en-US"/>
        </a:p>
      </dgm:t>
    </dgm:pt>
    <dgm:pt modelId="{F7520F55-F870-40B0-A810-6AE680CF71A2}">
      <dgm:prSet custT="1"/>
      <dgm:spPr/>
      <dgm:t>
        <a:bodyPr/>
        <a:lstStyle/>
        <a:p>
          <a:pPr algn="r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探寻梦想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92DDD7-C3DA-4403-9569-0B78E3E5AE37}" type="parTrans" cxnId="{84CD812F-FC74-4877-AABC-DB87B19AB646}">
      <dgm:prSet/>
      <dgm:spPr/>
      <dgm:t>
        <a:bodyPr/>
        <a:lstStyle/>
        <a:p>
          <a:endParaRPr lang="zh-CN" altLang="en-US"/>
        </a:p>
      </dgm:t>
    </dgm:pt>
    <dgm:pt modelId="{24A63315-9AB0-45AE-AAB3-E7C0BDD4226B}" type="sibTrans" cxnId="{84CD812F-FC74-4877-AABC-DB87B19AB646}">
      <dgm:prSet/>
      <dgm:spPr/>
      <dgm:t>
        <a:bodyPr/>
        <a:lstStyle/>
        <a:p>
          <a:endParaRPr lang="zh-CN" altLang="en-US"/>
        </a:p>
      </dgm:t>
    </dgm:pt>
    <dgm:pt modelId="{871913E6-DBA2-4AF1-92E0-EB705594F1DF}">
      <dgm:prSet phldrT="[文本]"/>
      <dgm:spPr/>
      <dgm:t>
        <a:bodyPr/>
        <a:lstStyle/>
        <a:p>
          <a:pPr algn="l"/>
          <a:endParaRPr lang="zh-CN" altLang="en-US" sz="1700" dirty="0"/>
        </a:p>
      </dgm:t>
    </dgm:pt>
    <dgm:pt modelId="{27B9A3B6-2E78-4B1B-9679-28AF8DD01903}" type="sibTrans" cxnId="{5BB5275B-C05E-4998-B796-B2ED3978C1C6}">
      <dgm:prSet/>
      <dgm:spPr/>
      <dgm:t>
        <a:bodyPr/>
        <a:lstStyle/>
        <a:p>
          <a:endParaRPr lang="zh-CN" altLang="en-US"/>
        </a:p>
      </dgm:t>
    </dgm:pt>
    <dgm:pt modelId="{5292C638-5D8D-40FB-9CCB-0F12DE2E1809}" type="parTrans" cxnId="{5BB5275B-C05E-4998-B796-B2ED3978C1C6}">
      <dgm:prSet/>
      <dgm:spPr/>
      <dgm:t>
        <a:bodyPr/>
        <a:lstStyle/>
        <a:p>
          <a:endParaRPr lang="zh-CN" altLang="en-US"/>
        </a:p>
      </dgm:t>
    </dgm:pt>
    <dgm:pt modelId="{7B1C12BF-0276-4C38-AC44-7887101C732F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工作环境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9E3D76F-6A64-40CA-897C-9BCD892A90D5}" type="parTrans" cxnId="{BDF0E8FB-9BCF-432E-A367-1F25D4C07B45}">
      <dgm:prSet/>
      <dgm:spPr/>
      <dgm:t>
        <a:bodyPr/>
        <a:lstStyle/>
        <a:p>
          <a:endParaRPr lang="zh-CN" altLang="en-US"/>
        </a:p>
      </dgm:t>
    </dgm:pt>
    <dgm:pt modelId="{213F46E3-A2FD-4A7D-AF82-E0B9F23EB7B8}" type="sibTrans" cxnId="{BDF0E8FB-9BCF-432E-A367-1F25D4C07B45}">
      <dgm:prSet/>
      <dgm:spPr/>
      <dgm:t>
        <a:bodyPr/>
        <a:lstStyle/>
        <a:p>
          <a:endParaRPr lang="zh-CN" altLang="en-US"/>
        </a:p>
      </dgm:t>
    </dgm:pt>
    <dgm:pt modelId="{61A01079-4E3B-46D4-A760-9610F44C0AFA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工作状态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65DD8EC-0D3C-4CEB-A655-FA96F1DC8212}" type="parTrans" cxnId="{1FD4C8D5-8B82-4D0B-81A4-76B0AA57275A}">
      <dgm:prSet/>
      <dgm:spPr/>
      <dgm:t>
        <a:bodyPr/>
        <a:lstStyle/>
        <a:p>
          <a:endParaRPr lang="zh-CN" altLang="en-US"/>
        </a:p>
      </dgm:t>
    </dgm:pt>
    <dgm:pt modelId="{2247349A-E9B2-46FA-8B29-8180F7AABD99}" type="sibTrans" cxnId="{1FD4C8D5-8B82-4D0B-81A4-76B0AA57275A}">
      <dgm:prSet/>
      <dgm:spPr/>
      <dgm:t>
        <a:bodyPr/>
        <a:lstStyle/>
        <a:p>
          <a:endParaRPr lang="zh-CN" altLang="en-US"/>
        </a:p>
      </dgm:t>
    </dgm:pt>
    <dgm:pt modelId="{039C6298-DAD7-400C-B2DC-7EC837919960}">
      <dgm:prSet phldrT="[文本]" custT="1"/>
      <dgm:spPr/>
      <dgm:t>
        <a:bodyPr/>
        <a:lstStyle/>
        <a:p>
          <a:pPr algn="l"/>
          <a:r>
            <a: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画面画下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45ED38-52B5-4BAB-BBB2-15DD1CACAD48}" type="parTrans" cxnId="{29051D2F-E46C-4441-A8B8-C50B7BD33800}">
      <dgm:prSet/>
      <dgm:spPr/>
      <dgm:t>
        <a:bodyPr/>
        <a:lstStyle/>
        <a:p>
          <a:endParaRPr lang="zh-CN" altLang="en-US"/>
        </a:p>
      </dgm:t>
    </dgm:pt>
    <dgm:pt modelId="{0D2DAE18-3DC5-4DCE-BA78-5F34AEC8F2E3}" type="sibTrans" cxnId="{29051D2F-E46C-4441-A8B8-C50B7BD33800}">
      <dgm:prSet/>
      <dgm:spPr/>
      <dgm:t>
        <a:bodyPr/>
        <a:lstStyle/>
        <a:p>
          <a:endParaRPr lang="zh-CN" altLang="en-US"/>
        </a:p>
      </dgm:t>
    </dgm:pt>
    <dgm:pt modelId="{AEB9CD59-3956-4756-8412-9A4DE682F21B}" type="pres">
      <dgm:prSet presAssocID="{D92BF63D-CABF-4391-AE90-5B330D8529C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8CE4A08-A4BF-4BF8-ACF4-BDD1E8B205EC}" type="pres">
      <dgm:prSet presAssocID="{D92BF63D-CABF-4391-AE90-5B330D8529C3}" presName="bkgdShp" presStyleLbl="alignAccFollowNode1" presStyleIdx="0" presStyleCnt="1" custLinFactNeighborX="209"/>
      <dgm:spPr/>
    </dgm:pt>
    <dgm:pt modelId="{B66EA5FD-3BF6-441D-B360-A6EF7F151740}" type="pres">
      <dgm:prSet presAssocID="{D92BF63D-CABF-4391-AE90-5B330D8529C3}" presName="linComp" presStyleCnt="0"/>
      <dgm:spPr/>
    </dgm:pt>
    <dgm:pt modelId="{6B57EA46-589D-402B-8A5D-10FA3CDA04CE}" type="pres">
      <dgm:prSet presAssocID="{F3275E8C-101A-45BE-A45A-F9833ABD1B3C}" presName="compNode" presStyleCnt="0"/>
      <dgm:spPr/>
    </dgm:pt>
    <dgm:pt modelId="{EE73AC9A-6686-4D76-8946-CB309A819EA7}" type="pres">
      <dgm:prSet presAssocID="{F3275E8C-101A-45BE-A45A-F9833ABD1B3C}" presName="node" presStyleLbl="node1" presStyleIdx="0" presStyleCnt="4" custScaleX="10929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7E3E16-DA89-4FE6-B06C-57EE226FFE54}" type="pres">
      <dgm:prSet presAssocID="{F3275E8C-101A-45BE-A45A-F9833ABD1B3C}" presName="invisiNode" presStyleLbl="node1" presStyleIdx="0" presStyleCnt="4"/>
      <dgm:spPr/>
    </dgm:pt>
    <dgm:pt modelId="{ED245C57-98B5-4146-B6B2-B87E1AFE2798}" type="pres">
      <dgm:prSet presAssocID="{F3275E8C-101A-45BE-A45A-F9833ABD1B3C}" presName="imagNode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  <dgm:t>
        <a:bodyPr/>
        <a:lstStyle/>
        <a:p>
          <a:endParaRPr lang="zh-CN" altLang="en-US"/>
        </a:p>
      </dgm:t>
    </dgm:pt>
    <dgm:pt modelId="{DDAD94F8-7862-4FCA-9DB0-7E1182E56D98}" type="pres">
      <dgm:prSet presAssocID="{E8A3C3EF-CBAF-4F9F-857F-7BD57429FFBB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31FE141F-F4A3-4165-9924-E2913FBA2AF1}" type="pres">
      <dgm:prSet presAssocID="{EA21B9A7-E2E6-4C24-A916-DA5DFCA7994E}" presName="compNode" presStyleCnt="0"/>
      <dgm:spPr/>
    </dgm:pt>
    <dgm:pt modelId="{037A3B3D-0CB6-4AD9-923D-B3AC34506506}" type="pres">
      <dgm:prSet presAssocID="{EA21B9A7-E2E6-4C24-A916-DA5DFCA7994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BC4A06E-371D-4A2D-B955-DA7A331A3CDE}" type="pres">
      <dgm:prSet presAssocID="{EA21B9A7-E2E6-4C24-A916-DA5DFCA7994E}" presName="invisiNode" presStyleLbl="node1" presStyleIdx="1" presStyleCnt="4"/>
      <dgm:spPr/>
    </dgm:pt>
    <dgm:pt modelId="{56CDB39D-33FD-433A-8B41-D49B5EC83BAB}" type="pres">
      <dgm:prSet presAssocID="{EA21B9A7-E2E6-4C24-A916-DA5DFCA7994E}" presName="imagNode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9000" b="-39000"/>
          </a:stretch>
        </a:blipFill>
      </dgm:spPr>
      <dgm:t>
        <a:bodyPr/>
        <a:lstStyle/>
        <a:p>
          <a:endParaRPr lang="zh-CN" altLang="en-US"/>
        </a:p>
      </dgm:t>
    </dgm:pt>
    <dgm:pt modelId="{187DCFA8-7242-42BE-A3C0-DCB0DD4784A9}" type="pres">
      <dgm:prSet presAssocID="{BA0663F6-2CE9-4705-8DEF-209B18B9BA75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6B045DFC-D257-4DAC-A42B-69A91839C004}" type="pres">
      <dgm:prSet presAssocID="{C1D48F6F-0734-4F22-BAC2-EF6536174ED5}" presName="compNode" presStyleCnt="0"/>
      <dgm:spPr/>
    </dgm:pt>
    <dgm:pt modelId="{08B20BA7-04D7-444F-850E-060C605562CF}" type="pres">
      <dgm:prSet presAssocID="{C1D48F6F-0734-4F22-BAC2-EF6536174ED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BC3B380-C007-4C2A-88B5-A95E48E82F05}" type="pres">
      <dgm:prSet presAssocID="{C1D48F6F-0734-4F22-BAC2-EF6536174ED5}" presName="invisiNode" presStyleLbl="node1" presStyleIdx="2" presStyleCnt="4"/>
      <dgm:spPr/>
    </dgm:pt>
    <dgm:pt modelId="{130C1DF1-2627-4408-B876-2135D41C47BE}" type="pres">
      <dgm:prSet presAssocID="{C1D48F6F-0734-4F22-BAC2-EF6536174ED5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  <dgm:t>
        <a:bodyPr/>
        <a:lstStyle/>
        <a:p>
          <a:endParaRPr lang="zh-CN" altLang="en-US"/>
        </a:p>
      </dgm:t>
    </dgm:pt>
    <dgm:pt modelId="{E17C3C2A-34C1-44E1-B3F1-389B8F67B05E}" type="pres">
      <dgm:prSet presAssocID="{27A90FE4-933A-4B32-8033-249BD2FF06BE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18EB1AA4-C51C-4E94-88BD-D60BA71A1CDF}" type="pres">
      <dgm:prSet presAssocID="{BB7A5A7A-BB67-471F-9262-FBD7DC827505}" presName="compNode" presStyleCnt="0"/>
      <dgm:spPr/>
    </dgm:pt>
    <dgm:pt modelId="{6B0F0A65-A0C9-4823-9AD5-FC67FAF08E5E}" type="pres">
      <dgm:prSet presAssocID="{BB7A5A7A-BB67-471F-9262-FBD7DC82750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E02B72C-D833-4CC1-8A16-C92ED49FFF30}" type="pres">
      <dgm:prSet presAssocID="{BB7A5A7A-BB67-471F-9262-FBD7DC827505}" presName="invisiNode" presStyleLbl="node1" presStyleIdx="3" presStyleCnt="4"/>
      <dgm:spPr/>
    </dgm:pt>
    <dgm:pt modelId="{43443BBD-5112-43D1-A6B8-BD0759FCC1FD}" type="pres">
      <dgm:prSet presAssocID="{BB7A5A7A-BB67-471F-9262-FBD7DC827505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  <dgm:t>
        <a:bodyPr/>
        <a:lstStyle/>
        <a:p>
          <a:endParaRPr lang="zh-CN" altLang="en-US"/>
        </a:p>
      </dgm:t>
    </dgm:pt>
  </dgm:ptLst>
  <dgm:cxnLst>
    <dgm:cxn modelId="{1D110B89-AD71-49A4-ABFB-3010885E47D9}" type="presOf" srcId="{BB7A5A7A-BB67-471F-9262-FBD7DC827505}" destId="{6B0F0A65-A0C9-4823-9AD5-FC67FAF08E5E}" srcOrd="0" destOrd="0" presId="urn:microsoft.com/office/officeart/2005/8/layout/pList2"/>
    <dgm:cxn modelId="{519D9A8A-6757-4F8C-9178-0C4FE333C2F0}" type="presOf" srcId="{DDC38635-A3CE-47E3-9F67-D32AA73227BC}" destId="{037A3B3D-0CB6-4AD9-923D-B3AC34506506}" srcOrd="0" destOrd="5" presId="urn:microsoft.com/office/officeart/2005/8/layout/pList2"/>
    <dgm:cxn modelId="{713A66F8-C8D5-42FE-943B-FD1B0369D0A7}" srcId="{BB7A5A7A-BB67-471F-9262-FBD7DC827505}" destId="{690AF546-19EF-4DEB-9BE7-9822F11A2B04}" srcOrd="0" destOrd="0" parTransId="{DCF68F19-DEDB-4371-B3A3-3D5C2AB00B2B}" sibTransId="{6796EE7F-1213-4938-AF88-91D2F864F45D}"/>
    <dgm:cxn modelId="{B9AE81AE-5239-4604-B984-F631364FDBF2}" srcId="{C1D48F6F-0734-4F22-BAC2-EF6536174ED5}" destId="{967F8D59-556A-4B1C-B48C-1A93D3C895E7}" srcOrd="1" destOrd="0" parTransId="{0B99C6EA-A969-41ED-AF14-A166C1F88E79}" sibTransId="{6E87887F-4210-4C30-8E04-894F23090D45}"/>
    <dgm:cxn modelId="{7BD1CCE4-B0DA-40A8-B722-9126CB4613BC}" type="presOf" srcId="{CFE6FCF5-2EBA-40ED-83D0-F8E148BFD3C0}" destId="{037A3B3D-0CB6-4AD9-923D-B3AC34506506}" srcOrd="0" destOrd="3" presId="urn:microsoft.com/office/officeart/2005/8/layout/pList2"/>
    <dgm:cxn modelId="{3042A551-BFA9-4B62-9A03-3B472E156C79}" srcId="{EA21B9A7-E2E6-4C24-A916-DA5DFCA7994E}" destId="{DDC38635-A3CE-47E3-9F67-D32AA73227BC}" srcOrd="4" destOrd="0" parTransId="{17D583E5-EE2F-4886-811C-90D9C8980F33}" sibTransId="{8A4C2D48-0526-442B-92E5-9173C1DD8CA2}"/>
    <dgm:cxn modelId="{D675A7E3-8572-49E8-9F81-32E9BCECBD22}" type="presOf" srcId="{F7520F55-F870-40B0-A810-6AE680CF71A2}" destId="{08B20BA7-04D7-444F-850E-060C605562CF}" srcOrd="0" destOrd="3" presId="urn:microsoft.com/office/officeart/2005/8/layout/pList2"/>
    <dgm:cxn modelId="{E2430A73-C14A-4C83-B999-8BD1028303C0}" srcId="{EA21B9A7-E2E6-4C24-A916-DA5DFCA7994E}" destId="{306A6C75-AE7D-4B01-9718-97BF856FE379}" srcOrd="1" destOrd="0" parTransId="{F5D80ADA-32F6-468B-9137-CD6CE3C2E753}" sibTransId="{2D0B8CA3-799D-418C-96F9-CC22CED87A36}"/>
    <dgm:cxn modelId="{F6F4034B-31D2-4A6F-BC6A-C6E5E841F30F}" type="presOf" srcId="{F3275E8C-101A-45BE-A45A-F9833ABD1B3C}" destId="{EE73AC9A-6686-4D76-8946-CB309A819EA7}" srcOrd="0" destOrd="0" presId="urn:microsoft.com/office/officeart/2005/8/layout/pList2"/>
    <dgm:cxn modelId="{5791BE85-14E0-4DDE-A27A-B73B9164317F}" srcId="{F3275E8C-101A-45BE-A45A-F9833ABD1B3C}" destId="{BDD0F4E2-C2A0-4A07-84F9-71595761D161}" srcOrd="2" destOrd="0" parTransId="{B2E22CB5-ADD3-4A27-B54D-2C0C80F4E95B}" sibTransId="{E6AF3AC8-4117-47B3-935B-1FEEA26A3DB5}"/>
    <dgm:cxn modelId="{B486C8EE-E7CF-4EB2-81DD-C71802EB06F9}" type="presOf" srcId="{679DA3E3-B4A6-4DCF-A940-7BE7AE09299A}" destId="{EE73AC9A-6686-4D76-8946-CB309A819EA7}" srcOrd="0" destOrd="4" presId="urn:microsoft.com/office/officeart/2005/8/layout/pList2"/>
    <dgm:cxn modelId="{B5D13BC6-7492-4FBD-B5D0-9056882AA753}" type="presOf" srcId="{BDD0F4E2-C2A0-4A07-84F9-71595761D161}" destId="{EE73AC9A-6686-4D76-8946-CB309A819EA7}" srcOrd="0" destOrd="3" presId="urn:microsoft.com/office/officeart/2005/8/layout/pList2"/>
    <dgm:cxn modelId="{FB59D63C-412B-41AE-A109-B92B26B43FA5}" type="presOf" srcId="{D92BF63D-CABF-4391-AE90-5B330D8529C3}" destId="{AEB9CD59-3956-4756-8412-9A4DE682F21B}" srcOrd="0" destOrd="0" presId="urn:microsoft.com/office/officeart/2005/8/layout/pList2"/>
    <dgm:cxn modelId="{143BC126-27EC-4B45-AB6A-FF7CBB150E12}" type="presOf" srcId="{306A6C75-AE7D-4B01-9718-97BF856FE379}" destId="{037A3B3D-0CB6-4AD9-923D-B3AC34506506}" srcOrd="0" destOrd="2" presId="urn:microsoft.com/office/officeart/2005/8/layout/pList2"/>
    <dgm:cxn modelId="{84CD812F-FC74-4877-AABC-DB87B19AB646}" srcId="{C1D48F6F-0734-4F22-BAC2-EF6536174ED5}" destId="{F7520F55-F870-40B0-A810-6AE680CF71A2}" srcOrd="2" destOrd="0" parTransId="{DD92DDD7-C3DA-4403-9569-0B78E3E5AE37}" sibTransId="{24A63315-9AB0-45AE-AAB3-E7C0BDD4226B}"/>
    <dgm:cxn modelId="{392CA46E-B6C0-47E0-8B10-AEB692B4BA00}" type="presOf" srcId="{4B85176A-B686-4E42-B626-49364B0319E0}" destId="{037A3B3D-0CB6-4AD9-923D-B3AC34506506}" srcOrd="0" destOrd="1" presId="urn:microsoft.com/office/officeart/2005/8/layout/pList2"/>
    <dgm:cxn modelId="{2E6FB183-0477-457E-B0A2-99DB7722E05A}" type="presOf" srcId="{967F8D59-556A-4B1C-B48C-1A93D3C895E7}" destId="{08B20BA7-04D7-444F-850E-060C605562CF}" srcOrd="0" destOrd="2" presId="urn:microsoft.com/office/officeart/2005/8/layout/pList2"/>
    <dgm:cxn modelId="{7C62C3C6-4AE9-4742-9072-1EEE0736307C}" type="presOf" srcId="{8841D899-2C7A-405A-A952-17F02AFF4734}" destId="{EE73AC9A-6686-4D76-8946-CB309A819EA7}" srcOrd="0" destOrd="1" presId="urn:microsoft.com/office/officeart/2005/8/layout/pList2"/>
    <dgm:cxn modelId="{FE6627D0-0AC3-4153-B91E-F145D73BF8DD}" type="presOf" srcId="{27A90FE4-933A-4B32-8033-249BD2FF06BE}" destId="{E17C3C2A-34C1-44E1-B3F1-389B8F67B05E}" srcOrd="0" destOrd="0" presId="urn:microsoft.com/office/officeart/2005/8/layout/pList2"/>
    <dgm:cxn modelId="{72431CF5-3F7C-440E-97DB-5A03600BF32D}" srcId="{D92BF63D-CABF-4391-AE90-5B330D8529C3}" destId="{F3275E8C-101A-45BE-A45A-F9833ABD1B3C}" srcOrd="0" destOrd="0" parTransId="{82B3CD44-AD3C-49F4-AACB-0A65F42A1831}" sibTransId="{E8A3C3EF-CBAF-4F9F-857F-7BD57429FFBB}"/>
    <dgm:cxn modelId="{1FD4C8D5-8B82-4D0B-81A4-76B0AA57275A}" srcId="{BB7A5A7A-BB67-471F-9262-FBD7DC827505}" destId="{61A01079-4E3B-46D4-A760-9610F44C0AFA}" srcOrd="2" destOrd="0" parTransId="{265DD8EC-0D3C-4CEB-A655-FA96F1DC8212}" sibTransId="{2247349A-E9B2-46FA-8B29-8180F7AABD99}"/>
    <dgm:cxn modelId="{60348BBD-2684-466E-AFBF-5F5E28D626F7}" srcId="{F3275E8C-101A-45BE-A45A-F9833ABD1B3C}" destId="{679DA3E3-B4A6-4DCF-A940-7BE7AE09299A}" srcOrd="3" destOrd="0" parTransId="{A7A2B239-7CDA-4A98-8375-10DB0C5FAE67}" sibTransId="{EEB4F3D3-CB3D-475B-834F-BA58740967D8}"/>
    <dgm:cxn modelId="{AEF355BA-7498-4905-8797-1C41E87859D4}" srcId="{EA21B9A7-E2E6-4C24-A916-DA5DFCA7994E}" destId="{4B85176A-B686-4E42-B626-49364B0319E0}" srcOrd="0" destOrd="0" parTransId="{6F748DD3-3B83-44F4-AD7A-A205683D543D}" sibTransId="{1DD64164-BE8E-40EC-B00E-953DC85B6FDE}"/>
    <dgm:cxn modelId="{E260B013-659A-49A9-84A5-6A952EA1BF7C}" srcId="{D92BF63D-CABF-4391-AE90-5B330D8529C3}" destId="{BB7A5A7A-BB67-471F-9262-FBD7DC827505}" srcOrd="3" destOrd="0" parTransId="{32DD6911-F39A-4B7B-BDA5-CC7A0D37FE8C}" sibTransId="{89B3F819-3193-4990-B006-BBB01173CF4D}"/>
    <dgm:cxn modelId="{BE6DD035-9E40-4D0E-A063-76EAD2E1EF15}" type="presOf" srcId="{61A01079-4E3B-46D4-A760-9610F44C0AFA}" destId="{6B0F0A65-A0C9-4823-9AD5-FC67FAF08E5E}" srcOrd="0" destOrd="3" presId="urn:microsoft.com/office/officeart/2005/8/layout/pList2"/>
    <dgm:cxn modelId="{E62687EA-23C9-4B56-BE01-F48BC4FF7B90}" type="presOf" srcId="{EA21B9A7-E2E6-4C24-A916-DA5DFCA7994E}" destId="{037A3B3D-0CB6-4AD9-923D-B3AC34506506}" srcOrd="0" destOrd="0" presId="urn:microsoft.com/office/officeart/2005/8/layout/pList2"/>
    <dgm:cxn modelId="{BDF0E8FB-9BCF-432E-A367-1F25D4C07B45}" srcId="{BB7A5A7A-BB67-471F-9262-FBD7DC827505}" destId="{7B1C12BF-0276-4C38-AC44-7887101C732F}" srcOrd="1" destOrd="0" parTransId="{29E3D76F-6A64-40CA-897C-9BCD892A90D5}" sibTransId="{213F46E3-A2FD-4A7D-AF82-E0B9F23EB7B8}"/>
    <dgm:cxn modelId="{8C5C2617-493B-4A2A-9557-63046A13B995}" srcId="{F3275E8C-101A-45BE-A45A-F9833ABD1B3C}" destId="{8841D899-2C7A-405A-A952-17F02AFF4734}" srcOrd="0" destOrd="0" parTransId="{2367E9F2-60B3-4BA0-99AF-7D6FC0643958}" sibTransId="{2CCB9B74-267D-4CBE-BB08-FD6020473089}"/>
    <dgm:cxn modelId="{8B229F16-B7ED-4E8A-92D4-2606FAB2AD92}" srcId="{F3275E8C-101A-45BE-A45A-F9833ABD1B3C}" destId="{383321F7-2E23-4632-80EA-E189BDE8FDED}" srcOrd="1" destOrd="0" parTransId="{1F4CF2F8-E0B5-4EB4-9CFF-EB77543F54E1}" sibTransId="{33F1B7F0-17DE-4910-9145-5EBC10680D3C}"/>
    <dgm:cxn modelId="{BE200F00-A099-4B72-8896-C2762832F64F}" type="presOf" srcId="{C1D48F6F-0734-4F22-BAC2-EF6536174ED5}" destId="{08B20BA7-04D7-444F-850E-060C605562CF}" srcOrd="0" destOrd="0" presId="urn:microsoft.com/office/officeart/2005/8/layout/pList2"/>
    <dgm:cxn modelId="{E7D8AE67-3D4A-4DF1-B426-60CA3D872CBD}" srcId="{C1D48F6F-0734-4F22-BAC2-EF6536174ED5}" destId="{B1EBF915-6C5C-4479-8DCC-58F2978CC818}" srcOrd="0" destOrd="0" parTransId="{EF4325F1-F2E4-4692-A675-AF934CB8F269}" sibTransId="{8C42F97D-BE90-4466-B243-3A68BD98F77A}"/>
    <dgm:cxn modelId="{F0AB013A-AAC9-4B5D-87F0-E567B25F22B6}" type="presOf" srcId="{383321F7-2E23-4632-80EA-E189BDE8FDED}" destId="{EE73AC9A-6686-4D76-8946-CB309A819EA7}" srcOrd="0" destOrd="2" presId="urn:microsoft.com/office/officeart/2005/8/layout/pList2"/>
    <dgm:cxn modelId="{D04069FA-F1BC-4B45-AA2F-12A0370A560B}" type="presOf" srcId="{039C6298-DAD7-400C-B2DC-7EC837919960}" destId="{6B0F0A65-A0C9-4823-9AD5-FC67FAF08E5E}" srcOrd="0" destOrd="4" presId="urn:microsoft.com/office/officeart/2005/8/layout/pList2"/>
    <dgm:cxn modelId="{DBF2FA0F-6B59-491C-9819-D8301FD4B9C2}" type="presOf" srcId="{2E979BBF-5C26-4E35-9B2E-B66EB53A3949}" destId="{037A3B3D-0CB6-4AD9-923D-B3AC34506506}" srcOrd="0" destOrd="4" presId="urn:microsoft.com/office/officeart/2005/8/layout/pList2"/>
    <dgm:cxn modelId="{76C062CE-7F9D-4211-8550-A7E780B09B2C}" type="presOf" srcId="{7B1C12BF-0276-4C38-AC44-7887101C732F}" destId="{6B0F0A65-A0C9-4823-9AD5-FC67FAF08E5E}" srcOrd="0" destOrd="2" presId="urn:microsoft.com/office/officeart/2005/8/layout/pList2"/>
    <dgm:cxn modelId="{73940337-B2D0-4CA0-83FC-06E7829662A5}" type="presOf" srcId="{BA0663F6-2CE9-4705-8DEF-209B18B9BA75}" destId="{187DCFA8-7242-42BE-A3C0-DCB0DD4784A9}" srcOrd="0" destOrd="0" presId="urn:microsoft.com/office/officeart/2005/8/layout/pList2"/>
    <dgm:cxn modelId="{44CBA916-037D-460A-A4A3-76FF2AB9E003}" srcId="{D92BF63D-CABF-4391-AE90-5B330D8529C3}" destId="{EA21B9A7-E2E6-4C24-A916-DA5DFCA7994E}" srcOrd="1" destOrd="0" parTransId="{DAC3695E-94BB-4ABD-AB85-F957F3E9CC23}" sibTransId="{BA0663F6-2CE9-4705-8DEF-209B18B9BA75}"/>
    <dgm:cxn modelId="{BCF193D5-A434-4BD0-AAC4-DBB18ACACD27}" type="presOf" srcId="{690AF546-19EF-4DEB-9BE7-9822F11A2B04}" destId="{6B0F0A65-A0C9-4823-9AD5-FC67FAF08E5E}" srcOrd="0" destOrd="1" presId="urn:microsoft.com/office/officeart/2005/8/layout/pList2"/>
    <dgm:cxn modelId="{6E58D6BD-D422-4634-9CB5-4851B935CFE6}" srcId="{D92BF63D-CABF-4391-AE90-5B330D8529C3}" destId="{C1D48F6F-0734-4F22-BAC2-EF6536174ED5}" srcOrd="2" destOrd="0" parTransId="{62583300-5E15-4714-8814-9B4EEA2C2073}" sibTransId="{27A90FE4-933A-4B32-8033-249BD2FF06BE}"/>
    <dgm:cxn modelId="{74274604-AE24-4492-87DD-04D164A9AF3C}" type="presOf" srcId="{E8A3C3EF-CBAF-4F9F-857F-7BD57429FFBB}" destId="{DDAD94F8-7862-4FCA-9DB0-7E1182E56D98}" srcOrd="0" destOrd="0" presId="urn:microsoft.com/office/officeart/2005/8/layout/pList2"/>
    <dgm:cxn modelId="{87E1D6F7-77AB-49C8-B0D1-4D4D3C2433B3}" srcId="{EA21B9A7-E2E6-4C24-A916-DA5DFCA7994E}" destId="{CFE6FCF5-2EBA-40ED-83D0-F8E148BFD3C0}" srcOrd="2" destOrd="0" parTransId="{6DFE8935-76E7-4235-B8A8-E2CFC60990BC}" sibTransId="{2BF56C74-AF6C-445E-925F-D5CDDB06CCC5}"/>
    <dgm:cxn modelId="{5BB5275B-C05E-4998-B796-B2ED3978C1C6}" srcId="{BB7A5A7A-BB67-471F-9262-FBD7DC827505}" destId="{871913E6-DBA2-4AF1-92E0-EB705594F1DF}" srcOrd="4" destOrd="0" parTransId="{5292C638-5D8D-40FB-9CCB-0F12DE2E1809}" sibTransId="{27B9A3B6-2E78-4B1B-9679-28AF8DD01903}"/>
    <dgm:cxn modelId="{2BB6F198-B494-4B5A-9277-BC5C390EFC1C}" type="presOf" srcId="{B1EBF915-6C5C-4479-8DCC-58F2978CC818}" destId="{08B20BA7-04D7-444F-850E-060C605562CF}" srcOrd="0" destOrd="1" presId="urn:microsoft.com/office/officeart/2005/8/layout/pList2"/>
    <dgm:cxn modelId="{F377891D-371F-40E4-9389-76EF8ABD5E1A}" type="presOf" srcId="{871913E6-DBA2-4AF1-92E0-EB705594F1DF}" destId="{6B0F0A65-A0C9-4823-9AD5-FC67FAF08E5E}" srcOrd="0" destOrd="5" presId="urn:microsoft.com/office/officeart/2005/8/layout/pList2"/>
    <dgm:cxn modelId="{29051D2F-E46C-4441-A8B8-C50B7BD33800}" srcId="{BB7A5A7A-BB67-471F-9262-FBD7DC827505}" destId="{039C6298-DAD7-400C-B2DC-7EC837919960}" srcOrd="3" destOrd="0" parTransId="{4045ED38-52B5-4BAB-BBB2-15DD1CACAD48}" sibTransId="{0D2DAE18-3DC5-4DCE-BA78-5F34AEC8F2E3}"/>
    <dgm:cxn modelId="{A438AB02-8BE3-4F8C-B01C-66750AC9C93F}" srcId="{EA21B9A7-E2E6-4C24-A916-DA5DFCA7994E}" destId="{2E979BBF-5C26-4E35-9B2E-B66EB53A3949}" srcOrd="3" destOrd="0" parTransId="{EE585770-3875-4786-A99A-67914FB00C4F}" sibTransId="{97F12DA2-FBA5-41CF-AA70-84E685FB0CA4}"/>
    <dgm:cxn modelId="{1791EF04-D075-44E8-8711-EC0887C5B49A}" type="presParOf" srcId="{AEB9CD59-3956-4756-8412-9A4DE682F21B}" destId="{18CE4A08-A4BF-4BF8-ACF4-BDD1E8B205EC}" srcOrd="0" destOrd="0" presId="urn:microsoft.com/office/officeart/2005/8/layout/pList2"/>
    <dgm:cxn modelId="{B9FEC0B0-55B1-4464-81B1-5FBC459503B7}" type="presParOf" srcId="{AEB9CD59-3956-4756-8412-9A4DE682F21B}" destId="{B66EA5FD-3BF6-441D-B360-A6EF7F151740}" srcOrd="1" destOrd="0" presId="urn:microsoft.com/office/officeart/2005/8/layout/pList2"/>
    <dgm:cxn modelId="{FCDD0246-A377-4CBE-B82F-FD46B6C08AB6}" type="presParOf" srcId="{B66EA5FD-3BF6-441D-B360-A6EF7F151740}" destId="{6B57EA46-589D-402B-8A5D-10FA3CDA04CE}" srcOrd="0" destOrd="0" presId="urn:microsoft.com/office/officeart/2005/8/layout/pList2"/>
    <dgm:cxn modelId="{23677FA1-CBC9-4E4F-91B7-6F8D62BCC3A3}" type="presParOf" srcId="{6B57EA46-589D-402B-8A5D-10FA3CDA04CE}" destId="{EE73AC9A-6686-4D76-8946-CB309A819EA7}" srcOrd="0" destOrd="0" presId="urn:microsoft.com/office/officeart/2005/8/layout/pList2"/>
    <dgm:cxn modelId="{22250F31-C219-45A3-93F6-4D030AA8E2C0}" type="presParOf" srcId="{6B57EA46-589D-402B-8A5D-10FA3CDA04CE}" destId="{B87E3E16-DA89-4FE6-B06C-57EE226FFE54}" srcOrd="1" destOrd="0" presId="urn:microsoft.com/office/officeart/2005/8/layout/pList2"/>
    <dgm:cxn modelId="{9BBA96FC-CA40-4127-803E-0B5A14D820FA}" type="presParOf" srcId="{6B57EA46-589D-402B-8A5D-10FA3CDA04CE}" destId="{ED245C57-98B5-4146-B6B2-B87E1AFE2798}" srcOrd="2" destOrd="0" presId="urn:microsoft.com/office/officeart/2005/8/layout/pList2"/>
    <dgm:cxn modelId="{EBAECBA3-5D43-4D60-BB34-9794832766C4}" type="presParOf" srcId="{B66EA5FD-3BF6-441D-B360-A6EF7F151740}" destId="{DDAD94F8-7862-4FCA-9DB0-7E1182E56D98}" srcOrd="1" destOrd="0" presId="urn:microsoft.com/office/officeart/2005/8/layout/pList2"/>
    <dgm:cxn modelId="{8A1FFFBA-9764-43BC-BF9E-CECD3A8E95C4}" type="presParOf" srcId="{B66EA5FD-3BF6-441D-B360-A6EF7F151740}" destId="{31FE141F-F4A3-4165-9924-E2913FBA2AF1}" srcOrd="2" destOrd="0" presId="urn:microsoft.com/office/officeart/2005/8/layout/pList2"/>
    <dgm:cxn modelId="{964C5BC4-11EF-4340-9848-7452F3B62464}" type="presParOf" srcId="{31FE141F-F4A3-4165-9924-E2913FBA2AF1}" destId="{037A3B3D-0CB6-4AD9-923D-B3AC34506506}" srcOrd="0" destOrd="0" presId="urn:microsoft.com/office/officeart/2005/8/layout/pList2"/>
    <dgm:cxn modelId="{C1669B93-0967-4305-B054-E9B7C2C8771C}" type="presParOf" srcId="{31FE141F-F4A3-4165-9924-E2913FBA2AF1}" destId="{1BC4A06E-371D-4A2D-B955-DA7A331A3CDE}" srcOrd="1" destOrd="0" presId="urn:microsoft.com/office/officeart/2005/8/layout/pList2"/>
    <dgm:cxn modelId="{516725F6-D3BF-48B7-A152-604BD5908788}" type="presParOf" srcId="{31FE141F-F4A3-4165-9924-E2913FBA2AF1}" destId="{56CDB39D-33FD-433A-8B41-D49B5EC83BAB}" srcOrd="2" destOrd="0" presId="urn:microsoft.com/office/officeart/2005/8/layout/pList2"/>
    <dgm:cxn modelId="{3E15071B-AE50-4D52-8413-693896D46DFA}" type="presParOf" srcId="{B66EA5FD-3BF6-441D-B360-A6EF7F151740}" destId="{187DCFA8-7242-42BE-A3C0-DCB0DD4784A9}" srcOrd="3" destOrd="0" presId="urn:microsoft.com/office/officeart/2005/8/layout/pList2"/>
    <dgm:cxn modelId="{50848182-3E44-4B62-9668-2539D2AA7DB6}" type="presParOf" srcId="{B66EA5FD-3BF6-441D-B360-A6EF7F151740}" destId="{6B045DFC-D257-4DAC-A42B-69A91839C004}" srcOrd="4" destOrd="0" presId="urn:microsoft.com/office/officeart/2005/8/layout/pList2"/>
    <dgm:cxn modelId="{4F7AE6AF-F0F2-4CBC-B012-0E63C5C72915}" type="presParOf" srcId="{6B045DFC-D257-4DAC-A42B-69A91839C004}" destId="{08B20BA7-04D7-444F-850E-060C605562CF}" srcOrd="0" destOrd="0" presId="urn:microsoft.com/office/officeart/2005/8/layout/pList2"/>
    <dgm:cxn modelId="{6A0BD265-6DAB-4124-ABDB-9A4D511570A5}" type="presParOf" srcId="{6B045DFC-D257-4DAC-A42B-69A91839C004}" destId="{2BC3B380-C007-4C2A-88B5-A95E48E82F05}" srcOrd="1" destOrd="0" presId="urn:microsoft.com/office/officeart/2005/8/layout/pList2"/>
    <dgm:cxn modelId="{B75B57C0-B759-4375-BC6D-CAA989BE0672}" type="presParOf" srcId="{6B045DFC-D257-4DAC-A42B-69A91839C004}" destId="{130C1DF1-2627-4408-B876-2135D41C47BE}" srcOrd="2" destOrd="0" presId="urn:microsoft.com/office/officeart/2005/8/layout/pList2"/>
    <dgm:cxn modelId="{DE97B4A5-C93C-49BB-B094-AD2A890A8B71}" type="presParOf" srcId="{B66EA5FD-3BF6-441D-B360-A6EF7F151740}" destId="{E17C3C2A-34C1-44E1-B3F1-389B8F67B05E}" srcOrd="5" destOrd="0" presId="urn:microsoft.com/office/officeart/2005/8/layout/pList2"/>
    <dgm:cxn modelId="{A81AECF1-4604-404B-9BD8-A8277F5E0F7D}" type="presParOf" srcId="{B66EA5FD-3BF6-441D-B360-A6EF7F151740}" destId="{18EB1AA4-C51C-4E94-88BD-D60BA71A1CDF}" srcOrd="6" destOrd="0" presId="urn:microsoft.com/office/officeart/2005/8/layout/pList2"/>
    <dgm:cxn modelId="{01774F72-A87E-4BF2-A333-FA719899A735}" type="presParOf" srcId="{18EB1AA4-C51C-4E94-88BD-D60BA71A1CDF}" destId="{6B0F0A65-A0C9-4823-9AD5-FC67FAF08E5E}" srcOrd="0" destOrd="0" presId="urn:microsoft.com/office/officeart/2005/8/layout/pList2"/>
    <dgm:cxn modelId="{E86AAA61-AB1A-4F67-A6A5-1B45721EBCBC}" type="presParOf" srcId="{18EB1AA4-C51C-4E94-88BD-D60BA71A1CDF}" destId="{FE02B72C-D833-4CC1-8A16-C92ED49FFF30}" srcOrd="1" destOrd="0" presId="urn:microsoft.com/office/officeart/2005/8/layout/pList2"/>
    <dgm:cxn modelId="{F1630A33-69FA-4450-B8FB-6439300EF409}" type="presParOf" srcId="{18EB1AA4-C51C-4E94-88BD-D60BA71A1CDF}" destId="{43443BBD-5112-43D1-A6B8-BD0759FCC1FD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E64FE5-854C-41D4-9797-719B29D85C2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E269087-6C1D-423E-8C76-EEBBA0F20554}">
      <dgm:prSet phldrT="[文本]"/>
      <dgm:spPr>
        <a:solidFill>
          <a:srgbClr val="41719C"/>
        </a:solidFill>
      </dgm:spPr>
      <dgm:t>
        <a:bodyPr/>
        <a:lstStyle/>
        <a:p>
          <a:r>
            <a:rPr lang="zh-CN" altLang="en-US" b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听说： 扩大自己的知名度</a:t>
          </a:r>
          <a:endParaRPr lang="zh-CN" altLang="en-US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4A8958-EF80-4947-AD53-ED25AEB23A2D}" type="parTrans" cxnId="{98A8663A-9C80-4499-B0F5-44896C738391}">
      <dgm:prSet/>
      <dgm:spPr/>
      <dgm:t>
        <a:bodyPr/>
        <a:lstStyle/>
        <a:p>
          <a:endParaRPr lang="zh-CN" altLang="en-US"/>
        </a:p>
      </dgm:t>
    </dgm:pt>
    <dgm:pt modelId="{FF37C2C0-9402-47BA-ABAC-560024E2662C}" type="sibTrans" cxnId="{98A8663A-9C80-4499-B0F5-44896C738391}">
      <dgm:prSet/>
      <dgm:spPr/>
      <dgm:t>
        <a:bodyPr/>
        <a:lstStyle/>
        <a:p>
          <a:endParaRPr lang="zh-CN" altLang="en-US"/>
        </a:p>
      </dgm:t>
    </dgm:pt>
    <dgm:pt modelId="{5B35E71E-51DB-46D6-AC44-8A6FCEEB45BF}">
      <dgm:prSet phldrT="[文本]"/>
      <dgm:spPr>
        <a:solidFill>
          <a:srgbClr val="41719C"/>
        </a:solidFill>
      </dgm:spPr>
      <dgm:t>
        <a:bodyPr/>
        <a:lstStyle/>
        <a:p>
          <a:r>
            <a:rPr lang="zh-CN" altLang="en-US" b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了解：让客户进一步了解你</a:t>
          </a:r>
          <a:endParaRPr lang="zh-CN" altLang="en-US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C4AF2E-CA83-432A-B0DD-C6BA09BCD004}" type="parTrans" cxnId="{57007410-6AFC-4567-9D9A-5662366B467A}">
      <dgm:prSet/>
      <dgm:spPr/>
      <dgm:t>
        <a:bodyPr/>
        <a:lstStyle/>
        <a:p>
          <a:endParaRPr lang="zh-CN" altLang="en-US"/>
        </a:p>
      </dgm:t>
    </dgm:pt>
    <dgm:pt modelId="{E0C838A0-443D-44A7-8648-133C0E1397CC}" type="sibTrans" cxnId="{57007410-6AFC-4567-9D9A-5662366B467A}">
      <dgm:prSet/>
      <dgm:spPr/>
      <dgm:t>
        <a:bodyPr/>
        <a:lstStyle/>
        <a:p>
          <a:endParaRPr lang="zh-CN" altLang="en-US"/>
        </a:p>
      </dgm:t>
    </dgm:pt>
    <dgm:pt modelId="{7C4D9CC1-0FD2-452D-BE26-77E3796858B4}">
      <dgm:prSet phldrT="[文本]"/>
      <dgm:spPr>
        <a:solidFill>
          <a:srgbClr val="41719C"/>
        </a:solidFill>
      </dgm:spPr>
      <dgm:t>
        <a:bodyPr/>
        <a:lstStyle/>
        <a:p>
          <a:r>
            <a:rPr lang="zh-CN" altLang="en-US" b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信任：让客户充分信任你</a:t>
          </a:r>
          <a:endParaRPr lang="zh-CN" altLang="en-US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914E64-D4E3-4EB5-9944-4C2ABF877321}" type="parTrans" cxnId="{96A3DF35-3A63-4062-A5FA-44564CBC9685}">
      <dgm:prSet/>
      <dgm:spPr/>
      <dgm:t>
        <a:bodyPr/>
        <a:lstStyle/>
        <a:p>
          <a:endParaRPr lang="zh-CN" altLang="en-US"/>
        </a:p>
      </dgm:t>
    </dgm:pt>
    <dgm:pt modelId="{738F77C8-3527-484F-BC30-A18D619D7118}" type="sibTrans" cxnId="{96A3DF35-3A63-4062-A5FA-44564CBC9685}">
      <dgm:prSet/>
      <dgm:spPr/>
      <dgm:t>
        <a:bodyPr/>
        <a:lstStyle/>
        <a:p>
          <a:endParaRPr lang="zh-CN" altLang="en-US"/>
        </a:p>
      </dgm:t>
    </dgm:pt>
    <dgm:pt modelId="{D5A8A43C-68ED-41D9-9662-746B174BC5E4}">
      <dgm:prSet phldrT="[文本]"/>
      <dgm:spPr>
        <a:solidFill>
          <a:srgbClr val="41719C"/>
        </a:solidFill>
      </dgm:spPr>
      <dgm:t>
        <a:bodyPr/>
        <a:lstStyle/>
        <a:p>
          <a:r>
            <a:rPr lang="zh-CN" altLang="en-US" b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推荐：让客户主动推荐你</a:t>
          </a:r>
          <a:endParaRPr lang="zh-CN" altLang="en-US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D454D2-B6F2-414A-B44C-B71209738B23}" type="parTrans" cxnId="{8E4CBD7D-AD16-441F-9355-D00AE0435EAA}">
      <dgm:prSet/>
      <dgm:spPr/>
      <dgm:t>
        <a:bodyPr/>
        <a:lstStyle/>
        <a:p>
          <a:endParaRPr lang="zh-CN" altLang="en-US"/>
        </a:p>
      </dgm:t>
    </dgm:pt>
    <dgm:pt modelId="{8DCBB66F-15C0-46CD-8AA6-EEB799834D82}" type="sibTrans" cxnId="{8E4CBD7D-AD16-441F-9355-D00AE0435EAA}">
      <dgm:prSet/>
      <dgm:spPr/>
      <dgm:t>
        <a:bodyPr/>
        <a:lstStyle/>
        <a:p>
          <a:endParaRPr lang="zh-CN" altLang="en-US"/>
        </a:p>
      </dgm:t>
    </dgm:pt>
    <dgm:pt modelId="{54E9DEB3-3B2C-4A82-ADA5-EAF7741F74F7}">
      <dgm:prSet phldrT="[文本]"/>
      <dgm:spPr>
        <a:solidFill>
          <a:srgbClr val="41719C"/>
        </a:solidFill>
      </dgm:spPr>
      <dgm:t>
        <a:bodyPr/>
        <a:lstStyle/>
        <a:p>
          <a:r>
            <a:rPr lang="zh-CN" altLang="en-US" b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成交：让客户为你埋单</a:t>
          </a:r>
          <a:endParaRPr lang="zh-CN" altLang="en-US" b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029B1D-1ED5-4A9D-BD38-8E049CFB1E0C}" type="parTrans" cxnId="{CBF758BE-8676-4905-9CCD-67BB08777A34}">
      <dgm:prSet/>
      <dgm:spPr/>
      <dgm:t>
        <a:bodyPr/>
        <a:lstStyle/>
        <a:p>
          <a:endParaRPr lang="zh-CN" altLang="en-US"/>
        </a:p>
      </dgm:t>
    </dgm:pt>
    <dgm:pt modelId="{50DFE550-6765-4BB0-9D2E-3ADC76E4CD8F}" type="sibTrans" cxnId="{CBF758BE-8676-4905-9CCD-67BB08777A34}">
      <dgm:prSet/>
      <dgm:spPr/>
      <dgm:t>
        <a:bodyPr/>
        <a:lstStyle/>
        <a:p>
          <a:endParaRPr lang="zh-CN" altLang="en-US"/>
        </a:p>
      </dgm:t>
    </dgm:pt>
    <dgm:pt modelId="{E180E305-8DD7-47DB-9293-780F5D422858}" type="pres">
      <dgm:prSet presAssocID="{E2E64FE5-854C-41D4-9797-719B29D85C2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A280732-E666-4964-880E-533CF1767396}" type="pres">
      <dgm:prSet presAssocID="{E2E64FE5-854C-41D4-9797-719B29D85C27}" presName="dummyMaxCanvas" presStyleCnt="0">
        <dgm:presLayoutVars/>
      </dgm:prSet>
      <dgm:spPr/>
    </dgm:pt>
    <dgm:pt modelId="{E868F7C3-B389-400C-AC75-B484C83E18F8}" type="pres">
      <dgm:prSet presAssocID="{E2E64FE5-854C-41D4-9797-719B29D85C27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198B7D-07F6-4C07-A66D-FB0267D8FFDE}" type="pres">
      <dgm:prSet presAssocID="{E2E64FE5-854C-41D4-9797-719B29D85C27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9BBF524-0492-4D16-A0C2-B4BB8AF694C5}" type="pres">
      <dgm:prSet presAssocID="{E2E64FE5-854C-41D4-9797-719B29D85C27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9A5985C-F244-4171-A763-87EFE6B09600}" type="pres">
      <dgm:prSet presAssocID="{E2E64FE5-854C-41D4-9797-719B29D85C27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719FE6-3EB6-40CE-9060-77DA523C9D5B}" type="pres">
      <dgm:prSet presAssocID="{E2E64FE5-854C-41D4-9797-719B29D85C27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146B9A-A14A-41BE-A1D4-580B499088C2}" type="pres">
      <dgm:prSet presAssocID="{E2E64FE5-854C-41D4-9797-719B29D85C27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6B86666-9D83-4C6D-9159-165387BF9474}" type="pres">
      <dgm:prSet presAssocID="{E2E64FE5-854C-41D4-9797-719B29D85C27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B3A72A1-3AD8-4378-8ECD-D94C1BF576CE}" type="pres">
      <dgm:prSet presAssocID="{E2E64FE5-854C-41D4-9797-719B29D85C27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5C0BDD-71B9-4FE7-818C-CE4EBF1EA303}" type="pres">
      <dgm:prSet presAssocID="{E2E64FE5-854C-41D4-9797-719B29D85C27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00ED2F2-9F86-40FC-88DF-3E78DA715A59}" type="pres">
      <dgm:prSet presAssocID="{E2E64FE5-854C-41D4-9797-719B29D85C27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27B3A36-C1AE-43DD-8822-C25F3BCB46CC}" type="pres">
      <dgm:prSet presAssocID="{E2E64FE5-854C-41D4-9797-719B29D85C27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DBC4AD-085A-4C1B-BF54-70D71636054C}" type="pres">
      <dgm:prSet presAssocID="{E2E64FE5-854C-41D4-9797-719B29D85C27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BF4B708-7B53-4709-A4F8-1A0972F28AEF}" type="pres">
      <dgm:prSet presAssocID="{E2E64FE5-854C-41D4-9797-719B29D85C27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C97AEB2-0063-4B2A-AA4A-1565B24AA19E}" type="pres">
      <dgm:prSet presAssocID="{E2E64FE5-854C-41D4-9797-719B29D85C27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6A3DF35-3A63-4062-A5FA-44564CBC9685}" srcId="{E2E64FE5-854C-41D4-9797-719B29D85C27}" destId="{7C4D9CC1-0FD2-452D-BE26-77E3796858B4}" srcOrd="2" destOrd="0" parTransId="{6D914E64-D4E3-4EB5-9944-4C2ABF877321}" sibTransId="{738F77C8-3527-484F-BC30-A18D619D7118}"/>
    <dgm:cxn modelId="{4E89728A-30C4-4203-B17C-43977BFE694D}" type="presOf" srcId="{2E269087-6C1D-423E-8C76-EEBBA0F20554}" destId="{700ED2F2-9F86-40FC-88DF-3E78DA715A59}" srcOrd="1" destOrd="0" presId="urn:microsoft.com/office/officeart/2005/8/layout/vProcess5"/>
    <dgm:cxn modelId="{90A7A686-AAB9-4516-B26D-86F5EE48F675}" type="presOf" srcId="{2E269087-6C1D-423E-8C76-EEBBA0F20554}" destId="{E868F7C3-B389-400C-AC75-B484C83E18F8}" srcOrd="0" destOrd="0" presId="urn:microsoft.com/office/officeart/2005/8/layout/vProcess5"/>
    <dgm:cxn modelId="{A758E045-C5F5-431E-90D6-2138310D52B7}" type="presOf" srcId="{5B35E71E-51DB-46D6-AC44-8A6FCEEB45BF}" destId="{627B3A36-C1AE-43DD-8822-C25F3BCB46CC}" srcOrd="1" destOrd="0" presId="urn:microsoft.com/office/officeart/2005/8/layout/vProcess5"/>
    <dgm:cxn modelId="{FAA49B7A-FCEA-4B5C-AB1E-267FC883E29F}" type="presOf" srcId="{FF37C2C0-9402-47BA-ABAC-560024E2662C}" destId="{7A146B9A-A14A-41BE-A1D4-580B499088C2}" srcOrd="0" destOrd="0" presId="urn:microsoft.com/office/officeart/2005/8/layout/vProcess5"/>
    <dgm:cxn modelId="{C416FC6E-63D9-4F79-B2D5-BE919DB7900F}" type="presOf" srcId="{E2E64FE5-854C-41D4-9797-719B29D85C27}" destId="{E180E305-8DD7-47DB-9293-780F5D422858}" srcOrd="0" destOrd="0" presId="urn:microsoft.com/office/officeart/2005/8/layout/vProcess5"/>
    <dgm:cxn modelId="{D64A8CFC-002A-4034-B43E-D287D6168484}" type="presOf" srcId="{7C4D9CC1-0FD2-452D-BE26-77E3796858B4}" destId="{C9BBF524-0492-4D16-A0C2-B4BB8AF694C5}" srcOrd="0" destOrd="0" presId="urn:microsoft.com/office/officeart/2005/8/layout/vProcess5"/>
    <dgm:cxn modelId="{50E93F45-C87A-4CF0-915D-CF0222E6A0FD}" type="presOf" srcId="{5B35E71E-51DB-46D6-AC44-8A6FCEEB45BF}" destId="{B2198B7D-07F6-4C07-A66D-FB0267D8FFDE}" srcOrd="0" destOrd="0" presId="urn:microsoft.com/office/officeart/2005/8/layout/vProcess5"/>
    <dgm:cxn modelId="{CBF758BE-8676-4905-9CCD-67BB08777A34}" srcId="{E2E64FE5-854C-41D4-9797-719B29D85C27}" destId="{54E9DEB3-3B2C-4A82-ADA5-EAF7741F74F7}" srcOrd="3" destOrd="0" parTransId="{4E029B1D-1ED5-4A9D-BD38-8E049CFB1E0C}" sibTransId="{50DFE550-6765-4BB0-9D2E-3ADC76E4CD8F}"/>
    <dgm:cxn modelId="{57B0D25D-614D-4D09-B6CE-8A0304550711}" type="presOf" srcId="{D5A8A43C-68ED-41D9-9662-746B174BC5E4}" destId="{BC97AEB2-0063-4B2A-AA4A-1565B24AA19E}" srcOrd="1" destOrd="0" presId="urn:microsoft.com/office/officeart/2005/8/layout/vProcess5"/>
    <dgm:cxn modelId="{C76C9369-748D-422D-A37D-35F124CC0A50}" type="presOf" srcId="{D5A8A43C-68ED-41D9-9662-746B174BC5E4}" destId="{63719FE6-3EB6-40CE-9060-77DA523C9D5B}" srcOrd="0" destOrd="0" presId="urn:microsoft.com/office/officeart/2005/8/layout/vProcess5"/>
    <dgm:cxn modelId="{05C5BA27-5394-4A38-A053-FB90B1B04D5B}" type="presOf" srcId="{54E9DEB3-3B2C-4A82-ADA5-EAF7741F74F7}" destId="{59A5985C-F244-4171-A763-87EFE6B09600}" srcOrd="0" destOrd="0" presId="urn:microsoft.com/office/officeart/2005/8/layout/vProcess5"/>
    <dgm:cxn modelId="{EE5ED07E-66CE-4A95-905F-45F5F4315D25}" type="presOf" srcId="{54E9DEB3-3B2C-4A82-ADA5-EAF7741F74F7}" destId="{ABF4B708-7B53-4709-A4F8-1A0972F28AEF}" srcOrd="1" destOrd="0" presId="urn:microsoft.com/office/officeart/2005/8/layout/vProcess5"/>
    <dgm:cxn modelId="{8E4CBD7D-AD16-441F-9355-D00AE0435EAA}" srcId="{E2E64FE5-854C-41D4-9797-719B29D85C27}" destId="{D5A8A43C-68ED-41D9-9662-746B174BC5E4}" srcOrd="4" destOrd="0" parTransId="{B2D454D2-B6F2-414A-B44C-B71209738B23}" sibTransId="{8DCBB66F-15C0-46CD-8AA6-EEB799834D82}"/>
    <dgm:cxn modelId="{D4789580-A70F-46D8-B26F-985514D03757}" type="presOf" srcId="{E0C838A0-443D-44A7-8648-133C0E1397CC}" destId="{A6B86666-9D83-4C6D-9159-165387BF9474}" srcOrd="0" destOrd="0" presId="urn:microsoft.com/office/officeart/2005/8/layout/vProcess5"/>
    <dgm:cxn modelId="{4CA82D67-72BD-4FE3-A52E-BE2E30657BD1}" type="presOf" srcId="{7C4D9CC1-0FD2-452D-BE26-77E3796858B4}" destId="{07DBC4AD-085A-4C1B-BF54-70D71636054C}" srcOrd="1" destOrd="0" presId="urn:microsoft.com/office/officeart/2005/8/layout/vProcess5"/>
    <dgm:cxn modelId="{57007410-6AFC-4567-9D9A-5662366B467A}" srcId="{E2E64FE5-854C-41D4-9797-719B29D85C27}" destId="{5B35E71E-51DB-46D6-AC44-8A6FCEEB45BF}" srcOrd="1" destOrd="0" parTransId="{BAC4AF2E-CA83-432A-B0DD-C6BA09BCD004}" sibTransId="{E0C838A0-443D-44A7-8648-133C0E1397CC}"/>
    <dgm:cxn modelId="{E4A3CEC8-D4E3-4014-942A-CC0F48ACD019}" type="presOf" srcId="{50DFE550-6765-4BB0-9D2E-3ADC76E4CD8F}" destId="{1E5C0BDD-71B9-4FE7-818C-CE4EBF1EA303}" srcOrd="0" destOrd="0" presId="urn:microsoft.com/office/officeart/2005/8/layout/vProcess5"/>
    <dgm:cxn modelId="{43107DC8-D2F0-4556-896E-A5FBB8397529}" type="presOf" srcId="{738F77C8-3527-484F-BC30-A18D619D7118}" destId="{DB3A72A1-3AD8-4378-8ECD-D94C1BF576CE}" srcOrd="0" destOrd="0" presId="urn:microsoft.com/office/officeart/2005/8/layout/vProcess5"/>
    <dgm:cxn modelId="{98A8663A-9C80-4499-B0F5-44896C738391}" srcId="{E2E64FE5-854C-41D4-9797-719B29D85C27}" destId="{2E269087-6C1D-423E-8C76-EEBBA0F20554}" srcOrd="0" destOrd="0" parTransId="{C74A8958-EF80-4947-AD53-ED25AEB23A2D}" sibTransId="{FF37C2C0-9402-47BA-ABAC-560024E2662C}"/>
    <dgm:cxn modelId="{1689CE40-974B-494C-8FCA-9A73C643EC1D}" type="presParOf" srcId="{E180E305-8DD7-47DB-9293-780F5D422858}" destId="{4A280732-E666-4964-880E-533CF1767396}" srcOrd="0" destOrd="0" presId="urn:microsoft.com/office/officeart/2005/8/layout/vProcess5"/>
    <dgm:cxn modelId="{77318854-6A9E-4F79-A469-59A41968F01C}" type="presParOf" srcId="{E180E305-8DD7-47DB-9293-780F5D422858}" destId="{E868F7C3-B389-400C-AC75-B484C83E18F8}" srcOrd="1" destOrd="0" presId="urn:microsoft.com/office/officeart/2005/8/layout/vProcess5"/>
    <dgm:cxn modelId="{872025BE-2F72-4B10-BA93-215B7F827F1D}" type="presParOf" srcId="{E180E305-8DD7-47DB-9293-780F5D422858}" destId="{B2198B7D-07F6-4C07-A66D-FB0267D8FFDE}" srcOrd="2" destOrd="0" presId="urn:microsoft.com/office/officeart/2005/8/layout/vProcess5"/>
    <dgm:cxn modelId="{676D1FB9-3BE4-4BA8-B670-DAF8A2316325}" type="presParOf" srcId="{E180E305-8DD7-47DB-9293-780F5D422858}" destId="{C9BBF524-0492-4D16-A0C2-B4BB8AF694C5}" srcOrd="3" destOrd="0" presId="urn:microsoft.com/office/officeart/2005/8/layout/vProcess5"/>
    <dgm:cxn modelId="{3E2265C6-7DC3-4A77-9483-C15710E82968}" type="presParOf" srcId="{E180E305-8DD7-47DB-9293-780F5D422858}" destId="{59A5985C-F244-4171-A763-87EFE6B09600}" srcOrd="4" destOrd="0" presId="urn:microsoft.com/office/officeart/2005/8/layout/vProcess5"/>
    <dgm:cxn modelId="{BAB73239-3465-403D-B459-2980BEC5CE35}" type="presParOf" srcId="{E180E305-8DD7-47DB-9293-780F5D422858}" destId="{63719FE6-3EB6-40CE-9060-77DA523C9D5B}" srcOrd="5" destOrd="0" presId="urn:microsoft.com/office/officeart/2005/8/layout/vProcess5"/>
    <dgm:cxn modelId="{0CE7EE0D-EA77-4061-972D-C33354C5DB1A}" type="presParOf" srcId="{E180E305-8DD7-47DB-9293-780F5D422858}" destId="{7A146B9A-A14A-41BE-A1D4-580B499088C2}" srcOrd="6" destOrd="0" presId="urn:microsoft.com/office/officeart/2005/8/layout/vProcess5"/>
    <dgm:cxn modelId="{31F1F8A0-42BC-4FD0-906F-09ECE526DC2B}" type="presParOf" srcId="{E180E305-8DD7-47DB-9293-780F5D422858}" destId="{A6B86666-9D83-4C6D-9159-165387BF9474}" srcOrd="7" destOrd="0" presId="urn:microsoft.com/office/officeart/2005/8/layout/vProcess5"/>
    <dgm:cxn modelId="{6A4B884B-1C45-4F90-9B9D-B37151C3B66D}" type="presParOf" srcId="{E180E305-8DD7-47DB-9293-780F5D422858}" destId="{DB3A72A1-3AD8-4378-8ECD-D94C1BF576CE}" srcOrd="8" destOrd="0" presId="urn:microsoft.com/office/officeart/2005/8/layout/vProcess5"/>
    <dgm:cxn modelId="{1D536F73-F182-4800-857F-E69E9D4DCDAC}" type="presParOf" srcId="{E180E305-8DD7-47DB-9293-780F5D422858}" destId="{1E5C0BDD-71B9-4FE7-818C-CE4EBF1EA303}" srcOrd="9" destOrd="0" presId="urn:microsoft.com/office/officeart/2005/8/layout/vProcess5"/>
    <dgm:cxn modelId="{8A9EDF72-973F-47D4-A31D-2DAE4D7D83B8}" type="presParOf" srcId="{E180E305-8DD7-47DB-9293-780F5D422858}" destId="{700ED2F2-9F86-40FC-88DF-3E78DA715A59}" srcOrd="10" destOrd="0" presId="urn:microsoft.com/office/officeart/2005/8/layout/vProcess5"/>
    <dgm:cxn modelId="{0C7E28D8-D465-45EE-9B0B-3331E3BA5945}" type="presParOf" srcId="{E180E305-8DD7-47DB-9293-780F5D422858}" destId="{627B3A36-C1AE-43DD-8822-C25F3BCB46CC}" srcOrd="11" destOrd="0" presId="urn:microsoft.com/office/officeart/2005/8/layout/vProcess5"/>
    <dgm:cxn modelId="{7A8BC21A-60EE-4D39-BCB4-DC559FBEC78D}" type="presParOf" srcId="{E180E305-8DD7-47DB-9293-780F5D422858}" destId="{07DBC4AD-085A-4C1B-BF54-70D71636054C}" srcOrd="12" destOrd="0" presId="urn:microsoft.com/office/officeart/2005/8/layout/vProcess5"/>
    <dgm:cxn modelId="{5A180A68-CB68-4B5E-AF7B-DABBA4355FCB}" type="presParOf" srcId="{E180E305-8DD7-47DB-9293-780F5D422858}" destId="{ABF4B708-7B53-4709-A4F8-1A0972F28AEF}" srcOrd="13" destOrd="0" presId="urn:microsoft.com/office/officeart/2005/8/layout/vProcess5"/>
    <dgm:cxn modelId="{B2854001-34B1-41B4-B236-D5A9845AA376}" type="presParOf" srcId="{E180E305-8DD7-47DB-9293-780F5D422858}" destId="{BC97AEB2-0063-4B2A-AA4A-1565B24AA19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D91CF-DDF2-4B78-9E4E-C45F372455E7}">
      <dsp:nvSpPr>
        <dsp:cNvPr id="0" name=""/>
        <dsp:cNvSpPr/>
      </dsp:nvSpPr>
      <dsp:spPr>
        <a:xfrm>
          <a:off x="0" y="355005"/>
          <a:ext cx="8486854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64E8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674" tIns="145796" rIns="658674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停不下来，房贷，车贷，奶粉步步紧逼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55005"/>
        <a:ext cx="8486854" cy="683550"/>
      </dsp:txXfrm>
    </dsp:sp>
    <dsp:sp modelId="{74698C75-4A7C-4BDF-AF57-2E038B3FBA3F}">
      <dsp:nvSpPr>
        <dsp:cNvPr id="0" name=""/>
        <dsp:cNvSpPr/>
      </dsp:nvSpPr>
      <dsp:spPr>
        <a:xfrm>
          <a:off x="469777" y="48050"/>
          <a:ext cx="2503036" cy="431999"/>
        </a:xfrm>
        <a:prstGeom prst="snip2DiagRect">
          <a:avLst/>
        </a:prstGeom>
        <a:solidFill>
          <a:srgbClr val="064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48" tIns="0" rIns="224548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chemeClr val="bg1"/>
              </a:solidFill>
              <a:latin typeface="方正综艺简体" panose="02010601030101010101" pitchFamily="2" charset="-122"/>
              <a:ea typeface="方正综艺简体" panose="02010601030101010101" pitchFamily="2" charset="-122"/>
            </a:rPr>
            <a:t>疲于奔命型</a:t>
          </a:r>
          <a:endParaRPr lang="zh-CN" altLang="en-US" sz="2800" kern="1200" dirty="0">
            <a:solidFill>
              <a:schemeClr val="bg1"/>
            </a:solidFill>
            <a:latin typeface="方正综艺简体" panose="02010601030101010101" pitchFamily="2" charset="-122"/>
            <a:ea typeface="方正综艺简体" panose="02010601030101010101" pitchFamily="2" charset="-122"/>
          </a:endParaRPr>
        </a:p>
      </dsp:txBody>
      <dsp:txXfrm>
        <a:off x="505778" y="84051"/>
        <a:ext cx="2431034" cy="359997"/>
      </dsp:txXfrm>
    </dsp:sp>
    <dsp:sp modelId="{A0C5BD19-895A-4300-8D29-9224C6EA520B}">
      <dsp:nvSpPr>
        <dsp:cNvPr id="0" name=""/>
        <dsp:cNvSpPr/>
      </dsp:nvSpPr>
      <dsp:spPr>
        <a:xfrm>
          <a:off x="0" y="1405035"/>
          <a:ext cx="8486854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64E8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674" tIns="145796" rIns="658674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不喜欢现在工作，离开温室，担心鸡飞蛋打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405035"/>
        <a:ext cx="8486854" cy="683550"/>
      </dsp:txXfrm>
    </dsp:sp>
    <dsp:sp modelId="{1B18B165-68A0-47BB-9617-893276CF5FD8}">
      <dsp:nvSpPr>
        <dsp:cNvPr id="0" name=""/>
        <dsp:cNvSpPr/>
      </dsp:nvSpPr>
      <dsp:spPr>
        <a:xfrm>
          <a:off x="428178" y="1111751"/>
          <a:ext cx="2503036" cy="431999"/>
        </a:xfrm>
        <a:prstGeom prst="snip2DiagRect">
          <a:avLst/>
        </a:prstGeom>
        <a:solidFill>
          <a:srgbClr val="064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48" tIns="0" rIns="224548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错位纠结型</a:t>
          </a:r>
          <a:endParaRPr lang="zh-CN" altLang="en-US" sz="2800" kern="12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sp:txBody>
      <dsp:txXfrm>
        <a:off x="464179" y="1147752"/>
        <a:ext cx="2431034" cy="359997"/>
      </dsp:txXfrm>
    </dsp:sp>
    <dsp:sp modelId="{56781289-9E5A-44A1-BA27-9808A24CFFFA}">
      <dsp:nvSpPr>
        <dsp:cNvPr id="0" name=""/>
        <dsp:cNvSpPr/>
      </dsp:nvSpPr>
      <dsp:spPr>
        <a:xfrm>
          <a:off x="0" y="2455064"/>
          <a:ext cx="8486854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64E8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674" tIns="145796" rIns="658674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为找到喜爱的工作，不断尝试，敢于探索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455064"/>
        <a:ext cx="8486854" cy="683550"/>
      </dsp:txXfrm>
    </dsp:sp>
    <dsp:sp modelId="{4EBD9AF3-90FA-4D20-B398-165D66DE586A}">
      <dsp:nvSpPr>
        <dsp:cNvPr id="0" name=""/>
        <dsp:cNvSpPr/>
      </dsp:nvSpPr>
      <dsp:spPr>
        <a:xfrm>
          <a:off x="476027" y="2122742"/>
          <a:ext cx="2503036" cy="431999"/>
        </a:xfrm>
        <a:prstGeom prst="snip2DiagRect">
          <a:avLst/>
        </a:prstGeom>
        <a:solidFill>
          <a:srgbClr val="064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48" tIns="0" rIns="224548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迷茫探索性</a:t>
          </a:r>
          <a:endParaRPr lang="zh-CN" altLang="en-US" sz="2800" kern="12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sp:txBody>
      <dsp:txXfrm>
        <a:off x="512028" y="2158743"/>
        <a:ext cx="2431034" cy="359997"/>
      </dsp:txXfrm>
    </dsp:sp>
    <dsp:sp modelId="{217E88C9-02D9-4992-B4CD-5944E234F51D}">
      <dsp:nvSpPr>
        <dsp:cNvPr id="0" name=""/>
        <dsp:cNvSpPr/>
      </dsp:nvSpPr>
      <dsp:spPr>
        <a:xfrm>
          <a:off x="0" y="3505094"/>
          <a:ext cx="8486854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64E8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674" tIns="145796" rIns="658674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工作就是工作，生活才是最重要的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505094"/>
        <a:ext cx="8486854" cy="683550"/>
      </dsp:txXfrm>
    </dsp:sp>
    <dsp:sp modelId="{0F8C45D4-3104-4B9F-82F9-D93E9561B9C7}">
      <dsp:nvSpPr>
        <dsp:cNvPr id="0" name=""/>
        <dsp:cNvSpPr/>
      </dsp:nvSpPr>
      <dsp:spPr>
        <a:xfrm>
          <a:off x="469777" y="3198138"/>
          <a:ext cx="2503036" cy="431999"/>
        </a:xfrm>
        <a:prstGeom prst="snip2DiagRect">
          <a:avLst/>
        </a:prstGeom>
        <a:solidFill>
          <a:srgbClr val="064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48" tIns="0" rIns="224548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小富即安型</a:t>
          </a:r>
          <a:endParaRPr lang="zh-CN" altLang="en-US" sz="2800" kern="12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sp:txBody>
      <dsp:txXfrm>
        <a:off x="505778" y="3234139"/>
        <a:ext cx="2431034" cy="359997"/>
      </dsp:txXfrm>
    </dsp:sp>
    <dsp:sp modelId="{AABCF33C-10C5-4F89-9CA5-9365AC83C6FC}">
      <dsp:nvSpPr>
        <dsp:cNvPr id="0" name=""/>
        <dsp:cNvSpPr/>
      </dsp:nvSpPr>
      <dsp:spPr>
        <a:xfrm>
          <a:off x="0" y="4581449"/>
          <a:ext cx="8486854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64E8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674" tIns="145796" rIns="658674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创立一番自己的事业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81449"/>
        <a:ext cx="8486854" cy="683550"/>
      </dsp:txXfrm>
    </dsp:sp>
    <dsp:sp modelId="{3BC54E63-69BB-4C59-8B33-9AAD7D1B62CD}">
      <dsp:nvSpPr>
        <dsp:cNvPr id="0" name=""/>
        <dsp:cNvSpPr/>
      </dsp:nvSpPr>
      <dsp:spPr>
        <a:xfrm>
          <a:off x="469777" y="4248168"/>
          <a:ext cx="2503036" cy="431999"/>
        </a:xfrm>
        <a:prstGeom prst="snip2DiagRect">
          <a:avLst/>
        </a:prstGeom>
        <a:solidFill>
          <a:srgbClr val="064E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48" tIns="0" rIns="224548" bIns="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rPr>
            <a:t>自主创业型</a:t>
          </a:r>
          <a:endParaRPr lang="zh-CN" altLang="en-US" sz="2800" kern="1200" dirty="0">
            <a:solidFill>
              <a:schemeClr val="bg1"/>
            </a:solidFill>
            <a:latin typeface="华康俪金黑W8" panose="020B0809000000000000" pitchFamily="49" charset="-122"/>
            <a:ea typeface="华康俪金黑W8" panose="020B0809000000000000" pitchFamily="49" charset="-122"/>
          </a:endParaRPr>
        </a:p>
      </dsp:txBody>
      <dsp:txXfrm>
        <a:off x="505778" y="4284169"/>
        <a:ext cx="2431034" cy="359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E4A08-A4BF-4BF8-ACF4-BDD1E8B205EC}">
      <dsp:nvSpPr>
        <dsp:cNvPr id="0" name=""/>
        <dsp:cNvSpPr/>
      </dsp:nvSpPr>
      <dsp:spPr>
        <a:xfrm>
          <a:off x="0" y="0"/>
          <a:ext cx="8128000" cy="24384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D245C57-98B5-4146-B6B2-B87E1AFE2798}">
      <dsp:nvSpPr>
        <dsp:cNvPr id="0" name=""/>
        <dsp:cNvSpPr/>
      </dsp:nvSpPr>
      <dsp:spPr>
        <a:xfrm>
          <a:off x="326286" y="325120"/>
          <a:ext cx="1738471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E73AC9A-6686-4D76-8946-CB309A819EA7}">
      <dsp:nvSpPr>
        <dsp:cNvPr id="0" name=""/>
        <dsp:cNvSpPr/>
      </dsp:nvSpPr>
      <dsp:spPr>
        <a:xfrm rot="10800000">
          <a:off x="245491" y="2438400"/>
          <a:ext cx="1900062" cy="298026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600" kern="1200" dirty="0" smtClean="0"/>
            <a:t>1.</a:t>
          </a:r>
          <a:r>
            <a:rPr lang="zh-CN" altLang="en-US" sz="26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忆童年</a:t>
          </a:r>
          <a:endParaRPr lang="zh-CN" altLang="en-US" sz="2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孩子王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活宝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当差的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孤胆英雄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303924" y="2438400"/>
        <a:ext cx="1783196" cy="2921833"/>
      </dsp:txXfrm>
    </dsp:sp>
    <dsp:sp modelId="{56CDB39D-33FD-433A-8B41-D49B5EC83BAB}">
      <dsp:nvSpPr>
        <dsp:cNvPr id="0" name=""/>
        <dsp:cNvSpPr/>
      </dsp:nvSpPr>
      <dsp:spPr>
        <a:xfrm>
          <a:off x="2319400" y="325120"/>
          <a:ext cx="1738471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9000" b="-3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37A3B3D-0CB6-4AD9-923D-B3AC34506506}">
      <dsp:nvSpPr>
        <dsp:cNvPr id="0" name=""/>
        <dsp:cNvSpPr/>
      </dsp:nvSpPr>
      <dsp:spPr>
        <a:xfrm rot="10800000">
          <a:off x="2319400" y="2438400"/>
          <a:ext cx="1738471" cy="298026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2.</a:t>
          </a:r>
          <a:r>
            <a:rPr lang="zh-CN" altLang="en-US" sz="26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画坐标</a:t>
          </a:r>
          <a:endParaRPr lang="zh-CN" altLang="en-US" sz="2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数据型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观念型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社交型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操作性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600" kern="1200" dirty="0"/>
        </a:p>
      </dsp:txBody>
      <dsp:txXfrm rot="10800000">
        <a:off x="2372864" y="2438400"/>
        <a:ext cx="1631543" cy="2926802"/>
      </dsp:txXfrm>
    </dsp:sp>
    <dsp:sp modelId="{130C1DF1-2627-4408-B876-2135D41C47BE}">
      <dsp:nvSpPr>
        <dsp:cNvPr id="0" name=""/>
        <dsp:cNvSpPr/>
      </dsp:nvSpPr>
      <dsp:spPr>
        <a:xfrm>
          <a:off x="4231719" y="325120"/>
          <a:ext cx="1738471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8B20BA7-04D7-444F-850E-060C605562CF}">
      <dsp:nvSpPr>
        <dsp:cNvPr id="0" name=""/>
        <dsp:cNvSpPr/>
      </dsp:nvSpPr>
      <dsp:spPr>
        <a:xfrm rot="10800000">
          <a:off x="4231719" y="2438400"/>
          <a:ext cx="1738471" cy="298026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200" kern="1200" dirty="0" smtClean="0"/>
            <a:t>3.</a:t>
          </a:r>
          <a:r>
            <a:rPr lang="zh-CN" altLang="en-US" sz="26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问心声</a:t>
          </a:r>
          <a:endParaRPr lang="zh-CN" altLang="en-US" sz="2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喜欢什么 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探寻特长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探寻梦想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4285183" y="2438400"/>
        <a:ext cx="1631543" cy="2926802"/>
      </dsp:txXfrm>
    </dsp:sp>
    <dsp:sp modelId="{43443BBD-5112-43D1-A6B8-BD0759FCC1FD}">
      <dsp:nvSpPr>
        <dsp:cNvPr id="0" name=""/>
        <dsp:cNvSpPr/>
      </dsp:nvSpPr>
      <dsp:spPr>
        <a:xfrm>
          <a:off x="6144037" y="325120"/>
          <a:ext cx="1738471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B0F0A65-A0C9-4823-9AD5-FC67FAF08E5E}">
      <dsp:nvSpPr>
        <dsp:cNvPr id="0" name=""/>
        <dsp:cNvSpPr/>
      </dsp:nvSpPr>
      <dsp:spPr>
        <a:xfrm rot="10800000">
          <a:off x="6144037" y="2438400"/>
          <a:ext cx="1738471" cy="2980266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200" kern="1200" dirty="0" smtClean="0"/>
            <a:t>4.</a:t>
          </a:r>
          <a:r>
            <a:rPr lang="zh-CN" altLang="en-US" sz="26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画梦想</a:t>
          </a:r>
          <a:endParaRPr lang="zh-CN" altLang="en-US" sz="2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/>
            <a:t>闭</a:t>
          </a: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上眼睛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工作环境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工作状态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画面画下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700" kern="1200" dirty="0"/>
        </a:p>
      </dsp:txBody>
      <dsp:txXfrm rot="10800000">
        <a:off x="6197501" y="2438400"/>
        <a:ext cx="1631543" cy="2926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8F7C3-B389-400C-AC75-B484C83E18F8}">
      <dsp:nvSpPr>
        <dsp:cNvPr id="0" name=""/>
        <dsp:cNvSpPr/>
      </dsp:nvSpPr>
      <dsp:spPr>
        <a:xfrm>
          <a:off x="0" y="0"/>
          <a:ext cx="5153982" cy="803217"/>
        </a:xfrm>
        <a:prstGeom prst="roundRect">
          <a:avLst>
            <a:gd name="adj" fmla="val 10000"/>
          </a:avLst>
        </a:prstGeom>
        <a:solidFill>
          <a:srgbClr val="4171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听说： 扩大自己的知名度</a:t>
          </a:r>
          <a:endParaRPr lang="zh-CN" altLang="en-US" sz="2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525" y="23525"/>
        <a:ext cx="4193272" cy="756167"/>
      </dsp:txXfrm>
    </dsp:sp>
    <dsp:sp modelId="{B2198B7D-07F6-4C07-A66D-FB0267D8FFDE}">
      <dsp:nvSpPr>
        <dsp:cNvPr id="0" name=""/>
        <dsp:cNvSpPr/>
      </dsp:nvSpPr>
      <dsp:spPr>
        <a:xfrm>
          <a:off x="384875" y="914776"/>
          <a:ext cx="5153982" cy="803217"/>
        </a:xfrm>
        <a:prstGeom prst="roundRect">
          <a:avLst>
            <a:gd name="adj" fmla="val 10000"/>
          </a:avLst>
        </a:prstGeom>
        <a:solidFill>
          <a:srgbClr val="4171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了解：让客户进一步了解你</a:t>
          </a:r>
          <a:endParaRPr lang="zh-CN" altLang="en-US" sz="2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8400" y="938301"/>
        <a:ext cx="4199965" cy="756167"/>
      </dsp:txXfrm>
    </dsp:sp>
    <dsp:sp modelId="{C9BBF524-0492-4D16-A0C2-B4BB8AF694C5}">
      <dsp:nvSpPr>
        <dsp:cNvPr id="0" name=""/>
        <dsp:cNvSpPr/>
      </dsp:nvSpPr>
      <dsp:spPr>
        <a:xfrm>
          <a:off x="769750" y="1829552"/>
          <a:ext cx="5153982" cy="803217"/>
        </a:xfrm>
        <a:prstGeom prst="roundRect">
          <a:avLst>
            <a:gd name="adj" fmla="val 10000"/>
          </a:avLst>
        </a:prstGeom>
        <a:solidFill>
          <a:srgbClr val="4171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信任：让客户充分信任你</a:t>
          </a:r>
          <a:endParaRPr lang="zh-CN" altLang="en-US" sz="2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93275" y="1853077"/>
        <a:ext cx="4199965" cy="756167"/>
      </dsp:txXfrm>
    </dsp:sp>
    <dsp:sp modelId="{59A5985C-F244-4171-A763-87EFE6B09600}">
      <dsp:nvSpPr>
        <dsp:cNvPr id="0" name=""/>
        <dsp:cNvSpPr/>
      </dsp:nvSpPr>
      <dsp:spPr>
        <a:xfrm>
          <a:off x="1154625" y="2744328"/>
          <a:ext cx="5153982" cy="803217"/>
        </a:xfrm>
        <a:prstGeom prst="roundRect">
          <a:avLst>
            <a:gd name="adj" fmla="val 10000"/>
          </a:avLst>
        </a:prstGeom>
        <a:solidFill>
          <a:srgbClr val="4171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成交：让客户为你埋单</a:t>
          </a:r>
          <a:endParaRPr lang="zh-CN" altLang="en-US" sz="2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8150" y="2767853"/>
        <a:ext cx="4199965" cy="756167"/>
      </dsp:txXfrm>
    </dsp:sp>
    <dsp:sp modelId="{63719FE6-3EB6-40CE-9060-77DA523C9D5B}">
      <dsp:nvSpPr>
        <dsp:cNvPr id="0" name=""/>
        <dsp:cNvSpPr/>
      </dsp:nvSpPr>
      <dsp:spPr>
        <a:xfrm>
          <a:off x="1539501" y="3659104"/>
          <a:ext cx="5153982" cy="803217"/>
        </a:xfrm>
        <a:prstGeom prst="roundRect">
          <a:avLst>
            <a:gd name="adj" fmla="val 10000"/>
          </a:avLst>
        </a:prstGeom>
        <a:solidFill>
          <a:srgbClr val="4171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推荐：让客户主动推荐你</a:t>
          </a:r>
          <a:endParaRPr lang="zh-CN" altLang="en-US" sz="2600" b="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63026" y="3682629"/>
        <a:ext cx="4199965" cy="756167"/>
      </dsp:txXfrm>
    </dsp:sp>
    <dsp:sp modelId="{7A146B9A-A14A-41BE-A1D4-580B499088C2}">
      <dsp:nvSpPr>
        <dsp:cNvPr id="0" name=""/>
        <dsp:cNvSpPr/>
      </dsp:nvSpPr>
      <dsp:spPr>
        <a:xfrm>
          <a:off x="4631891" y="586795"/>
          <a:ext cx="522091" cy="522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300" kern="1200"/>
        </a:p>
      </dsp:txBody>
      <dsp:txXfrm>
        <a:off x="4749361" y="586795"/>
        <a:ext cx="287151" cy="392873"/>
      </dsp:txXfrm>
    </dsp:sp>
    <dsp:sp modelId="{A6B86666-9D83-4C6D-9159-165387BF9474}">
      <dsp:nvSpPr>
        <dsp:cNvPr id="0" name=""/>
        <dsp:cNvSpPr/>
      </dsp:nvSpPr>
      <dsp:spPr>
        <a:xfrm>
          <a:off x="5016766" y="1501571"/>
          <a:ext cx="522091" cy="522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300" kern="1200"/>
        </a:p>
      </dsp:txBody>
      <dsp:txXfrm>
        <a:off x="5134236" y="1501571"/>
        <a:ext cx="287151" cy="392873"/>
      </dsp:txXfrm>
    </dsp:sp>
    <dsp:sp modelId="{DB3A72A1-3AD8-4378-8ECD-D94C1BF576CE}">
      <dsp:nvSpPr>
        <dsp:cNvPr id="0" name=""/>
        <dsp:cNvSpPr/>
      </dsp:nvSpPr>
      <dsp:spPr>
        <a:xfrm>
          <a:off x="5401641" y="2402960"/>
          <a:ext cx="522091" cy="522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300" kern="1200"/>
        </a:p>
      </dsp:txBody>
      <dsp:txXfrm>
        <a:off x="5519111" y="2402960"/>
        <a:ext cx="287151" cy="392873"/>
      </dsp:txXfrm>
    </dsp:sp>
    <dsp:sp modelId="{1E5C0BDD-71B9-4FE7-818C-CE4EBF1EA303}">
      <dsp:nvSpPr>
        <dsp:cNvPr id="0" name=""/>
        <dsp:cNvSpPr/>
      </dsp:nvSpPr>
      <dsp:spPr>
        <a:xfrm>
          <a:off x="5786516" y="3326661"/>
          <a:ext cx="522091" cy="522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300" kern="1200"/>
        </a:p>
      </dsp:txBody>
      <dsp:txXfrm>
        <a:off x="5903986" y="3326661"/>
        <a:ext cx="287151" cy="392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DCA46-0ED9-442A-9A36-941A76960541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7BBB8-71A6-4812-9922-AF18D7B41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84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7BBB8-71A6-4812-9922-AF18D7B41C0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72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7BBB8-71A6-4812-9922-AF18D7B41C0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8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01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49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84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8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02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19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3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1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73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32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2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C0438-9297-430C-827C-0D4D0A703C63}" type="datetimeFigureOut">
              <a:rPr lang="zh-CN" altLang="en-US" smtClean="0"/>
              <a:t>2014/9/1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5F14E-119C-411E-8893-CD225F4FA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8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153425" y="2593697"/>
            <a:ext cx="1716374" cy="2095952"/>
          </a:xfrm>
          <a:prstGeom prst="rect">
            <a:avLst/>
          </a:prstGeom>
          <a:solidFill>
            <a:srgbClr val="064E8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10277" y="2528888"/>
            <a:ext cx="7579342" cy="1972614"/>
          </a:xfrm>
          <a:prstGeom prst="rect">
            <a:avLst/>
          </a:prstGeom>
          <a:solidFill>
            <a:srgbClr val="05528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000" y="444511"/>
            <a:ext cx="3151658" cy="416875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2" name="文本框 1"/>
          <p:cNvSpPr txBox="1"/>
          <p:nvPr/>
        </p:nvSpPr>
        <p:spPr>
          <a:xfrm>
            <a:off x="5016000" y="2418604"/>
            <a:ext cx="464422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 smtClea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拼的是现在</a:t>
            </a:r>
            <a:r>
              <a:rPr lang="en-US" altLang="zh-CN" sz="6600" dirty="0" smtClean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,</a:t>
            </a:r>
            <a:endParaRPr lang="zh-CN" altLang="en-US" sz="6600" dirty="0">
              <a:solidFill>
                <a:schemeClr val="bg1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91651" y="3393356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比的是将来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06622" y="5039668"/>
            <a:ext cx="381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原作者：</a:t>
            </a:r>
            <a:r>
              <a:rPr lang="en-US" altLang="zh-CN" dirty="0" smtClean="0">
                <a:solidFill>
                  <a:srgbClr val="064E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srgbClr val="064E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en-US" altLang="zh-CN" dirty="0">
                <a:solidFill>
                  <a:srgbClr val="064E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:@</a:t>
            </a:r>
            <a:r>
              <a:rPr lang="zh-CN" altLang="en-US" dirty="0">
                <a:solidFill>
                  <a:srgbClr val="064E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晓奇</a:t>
            </a:r>
            <a:r>
              <a:rPr lang="en-US" altLang="zh-CN" dirty="0">
                <a:solidFill>
                  <a:srgbClr val="064E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</a:t>
            </a:r>
            <a:endParaRPr lang="zh-CN" altLang="en-US" dirty="0">
              <a:solidFill>
                <a:srgbClr val="064E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12658" y="5224334"/>
            <a:ext cx="2158904" cy="0"/>
          </a:xfrm>
          <a:prstGeom prst="line">
            <a:avLst/>
          </a:prstGeom>
          <a:ln w="28575">
            <a:solidFill>
              <a:srgbClr val="0552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622475" y="5224334"/>
            <a:ext cx="1569525" cy="0"/>
          </a:xfrm>
          <a:prstGeom prst="line">
            <a:avLst/>
          </a:prstGeom>
          <a:ln w="28575">
            <a:solidFill>
              <a:srgbClr val="0552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771000" y="5067491"/>
            <a:ext cx="0" cy="291847"/>
          </a:xfrm>
          <a:prstGeom prst="line">
            <a:avLst/>
          </a:prstGeom>
          <a:ln w="28575">
            <a:solidFill>
              <a:srgbClr val="0552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629048" y="5061515"/>
            <a:ext cx="0" cy="291847"/>
          </a:xfrm>
          <a:prstGeom prst="line">
            <a:avLst/>
          </a:prstGeom>
          <a:ln w="28575">
            <a:solidFill>
              <a:srgbClr val="0552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511000" y="99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228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587067787"/>
              </p:ext>
            </p:extLst>
          </p:nvPr>
        </p:nvGraphicFramePr>
        <p:xfrm>
          <a:off x="1596000" y="1224000"/>
          <a:ext cx="8486854" cy="526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21171" y="181276"/>
            <a:ext cx="4575291" cy="646331"/>
          </a:xfrm>
          <a:prstGeom prst="rect">
            <a:avLst/>
          </a:prstGeom>
          <a:noFill/>
        </p:spPr>
        <p:txBody>
          <a:bodyPr wrap="none" rtlCol="0">
            <a:prstTxWarp prst="textInflate">
              <a:avLst/>
            </a:prstTxWarp>
            <a:spAutoFit/>
          </a:bodyPr>
          <a:lstStyle/>
          <a:p>
            <a:r>
              <a:rPr lang="zh-CN" altLang="en-US" sz="3600" dirty="0">
                <a:solidFill>
                  <a:srgbClr val="064E80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新人</a:t>
            </a:r>
            <a:r>
              <a:rPr lang="zh-CN" altLang="en-US" sz="3600" dirty="0" smtClean="0">
                <a:solidFill>
                  <a:srgbClr val="064E80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职场十年，五大病</a:t>
            </a:r>
            <a:endParaRPr lang="zh-CN" altLang="en-US" sz="3600" dirty="0">
              <a:solidFill>
                <a:srgbClr val="064E80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49000"/>
            <a:ext cx="2041502" cy="0"/>
          </a:xfrm>
          <a:prstGeom prst="line">
            <a:avLst/>
          </a:prstGeom>
          <a:ln w="76200">
            <a:solidFill>
              <a:srgbClr val="064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047431" y="345162"/>
            <a:ext cx="0" cy="360000"/>
          </a:xfrm>
          <a:prstGeom prst="line">
            <a:avLst/>
          </a:prstGeom>
          <a:ln w="76200">
            <a:solidFill>
              <a:srgbClr val="064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6770200" y="348660"/>
            <a:ext cx="5421799" cy="356436"/>
            <a:chOff x="4656000" y="348660"/>
            <a:chExt cx="7536000" cy="356436"/>
          </a:xfrm>
        </p:grpSpPr>
        <p:cxnSp>
          <p:nvCxnSpPr>
            <p:cNvPr id="20" name="直接连接符 19"/>
            <p:cNvCxnSpPr/>
            <p:nvPr/>
          </p:nvCxnSpPr>
          <p:spPr>
            <a:xfrm rot="10800000">
              <a:off x="4656000" y="348660"/>
              <a:ext cx="0" cy="356436"/>
            </a:xfrm>
            <a:prstGeom prst="line">
              <a:avLst/>
            </a:prstGeom>
            <a:ln w="76200">
              <a:solidFill>
                <a:srgbClr val="064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656000" y="549000"/>
              <a:ext cx="7536000" cy="0"/>
            </a:xfrm>
            <a:prstGeom prst="line">
              <a:avLst/>
            </a:prstGeom>
            <a:ln w="76200">
              <a:solidFill>
                <a:srgbClr val="064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51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866000" y="2259000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整日奔波忙碌却入不敷出，想努力奋斗却找不到方向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866000" y="2754000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想做出改变却顾虑重重，准备行动却总是懒惰拖延</a:t>
            </a:r>
            <a:endParaRPr lang="zh-CN" alt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121093"/>
              </p:ext>
            </p:extLst>
          </p:nvPr>
        </p:nvGraphicFramePr>
        <p:xfrm>
          <a:off x="1595438" y="1314450"/>
          <a:ext cx="9376011" cy="43200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5206"/>
                <a:gridCol w="945206"/>
                <a:gridCol w="945206"/>
                <a:gridCol w="423712"/>
                <a:gridCol w="724296"/>
                <a:gridCol w="5392385"/>
              </a:tblGrid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</a:rPr>
                        <a:t>目</a:t>
                      </a:r>
                      <a:endParaRPr lang="zh-CN" altLang="en-US" sz="36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solidFill>
                            <a:schemeClr val="bg1"/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1.</a:t>
                      </a:r>
                      <a:endParaRPr lang="zh-CN" altLang="en-US" sz="3200" b="1" kern="1200" dirty="0" smtClean="0"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3200" b="1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找到人生的“自动提款机”</a:t>
                      </a:r>
                      <a:endParaRPr lang="zh-CN" altLang="en-US" sz="32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6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  <a:cs typeface="+mn-cs"/>
                        </a:rPr>
                        <a:t>录</a:t>
                      </a:r>
                      <a:endParaRPr lang="zh-CN" altLang="en-US" sz="36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2.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建立自己的“价值金字塔”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3.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产品化生存“你的标签是”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4.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对自己狠点“产品化管理”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200" b="1" kern="1200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5.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一切来得及“逆商”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2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742486" y="274390"/>
            <a:ext cx="54152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职业定位的</a:t>
            </a:r>
            <a:r>
              <a:rPr lang="en-US" altLang="zh-CN" sz="44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ATM</a:t>
            </a:r>
            <a:r>
              <a:rPr lang="zh-CN" altLang="en-US" sz="44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模型</a:t>
            </a:r>
            <a:endParaRPr lang="zh-CN" altLang="en-US" sz="44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220848" y="1509650"/>
            <a:ext cx="3462818" cy="4336104"/>
            <a:chOff x="3541412" y="909538"/>
            <a:chExt cx="4336775" cy="5430464"/>
          </a:xfrm>
        </p:grpSpPr>
        <p:sp>
          <p:nvSpPr>
            <p:cNvPr id="2" name="椭圆 1"/>
            <p:cNvSpPr/>
            <p:nvPr/>
          </p:nvSpPr>
          <p:spPr>
            <a:xfrm rot="21105468">
              <a:off x="5363857" y="909538"/>
              <a:ext cx="1407348" cy="3387428"/>
            </a:xfrm>
            <a:prstGeom prst="ellipse">
              <a:avLst/>
            </a:prstGeom>
            <a:noFill/>
            <a:ln w="76200"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 rot="21245471">
              <a:off x="4791000" y="2338392"/>
              <a:ext cx="2840218" cy="3511472"/>
              <a:chOff x="4791000" y="2338392"/>
              <a:chExt cx="2840218" cy="3511472"/>
            </a:xfrm>
          </p:grpSpPr>
          <p:sp>
            <p:nvSpPr>
              <p:cNvPr id="3" name="椭圆 2"/>
              <p:cNvSpPr/>
              <p:nvPr/>
            </p:nvSpPr>
            <p:spPr>
              <a:xfrm rot="19863691">
                <a:off x="6222457" y="2481087"/>
                <a:ext cx="1408761" cy="3368777"/>
              </a:xfrm>
              <a:prstGeom prst="ellipse">
                <a:avLst/>
              </a:prstGeom>
              <a:noFill/>
              <a:ln w="76200">
                <a:solidFill>
                  <a:srgbClr val="417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/>
              <p:cNvSpPr/>
              <p:nvPr/>
            </p:nvSpPr>
            <p:spPr>
              <a:xfrm rot="2357285">
                <a:off x="4791000" y="2338392"/>
                <a:ext cx="1408761" cy="3368777"/>
              </a:xfrm>
              <a:prstGeom prst="ellipse">
                <a:avLst/>
              </a:prstGeom>
              <a:noFill/>
              <a:ln w="76200">
                <a:solidFill>
                  <a:srgbClr val="41719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" name="直接箭头连接符 6"/>
            <p:cNvCxnSpPr/>
            <p:nvPr/>
          </p:nvCxnSpPr>
          <p:spPr>
            <a:xfrm rot="2760000" flipV="1">
              <a:off x="6754295" y="1320188"/>
              <a:ext cx="765000" cy="494999"/>
            </a:xfrm>
            <a:prstGeom prst="straightConnector1">
              <a:avLst/>
            </a:prstGeom>
            <a:ln w="76200"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5551677" y="1284439"/>
              <a:ext cx="590629" cy="963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Impact" panose="020B0806030902050204" pitchFamily="34" charset="0"/>
                </a:rPr>
                <a:t>A</a:t>
              </a:r>
              <a:endParaRPr lang="zh-CN" altLang="en-US" sz="4400" dirty="0">
                <a:latin typeface="Impact" panose="020B080603090205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706319" y="3820515"/>
              <a:ext cx="737182" cy="963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Impact" panose="020B0806030902050204" pitchFamily="34" charset="0"/>
                </a:rPr>
                <a:t>M</a:t>
              </a:r>
              <a:endParaRPr lang="zh-CN" altLang="en-US" sz="4400" dirty="0">
                <a:latin typeface="Impact" panose="020B080603090205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960608" y="3933229"/>
              <a:ext cx="556499" cy="963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latin typeface="Impact" panose="020B0806030902050204" pitchFamily="34" charset="0"/>
                </a:rPr>
                <a:t>T</a:t>
              </a:r>
              <a:endParaRPr lang="zh-CN" altLang="en-US" sz="4400" dirty="0">
                <a:latin typeface="Impact" panose="020B0806030902050204" pitchFamily="34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rot="20580000">
              <a:off x="7686300" y="5573821"/>
              <a:ext cx="191887" cy="766181"/>
            </a:xfrm>
            <a:prstGeom prst="straightConnector1">
              <a:avLst/>
            </a:prstGeom>
            <a:ln w="76200"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rot="21000000" flipH="1" flipV="1">
              <a:off x="4455941" y="2343151"/>
              <a:ext cx="1385130" cy="1055397"/>
            </a:xfrm>
            <a:prstGeom prst="straightConnector1">
              <a:avLst/>
            </a:prstGeom>
            <a:ln w="76200"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rot="11040000" flipV="1">
              <a:off x="3541412" y="5019203"/>
              <a:ext cx="765000" cy="495000"/>
            </a:xfrm>
            <a:prstGeom prst="straightConnector1">
              <a:avLst/>
            </a:prstGeom>
            <a:ln w="76200">
              <a:solidFill>
                <a:srgbClr val="41719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5823465" y="2703352"/>
              <a:ext cx="630000" cy="436790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5872457" y="2929091"/>
              <a:ext cx="692772" cy="488268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5903843" y="3231288"/>
              <a:ext cx="692772" cy="466186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013448" y="3596369"/>
              <a:ext cx="493374" cy="335685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6092533" y="3932054"/>
              <a:ext cx="283962" cy="198955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5832268" y="2637240"/>
              <a:ext cx="418362" cy="284507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/>
          <p:cNvSpPr txBox="1"/>
          <p:nvPr/>
        </p:nvSpPr>
        <p:spPr>
          <a:xfrm>
            <a:off x="7499900" y="1733903"/>
            <a:ext cx="351410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Impact" panose="020B0806030902050204" pitchFamily="34" charset="0"/>
                <a:ea typeface="微软雅黑" panose="020B0503020204020204" pitchFamily="34" charset="-122"/>
              </a:rPr>
              <a:t>Ambition</a:t>
            </a:r>
          </a:p>
          <a:p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雄心：你有多大的</a:t>
            </a:r>
            <a:r>
              <a:rPr lang="zh-CN" altLang="en-US" sz="2800" b="1" dirty="0">
                <a:solidFill>
                  <a:srgbClr val="41719C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野心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944833" y="5533662"/>
            <a:ext cx="3980577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latin typeface="Impact" panose="020B0806030902050204" pitchFamily="34" charset="0"/>
                <a:ea typeface="微软雅黑" panose="020B0503020204020204" pitchFamily="34" charset="-122"/>
              </a:rPr>
              <a:t>Talent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天赋：你天生</a:t>
            </a:r>
            <a:r>
              <a:rPr lang="zh-CN" altLang="en-US" sz="2800" b="1" dirty="0">
                <a:solidFill>
                  <a:srgbClr val="41719C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擅长</a:t>
            </a:r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做什么？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980935" y="5197141"/>
            <a:ext cx="305724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Impact" panose="020B0806030902050204" pitchFamily="34" charset="0"/>
                <a:ea typeface="微软雅黑" panose="020B0503020204020204" pitchFamily="34" charset="-122"/>
              </a:rPr>
              <a:t>Money</a:t>
            </a:r>
          </a:p>
          <a:p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你做什么可以</a:t>
            </a:r>
            <a:r>
              <a:rPr lang="zh-CN" altLang="en-US" sz="2800" b="1" dirty="0">
                <a:solidFill>
                  <a:srgbClr val="41719C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赚钱</a:t>
            </a:r>
            <a:r>
              <a:rPr lang="zh-CN" altLang="en-US" sz="2400" dirty="0">
                <a:latin typeface="Impact" panose="020B0806030902050204" pitchFamily="34" charset="0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180887" y="1589491"/>
            <a:ext cx="2601005" cy="1462516"/>
          </a:xfrm>
          <a:prstGeom prst="rect">
            <a:avLst/>
          </a:prstGeom>
          <a:noFill/>
          <a:ln w="12700">
            <a:solidFill>
              <a:srgbClr val="41719C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找到自己的</a:t>
            </a:r>
            <a:endParaRPr lang="en-US" altLang="zh-CN" sz="3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600" b="1" dirty="0" smtClean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自动提款机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椭圆 33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58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314342768"/>
              </p:ext>
            </p:extLst>
          </p:nvPr>
        </p:nvGraphicFramePr>
        <p:xfrm>
          <a:off x="2901000" y="71966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11000" y="687540"/>
            <a:ext cx="1107996" cy="5478423"/>
          </a:xfrm>
          <a:prstGeom prst="rect">
            <a:avLst/>
          </a:prstGeom>
          <a:noFill/>
          <a:ln w="12700" cap="rnd">
            <a:solidFill>
              <a:srgbClr val="41719C"/>
            </a:solidFill>
            <a:prstDash val="sysDash"/>
            <a:bevel/>
          </a:ln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自我探寻四步法</a:t>
            </a:r>
            <a:endParaRPr lang="zh-CN" altLang="en-US" sz="60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39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38324" y="504000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31000" y="225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42486" y="274390"/>
            <a:ext cx="469872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生涯平衡单的运用</a:t>
            </a:r>
          </a:p>
        </p:txBody>
      </p:sp>
      <p:cxnSp>
        <p:nvCxnSpPr>
          <p:cNvPr id="59" name="直接连接符 58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椭圆 62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1397498" y="1334997"/>
            <a:ext cx="8231663" cy="4952983"/>
            <a:chOff x="1226235" y="1055896"/>
            <a:chExt cx="9209828" cy="5512722"/>
          </a:xfrm>
        </p:grpSpPr>
        <p:cxnSp>
          <p:nvCxnSpPr>
            <p:cNvPr id="66" name="直接箭头连接符 65"/>
            <p:cNvCxnSpPr/>
            <p:nvPr/>
          </p:nvCxnSpPr>
          <p:spPr>
            <a:xfrm>
              <a:off x="1729093" y="3741297"/>
              <a:ext cx="8299938" cy="0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V="1">
              <a:off x="5918920" y="1195755"/>
              <a:ext cx="0" cy="4881488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/>
          </p:nvSpPr>
          <p:spPr>
            <a:xfrm>
              <a:off x="5918920" y="1055896"/>
              <a:ext cx="1005716" cy="582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物质</a:t>
              </a:r>
              <a:endParaRPr lang="zh-CN" altLang="en-US" sz="2800" b="1" dirty="0">
                <a:solidFill>
                  <a:srgbClr val="044E7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879061" y="5986269"/>
              <a:ext cx="1005716" cy="582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精神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226235" y="3777175"/>
              <a:ext cx="1005716" cy="582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9430347" y="3815391"/>
              <a:ext cx="1005716" cy="582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他人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2504161" y="1609487"/>
              <a:ext cx="3295674" cy="2117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自我物质方面的得失</a:t>
              </a:r>
              <a:endParaRPr lang="en-US" altLang="zh-CN" sz="2400" b="1" dirty="0">
                <a:solidFill>
                  <a:srgbClr val="044E7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收入多少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工作的难易程度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5947142" y="1589209"/>
              <a:ext cx="3413633" cy="2117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他人物质方面的得失</a:t>
              </a:r>
              <a:endParaRPr lang="en-US" altLang="zh-CN" sz="2400" b="1" dirty="0">
                <a:solidFill>
                  <a:srgbClr val="044E7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家庭经济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家庭地位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</a:p>
          </p:txBody>
        </p:sp>
        <p:sp>
          <p:nvSpPr>
            <p:cNvPr id="74" name="矩形 73"/>
            <p:cNvSpPr/>
            <p:nvPr/>
          </p:nvSpPr>
          <p:spPr>
            <a:xfrm>
              <a:off x="2542584" y="3751355"/>
              <a:ext cx="3547327" cy="2117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自我精神方面的得失</a:t>
              </a:r>
              <a:endParaRPr lang="en-US" altLang="zh-CN" sz="2400" b="1" dirty="0">
                <a:solidFill>
                  <a:srgbClr val="044E7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生活方式的改变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自我实现的程度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</a:p>
          </p:txBody>
        </p:sp>
        <p:sp>
          <p:nvSpPr>
            <p:cNvPr id="75" name="矩形 74"/>
            <p:cNvSpPr/>
            <p:nvPr/>
          </p:nvSpPr>
          <p:spPr>
            <a:xfrm>
              <a:off x="5959869" y="3768567"/>
              <a:ext cx="3413632" cy="2117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rgbClr val="044E7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他人精神方面的得失</a:t>
              </a:r>
              <a:endParaRPr lang="en-US" altLang="zh-CN" sz="2400" b="1" dirty="0">
                <a:solidFill>
                  <a:srgbClr val="044E7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父母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配偶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2483893" y="1611979"/>
              <a:ext cx="3435027" cy="2139375"/>
            </a:xfrm>
            <a:prstGeom prst="rect">
              <a:avLst/>
            </a:prstGeom>
            <a:noFill/>
            <a:ln w="19050">
              <a:solidFill>
                <a:srgbClr val="044E7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5918920" y="1611979"/>
              <a:ext cx="3435027" cy="2139375"/>
            </a:xfrm>
            <a:prstGeom prst="rect">
              <a:avLst/>
            </a:prstGeom>
            <a:noFill/>
            <a:ln w="19050">
              <a:solidFill>
                <a:srgbClr val="044E7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5918920" y="3741297"/>
              <a:ext cx="3435027" cy="2139375"/>
            </a:xfrm>
            <a:prstGeom prst="rect">
              <a:avLst/>
            </a:prstGeom>
            <a:noFill/>
            <a:ln w="19050">
              <a:solidFill>
                <a:srgbClr val="044E7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2483892" y="3738805"/>
              <a:ext cx="3435027" cy="2139375"/>
            </a:xfrm>
            <a:prstGeom prst="rect">
              <a:avLst/>
            </a:prstGeom>
            <a:noFill/>
            <a:ln w="19050">
              <a:solidFill>
                <a:srgbClr val="044E7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6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/>
          <p:cNvSpPr txBox="1"/>
          <p:nvPr/>
        </p:nvSpPr>
        <p:spPr>
          <a:xfrm>
            <a:off x="516000" y="2246051"/>
            <a:ext cx="2577152" cy="523220"/>
          </a:xfrm>
          <a:prstGeom prst="rect">
            <a:avLst/>
          </a:prstGeom>
          <a:solidFill>
            <a:srgbClr val="1A75AE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成就事件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/>
          <p:cNvCxnSpPr>
            <a:stCxn id="49" idx="3"/>
            <a:endCxn id="60" idx="5"/>
          </p:cNvCxnSpPr>
          <p:nvPr/>
        </p:nvCxnSpPr>
        <p:spPr>
          <a:xfrm>
            <a:off x="3093152" y="2507661"/>
            <a:ext cx="7800284" cy="8279"/>
          </a:xfrm>
          <a:prstGeom prst="line">
            <a:avLst/>
          </a:prstGeom>
          <a:ln w="63500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直角三角形 59"/>
          <p:cNvSpPr/>
          <p:nvPr/>
        </p:nvSpPr>
        <p:spPr>
          <a:xfrm rot="13500000">
            <a:off x="10712842" y="2335347"/>
            <a:ext cx="361187" cy="361187"/>
          </a:xfrm>
          <a:prstGeom prst="rtTriangl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 flipH="1" flipV="1">
            <a:off x="4754948" y="1228690"/>
            <a:ext cx="1145972" cy="1287251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4320510" y="1977129"/>
            <a:ext cx="111542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4563734" y="2399854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106534" y="1554405"/>
            <a:ext cx="91440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4016512" y="1134000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320510" y="1568102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521530" y="2015276"/>
            <a:ext cx="10854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cxnSp>
        <p:nvCxnSpPr>
          <p:cNvPr id="68" name="直接连接符 67"/>
          <p:cNvCxnSpPr/>
          <p:nvPr/>
        </p:nvCxnSpPr>
        <p:spPr>
          <a:xfrm flipH="1" flipV="1">
            <a:off x="6828007" y="1228690"/>
            <a:ext cx="1145972" cy="1287251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393569" y="1977129"/>
            <a:ext cx="111542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6636793" y="2399854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6179593" y="1554405"/>
            <a:ext cx="91440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6089571" y="1134000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393569" y="1568102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6594589" y="2015276"/>
            <a:ext cx="10854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cxnSp>
        <p:nvCxnSpPr>
          <p:cNvPr id="75" name="直接连接符 74"/>
          <p:cNvCxnSpPr/>
          <p:nvPr/>
        </p:nvCxnSpPr>
        <p:spPr>
          <a:xfrm flipH="1" flipV="1">
            <a:off x="8901066" y="1228690"/>
            <a:ext cx="1145972" cy="1287251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8466628" y="1977129"/>
            <a:ext cx="111542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8709852" y="2399854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8252652" y="1554405"/>
            <a:ext cx="914400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8162630" y="1134000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8466628" y="1568102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8667648" y="2015276"/>
            <a:ext cx="10854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cxnSp>
        <p:nvCxnSpPr>
          <p:cNvPr id="82" name="直接连接符 81"/>
          <p:cNvCxnSpPr/>
          <p:nvPr/>
        </p:nvCxnSpPr>
        <p:spPr>
          <a:xfrm flipH="1">
            <a:off x="4031257" y="2513537"/>
            <a:ext cx="1222959" cy="1373729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816128" y="2986337"/>
            <a:ext cx="972124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4030477" y="3873198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4441670" y="3421133"/>
            <a:ext cx="1084866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251898" y="3495368"/>
            <a:ext cx="103917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800344" y="3004623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5012691" y="2598781"/>
            <a:ext cx="95808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</a:p>
        </p:txBody>
      </p:sp>
      <p:cxnSp>
        <p:nvCxnSpPr>
          <p:cNvPr id="89" name="直接连接符 88"/>
          <p:cNvCxnSpPr/>
          <p:nvPr/>
        </p:nvCxnSpPr>
        <p:spPr>
          <a:xfrm flipH="1">
            <a:off x="6087886" y="2513537"/>
            <a:ext cx="1222959" cy="1373729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6872757" y="2986337"/>
            <a:ext cx="972124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6087106" y="3873198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6498299" y="3421133"/>
            <a:ext cx="1084866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6308527" y="3495368"/>
            <a:ext cx="103917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856973" y="3004623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7069320" y="2598781"/>
            <a:ext cx="95808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8144514" y="2513537"/>
            <a:ext cx="1222959" cy="1373729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8929385" y="2986337"/>
            <a:ext cx="972124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V="1">
            <a:off x="8143734" y="3873198"/>
            <a:ext cx="1224518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554927" y="3421133"/>
            <a:ext cx="1084866" cy="0"/>
          </a:xfrm>
          <a:prstGeom prst="line">
            <a:avLst/>
          </a:prstGeom>
          <a:ln w="34925">
            <a:solidFill>
              <a:srgbClr val="1A75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365155" y="3495368"/>
            <a:ext cx="1039177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8913601" y="3004623"/>
            <a:ext cx="762521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9125948" y="2598781"/>
            <a:ext cx="95808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516000" y="4354671"/>
            <a:ext cx="2577152" cy="523220"/>
          </a:xfrm>
          <a:prstGeom prst="rect">
            <a:avLst/>
          </a:prstGeom>
          <a:solidFill>
            <a:srgbClr val="1A75AE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3081060" y="4337769"/>
            <a:ext cx="68018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u="sng" dirty="0" smtClean="0">
                <a:solidFill>
                  <a:srgbClr val="1A75A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1.</a:t>
            </a:r>
            <a:endParaRPr lang="zh-CN" altLang="en-US" sz="2800" u="sng" dirty="0">
              <a:solidFill>
                <a:srgbClr val="1A75A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45329" y="4324203"/>
            <a:ext cx="72199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ABCDEF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表示一个令自己感到有成就的事件。</a:t>
            </a:r>
          </a:p>
        </p:txBody>
      </p:sp>
      <p:sp>
        <p:nvSpPr>
          <p:cNvPr id="106" name="椭圆 105"/>
          <p:cNvSpPr/>
          <p:nvPr/>
        </p:nvSpPr>
        <p:spPr>
          <a:xfrm>
            <a:off x="4386598" y="2558980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A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5856658" y="2008043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B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6421257" y="2566896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C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7951897" y="2004388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D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8486814" y="2565422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E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11" name="椭圆 110"/>
          <p:cNvSpPr/>
          <p:nvPr/>
        </p:nvSpPr>
        <p:spPr>
          <a:xfrm>
            <a:off x="9976574" y="2002166"/>
            <a:ext cx="462456" cy="462455"/>
          </a:xfrm>
          <a:prstGeom prst="ellipse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F</a:t>
            </a:r>
            <a:endParaRPr lang="zh-CN" altLang="en-US" sz="2800" dirty="0">
              <a:solidFill>
                <a:schemeClr val="bg1"/>
              </a:solidFill>
              <a:ea typeface="华康俪金黑W8" panose="020B0809000000000000" pitchFamily="49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081060" y="4971163"/>
            <a:ext cx="68018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u="sng" dirty="0" smtClean="0">
                <a:solidFill>
                  <a:srgbClr val="1A75A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2.</a:t>
            </a:r>
            <a:endParaRPr lang="zh-CN" altLang="en-US" sz="2800" u="sng" dirty="0">
              <a:solidFill>
                <a:srgbClr val="1A75A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645329" y="4971665"/>
            <a:ext cx="8120671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提炼每个事件中能体现你兴趣、能力、价值观的点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3071903" y="5618625"/>
            <a:ext cx="68018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u="sng" dirty="0" smtClean="0">
                <a:solidFill>
                  <a:srgbClr val="1A75A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3.</a:t>
            </a:r>
            <a:endParaRPr lang="zh-CN" altLang="en-US" sz="2800" u="sng" dirty="0">
              <a:solidFill>
                <a:srgbClr val="1A75A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636172" y="5619127"/>
            <a:ext cx="751266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圈出相同的点，取交集，找出与之对应的职业。</a:t>
            </a:r>
          </a:p>
        </p:txBody>
      </p:sp>
      <p:sp>
        <p:nvSpPr>
          <p:cNvPr id="116" name="矩形 115"/>
          <p:cNvSpPr/>
          <p:nvPr/>
        </p:nvSpPr>
        <p:spPr>
          <a:xfrm>
            <a:off x="2742486" y="274390"/>
            <a:ext cx="35798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b="1" dirty="0" smtClean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成就事件运用</a:t>
            </a:r>
            <a:endParaRPr lang="zh-CN" altLang="en-US" sz="4400" b="1" dirty="0">
              <a:ln>
                <a:solidFill>
                  <a:schemeClr val="bg1"/>
                </a:solidFill>
              </a:ln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椭圆 117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文本框 119"/>
          <p:cNvSpPr txBox="1"/>
          <p:nvPr/>
        </p:nvSpPr>
        <p:spPr>
          <a:xfrm>
            <a:off x="1622726" y="198820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4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562709"/>
              </p:ext>
            </p:extLst>
          </p:nvPr>
        </p:nvGraphicFramePr>
        <p:xfrm>
          <a:off x="1595438" y="1314450"/>
          <a:ext cx="9376011" cy="43200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5206"/>
                <a:gridCol w="945206"/>
                <a:gridCol w="945206"/>
                <a:gridCol w="423712"/>
                <a:gridCol w="724296"/>
                <a:gridCol w="5392385"/>
              </a:tblGrid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</a:rPr>
                        <a:t>目</a:t>
                      </a:r>
                      <a:endParaRPr lang="zh-CN" altLang="en-US" sz="36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1.</a:t>
                      </a:r>
                      <a:endParaRPr lang="zh-CN" altLang="en-US" sz="3200" b="1" kern="1200" dirty="0" smtClean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3200" b="1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找到人生的“自动提款机”</a:t>
                      </a:r>
                      <a:endParaRPr lang="zh-CN" altLang="en-US" sz="3200" b="1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6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  <a:cs typeface="+mn-cs"/>
                        </a:rPr>
                        <a:t>录</a:t>
                      </a:r>
                      <a:endParaRPr lang="zh-CN" altLang="en-US" sz="36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2.</a:t>
                      </a:r>
                      <a:endParaRPr lang="zh-CN" altLang="en-US" sz="32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建立自己的“价值金字塔”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3.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产品化生存“你的标签是”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4.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对自己狠点“产品化管理”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200" b="1" kern="1200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5.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一切来得及“逆商”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30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7051587" y="1764000"/>
            <a:ext cx="5140413" cy="5118150"/>
            <a:chOff x="4926000" y="571500"/>
            <a:chExt cx="6350000" cy="63225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-573"/>
            <a:stretch/>
          </p:blipFill>
          <p:spPr>
            <a:xfrm>
              <a:off x="4926000" y="571500"/>
              <a:ext cx="6350000" cy="632250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9869592" y="6108827"/>
              <a:ext cx="1338884" cy="74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1963" y="1801865"/>
            <a:ext cx="101361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你还在傻乎乎的补</a:t>
            </a:r>
            <a:r>
              <a:rPr lang="zh-CN" altLang="en-US" sz="88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短板</a:t>
            </a:r>
            <a:r>
              <a:rPr lang="zh-CN" altLang="en-US" sz="60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吗？</a:t>
            </a:r>
            <a:endParaRPr lang="zh-CN" altLang="en-US" sz="60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1646" y="489428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罗家伦考北大数学成绩</a:t>
            </a:r>
            <a:r>
              <a:rPr lang="zh-CN" altLang="en-US" sz="3600" dirty="0" smtClean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零分</a:t>
            </a:r>
            <a:endParaRPr lang="zh-CN" altLang="en-US" sz="3600" dirty="0">
              <a:solidFill>
                <a:srgbClr val="417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6000" y="3671733"/>
            <a:ext cx="4031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钱锺书考清华数学</a:t>
            </a:r>
            <a:r>
              <a:rPr lang="zh-CN" altLang="en-US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十五分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6368" y="5283355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季羡林数学考了</a:t>
            </a:r>
            <a:r>
              <a:rPr lang="zh-CN" altLang="en-US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44911" y="993570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臧克家数学</a:t>
            </a:r>
            <a:r>
              <a:rPr lang="zh-CN" altLang="en-US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零分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891000" y="4513914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吴晗数学两次考了</a:t>
            </a:r>
            <a:r>
              <a:rPr lang="zh-CN" altLang="en-US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零分</a:t>
            </a:r>
          </a:p>
        </p:txBody>
      </p:sp>
    </p:spTree>
    <p:extLst>
      <p:ext uri="{BB962C8B-B14F-4D97-AF65-F5344CB8AC3E}">
        <p14:creationId xmlns:p14="http://schemas.microsoft.com/office/powerpoint/2010/main" val="247779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07253" y="1439279"/>
            <a:ext cx="64027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sz="66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66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</a:t>
            </a:r>
            <a:r>
              <a:rPr lang="en-US" altLang="zh-CN" sz="66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66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</a:t>
            </a:r>
            <a:endParaRPr lang="zh-CN" altLang="en-US" sz="6600" b="1" dirty="0">
              <a:solidFill>
                <a:srgbClr val="1A75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1"/>
          <p:cNvGrpSpPr/>
          <p:nvPr/>
        </p:nvGrpSpPr>
        <p:grpSpPr>
          <a:xfrm>
            <a:off x="2856000" y="1048866"/>
            <a:ext cx="7713408" cy="5337236"/>
            <a:chOff x="723800" y="590459"/>
            <a:chExt cx="7713408" cy="5337236"/>
          </a:xfrm>
          <a:solidFill>
            <a:srgbClr val="1A75AE"/>
          </a:solidFill>
          <a:effectLst/>
        </p:grpSpPr>
        <p:sp>
          <p:nvSpPr>
            <p:cNvPr id="39" name="Rectangle 50"/>
            <p:cNvSpPr/>
            <p:nvPr/>
          </p:nvSpPr>
          <p:spPr>
            <a:xfrm>
              <a:off x="4088824" y="5180604"/>
              <a:ext cx="3491506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400" dirty="0" smtClean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聚焦在你的</a:t>
              </a:r>
              <a:r>
                <a:rPr lang="zh-CN" altLang="en-US" sz="2800" b="1" dirty="0" smtClean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兴趣点</a:t>
              </a:r>
              <a:r>
                <a:rPr lang="zh-CN" altLang="en-US" sz="2400" dirty="0" smtClean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</a:t>
              </a:r>
              <a:endParaRPr lang="en-US" sz="24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52"/>
            <p:cNvSpPr/>
            <p:nvPr/>
          </p:nvSpPr>
          <p:spPr>
            <a:xfrm>
              <a:off x="723800" y="3214032"/>
              <a:ext cx="2800767" cy="6309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400" dirty="0" smtClean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投入</a:t>
              </a:r>
              <a:r>
                <a:rPr lang="zh-CN" altLang="en-US" sz="2800" b="1" dirty="0" smtClean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足够多</a:t>
              </a:r>
              <a:r>
                <a:rPr lang="zh-CN" altLang="en-US" sz="2400" dirty="0" smtClean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的时间</a:t>
              </a:r>
              <a:endParaRPr lang="en-US" sz="2400" dirty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ight Brace 54"/>
            <p:cNvSpPr/>
            <p:nvPr/>
          </p:nvSpPr>
          <p:spPr>
            <a:xfrm rot="10800000">
              <a:off x="4163296" y="2650567"/>
              <a:ext cx="372724" cy="1837312"/>
            </a:xfrm>
            <a:prstGeom prst="rightBrace">
              <a:avLst>
                <a:gd name="adj1" fmla="val 133209"/>
                <a:gd name="adj2" fmla="val 48316"/>
              </a:avLst>
            </a:prstGeom>
            <a:grpFill/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58"/>
            <p:cNvGrpSpPr/>
            <p:nvPr/>
          </p:nvGrpSpPr>
          <p:grpSpPr>
            <a:xfrm>
              <a:off x="2798036" y="590459"/>
              <a:ext cx="5639172" cy="5337236"/>
              <a:chOff x="2798036" y="590459"/>
              <a:chExt cx="5639172" cy="5337236"/>
            </a:xfrm>
            <a:grpFill/>
          </p:grpSpPr>
          <p:grpSp>
            <p:nvGrpSpPr>
              <p:cNvPr id="43" name="Group 56"/>
              <p:cNvGrpSpPr/>
              <p:nvPr/>
            </p:nvGrpSpPr>
            <p:grpSpPr>
              <a:xfrm>
                <a:off x="2798036" y="590459"/>
                <a:ext cx="5639172" cy="5337236"/>
                <a:chOff x="2689732" y="737884"/>
                <a:chExt cx="5639172" cy="5337236"/>
              </a:xfrm>
              <a:grpFill/>
            </p:grpSpPr>
            <p:sp>
              <p:nvSpPr>
                <p:cNvPr id="50" name="Arc 48"/>
                <p:cNvSpPr/>
                <p:nvPr/>
              </p:nvSpPr>
              <p:spPr>
                <a:xfrm flipH="1">
                  <a:off x="2919622" y="4758205"/>
                  <a:ext cx="5409282" cy="1316915"/>
                </a:xfrm>
                <a:prstGeom prst="arc">
                  <a:avLst>
                    <a:gd name="adj1" fmla="val 10892133"/>
                    <a:gd name="adj2" fmla="val 15970712"/>
                  </a:avLst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51" name="Group 49"/>
                <p:cNvGrpSpPr/>
                <p:nvPr/>
              </p:nvGrpSpPr>
              <p:grpSpPr>
                <a:xfrm>
                  <a:off x="2689732" y="737884"/>
                  <a:ext cx="5409282" cy="5331656"/>
                  <a:chOff x="2689732" y="737884"/>
                  <a:chExt cx="5409282" cy="5331656"/>
                </a:xfrm>
                <a:grpFill/>
              </p:grpSpPr>
              <p:grpSp>
                <p:nvGrpSpPr>
                  <p:cNvPr id="52" name="Group 42"/>
                  <p:cNvGrpSpPr/>
                  <p:nvPr/>
                </p:nvGrpSpPr>
                <p:grpSpPr>
                  <a:xfrm>
                    <a:off x="2689732" y="737884"/>
                    <a:ext cx="5409282" cy="5331656"/>
                    <a:chOff x="2440802" y="732267"/>
                    <a:chExt cx="5409282" cy="5331656"/>
                  </a:xfrm>
                  <a:grpFill/>
                </p:grpSpPr>
                <p:sp>
                  <p:nvSpPr>
                    <p:cNvPr id="55" name="Oval 4"/>
                    <p:cNvSpPr/>
                    <p:nvPr/>
                  </p:nvSpPr>
                  <p:spPr>
                    <a:xfrm>
                      <a:off x="4752918" y="2626799"/>
                      <a:ext cx="980502" cy="407624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6" name="Group 41"/>
                    <p:cNvGrpSpPr/>
                    <p:nvPr/>
                  </p:nvGrpSpPr>
                  <p:grpSpPr>
                    <a:xfrm>
                      <a:off x="2440802" y="732267"/>
                      <a:ext cx="5409282" cy="5331656"/>
                      <a:chOff x="2440802" y="732267"/>
                      <a:chExt cx="5409282" cy="5331656"/>
                    </a:xfrm>
                    <a:grpFill/>
                  </p:grpSpPr>
                  <p:sp>
                    <p:nvSpPr>
                      <p:cNvPr id="64" name="Arc 5"/>
                      <p:cNvSpPr/>
                      <p:nvPr/>
                    </p:nvSpPr>
                    <p:spPr>
                      <a:xfrm>
                        <a:off x="2440802" y="4747008"/>
                        <a:ext cx="5409282" cy="1316915"/>
                      </a:xfrm>
                      <a:prstGeom prst="arc">
                        <a:avLst>
                          <a:gd name="adj1" fmla="val 10892133"/>
                          <a:gd name="adj2" fmla="val 15970712"/>
                        </a:avLst>
                      </a:prstGeom>
                      <a:grpFill/>
                      <a:ln w="57150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6" name="Arc 14"/>
                      <p:cNvSpPr/>
                      <p:nvPr/>
                    </p:nvSpPr>
                    <p:spPr>
                      <a:xfrm flipV="1">
                        <a:off x="5026144" y="732267"/>
                        <a:ext cx="434050" cy="4667691"/>
                      </a:xfrm>
                      <a:prstGeom prst="arc">
                        <a:avLst/>
                      </a:prstGeom>
                      <a:grpFill/>
                      <a:ln w="57150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7" name="Arc 30"/>
                      <p:cNvSpPr/>
                      <p:nvPr/>
                    </p:nvSpPr>
                    <p:spPr>
                      <a:xfrm flipH="1" flipV="1">
                        <a:off x="5043293" y="732268"/>
                        <a:ext cx="434050" cy="4656675"/>
                      </a:xfrm>
                      <a:prstGeom prst="arc">
                        <a:avLst/>
                      </a:prstGeom>
                      <a:grpFill/>
                      <a:ln w="57150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cxnSp>
                  <p:nvCxnSpPr>
                    <p:cNvPr id="57" name="Straight Connector 17"/>
                    <p:cNvCxnSpPr/>
                    <p:nvPr/>
                  </p:nvCxnSpPr>
                  <p:spPr>
                    <a:xfrm flipV="1">
                      <a:off x="5043293" y="3207113"/>
                      <a:ext cx="434050" cy="297455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Straight Connector 32"/>
                    <p:cNvCxnSpPr/>
                    <p:nvPr/>
                  </p:nvCxnSpPr>
                  <p:spPr>
                    <a:xfrm flipV="1">
                      <a:off x="5067620" y="3449561"/>
                      <a:ext cx="396968" cy="273046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33"/>
                    <p:cNvCxnSpPr/>
                    <p:nvPr/>
                  </p:nvCxnSpPr>
                  <p:spPr>
                    <a:xfrm flipV="1">
                      <a:off x="5779759" y="3469544"/>
                      <a:ext cx="396447" cy="276464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Straight Connector 34"/>
                    <p:cNvCxnSpPr/>
                    <p:nvPr/>
                  </p:nvCxnSpPr>
                  <p:spPr>
                    <a:xfrm flipV="1">
                      <a:off x="5068241" y="3879820"/>
                      <a:ext cx="381894" cy="280885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" name="Straight Connector 35"/>
                    <p:cNvCxnSpPr/>
                    <p:nvPr/>
                  </p:nvCxnSpPr>
                  <p:spPr>
                    <a:xfrm flipV="1">
                      <a:off x="5067620" y="4135152"/>
                      <a:ext cx="382515" cy="252926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Straight Connector 36"/>
                    <p:cNvCxnSpPr/>
                    <p:nvPr/>
                  </p:nvCxnSpPr>
                  <p:spPr>
                    <a:xfrm flipV="1">
                      <a:off x="5088440" y="4404178"/>
                      <a:ext cx="329921" cy="244331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37"/>
                    <p:cNvCxnSpPr/>
                    <p:nvPr/>
                  </p:nvCxnSpPr>
                  <p:spPr>
                    <a:xfrm flipV="1">
                      <a:off x="5116437" y="4700222"/>
                      <a:ext cx="301924" cy="249032"/>
                    </a:xfrm>
                    <a:prstGeom prst="line">
                      <a:avLst/>
                    </a:prstGeom>
                    <a:grpFill/>
                    <a:ln w="571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3" name="Straight Connector 51"/>
                  <p:cNvCxnSpPr/>
                  <p:nvPr/>
                </p:nvCxnSpPr>
                <p:spPr>
                  <a:xfrm flipV="1">
                    <a:off x="5303844" y="2723805"/>
                    <a:ext cx="376509" cy="234349"/>
                  </a:xfrm>
                  <a:prstGeom prst="line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5336109" y="2721291"/>
                    <a:ext cx="363589" cy="221744"/>
                  </a:xfrm>
                  <a:prstGeom prst="line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4" name="Straight Connector 63"/>
              <p:cNvCxnSpPr/>
              <p:nvPr/>
            </p:nvCxnSpPr>
            <p:spPr>
              <a:xfrm flipV="1">
                <a:off x="3428723" y="4773473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64"/>
              <p:cNvCxnSpPr/>
              <p:nvPr/>
            </p:nvCxnSpPr>
            <p:spPr>
              <a:xfrm flipV="1">
                <a:off x="3966135" y="4682930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65"/>
              <p:cNvCxnSpPr/>
              <p:nvPr/>
            </p:nvCxnSpPr>
            <p:spPr>
              <a:xfrm flipV="1">
                <a:off x="4567887" y="4619206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66"/>
              <p:cNvCxnSpPr/>
              <p:nvPr/>
            </p:nvCxnSpPr>
            <p:spPr>
              <a:xfrm flipV="1">
                <a:off x="6047318" y="4619206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67"/>
              <p:cNvCxnSpPr/>
              <p:nvPr/>
            </p:nvCxnSpPr>
            <p:spPr>
              <a:xfrm flipV="1">
                <a:off x="6688445" y="4682929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68"/>
              <p:cNvCxnSpPr/>
              <p:nvPr/>
            </p:nvCxnSpPr>
            <p:spPr>
              <a:xfrm flipV="1">
                <a:off x="7395109" y="4817510"/>
                <a:ext cx="350707" cy="484677"/>
              </a:xfrm>
              <a:prstGeom prst="lin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文本框 31"/>
          <p:cNvSpPr txBox="1"/>
          <p:nvPr/>
        </p:nvSpPr>
        <p:spPr>
          <a:xfrm>
            <a:off x="2856000" y="248427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钉子法则</a:t>
            </a:r>
            <a:endParaRPr lang="zh-CN" altLang="en-US" sz="44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椭圆 34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1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40750" y="4599000"/>
            <a:ext cx="1941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科比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6-6-6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训练法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196" y="2034000"/>
            <a:ext cx="3241800" cy="404975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04"/>
          <a:stretch/>
        </p:blipFill>
        <p:spPr>
          <a:xfrm>
            <a:off x="-24000" y="2044220"/>
            <a:ext cx="5016252" cy="4039080"/>
          </a:xfrm>
          <a:prstGeom prst="rect">
            <a:avLst/>
          </a:prstGeom>
        </p:spPr>
      </p:pic>
      <p:sp>
        <p:nvSpPr>
          <p:cNvPr id="11" name="云形标注 10"/>
          <p:cNvSpPr/>
          <p:nvPr/>
        </p:nvSpPr>
        <p:spPr>
          <a:xfrm>
            <a:off x="3818671" y="1618393"/>
            <a:ext cx="2880000" cy="1929600"/>
          </a:xfrm>
          <a:prstGeom prst="cloudCallout">
            <a:avLst>
              <a:gd name="adj1" fmla="val -55890"/>
              <a:gd name="adj2" fmla="val 48678"/>
            </a:avLst>
          </a:prstGeom>
          <a:solidFill>
            <a:schemeClr val="bg1"/>
          </a:solidFill>
          <a:ln>
            <a:solidFill>
              <a:srgbClr val="1A75A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云形标注 18"/>
          <p:cNvSpPr/>
          <p:nvPr/>
        </p:nvSpPr>
        <p:spPr>
          <a:xfrm>
            <a:off x="9418643" y="1613348"/>
            <a:ext cx="2372789" cy="1589769"/>
          </a:xfrm>
          <a:prstGeom prst="cloudCallout">
            <a:avLst>
              <a:gd name="adj1" fmla="val -68751"/>
              <a:gd name="adj2" fmla="val 93372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589374" y="1808067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贝氏弯刀</a:t>
            </a: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856000" y="248427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极致是核心</a:t>
            </a:r>
            <a:endParaRPr lang="zh-CN" altLang="en-US" sz="44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035834" y="2020016"/>
            <a:ext cx="23583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魔鬼训练</a:t>
            </a: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r>
              <a:rPr lang="en-US" altLang="zh-CN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—6-6-6</a:t>
            </a:r>
          </a:p>
        </p:txBody>
      </p:sp>
    </p:spTree>
    <p:extLst>
      <p:ext uri="{BB962C8B-B14F-4D97-AF65-F5344CB8AC3E}">
        <p14:creationId xmlns:p14="http://schemas.microsoft.com/office/powerpoint/2010/main" val="182505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31000" y="1657769"/>
            <a:ext cx="4744220" cy="4606231"/>
            <a:chOff x="1731000" y="1441456"/>
            <a:chExt cx="4744220" cy="4606231"/>
          </a:xfrm>
        </p:grpSpPr>
        <p:sp>
          <p:nvSpPr>
            <p:cNvPr id="3" name="梯形 2"/>
            <p:cNvSpPr/>
            <p:nvPr/>
          </p:nvSpPr>
          <p:spPr>
            <a:xfrm>
              <a:off x="2271001" y="4241904"/>
              <a:ext cx="3665476" cy="811088"/>
            </a:xfrm>
            <a:prstGeom prst="trapezoid">
              <a:avLst>
                <a:gd name="adj" fmla="val 51407"/>
              </a:avLst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梯形 4"/>
            <p:cNvSpPr/>
            <p:nvPr/>
          </p:nvSpPr>
          <p:spPr>
            <a:xfrm>
              <a:off x="3177580" y="2666573"/>
              <a:ext cx="1859336" cy="565994"/>
            </a:xfrm>
            <a:prstGeom prst="trapezoid">
              <a:avLst>
                <a:gd name="adj" fmla="val 51407"/>
              </a:avLst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梯形 6"/>
            <p:cNvSpPr/>
            <p:nvPr/>
          </p:nvSpPr>
          <p:spPr>
            <a:xfrm>
              <a:off x="1731000" y="5196916"/>
              <a:ext cx="4744220" cy="850771"/>
            </a:xfrm>
            <a:prstGeom prst="trapezoid">
              <a:avLst>
                <a:gd name="adj" fmla="val 51407"/>
              </a:avLst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>
              <a:off x="3508493" y="1441456"/>
              <a:ext cx="1224481" cy="1081192"/>
            </a:xfrm>
            <a:prstGeom prst="triangle">
              <a:avLst/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梯形 3"/>
            <p:cNvSpPr/>
            <p:nvPr/>
          </p:nvSpPr>
          <p:spPr>
            <a:xfrm>
              <a:off x="2760624" y="3376492"/>
              <a:ext cx="2660376" cy="721487"/>
            </a:xfrm>
            <a:prstGeom prst="trapezoid">
              <a:avLst>
                <a:gd name="adj" fmla="val 51407"/>
              </a:avLst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446713" y="3779326"/>
            <a:ext cx="654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素质是内在，能力是外化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27628" y="570614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立足自身，又针对工作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66598" y="4741990"/>
            <a:ext cx="6323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是否真的投身于这个行业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981000" y="2906483"/>
            <a:ext cx="700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能力，需做哪些努力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88746" y="225900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从绝望中寻找希望，人生终将辉煌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864299" y="2738961"/>
            <a:ext cx="6621701" cy="0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186000" y="3448880"/>
            <a:ext cx="6165000" cy="0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6456000" y="4284073"/>
            <a:ext cx="5895000" cy="21726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997413" y="5273442"/>
            <a:ext cx="5353587" cy="0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681000" y="6264000"/>
            <a:ext cx="5670000" cy="0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938519"/>
            <a:ext cx="12192000" cy="6486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856000" y="248427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建立“价值金字塔”的五步法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椭圆 45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731185" y="3760853"/>
            <a:ext cx="1724815" cy="523220"/>
          </a:xfrm>
          <a:prstGeom prst="rect">
            <a:avLst/>
          </a:prstGeom>
          <a:noFill/>
          <a:ln>
            <a:solidFill>
              <a:srgbClr val="41719C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界定层级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838434" y="5740780"/>
            <a:ext cx="1620957" cy="523220"/>
          </a:xfrm>
          <a:prstGeom prst="rect">
            <a:avLst/>
          </a:prstGeom>
          <a:noFill/>
          <a:ln>
            <a:solidFill>
              <a:srgbClr val="41719C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工作分析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286000" y="4763716"/>
            <a:ext cx="1711413" cy="523220"/>
          </a:xfrm>
          <a:prstGeom prst="rect">
            <a:avLst/>
          </a:prstGeom>
          <a:noFill/>
          <a:ln>
            <a:solidFill>
              <a:srgbClr val="41719C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内观自省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451657" y="2929387"/>
            <a:ext cx="1734343" cy="523220"/>
          </a:xfrm>
          <a:prstGeom prst="rect">
            <a:avLst/>
          </a:prstGeom>
          <a:noFill/>
          <a:ln>
            <a:solidFill>
              <a:srgbClr val="41719C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制定计划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350979" y="2218041"/>
            <a:ext cx="1620957" cy="523220"/>
          </a:xfrm>
          <a:prstGeom prst="rect">
            <a:avLst/>
          </a:prstGeom>
          <a:noFill/>
          <a:ln>
            <a:solidFill>
              <a:srgbClr val="41719C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1A75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做到极致</a:t>
            </a:r>
            <a:endParaRPr lang="zh-CN" altLang="en-US" sz="2800" b="1" dirty="0">
              <a:solidFill>
                <a:srgbClr val="1A75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12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92090"/>
              </p:ext>
            </p:extLst>
          </p:nvPr>
        </p:nvGraphicFramePr>
        <p:xfrm>
          <a:off x="1595438" y="1314450"/>
          <a:ext cx="9376011" cy="43200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5206"/>
                <a:gridCol w="945206"/>
                <a:gridCol w="945206"/>
                <a:gridCol w="423712"/>
                <a:gridCol w="724296"/>
                <a:gridCol w="5392385"/>
              </a:tblGrid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</a:rPr>
                        <a:t>目</a:t>
                      </a:r>
                      <a:endParaRPr lang="zh-CN" altLang="en-US" sz="36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1.</a:t>
                      </a:r>
                      <a:endParaRPr lang="zh-CN" altLang="en-US" sz="3200" b="1" kern="1200" dirty="0" smtClean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3200" b="1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找到人生的“自动提款机”</a:t>
                      </a:r>
                      <a:endParaRPr lang="zh-CN" altLang="en-US" sz="3200" b="1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6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  <a:cs typeface="+mn-cs"/>
                        </a:rPr>
                        <a:t>录</a:t>
                      </a:r>
                      <a:endParaRPr lang="zh-CN" altLang="en-US" sz="36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2.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建立自己的“价值金字塔”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3.</a:t>
                      </a:r>
                      <a:endParaRPr lang="zh-CN" altLang="en-US" sz="32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产品化生存“你的标签是”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4.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对自己狠点“产品化管理”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200" b="1" kern="1200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5.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一切来得及“逆商”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15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36000" y="495073"/>
            <a:ext cx="964080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700" dirty="0" smtClean="0">
                <a:solidFill>
                  <a:srgbClr val="41719C">
                    <a:alpha val="17000"/>
                  </a:srgbClr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标签？</a:t>
            </a:r>
            <a:endParaRPr lang="zh-CN" altLang="en-US" sz="13800" dirty="0">
              <a:solidFill>
                <a:srgbClr val="41719C">
                  <a:alpha val="17000"/>
                </a:srgbClr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5" t="7159" r="8602" b="7157"/>
          <a:stretch/>
        </p:blipFill>
        <p:spPr>
          <a:xfrm rot="20770587">
            <a:off x="8976000" y="2429750"/>
            <a:ext cx="1260000" cy="1350000"/>
          </a:xfrm>
          <a:prstGeom prst="rect">
            <a:avLst/>
          </a:prstGeom>
          <a:effectLst>
            <a:outerShdw blurRad="292100" dist="50800" dir="2700000" sx="102000" sy="102000" algn="tl" rotWithShape="0">
              <a:prstClr val="black">
                <a:alpha val="42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11089">
            <a:off x="1551000" y="2727986"/>
            <a:ext cx="1402352" cy="1051764"/>
          </a:xfrm>
          <a:prstGeom prst="rect">
            <a:avLst/>
          </a:prstGeom>
          <a:effectLst>
            <a:outerShdw blurRad="292100" dist="50800" dir="2700000" sx="102000" sy="102000" algn="tl" rotWithShape="0">
              <a:prstClr val="black">
                <a:alpha val="42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30270">
            <a:off x="4448676" y="2169000"/>
            <a:ext cx="3032000" cy="1610750"/>
          </a:xfrm>
          <a:prstGeom prst="rect">
            <a:avLst/>
          </a:prstGeom>
          <a:effectLst>
            <a:outerShdw blurRad="292100" dist="50800" dir="2700000" sx="102000" sy="102000" algn="tl" rotWithShape="0">
              <a:prstClr val="black">
                <a:alpha val="42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1236000" y="5004000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发烧友</a:t>
            </a:r>
            <a:endParaRPr lang="zh-CN" altLang="en-US" sz="6000" b="1" dirty="0">
              <a:solidFill>
                <a:srgbClr val="4171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96000" y="5004000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颠覆者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61000" y="5004000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大屏</a:t>
            </a:r>
          </a:p>
        </p:txBody>
      </p:sp>
    </p:spTree>
    <p:extLst>
      <p:ext uri="{BB962C8B-B14F-4D97-AF65-F5344CB8AC3E}">
        <p14:creationId xmlns:p14="http://schemas.microsoft.com/office/powerpoint/2010/main" val="84275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95634" y="1804659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54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269095" y="2049314"/>
            <a:ext cx="3195000" cy="3195000"/>
            <a:chOff x="3351000" y="1658745"/>
            <a:chExt cx="3690000" cy="3690000"/>
          </a:xfrm>
        </p:grpSpPr>
        <p:sp>
          <p:nvSpPr>
            <p:cNvPr id="3" name="椭圆 2"/>
            <p:cNvSpPr/>
            <p:nvPr/>
          </p:nvSpPr>
          <p:spPr>
            <a:xfrm>
              <a:off x="3351000" y="1658745"/>
              <a:ext cx="3690000" cy="3690000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>
              <a:stCxn id="3" idx="0"/>
              <a:endCxn id="3" idx="4"/>
            </p:cNvCxnSpPr>
            <p:nvPr/>
          </p:nvCxnSpPr>
          <p:spPr>
            <a:xfrm>
              <a:off x="5196000" y="1658745"/>
              <a:ext cx="0" cy="3690000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3" idx="2"/>
              <a:endCxn id="3" idx="6"/>
            </p:cNvCxnSpPr>
            <p:nvPr/>
          </p:nvCxnSpPr>
          <p:spPr>
            <a:xfrm>
              <a:off x="3351000" y="3503745"/>
              <a:ext cx="3690000" cy="0"/>
            </a:xfrm>
            <a:prstGeom prst="line">
              <a:avLst/>
            </a:prstGeom>
            <a:ln w="762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5293838" y="2187355"/>
              <a:ext cx="1042683" cy="604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33497" y="4249863"/>
              <a:ext cx="1042683" cy="604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068649" y="4249863"/>
              <a:ext cx="1042683" cy="604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57002" y="2177150"/>
              <a:ext cx="1042683" cy="604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417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</a:t>
              </a:r>
              <a:endParaRPr lang="zh-CN" altLang="en-US" sz="2800" dirty="0">
                <a:solidFill>
                  <a:srgbClr val="41719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448263" y="2698264"/>
              <a:ext cx="540967" cy="88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rgbClr val="41719C"/>
                  </a:solidFill>
                  <a:latin typeface="Impact" panose="020B0806030902050204" pitchFamily="34" charset="0"/>
                </a:rPr>
                <a:t>P</a:t>
              </a:r>
              <a:endParaRPr lang="zh-CN" altLang="en-US" sz="4400" dirty="0">
                <a:solidFill>
                  <a:srgbClr val="41719C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502832" y="3522645"/>
              <a:ext cx="574291" cy="88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rgbClr val="41719C"/>
                  </a:solidFill>
                  <a:latin typeface="Impact" panose="020B0806030902050204" pitchFamily="34" charset="0"/>
                </a:rPr>
                <a:t>D</a:t>
              </a:r>
              <a:endParaRPr lang="zh-CN" altLang="en-US" sz="4400" dirty="0">
                <a:solidFill>
                  <a:srgbClr val="41719C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87462" y="3522645"/>
              <a:ext cx="574291" cy="88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rgbClr val="41719C"/>
                  </a:solidFill>
                  <a:latin typeface="Impact" panose="020B0806030902050204" pitchFamily="34" charset="0"/>
                </a:rPr>
                <a:t>C</a:t>
              </a:r>
              <a:endParaRPr lang="zh-CN" altLang="en-US" sz="4400" dirty="0">
                <a:solidFill>
                  <a:srgbClr val="41719C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440833" y="2698264"/>
              <a:ext cx="544669" cy="888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 smtClean="0">
                  <a:solidFill>
                    <a:srgbClr val="41719C"/>
                  </a:solidFill>
                  <a:latin typeface="Impact" panose="020B0806030902050204" pitchFamily="34" charset="0"/>
                </a:rPr>
                <a:t>A</a:t>
              </a:r>
              <a:endParaRPr lang="zh-CN" altLang="en-US" sz="4400" dirty="0">
                <a:solidFill>
                  <a:srgbClr val="41719C"/>
                </a:solidFill>
                <a:latin typeface="Impact" panose="020B0806030902050204" pitchFamily="34" charset="0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0" y="938519"/>
            <a:ext cx="12192000" cy="6486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856000" y="248427"/>
            <a:ext cx="62295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迭代开发中的</a:t>
            </a:r>
            <a:r>
              <a:rPr lang="en-US" altLang="zh-CN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PDCA</a:t>
            </a:r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循环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椭圆 31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598302" y="1971371"/>
            <a:ext cx="5311501" cy="637220"/>
            <a:chOff x="1598302" y="1971371"/>
            <a:chExt cx="5311501" cy="637220"/>
          </a:xfrm>
        </p:grpSpPr>
        <p:sp>
          <p:nvSpPr>
            <p:cNvPr id="24" name="文本框 23"/>
            <p:cNvSpPr txBox="1"/>
            <p:nvPr/>
          </p:nvSpPr>
          <p:spPr>
            <a:xfrm>
              <a:off x="2318482" y="2036127"/>
              <a:ext cx="4591321" cy="57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 smtClean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(Plan)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计划，方针和目标的确定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598302" y="1971371"/>
              <a:ext cx="631378" cy="631378"/>
              <a:chOff x="1326000" y="1690203"/>
              <a:chExt cx="631378" cy="631378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1598302" y="4089883"/>
            <a:ext cx="5916185" cy="631378"/>
            <a:chOff x="1598302" y="3579977"/>
            <a:chExt cx="5916185" cy="631378"/>
          </a:xfrm>
        </p:grpSpPr>
        <p:sp>
          <p:nvSpPr>
            <p:cNvPr id="34" name="文本框 33"/>
            <p:cNvSpPr txBox="1"/>
            <p:nvPr/>
          </p:nvSpPr>
          <p:spPr>
            <a:xfrm>
              <a:off x="2334864" y="3606639"/>
              <a:ext cx="5179623" cy="57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(Check)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检查，总结执行计划的结果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598302" y="3579977"/>
              <a:ext cx="631378" cy="631378"/>
              <a:chOff x="1326000" y="1690203"/>
              <a:chExt cx="631378" cy="631378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1598302" y="5146219"/>
            <a:ext cx="7174160" cy="637649"/>
            <a:chOff x="1598302" y="4515394"/>
            <a:chExt cx="7174160" cy="637649"/>
          </a:xfrm>
        </p:grpSpPr>
        <p:sp>
          <p:nvSpPr>
            <p:cNvPr id="39" name="文本框 38"/>
            <p:cNvSpPr txBox="1"/>
            <p:nvPr/>
          </p:nvSpPr>
          <p:spPr>
            <a:xfrm>
              <a:off x="2289597" y="4580579"/>
              <a:ext cx="6482865" cy="57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(Action)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处理，成功经验肯定，失败教训总结</a:t>
              </a: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598302" y="4515394"/>
              <a:ext cx="631378" cy="631378"/>
              <a:chOff x="1326000" y="1690203"/>
              <a:chExt cx="631378" cy="631378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598302" y="3033548"/>
            <a:ext cx="6082545" cy="631378"/>
            <a:chOff x="1598302" y="3579977"/>
            <a:chExt cx="6082545" cy="631378"/>
          </a:xfrm>
        </p:grpSpPr>
        <p:sp>
          <p:nvSpPr>
            <p:cNvPr id="44" name="文本框 43"/>
            <p:cNvSpPr txBox="1"/>
            <p:nvPr/>
          </p:nvSpPr>
          <p:spPr>
            <a:xfrm>
              <a:off x="2318482" y="3609335"/>
              <a:ext cx="5362365" cy="572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(Do)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执行，运作、实现计划中的内容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1598302" y="3579977"/>
              <a:ext cx="631378" cy="631378"/>
              <a:chOff x="1326000" y="1690203"/>
              <a:chExt cx="631378" cy="631378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右弧形箭头 3"/>
          <p:cNvSpPr/>
          <p:nvPr/>
        </p:nvSpPr>
        <p:spPr>
          <a:xfrm rot="2134951">
            <a:off x="10822760" y="3256461"/>
            <a:ext cx="630000" cy="2713282"/>
          </a:xfrm>
          <a:prstGeom prst="curvedLeftArrow">
            <a:avLst>
              <a:gd name="adj1" fmla="val 25000"/>
              <a:gd name="adj2" fmla="val 43632"/>
              <a:gd name="adj3" fmla="val 25000"/>
            </a:avLst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9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51000" y="3504628"/>
            <a:ext cx="4752476" cy="3519162"/>
            <a:chOff x="2285748" y="549000"/>
            <a:chExt cx="7290000" cy="5398174"/>
          </a:xfrm>
        </p:grpSpPr>
        <p:grpSp>
          <p:nvGrpSpPr>
            <p:cNvPr id="17" name="组合 16"/>
            <p:cNvGrpSpPr/>
            <p:nvPr/>
          </p:nvGrpSpPr>
          <p:grpSpPr>
            <a:xfrm>
              <a:off x="2285748" y="549000"/>
              <a:ext cx="7290000" cy="5398174"/>
              <a:chOff x="2285748" y="549000"/>
              <a:chExt cx="7290000" cy="5398174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2496000" y="773244"/>
                <a:ext cx="6885000" cy="2250000"/>
              </a:xfrm>
              <a:prstGeom prst="ellipse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2285748" y="549000"/>
                <a:ext cx="7290000" cy="2655000"/>
              </a:xfrm>
              <a:prstGeom prst="ellipse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2352870" y="2130846"/>
                <a:ext cx="2573130" cy="3413154"/>
              </a:xfrm>
              <a:prstGeom prst="line">
                <a:avLst/>
              </a:prstGeom>
              <a:ln w="76200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6869130" y="2159724"/>
                <a:ext cx="2623544" cy="3384276"/>
              </a:xfrm>
              <a:prstGeom prst="line">
                <a:avLst/>
              </a:prstGeom>
              <a:ln w="76200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椭圆 10"/>
              <p:cNvSpPr/>
              <p:nvPr/>
            </p:nvSpPr>
            <p:spPr>
              <a:xfrm>
                <a:off x="4865098" y="4777324"/>
                <a:ext cx="2070000" cy="1169850"/>
              </a:xfrm>
              <a:prstGeom prst="ellipse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矩形 13"/>
            <p:cNvSpPr/>
            <p:nvPr/>
          </p:nvSpPr>
          <p:spPr>
            <a:xfrm rot="20471201" flipV="1">
              <a:off x="2770807" y="1242919"/>
              <a:ext cx="1870224" cy="861580"/>
            </a:xfrm>
            <a:custGeom>
              <a:avLst/>
              <a:gdLst>
                <a:gd name="connsiteX0" fmla="*/ 0 w 5088463"/>
                <a:gd name="connsiteY0" fmla="*/ 0 h 2303578"/>
                <a:gd name="connsiteX1" fmla="*/ 5088463 w 5088463"/>
                <a:gd name="connsiteY1" fmla="*/ 0 h 2303578"/>
                <a:gd name="connsiteX2" fmla="*/ 5088463 w 5088463"/>
                <a:gd name="connsiteY2" fmla="*/ 2303578 h 2303578"/>
                <a:gd name="connsiteX3" fmla="*/ 0 w 5088463"/>
                <a:gd name="connsiteY3" fmla="*/ 2303578 h 2303578"/>
                <a:gd name="connsiteX4" fmla="*/ 0 w 5088463"/>
                <a:gd name="connsiteY4" fmla="*/ 0 h 230357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8463 w 5088463"/>
                <a:gd name="connsiteY2" fmla="*/ 2322628 h 2322628"/>
                <a:gd name="connsiteX3" fmla="*/ 0 w 5088463"/>
                <a:gd name="connsiteY3" fmla="*/ 2322628 h 2322628"/>
                <a:gd name="connsiteX4" fmla="*/ 0 w 5088463"/>
                <a:gd name="connsiteY4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4435363 w 5088463"/>
                <a:gd name="connsiteY2" fmla="*/ 10329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3063 w 5088463"/>
                <a:gd name="connsiteY2" fmla="*/ 11472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0 w 5083063"/>
                <a:gd name="connsiteY5" fmla="*/ 19050 h 2322628"/>
                <a:gd name="connsiteX0" fmla="*/ 22337 w 5105400"/>
                <a:gd name="connsiteY0" fmla="*/ 19050 h 2322628"/>
                <a:gd name="connsiteX1" fmla="*/ 3986850 w 5105400"/>
                <a:gd name="connsiteY1" fmla="*/ 0 h 2322628"/>
                <a:gd name="connsiteX2" fmla="*/ 5105400 w 5105400"/>
                <a:gd name="connsiteY2" fmla="*/ 1147234 h 2322628"/>
                <a:gd name="connsiteX3" fmla="*/ 4005900 w 5105400"/>
                <a:gd name="connsiteY3" fmla="*/ 2284528 h 2322628"/>
                <a:gd name="connsiteX4" fmla="*/ 22337 w 5105400"/>
                <a:gd name="connsiteY4" fmla="*/ 2322628 h 2322628"/>
                <a:gd name="connsiteX5" fmla="*/ 0 w 5105400"/>
                <a:gd name="connsiteY5" fmla="*/ 1109134 h 2322628"/>
                <a:gd name="connsiteX6" fmla="*/ 22337 w 5105400"/>
                <a:gd name="connsiteY6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1177813 w 5083063"/>
                <a:gd name="connsiteY5" fmla="*/ 1223434 h 2322628"/>
                <a:gd name="connsiteX6" fmla="*/ 0 w 5083063"/>
                <a:gd name="connsiteY6" fmla="*/ 19050 h 2322628"/>
                <a:gd name="connsiteX0" fmla="*/ 0 w 5083063"/>
                <a:gd name="connsiteY0" fmla="*/ 0 h 2303578"/>
                <a:gd name="connsiteX1" fmla="*/ 3964513 w 5083063"/>
                <a:gd name="connsiteY1" fmla="*/ 0 h 2303578"/>
                <a:gd name="connsiteX2" fmla="*/ 5083063 w 5083063"/>
                <a:gd name="connsiteY2" fmla="*/ 1128184 h 2303578"/>
                <a:gd name="connsiteX3" fmla="*/ 3983563 w 5083063"/>
                <a:gd name="connsiteY3" fmla="*/ 2265478 h 2303578"/>
                <a:gd name="connsiteX4" fmla="*/ 0 w 5083063"/>
                <a:gd name="connsiteY4" fmla="*/ 2303578 h 2303578"/>
                <a:gd name="connsiteX5" fmla="*/ 1177813 w 5083063"/>
                <a:gd name="connsiteY5" fmla="*/ 1204384 h 2303578"/>
                <a:gd name="connsiteX6" fmla="*/ 0 w 5083063"/>
                <a:gd name="connsiteY6" fmla="*/ 0 h 2303578"/>
                <a:gd name="connsiteX0" fmla="*/ 0 w 5083063"/>
                <a:gd name="connsiteY0" fmla="*/ 0 h 2341678"/>
                <a:gd name="connsiteX1" fmla="*/ 3964513 w 5083063"/>
                <a:gd name="connsiteY1" fmla="*/ 0 h 2341678"/>
                <a:gd name="connsiteX2" fmla="*/ 5083063 w 5083063"/>
                <a:gd name="connsiteY2" fmla="*/ 1128184 h 2341678"/>
                <a:gd name="connsiteX3" fmla="*/ 3983563 w 5083063"/>
                <a:gd name="connsiteY3" fmla="*/ 2341678 h 2341678"/>
                <a:gd name="connsiteX4" fmla="*/ 0 w 5083063"/>
                <a:gd name="connsiteY4" fmla="*/ 2303578 h 2341678"/>
                <a:gd name="connsiteX5" fmla="*/ 1177813 w 5083063"/>
                <a:gd name="connsiteY5" fmla="*/ 1204384 h 2341678"/>
                <a:gd name="connsiteX6" fmla="*/ 0 w 5083063"/>
                <a:gd name="connsiteY6" fmla="*/ 0 h 234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3063" h="2341678">
                  <a:moveTo>
                    <a:pt x="0" y="0"/>
                  </a:moveTo>
                  <a:lnTo>
                    <a:pt x="3964513" y="0"/>
                  </a:lnTo>
                  <a:lnTo>
                    <a:pt x="5083063" y="1128184"/>
                  </a:lnTo>
                  <a:lnTo>
                    <a:pt x="3983563" y="2341678"/>
                  </a:lnTo>
                  <a:lnTo>
                    <a:pt x="0" y="2303578"/>
                  </a:lnTo>
                  <a:lnTo>
                    <a:pt x="1177813" y="1204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3"/>
            <p:cNvSpPr/>
            <p:nvPr/>
          </p:nvSpPr>
          <p:spPr>
            <a:xfrm flipV="1">
              <a:off x="4855776" y="984025"/>
              <a:ext cx="1870224" cy="861580"/>
            </a:xfrm>
            <a:custGeom>
              <a:avLst/>
              <a:gdLst>
                <a:gd name="connsiteX0" fmla="*/ 0 w 5088463"/>
                <a:gd name="connsiteY0" fmla="*/ 0 h 2303578"/>
                <a:gd name="connsiteX1" fmla="*/ 5088463 w 5088463"/>
                <a:gd name="connsiteY1" fmla="*/ 0 h 2303578"/>
                <a:gd name="connsiteX2" fmla="*/ 5088463 w 5088463"/>
                <a:gd name="connsiteY2" fmla="*/ 2303578 h 2303578"/>
                <a:gd name="connsiteX3" fmla="*/ 0 w 5088463"/>
                <a:gd name="connsiteY3" fmla="*/ 2303578 h 2303578"/>
                <a:gd name="connsiteX4" fmla="*/ 0 w 5088463"/>
                <a:gd name="connsiteY4" fmla="*/ 0 h 230357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8463 w 5088463"/>
                <a:gd name="connsiteY2" fmla="*/ 2322628 h 2322628"/>
                <a:gd name="connsiteX3" fmla="*/ 0 w 5088463"/>
                <a:gd name="connsiteY3" fmla="*/ 2322628 h 2322628"/>
                <a:gd name="connsiteX4" fmla="*/ 0 w 5088463"/>
                <a:gd name="connsiteY4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4435363 w 5088463"/>
                <a:gd name="connsiteY2" fmla="*/ 10329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3063 w 5088463"/>
                <a:gd name="connsiteY2" fmla="*/ 11472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0 w 5083063"/>
                <a:gd name="connsiteY5" fmla="*/ 19050 h 2322628"/>
                <a:gd name="connsiteX0" fmla="*/ 22337 w 5105400"/>
                <a:gd name="connsiteY0" fmla="*/ 19050 h 2322628"/>
                <a:gd name="connsiteX1" fmla="*/ 3986850 w 5105400"/>
                <a:gd name="connsiteY1" fmla="*/ 0 h 2322628"/>
                <a:gd name="connsiteX2" fmla="*/ 5105400 w 5105400"/>
                <a:gd name="connsiteY2" fmla="*/ 1147234 h 2322628"/>
                <a:gd name="connsiteX3" fmla="*/ 4005900 w 5105400"/>
                <a:gd name="connsiteY3" fmla="*/ 2284528 h 2322628"/>
                <a:gd name="connsiteX4" fmla="*/ 22337 w 5105400"/>
                <a:gd name="connsiteY4" fmla="*/ 2322628 h 2322628"/>
                <a:gd name="connsiteX5" fmla="*/ 0 w 5105400"/>
                <a:gd name="connsiteY5" fmla="*/ 1109134 h 2322628"/>
                <a:gd name="connsiteX6" fmla="*/ 22337 w 5105400"/>
                <a:gd name="connsiteY6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1177813 w 5083063"/>
                <a:gd name="connsiteY5" fmla="*/ 1223434 h 2322628"/>
                <a:gd name="connsiteX6" fmla="*/ 0 w 5083063"/>
                <a:gd name="connsiteY6" fmla="*/ 19050 h 2322628"/>
                <a:gd name="connsiteX0" fmla="*/ 0 w 5083063"/>
                <a:gd name="connsiteY0" fmla="*/ 0 h 2303578"/>
                <a:gd name="connsiteX1" fmla="*/ 3964513 w 5083063"/>
                <a:gd name="connsiteY1" fmla="*/ 0 h 2303578"/>
                <a:gd name="connsiteX2" fmla="*/ 5083063 w 5083063"/>
                <a:gd name="connsiteY2" fmla="*/ 1128184 h 2303578"/>
                <a:gd name="connsiteX3" fmla="*/ 3983563 w 5083063"/>
                <a:gd name="connsiteY3" fmla="*/ 2265478 h 2303578"/>
                <a:gd name="connsiteX4" fmla="*/ 0 w 5083063"/>
                <a:gd name="connsiteY4" fmla="*/ 2303578 h 2303578"/>
                <a:gd name="connsiteX5" fmla="*/ 1177813 w 5083063"/>
                <a:gd name="connsiteY5" fmla="*/ 1204384 h 2303578"/>
                <a:gd name="connsiteX6" fmla="*/ 0 w 5083063"/>
                <a:gd name="connsiteY6" fmla="*/ 0 h 2303578"/>
                <a:gd name="connsiteX0" fmla="*/ 0 w 5083063"/>
                <a:gd name="connsiteY0" fmla="*/ 0 h 2341678"/>
                <a:gd name="connsiteX1" fmla="*/ 3964513 w 5083063"/>
                <a:gd name="connsiteY1" fmla="*/ 0 h 2341678"/>
                <a:gd name="connsiteX2" fmla="*/ 5083063 w 5083063"/>
                <a:gd name="connsiteY2" fmla="*/ 1128184 h 2341678"/>
                <a:gd name="connsiteX3" fmla="*/ 3983563 w 5083063"/>
                <a:gd name="connsiteY3" fmla="*/ 2341678 h 2341678"/>
                <a:gd name="connsiteX4" fmla="*/ 0 w 5083063"/>
                <a:gd name="connsiteY4" fmla="*/ 2303578 h 2341678"/>
                <a:gd name="connsiteX5" fmla="*/ 1177813 w 5083063"/>
                <a:gd name="connsiteY5" fmla="*/ 1204384 h 2341678"/>
                <a:gd name="connsiteX6" fmla="*/ 0 w 5083063"/>
                <a:gd name="connsiteY6" fmla="*/ 0 h 234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3063" h="2341678">
                  <a:moveTo>
                    <a:pt x="0" y="0"/>
                  </a:moveTo>
                  <a:lnTo>
                    <a:pt x="3964513" y="0"/>
                  </a:lnTo>
                  <a:lnTo>
                    <a:pt x="5083063" y="1128184"/>
                  </a:lnTo>
                  <a:lnTo>
                    <a:pt x="3983563" y="2341678"/>
                  </a:lnTo>
                  <a:lnTo>
                    <a:pt x="0" y="2303578"/>
                  </a:lnTo>
                  <a:lnTo>
                    <a:pt x="1177813" y="1204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3"/>
            <p:cNvSpPr/>
            <p:nvPr/>
          </p:nvSpPr>
          <p:spPr>
            <a:xfrm rot="2667982" flipV="1">
              <a:off x="6934056" y="1200787"/>
              <a:ext cx="1870224" cy="861580"/>
            </a:xfrm>
            <a:custGeom>
              <a:avLst/>
              <a:gdLst>
                <a:gd name="connsiteX0" fmla="*/ 0 w 5088463"/>
                <a:gd name="connsiteY0" fmla="*/ 0 h 2303578"/>
                <a:gd name="connsiteX1" fmla="*/ 5088463 w 5088463"/>
                <a:gd name="connsiteY1" fmla="*/ 0 h 2303578"/>
                <a:gd name="connsiteX2" fmla="*/ 5088463 w 5088463"/>
                <a:gd name="connsiteY2" fmla="*/ 2303578 h 2303578"/>
                <a:gd name="connsiteX3" fmla="*/ 0 w 5088463"/>
                <a:gd name="connsiteY3" fmla="*/ 2303578 h 2303578"/>
                <a:gd name="connsiteX4" fmla="*/ 0 w 5088463"/>
                <a:gd name="connsiteY4" fmla="*/ 0 h 230357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8463 w 5088463"/>
                <a:gd name="connsiteY2" fmla="*/ 2322628 h 2322628"/>
                <a:gd name="connsiteX3" fmla="*/ 0 w 5088463"/>
                <a:gd name="connsiteY3" fmla="*/ 2322628 h 2322628"/>
                <a:gd name="connsiteX4" fmla="*/ 0 w 5088463"/>
                <a:gd name="connsiteY4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4435363 w 5088463"/>
                <a:gd name="connsiteY2" fmla="*/ 10329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3063 w 5088463"/>
                <a:gd name="connsiteY2" fmla="*/ 11472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0 w 5083063"/>
                <a:gd name="connsiteY5" fmla="*/ 19050 h 2322628"/>
                <a:gd name="connsiteX0" fmla="*/ 22337 w 5105400"/>
                <a:gd name="connsiteY0" fmla="*/ 19050 h 2322628"/>
                <a:gd name="connsiteX1" fmla="*/ 3986850 w 5105400"/>
                <a:gd name="connsiteY1" fmla="*/ 0 h 2322628"/>
                <a:gd name="connsiteX2" fmla="*/ 5105400 w 5105400"/>
                <a:gd name="connsiteY2" fmla="*/ 1147234 h 2322628"/>
                <a:gd name="connsiteX3" fmla="*/ 4005900 w 5105400"/>
                <a:gd name="connsiteY3" fmla="*/ 2284528 h 2322628"/>
                <a:gd name="connsiteX4" fmla="*/ 22337 w 5105400"/>
                <a:gd name="connsiteY4" fmla="*/ 2322628 h 2322628"/>
                <a:gd name="connsiteX5" fmla="*/ 0 w 5105400"/>
                <a:gd name="connsiteY5" fmla="*/ 1109134 h 2322628"/>
                <a:gd name="connsiteX6" fmla="*/ 22337 w 5105400"/>
                <a:gd name="connsiteY6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1177813 w 5083063"/>
                <a:gd name="connsiteY5" fmla="*/ 1223434 h 2322628"/>
                <a:gd name="connsiteX6" fmla="*/ 0 w 5083063"/>
                <a:gd name="connsiteY6" fmla="*/ 19050 h 2322628"/>
                <a:gd name="connsiteX0" fmla="*/ 0 w 5083063"/>
                <a:gd name="connsiteY0" fmla="*/ 0 h 2303578"/>
                <a:gd name="connsiteX1" fmla="*/ 3964513 w 5083063"/>
                <a:gd name="connsiteY1" fmla="*/ 0 h 2303578"/>
                <a:gd name="connsiteX2" fmla="*/ 5083063 w 5083063"/>
                <a:gd name="connsiteY2" fmla="*/ 1128184 h 2303578"/>
                <a:gd name="connsiteX3" fmla="*/ 3983563 w 5083063"/>
                <a:gd name="connsiteY3" fmla="*/ 2265478 h 2303578"/>
                <a:gd name="connsiteX4" fmla="*/ 0 w 5083063"/>
                <a:gd name="connsiteY4" fmla="*/ 2303578 h 2303578"/>
                <a:gd name="connsiteX5" fmla="*/ 1177813 w 5083063"/>
                <a:gd name="connsiteY5" fmla="*/ 1204384 h 2303578"/>
                <a:gd name="connsiteX6" fmla="*/ 0 w 5083063"/>
                <a:gd name="connsiteY6" fmla="*/ 0 h 2303578"/>
                <a:gd name="connsiteX0" fmla="*/ 0 w 5083063"/>
                <a:gd name="connsiteY0" fmla="*/ 0 h 2341678"/>
                <a:gd name="connsiteX1" fmla="*/ 3964513 w 5083063"/>
                <a:gd name="connsiteY1" fmla="*/ 0 h 2341678"/>
                <a:gd name="connsiteX2" fmla="*/ 5083063 w 5083063"/>
                <a:gd name="connsiteY2" fmla="*/ 1128184 h 2341678"/>
                <a:gd name="connsiteX3" fmla="*/ 3983563 w 5083063"/>
                <a:gd name="connsiteY3" fmla="*/ 2341678 h 2341678"/>
                <a:gd name="connsiteX4" fmla="*/ 0 w 5083063"/>
                <a:gd name="connsiteY4" fmla="*/ 2303578 h 2341678"/>
                <a:gd name="connsiteX5" fmla="*/ 1177813 w 5083063"/>
                <a:gd name="connsiteY5" fmla="*/ 1204384 h 2341678"/>
                <a:gd name="connsiteX6" fmla="*/ 0 w 5083063"/>
                <a:gd name="connsiteY6" fmla="*/ 0 h 234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3063" h="2341678">
                  <a:moveTo>
                    <a:pt x="0" y="0"/>
                  </a:moveTo>
                  <a:lnTo>
                    <a:pt x="3964513" y="0"/>
                  </a:lnTo>
                  <a:lnTo>
                    <a:pt x="5083063" y="1128184"/>
                  </a:lnTo>
                  <a:lnTo>
                    <a:pt x="3983563" y="2341678"/>
                  </a:lnTo>
                  <a:lnTo>
                    <a:pt x="0" y="2303578"/>
                  </a:lnTo>
                  <a:lnTo>
                    <a:pt x="1177813" y="1204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3"/>
            <p:cNvSpPr/>
            <p:nvPr/>
          </p:nvSpPr>
          <p:spPr>
            <a:xfrm rot="8703508" flipV="1">
              <a:off x="6454678" y="2669978"/>
              <a:ext cx="1870224" cy="861580"/>
            </a:xfrm>
            <a:custGeom>
              <a:avLst/>
              <a:gdLst>
                <a:gd name="connsiteX0" fmla="*/ 0 w 5088463"/>
                <a:gd name="connsiteY0" fmla="*/ 0 h 2303578"/>
                <a:gd name="connsiteX1" fmla="*/ 5088463 w 5088463"/>
                <a:gd name="connsiteY1" fmla="*/ 0 h 2303578"/>
                <a:gd name="connsiteX2" fmla="*/ 5088463 w 5088463"/>
                <a:gd name="connsiteY2" fmla="*/ 2303578 h 2303578"/>
                <a:gd name="connsiteX3" fmla="*/ 0 w 5088463"/>
                <a:gd name="connsiteY3" fmla="*/ 2303578 h 2303578"/>
                <a:gd name="connsiteX4" fmla="*/ 0 w 5088463"/>
                <a:gd name="connsiteY4" fmla="*/ 0 h 230357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8463 w 5088463"/>
                <a:gd name="connsiteY2" fmla="*/ 2322628 h 2322628"/>
                <a:gd name="connsiteX3" fmla="*/ 0 w 5088463"/>
                <a:gd name="connsiteY3" fmla="*/ 2322628 h 2322628"/>
                <a:gd name="connsiteX4" fmla="*/ 0 w 5088463"/>
                <a:gd name="connsiteY4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4435363 w 5088463"/>
                <a:gd name="connsiteY2" fmla="*/ 10329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3063 w 5088463"/>
                <a:gd name="connsiteY2" fmla="*/ 11472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0 w 5083063"/>
                <a:gd name="connsiteY5" fmla="*/ 19050 h 2322628"/>
                <a:gd name="connsiteX0" fmla="*/ 22337 w 5105400"/>
                <a:gd name="connsiteY0" fmla="*/ 19050 h 2322628"/>
                <a:gd name="connsiteX1" fmla="*/ 3986850 w 5105400"/>
                <a:gd name="connsiteY1" fmla="*/ 0 h 2322628"/>
                <a:gd name="connsiteX2" fmla="*/ 5105400 w 5105400"/>
                <a:gd name="connsiteY2" fmla="*/ 1147234 h 2322628"/>
                <a:gd name="connsiteX3" fmla="*/ 4005900 w 5105400"/>
                <a:gd name="connsiteY3" fmla="*/ 2284528 h 2322628"/>
                <a:gd name="connsiteX4" fmla="*/ 22337 w 5105400"/>
                <a:gd name="connsiteY4" fmla="*/ 2322628 h 2322628"/>
                <a:gd name="connsiteX5" fmla="*/ 0 w 5105400"/>
                <a:gd name="connsiteY5" fmla="*/ 1109134 h 2322628"/>
                <a:gd name="connsiteX6" fmla="*/ 22337 w 5105400"/>
                <a:gd name="connsiteY6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1177813 w 5083063"/>
                <a:gd name="connsiteY5" fmla="*/ 1223434 h 2322628"/>
                <a:gd name="connsiteX6" fmla="*/ 0 w 5083063"/>
                <a:gd name="connsiteY6" fmla="*/ 19050 h 2322628"/>
                <a:gd name="connsiteX0" fmla="*/ 0 w 5083063"/>
                <a:gd name="connsiteY0" fmla="*/ 0 h 2303578"/>
                <a:gd name="connsiteX1" fmla="*/ 3964513 w 5083063"/>
                <a:gd name="connsiteY1" fmla="*/ 0 h 2303578"/>
                <a:gd name="connsiteX2" fmla="*/ 5083063 w 5083063"/>
                <a:gd name="connsiteY2" fmla="*/ 1128184 h 2303578"/>
                <a:gd name="connsiteX3" fmla="*/ 3983563 w 5083063"/>
                <a:gd name="connsiteY3" fmla="*/ 2265478 h 2303578"/>
                <a:gd name="connsiteX4" fmla="*/ 0 w 5083063"/>
                <a:gd name="connsiteY4" fmla="*/ 2303578 h 2303578"/>
                <a:gd name="connsiteX5" fmla="*/ 1177813 w 5083063"/>
                <a:gd name="connsiteY5" fmla="*/ 1204384 h 2303578"/>
                <a:gd name="connsiteX6" fmla="*/ 0 w 5083063"/>
                <a:gd name="connsiteY6" fmla="*/ 0 h 2303578"/>
                <a:gd name="connsiteX0" fmla="*/ 0 w 5083063"/>
                <a:gd name="connsiteY0" fmla="*/ 0 h 2341678"/>
                <a:gd name="connsiteX1" fmla="*/ 3964513 w 5083063"/>
                <a:gd name="connsiteY1" fmla="*/ 0 h 2341678"/>
                <a:gd name="connsiteX2" fmla="*/ 5083063 w 5083063"/>
                <a:gd name="connsiteY2" fmla="*/ 1128184 h 2341678"/>
                <a:gd name="connsiteX3" fmla="*/ 3983563 w 5083063"/>
                <a:gd name="connsiteY3" fmla="*/ 2341678 h 2341678"/>
                <a:gd name="connsiteX4" fmla="*/ 0 w 5083063"/>
                <a:gd name="connsiteY4" fmla="*/ 2303578 h 2341678"/>
                <a:gd name="connsiteX5" fmla="*/ 1177813 w 5083063"/>
                <a:gd name="connsiteY5" fmla="*/ 1204384 h 2341678"/>
                <a:gd name="connsiteX6" fmla="*/ 0 w 5083063"/>
                <a:gd name="connsiteY6" fmla="*/ 0 h 234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3063" h="2341678">
                  <a:moveTo>
                    <a:pt x="0" y="0"/>
                  </a:moveTo>
                  <a:lnTo>
                    <a:pt x="3964513" y="0"/>
                  </a:lnTo>
                  <a:lnTo>
                    <a:pt x="5083063" y="1128184"/>
                  </a:lnTo>
                  <a:lnTo>
                    <a:pt x="3983563" y="2341678"/>
                  </a:lnTo>
                  <a:lnTo>
                    <a:pt x="0" y="2303578"/>
                  </a:lnTo>
                  <a:lnTo>
                    <a:pt x="1177813" y="1204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13"/>
            <p:cNvSpPr/>
            <p:nvPr/>
          </p:nvSpPr>
          <p:spPr>
            <a:xfrm rot="5658974" flipV="1">
              <a:off x="5401058" y="4108834"/>
              <a:ext cx="1870224" cy="861580"/>
            </a:xfrm>
            <a:custGeom>
              <a:avLst/>
              <a:gdLst>
                <a:gd name="connsiteX0" fmla="*/ 0 w 5088463"/>
                <a:gd name="connsiteY0" fmla="*/ 0 h 2303578"/>
                <a:gd name="connsiteX1" fmla="*/ 5088463 w 5088463"/>
                <a:gd name="connsiteY1" fmla="*/ 0 h 2303578"/>
                <a:gd name="connsiteX2" fmla="*/ 5088463 w 5088463"/>
                <a:gd name="connsiteY2" fmla="*/ 2303578 h 2303578"/>
                <a:gd name="connsiteX3" fmla="*/ 0 w 5088463"/>
                <a:gd name="connsiteY3" fmla="*/ 2303578 h 2303578"/>
                <a:gd name="connsiteX4" fmla="*/ 0 w 5088463"/>
                <a:gd name="connsiteY4" fmla="*/ 0 h 230357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8463 w 5088463"/>
                <a:gd name="connsiteY2" fmla="*/ 2322628 h 2322628"/>
                <a:gd name="connsiteX3" fmla="*/ 0 w 5088463"/>
                <a:gd name="connsiteY3" fmla="*/ 2322628 h 2322628"/>
                <a:gd name="connsiteX4" fmla="*/ 0 w 5088463"/>
                <a:gd name="connsiteY4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4435363 w 5088463"/>
                <a:gd name="connsiteY2" fmla="*/ 10329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8463"/>
                <a:gd name="connsiteY0" fmla="*/ 19050 h 2322628"/>
                <a:gd name="connsiteX1" fmla="*/ 3964513 w 5088463"/>
                <a:gd name="connsiteY1" fmla="*/ 0 h 2322628"/>
                <a:gd name="connsiteX2" fmla="*/ 5083063 w 5088463"/>
                <a:gd name="connsiteY2" fmla="*/ 1147234 h 2322628"/>
                <a:gd name="connsiteX3" fmla="*/ 5088463 w 5088463"/>
                <a:gd name="connsiteY3" fmla="*/ 2322628 h 2322628"/>
                <a:gd name="connsiteX4" fmla="*/ 0 w 5088463"/>
                <a:gd name="connsiteY4" fmla="*/ 2322628 h 2322628"/>
                <a:gd name="connsiteX5" fmla="*/ 0 w 5088463"/>
                <a:gd name="connsiteY5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0 w 5083063"/>
                <a:gd name="connsiteY5" fmla="*/ 19050 h 2322628"/>
                <a:gd name="connsiteX0" fmla="*/ 22337 w 5105400"/>
                <a:gd name="connsiteY0" fmla="*/ 19050 h 2322628"/>
                <a:gd name="connsiteX1" fmla="*/ 3986850 w 5105400"/>
                <a:gd name="connsiteY1" fmla="*/ 0 h 2322628"/>
                <a:gd name="connsiteX2" fmla="*/ 5105400 w 5105400"/>
                <a:gd name="connsiteY2" fmla="*/ 1147234 h 2322628"/>
                <a:gd name="connsiteX3" fmla="*/ 4005900 w 5105400"/>
                <a:gd name="connsiteY3" fmla="*/ 2284528 h 2322628"/>
                <a:gd name="connsiteX4" fmla="*/ 22337 w 5105400"/>
                <a:gd name="connsiteY4" fmla="*/ 2322628 h 2322628"/>
                <a:gd name="connsiteX5" fmla="*/ 0 w 5105400"/>
                <a:gd name="connsiteY5" fmla="*/ 1109134 h 2322628"/>
                <a:gd name="connsiteX6" fmla="*/ 22337 w 5105400"/>
                <a:gd name="connsiteY6" fmla="*/ 19050 h 2322628"/>
                <a:gd name="connsiteX0" fmla="*/ 0 w 5083063"/>
                <a:gd name="connsiteY0" fmla="*/ 19050 h 2322628"/>
                <a:gd name="connsiteX1" fmla="*/ 3964513 w 5083063"/>
                <a:gd name="connsiteY1" fmla="*/ 0 h 2322628"/>
                <a:gd name="connsiteX2" fmla="*/ 5083063 w 5083063"/>
                <a:gd name="connsiteY2" fmla="*/ 1147234 h 2322628"/>
                <a:gd name="connsiteX3" fmla="*/ 3983563 w 5083063"/>
                <a:gd name="connsiteY3" fmla="*/ 2284528 h 2322628"/>
                <a:gd name="connsiteX4" fmla="*/ 0 w 5083063"/>
                <a:gd name="connsiteY4" fmla="*/ 2322628 h 2322628"/>
                <a:gd name="connsiteX5" fmla="*/ 1177813 w 5083063"/>
                <a:gd name="connsiteY5" fmla="*/ 1223434 h 2322628"/>
                <a:gd name="connsiteX6" fmla="*/ 0 w 5083063"/>
                <a:gd name="connsiteY6" fmla="*/ 19050 h 2322628"/>
                <a:gd name="connsiteX0" fmla="*/ 0 w 5083063"/>
                <a:gd name="connsiteY0" fmla="*/ 0 h 2303578"/>
                <a:gd name="connsiteX1" fmla="*/ 3964513 w 5083063"/>
                <a:gd name="connsiteY1" fmla="*/ 0 h 2303578"/>
                <a:gd name="connsiteX2" fmla="*/ 5083063 w 5083063"/>
                <a:gd name="connsiteY2" fmla="*/ 1128184 h 2303578"/>
                <a:gd name="connsiteX3" fmla="*/ 3983563 w 5083063"/>
                <a:gd name="connsiteY3" fmla="*/ 2265478 h 2303578"/>
                <a:gd name="connsiteX4" fmla="*/ 0 w 5083063"/>
                <a:gd name="connsiteY4" fmla="*/ 2303578 h 2303578"/>
                <a:gd name="connsiteX5" fmla="*/ 1177813 w 5083063"/>
                <a:gd name="connsiteY5" fmla="*/ 1204384 h 2303578"/>
                <a:gd name="connsiteX6" fmla="*/ 0 w 5083063"/>
                <a:gd name="connsiteY6" fmla="*/ 0 h 2303578"/>
                <a:gd name="connsiteX0" fmla="*/ 0 w 5083063"/>
                <a:gd name="connsiteY0" fmla="*/ 0 h 2341678"/>
                <a:gd name="connsiteX1" fmla="*/ 3964513 w 5083063"/>
                <a:gd name="connsiteY1" fmla="*/ 0 h 2341678"/>
                <a:gd name="connsiteX2" fmla="*/ 5083063 w 5083063"/>
                <a:gd name="connsiteY2" fmla="*/ 1128184 h 2341678"/>
                <a:gd name="connsiteX3" fmla="*/ 3983563 w 5083063"/>
                <a:gd name="connsiteY3" fmla="*/ 2341678 h 2341678"/>
                <a:gd name="connsiteX4" fmla="*/ 0 w 5083063"/>
                <a:gd name="connsiteY4" fmla="*/ 2303578 h 2341678"/>
                <a:gd name="connsiteX5" fmla="*/ 1177813 w 5083063"/>
                <a:gd name="connsiteY5" fmla="*/ 1204384 h 2341678"/>
                <a:gd name="connsiteX6" fmla="*/ 0 w 5083063"/>
                <a:gd name="connsiteY6" fmla="*/ 0 h 234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83063" h="2341678">
                  <a:moveTo>
                    <a:pt x="0" y="0"/>
                  </a:moveTo>
                  <a:lnTo>
                    <a:pt x="3964513" y="0"/>
                  </a:lnTo>
                  <a:lnTo>
                    <a:pt x="5083063" y="1128184"/>
                  </a:lnTo>
                  <a:lnTo>
                    <a:pt x="3983563" y="2341678"/>
                  </a:lnTo>
                  <a:lnTo>
                    <a:pt x="0" y="2303578"/>
                  </a:lnTo>
                  <a:lnTo>
                    <a:pt x="1177813" y="1204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/>
            <p:cNvSpPr txBox="1"/>
            <p:nvPr/>
          </p:nvSpPr>
          <p:spPr>
            <a:xfrm rot="20469336">
              <a:off x="3157006" y="1319626"/>
              <a:ext cx="1227486" cy="708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听说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236888" y="1086645"/>
              <a:ext cx="1227486" cy="708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 rot="2116597">
              <a:off x="7266476" y="1309029"/>
              <a:ext cx="1227486" cy="708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信任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 rot="19295009">
              <a:off x="6762659" y="2745278"/>
              <a:ext cx="1227486" cy="708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成交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 rot="17392018">
              <a:off x="5764063" y="4253420"/>
              <a:ext cx="1227486" cy="708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655470" y="989117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dirty="0"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38519"/>
            <a:ext cx="12192000" cy="6486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2856000" y="248427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营销漏斗赚钱的秘密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椭圆 70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2" name="图示 71"/>
          <p:cNvGraphicFramePr/>
          <p:nvPr>
            <p:extLst>
              <p:ext uri="{D42A27DB-BD31-4B8C-83A1-F6EECF244321}">
                <p14:modId xmlns:p14="http://schemas.microsoft.com/office/powerpoint/2010/main" val="1571107572"/>
              </p:ext>
            </p:extLst>
          </p:nvPr>
        </p:nvGraphicFramePr>
        <p:xfrm>
          <a:off x="1064085" y="1620978"/>
          <a:ext cx="6693484" cy="44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170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6873" y="1363388"/>
            <a:ext cx="11965619" cy="4961150"/>
            <a:chOff x="2316000" y="282686"/>
            <a:chExt cx="15023628" cy="6210000"/>
          </a:xfrm>
        </p:grpSpPr>
        <p:sp>
          <p:nvSpPr>
            <p:cNvPr id="2" name="等腰三角形 1"/>
            <p:cNvSpPr/>
            <p:nvPr/>
          </p:nvSpPr>
          <p:spPr>
            <a:xfrm>
              <a:off x="2316000" y="282686"/>
              <a:ext cx="6885000" cy="6210000"/>
            </a:xfrm>
            <a:prstGeom prst="triangl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8655514" y="5454000"/>
              <a:ext cx="8684114" cy="0"/>
            </a:xfrm>
            <a:prstGeom prst="line">
              <a:avLst/>
            </a:prstGeom>
            <a:ln w="12700">
              <a:solidFill>
                <a:srgbClr val="41719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8034008" y="4419001"/>
              <a:ext cx="9305620" cy="0"/>
            </a:xfrm>
            <a:prstGeom prst="line">
              <a:avLst/>
            </a:prstGeom>
            <a:ln w="12700">
              <a:solidFill>
                <a:srgbClr val="41719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>
              <a:stCxn id="2" idx="5"/>
            </p:cNvCxnSpPr>
            <p:nvPr/>
          </p:nvCxnSpPr>
          <p:spPr>
            <a:xfrm>
              <a:off x="7479750" y="3387686"/>
              <a:ext cx="9859878" cy="24673"/>
            </a:xfrm>
            <a:prstGeom prst="line">
              <a:avLst/>
            </a:prstGeom>
            <a:ln w="12700">
              <a:solidFill>
                <a:srgbClr val="41719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90998" y="2214000"/>
              <a:ext cx="10548630" cy="0"/>
            </a:xfrm>
            <a:prstGeom prst="line">
              <a:avLst/>
            </a:prstGeom>
            <a:ln w="12700">
              <a:solidFill>
                <a:srgbClr val="41719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5969132" y="6492686"/>
              <a:ext cx="11370496" cy="0"/>
            </a:xfrm>
            <a:prstGeom prst="line">
              <a:avLst/>
            </a:prstGeom>
            <a:ln w="12700">
              <a:solidFill>
                <a:srgbClr val="41719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934589" y="5454000"/>
              <a:ext cx="5720925" cy="0"/>
            </a:xfrm>
            <a:prstGeom prst="line">
              <a:avLst/>
            </a:prstGeom>
            <a:ln w="76200">
              <a:solidFill>
                <a:srgbClr val="4171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3513970" y="4414934"/>
              <a:ext cx="4520039" cy="0"/>
            </a:xfrm>
            <a:prstGeom prst="line">
              <a:avLst/>
            </a:prstGeom>
            <a:ln w="76200">
              <a:solidFill>
                <a:srgbClr val="4171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2" idx="1"/>
              <a:endCxn id="2" idx="5"/>
            </p:cNvCxnSpPr>
            <p:nvPr/>
          </p:nvCxnSpPr>
          <p:spPr>
            <a:xfrm>
              <a:off x="4037250" y="3387686"/>
              <a:ext cx="3442500" cy="0"/>
            </a:xfrm>
            <a:prstGeom prst="line">
              <a:avLst/>
            </a:prstGeom>
            <a:ln w="76200">
              <a:solidFill>
                <a:srgbClr val="4171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4700480" y="2185309"/>
              <a:ext cx="2090518" cy="34243"/>
            </a:xfrm>
            <a:prstGeom prst="line">
              <a:avLst/>
            </a:prstGeom>
            <a:ln w="76200">
              <a:solidFill>
                <a:srgbClr val="4171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8112325" y="580392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内心激情是核心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68989" y="5685994"/>
            <a:ext cx="1696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p</a:t>
            </a:r>
            <a:r>
              <a:rPr lang="en-US" altLang="zh-CN" sz="3600" dirty="0" smtClean="0">
                <a:latin typeface="Impact" panose="020B0806030902050204" pitchFamily="34" charset="0"/>
              </a:rPr>
              <a:t>assion</a:t>
            </a:r>
            <a:endParaRPr lang="zh-CN" altLang="en-US" sz="3600" dirty="0">
              <a:latin typeface="Impact" panose="020B080603090205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90514" y="4873766"/>
            <a:ext cx="2074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p</a:t>
            </a:r>
            <a:r>
              <a:rPr lang="en-US" altLang="zh-CN" sz="3600" dirty="0" err="1">
                <a:latin typeface="Impact" panose="020B0806030902050204" pitchFamily="34" charset="0"/>
              </a:rPr>
              <a:t>asition</a:t>
            </a:r>
            <a:endParaRPr lang="zh-CN" altLang="en-US" sz="3600" dirty="0">
              <a:latin typeface="Impact" panose="020B080603090205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51313" y="4013913"/>
            <a:ext cx="175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p</a:t>
            </a:r>
            <a:r>
              <a:rPr lang="en-US" altLang="zh-CN" sz="3600" dirty="0">
                <a:latin typeface="Impact" panose="020B0806030902050204" pitchFamily="34" charset="0"/>
              </a:rPr>
              <a:t>yramid</a:t>
            </a:r>
            <a:endParaRPr lang="zh-CN" altLang="en-US" sz="3600" dirty="0">
              <a:latin typeface="Impact" panose="020B080603090205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64408" y="3201685"/>
            <a:ext cx="2161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p</a:t>
            </a:r>
            <a:r>
              <a:rPr lang="en-US" altLang="zh-CN" sz="3600" dirty="0">
                <a:latin typeface="Impact" panose="020B0806030902050204" pitchFamily="34" charset="0"/>
              </a:rPr>
              <a:t>romotion</a:t>
            </a:r>
            <a:endParaRPr lang="zh-CN" altLang="en-US" sz="3600" dirty="0">
              <a:latin typeface="Impact" panose="020B080603090205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91974" y="2261121"/>
            <a:ext cx="2468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417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p</a:t>
            </a:r>
            <a:r>
              <a:rPr lang="en-US" altLang="zh-CN" sz="3600" dirty="0">
                <a:latin typeface="Impact" panose="020B0806030902050204" pitchFamily="34" charset="0"/>
              </a:rPr>
              <a:t>ersistence</a:t>
            </a:r>
            <a:endParaRPr lang="zh-CN" altLang="en-US" sz="3600" dirty="0">
              <a:latin typeface="Impact" panose="020B080603090205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12325" y="497127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定位要小而明确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112325" y="415064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建立核心竞争力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20102" y="333002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学会营销自己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20102" y="238671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打死也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要坚持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56000" y="248427"/>
            <a:ext cx="48077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4400" b="1" dirty="0" smtClean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决胜职场的</a:t>
            </a:r>
            <a:r>
              <a:rPr lang="en-US" altLang="zh-CN" sz="4400" b="1" dirty="0" smtClean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5P</a:t>
            </a:r>
            <a:r>
              <a:rPr lang="zh-CN" altLang="en-US" sz="4400" b="1" dirty="0" smtClean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模型</a:t>
            </a:r>
            <a:endParaRPr lang="zh-CN" altLang="en-US" sz="4400" b="1" dirty="0">
              <a:ln>
                <a:solidFill>
                  <a:schemeClr val="bg1"/>
                </a:solidFill>
              </a:ln>
              <a:solidFill>
                <a:srgbClr val="41719C"/>
              </a:solidFill>
              <a:latin typeface="方正综艺简体" panose="02010601030101010101" pitchFamily="2" charset="-122"/>
              <a:ea typeface="方正综艺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椭圆 39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11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942796"/>
              </p:ext>
            </p:extLst>
          </p:nvPr>
        </p:nvGraphicFramePr>
        <p:xfrm>
          <a:off x="1595438" y="1314450"/>
          <a:ext cx="9376011" cy="43200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5206"/>
                <a:gridCol w="945206"/>
                <a:gridCol w="945206"/>
                <a:gridCol w="423712"/>
                <a:gridCol w="724296"/>
                <a:gridCol w="5392385"/>
              </a:tblGrid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</a:rPr>
                        <a:t>目</a:t>
                      </a:r>
                      <a:endParaRPr lang="zh-CN" altLang="en-US" sz="36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1.</a:t>
                      </a:r>
                      <a:endParaRPr lang="zh-CN" altLang="en-US" sz="3200" b="1" kern="1200" dirty="0" smtClean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3200" b="1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找到人生的“自动提款机”</a:t>
                      </a:r>
                      <a:endParaRPr lang="zh-CN" altLang="en-US" sz="3200" b="1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6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华康俪金黑W8" panose="020B0809000000000000" pitchFamily="49" charset="-122"/>
                          <a:ea typeface="华康俪金黑W8" panose="020B0809000000000000" pitchFamily="49" charset="-122"/>
                          <a:cs typeface="+mn-cs"/>
                        </a:rPr>
                        <a:t>录</a:t>
                      </a:r>
                      <a:endParaRPr lang="zh-CN" altLang="en-US" sz="36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2.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建立自己的“价值金字塔”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3.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产品化生存“你的标签是”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4.</a:t>
                      </a:r>
                      <a:endParaRPr lang="zh-CN" altLang="en-US" sz="32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对自己狠点“产品化管理”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9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华康俪金黑W8" panose="020B0809000000000000" pitchFamily="49" charset="-122"/>
                        <a:ea typeface="华康俪金黑W8" panose="020B0809000000000000" pitchFamily="49" charset="-122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7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200" b="1" kern="1200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Broadway" panose="04040905080B02020502" pitchFamily="82" charset="0"/>
                          <a:ea typeface="华康俪金黑W8" panose="020B0809000000000000" pitchFamily="49" charset="-122"/>
                          <a:cs typeface="+mn-cs"/>
                        </a:rPr>
                        <a:t>5.</a:t>
                      </a:r>
                      <a:endParaRPr lang="zh-CN" altLang="en-US" sz="3200" b="1" kern="1200" dirty="0">
                        <a:ln>
                          <a:solidFill>
                            <a:schemeClr val="bg1">
                              <a:lumMod val="65000"/>
                            </a:schemeClr>
                          </a:solidFill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Broadway" panose="04040905080B02020502" pitchFamily="82" charset="0"/>
                        <a:ea typeface="华康俪金黑W8" panose="020B0809000000000000" pitchFamily="49" charset="-122"/>
                        <a:cs typeface="+mn-cs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kern="1200" dirty="0" smtClean="0">
                          <a:ln>
                            <a:solidFill>
                              <a:schemeClr val="bg1">
                                <a:lumMod val="65000"/>
                              </a:schemeClr>
                            </a:solidFill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一切来得及“逆商”</a:t>
                      </a:r>
                    </a:p>
                  </a:txBody>
                  <a:tcPr marL="68580" marR="6858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8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57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7598668" y="2388202"/>
            <a:ext cx="4289420" cy="4327017"/>
            <a:chOff x="3798707" y="684000"/>
            <a:chExt cx="4295293" cy="4332941"/>
          </a:xfrm>
        </p:grpSpPr>
        <p:sp>
          <p:nvSpPr>
            <p:cNvPr id="4" name="等腰三角形 3"/>
            <p:cNvSpPr/>
            <p:nvPr/>
          </p:nvSpPr>
          <p:spPr>
            <a:xfrm rot="14361587">
              <a:off x="6150000" y="3057171"/>
              <a:ext cx="2088000" cy="1800000"/>
            </a:xfrm>
            <a:prstGeom prst="triangle">
              <a:avLst/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 rot="14361587">
              <a:off x="3654707" y="3072941"/>
              <a:ext cx="2088000" cy="1800000"/>
            </a:xfrm>
            <a:prstGeom prst="triangle">
              <a:avLst/>
            </a:prstGeom>
            <a:solidFill>
              <a:srgbClr val="41719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419301" y="684000"/>
              <a:ext cx="3528822" cy="3793511"/>
              <a:chOff x="4419301" y="684000"/>
              <a:chExt cx="3528822" cy="3793511"/>
            </a:xfrm>
          </p:grpSpPr>
          <p:sp>
            <p:nvSpPr>
              <p:cNvPr id="2" name="等腰三角形 1"/>
              <p:cNvSpPr/>
              <p:nvPr/>
            </p:nvSpPr>
            <p:spPr>
              <a:xfrm>
                <a:off x="5106000" y="684000"/>
                <a:ext cx="2088000" cy="1800000"/>
              </a:xfrm>
              <a:prstGeom prst="triangle">
                <a:avLst/>
              </a:prstGeom>
              <a:solidFill>
                <a:srgbClr val="41719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等腰三角形 2"/>
              <p:cNvSpPr/>
              <p:nvPr/>
            </p:nvSpPr>
            <p:spPr>
              <a:xfrm rot="10800000">
                <a:off x="5106000" y="2600249"/>
                <a:ext cx="2088000" cy="1800000"/>
              </a:xfrm>
              <a:prstGeom prst="triangle">
                <a:avLst/>
              </a:prstGeom>
              <a:solidFill>
                <a:srgbClr val="41719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720750" y="1356728"/>
                <a:ext cx="1005403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任务</a:t>
                </a:r>
                <a:endPara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T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419301" y="3305842"/>
                <a:ext cx="1006780" cy="1140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心智</a:t>
                </a:r>
                <a:endPara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T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941343" y="3337179"/>
                <a:ext cx="1006780" cy="1140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资源</a:t>
                </a:r>
                <a:endPara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R</a:t>
                </a:r>
                <a:endParaRPr lang="zh-CN" altLang="en-US" sz="3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608700" y="2664447"/>
                <a:ext cx="1005403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自我</a:t>
                </a:r>
                <a:endPara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管理</a:t>
                </a:r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2856000" y="248427"/>
            <a:ext cx="5384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自我管理的</a:t>
            </a:r>
            <a:r>
              <a:rPr lang="en-US" altLang="zh-CN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TRM</a:t>
            </a:r>
            <a:r>
              <a:rPr lang="zh-CN" altLang="en-US" sz="4400" dirty="0"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系统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598302" y="1971371"/>
            <a:ext cx="6705473" cy="1597483"/>
            <a:chOff x="1598302" y="1971371"/>
            <a:chExt cx="6705473" cy="1597483"/>
          </a:xfrm>
        </p:grpSpPr>
        <p:sp>
          <p:nvSpPr>
            <p:cNvPr id="19" name="文本框 18"/>
            <p:cNvSpPr txBox="1"/>
            <p:nvPr/>
          </p:nvSpPr>
          <p:spPr>
            <a:xfrm>
              <a:off x="2318482" y="2036127"/>
              <a:ext cx="5985293" cy="1532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 smtClean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代表分解结构（</a:t>
              </a:r>
              <a:r>
                <a:rPr lang="en-US" altLang="zh-CN" sz="2400" dirty="0" smtClean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WBS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工作（</a:t>
              </a:r>
              <a:r>
                <a:rPr lang="en-US" altLang="zh-CN" sz="2400" dirty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          分解（</a:t>
              </a:r>
              <a:r>
                <a:rPr lang="en-US" altLang="zh-CN" sz="2400" dirty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Breakdown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结构化（</a:t>
              </a:r>
              <a:r>
                <a:rPr lang="en-US" altLang="zh-CN" sz="2400" dirty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Structure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598302" y="1971371"/>
              <a:ext cx="631378" cy="631378"/>
              <a:chOff x="1326000" y="1690203"/>
              <a:chExt cx="631378" cy="631378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598302" y="3773212"/>
            <a:ext cx="4306770" cy="1052596"/>
            <a:chOff x="1598302" y="3568854"/>
            <a:chExt cx="4306770" cy="1052596"/>
          </a:xfrm>
        </p:grpSpPr>
        <p:sp>
          <p:nvSpPr>
            <p:cNvPr id="17" name="文本框 16"/>
            <p:cNvSpPr txBox="1"/>
            <p:nvPr/>
          </p:nvSpPr>
          <p:spPr>
            <a:xfrm>
              <a:off x="2334864" y="3568854"/>
              <a:ext cx="3570208" cy="105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代表资源（</a:t>
              </a:r>
              <a:r>
                <a:rPr lang="en-US" altLang="zh-CN" sz="2400" dirty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Resource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指的是时间、人力与资源</a:t>
              </a: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598302" y="3579977"/>
              <a:ext cx="631378" cy="631378"/>
              <a:chOff x="1326000" y="1690203"/>
              <a:chExt cx="631378" cy="63137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1598302" y="5146219"/>
            <a:ext cx="5800386" cy="1117781"/>
            <a:chOff x="1598302" y="4515394"/>
            <a:chExt cx="5800386" cy="1117781"/>
          </a:xfrm>
        </p:grpSpPr>
        <p:sp>
          <p:nvSpPr>
            <p:cNvPr id="20" name="文本框 19"/>
            <p:cNvSpPr txBox="1"/>
            <p:nvPr/>
          </p:nvSpPr>
          <p:spPr>
            <a:xfrm>
              <a:off x="2289597" y="4580579"/>
              <a:ext cx="5109091" cy="1052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>
                  <a:solidFill>
                    <a:srgbClr val="1A75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代表心智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2400" dirty="0">
                  <a:solidFill>
                    <a:srgbClr val="1A75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Mind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对自己够狠，成功人士第一心智要诀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598302" y="4515394"/>
              <a:ext cx="631378" cy="631378"/>
              <a:chOff x="1326000" y="1690203"/>
              <a:chExt cx="631378" cy="63137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1326000" y="1690203"/>
                <a:ext cx="631378" cy="631378"/>
              </a:xfrm>
              <a:prstGeom prst="ellipse">
                <a:avLst/>
              </a:prstGeom>
              <a:solidFill>
                <a:srgbClr val="1A75A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1376240" y="1690203"/>
                <a:ext cx="523220" cy="523220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543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709" y="2571724"/>
            <a:ext cx="6068291" cy="42772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56000" y="248427"/>
            <a:ext cx="58432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4400" b="1" dirty="0" smtClean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建立</a:t>
            </a:r>
            <a:r>
              <a:rPr lang="zh-CN" altLang="en-US" sz="4400" b="1" dirty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自己的价值金子塔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8758" y="2025450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懂得项目管理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更有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白领范儿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18758" y="2914295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做一个高效的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管理者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418758" y="3956300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让你的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注意力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集中的久些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18758" y="4878214"/>
            <a:ext cx="4881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整理术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摆脱凌乱的生活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1598302" y="1971371"/>
            <a:ext cx="631378" cy="631378"/>
            <a:chOff x="1326000" y="1690203"/>
            <a:chExt cx="631378" cy="631378"/>
          </a:xfrm>
        </p:grpSpPr>
        <p:sp>
          <p:nvSpPr>
            <p:cNvPr id="17" name="椭圆 16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98302" y="2906788"/>
            <a:ext cx="631378" cy="631378"/>
            <a:chOff x="1326000" y="1690203"/>
            <a:chExt cx="631378" cy="631378"/>
          </a:xfrm>
        </p:grpSpPr>
        <p:sp>
          <p:nvSpPr>
            <p:cNvPr id="20" name="椭圆 19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598302" y="3842205"/>
            <a:ext cx="631378" cy="631378"/>
            <a:chOff x="1326000" y="1690203"/>
            <a:chExt cx="631378" cy="631378"/>
          </a:xfrm>
        </p:grpSpPr>
        <p:sp>
          <p:nvSpPr>
            <p:cNvPr id="23" name="椭圆 22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598302" y="4777622"/>
            <a:ext cx="631378" cy="631378"/>
            <a:chOff x="1326000" y="1690203"/>
            <a:chExt cx="631378" cy="631378"/>
          </a:xfrm>
        </p:grpSpPr>
        <p:sp>
          <p:nvSpPr>
            <p:cNvPr id="26" name="椭圆 25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椭圆 28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7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03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09680" y="19916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学会与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烦恼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和平共处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9680" y="294506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好工作是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熬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出来的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09680" y="3898504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下来你会拥有更多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09680" y="485194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</a:t>
            </a:r>
            <a:r>
              <a:rPr lang="zh-CN" altLang="en-US" sz="2800" dirty="0">
                <a:solidFill>
                  <a:srgbClr val="1A75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人生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什么最重要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183" y="1827169"/>
            <a:ext cx="3651821" cy="399322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742486" y="274390"/>
            <a:ext cx="52629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400" b="1" dirty="0">
                <a:ln>
                  <a:solidFill>
                    <a:schemeClr val="bg1"/>
                  </a:solidFill>
                </a:ln>
                <a:solidFill>
                  <a:srgbClr val="41719C"/>
                </a:solidFill>
                <a:latin typeface="方正综艺简体" panose="02010601030101010101" pitchFamily="2" charset="-122"/>
                <a:ea typeface="方正综艺简体" panose="02010601030101010101" pitchFamily="2" charset="-122"/>
              </a:rPr>
              <a:t>一切来得及“逆商”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44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51000" y="1251286"/>
            <a:ext cx="0" cy="591271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1598302" y="1971371"/>
            <a:ext cx="631378" cy="631378"/>
            <a:chOff x="1326000" y="1690203"/>
            <a:chExt cx="631378" cy="631378"/>
          </a:xfrm>
        </p:grpSpPr>
        <p:sp>
          <p:nvSpPr>
            <p:cNvPr id="18" name="椭圆 17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598302" y="2906788"/>
            <a:ext cx="631378" cy="631378"/>
            <a:chOff x="1326000" y="1690203"/>
            <a:chExt cx="631378" cy="631378"/>
          </a:xfrm>
        </p:grpSpPr>
        <p:sp>
          <p:nvSpPr>
            <p:cNvPr id="22" name="椭圆 21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598302" y="3842205"/>
            <a:ext cx="631378" cy="631378"/>
            <a:chOff x="1326000" y="1690203"/>
            <a:chExt cx="631378" cy="631378"/>
          </a:xfrm>
        </p:grpSpPr>
        <p:sp>
          <p:nvSpPr>
            <p:cNvPr id="25" name="椭圆 24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598302" y="4777622"/>
            <a:ext cx="631378" cy="631378"/>
            <a:chOff x="1326000" y="1690203"/>
            <a:chExt cx="631378" cy="631378"/>
          </a:xfrm>
        </p:grpSpPr>
        <p:sp>
          <p:nvSpPr>
            <p:cNvPr id="28" name="椭圆 27"/>
            <p:cNvSpPr/>
            <p:nvPr/>
          </p:nvSpPr>
          <p:spPr>
            <a:xfrm>
              <a:off x="1326000" y="1690203"/>
              <a:ext cx="631378" cy="631378"/>
            </a:xfrm>
            <a:prstGeom prst="ellipse">
              <a:avLst/>
            </a:prstGeom>
            <a:solidFill>
              <a:srgbClr val="1A75A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76240" y="1690203"/>
              <a:ext cx="523220" cy="52322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1397498" y="138187"/>
            <a:ext cx="1119760" cy="1119760"/>
          </a:xfrm>
          <a:prstGeom prst="ellipse">
            <a:avLst/>
          </a:prstGeom>
          <a:solidFill>
            <a:srgbClr val="1A75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椭圆 30"/>
          <p:cNvSpPr/>
          <p:nvPr/>
        </p:nvSpPr>
        <p:spPr>
          <a:xfrm>
            <a:off x="1508756" y="151622"/>
            <a:ext cx="897244" cy="897244"/>
          </a:xfrm>
          <a:prstGeom prst="ellipse">
            <a:avLst/>
          </a:prstGeom>
          <a:noFill/>
          <a:ln w="38100">
            <a:solidFill>
              <a:schemeClr val="bg1"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622726" y="198820"/>
            <a:ext cx="631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 smtClean="0">
                <a:solidFill>
                  <a:schemeClr val="bg1"/>
                </a:solidFill>
                <a:latin typeface="Broadway" panose="04040905080B02020502" pitchFamily="82" charset="0"/>
              </a:rPr>
              <a:t>5</a:t>
            </a:r>
            <a:endParaRPr lang="zh-CN" altLang="en-US" sz="54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5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43606" y="2619749"/>
            <a:ext cx="2496277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67" dirty="0">
                <a:solidFill>
                  <a:srgbClr val="1A75A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谢谢观赏</a:t>
            </a:r>
          </a:p>
        </p:txBody>
      </p:sp>
      <p:sp>
        <p:nvSpPr>
          <p:cNvPr id="11" name="矩形 10"/>
          <p:cNvSpPr/>
          <p:nvPr/>
        </p:nvSpPr>
        <p:spPr>
          <a:xfrm>
            <a:off x="2735627" y="3561741"/>
            <a:ext cx="3648405" cy="697627"/>
          </a:xfrm>
          <a:prstGeom prst="rect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6805" y="3595470"/>
            <a:ext cx="363722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3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设计：</a:t>
            </a:r>
            <a:r>
              <a:rPr lang="en-US" altLang="zh-CN" sz="3733" dirty="0" smtClean="0">
                <a:solidFill>
                  <a:schemeClr val="bg1"/>
                </a:solidFill>
                <a:ea typeface="华康俪金黑W8" panose="020B0809000000000000" pitchFamily="49" charset="-122"/>
              </a:rPr>
              <a:t>@</a:t>
            </a:r>
            <a:r>
              <a:rPr lang="zh-CN" altLang="en-US" sz="3733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晓</a:t>
            </a:r>
            <a:r>
              <a:rPr lang="en-US" altLang="zh-CN" sz="3733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Can</a:t>
            </a:r>
            <a:endParaRPr lang="zh-CN" altLang="en-US" sz="3733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20915" y="2660915"/>
            <a:ext cx="5571084" cy="1598453"/>
          </a:xfrm>
          <a:prstGeom prst="rect">
            <a:avLst/>
          </a:prstGeom>
          <a:solidFill>
            <a:srgbClr val="1A7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0352" y="2701951"/>
            <a:ext cx="5531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3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爱</a:t>
            </a:r>
            <a:r>
              <a:rPr lang="en-US" altLang="zh-CN" sz="4400" b="1" dirty="0">
                <a:solidFill>
                  <a:schemeClr val="bg1"/>
                </a:solidFill>
                <a:ea typeface="华康俪金黑W8" panose="020B0809000000000000" pitchFamily="49" charset="-122"/>
              </a:rPr>
              <a:t>PPT</a:t>
            </a:r>
            <a:r>
              <a:rPr lang="en-US" altLang="zh-CN" sz="3733" b="1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zh-CN" altLang="en-US" sz="3733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爱摄影 爱动手</a:t>
            </a:r>
            <a:endParaRPr lang="zh-CN" altLang="en-US" sz="3733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60352" y="3561742"/>
            <a:ext cx="553164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3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擅思考  我</a:t>
            </a:r>
            <a:r>
              <a:rPr lang="zh-CN" altLang="en-US" sz="3733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为自己代盐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00" y="2205935"/>
            <a:ext cx="1249066" cy="124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4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0" y="235173"/>
            <a:ext cx="12199958" cy="6296012"/>
          </a:xfrm>
          <a:prstGeom prst="rect">
            <a:avLst/>
          </a:prstGeom>
          <a:solidFill>
            <a:srgbClr val="1A75AE"/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675" y="32773"/>
            <a:ext cx="12201434" cy="255078"/>
          </a:xfrm>
          <a:prstGeom prst="rect">
            <a:avLst/>
          </a:prstGeom>
          <a:solidFill>
            <a:srgbClr val="A7B3B3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635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35" name="矩形 34"/>
          <p:cNvSpPr/>
          <p:nvPr/>
        </p:nvSpPr>
        <p:spPr>
          <a:xfrm>
            <a:off x="4675" y="6531185"/>
            <a:ext cx="12192000" cy="253938"/>
          </a:xfrm>
          <a:prstGeom prst="rect">
            <a:avLst/>
          </a:prstGeom>
          <a:solidFill>
            <a:srgbClr val="A7B3B3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36" name="矩形 35"/>
          <p:cNvSpPr/>
          <p:nvPr/>
        </p:nvSpPr>
        <p:spPr>
          <a:xfrm>
            <a:off x="2294965" y="1565593"/>
            <a:ext cx="7602070" cy="4965592"/>
          </a:xfrm>
          <a:prstGeom prst="rect">
            <a:avLst/>
          </a:prstGeom>
          <a:solidFill>
            <a:schemeClr val="bg2">
              <a:lumMod val="7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801157" y="729000"/>
            <a:ext cx="6414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感谢</a:t>
            </a:r>
            <a:r>
              <a:rPr lang="en-US" altLang="zh-CN" sz="40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@</a:t>
            </a:r>
            <a:r>
              <a:rPr lang="zh-CN" altLang="en-US" sz="40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老可的赠书</a:t>
            </a:r>
            <a:endParaRPr lang="zh-CN" altLang="en-US" sz="40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26324" y="2497770"/>
            <a:ext cx="6414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原微软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MSN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高级经理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26324" y="3092128"/>
            <a:ext cx="6414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北京优可为管理咨询有限公司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CEO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826324" y="3686486"/>
            <a:ext cx="670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与朋友创办求职辅导电商平台简历邦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826324" y="4280844"/>
            <a:ext cx="670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倡导“可为精神”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506" y="758525"/>
            <a:ext cx="1729281" cy="1729281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3" name="文本框 42"/>
          <p:cNvSpPr txBox="1"/>
          <p:nvPr/>
        </p:nvSpPr>
        <p:spPr>
          <a:xfrm>
            <a:off x="3884594" y="1674000"/>
            <a:ext cx="641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老可</a:t>
            </a:r>
            <a:r>
              <a:rPr lang="en-US" altLang="zh-CN" sz="3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原名可会明</a:t>
            </a:r>
            <a:endParaRPr lang="zh-CN" altLang="en-US" sz="24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3938866" y="2409175"/>
            <a:ext cx="49378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3826324" y="4796072"/>
            <a:ext cx="6707450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毕业之际收到老可的职场书甚感欣慰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内容以真实案例呈现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对新人的职场定位和价值体系起很大作用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88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" y="1612958"/>
            <a:ext cx="6030000" cy="34227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16" y="1612958"/>
            <a:ext cx="6084884" cy="34227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文本框 31"/>
          <p:cNvSpPr txBox="1"/>
          <p:nvPr/>
        </p:nvSpPr>
        <p:spPr>
          <a:xfrm rot="20816979">
            <a:off x="2173015" y="5044275"/>
            <a:ext cx="3877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 rot="20531164">
            <a:off x="8149510" y="4906282"/>
            <a:ext cx="3877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295120" y="536175"/>
            <a:ext cx="7601761" cy="769441"/>
            <a:chOff x="2207341" y="536175"/>
            <a:chExt cx="7601761" cy="769441"/>
          </a:xfrm>
        </p:grpSpPr>
        <p:sp>
          <p:nvSpPr>
            <p:cNvPr id="5" name="文本框 4"/>
            <p:cNvSpPr txBox="1"/>
            <p:nvPr/>
          </p:nvSpPr>
          <p:spPr>
            <a:xfrm>
              <a:off x="2207341" y="536175"/>
              <a:ext cx="7601761" cy="769441"/>
            </a:xfrm>
            <a:prstGeom prst="rect">
              <a:avLst/>
            </a:prstGeom>
            <a:solidFill>
              <a:srgbClr val="1A75AE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4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</a:t>
              </a:r>
              <a:r>
                <a:rPr lang="en-US" altLang="zh-CN" sz="4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sz="4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小巴    </a:t>
              </a:r>
              <a:r>
                <a:rPr lang="en-US" altLang="zh-CN" sz="4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1990  </a:t>
              </a:r>
              <a:r>
                <a:rPr lang="zh-CN" altLang="en-US" sz="4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耐心指导</a:t>
              </a:r>
              <a:endPara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196000" y="1089000"/>
              <a:ext cx="495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521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280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暑假读书笔记</a:t>
            </a:r>
            <a:r>
              <a:rPr lang="en-US" altLang="zh-CN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</a:t>
            </a: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56280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1189</Words>
  <Application>Microsoft Office PowerPoint</Application>
  <PresentationFormat>宽屏</PresentationFormat>
  <Paragraphs>288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方正清刻本悦宋简体</vt:lpstr>
      <vt:lpstr>方正正黑简体</vt:lpstr>
      <vt:lpstr>方正正中黑简体</vt:lpstr>
      <vt:lpstr>方正综艺简体</vt:lpstr>
      <vt:lpstr>华康俪金黑W8</vt:lpstr>
      <vt:lpstr>宋体</vt:lpstr>
      <vt:lpstr>微软雅黑</vt:lpstr>
      <vt:lpstr>Arial</vt:lpstr>
      <vt:lpstr>Broadway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Think</cp:lastModifiedBy>
  <cp:revision>212</cp:revision>
  <dcterms:created xsi:type="dcterms:W3CDTF">2014-07-09T07:03:46Z</dcterms:created>
  <dcterms:modified xsi:type="dcterms:W3CDTF">2014-09-01T15:14:55Z</dcterms:modified>
</cp:coreProperties>
</file>