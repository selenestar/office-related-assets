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7" r:id="rId7"/>
    <p:sldId id="273" r:id="rId8"/>
    <p:sldId id="275" r:id="rId9"/>
    <p:sldId id="276" r:id="rId10"/>
    <p:sldId id="271" r:id="rId11"/>
    <p:sldId id="277" r:id="rId12"/>
    <p:sldId id="278" r:id="rId13"/>
    <p:sldId id="263" r:id="rId14"/>
    <p:sldId id="279" r:id="rId15"/>
    <p:sldId id="28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304D"/>
    <a:srgbClr val="FFFFE7"/>
    <a:srgbClr val="A1A19F"/>
    <a:srgbClr val="A2DAF5"/>
    <a:srgbClr val="00A8FE"/>
    <a:srgbClr val="9CD3F1"/>
    <a:srgbClr val="409DD8"/>
    <a:srgbClr val="FFF9E7"/>
    <a:srgbClr val="F1F1F0"/>
    <a:srgbClr val="DF5C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0" d="100"/>
          <a:sy n="70" d="100"/>
        </p:scale>
        <p:origin x="7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4" d="100"/>
          <a:sy n="54" d="100"/>
        </p:scale>
        <p:origin x="196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1ACF90-F944-4E9A-81F3-31CFF8F32B4D}" type="datetimeFigureOut">
              <a:rPr lang="zh-CN" altLang="en-US" smtClean="0"/>
              <a:t>2014/5/19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F37FEE-D404-44B9-B278-8E11E13E94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826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CA42D-FCF9-4971-9942-333C50ABEC82}" type="datetimeFigureOut">
              <a:rPr lang="zh-CN" altLang="en-US" smtClean="0"/>
              <a:t>2014/5/19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075D5-6BDA-46CE-8385-2DCE78E9EB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9501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CA42D-FCF9-4971-9942-333C50ABEC82}" type="datetimeFigureOut">
              <a:rPr lang="zh-CN" altLang="en-US" smtClean="0"/>
              <a:t>2014/5/19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075D5-6BDA-46CE-8385-2DCE78E9EB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7497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CA42D-FCF9-4971-9942-333C50ABEC82}" type="datetimeFigureOut">
              <a:rPr lang="zh-CN" altLang="en-US" smtClean="0"/>
              <a:t>2014/5/19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075D5-6BDA-46CE-8385-2DCE78E9EB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581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CA42D-FCF9-4971-9942-333C50ABEC82}" type="datetimeFigureOut">
              <a:rPr lang="zh-CN" altLang="en-US" smtClean="0"/>
              <a:t>2014/5/19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075D5-6BDA-46CE-8385-2DCE78E9EB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061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CA42D-FCF9-4971-9942-333C50ABEC82}" type="datetimeFigureOut">
              <a:rPr lang="zh-CN" altLang="en-US" smtClean="0"/>
              <a:t>2014/5/19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075D5-6BDA-46CE-8385-2DCE78E9EB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13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CA42D-FCF9-4971-9942-333C50ABEC82}" type="datetimeFigureOut">
              <a:rPr lang="zh-CN" altLang="en-US" smtClean="0"/>
              <a:t>2014/5/19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075D5-6BDA-46CE-8385-2DCE78E9EB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774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CA42D-FCF9-4971-9942-333C50ABEC82}" type="datetimeFigureOut">
              <a:rPr lang="zh-CN" altLang="en-US" smtClean="0"/>
              <a:t>2014/5/19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075D5-6BDA-46CE-8385-2DCE78E9EB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576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CA42D-FCF9-4971-9942-333C50ABEC82}" type="datetimeFigureOut">
              <a:rPr lang="zh-CN" altLang="en-US" smtClean="0"/>
              <a:t>2014/5/19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075D5-6BDA-46CE-8385-2DCE78E9EB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24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CA42D-FCF9-4971-9942-333C50ABEC82}" type="datetimeFigureOut">
              <a:rPr lang="zh-CN" altLang="en-US" smtClean="0"/>
              <a:t>2014/5/19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075D5-6BDA-46CE-8385-2DCE78E9EB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19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CA42D-FCF9-4971-9942-333C50ABEC82}" type="datetimeFigureOut">
              <a:rPr lang="zh-CN" altLang="en-US" smtClean="0"/>
              <a:t>2014/5/19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075D5-6BDA-46CE-8385-2DCE78E9EB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319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CA42D-FCF9-4971-9942-333C50ABEC82}" type="datetimeFigureOut">
              <a:rPr lang="zh-CN" altLang="en-US" smtClean="0"/>
              <a:t>2014/5/19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075D5-6BDA-46CE-8385-2DCE78E9EB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184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84C2EC-F852-470A-A9DD-86F0A59AC289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7921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BA8B93-8351-4898-BB24-564053CE2302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2915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B5B81E-7CF0-4F5B-9FF8-B9F51549063A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197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ED4D57-6B8A-480D-AA65-EF318E8BA923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11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2F1E0D-3DB7-4B98-B5A2-0BD6175C0CFB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8157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7E9454-2E4F-4179-AC26-B45346A8E5E6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113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AA2A7E-54E6-4B9A-B9F2-26045CE35D3E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5024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CF94B2-F66F-4EE6-B1E1-D241C68DB758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6665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BB78EF-B977-4F0E-A8A5-6144ED398882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41780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8183D7-0B93-4594-ACC5-74436FEF7CD1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0720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8372D8-672D-457D-A7E8-104FA1A9EB76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31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CA42D-FCF9-4971-9942-333C50ABEC82}" type="datetimeFigureOut">
              <a:rPr lang="zh-CN" altLang="en-US" smtClean="0"/>
              <a:t>2014/5/19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075D5-6BDA-46CE-8385-2DCE78E9EB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682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B7F8D54-5516-4B2E-AB95-6F67C90F4696}" type="slidenum">
              <a:rPr lang="zh-CN" altLang="zh-CN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861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3602038"/>
          </a:xfrm>
          <a:prstGeom prst="rect">
            <a:avLst/>
          </a:prstGeom>
          <a:solidFill>
            <a:srgbClr val="9CD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320413" y="1369717"/>
            <a:ext cx="85377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 smtClean="0">
                <a:latin typeface="方正喵呜体" panose="02010600010101010101" pitchFamily="2" charset="-122"/>
                <a:ea typeface="方正喵呜体" panose="02010600010101010101" pitchFamily="2" charset="-122"/>
              </a:rPr>
              <a:t>你要去相信，</a:t>
            </a:r>
            <a:endParaRPr lang="en-US" altLang="zh-CN" sz="7200" dirty="0" smtClean="0">
              <a:latin typeface="方正喵呜体" panose="02010600010101010101" pitchFamily="2" charset="-122"/>
              <a:ea typeface="方正喵呜体" panose="02010600010101010101" pitchFamily="2" charset="-122"/>
            </a:endParaRPr>
          </a:p>
          <a:p>
            <a:r>
              <a:rPr lang="zh-CN" altLang="en-US" sz="7200" dirty="0" smtClean="0">
                <a:latin typeface="方正喵呜体" panose="02010600010101010101" pitchFamily="2" charset="-122"/>
                <a:ea typeface="方正喵呜体" panose="02010600010101010101" pitchFamily="2" charset="-122"/>
              </a:rPr>
              <a:t>没有到不了的明天</a:t>
            </a:r>
            <a:endParaRPr lang="zh-CN" altLang="en-US" sz="7200" dirty="0"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5599572" y="778955"/>
            <a:ext cx="1670539" cy="1294263"/>
            <a:chOff x="3724741" y="3865418"/>
            <a:chExt cx="2669315" cy="2008648"/>
          </a:xfrm>
        </p:grpSpPr>
        <p:sp>
          <p:nvSpPr>
            <p:cNvPr id="15" name="任意多边形 14"/>
            <p:cNvSpPr/>
            <p:nvPr/>
          </p:nvSpPr>
          <p:spPr>
            <a:xfrm>
              <a:off x="4484483" y="3877901"/>
              <a:ext cx="313854" cy="407406"/>
            </a:xfrm>
            <a:custGeom>
              <a:avLst/>
              <a:gdLst>
                <a:gd name="connsiteX0" fmla="*/ 313854 w 313854"/>
                <a:gd name="connsiteY0" fmla="*/ 0 h 407406"/>
                <a:gd name="connsiteX1" fmla="*/ 298765 w 313854"/>
                <a:gd name="connsiteY1" fmla="*/ 12071 h 407406"/>
                <a:gd name="connsiteX2" fmla="*/ 280658 w 313854"/>
                <a:gd name="connsiteY2" fmla="*/ 39232 h 407406"/>
                <a:gd name="connsiteX3" fmla="*/ 274622 w 313854"/>
                <a:gd name="connsiteY3" fmla="*/ 48285 h 407406"/>
                <a:gd name="connsiteX4" fmla="*/ 265568 w 313854"/>
                <a:gd name="connsiteY4" fmla="*/ 54321 h 407406"/>
                <a:gd name="connsiteX5" fmla="*/ 259533 w 313854"/>
                <a:gd name="connsiteY5" fmla="*/ 63374 h 407406"/>
                <a:gd name="connsiteX6" fmla="*/ 238408 w 313854"/>
                <a:gd name="connsiteY6" fmla="*/ 81481 h 407406"/>
                <a:gd name="connsiteX7" fmla="*/ 217283 w 313854"/>
                <a:gd name="connsiteY7" fmla="*/ 102606 h 407406"/>
                <a:gd name="connsiteX8" fmla="*/ 202194 w 313854"/>
                <a:gd name="connsiteY8" fmla="*/ 120713 h 407406"/>
                <a:gd name="connsiteX9" fmla="*/ 187105 w 313854"/>
                <a:gd name="connsiteY9" fmla="*/ 135802 h 407406"/>
                <a:gd name="connsiteX10" fmla="*/ 181069 w 313854"/>
                <a:gd name="connsiteY10" fmla="*/ 153909 h 407406"/>
                <a:gd name="connsiteX11" fmla="*/ 150891 w 313854"/>
                <a:gd name="connsiteY11" fmla="*/ 199176 h 407406"/>
                <a:gd name="connsiteX12" fmla="*/ 144856 w 313854"/>
                <a:gd name="connsiteY12" fmla="*/ 208230 h 407406"/>
                <a:gd name="connsiteX13" fmla="*/ 141838 w 313854"/>
                <a:gd name="connsiteY13" fmla="*/ 217283 h 407406"/>
                <a:gd name="connsiteX14" fmla="*/ 120713 w 313854"/>
                <a:gd name="connsiteY14" fmla="*/ 244444 h 407406"/>
                <a:gd name="connsiteX15" fmla="*/ 102606 w 313854"/>
                <a:gd name="connsiteY15" fmla="*/ 271604 h 407406"/>
                <a:gd name="connsiteX16" fmla="*/ 96570 w 313854"/>
                <a:gd name="connsiteY16" fmla="*/ 280657 h 407406"/>
                <a:gd name="connsiteX17" fmla="*/ 87517 w 313854"/>
                <a:gd name="connsiteY17" fmla="*/ 289711 h 407406"/>
                <a:gd name="connsiteX18" fmla="*/ 66392 w 313854"/>
                <a:gd name="connsiteY18" fmla="*/ 313853 h 407406"/>
                <a:gd name="connsiteX19" fmla="*/ 57339 w 313854"/>
                <a:gd name="connsiteY19" fmla="*/ 331960 h 407406"/>
                <a:gd name="connsiteX20" fmla="*/ 48285 w 313854"/>
                <a:gd name="connsiteY20" fmla="*/ 341014 h 407406"/>
                <a:gd name="connsiteX21" fmla="*/ 33196 w 313854"/>
                <a:gd name="connsiteY21" fmla="*/ 356103 h 407406"/>
                <a:gd name="connsiteX22" fmla="*/ 30178 w 313854"/>
                <a:gd name="connsiteY22" fmla="*/ 365156 h 407406"/>
                <a:gd name="connsiteX23" fmla="*/ 15089 w 313854"/>
                <a:gd name="connsiteY23" fmla="*/ 377228 h 407406"/>
                <a:gd name="connsiteX24" fmla="*/ 12071 w 313854"/>
                <a:gd name="connsiteY24" fmla="*/ 386281 h 407406"/>
                <a:gd name="connsiteX25" fmla="*/ 6036 w 313854"/>
                <a:gd name="connsiteY25" fmla="*/ 395335 h 407406"/>
                <a:gd name="connsiteX26" fmla="*/ 0 w 313854"/>
                <a:gd name="connsiteY26" fmla="*/ 407406 h 407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13854" h="407406">
                  <a:moveTo>
                    <a:pt x="313854" y="0"/>
                  </a:moveTo>
                  <a:cubicBezTo>
                    <a:pt x="308824" y="4024"/>
                    <a:pt x="303074" y="7283"/>
                    <a:pt x="298765" y="12071"/>
                  </a:cubicBezTo>
                  <a:cubicBezTo>
                    <a:pt x="298750" y="12088"/>
                    <a:pt x="283682" y="34696"/>
                    <a:pt x="280658" y="39232"/>
                  </a:cubicBezTo>
                  <a:cubicBezTo>
                    <a:pt x="278646" y="42250"/>
                    <a:pt x="277640" y="46273"/>
                    <a:pt x="274622" y="48285"/>
                  </a:cubicBezTo>
                  <a:lnTo>
                    <a:pt x="265568" y="54321"/>
                  </a:lnTo>
                  <a:cubicBezTo>
                    <a:pt x="263556" y="57339"/>
                    <a:pt x="262097" y="60809"/>
                    <a:pt x="259533" y="63374"/>
                  </a:cubicBezTo>
                  <a:cubicBezTo>
                    <a:pt x="245365" y="77543"/>
                    <a:pt x="249901" y="66705"/>
                    <a:pt x="238408" y="81481"/>
                  </a:cubicBezTo>
                  <a:cubicBezTo>
                    <a:pt x="221458" y="103273"/>
                    <a:pt x="234584" y="96839"/>
                    <a:pt x="217283" y="102606"/>
                  </a:cubicBezTo>
                  <a:cubicBezTo>
                    <a:pt x="202300" y="125082"/>
                    <a:pt x="221557" y="97477"/>
                    <a:pt x="202194" y="120713"/>
                  </a:cubicBezTo>
                  <a:cubicBezTo>
                    <a:pt x="189620" y="135802"/>
                    <a:pt x="203705" y="124736"/>
                    <a:pt x="187105" y="135802"/>
                  </a:cubicBezTo>
                  <a:cubicBezTo>
                    <a:pt x="185093" y="141838"/>
                    <a:pt x="184598" y="148615"/>
                    <a:pt x="181069" y="153909"/>
                  </a:cubicBezTo>
                  <a:lnTo>
                    <a:pt x="150891" y="199176"/>
                  </a:lnTo>
                  <a:cubicBezTo>
                    <a:pt x="148879" y="202194"/>
                    <a:pt x="146003" y="204789"/>
                    <a:pt x="144856" y="208230"/>
                  </a:cubicBezTo>
                  <a:cubicBezTo>
                    <a:pt x="143850" y="211248"/>
                    <a:pt x="143383" y="214502"/>
                    <a:pt x="141838" y="217283"/>
                  </a:cubicBezTo>
                  <a:cubicBezTo>
                    <a:pt x="122430" y="252217"/>
                    <a:pt x="137820" y="222450"/>
                    <a:pt x="120713" y="244444"/>
                  </a:cubicBezTo>
                  <a:cubicBezTo>
                    <a:pt x="120708" y="244451"/>
                    <a:pt x="105626" y="267074"/>
                    <a:pt x="102606" y="271604"/>
                  </a:cubicBezTo>
                  <a:cubicBezTo>
                    <a:pt x="100594" y="274622"/>
                    <a:pt x="99134" y="278092"/>
                    <a:pt x="96570" y="280657"/>
                  </a:cubicBezTo>
                  <a:cubicBezTo>
                    <a:pt x="93552" y="283675"/>
                    <a:pt x="90137" y="286342"/>
                    <a:pt x="87517" y="289711"/>
                  </a:cubicBezTo>
                  <a:cubicBezTo>
                    <a:pt x="68562" y="314084"/>
                    <a:pt x="83918" y="302171"/>
                    <a:pt x="66392" y="313853"/>
                  </a:cubicBezTo>
                  <a:cubicBezTo>
                    <a:pt x="63368" y="322926"/>
                    <a:pt x="63838" y="324161"/>
                    <a:pt x="57339" y="331960"/>
                  </a:cubicBezTo>
                  <a:cubicBezTo>
                    <a:pt x="54607" y="335239"/>
                    <a:pt x="51017" y="337735"/>
                    <a:pt x="48285" y="341014"/>
                  </a:cubicBezTo>
                  <a:cubicBezTo>
                    <a:pt x="35711" y="356103"/>
                    <a:pt x="49796" y="345037"/>
                    <a:pt x="33196" y="356103"/>
                  </a:cubicBezTo>
                  <a:cubicBezTo>
                    <a:pt x="32190" y="359121"/>
                    <a:pt x="32427" y="362907"/>
                    <a:pt x="30178" y="365156"/>
                  </a:cubicBezTo>
                  <a:cubicBezTo>
                    <a:pt x="12774" y="382560"/>
                    <a:pt x="28488" y="350431"/>
                    <a:pt x="15089" y="377228"/>
                  </a:cubicBezTo>
                  <a:cubicBezTo>
                    <a:pt x="13666" y="380073"/>
                    <a:pt x="13493" y="383436"/>
                    <a:pt x="12071" y="386281"/>
                  </a:cubicBezTo>
                  <a:cubicBezTo>
                    <a:pt x="10449" y="389525"/>
                    <a:pt x="7658" y="392091"/>
                    <a:pt x="6036" y="395335"/>
                  </a:cubicBezTo>
                  <a:cubicBezTo>
                    <a:pt x="-898" y="409204"/>
                    <a:pt x="6817" y="400589"/>
                    <a:pt x="0" y="407406"/>
                  </a:cubicBezTo>
                </a:path>
              </a:pathLst>
            </a:custGeom>
            <a:noFill/>
            <a:ln w="57150" cap="rnd">
              <a:solidFill>
                <a:srgbClr val="DF5C7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5"/>
            <p:cNvSpPr/>
            <p:nvPr/>
          </p:nvSpPr>
          <p:spPr>
            <a:xfrm>
              <a:off x="4864180" y="3892990"/>
              <a:ext cx="471329" cy="538160"/>
            </a:xfrm>
            <a:custGeom>
              <a:avLst/>
              <a:gdLst>
                <a:gd name="connsiteX0" fmla="*/ 443663 w 443663"/>
                <a:gd name="connsiteY0" fmla="*/ 0 h 549244"/>
                <a:gd name="connsiteX1" fmla="*/ 428574 w 443663"/>
                <a:gd name="connsiteY1" fmla="*/ 6036 h 549244"/>
                <a:gd name="connsiteX2" fmla="*/ 410467 w 443663"/>
                <a:gd name="connsiteY2" fmla="*/ 18107 h 549244"/>
                <a:gd name="connsiteX3" fmla="*/ 389342 w 443663"/>
                <a:gd name="connsiteY3" fmla="*/ 27160 h 549244"/>
                <a:gd name="connsiteX4" fmla="*/ 371235 w 443663"/>
                <a:gd name="connsiteY4" fmla="*/ 33196 h 549244"/>
                <a:gd name="connsiteX5" fmla="*/ 362182 w 443663"/>
                <a:gd name="connsiteY5" fmla="*/ 36214 h 549244"/>
                <a:gd name="connsiteX6" fmla="*/ 353128 w 443663"/>
                <a:gd name="connsiteY6" fmla="*/ 42250 h 549244"/>
                <a:gd name="connsiteX7" fmla="*/ 335021 w 443663"/>
                <a:gd name="connsiteY7" fmla="*/ 54321 h 549244"/>
                <a:gd name="connsiteX8" fmla="*/ 316914 w 443663"/>
                <a:gd name="connsiteY8" fmla="*/ 72428 h 549244"/>
                <a:gd name="connsiteX9" fmla="*/ 307861 w 443663"/>
                <a:gd name="connsiteY9" fmla="*/ 81481 h 549244"/>
                <a:gd name="connsiteX10" fmla="*/ 289754 w 443663"/>
                <a:gd name="connsiteY10" fmla="*/ 96570 h 549244"/>
                <a:gd name="connsiteX11" fmla="*/ 283718 w 443663"/>
                <a:gd name="connsiteY11" fmla="*/ 105624 h 549244"/>
                <a:gd name="connsiteX12" fmla="*/ 265611 w 443663"/>
                <a:gd name="connsiteY12" fmla="*/ 123731 h 549244"/>
                <a:gd name="connsiteX13" fmla="*/ 259576 w 443663"/>
                <a:gd name="connsiteY13" fmla="*/ 132784 h 549244"/>
                <a:gd name="connsiteX14" fmla="*/ 250522 w 443663"/>
                <a:gd name="connsiteY14" fmla="*/ 135802 h 549244"/>
                <a:gd name="connsiteX15" fmla="*/ 244487 w 443663"/>
                <a:gd name="connsiteY15" fmla="*/ 144856 h 549244"/>
                <a:gd name="connsiteX16" fmla="*/ 226380 w 443663"/>
                <a:gd name="connsiteY16" fmla="*/ 159945 h 549244"/>
                <a:gd name="connsiteX17" fmla="*/ 217326 w 443663"/>
                <a:gd name="connsiteY17" fmla="*/ 178052 h 549244"/>
                <a:gd name="connsiteX18" fmla="*/ 208273 w 443663"/>
                <a:gd name="connsiteY18" fmla="*/ 184087 h 549244"/>
                <a:gd name="connsiteX19" fmla="*/ 196202 w 443663"/>
                <a:gd name="connsiteY19" fmla="*/ 202194 h 549244"/>
                <a:gd name="connsiteX20" fmla="*/ 187148 w 443663"/>
                <a:gd name="connsiteY20" fmla="*/ 211248 h 549244"/>
                <a:gd name="connsiteX21" fmla="*/ 166023 w 443663"/>
                <a:gd name="connsiteY21" fmla="*/ 235390 h 549244"/>
                <a:gd name="connsiteX22" fmla="*/ 159988 w 443663"/>
                <a:gd name="connsiteY22" fmla="*/ 244444 h 549244"/>
                <a:gd name="connsiteX23" fmla="*/ 156970 w 443663"/>
                <a:gd name="connsiteY23" fmla="*/ 253497 h 549244"/>
                <a:gd name="connsiteX24" fmla="*/ 147916 w 443663"/>
                <a:gd name="connsiteY24" fmla="*/ 256515 h 549244"/>
                <a:gd name="connsiteX25" fmla="*/ 135845 w 443663"/>
                <a:gd name="connsiteY25" fmla="*/ 271604 h 549244"/>
                <a:gd name="connsiteX26" fmla="*/ 117738 w 443663"/>
                <a:gd name="connsiteY26" fmla="*/ 292729 h 549244"/>
                <a:gd name="connsiteX27" fmla="*/ 108685 w 443663"/>
                <a:gd name="connsiteY27" fmla="*/ 301782 h 549244"/>
                <a:gd name="connsiteX28" fmla="*/ 96613 w 443663"/>
                <a:gd name="connsiteY28" fmla="*/ 319889 h 549244"/>
                <a:gd name="connsiteX29" fmla="*/ 90578 w 443663"/>
                <a:gd name="connsiteY29" fmla="*/ 328943 h 549244"/>
                <a:gd name="connsiteX30" fmla="*/ 81524 w 443663"/>
                <a:gd name="connsiteY30" fmla="*/ 334978 h 549244"/>
                <a:gd name="connsiteX31" fmla="*/ 60400 w 443663"/>
                <a:gd name="connsiteY31" fmla="*/ 362139 h 549244"/>
                <a:gd name="connsiteX32" fmla="*/ 51346 w 443663"/>
                <a:gd name="connsiteY32" fmla="*/ 380246 h 549244"/>
                <a:gd name="connsiteX33" fmla="*/ 48328 w 443663"/>
                <a:gd name="connsiteY33" fmla="*/ 389299 h 549244"/>
                <a:gd name="connsiteX34" fmla="*/ 36257 w 443663"/>
                <a:gd name="connsiteY34" fmla="*/ 407406 h 549244"/>
                <a:gd name="connsiteX35" fmla="*/ 30221 w 443663"/>
                <a:gd name="connsiteY35" fmla="*/ 416460 h 549244"/>
                <a:gd name="connsiteX36" fmla="*/ 21168 w 443663"/>
                <a:gd name="connsiteY36" fmla="*/ 434566 h 549244"/>
                <a:gd name="connsiteX37" fmla="*/ 15132 w 443663"/>
                <a:gd name="connsiteY37" fmla="*/ 452673 h 549244"/>
                <a:gd name="connsiteX38" fmla="*/ 9097 w 443663"/>
                <a:gd name="connsiteY38" fmla="*/ 461727 h 549244"/>
                <a:gd name="connsiteX39" fmla="*/ 3061 w 443663"/>
                <a:gd name="connsiteY39" fmla="*/ 479834 h 549244"/>
                <a:gd name="connsiteX40" fmla="*/ 43 w 443663"/>
                <a:gd name="connsiteY40" fmla="*/ 549244 h 549244"/>
                <a:gd name="connsiteX0" fmla="*/ 471329 w 471329"/>
                <a:gd name="connsiteY0" fmla="*/ 0 h 538160"/>
                <a:gd name="connsiteX1" fmla="*/ 456240 w 471329"/>
                <a:gd name="connsiteY1" fmla="*/ 6036 h 538160"/>
                <a:gd name="connsiteX2" fmla="*/ 438133 w 471329"/>
                <a:gd name="connsiteY2" fmla="*/ 18107 h 538160"/>
                <a:gd name="connsiteX3" fmla="*/ 417008 w 471329"/>
                <a:gd name="connsiteY3" fmla="*/ 27160 h 538160"/>
                <a:gd name="connsiteX4" fmla="*/ 398901 w 471329"/>
                <a:gd name="connsiteY4" fmla="*/ 33196 h 538160"/>
                <a:gd name="connsiteX5" fmla="*/ 389848 w 471329"/>
                <a:gd name="connsiteY5" fmla="*/ 36214 h 538160"/>
                <a:gd name="connsiteX6" fmla="*/ 380794 w 471329"/>
                <a:gd name="connsiteY6" fmla="*/ 42250 h 538160"/>
                <a:gd name="connsiteX7" fmla="*/ 362687 w 471329"/>
                <a:gd name="connsiteY7" fmla="*/ 54321 h 538160"/>
                <a:gd name="connsiteX8" fmla="*/ 344580 w 471329"/>
                <a:gd name="connsiteY8" fmla="*/ 72428 h 538160"/>
                <a:gd name="connsiteX9" fmla="*/ 335527 w 471329"/>
                <a:gd name="connsiteY9" fmla="*/ 81481 h 538160"/>
                <a:gd name="connsiteX10" fmla="*/ 317420 w 471329"/>
                <a:gd name="connsiteY10" fmla="*/ 96570 h 538160"/>
                <a:gd name="connsiteX11" fmla="*/ 311384 w 471329"/>
                <a:gd name="connsiteY11" fmla="*/ 105624 h 538160"/>
                <a:gd name="connsiteX12" fmla="*/ 293277 w 471329"/>
                <a:gd name="connsiteY12" fmla="*/ 123731 h 538160"/>
                <a:gd name="connsiteX13" fmla="*/ 287242 w 471329"/>
                <a:gd name="connsiteY13" fmla="*/ 132784 h 538160"/>
                <a:gd name="connsiteX14" fmla="*/ 278188 w 471329"/>
                <a:gd name="connsiteY14" fmla="*/ 135802 h 538160"/>
                <a:gd name="connsiteX15" fmla="*/ 272153 w 471329"/>
                <a:gd name="connsiteY15" fmla="*/ 144856 h 538160"/>
                <a:gd name="connsiteX16" fmla="*/ 254046 w 471329"/>
                <a:gd name="connsiteY16" fmla="*/ 159945 h 538160"/>
                <a:gd name="connsiteX17" fmla="*/ 244992 w 471329"/>
                <a:gd name="connsiteY17" fmla="*/ 178052 h 538160"/>
                <a:gd name="connsiteX18" fmla="*/ 235939 w 471329"/>
                <a:gd name="connsiteY18" fmla="*/ 184087 h 538160"/>
                <a:gd name="connsiteX19" fmla="*/ 223868 w 471329"/>
                <a:gd name="connsiteY19" fmla="*/ 202194 h 538160"/>
                <a:gd name="connsiteX20" fmla="*/ 214814 w 471329"/>
                <a:gd name="connsiteY20" fmla="*/ 211248 h 538160"/>
                <a:gd name="connsiteX21" fmla="*/ 193689 w 471329"/>
                <a:gd name="connsiteY21" fmla="*/ 235390 h 538160"/>
                <a:gd name="connsiteX22" fmla="*/ 187654 w 471329"/>
                <a:gd name="connsiteY22" fmla="*/ 244444 h 538160"/>
                <a:gd name="connsiteX23" fmla="*/ 184636 w 471329"/>
                <a:gd name="connsiteY23" fmla="*/ 253497 h 538160"/>
                <a:gd name="connsiteX24" fmla="*/ 175582 w 471329"/>
                <a:gd name="connsiteY24" fmla="*/ 256515 h 538160"/>
                <a:gd name="connsiteX25" fmla="*/ 163511 w 471329"/>
                <a:gd name="connsiteY25" fmla="*/ 271604 h 538160"/>
                <a:gd name="connsiteX26" fmla="*/ 145404 w 471329"/>
                <a:gd name="connsiteY26" fmla="*/ 292729 h 538160"/>
                <a:gd name="connsiteX27" fmla="*/ 136351 w 471329"/>
                <a:gd name="connsiteY27" fmla="*/ 301782 h 538160"/>
                <a:gd name="connsiteX28" fmla="*/ 124279 w 471329"/>
                <a:gd name="connsiteY28" fmla="*/ 319889 h 538160"/>
                <a:gd name="connsiteX29" fmla="*/ 118244 w 471329"/>
                <a:gd name="connsiteY29" fmla="*/ 328943 h 538160"/>
                <a:gd name="connsiteX30" fmla="*/ 109190 w 471329"/>
                <a:gd name="connsiteY30" fmla="*/ 334978 h 538160"/>
                <a:gd name="connsiteX31" fmla="*/ 88066 w 471329"/>
                <a:gd name="connsiteY31" fmla="*/ 362139 h 538160"/>
                <a:gd name="connsiteX32" fmla="*/ 79012 w 471329"/>
                <a:gd name="connsiteY32" fmla="*/ 380246 h 538160"/>
                <a:gd name="connsiteX33" fmla="*/ 75994 w 471329"/>
                <a:gd name="connsiteY33" fmla="*/ 389299 h 538160"/>
                <a:gd name="connsiteX34" fmla="*/ 63923 w 471329"/>
                <a:gd name="connsiteY34" fmla="*/ 407406 h 538160"/>
                <a:gd name="connsiteX35" fmla="*/ 57887 w 471329"/>
                <a:gd name="connsiteY35" fmla="*/ 416460 h 538160"/>
                <a:gd name="connsiteX36" fmla="*/ 48834 w 471329"/>
                <a:gd name="connsiteY36" fmla="*/ 434566 h 538160"/>
                <a:gd name="connsiteX37" fmla="*/ 42798 w 471329"/>
                <a:gd name="connsiteY37" fmla="*/ 452673 h 538160"/>
                <a:gd name="connsiteX38" fmla="*/ 36763 w 471329"/>
                <a:gd name="connsiteY38" fmla="*/ 461727 h 538160"/>
                <a:gd name="connsiteX39" fmla="*/ 30727 w 471329"/>
                <a:gd name="connsiteY39" fmla="*/ 479834 h 538160"/>
                <a:gd name="connsiteX40" fmla="*/ 0 w 471329"/>
                <a:gd name="connsiteY40" fmla="*/ 538160 h 538160"/>
                <a:gd name="connsiteX0" fmla="*/ 471329 w 471329"/>
                <a:gd name="connsiteY0" fmla="*/ 0 h 538160"/>
                <a:gd name="connsiteX1" fmla="*/ 456240 w 471329"/>
                <a:gd name="connsiteY1" fmla="*/ 6036 h 538160"/>
                <a:gd name="connsiteX2" fmla="*/ 438133 w 471329"/>
                <a:gd name="connsiteY2" fmla="*/ 18107 h 538160"/>
                <a:gd name="connsiteX3" fmla="*/ 417008 w 471329"/>
                <a:gd name="connsiteY3" fmla="*/ 27160 h 538160"/>
                <a:gd name="connsiteX4" fmla="*/ 398901 w 471329"/>
                <a:gd name="connsiteY4" fmla="*/ 33196 h 538160"/>
                <a:gd name="connsiteX5" fmla="*/ 389848 w 471329"/>
                <a:gd name="connsiteY5" fmla="*/ 36214 h 538160"/>
                <a:gd name="connsiteX6" fmla="*/ 380794 w 471329"/>
                <a:gd name="connsiteY6" fmla="*/ 42250 h 538160"/>
                <a:gd name="connsiteX7" fmla="*/ 362687 w 471329"/>
                <a:gd name="connsiteY7" fmla="*/ 54321 h 538160"/>
                <a:gd name="connsiteX8" fmla="*/ 344580 w 471329"/>
                <a:gd name="connsiteY8" fmla="*/ 72428 h 538160"/>
                <a:gd name="connsiteX9" fmla="*/ 335527 w 471329"/>
                <a:gd name="connsiteY9" fmla="*/ 81481 h 538160"/>
                <a:gd name="connsiteX10" fmla="*/ 317420 w 471329"/>
                <a:gd name="connsiteY10" fmla="*/ 96570 h 538160"/>
                <a:gd name="connsiteX11" fmla="*/ 311384 w 471329"/>
                <a:gd name="connsiteY11" fmla="*/ 105624 h 538160"/>
                <a:gd name="connsiteX12" fmla="*/ 293277 w 471329"/>
                <a:gd name="connsiteY12" fmla="*/ 123731 h 538160"/>
                <a:gd name="connsiteX13" fmla="*/ 287242 w 471329"/>
                <a:gd name="connsiteY13" fmla="*/ 132784 h 538160"/>
                <a:gd name="connsiteX14" fmla="*/ 278188 w 471329"/>
                <a:gd name="connsiteY14" fmla="*/ 135802 h 538160"/>
                <a:gd name="connsiteX15" fmla="*/ 272153 w 471329"/>
                <a:gd name="connsiteY15" fmla="*/ 144856 h 538160"/>
                <a:gd name="connsiteX16" fmla="*/ 254046 w 471329"/>
                <a:gd name="connsiteY16" fmla="*/ 159945 h 538160"/>
                <a:gd name="connsiteX17" fmla="*/ 244992 w 471329"/>
                <a:gd name="connsiteY17" fmla="*/ 178052 h 538160"/>
                <a:gd name="connsiteX18" fmla="*/ 235939 w 471329"/>
                <a:gd name="connsiteY18" fmla="*/ 184087 h 538160"/>
                <a:gd name="connsiteX19" fmla="*/ 223868 w 471329"/>
                <a:gd name="connsiteY19" fmla="*/ 202194 h 538160"/>
                <a:gd name="connsiteX20" fmla="*/ 214814 w 471329"/>
                <a:gd name="connsiteY20" fmla="*/ 211248 h 538160"/>
                <a:gd name="connsiteX21" fmla="*/ 193689 w 471329"/>
                <a:gd name="connsiteY21" fmla="*/ 235390 h 538160"/>
                <a:gd name="connsiteX22" fmla="*/ 187654 w 471329"/>
                <a:gd name="connsiteY22" fmla="*/ 244444 h 538160"/>
                <a:gd name="connsiteX23" fmla="*/ 184636 w 471329"/>
                <a:gd name="connsiteY23" fmla="*/ 253497 h 538160"/>
                <a:gd name="connsiteX24" fmla="*/ 175582 w 471329"/>
                <a:gd name="connsiteY24" fmla="*/ 256515 h 538160"/>
                <a:gd name="connsiteX25" fmla="*/ 163511 w 471329"/>
                <a:gd name="connsiteY25" fmla="*/ 271604 h 538160"/>
                <a:gd name="connsiteX26" fmla="*/ 145404 w 471329"/>
                <a:gd name="connsiteY26" fmla="*/ 292729 h 538160"/>
                <a:gd name="connsiteX27" fmla="*/ 136351 w 471329"/>
                <a:gd name="connsiteY27" fmla="*/ 301782 h 538160"/>
                <a:gd name="connsiteX28" fmla="*/ 124279 w 471329"/>
                <a:gd name="connsiteY28" fmla="*/ 319889 h 538160"/>
                <a:gd name="connsiteX29" fmla="*/ 118244 w 471329"/>
                <a:gd name="connsiteY29" fmla="*/ 328943 h 538160"/>
                <a:gd name="connsiteX30" fmla="*/ 109190 w 471329"/>
                <a:gd name="connsiteY30" fmla="*/ 334978 h 538160"/>
                <a:gd name="connsiteX31" fmla="*/ 88066 w 471329"/>
                <a:gd name="connsiteY31" fmla="*/ 362139 h 538160"/>
                <a:gd name="connsiteX32" fmla="*/ 79012 w 471329"/>
                <a:gd name="connsiteY32" fmla="*/ 380246 h 538160"/>
                <a:gd name="connsiteX33" fmla="*/ 75994 w 471329"/>
                <a:gd name="connsiteY33" fmla="*/ 389299 h 538160"/>
                <a:gd name="connsiteX34" fmla="*/ 63923 w 471329"/>
                <a:gd name="connsiteY34" fmla="*/ 407406 h 538160"/>
                <a:gd name="connsiteX35" fmla="*/ 57887 w 471329"/>
                <a:gd name="connsiteY35" fmla="*/ 416460 h 538160"/>
                <a:gd name="connsiteX36" fmla="*/ 48834 w 471329"/>
                <a:gd name="connsiteY36" fmla="*/ 434566 h 538160"/>
                <a:gd name="connsiteX37" fmla="*/ 42798 w 471329"/>
                <a:gd name="connsiteY37" fmla="*/ 452673 h 538160"/>
                <a:gd name="connsiteX38" fmla="*/ 36763 w 471329"/>
                <a:gd name="connsiteY38" fmla="*/ 461727 h 538160"/>
                <a:gd name="connsiteX39" fmla="*/ 0 w 471329"/>
                <a:gd name="connsiteY39" fmla="*/ 538160 h 538160"/>
                <a:gd name="connsiteX0" fmla="*/ 471329 w 471329"/>
                <a:gd name="connsiteY0" fmla="*/ 0 h 538160"/>
                <a:gd name="connsiteX1" fmla="*/ 456240 w 471329"/>
                <a:gd name="connsiteY1" fmla="*/ 6036 h 538160"/>
                <a:gd name="connsiteX2" fmla="*/ 438133 w 471329"/>
                <a:gd name="connsiteY2" fmla="*/ 18107 h 538160"/>
                <a:gd name="connsiteX3" fmla="*/ 417008 w 471329"/>
                <a:gd name="connsiteY3" fmla="*/ 27160 h 538160"/>
                <a:gd name="connsiteX4" fmla="*/ 398901 w 471329"/>
                <a:gd name="connsiteY4" fmla="*/ 33196 h 538160"/>
                <a:gd name="connsiteX5" fmla="*/ 389848 w 471329"/>
                <a:gd name="connsiteY5" fmla="*/ 36214 h 538160"/>
                <a:gd name="connsiteX6" fmla="*/ 380794 w 471329"/>
                <a:gd name="connsiteY6" fmla="*/ 42250 h 538160"/>
                <a:gd name="connsiteX7" fmla="*/ 344580 w 471329"/>
                <a:gd name="connsiteY7" fmla="*/ 72428 h 538160"/>
                <a:gd name="connsiteX8" fmla="*/ 335527 w 471329"/>
                <a:gd name="connsiteY8" fmla="*/ 81481 h 538160"/>
                <a:gd name="connsiteX9" fmla="*/ 317420 w 471329"/>
                <a:gd name="connsiteY9" fmla="*/ 96570 h 538160"/>
                <a:gd name="connsiteX10" fmla="*/ 311384 w 471329"/>
                <a:gd name="connsiteY10" fmla="*/ 105624 h 538160"/>
                <a:gd name="connsiteX11" fmla="*/ 293277 w 471329"/>
                <a:gd name="connsiteY11" fmla="*/ 123731 h 538160"/>
                <a:gd name="connsiteX12" fmla="*/ 287242 w 471329"/>
                <a:gd name="connsiteY12" fmla="*/ 132784 h 538160"/>
                <a:gd name="connsiteX13" fmla="*/ 278188 w 471329"/>
                <a:gd name="connsiteY13" fmla="*/ 135802 h 538160"/>
                <a:gd name="connsiteX14" fmla="*/ 272153 w 471329"/>
                <a:gd name="connsiteY14" fmla="*/ 144856 h 538160"/>
                <a:gd name="connsiteX15" fmla="*/ 254046 w 471329"/>
                <a:gd name="connsiteY15" fmla="*/ 159945 h 538160"/>
                <a:gd name="connsiteX16" fmla="*/ 244992 w 471329"/>
                <a:gd name="connsiteY16" fmla="*/ 178052 h 538160"/>
                <a:gd name="connsiteX17" fmla="*/ 235939 w 471329"/>
                <a:gd name="connsiteY17" fmla="*/ 184087 h 538160"/>
                <a:gd name="connsiteX18" fmla="*/ 223868 w 471329"/>
                <a:gd name="connsiteY18" fmla="*/ 202194 h 538160"/>
                <a:gd name="connsiteX19" fmla="*/ 214814 w 471329"/>
                <a:gd name="connsiteY19" fmla="*/ 211248 h 538160"/>
                <a:gd name="connsiteX20" fmla="*/ 193689 w 471329"/>
                <a:gd name="connsiteY20" fmla="*/ 235390 h 538160"/>
                <a:gd name="connsiteX21" fmla="*/ 187654 w 471329"/>
                <a:gd name="connsiteY21" fmla="*/ 244444 h 538160"/>
                <a:gd name="connsiteX22" fmla="*/ 184636 w 471329"/>
                <a:gd name="connsiteY22" fmla="*/ 253497 h 538160"/>
                <a:gd name="connsiteX23" fmla="*/ 175582 w 471329"/>
                <a:gd name="connsiteY23" fmla="*/ 256515 h 538160"/>
                <a:gd name="connsiteX24" fmla="*/ 163511 w 471329"/>
                <a:gd name="connsiteY24" fmla="*/ 271604 h 538160"/>
                <a:gd name="connsiteX25" fmla="*/ 145404 w 471329"/>
                <a:gd name="connsiteY25" fmla="*/ 292729 h 538160"/>
                <a:gd name="connsiteX26" fmla="*/ 136351 w 471329"/>
                <a:gd name="connsiteY26" fmla="*/ 301782 h 538160"/>
                <a:gd name="connsiteX27" fmla="*/ 124279 w 471329"/>
                <a:gd name="connsiteY27" fmla="*/ 319889 h 538160"/>
                <a:gd name="connsiteX28" fmla="*/ 118244 w 471329"/>
                <a:gd name="connsiteY28" fmla="*/ 328943 h 538160"/>
                <a:gd name="connsiteX29" fmla="*/ 109190 w 471329"/>
                <a:gd name="connsiteY29" fmla="*/ 334978 h 538160"/>
                <a:gd name="connsiteX30" fmla="*/ 88066 w 471329"/>
                <a:gd name="connsiteY30" fmla="*/ 362139 h 538160"/>
                <a:gd name="connsiteX31" fmla="*/ 79012 w 471329"/>
                <a:gd name="connsiteY31" fmla="*/ 380246 h 538160"/>
                <a:gd name="connsiteX32" fmla="*/ 75994 w 471329"/>
                <a:gd name="connsiteY32" fmla="*/ 389299 h 538160"/>
                <a:gd name="connsiteX33" fmla="*/ 63923 w 471329"/>
                <a:gd name="connsiteY33" fmla="*/ 407406 h 538160"/>
                <a:gd name="connsiteX34" fmla="*/ 57887 w 471329"/>
                <a:gd name="connsiteY34" fmla="*/ 416460 h 538160"/>
                <a:gd name="connsiteX35" fmla="*/ 48834 w 471329"/>
                <a:gd name="connsiteY35" fmla="*/ 434566 h 538160"/>
                <a:gd name="connsiteX36" fmla="*/ 42798 w 471329"/>
                <a:gd name="connsiteY36" fmla="*/ 452673 h 538160"/>
                <a:gd name="connsiteX37" fmla="*/ 36763 w 471329"/>
                <a:gd name="connsiteY37" fmla="*/ 461727 h 538160"/>
                <a:gd name="connsiteX38" fmla="*/ 0 w 471329"/>
                <a:gd name="connsiteY38" fmla="*/ 538160 h 53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71329" h="538160">
                  <a:moveTo>
                    <a:pt x="471329" y="0"/>
                  </a:moveTo>
                  <a:cubicBezTo>
                    <a:pt x="466299" y="2012"/>
                    <a:pt x="460996" y="3442"/>
                    <a:pt x="456240" y="6036"/>
                  </a:cubicBezTo>
                  <a:cubicBezTo>
                    <a:pt x="449872" y="9510"/>
                    <a:pt x="445015" y="15813"/>
                    <a:pt x="438133" y="18107"/>
                  </a:cubicBezTo>
                  <a:cubicBezTo>
                    <a:pt x="408992" y="27821"/>
                    <a:pt x="454294" y="12246"/>
                    <a:pt x="417008" y="27160"/>
                  </a:cubicBezTo>
                  <a:cubicBezTo>
                    <a:pt x="411101" y="29523"/>
                    <a:pt x="404937" y="31184"/>
                    <a:pt x="398901" y="33196"/>
                  </a:cubicBezTo>
                  <a:cubicBezTo>
                    <a:pt x="395883" y="34202"/>
                    <a:pt x="392495" y="34450"/>
                    <a:pt x="389848" y="36214"/>
                  </a:cubicBezTo>
                  <a:lnTo>
                    <a:pt x="380794" y="42250"/>
                  </a:lnTo>
                  <a:cubicBezTo>
                    <a:pt x="373249" y="48286"/>
                    <a:pt x="352125" y="65890"/>
                    <a:pt x="344580" y="72428"/>
                  </a:cubicBezTo>
                  <a:cubicBezTo>
                    <a:pt x="337036" y="78967"/>
                    <a:pt x="339078" y="79114"/>
                    <a:pt x="335527" y="81481"/>
                  </a:cubicBezTo>
                  <a:cubicBezTo>
                    <a:pt x="326625" y="87416"/>
                    <a:pt x="324681" y="87857"/>
                    <a:pt x="317420" y="96570"/>
                  </a:cubicBezTo>
                  <a:cubicBezTo>
                    <a:pt x="315098" y="99356"/>
                    <a:pt x="313794" y="102913"/>
                    <a:pt x="311384" y="105624"/>
                  </a:cubicBezTo>
                  <a:cubicBezTo>
                    <a:pt x="305713" y="112004"/>
                    <a:pt x="298012" y="116629"/>
                    <a:pt x="293277" y="123731"/>
                  </a:cubicBezTo>
                  <a:cubicBezTo>
                    <a:pt x="291265" y="126749"/>
                    <a:pt x="290074" y="130518"/>
                    <a:pt x="287242" y="132784"/>
                  </a:cubicBezTo>
                  <a:cubicBezTo>
                    <a:pt x="284758" y="134771"/>
                    <a:pt x="281206" y="134796"/>
                    <a:pt x="278188" y="135802"/>
                  </a:cubicBezTo>
                  <a:cubicBezTo>
                    <a:pt x="276176" y="138820"/>
                    <a:pt x="274475" y="142070"/>
                    <a:pt x="272153" y="144856"/>
                  </a:cubicBezTo>
                  <a:cubicBezTo>
                    <a:pt x="264894" y="153566"/>
                    <a:pt x="262945" y="154012"/>
                    <a:pt x="254046" y="159945"/>
                  </a:cubicBezTo>
                  <a:cubicBezTo>
                    <a:pt x="251591" y="167308"/>
                    <a:pt x="250842" y="172202"/>
                    <a:pt x="244992" y="178052"/>
                  </a:cubicBezTo>
                  <a:cubicBezTo>
                    <a:pt x="242428" y="180616"/>
                    <a:pt x="238957" y="182075"/>
                    <a:pt x="235939" y="184087"/>
                  </a:cubicBezTo>
                  <a:cubicBezTo>
                    <a:pt x="231915" y="190123"/>
                    <a:pt x="228997" y="197065"/>
                    <a:pt x="223868" y="202194"/>
                  </a:cubicBezTo>
                  <a:cubicBezTo>
                    <a:pt x="220850" y="205212"/>
                    <a:pt x="217434" y="207879"/>
                    <a:pt x="214814" y="211248"/>
                  </a:cubicBezTo>
                  <a:cubicBezTo>
                    <a:pt x="195857" y="235622"/>
                    <a:pt x="211216" y="223707"/>
                    <a:pt x="193689" y="235390"/>
                  </a:cubicBezTo>
                  <a:cubicBezTo>
                    <a:pt x="191677" y="238408"/>
                    <a:pt x="189276" y="241200"/>
                    <a:pt x="187654" y="244444"/>
                  </a:cubicBezTo>
                  <a:cubicBezTo>
                    <a:pt x="186232" y="247289"/>
                    <a:pt x="186885" y="251248"/>
                    <a:pt x="184636" y="253497"/>
                  </a:cubicBezTo>
                  <a:cubicBezTo>
                    <a:pt x="182386" y="255746"/>
                    <a:pt x="178600" y="255509"/>
                    <a:pt x="175582" y="256515"/>
                  </a:cubicBezTo>
                  <a:cubicBezTo>
                    <a:pt x="169709" y="274139"/>
                    <a:pt x="177161" y="257954"/>
                    <a:pt x="163511" y="271604"/>
                  </a:cubicBezTo>
                  <a:cubicBezTo>
                    <a:pt x="156953" y="278162"/>
                    <a:pt x="151608" y="285835"/>
                    <a:pt x="145404" y="292729"/>
                  </a:cubicBezTo>
                  <a:cubicBezTo>
                    <a:pt x="142549" y="295901"/>
                    <a:pt x="138971" y="298413"/>
                    <a:pt x="136351" y="301782"/>
                  </a:cubicBezTo>
                  <a:cubicBezTo>
                    <a:pt x="131897" y="307508"/>
                    <a:pt x="128303" y="313853"/>
                    <a:pt x="124279" y="319889"/>
                  </a:cubicBezTo>
                  <a:cubicBezTo>
                    <a:pt x="122267" y="322907"/>
                    <a:pt x="121262" y="326931"/>
                    <a:pt x="118244" y="328943"/>
                  </a:cubicBezTo>
                  <a:lnTo>
                    <a:pt x="109190" y="334978"/>
                  </a:lnTo>
                  <a:cubicBezTo>
                    <a:pt x="94752" y="356636"/>
                    <a:pt x="102248" y="347955"/>
                    <a:pt x="88066" y="362139"/>
                  </a:cubicBezTo>
                  <a:cubicBezTo>
                    <a:pt x="80480" y="384893"/>
                    <a:pt x="90713" y="356846"/>
                    <a:pt x="79012" y="380246"/>
                  </a:cubicBezTo>
                  <a:cubicBezTo>
                    <a:pt x="77589" y="383091"/>
                    <a:pt x="77539" y="386518"/>
                    <a:pt x="75994" y="389299"/>
                  </a:cubicBezTo>
                  <a:cubicBezTo>
                    <a:pt x="72471" y="395640"/>
                    <a:pt x="67947" y="401370"/>
                    <a:pt x="63923" y="407406"/>
                  </a:cubicBezTo>
                  <a:lnTo>
                    <a:pt x="57887" y="416460"/>
                  </a:lnTo>
                  <a:cubicBezTo>
                    <a:pt x="46890" y="449459"/>
                    <a:pt x="64426" y="399486"/>
                    <a:pt x="48834" y="434566"/>
                  </a:cubicBezTo>
                  <a:cubicBezTo>
                    <a:pt x="46250" y="440380"/>
                    <a:pt x="46327" y="447379"/>
                    <a:pt x="42798" y="452673"/>
                  </a:cubicBezTo>
                  <a:cubicBezTo>
                    <a:pt x="40786" y="455691"/>
                    <a:pt x="43896" y="447479"/>
                    <a:pt x="36763" y="461727"/>
                  </a:cubicBezTo>
                  <a:cubicBezTo>
                    <a:pt x="29630" y="475975"/>
                    <a:pt x="7659" y="522237"/>
                    <a:pt x="0" y="538160"/>
                  </a:cubicBezTo>
                </a:path>
              </a:pathLst>
            </a:custGeom>
            <a:noFill/>
            <a:ln w="57150" cap="rnd">
              <a:solidFill>
                <a:srgbClr val="DF5C7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/>
          </p:nvSpPr>
          <p:spPr>
            <a:xfrm>
              <a:off x="5317385" y="4249093"/>
              <a:ext cx="567367" cy="226337"/>
            </a:xfrm>
            <a:custGeom>
              <a:avLst/>
              <a:gdLst>
                <a:gd name="connsiteX0" fmla="*/ 567367 w 567367"/>
                <a:gd name="connsiteY0" fmla="*/ 0 h 226337"/>
                <a:gd name="connsiteX1" fmla="*/ 543225 w 567367"/>
                <a:gd name="connsiteY1" fmla="*/ 9054 h 226337"/>
                <a:gd name="connsiteX2" fmla="*/ 531154 w 567367"/>
                <a:gd name="connsiteY2" fmla="*/ 12071 h 226337"/>
                <a:gd name="connsiteX3" fmla="*/ 522100 w 567367"/>
                <a:gd name="connsiteY3" fmla="*/ 15089 h 226337"/>
                <a:gd name="connsiteX4" fmla="*/ 476833 w 567367"/>
                <a:gd name="connsiteY4" fmla="*/ 21125 h 226337"/>
                <a:gd name="connsiteX5" fmla="*/ 452690 w 567367"/>
                <a:gd name="connsiteY5" fmla="*/ 27160 h 226337"/>
                <a:gd name="connsiteX6" fmla="*/ 443637 w 567367"/>
                <a:gd name="connsiteY6" fmla="*/ 30178 h 226337"/>
                <a:gd name="connsiteX7" fmla="*/ 434583 w 567367"/>
                <a:gd name="connsiteY7" fmla="*/ 36214 h 226337"/>
                <a:gd name="connsiteX8" fmla="*/ 425530 w 567367"/>
                <a:gd name="connsiteY8" fmla="*/ 39232 h 226337"/>
                <a:gd name="connsiteX9" fmla="*/ 407423 w 567367"/>
                <a:gd name="connsiteY9" fmla="*/ 51303 h 226337"/>
                <a:gd name="connsiteX10" fmla="*/ 395352 w 567367"/>
                <a:gd name="connsiteY10" fmla="*/ 57339 h 226337"/>
                <a:gd name="connsiteX11" fmla="*/ 368191 w 567367"/>
                <a:gd name="connsiteY11" fmla="*/ 72428 h 226337"/>
                <a:gd name="connsiteX12" fmla="*/ 359138 w 567367"/>
                <a:gd name="connsiteY12" fmla="*/ 81481 h 226337"/>
                <a:gd name="connsiteX13" fmla="*/ 331977 w 567367"/>
                <a:gd name="connsiteY13" fmla="*/ 90535 h 226337"/>
                <a:gd name="connsiteX14" fmla="*/ 322924 w 567367"/>
                <a:gd name="connsiteY14" fmla="*/ 93553 h 226337"/>
                <a:gd name="connsiteX15" fmla="*/ 304817 w 567367"/>
                <a:gd name="connsiteY15" fmla="*/ 102606 h 226337"/>
                <a:gd name="connsiteX16" fmla="*/ 277657 w 567367"/>
                <a:gd name="connsiteY16" fmla="*/ 117695 h 226337"/>
                <a:gd name="connsiteX17" fmla="*/ 268603 w 567367"/>
                <a:gd name="connsiteY17" fmla="*/ 120713 h 226337"/>
                <a:gd name="connsiteX18" fmla="*/ 259550 w 567367"/>
                <a:gd name="connsiteY18" fmla="*/ 126749 h 226337"/>
                <a:gd name="connsiteX19" fmla="*/ 247478 w 567367"/>
                <a:gd name="connsiteY19" fmla="*/ 129766 h 226337"/>
                <a:gd name="connsiteX20" fmla="*/ 229371 w 567367"/>
                <a:gd name="connsiteY20" fmla="*/ 135802 h 226337"/>
                <a:gd name="connsiteX21" fmla="*/ 175051 w 567367"/>
                <a:gd name="connsiteY21" fmla="*/ 153909 h 226337"/>
                <a:gd name="connsiteX22" fmla="*/ 147890 w 567367"/>
                <a:gd name="connsiteY22" fmla="*/ 162962 h 226337"/>
                <a:gd name="connsiteX23" fmla="*/ 138837 w 567367"/>
                <a:gd name="connsiteY23" fmla="*/ 165980 h 226337"/>
                <a:gd name="connsiteX24" fmla="*/ 129783 w 567367"/>
                <a:gd name="connsiteY24" fmla="*/ 168998 h 226337"/>
                <a:gd name="connsiteX25" fmla="*/ 102623 w 567367"/>
                <a:gd name="connsiteY25" fmla="*/ 181069 h 226337"/>
                <a:gd name="connsiteX26" fmla="*/ 84516 w 567367"/>
                <a:gd name="connsiteY26" fmla="*/ 187105 h 226337"/>
                <a:gd name="connsiteX27" fmla="*/ 75463 w 567367"/>
                <a:gd name="connsiteY27" fmla="*/ 193141 h 226337"/>
                <a:gd name="connsiteX28" fmla="*/ 57356 w 567367"/>
                <a:gd name="connsiteY28" fmla="*/ 199176 h 226337"/>
                <a:gd name="connsiteX29" fmla="*/ 48302 w 567367"/>
                <a:gd name="connsiteY29" fmla="*/ 202194 h 226337"/>
                <a:gd name="connsiteX30" fmla="*/ 27177 w 567367"/>
                <a:gd name="connsiteY30" fmla="*/ 208230 h 226337"/>
                <a:gd name="connsiteX31" fmla="*/ 9070 w 567367"/>
                <a:gd name="connsiteY31" fmla="*/ 217283 h 226337"/>
                <a:gd name="connsiteX32" fmla="*/ 17 w 567367"/>
                <a:gd name="connsiteY32" fmla="*/ 226337 h 226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67367" h="226337">
                  <a:moveTo>
                    <a:pt x="567367" y="0"/>
                  </a:moveTo>
                  <a:cubicBezTo>
                    <a:pt x="559403" y="3186"/>
                    <a:pt x="551499" y="6690"/>
                    <a:pt x="543225" y="9054"/>
                  </a:cubicBezTo>
                  <a:cubicBezTo>
                    <a:pt x="539237" y="10193"/>
                    <a:pt x="535142" y="10932"/>
                    <a:pt x="531154" y="12071"/>
                  </a:cubicBezTo>
                  <a:cubicBezTo>
                    <a:pt x="528095" y="12945"/>
                    <a:pt x="525219" y="14465"/>
                    <a:pt x="522100" y="15089"/>
                  </a:cubicBezTo>
                  <a:cubicBezTo>
                    <a:pt x="489439" y="21621"/>
                    <a:pt x="512032" y="14525"/>
                    <a:pt x="476833" y="21125"/>
                  </a:cubicBezTo>
                  <a:cubicBezTo>
                    <a:pt x="468680" y="22654"/>
                    <a:pt x="460560" y="24537"/>
                    <a:pt x="452690" y="27160"/>
                  </a:cubicBezTo>
                  <a:cubicBezTo>
                    <a:pt x="449672" y="28166"/>
                    <a:pt x="446482" y="28755"/>
                    <a:pt x="443637" y="30178"/>
                  </a:cubicBezTo>
                  <a:cubicBezTo>
                    <a:pt x="440393" y="31800"/>
                    <a:pt x="437827" y="34592"/>
                    <a:pt x="434583" y="36214"/>
                  </a:cubicBezTo>
                  <a:cubicBezTo>
                    <a:pt x="431738" y="37637"/>
                    <a:pt x="428311" y="37687"/>
                    <a:pt x="425530" y="39232"/>
                  </a:cubicBezTo>
                  <a:cubicBezTo>
                    <a:pt x="419189" y="42755"/>
                    <a:pt x="413911" y="48059"/>
                    <a:pt x="407423" y="51303"/>
                  </a:cubicBezTo>
                  <a:cubicBezTo>
                    <a:pt x="403399" y="53315"/>
                    <a:pt x="399210" y="55024"/>
                    <a:pt x="395352" y="57339"/>
                  </a:cubicBezTo>
                  <a:cubicBezTo>
                    <a:pt x="369412" y="72903"/>
                    <a:pt x="386401" y="66358"/>
                    <a:pt x="368191" y="72428"/>
                  </a:cubicBezTo>
                  <a:cubicBezTo>
                    <a:pt x="365173" y="75446"/>
                    <a:pt x="362869" y="79408"/>
                    <a:pt x="359138" y="81481"/>
                  </a:cubicBezTo>
                  <a:lnTo>
                    <a:pt x="331977" y="90535"/>
                  </a:lnTo>
                  <a:cubicBezTo>
                    <a:pt x="328959" y="91541"/>
                    <a:pt x="325571" y="91789"/>
                    <a:pt x="322924" y="93553"/>
                  </a:cubicBezTo>
                  <a:cubicBezTo>
                    <a:pt x="311223" y="101352"/>
                    <a:pt x="317311" y="98441"/>
                    <a:pt x="304817" y="102606"/>
                  </a:cubicBezTo>
                  <a:cubicBezTo>
                    <a:pt x="291265" y="116158"/>
                    <a:pt x="299812" y="110310"/>
                    <a:pt x="277657" y="117695"/>
                  </a:cubicBezTo>
                  <a:lnTo>
                    <a:pt x="268603" y="120713"/>
                  </a:lnTo>
                  <a:cubicBezTo>
                    <a:pt x="265585" y="122725"/>
                    <a:pt x="262884" y="125320"/>
                    <a:pt x="259550" y="126749"/>
                  </a:cubicBezTo>
                  <a:cubicBezTo>
                    <a:pt x="255738" y="128383"/>
                    <a:pt x="251451" y="128574"/>
                    <a:pt x="247478" y="129766"/>
                  </a:cubicBezTo>
                  <a:cubicBezTo>
                    <a:pt x="241384" y="131594"/>
                    <a:pt x="235407" y="133790"/>
                    <a:pt x="229371" y="135802"/>
                  </a:cubicBezTo>
                  <a:lnTo>
                    <a:pt x="175051" y="153909"/>
                  </a:lnTo>
                  <a:lnTo>
                    <a:pt x="147890" y="162962"/>
                  </a:lnTo>
                  <a:lnTo>
                    <a:pt x="138837" y="165980"/>
                  </a:lnTo>
                  <a:lnTo>
                    <a:pt x="129783" y="168998"/>
                  </a:lnTo>
                  <a:cubicBezTo>
                    <a:pt x="115436" y="178564"/>
                    <a:pt x="124172" y="173887"/>
                    <a:pt x="102623" y="181069"/>
                  </a:cubicBezTo>
                  <a:cubicBezTo>
                    <a:pt x="102622" y="181069"/>
                    <a:pt x="84517" y="187104"/>
                    <a:pt x="84516" y="187105"/>
                  </a:cubicBezTo>
                  <a:cubicBezTo>
                    <a:pt x="81498" y="189117"/>
                    <a:pt x="78777" y="191668"/>
                    <a:pt x="75463" y="193141"/>
                  </a:cubicBezTo>
                  <a:cubicBezTo>
                    <a:pt x="69649" y="195725"/>
                    <a:pt x="63392" y="197164"/>
                    <a:pt x="57356" y="199176"/>
                  </a:cubicBezTo>
                  <a:cubicBezTo>
                    <a:pt x="54338" y="200182"/>
                    <a:pt x="51388" y="201422"/>
                    <a:pt x="48302" y="202194"/>
                  </a:cubicBezTo>
                  <a:cubicBezTo>
                    <a:pt x="44434" y="203161"/>
                    <a:pt x="31506" y="206065"/>
                    <a:pt x="27177" y="208230"/>
                  </a:cubicBezTo>
                  <a:cubicBezTo>
                    <a:pt x="3776" y="219930"/>
                    <a:pt x="31829" y="209697"/>
                    <a:pt x="9070" y="217283"/>
                  </a:cubicBezTo>
                  <a:cubicBezTo>
                    <a:pt x="-820" y="223877"/>
                    <a:pt x="17" y="219692"/>
                    <a:pt x="17" y="226337"/>
                  </a:cubicBezTo>
                </a:path>
              </a:pathLst>
            </a:custGeom>
            <a:noFill/>
            <a:ln w="57150" cap="rnd">
              <a:solidFill>
                <a:srgbClr val="DF5C7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5543030" y="4838776"/>
              <a:ext cx="851026" cy="12071"/>
            </a:xfrm>
            <a:custGeom>
              <a:avLst/>
              <a:gdLst>
                <a:gd name="connsiteX0" fmla="*/ 0 w 851026"/>
                <a:gd name="connsiteY0" fmla="*/ 0 h 12071"/>
                <a:gd name="connsiteX1" fmla="*/ 262551 w 851026"/>
                <a:gd name="connsiteY1" fmla="*/ 6036 h 12071"/>
                <a:gd name="connsiteX2" fmla="*/ 337996 w 851026"/>
                <a:gd name="connsiteY2" fmla="*/ 9054 h 12071"/>
                <a:gd name="connsiteX3" fmla="*/ 425513 w 851026"/>
                <a:gd name="connsiteY3" fmla="*/ 12071 h 12071"/>
                <a:gd name="connsiteX4" fmla="*/ 851026 w 851026"/>
                <a:gd name="connsiteY4" fmla="*/ 9054 h 1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1026" h="12071">
                  <a:moveTo>
                    <a:pt x="0" y="0"/>
                  </a:moveTo>
                  <a:cubicBezTo>
                    <a:pt x="118371" y="9106"/>
                    <a:pt x="-1763" y="696"/>
                    <a:pt x="262551" y="6036"/>
                  </a:cubicBezTo>
                  <a:cubicBezTo>
                    <a:pt x="287714" y="6544"/>
                    <a:pt x="312845" y="8123"/>
                    <a:pt x="337996" y="9054"/>
                  </a:cubicBezTo>
                  <a:lnTo>
                    <a:pt x="425513" y="12071"/>
                  </a:lnTo>
                  <a:lnTo>
                    <a:pt x="851026" y="9054"/>
                  </a:lnTo>
                </a:path>
              </a:pathLst>
            </a:custGeom>
            <a:noFill/>
            <a:ln w="57150" cap="rnd">
              <a:solidFill>
                <a:srgbClr val="DF5C7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5664451" y="5241956"/>
              <a:ext cx="307818" cy="99589"/>
            </a:xfrm>
            <a:custGeom>
              <a:avLst/>
              <a:gdLst>
                <a:gd name="connsiteX0" fmla="*/ 0 w 307818"/>
                <a:gd name="connsiteY0" fmla="*/ 3620 h 103209"/>
                <a:gd name="connsiteX1" fmla="*/ 114678 w 307818"/>
                <a:gd name="connsiteY1" fmla="*/ 3620 h 103209"/>
                <a:gd name="connsiteX2" fmla="*/ 132785 w 307818"/>
                <a:gd name="connsiteY2" fmla="*/ 9656 h 103209"/>
                <a:gd name="connsiteX3" fmla="*/ 159945 w 307818"/>
                <a:gd name="connsiteY3" fmla="*/ 27763 h 103209"/>
                <a:gd name="connsiteX4" fmla="*/ 168999 w 307818"/>
                <a:gd name="connsiteY4" fmla="*/ 33799 h 103209"/>
                <a:gd name="connsiteX5" fmla="*/ 178052 w 307818"/>
                <a:gd name="connsiteY5" fmla="*/ 36816 h 103209"/>
                <a:gd name="connsiteX6" fmla="*/ 196159 w 307818"/>
                <a:gd name="connsiteY6" fmla="*/ 48888 h 103209"/>
                <a:gd name="connsiteX7" fmla="*/ 205212 w 307818"/>
                <a:gd name="connsiteY7" fmla="*/ 51906 h 103209"/>
                <a:gd name="connsiteX8" fmla="*/ 214266 w 307818"/>
                <a:gd name="connsiteY8" fmla="*/ 57941 h 103209"/>
                <a:gd name="connsiteX9" fmla="*/ 223319 w 307818"/>
                <a:gd name="connsiteY9" fmla="*/ 60959 h 103209"/>
                <a:gd name="connsiteX10" fmla="*/ 232373 w 307818"/>
                <a:gd name="connsiteY10" fmla="*/ 66995 h 103209"/>
                <a:gd name="connsiteX11" fmla="*/ 250480 w 307818"/>
                <a:gd name="connsiteY11" fmla="*/ 73030 h 103209"/>
                <a:gd name="connsiteX12" fmla="*/ 259533 w 307818"/>
                <a:gd name="connsiteY12" fmla="*/ 79066 h 103209"/>
                <a:gd name="connsiteX13" fmla="*/ 277640 w 307818"/>
                <a:gd name="connsiteY13" fmla="*/ 85102 h 103209"/>
                <a:gd name="connsiteX14" fmla="*/ 286694 w 307818"/>
                <a:gd name="connsiteY14" fmla="*/ 91137 h 103209"/>
                <a:gd name="connsiteX15" fmla="*/ 295747 w 307818"/>
                <a:gd name="connsiteY15" fmla="*/ 94155 h 103209"/>
                <a:gd name="connsiteX16" fmla="*/ 307818 w 307818"/>
                <a:gd name="connsiteY16" fmla="*/ 103209 h 103209"/>
                <a:gd name="connsiteX0" fmla="*/ 0 w 307818"/>
                <a:gd name="connsiteY0" fmla="*/ 2930 h 102519"/>
                <a:gd name="connsiteX1" fmla="*/ 114678 w 307818"/>
                <a:gd name="connsiteY1" fmla="*/ 2930 h 102519"/>
                <a:gd name="connsiteX2" fmla="*/ 159945 w 307818"/>
                <a:gd name="connsiteY2" fmla="*/ 27073 h 102519"/>
                <a:gd name="connsiteX3" fmla="*/ 168999 w 307818"/>
                <a:gd name="connsiteY3" fmla="*/ 33109 h 102519"/>
                <a:gd name="connsiteX4" fmla="*/ 178052 w 307818"/>
                <a:gd name="connsiteY4" fmla="*/ 36126 h 102519"/>
                <a:gd name="connsiteX5" fmla="*/ 196159 w 307818"/>
                <a:gd name="connsiteY5" fmla="*/ 48198 h 102519"/>
                <a:gd name="connsiteX6" fmla="*/ 205212 w 307818"/>
                <a:gd name="connsiteY6" fmla="*/ 51216 h 102519"/>
                <a:gd name="connsiteX7" fmla="*/ 214266 w 307818"/>
                <a:gd name="connsiteY7" fmla="*/ 57251 h 102519"/>
                <a:gd name="connsiteX8" fmla="*/ 223319 w 307818"/>
                <a:gd name="connsiteY8" fmla="*/ 60269 h 102519"/>
                <a:gd name="connsiteX9" fmla="*/ 232373 w 307818"/>
                <a:gd name="connsiteY9" fmla="*/ 66305 h 102519"/>
                <a:gd name="connsiteX10" fmla="*/ 250480 w 307818"/>
                <a:gd name="connsiteY10" fmla="*/ 72340 h 102519"/>
                <a:gd name="connsiteX11" fmla="*/ 259533 w 307818"/>
                <a:gd name="connsiteY11" fmla="*/ 78376 h 102519"/>
                <a:gd name="connsiteX12" fmla="*/ 277640 w 307818"/>
                <a:gd name="connsiteY12" fmla="*/ 84412 h 102519"/>
                <a:gd name="connsiteX13" fmla="*/ 286694 w 307818"/>
                <a:gd name="connsiteY13" fmla="*/ 90447 h 102519"/>
                <a:gd name="connsiteX14" fmla="*/ 295747 w 307818"/>
                <a:gd name="connsiteY14" fmla="*/ 93465 h 102519"/>
                <a:gd name="connsiteX15" fmla="*/ 307818 w 307818"/>
                <a:gd name="connsiteY15" fmla="*/ 102519 h 102519"/>
                <a:gd name="connsiteX0" fmla="*/ 0 w 307818"/>
                <a:gd name="connsiteY0" fmla="*/ 0 h 99589"/>
                <a:gd name="connsiteX1" fmla="*/ 159945 w 307818"/>
                <a:gd name="connsiteY1" fmla="*/ 24143 h 99589"/>
                <a:gd name="connsiteX2" fmla="*/ 168999 w 307818"/>
                <a:gd name="connsiteY2" fmla="*/ 30179 h 99589"/>
                <a:gd name="connsiteX3" fmla="*/ 178052 w 307818"/>
                <a:gd name="connsiteY3" fmla="*/ 33196 h 99589"/>
                <a:gd name="connsiteX4" fmla="*/ 196159 w 307818"/>
                <a:gd name="connsiteY4" fmla="*/ 45268 h 99589"/>
                <a:gd name="connsiteX5" fmla="*/ 205212 w 307818"/>
                <a:gd name="connsiteY5" fmla="*/ 48286 h 99589"/>
                <a:gd name="connsiteX6" fmla="*/ 214266 w 307818"/>
                <a:gd name="connsiteY6" fmla="*/ 54321 h 99589"/>
                <a:gd name="connsiteX7" fmla="*/ 223319 w 307818"/>
                <a:gd name="connsiteY7" fmla="*/ 57339 h 99589"/>
                <a:gd name="connsiteX8" fmla="*/ 232373 w 307818"/>
                <a:gd name="connsiteY8" fmla="*/ 63375 h 99589"/>
                <a:gd name="connsiteX9" fmla="*/ 250480 w 307818"/>
                <a:gd name="connsiteY9" fmla="*/ 69410 h 99589"/>
                <a:gd name="connsiteX10" fmla="*/ 259533 w 307818"/>
                <a:gd name="connsiteY10" fmla="*/ 75446 h 99589"/>
                <a:gd name="connsiteX11" fmla="*/ 277640 w 307818"/>
                <a:gd name="connsiteY11" fmla="*/ 81482 h 99589"/>
                <a:gd name="connsiteX12" fmla="*/ 286694 w 307818"/>
                <a:gd name="connsiteY12" fmla="*/ 87517 h 99589"/>
                <a:gd name="connsiteX13" fmla="*/ 295747 w 307818"/>
                <a:gd name="connsiteY13" fmla="*/ 90535 h 99589"/>
                <a:gd name="connsiteX14" fmla="*/ 307818 w 307818"/>
                <a:gd name="connsiteY14" fmla="*/ 99589 h 99589"/>
                <a:gd name="connsiteX0" fmla="*/ 0 w 307818"/>
                <a:gd name="connsiteY0" fmla="*/ 0 h 99589"/>
                <a:gd name="connsiteX1" fmla="*/ 159945 w 307818"/>
                <a:gd name="connsiteY1" fmla="*/ 24143 h 99589"/>
                <a:gd name="connsiteX2" fmla="*/ 168999 w 307818"/>
                <a:gd name="connsiteY2" fmla="*/ 30179 h 99589"/>
                <a:gd name="connsiteX3" fmla="*/ 178052 w 307818"/>
                <a:gd name="connsiteY3" fmla="*/ 33196 h 99589"/>
                <a:gd name="connsiteX4" fmla="*/ 196159 w 307818"/>
                <a:gd name="connsiteY4" fmla="*/ 45268 h 99589"/>
                <a:gd name="connsiteX5" fmla="*/ 214266 w 307818"/>
                <a:gd name="connsiteY5" fmla="*/ 54321 h 99589"/>
                <a:gd name="connsiteX6" fmla="*/ 223319 w 307818"/>
                <a:gd name="connsiteY6" fmla="*/ 57339 h 99589"/>
                <a:gd name="connsiteX7" fmla="*/ 232373 w 307818"/>
                <a:gd name="connsiteY7" fmla="*/ 63375 h 99589"/>
                <a:gd name="connsiteX8" fmla="*/ 250480 w 307818"/>
                <a:gd name="connsiteY8" fmla="*/ 69410 h 99589"/>
                <a:gd name="connsiteX9" fmla="*/ 259533 w 307818"/>
                <a:gd name="connsiteY9" fmla="*/ 75446 h 99589"/>
                <a:gd name="connsiteX10" fmla="*/ 277640 w 307818"/>
                <a:gd name="connsiteY10" fmla="*/ 81482 h 99589"/>
                <a:gd name="connsiteX11" fmla="*/ 286694 w 307818"/>
                <a:gd name="connsiteY11" fmla="*/ 87517 h 99589"/>
                <a:gd name="connsiteX12" fmla="*/ 295747 w 307818"/>
                <a:gd name="connsiteY12" fmla="*/ 90535 h 99589"/>
                <a:gd name="connsiteX13" fmla="*/ 307818 w 307818"/>
                <a:gd name="connsiteY13" fmla="*/ 99589 h 99589"/>
                <a:gd name="connsiteX0" fmla="*/ 0 w 307818"/>
                <a:gd name="connsiteY0" fmla="*/ 0 h 99589"/>
                <a:gd name="connsiteX1" fmla="*/ 159945 w 307818"/>
                <a:gd name="connsiteY1" fmla="*/ 24143 h 99589"/>
                <a:gd name="connsiteX2" fmla="*/ 168999 w 307818"/>
                <a:gd name="connsiteY2" fmla="*/ 30179 h 99589"/>
                <a:gd name="connsiteX3" fmla="*/ 178052 w 307818"/>
                <a:gd name="connsiteY3" fmla="*/ 33196 h 99589"/>
                <a:gd name="connsiteX4" fmla="*/ 214266 w 307818"/>
                <a:gd name="connsiteY4" fmla="*/ 54321 h 99589"/>
                <a:gd name="connsiteX5" fmla="*/ 223319 w 307818"/>
                <a:gd name="connsiteY5" fmla="*/ 57339 h 99589"/>
                <a:gd name="connsiteX6" fmla="*/ 232373 w 307818"/>
                <a:gd name="connsiteY6" fmla="*/ 63375 h 99589"/>
                <a:gd name="connsiteX7" fmla="*/ 250480 w 307818"/>
                <a:gd name="connsiteY7" fmla="*/ 69410 h 99589"/>
                <a:gd name="connsiteX8" fmla="*/ 259533 w 307818"/>
                <a:gd name="connsiteY8" fmla="*/ 75446 h 99589"/>
                <a:gd name="connsiteX9" fmla="*/ 277640 w 307818"/>
                <a:gd name="connsiteY9" fmla="*/ 81482 h 99589"/>
                <a:gd name="connsiteX10" fmla="*/ 286694 w 307818"/>
                <a:gd name="connsiteY10" fmla="*/ 87517 h 99589"/>
                <a:gd name="connsiteX11" fmla="*/ 295747 w 307818"/>
                <a:gd name="connsiteY11" fmla="*/ 90535 h 99589"/>
                <a:gd name="connsiteX12" fmla="*/ 307818 w 307818"/>
                <a:gd name="connsiteY12" fmla="*/ 99589 h 99589"/>
                <a:gd name="connsiteX0" fmla="*/ 0 w 307818"/>
                <a:gd name="connsiteY0" fmla="*/ 0 h 99589"/>
                <a:gd name="connsiteX1" fmla="*/ 159945 w 307818"/>
                <a:gd name="connsiteY1" fmla="*/ 24143 h 99589"/>
                <a:gd name="connsiteX2" fmla="*/ 168999 w 307818"/>
                <a:gd name="connsiteY2" fmla="*/ 30179 h 99589"/>
                <a:gd name="connsiteX3" fmla="*/ 214266 w 307818"/>
                <a:gd name="connsiteY3" fmla="*/ 54321 h 99589"/>
                <a:gd name="connsiteX4" fmla="*/ 223319 w 307818"/>
                <a:gd name="connsiteY4" fmla="*/ 57339 h 99589"/>
                <a:gd name="connsiteX5" fmla="*/ 232373 w 307818"/>
                <a:gd name="connsiteY5" fmla="*/ 63375 h 99589"/>
                <a:gd name="connsiteX6" fmla="*/ 250480 w 307818"/>
                <a:gd name="connsiteY6" fmla="*/ 69410 h 99589"/>
                <a:gd name="connsiteX7" fmla="*/ 259533 w 307818"/>
                <a:gd name="connsiteY7" fmla="*/ 75446 h 99589"/>
                <a:gd name="connsiteX8" fmla="*/ 277640 w 307818"/>
                <a:gd name="connsiteY8" fmla="*/ 81482 h 99589"/>
                <a:gd name="connsiteX9" fmla="*/ 286694 w 307818"/>
                <a:gd name="connsiteY9" fmla="*/ 87517 h 99589"/>
                <a:gd name="connsiteX10" fmla="*/ 295747 w 307818"/>
                <a:gd name="connsiteY10" fmla="*/ 90535 h 99589"/>
                <a:gd name="connsiteX11" fmla="*/ 307818 w 307818"/>
                <a:gd name="connsiteY11" fmla="*/ 99589 h 99589"/>
                <a:gd name="connsiteX0" fmla="*/ 0 w 307818"/>
                <a:gd name="connsiteY0" fmla="*/ 0 h 99589"/>
                <a:gd name="connsiteX1" fmla="*/ 159945 w 307818"/>
                <a:gd name="connsiteY1" fmla="*/ 24143 h 99589"/>
                <a:gd name="connsiteX2" fmla="*/ 214266 w 307818"/>
                <a:gd name="connsiteY2" fmla="*/ 54321 h 99589"/>
                <a:gd name="connsiteX3" fmla="*/ 223319 w 307818"/>
                <a:gd name="connsiteY3" fmla="*/ 57339 h 99589"/>
                <a:gd name="connsiteX4" fmla="*/ 232373 w 307818"/>
                <a:gd name="connsiteY4" fmla="*/ 63375 h 99589"/>
                <a:gd name="connsiteX5" fmla="*/ 250480 w 307818"/>
                <a:gd name="connsiteY5" fmla="*/ 69410 h 99589"/>
                <a:gd name="connsiteX6" fmla="*/ 259533 w 307818"/>
                <a:gd name="connsiteY6" fmla="*/ 75446 h 99589"/>
                <a:gd name="connsiteX7" fmla="*/ 277640 w 307818"/>
                <a:gd name="connsiteY7" fmla="*/ 81482 h 99589"/>
                <a:gd name="connsiteX8" fmla="*/ 286694 w 307818"/>
                <a:gd name="connsiteY8" fmla="*/ 87517 h 99589"/>
                <a:gd name="connsiteX9" fmla="*/ 295747 w 307818"/>
                <a:gd name="connsiteY9" fmla="*/ 90535 h 99589"/>
                <a:gd name="connsiteX10" fmla="*/ 307818 w 307818"/>
                <a:gd name="connsiteY10" fmla="*/ 99589 h 99589"/>
                <a:gd name="connsiteX0" fmla="*/ 0 w 307818"/>
                <a:gd name="connsiteY0" fmla="*/ 0 h 99589"/>
                <a:gd name="connsiteX1" fmla="*/ 214266 w 307818"/>
                <a:gd name="connsiteY1" fmla="*/ 54321 h 99589"/>
                <a:gd name="connsiteX2" fmla="*/ 223319 w 307818"/>
                <a:gd name="connsiteY2" fmla="*/ 57339 h 99589"/>
                <a:gd name="connsiteX3" fmla="*/ 232373 w 307818"/>
                <a:gd name="connsiteY3" fmla="*/ 63375 h 99589"/>
                <a:gd name="connsiteX4" fmla="*/ 250480 w 307818"/>
                <a:gd name="connsiteY4" fmla="*/ 69410 h 99589"/>
                <a:gd name="connsiteX5" fmla="*/ 259533 w 307818"/>
                <a:gd name="connsiteY5" fmla="*/ 75446 h 99589"/>
                <a:gd name="connsiteX6" fmla="*/ 277640 w 307818"/>
                <a:gd name="connsiteY6" fmla="*/ 81482 h 99589"/>
                <a:gd name="connsiteX7" fmla="*/ 286694 w 307818"/>
                <a:gd name="connsiteY7" fmla="*/ 87517 h 99589"/>
                <a:gd name="connsiteX8" fmla="*/ 295747 w 307818"/>
                <a:gd name="connsiteY8" fmla="*/ 90535 h 99589"/>
                <a:gd name="connsiteX9" fmla="*/ 307818 w 307818"/>
                <a:gd name="connsiteY9" fmla="*/ 99589 h 99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7818" h="99589">
                  <a:moveTo>
                    <a:pt x="0" y="0"/>
                  </a:moveTo>
                  <a:lnTo>
                    <a:pt x="214266" y="54321"/>
                  </a:lnTo>
                  <a:cubicBezTo>
                    <a:pt x="251486" y="63877"/>
                    <a:pt x="220474" y="55916"/>
                    <a:pt x="223319" y="57339"/>
                  </a:cubicBezTo>
                  <a:cubicBezTo>
                    <a:pt x="226563" y="58961"/>
                    <a:pt x="229058" y="61902"/>
                    <a:pt x="232373" y="63375"/>
                  </a:cubicBezTo>
                  <a:cubicBezTo>
                    <a:pt x="238187" y="65959"/>
                    <a:pt x="250480" y="69410"/>
                    <a:pt x="250480" y="69410"/>
                  </a:cubicBezTo>
                  <a:cubicBezTo>
                    <a:pt x="253498" y="71422"/>
                    <a:pt x="256219" y="73973"/>
                    <a:pt x="259533" y="75446"/>
                  </a:cubicBezTo>
                  <a:cubicBezTo>
                    <a:pt x="265347" y="78030"/>
                    <a:pt x="272346" y="77953"/>
                    <a:pt x="277640" y="81482"/>
                  </a:cubicBezTo>
                  <a:cubicBezTo>
                    <a:pt x="280658" y="83494"/>
                    <a:pt x="283450" y="85895"/>
                    <a:pt x="286694" y="87517"/>
                  </a:cubicBezTo>
                  <a:cubicBezTo>
                    <a:pt x="289539" y="88939"/>
                    <a:pt x="292902" y="89112"/>
                    <a:pt x="295747" y="90535"/>
                  </a:cubicBezTo>
                  <a:cubicBezTo>
                    <a:pt x="302571" y="93947"/>
                    <a:pt x="303574" y="95345"/>
                    <a:pt x="307818" y="99589"/>
                  </a:cubicBezTo>
                </a:path>
              </a:pathLst>
            </a:custGeom>
            <a:noFill/>
            <a:ln w="57150" cap="rnd">
              <a:solidFill>
                <a:srgbClr val="DF5C7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5573916" y="5625219"/>
              <a:ext cx="425513" cy="248847"/>
            </a:xfrm>
            <a:custGeom>
              <a:avLst/>
              <a:gdLst>
                <a:gd name="connsiteX0" fmla="*/ 0 w 464744"/>
                <a:gd name="connsiteY0" fmla="*/ 0 h 241426"/>
                <a:gd name="connsiteX1" fmla="*/ 18107 w 464744"/>
                <a:gd name="connsiteY1" fmla="*/ 3018 h 241426"/>
                <a:gd name="connsiteX2" fmla="*/ 36214 w 464744"/>
                <a:gd name="connsiteY2" fmla="*/ 15089 h 241426"/>
                <a:gd name="connsiteX3" fmla="*/ 54321 w 464744"/>
                <a:gd name="connsiteY3" fmla="*/ 21125 h 241426"/>
                <a:gd name="connsiteX4" fmla="*/ 72428 w 464744"/>
                <a:gd name="connsiteY4" fmla="*/ 33196 h 241426"/>
                <a:gd name="connsiteX5" fmla="*/ 81481 w 464744"/>
                <a:gd name="connsiteY5" fmla="*/ 39231 h 241426"/>
                <a:gd name="connsiteX6" fmla="*/ 90534 w 464744"/>
                <a:gd name="connsiteY6" fmla="*/ 42249 h 241426"/>
                <a:gd name="connsiteX7" fmla="*/ 108641 w 464744"/>
                <a:gd name="connsiteY7" fmla="*/ 51303 h 241426"/>
                <a:gd name="connsiteX8" fmla="*/ 114677 w 464744"/>
                <a:gd name="connsiteY8" fmla="*/ 60356 h 241426"/>
                <a:gd name="connsiteX9" fmla="*/ 132784 w 464744"/>
                <a:gd name="connsiteY9" fmla="*/ 72428 h 241426"/>
                <a:gd name="connsiteX10" fmla="*/ 141837 w 464744"/>
                <a:gd name="connsiteY10" fmla="*/ 78463 h 241426"/>
                <a:gd name="connsiteX11" fmla="*/ 168998 w 464744"/>
                <a:gd name="connsiteY11" fmla="*/ 99588 h 241426"/>
                <a:gd name="connsiteX12" fmla="*/ 223319 w 464744"/>
                <a:gd name="connsiteY12" fmla="*/ 135802 h 241426"/>
                <a:gd name="connsiteX13" fmla="*/ 232372 w 464744"/>
                <a:gd name="connsiteY13" fmla="*/ 141837 h 241426"/>
                <a:gd name="connsiteX14" fmla="*/ 241426 w 464744"/>
                <a:gd name="connsiteY14" fmla="*/ 147873 h 241426"/>
                <a:gd name="connsiteX15" fmla="*/ 250479 w 464744"/>
                <a:gd name="connsiteY15" fmla="*/ 150891 h 241426"/>
                <a:gd name="connsiteX16" fmla="*/ 259533 w 464744"/>
                <a:gd name="connsiteY16" fmla="*/ 156927 h 241426"/>
                <a:gd name="connsiteX17" fmla="*/ 277639 w 464744"/>
                <a:gd name="connsiteY17" fmla="*/ 162962 h 241426"/>
                <a:gd name="connsiteX18" fmla="*/ 286693 w 464744"/>
                <a:gd name="connsiteY18" fmla="*/ 168998 h 241426"/>
                <a:gd name="connsiteX19" fmla="*/ 304800 w 464744"/>
                <a:gd name="connsiteY19" fmla="*/ 175033 h 241426"/>
                <a:gd name="connsiteX20" fmla="*/ 313853 w 464744"/>
                <a:gd name="connsiteY20" fmla="*/ 178051 h 241426"/>
                <a:gd name="connsiteX21" fmla="*/ 341014 w 464744"/>
                <a:gd name="connsiteY21" fmla="*/ 193140 h 241426"/>
                <a:gd name="connsiteX22" fmla="*/ 359121 w 464744"/>
                <a:gd name="connsiteY22" fmla="*/ 202194 h 241426"/>
                <a:gd name="connsiteX23" fmla="*/ 368174 w 464744"/>
                <a:gd name="connsiteY23" fmla="*/ 208230 h 241426"/>
                <a:gd name="connsiteX24" fmla="*/ 380245 w 464744"/>
                <a:gd name="connsiteY24" fmla="*/ 211247 h 241426"/>
                <a:gd name="connsiteX25" fmla="*/ 389299 w 464744"/>
                <a:gd name="connsiteY25" fmla="*/ 214265 h 241426"/>
                <a:gd name="connsiteX26" fmla="*/ 398352 w 464744"/>
                <a:gd name="connsiteY26" fmla="*/ 220301 h 241426"/>
                <a:gd name="connsiteX27" fmla="*/ 416459 w 464744"/>
                <a:gd name="connsiteY27" fmla="*/ 226336 h 241426"/>
                <a:gd name="connsiteX28" fmla="*/ 425513 w 464744"/>
                <a:gd name="connsiteY28" fmla="*/ 232372 h 241426"/>
                <a:gd name="connsiteX29" fmla="*/ 461727 w 464744"/>
                <a:gd name="connsiteY29" fmla="*/ 238408 h 241426"/>
                <a:gd name="connsiteX30" fmla="*/ 464744 w 464744"/>
                <a:gd name="connsiteY30" fmla="*/ 241426 h 241426"/>
                <a:gd name="connsiteX0" fmla="*/ 0 w 465344"/>
                <a:gd name="connsiteY0" fmla="*/ 0 h 249412"/>
                <a:gd name="connsiteX1" fmla="*/ 18107 w 465344"/>
                <a:gd name="connsiteY1" fmla="*/ 3018 h 249412"/>
                <a:gd name="connsiteX2" fmla="*/ 36214 w 465344"/>
                <a:gd name="connsiteY2" fmla="*/ 15089 h 249412"/>
                <a:gd name="connsiteX3" fmla="*/ 54321 w 465344"/>
                <a:gd name="connsiteY3" fmla="*/ 21125 h 249412"/>
                <a:gd name="connsiteX4" fmla="*/ 72428 w 465344"/>
                <a:gd name="connsiteY4" fmla="*/ 33196 h 249412"/>
                <a:gd name="connsiteX5" fmla="*/ 81481 w 465344"/>
                <a:gd name="connsiteY5" fmla="*/ 39231 h 249412"/>
                <a:gd name="connsiteX6" fmla="*/ 90534 w 465344"/>
                <a:gd name="connsiteY6" fmla="*/ 42249 h 249412"/>
                <a:gd name="connsiteX7" fmla="*/ 108641 w 465344"/>
                <a:gd name="connsiteY7" fmla="*/ 51303 h 249412"/>
                <a:gd name="connsiteX8" fmla="*/ 114677 w 465344"/>
                <a:gd name="connsiteY8" fmla="*/ 60356 h 249412"/>
                <a:gd name="connsiteX9" fmla="*/ 132784 w 465344"/>
                <a:gd name="connsiteY9" fmla="*/ 72428 h 249412"/>
                <a:gd name="connsiteX10" fmla="*/ 141837 w 465344"/>
                <a:gd name="connsiteY10" fmla="*/ 78463 h 249412"/>
                <a:gd name="connsiteX11" fmla="*/ 168998 w 465344"/>
                <a:gd name="connsiteY11" fmla="*/ 99588 h 249412"/>
                <a:gd name="connsiteX12" fmla="*/ 223319 w 465344"/>
                <a:gd name="connsiteY12" fmla="*/ 135802 h 249412"/>
                <a:gd name="connsiteX13" fmla="*/ 232372 w 465344"/>
                <a:gd name="connsiteY13" fmla="*/ 141837 h 249412"/>
                <a:gd name="connsiteX14" fmla="*/ 241426 w 465344"/>
                <a:gd name="connsiteY14" fmla="*/ 147873 h 249412"/>
                <a:gd name="connsiteX15" fmla="*/ 250479 w 465344"/>
                <a:gd name="connsiteY15" fmla="*/ 150891 h 249412"/>
                <a:gd name="connsiteX16" fmla="*/ 259533 w 465344"/>
                <a:gd name="connsiteY16" fmla="*/ 156927 h 249412"/>
                <a:gd name="connsiteX17" fmla="*/ 277639 w 465344"/>
                <a:gd name="connsiteY17" fmla="*/ 162962 h 249412"/>
                <a:gd name="connsiteX18" fmla="*/ 286693 w 465344"/>
                <a:gd name="connsiteY18" fmla="*/ 168998 h 249412"/>
                <a:gd name="connsiteX19" fmla="*/ 304800 w 465344"/>
                <a:gd name="connsiteY19" fmla="*/ 175033 h 249412"/>
                <a:gd name="connsiteX20" fmla="*/ 313853 w 465344"/>
                <a:gd name="connsiteY20" fmla="*/ 178051 h 249412"/>
                <a:gd name="connsiteX21" fmla="*/ 341014 w 465344"/>
                <a:gd name="connsiteY21" fmla="*/ 193140 h 249412"/>
                <a:gd name="connsiteX22" fmla="*/ 359121 w 465344"/>
                <a:gd name="connsiteY22" fmla="*/ 202194 h 249412"/>
                <a:gd name="connsiteX23" fmla="*/ 368174 w 465344"/>
                <a:gd name="connsiteY23" fmla="*/ 208230 h 249412"/>
                <a:gd name="connsiteX24" fmla="*/ 380245 w 465344"/>
                <a:gd name="connsiteY24" fmla="*/ 211247 h 249412"/>
                <a:gd name="connsiteX25" fmla="*/ 389299 w 465344"/>
                <a:gd name="connsiteY25" fmla="*/ 214265 h 249412"/>
                <a:gd name="connsiteX26" fmla="*/ 398352 w 465344"/>
                <a:gd name="connsiteY26" fmla="*/ 220301 h 249412"/>
                <a:gd name="connsiteX27" fmla="*/ 416459 w 465344"/>
                <a:gd name="connsiteY27" fmla="*/ 226336 h 249412"/>
                <a:gd name="connsiteX28" fmla="*/ 425513 w 465344"/>
                <a:gd name="connsiteY28" fmla="*/ 248847 h 249412"/>
                <a:gd name="connsiteX29" fmla="*/ 461727 w 465344"/>
                <a:gd name="connsiteY29" fmla="*/ 238408 h 249412"/>
                <a:gd name="connsiteX30" fmla="*/ 464744 w 465344"/>
                <a:gd name="connsiteY30" fmla="*/ 241426 h 249412"/>
                <a:gd name="connsiteX0" fmla="*/ 0 w 461727"/>
                <a:gd name="connsiteY0" fmla="*/ 0 h 249412"/>
                <a:gd name="connsiteX1" fmla="*/ 18107 w 461727"/>
                <a:gd name="connsiteY1" fmla="*/ 3018 h 249412"/>
                <a:gd name="connsiteX2" fmla="*/ 36214 w 461727"/>
                <a:gd name="connsiteY2" fmla="*/ 15089 h 249412"/>
                <a:gd name="connsiteX3" fmla="*/ 54321 w 461727"/>
                <a:gd name="connsiteY3" fmla="*/ 21125 h 249412"/>
                <a:gd name="connsiteX4" fmla="*/ 72428 w 461727"/>
                <a:gd name="connsiteY4" fmla="*/ 33196 h 249412"/>
                <a:gd name="connsiteX5" fmla="*/ 81481 w 461727"/>
                <a:gd name="connsiteY5" fmla="*/ 39231 h 249412"/>
                <a:gd name="connsiteX6" fmla="*/ 90534 w 461727"/>
                <a:gd name="connsiteY6" fmla="*/ 42249 h 249412"/>
                <a:gd name="connsiteX7" fmla="*/ 108641 w 461727"/>
                <a:gd name="connsiteY7" fmla="*/ 51303 h 249412"/>
                <a:gd name="connsiteX8" fmla="*/ 114677 w 461727"/>
                <a:gd name="connsiteY8" fmla="*/ 60356 h 249412"/>
                <a:gd name="connsiteX9" fmla="*/ 132784 w 461727"/>
                <a:gd name="connsiteY9" fmla="*/ 72428 h 249412"/>
                <a:gd name="connsiteX10" fmla="*/ 141837 w 461727"/>
                <a:gd name="connsiteY10" fmla="*/ 78463 h 249412"/>
                <a:gd name="connsiteX11" fmla="*/ 168998 w 461727"/>
                <a:gd name="connsiteY11" fmla="*/ 99588 h 249412"/>
                <a:gd name="connsiteX12" fmla="*/ 223319 w 461727"/>
                <a:gd name="connsiteY12" fmla="*/ 135802 h 249412"/>
                <a:gd name="connsiteX13" fmla="*/ 232372 w 461727"/>
                <a:gd name="connsiteY13" fmla="*/ 141837 h 249412"/>
                <a:gd name="connsiteX14" fmla="*/ 241426 w 461727"/>
                <a:gd name="connsiteY14" fmla="*/ 147873 h 249412"/>
                <a:gd name="connsiteX15" fmla="*/ 250479 w 461727"/>
                <a:gd name="connsiteY15" fmla="*/ 150891 h 249412"/>
                <a:gd name="connsiteX16" fmla="*/ 259533 w 461727"/>
                <a:gd name="connsiteY16" fmla="*/ 156927 h 249412"/>
                <a:gd name="connsiteX17" fmla="*/ 277639 w 461727"/>
                <a:gd name="connsiteY17" fmla="*/ 162962 h 249412"/>
                <a:gd name="connsiteX18" fmla="*/ 286693 w 461727"/>
                <a:gd name="connsiteY18" fmla="*/ 168998 h 249412"/>
                <a:gd name="connsiteX19" fmla="*/ 304800 w 461727"/>
                <a:gd name="connsiteY19" fmla="*/ 175033 h 249412"/>
                <a:gd name="connsiteX20" fmla="*/ 313853 w 461727"/>
                <a:gd name="connsiteY20" fmla="*/ 178051 h 249412"/>
                <a:gd name="connsiteX21" fmla="*/ 341014 w 461727"/>
                <a:gd name="connsiteY21" fmla="*/ 193140 h 249412"/>
                <a:gd name="connsiteX22" fmla="*/ 359121 w 461727"/>
                <a:gd name="connsiteY22" fmla="*/ 202194 h 249412"/>
                <a:gd name="connsiteX23" fmla="*/ 368174 w 461727"/>
                <a:gd name="connsiteY23" fmla="*/ 208230 h 249412"/>
                <a:gd name="connsiteX24" fmla="*/ 380245 w 461727"/>
                <a:gd name="connsiteY24" fmla="*/ 211247 h 249412"/>
                <a:gd name="connsiteX25" fmla="*/ 389299 w 461727"/>
                <a:gd name="connsiteY25" fmla="*/ 214265 h 249412"/>
                <a:gd name="connsiteX26" fmla="*/ 398352 w 461727"/>
                <a:gd name="connsiteY26" fmla="*/ 220301 h 249412"/>
                <a:gd name="connsiteX27" fmla="*/ 416459 w 461727"/>
                <a:gd name="connsiteY27" fmla="*/ 226336 h 249412"/>
                <a:gd name="connsiteX28" fmla="*/ 425513 w 461727"/>
                <a:gd name="connsiteY28" fmla="*/ 248847 h 249412"/>
                <a:gd name="connsiteX29" fmla="*/ 461727 w 461727"/>
                <a:gd name="connsiteY29" fmla="*/ 238408 h 249412"/>
                <a:gd name="connsiteX0" fmla="*/ 0 w 425513"/>
                <a:gd name="connsiteY0" fmla="*/ 0 h 248847"/>
                <a:gd name="connsiteX1" fmla="*/ 18107 w 425513"/>
                <a:gd name="connsiteY1" fmla="*/ 3018 h 248847"/>
                <a:gd name="connsiteX2" fmla="*/ 36214 w 425513"/>
                <a:gd name="connsiteY2" fmla="*/ 15089 h 248847"/>
                <a:gd name="connsiteX3" fmla="*/ 54321 w 425513"/>
                <a:gd name="connsiteY3" fmla="*/ 21125 h 248847"/>
                <a:gd name="connsiteX4" fmla="*/ 72428 w 425513"/>
                <a:gd name="connsiteY4" fmla="*/ 33196 h 248847"/>
                <a:gd name="connsiteX5" fmla="*/ 81481 w 425513"/>
                <a:gd name="connsiteY5" fmla="*/ 39231 h 248847"/>
                <a:gd name="connsiteX6" fmla="*/ 90534 w 425513"/>
                <a:gd name="connsiteY6" fmla="*/ 42249 h 248847"/>
                <a:gd name="connsiteX7" fmla="*/ 108641 w 425513"/>
                <a:gd name="connsiteY7" fmla="*/ 51303 h 248847"/>
                <a:gd name="connsiteX8" fmla="*/ 114677 w 425513"/>
                <a:gd name="connsiteY8" fmla="*/ 60356 h 248847"/>
                <a:gd name="connsiteX9" fmla="*/ 132784 w 425513"/>
                <a:gd name="connsiteY9" fmla="*/ 72428 h 248847"/>
                <a:gd name="connsiteX10" fmla="*/ 141837 w 425513"/>
                <a:gd name="connsiteY10" fmla="*/ 78463 h 248847"/>
                <a:gd name="connsiteX11" fmla="*/ 168998 w 425513"/>
                <a:gd name="connsiteY11" fmla="*/ 99588 h 248847"/>
                <a:gd name="connsiteX12" fmla="*/ 223319 w 425513"/>
                <a:gd name="connsiteY12" fmla="*/ 135802 h 248847"/>
                <a:gd name="connsiteX13" fmla="*/ 232372 w 425513"/>
                <a:gd name="connsiteY13" fmla="*/ 141837 h 248847"/>
                <a:gd name="connsiteX14" fmla="*/ 241426 w 425513"/>
                <a:gd name="connsiteY14" fmla="*/ 147873 h 248847"/>
                <a:gd name="connsiteX15" fmla="*/ 250479 w 425513"/>
                <a:gd name="connsiteY15" fmla="*/ 150891 h 248847"/>
                <a:gd name="connsiteX16" fmla="*/ 259533 w 425513"/>
                <a:gd name="connsiteY16" fmla="*/ 156927 h 248847"/>
                <a:gd name="connsiteX17" fmla="*/ 277639 w 425513"/>
                <a:gd name="connsiteY17" fmla="*/ 162962 h 248847"/>
                <a:gd name="connsiteX18" fmla="*/ 286693 w 425513"/>
                <a:gd name="connsiteY18" fmla="*/ 168998 h 248847"/>
                <a:gd name="connsiteX19" fmla="*/ 304800 w 425513"/>
                <a:gd name="connsiteY19" fmla="*/ 175033 h 248847"/>
                <a:gd name="connsiteX20" fmla="*/ 313853 w 425513"/>
                <a:gd name="connsiteY20" fmla="*/ 178051 h 248847"/>
                <a:gd name="connsiteX21" fmla="*/ 341014 w 425513"/>
                <a:gd name="connsiteY21" fmla="*/ 193140 h 248847"/>
                <a:gd name="connsiteX22" fmla="*/ 359121 w 425513"/>
                <a:gd name="connsiteY22" fmla="*/ 202194 h 248847"/>
                <a:gd name="connsiteX23" fmla="*/ 368174 w 425513"/>
                <a:gd name="connsiteY23" fmla="*/ 208230 h 248847"/>
                <a:gd name="connsiteX24" fmla="*/ 380245 w 425513"/>
                <a:gd name="connsiteY24" fmla="*/ 211247 h 248847"/>
                <a:gd name="connsiteX25" fmla="*/ 389299 w 425513"/>
                <a:gd name="connsiteY25" fmla="*/ 214265 h 248847"/>
                <a:gd name="connsiteX26" fmla="*/ 398352 w 425513"/>
                <a:gd name="connsiteY26" fmla="*/ 220301 h 248847"/>
                <a:gd name="connsiteX27" fmla="*/ 416459 w 425513"/>
                <a:gd name="connsiteY27" fmla="*/ 226336 h 248847"/>
                <a:gd name="connsiteX28" fmla="*/ 425513 w 425513"/>
                <a:gd name="connsiteY28" fmla="*/ 248847 h 248847"/>
                <a:gd name="connsiteX0" fmla="*/ 0 w 425513"/>
                <a:gd name="connsiteY0" fmla="*/ 0 h 248847"/>
                <a:gd name="connsiteX1" fmla="*/ 18107 w 425513"/>
                <a:gd name="connsiteY1" fmla="*/ 3018 h 248847"/>
                <a:gd name="connsiteX2" fmla="*/ 36214 w 425513"/>
                <a:gd name="connsiteY2" fmla="*/ 15089 h 248847"/>
                <a:gd name="connsiteX3" fmla="*/ 54321 w 425513"/>
                <a:gd name="connsiteY3" fmla="*/ 21125 h 248847"/>
                <a:gd name="connsiteX4" fmla="*/ 72428 w 425513"/>
                <a:gd name="connsiteY4" fmla="*/ 33196 h 248847"/>
                <a:gd name="connsiteX5" fmla="*/ 81481 w 425513"/>
                <a:gd name="connsiteY5" fmla="*/ 39231 h 248847"/>
                <a:gd name="connsiteX6" fmla="*/ 90534 w 425513"/>
                <a:gd name="connsiteY6" fmla="*/ 42249 h 248847"/>
                <a:gd name="connsiteX7" fmla="*/ 108641 w 425513"/>
                <a:gd name="connsiteY7" fmla="*/ 51303 h 248847"/>
                <a:gd name="connsiteX8" fmla="*/ 114677 w 425513"/>
                <a:gd name="connsiteY8" fmla="*/ 60356 h 248847"/>
                <a:gd name="connsiteX9" fmla="*/ 132784 w 425513"/>
                <a:gd name="connsiteY9" fmla="*/ 72428 h 248847"/>
                <a:gd name="connsiteX10" fmla="*/ 141837 w 425513"/>
                <a:gd name="connsiteY10" fmla="*/ 78463 h 248847"/>
                <a:gd name="connsiteX11" fmla="*/ 168998 w 425513"/>
                <a:gd name="connsiteY11" fmla="*/ 99588 h 248847"/>
                <a:gd name="connsiteX12" fmla="*/ 223319 w 425513"/>
                <a:gd name="connsiteY12" fmla="*/ 135802 h 248847"/>
                <a:gd name="connsiteX13" fmla="*/ 232372 w 425513"/>
                <a:gd name="connsiteY13" fmla="*/ 141837 h 248847"/>
                <a:gd name="connsiteX14" fmla="*/ 241426 w 425513"/>
                <a:gd name="connsiteY14" fmla="*/ 147873 h 248847"/>
                <a:gd name="connsiteX15" fmla="*/ 250479 w 425513"/>
                <a:gd name="connsiteY15" fmla="*/ 150891 h 248847"/>
                <a:gd name="connsiteX16" fmla="*/ 259533 w 425513"/>
                <a:gd name="connsiteY16" fmla="*/ 156927 h 248847"/>
                <a:gd name="connsiteX17" fmla="*/ 277639 w 425513"/>
                <a:gd name="connsiteY17" fmla="*/ 162962 h 248847"/>
                <a:gd name="connsiteX18" fmla="*/ 286693 w 425513"/>
                <a:gd name="connsiteY18" fmla="*/ 168998 h 248847"/>
                <a:gd name="connsiteX19" fmla="*/ 304800 w 425513"/>
                <a:gd name="connsiteY19" fmla="*/ 175033 h 248847"/>
                <a:gd name="connsiteX20" fmla="*/ 313853 w 425513"/>
                <a:gd name="connsiteY20" fmla="*/ 178051 h 248847"/>
                <a:gd name="connsiteX21" fmla="*/ 341014 w 425513"/>
                <a:gd name="connsiteY21" fmla="*/ 193140 h 248847"/>
                <a:gd name="connsiteX22" fmla="*/ 359121 w 425513"/>
                <a:gd name="connsiteY22" fmla="*/ 202194 h 248847"/>
                <a:gd name="connsiteX23" fmla="*/ 368174 w 425513"/>
                <a:gd name="connsiteY23" fmla="*/ 208230 h 248847"/>
                <a:gd name="connsiteX24" fmla="*/ 380245 w 425513"/>
                <a:gd name="connsiteY24" fmla="*/ 211247 h 248847"/>
                <a:gd name="connsiteX25" fmla="*/ 389299 w 425513"/>
                <a:gd name="connsiteY25" fmla="*/ 214265 h 248847"/>
                <a:gd name="connsiteX26" fmla="*/ 398352 w 425513"/>
                <a:gd name="connsiteY26" fmla="*/ 220301 h 248847"/>
                <a:gd name="connsiteX27" fmla="*/ 425513 w 425513"/>
                <a:gd name="connsiteY27" fmla="*/ 248847 h 248847"/>
                <a:gd name="connsiteX0" fmla="*/ 0 w 425513"/>
                <a:gd name="connsiteY0" fmla="*/ 0 h 248847"/>
                <a:gd name="connsiteX1" fmla="*/ 18107 w 425513"/>
                <a:gd name="connsiteY1" fmla="*/ 3018 h 248847"/>
                <a:gd name="connsiteX2" fmla="*/ 36214 w 425513"/>
                <a:gd name="connsiteY2" fmla="*/ 15089 h 248847"/>
                <a:gd name="connsiteX3" fmla="*/ 54321 w 425513"/>
                <a:gd name="connsiteY3" fmla="*/ 21125 h 248847"/>
                <a:gd name="connsiteX4" fmla="*/ 72428 w 425513"/>
                <a:gd name="connsiteY4" fmla="*/ 33196 h 248847"/>
                <a:gd name="connsiteX5" fmla="*/ 81481 w 425513"/>
                <a:gd name="connsiteY5" fmla="*/ 39231 h 248847"/>
                <a:gd name="connsiteX6" fmla="*/ 90534 w 425513"/>
                <a:gd name="connsiteY6" fmla="*/ 42249 h 248847"/>
                <a:gd name="connsiteX7" fmla="*/ 108641 w 425513"/>
                <a:gd name="connsiteY7" fmla="*/ 51303 h 248847"/>
                <a:gd name="connsiteX8" fmla="*/ 114677 w 425513"/>
                <a:gd name="connsiteY8" fmla="*/ 60356 h 248847"/>
                <a:gd name="connsiteX9" fmla="*/ 132784 w 425513"/>
                <a:gd name="connsiteY9" fmla="*/ 72428 h 248847"/>
                <a:gd name="connsiteX10" fmla="*/ 141837 w 425513"/>
                <a:gd name="connsiteY10" fmla="*/ 78463 h 248847"/>
                <a:gd name="connsiteX11" fmla="*/ 168998 w 425513"/>
                <a:gd name="connsiteY11" fmla="*/ 99588 h 248847"/>
                <a:gd name="connsiteX12" fmla="*/ 223319 w 425513"/>
                <a:gd name="connsiteY12" fmla="*/ 135802 h 248847"/>
                <a:gd name="connsiteX13" fmla="*/ 232372 w 425513"/>
                <a:gd name="connsiteY13" fmla="*/ 141837 h 248847"/>
                <a:gd name="connsiteX14" fmla="*/ 241426 w 425513"/>
                <a:gd name="connsiteY14" fmla="*/ 147873 h 248847"/>
                <a:gd name="connsiteX15" fmla="*/ 250479 w 425513"/>
                <a:gd name="connsiteY15" fmla="*/ 150891 h 248847"/>
                <a:gd name="connsiteX16" fmla="*/ 259533 w 425513"/>
                <a:gd name="connsiteY16" fmla="*/ 156927 h 248847"/>
                <a:gd name="connsiteX17" fmla="*/ 277639 w 425513"/>
                <a:gd name="connsiteY17" fmla="*/ 162962 h 248847"/>
                <a:gd name="connsiteX18" fmla="*/ 286693 w 425513"/>
                <a:gd name="connsiteY18" fmla="*/ 168998 h 248847"/>
                <a:gd name="connsiteX19" fmla="*/ 304800 w 425513"/>
                <a:gd name="connsiteY19" fmla="*/ 175033 h 248847"/>
                <a:gd name="connsiteX20" fmla="*/ 313853 w 425513"/>
                <a:gd name="connsiteY20" fmla="*/ 178051 h 248847"/>
                <a:gd name="connsiteX21" fmla="*/ 341014 w 425513"/>
                <a:gd name="connsiteY21" fmla="*/ 193140 h 248847"/>
                <a:gd name="connsiteX22" fmla="*/ 359121 w 425513"/>
                <a:gd name="connsiteY22" fmla="*/ 202194 h 248847"/>
                <a:gd name="connsiteX23" fmla="*/ 368174 w 425513"/>
                <a:gd name="connsiteY23" fmla="*/ 208230 h 248847"/>
                <a:gd name="connsiteX24" fmla="*/ 380245 w 425513"/>
                <a:gd name="connsiteY24" fmla="*/ 211247 h 248847"/>
                <a:gd name="connsiteX25" fmla="*/ 389299 w 425513"/>
                <a:gd name="connsiteY25" fmla="*/ 214265 h 248847"/>
                <a:gd name="connsiteX26" fmla="*/ 425513 w 425513"/>
                <a:gd name="connsiteY26" fmla="*/ 248847 h 248847"/>
                <a:gd name="connsiteX0" fmla="*/ 0 w 425513"/>
                <a:gd name="connsiteY0" fmla="*/ 0 h 248847"/>
                <a:gd name="connsiteX1" fmla="*/ 18107 w 425513"/>
                <a:gd name="connsiteY1" fmla="*/ 3018 h 248847"/>
                <a:gd name="connsiteX2" fmla="*/ 36214 w 425513"/>
                <a:gd name="connsiteY2" fmla="*/ 15089 h 248847"/>
                <a:gd name="connsiteX3" fmla="*/ 54321 w 425513"/>
                <a:gd name="connsiteY3" fmla="*/ 21125 h 248847"/>
                <a:gd name="connsiteX4" fmla="*/ 72428 w 425513"/>
                <a:gd name="connsiteY4" fmla="*/ 33196 h 248847"/>
                <a:gd name="connsiteX5" fmla="*/ 81481 w 425513"/>
                <a:gd name="connsiteY5" fmla="*/ 39231 h 248847"/>
                <a:gd name="connsiteX6" fmla="*/ 90534 w 425513"/>
                <a:gd name="connsiteY6" fmla="*/ 42249 h 248847"/>
                <a:gd name="connsiteX7" fmla="*/ 108641 w 425513"/>
                <a:gd name="connsiteY7" fmla="*/ 51303 h 248847"/>
                <a:gd name="connsiteX8" fmla="*/ 114677 w 425513"/>
                <a:gd name="connsiteY8" fmla="*/ 60356 h 248847"/>
                <a:gd name="connsiteX9" fmla="*/ 132784 w 425513"/>
                <a:gd name="connsiteY9" fmla="*/ 72428 h 248847"/>
                <a:gd name="connsiteX10" fmla="*/ 141837 w 425513"/>
                <a:gd name="connsiteY10" fmla="*/ 78463 h 248847"/>
                <a:gd name="connsiteX11" fmla="*/ 168998 w 425513"/>
                <a:gd name="connsiteY11" fmla="*/ 99588 h 248847"/>
                <a:gd name="connsiteX12" fmla="*/ 223319 w 425513"/>
                <a:gd name="connsiteY12" fmla="*/ 135802 h 248847"/>
                <a:gd name="connsiteX13" fmla="*/ 232372 w 425513"/>
                <a:gd name="connsiteY13" fmla="*/ 141837 h 248847"/>
                <a:gd name="connsiteX14" fmla="*/ 241426 w 425513"/>
                <a:gd name="connsiteY14" fmla="*/ 147873 h 248847"/>
                <a:gd name="connsiteX15" fmla="*/ 250479 w 425513"/>
                <a:gd name="connsiteY15" fmla="*/ 150891 h 248847"/>
                <a:gd name="connsiteX16" fmla="*/ 259533 w 425513"/>
                <a:gd name="connsiteY16" fmla="*/ 156927 h 248847"/>
                <a:gd name="connsiteX17" fmla="*/ 277639 w 425513"/>
                <a:gd name="connsiteY17" fmla="*/ 162962 h 248847"/>
                <a:gd name="connsiteX18" fmla="*/ 286693 w 425513"/>
                <a:gd name="connsiteY18" fmla="*/ 168998 h 248847"/>
                <a:gd name="connsiteX19" fmla="*/ 304800 w 425513"/>
                <a:gd name="connsiteY19" fmla="*/ 175033 h 248847"/>
                <a:gd name="connsiteX20" fmla="*/ 313853 w 425513"/>
                <a:gd name="connsiteY20" fmla="*/ 178051 h 248847"/>
                <a:gd name="connsiteX21" fmla="*/ 341014 w 425513"/>
                <a:gd name="connsiteY21" fmla="*/ 193140 h 248847"/>
                <a:gd name="connsiteX22" fmla="*/ 359121 w 425513"/>
                <a:gd name="connsiteY22" fmla="*/ 202194 h 248847"/>
                <a:gd name="connsiteX23" fmla="*/ 368174 w 425513"/>
                <a:gd name="connsiteY23" fmla="*/ 208230 h 248847"/>
                <a:gd name="connsiteX24" fmla="*/ 380245 w 425513"/>
                <a:gd name="connsiteY24" fmla="*/ 211247 h 248847"/>
                <a:gd name="connsiteX25" fmla="*/ 385180 w 425513"/>
                <a:gd name="connsiteY25" fmla="*/ 222503 h 248847"/>
                <a:gd name="connsiteX26" fmla="*/ 425513 w 425513"/>
                <a:gd name="connsiteY26" fmla="*/ 248847 h 248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25513" h="248847">
                  <a:moveTo>
                    <a:pt x="0" y="0"/>
                  </a:moveTo>
                  <a:cubicBezTo>
                    <a:pt x="6036" y="1006"/>
                    <a:pt x="12459" y="665"/>
                    <a:pt x="18107" y="3018"/>
                  </a:cubicBezTo>
                  <a:cubicBezTo>
                    <a:pt x="24803" y="5808"/>
                    <a:pt x="29332" y="12795"/>
                    <a:pt x="36214" y="15089"/>
                  </a:cubicBezTo>
                  <a:lnTo>
                    <a:pt x="54321" y="21125"/>
                  </a:lnTo>
                  <a:cubicBezTo>
                    <a:pt x="64928" y="37037"/>
                    <a:pt x="54240" y="25402"/>
                    <a:pt x="72428" y="33196"/>
                  </a:cubicBezTo>
                  <a:cubicBezTo>
                    <a:pt x="75762" y="34625"/>
                    <a:pt x="78237" y="37609"/>
                    <a:pt x="81481" y="39231"/>
                  </a:cubicBezTo>
                  <a:cubicBezTo>
                    <a:pt x="84326" y="40654"/>
                    <a:pt x="87689" y="40826"/>
                    <a:pt x="90534" y="42249"/>
                  </a:cubicBezTo>
                  <a:cubicBezTo>
                    <a:pt x="113934" y="53950"/>
                    <a:pt x="85887" y="43717"/>
                    <a:pt x="108641" y="51303"/>
                  </a:cubicBezTo>
                  <a:cubicBezTo>
                    <a:pt x="110653" y="54321"/>
                    <a:pt x="111947" y="57968"/>
                    <a:pt x="114677" y="60356"/>
                  </a:cubicBezTo>
                  <a:cubicBezTo>
                    <a:pt x="120136" y="65133"/>
                    <a:pt x="126748" y="68404"/>
                    <a:pt x="132784" y="72428"/>
                  </a:cubicBezTo>
                  <a:cubicBezTo>
                    <a:pt x="135802" y="74440"/>
                    <a:pt x="139273" y="75899"/>
                    <a:pt x="141837" y="78463"/>
                  </a:cubicBezTo>
                  <a:cubicBezTo>
                    <a:pt x="156021" y="92647"/>
                    <a:pt x="147338" y="85148"/>
                    <a:pt x="168998" y="99588"/>
                  </a:cubicBezTo>
                  <a:lnTo>
                    <a:pt x="223319" y="135802"/>
                  </a:lnTo>
                  <a:lnTo>
                    <a:pt x="232372" y="141837"/>
                  </a:lnTo>
                  <a:cubicBezTo>
                    <a:pt x="235390" y="143849"/>
                    <a:pt x="237985" y="146726"/>
                    <a:pt x="241426" y="147873"/>
                  </a:cubicBezTo>
                  <a:cubicBezTo>
                    <a:pt x="244444" y="148879"/>
                    <a:pt x="247634" y="149468"/>
                    <a:pt x="250479" y="150891"/>
                  </a:cubicBezTo>
                  <a:cubicBezTo>
                    <a:pt x="253723" y="152513"/>
                    <a:pt x="256218" y="155454"/>
                    <a:pt x="259533" y="156927"/>
                  </a:cubicBezTo>
                  <a:cubicBezTo>
                    <a:pt x="265346" y="159511"/>
                    <a:pt x="272346" y="159433"/>
                    <a:pt x="277639" y="162962"/>
                  </a:cubicBezTo>
                  <a:cubicBezTo>
                    <a:pt x="280657" y="164974"/>
                    <a:pt x="283378" y="167525"/>
                    <a:pt x="286693" y="168998"/>
                  </a:cubicBezTo>
                  <a:cubicBezTo>
                    <a:pt x="292507" y="171582"/>
                    <a:pt x="298764" y="173021"/>
                    <a:pt x="304800" y="175033"/>
                  </a:cubicBezTo>
                  <a:cubicBezTo>
                    <a:pt x="307818" y="176039"/>
                    <a:pt x="311206" y="176286"/>
                    <a:pt x="313853" y="178051"/>
                  </a:cubicBezTo>
                  <a:cubicBezTo>
                    <a:pt x="334607" y="191888"/>
                    <a:pt x="325078" y="187830"/>
                    <a:pt x="341014" y="193140"/>
                  </a:cubicBezTo>
                  <a:cubicBezTo>
                    <a:pt x="366957" y="210438"/>
                    <a:pt x="334133" y="189699"/>
                    <a:pt x="359121" y="202194"/>
                  </a:cubicBezTo>
                  <a:cubicBezTo>
                    <a:pt x="362365" y="203816"/>
                    <a:pt x="364840" y="206801"/>
                    <a:pt x="368174" y="208230"/>
                  </a:cubicBezTo>
                  <a:cubicBezTo>
                    <a:pt x="371986" y="209864"/>
                    <a:pt x="377411" y="208868"/>
                    <a:pt x="380245" y="211247"/>
                  </a:cubicBezTo>
                  <a:cubicBezTo>
                    <a:pt x="383079" y="213626"/>
                    <a:pt x="382162" y="221497"/>
                    <a:pt x="385180" y="222503"/>
                  </a:cubicBezTo>
                  <a:cubicBezTo>
                    <a:pt x="392725" y="228770"/>
                    <a:pt x="417969" y="241643"/>
                    <a:pt x="425513" y="248847"/>
                  </a:cubicBezTo>
                </a:path>
              </a:pathLst>
            </a:custGeom>
            <a:noFill/>
            <a:ln w="57150" cap="rnd">
              <a:solidFill>
                <a:srgbClr val="DF5C7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20"/>
            <p:cNvSpPr/>
            <p:nvPr/>
          </p:nvSpPr>
          <p:spPr>
            <a:xfrm>
              <a:off x="3926186" y="4529750"/>
              <a:ext cx="1539089" cy="1318789"/>
            </a:xfrm>
            <a:custGeom>
              <a:avLst/>
              <a:gdLst>
                <a:gd name="connsiteX0" fmla="*/ 0 w 1539089"/>
                <a:gd name="connsiteY0" fmla="*/ 135802 h 1318789"/>
                <a:gd name="connsiteX1" fmla="*/ 39232 w 1539089"/>
                <a:gd name="connsiteY1" fmla="*/ 114678 h 1318789"/>
                <a:gd name="connsiteX2" fmla="*/ 57339 w 1539089"/>
                <a:gd name="connsiteY2" fmla="*/ 108642 h 1318789"/>
                <a:gd name="connsiteX3" fmla="*/ 66392 w 1539089"/>
                <a:gd name="connsiteY3" fmla="*/ 102606 h 1318789"/>
                <a:gd name="connsiteX4" fmla="*/ 99588 w 1539089"/>
                <a:gd name="connsiteY4" fmla="*/ 93553 h 1318789"/>
                <a:gd name="connsiteX5" fmla="*/ 117695 w 1539089"/>
                <a:gd name="connsiteY5" fmla="*/ 84500 h 1318789"/>
                <a:gd name="connsiteX6" fmla="*/ 135802 w 1539089"/>
                <a:gd name="connsiteY6" fmla="*/ 75446 h 1318789"/>
                <a:gd name="connsiteX7" fmla="*/ 153909 w 1539089"/>
                <a:gd name="connsiteY7" fmla="*/ 66393 h 1318789"/>
                <a:gd name="connsiteX8" fmla="*/ 162963 w 1539089"/>
                <a:gd name="connsiteY8" fmla="*/ 60357 h 1318789"/>
                <a:gd name="connsiteX9" fmla="*/ 172016 w 1539089"/>
                <a:gd name="connsiteY9" fmla="*/ 51303 h 1318789"/>
                <a:gd name="connsiteX10" fmla="*/ 190123 w 1539089"/>
                <a:gd name="connsiteY10" fmla="*/ 45268 h 1318789"/>
                <a:gd name="connsiteX11" fmla="*/ 199176 w 1539089"/>
                <a:gd name="connsiteY11" fmla="*/ 39232 h 1318789"/>
                <a:gd name="connsiteX12" fmla="*/ 232372 w 1539089"/>
                <a:gd name="connsiteY12" fmla="*/ 33197 h 1318789"/>
                <a:gd name="connsiteX13" fmla="*/ 244444 w 1539089"/>
                <a:gd name="connsiteY13" fmla="*/ 30179 h 1318789"/>
                <a:gd name="connsiteX14" fmla="*/ 298764 w 1539089"/>
                <a:gd name="connsiteY14" fmla="*/ 24143 h 1318789"/>
                <a:gd name="connsiteX15" fmla="*/ 316871 w 1539089"/>
                <a:gd name="connsiteY15" fmla="*/ 18107 h 1318789"/>
                <a:gd name="connsiteX16" fmla="*/ 325925 w 1539089"/>
                <a:gd name="connsiteY16" fmla="*/ 15090 h 1318789"/>
                <a:gd name="connsiteX17" fmla="*/ 337996 w 1539089"/>
                <a:gd name="connsiteY17" fmla="*/ 12072 h 1318789"/>
                <a:gd name="connsiteX18" fmla="*/ 356103 w 1539089"/>
                <a:gd name="connsiteY18" fmla="*/ 6036 h 1318789"/>
                <a:gd name="connsiteX19" fmla="*/ 449656 w 1539089"/>
                <a:gd name="connsiteY19" fmla="*/ 0 h 1318789"/>
                <a:gd name="connsiteX20" fmla="*/ 685046 w 1539089"/>
                <a:gd name="connsiteY20" fmla="*/ 6036 h 1318789"/>
                <a:gd name="connsiteX21" fmla="*/ 709188 w 1539089"/>
                <a:gd name="connsiteY21" fmla="*/ 9054 h 1318789"/>
                <a:gd name="connsiteX22" fmla="*/ 727295 w 1539089"/>
                <a:gd name="connsiteY22" fmla="*/ 12072 h 1318789"/>
                <a:gd name="connsiteX23" fmla="*/ 766527 w 1539089"/>
                <a:gd name="connsiteY23" fmla="*/ 15090 h 1318789"/>
                <a:gd name="connsiteX24" fmla="*/ 808776 w 1539089"/>
                <a:gd name="connsiteY24" fmla="*/ 21125 h 1318789"/>
                <a:gd name="connsiteX25" fmla="*/ 841972 w 1539089"/>
                <a:gd name="connsiteY25" fmla="*/ 30179 h 1318789"/>
                <a:gd name="connsiteX26" fmla="*/ 860079 w 1539089"/>
                <a:gd name="connsiteY26" fmla="*/ 33197 h 1318789"/>
                <a:gd name="connsiteX27" fmla="*/ 878186 w 1539089"/>
                <a:gd name="connsiteY27" fmla="*/ 39232 h 1318789"/>
                <a:gd name="connsiteX28" fmla="*/ 893275 w 1539089"/>
                <a:gd name="connsiteY28" fmla="*/ 42250 h 1318789"/>
                <a:gd name="connsiteX29" fmla="*/ 914400 w 1539089"/>
                <a:gd name="connsiteY29" fmla="*/ 48286 h 1318789"/>
                <a:gd name="connsiteX30" fmla="*/ 932507 w 1539089"/>
                <a:gd name="connsiteY30" fmla="*/ 51303 h 1318789"/>
                <a:gd name="connsiteX31" fmla="*/ 953632 w 1539089"/>
                <a:gd name="connsiteY31" fmla="*/ 57339 h 1318789"/>
                <a:gd name="connsiteX32" fmla="*/ 980792 w 1539089"/>
                <a:gd name="connsiteY32" fmla="*/ 66393 h 1318789"/>
                <a:gd name="connsiteX33" fmla="*/ 998899 w 1539089"/>
                <a:gd name="connsiteY33" fmla="*/ 72428 h 1318789"/>
                <a:gd name="connsiteX34" fmla="*/ 1007953 w 1539089"/>
                <a:gd name="connsiteY34" fmla="*/ 78464 h 1318789"/>
                <a:gd name="connsiteX35" fmla="*/ 1026060 w 1539089"/>
                <a:gd name="connsiteY35" fmla="*/ 84500 h 1318789"/>
                <a:gd name="connsiteX36" fmla="*/ 1035113 w 1539089"/>
                <a:gd name="connsiteY36" fmla="*/ 93553 h 1318789"/>
                <a:gd name="connsiteX37" fmla="*/ 1044166 w 1539089"/>
                <a:gd name="connsiteY37" fmla="*/ 96571 h 1318789"/>
                <a:gd name="connsiteX38" fmla="*/ 1053220 w 1539089"/>
                <a:gd name="connsiteY38" fmla="*/ 102606 h 1318789"/>
                <a:gd name="connsiteX39" fmla="*/ 1062273 w 1539089"/>
                <a:gd name="connsiteY39" fmla="*/ 105624 h 1318789"/>
                <a:gd name="connsiteX40" fmla="*/ 1071327 w 1539089"/>
                <a:gd name="connsiteY40" fmla="*/ 111660 h 1318789"/>
                <a:gd name="connsiteX41" fmla="*/ 1080380 w 1539089"/>
                <a:gd name="connsiteY41" fmla="*/ 114678 h 1318789"/>
                <a:gd name="connsiteX42" fmla="*/ 1107541 w 1539089"/>
                <a:gd name="connsiteY42" fmla="*/ 132785 h 1318789"/>
                <a:gd name="connsiteX43" fmla="*/ 1116594 w 1539089"/>
                <a:gd name="connsiteY43" fmla="*/ 138820 h 1318789"/>
                <a:gd name="connsiteX44" fmla="*/ 1134701 w 1539089"/>
                <a:gd name="connsiteY44" fmla="*/ 150892 h 1318789"/>
                <a:gd name="connsiteX45" fmla="*/ 1152808 w 1539089"/>
                <a:gd name="connsiteY45" fmla="*/ 162963 h 1318789"/>
                <a:gd name="connsiteX46" fmla="*/ 1170915 w 1539089"/>
                <a:gd name="connsiteY46" fmla="*/ 172016 h 1318789"/>
                <a:gd name="connsiteX47" fmla="*/ 1189022 w 1539089"/>
                <a:gd name="connsiteY47" fmla="*/ 184088 h 1318789"/>
                <a:gd name="connsiteX48" fmla="*/ 1207129 w 1539089"/>
                <a:gd name="connsiteY48" fmla="*/ 190123 h 1318789"/>
                <a:gd name="connsiteX49" fmla="*/ 1225236 w 1539089"/>
                <a:gd name="connsiteY49" fmla="*/ 202195 h 1318789"/>
                <a:gd name="connsiteX50" fmla="*/ 1243343 w 1539089"/>
                <a:gd name="connsiteY50" fmla="*/ 214266 h 1318789"/>
                <a:gd name="connsiteX51" fmla="*/ 1261450 w 1539089"/>
                <a:gd name="connsiteY51" fmla="*/ 226337 h 1318789"/>
                <a:gd name="connsiteX52" fmla="*/ 1270503 w 1539089"/>
                <a:gd name="connsiteY52" fmla="*/ 232373 h 1318789"/>
                <a:gd name="connsiteX53" fmla="*/ 1279557 w 1539089"/>
                <a:gd name="connsiteY53" fmla="*/ 238408 h 1318789"/>
                <a:gd name="connsiteX54" fmla="*/ 1288610 w 1539089"/>
                <a:gd name="connsiteY54" fmla="*/ 247462 h 1318789"/>
                <a:gd name="connsiteX55" fmla="*/ 1306717 w 1539089"/>
                <a:gd name="connsiteY55" fmla="*/ 259533 h 1318789"/>
                <a:gd name="connsiteX56" fmla="*/ 1315770 w 1539089"/>
                <a:gd name="connsiteY56" fmla="*/ 265569 h 1318789"/>
                <a:gd name="connsiteX57" fmla="*/ 1333877 w 1539089"/>
                <a:gd name="connsiteY57" fmla="*/ 280658 h 1318789"/>
                <a:gd name="connsiteX58" fmla="*/ 1351984 w 1539089"/>
                <a:gd name="connsiteY58" fmla="*/ 295747 h 1318789"/>
                <a:gd name="connsiteX59" fmla="*/ 1361038 w 1539089"/>
                <a:gd name="connsiteY59" fmla="*/ 313854 h 1318789"/>
                <a:gd name="connsiteX60" fmla="*/ 1367073 w 1539089"/>
                <a:gd name="connsiteY60" fmla="*/ 322907 h 1318789"/>
                <a:gd name="connsiteX61" fmla="*/ 1376127 w 1539089"/>
                <a:gd name="connsiteY61" fmla="*/ 341014 h 1318789"/>
                <a:gd name="connsiteX62" fmla="*/ 1385180 w 1539089"/>
                <a:gd name="connsiteY62" fmla="*/ 359121 h 1318789"/>
                <a:gd name="connsiteX63" fmla="*/ 1397252 w 1539089"/>
                <a:gd name="connsiteY63" fmla="*/ 380246 h 1318789"/>
                <a:gd name="connsiteX64" fmla="*/ 1406305 w 1539089"/>
                <a:gd name="connsiteY64" fmla="*/ 398353 h 1318789"/>
                <a:gd name="connsiteX65" fmla="*/ 1412341 w 1539089"/>
                <a:gd name="connsiteY65" fmla="*/ 416460 h 1318789"/>
                <a:gd name="connsiteX66" fmla="*/ 1421394 w 1539089"/>
                <a:gd name="connsiteY66" fmla="*/ 434567 h 1318789"/>
                <a:gd name="connsiteX67" fmla="*/ 1427430 w 1539089"/>
                <a:gd name="connsiteY67" fmla="*/ 443620 h 1318789"/>
                <a:gd name="connsiteX68" fmla="*/ 1433465 w 1539089"/>
                <a:gd name="connsiteY68" fmla="*/ 461727 h 1318789"/>
                <a:gd name="connsiteX69" fmla="*/ 1439501 w 1539089"/>
                <a:gd name="connsiteY69" fmla="*/ 470781 h 1318789"/>
                <a:gd name="connsiteX70" fmla="*/ 1442519 w 1539089"/>
                <a:gd name="connsiteY70" fmla="*/ 479834 h 1318789"/>
                <a:gd name="connsiteX71" fmla="*/ 1454590 w 1539089"/>
                <a:gd name="connsiteY71" fmla="*/ 497941 h 1318789"/>
                <a:gd name="connsiteX72" fmla="*/ 1460626 w 1539089"/>
                <a:gd name="connsiteY72" fmla="*/ 506995 h 1318789"/>
                <a:gd name="connsiteX73" fmla="*/ 1463644 w 1539089"/>
                <a:gd name="connsiteY73" fmla="*/ 516048 h 1318789"/>
                <a:gd name="connsiteX74" fmla="*/ 1469679 w 1539089"/>
                <a:gd name="connsiteY74" fmla="*/ 525101 h 1318789"/>
                <a:gd name="connsiteX75" fmla="*/ 1475715 w 1539089"/>
                <a:gd name="connsiteY75" fmla="*/ 543208 h 1318789"/>
                <a:gd name="connsiteX76" fmla="*/ 1478733 w 1539089"/>
                <a:gd name="connsiteY76" fmla="*/ 552262 h 1318789"/>
                <a:gd name="connsiteX77" fmla="*/ 1487786 w 1539089"/>
                <a:gd name="connsiteY77" fmla="*/ 570369 h 1318789"/>
                <a:gd name="connsiteX78" fmla="*/ 1493822 w 1539089"/>
                <a:gd name="connsiteY78" fmla="*/ 579422 h 1318789"/>
                <a:gd name="connsiteX79" fmla="*/ 1505893 w 1539089"/>
                <a:gd name="connsiteY79" fmla="*/ 615636 h 1318789"/>
                <a:gd name="connsiteX80" fmla="*/ 1511929 w 1539089"/>
                <a:gd name="connsiteY80" fmla="*/ 633743 h 1318789"/>
                <a:gd name="connsiteX81" fmla="*/ 1520982 w 1539089"/>
                <a:gd name="connsiteY81" fmla="*/ 651850 h 1318789"/>
                <a:gd name="connsiteX82" fmla="*/ 1527018 w 1539089"/>
                <a:gd name="connsiteY82" fmla="*/ 679010 h 1318789"/>
                <a:gd name="connsiteX83" fmla="*/ 1533054 w 1539089"/>
                <a:gd name="connsiteY83" fmla="*/ 697117 h 1318789"/>
                <a:gd name="connsiteX84" fmla="*/ 1539089 w 1539089"/>
                <a:gd name="connsiteY84" fmla="*/ 757474 h 1318789"/>
                <a:gd name="connsiteX85" fmla="*/ 1536071 w 1539089"/>
                <a:gd name="connsiteY85" fmla="*/ 890258 h 1318789"/>
                <a:gd name="connsiteX86" fmla="*/ 1533054 w 1539089"/>
                <a:gd name="connsiteY86" fmla="*/ 902329 h 1318789"/>
                <a:gd name="connsiteX87" fmla="*/ 1530036 w 1539089"/>
                <a:gd name="connsiteY87" fmla="*/ 920436 h 1318789"/>
                <a:gd name="connsiteX88" fmla="*/ 1524000 w 1539089"/>
                <a:gd name="connsiteY88" fmla="*/ 938543 h 1318789"/>
                <a:gd name="connsiteX89" fmla="*/ 1520982 w 1539089"/>
                <a:gd name="connsiteY89" fmla="*/ 950614 h 1318789"/>
                <a:gd name="connsiteX90" fmla="*/ 1514947 w 1539089"/>
                <a:gd name="connsiteY90" fmla="*/ 968721 h 1318789"/>
                <a:gd name="connsiteX91" fmla="*/ 1511929 w 1539089"/>
                <a:gd name="connsiteY91" fmla="*/ 983810 h 1318789"/>
                <a:gd name="connsiteX92" fmla="*/ 1508911 w 1539089"/>
                <a:gd name="connsiteY92" fmla="*/ 1001917 h 1318789"/>
                <a:gd name="connsiteX93" fmla="*/ 1502875 w 1539089"/>
                <a:gd name="connsiteY93" fmla="*/ 1020024 h 1318789"/>
                <a:gd name="connsiteX94" fmla="*/ 1499858 w 1539089"/>
                <a:gd name="connsiteY94" fmla="*/ 1029078 h 1318789"/>
                <a:gd name="connsiteX95" fmla="*/ 1493822 w 1539089"/>
                <a:gd name="connsiteY95" fmla="*/ 1050202 h 1318789"/>
                <a:gd name="connsiteX96" fmla="*/ 1490804 w 1539089"/>
                <a:gd name="connsiteY96" fmla="*/ 1059256 h 1318789"/>
                <a:gd name="connsiteX97" fmla="*/ 1481751 w 1539089"/>
                <a:gd name="connsiteY97" fmla="*/ 1089434 h 1318789"/>
                <a:gd name="connsiteX98" fmla="*/ 1475715 w 1539089"/>
                <a:gd name="connsiteY98" fmla="*/ 1098488 h 1318789"/>
                <a:gd name="connsiteX99" fmla="*/ 1469679 w 1539089"/>
                <a:gd name="connsiteY99" fmla="*/ 1116595 h 1318789"/>
                <a:gd name="connsiteX100" fmla="*/ 1451572 w 1539089"/>
                <a:gd name="connsiteY100" fmla="*/ 1140737 h 1318789"/>
                <a:gd name="connsiteX101" fmla="*/ 1445537 w 1539089"/>
                <a:gd name="connsiteY101" fmla="*/ 1149791 h 1318789"/>
                <a:gd name="connsiteX102" fmla="*/ 1433465 w 1539089"/>
                <a:gd name="connsiteY102" fmla="*/ 1158844 h 1318789"/>
                <a:gd name="connsiteX103" fmla="*/ 1415359 w 1539089"/>
                <a:gd name="connsiteY103" fmla="*/ 1189022 h 1318789"/>
                <a:gd name="connsiteX104" fmla="*/ 1409323 w 1539089"/>
                <a:gd name="connsiteY104" fmla="*/ 1198076 h 1318789"/>
                <a:gd name="connsiteX105" fmla="*/ 1400269 w 1539089"/>
                <a:gd name="connsiteY105" fmla="*/ 1207129 h 1318789"/>
                <a:gd name="connsiteX106" fmla="*/ 1376127 w 1539089"/>
                <a:gd name="connsiteY106" fmla="*/ 1237307 h 1318789"/>
                <a:gd name="connsiteX107" fmla="*/ 1367073 w 1539089"/>
                <a:gd name="connsiteY107" fmla="*/ 1249379 h 1318789"/>
                <a:gd name="connsiteX108" fmla="*/ 1355002 w 1539089"/>
                <a:gd name="connsiteY108" fmla="*/ 1267486 h 1318789"/>
                <a:gd name="connsiteX109" fmla="*/ 1336895 w 1539089"/>
                <a:gd name="connsiteY109" fmla="*/ 1282575 h 1318789"/>
                <a:gd name="connsiteX110" fmla="*/ 1324824 w 1539089"/>
                <a:gd name="connsiteY110" fmla="*/ 1297664 h 1318789"/>
                <a:gd name="connsiteX111" fmla="*/ 1318788 w 1539089"/>
                <a:gd name="connsiteY111" fmla="*/ 1306717 h 1318789"/>
                <a:gd name="connsiteX112" fmla="*/ 1306717 w 1539089"/>
                <a:gd name="connsiteY112" fmla="*/ 1318789 h 1318789"/>
                <a:gd name="connsiteX0" fmla="*/ 0 w 1539089"/>
                <a:gd name="connsiteY0" fmla="*/ 135802 h 1318789"/>
                <a:gd name="connsiteX1" fmla="*/ 39232 w 1539089"/>
                <a:gd name="connsiteY1" fmla="*/ 114678 h 1318789"/>
                <a:gd name="connsiteX2" fmla="*/ 57339 w 1539089"/>
                <a:gd name="connsiteY2" fmla="*/ 108642 h 1318789"/>
                <a:gd name="connsiteX3" fmla="*/ 66392 w 1539089"/>
                <a:gd name="connsiteY3" fmla="*/ 102606 h 1318789"/>
                <a:gd name="connsiteX4" fmla="*/ 99588 w 1539089"/>
                <a:gd name="connsiteY4" fmla="*/ 93553 h 1318789"/>
                <a:gd name="connsiteX5" fmla="*/ 117695 w 1539089"/>
                <a:gd name="connsiteY5" fmla="*/ 84500 h 1318789"/>
                <a:gd name="connsiteX6" fmla="*/ 135802 w 1539089"/>
                <a:gd name="connsiteY6" fmla="*/ 75446 h 1318789"/>
                <a:gd name="connsiteX7" fmla="*/ 153909 w 1539089"/>
                <a:gd name="connsiteY7" fmla="*/ 66393 h 1318789"/>
                <a:gd name="connsiteX8" fmla="*/ 162963 w 1539089"/>
                <a:gd name="connsiteY8" fmla="*/ 60357 h 1318789"/>
                <a:gd name="connsiteX9" fmla="*/ 172016 w 1539089"/>
                <a:gd name="connsiteY9" fmla="*/ 51303 h 1318789"/>
                <a:gd name="connsiteX10" fmla="*/ 190123 w 1539089"/>
                <a:gd name="connsiteY10" fmla="*/ 45268 h 1318789"/>
                <a:gd name="connsiteX11" fmla="*/ 199176 w 1539089"/>
                <a:gd name="connsiteY11" fmla="*/ 39232 h 1318789"/>
                <a:gd name="connsiteX12" fmla="*/ 232372 w 1539089"/>
                <a:gd name="connsiteY12" fmla="*/ 33197 h 1318789"/>
                <a:gd name="connsiteX13" fmla="*/ 244444 w 1539089"/>
                <a:gd name="connsiteY13" fmla="*/ 30179 h 1318789"/>
                <a:gd name="connsiteX14" fmla="*/ 298764 w 1539089"/>
                <a:gd name="connsiteY14" fmla="*/ 24143 h 1318789"/>
                <a:gd name="connsiteX15" fmla="*/ 316871 w 1539089"/>
                <a:gd name="connsiteY15" fmla="*/ 18107 h 1318789"/>
                <a:gd name="connsiteX16" fmla="*/ 325925 w 1539089"/>
                <a:gd name="connsiteY16" fmla="*/ 15090 h 1318789"/>
                <a:gd name="connsiteX17" fmla="*/ 337996 w 1539089"/>
                <a:gd name="connsiteY17" fmla="*/ 12072 h 1318789"/>
                <a:gd name="connsiteX18" fmla="*/ 356103 w 1539089"/>
                <a:gd name="connsiteY18" fmla="*/ 6036 h 1318789"/>
                <a:gd name="connsiteX19" fmla="*/ 449656 w 1539089"/>
                <a:gd name="connsiteY19" fmla="*/ 0 h 1318789"/>
                <a:gd name="connsiteX20" fmla="*/ 685046 w 1539089"/>
                <a:gd name="connsiteY20" fmla="*/ 6036 h 1318789"/>
                <a:gd name="connsiteX21" fmla="*/ 709188 w 1539089"/>
                <a:gd name="connsiteY21" fmla="*/ 9054 h 1318789"/>
                <a:gd name="connsiteX22" fmla="*/ 727295 w 1539089"/>
                <a:gd name="connsiteY22" fmla="*/ 12072 h 1318789"/>
                <a:gd name="connsiteX23" fmla="*/ 766527 w 1539089"/>
                <a:gd name="connsiteY23" fmla="*/ 15090 h 1318789"/>
                <a:gd name="connsiteX24" fmla="*/ 808776 w 1539089"/>
                <a:gd name="connsiteY24" fmla="*/ 21125 h 1318789"/>
                <a:gd name="connsiteX25" fmla="*/ 841972 w 1539089"/>
                <a:gd name="connsiteY25" fmla="*/ 30179 h 1318789"/>
                <a:gd name="connsiteX26" fmla="*/ 860079 w 1539089"/>
                <a:gd name="connsiteY26" fmla="*/ 33197 h 1318789"/>
                <a:gd name="connsiteX27" fmla="*/ 878186 w 1539089"/>
                <a:gd name="connsiteY27" fmla="*/ 39232 h 1318789"/>
                <a:gd name="connsiteX28" fmla="*/ 893275 w 1539089"/>
                <a:gd name="connsiteY28" fmla="*/ 42250 h 1318789"/>
                <a:gd name="connsiteX29" fmla="*/ 914400 w 1539089"/>
                <a:gd name="connsiteY29" fmla="*/ 48286 h 1318789"/>
                <a:gd name="connsiteX30" fmla="*/ 932507 w 1539089"/>
                <a:gd name="connsiteY30" fmla="*/ 51303 h 1318789"/>
                <a:gd name="connsiteX31" fmla="*/ 953632 w 1539089"/>
                <a:gd name="connsiteY31" fmla="*/ 57339 h 1318789"/>
                <a:gd name="connsiteX32" fmla="*/ 980792 w 1539089"/>
                <a:gd name="connsiteY32" fmla="*/ 66393 h 1318789"/>
                <a:gd name="connsiteX33" fmla="*/ 998899 w 1539089"/>
                <a:gd name="connsiteY33" fmla="*/ 72428 h 1318789"/>
                <a:gd name="connsiteX34" fmla="*/ 1007953 w 1539089"/>
                <a:gd name="connsiteY34" fmla="*/ 78464 h 1318789"/>
                <a:gd name="connsiteX35" fmla="*/ 1026060 w 1539089"/>
                <a:gd name="connsiteY35" fmla="*/ 84500 h 1318789"/>
                <a:gd name="connsiteX36" fmla="*/ 1035113 w 1539089"/>
                <a:gd name="connsiteY36" fmla="*/ 93553 h 1318789"/>
                <a:gd name="connsiteX37" fmla="*/ 1044166 w 1539089"/>
                <a:gd name="connsiteY37" fmla="*/ 96571 h 1318789"/>
                <a:gd name="connsiteX38" fmla="*/ 1053220 w 1539089"/>
                <a:gd name="connsiteY38" fmla="*/ 102606 h 1318789"/>
                <a:gd name="connsiteX39" fmla="*/ 1062273 w 1539089"/>
                <a:gd name="connsiteY39" fmla="*/ 105624 h 1318789"/>
                <a:gd name="connsiteX40" fmla="*/ 1071327 w 1539089"/>
                <a:gd name="connsiteY40" fmla="*/ 111660 h 1318789"/>
                <a:gd name="connsiteX41" fmla="*/ 1080380 w 1539089"/>
                <a:gd name="connsiteY41" fmla="*/ 114678 h 1318789"/>
                <a:gd name="connsiteX42" fmla="*/ 1107541 w 1539089"/>
                <a:gd name="connsiteY42" fmla="*/ 132785 h 1318789"/>
                <a:gd name="connsiteX43" fmla="*/ 1116594 w 1539089"/>
                <a:gd name="connsiteY43" fmla="*/ 138820 h 1318789"/>
                <a:gd name="connsiteX44" fmla="*/ 1134701 w 1539089"/>
                <a:gd name="connsiteY44" fmla="*/ 150892 h 1318789"/>
                <a:gd name="connsiteX45" fmla="*/ 1152808 w 1539089"/>
                <a:gd name="connsiteY45" fmla="*/ 162963 h 1318789"/>
                <a:gd name="connsiteX46" fmla="*/ 1170915 w 1539089"/>
                <a:gd name="connsiteY46" fmla="*/ 172016 h 1318789"/>
                <a:gd name="connsiteX47" fmla="*/ 1189022 w 1539089"/>
                <a:gd name="connsiteY47" fmla="*/ 184088 h 1318789"/>
                <a:gd name="connsiteX48" fmla="*/ 1207129 w 1539089"/>
                <a:gd name="connsiteY48" fmla="*/ 190123 h 1318789"/>
                <a:gd name="connsiteX49" fmla="*/ 1225236 w 1539089"/>
                <a:gd name="connsiteY49" fmla="*/ 202195 h 1318789"/>
                <a:gd name="connsiteX50" fmla="*/ 1243343 w 1539089"/>
                <a:gd name="connsiteY50" fmla="*/ 214266 h 1318789"/>
                <a:gd name="connsiteX51" fmla="*/ 1261450 w 1539089"/>
                <a:gd name="connsiteY51" fmla="*/ 226337 h 1318789"/>
                <a:gd name="connsiteX52" fmla="*/ 1270503 w 1539089"/>
                <a:gd name="connsiteY52" fmla="*/ 232373 h 1318789"/>
                <a:gd name="connsiteX53" fmla="*/ 1279557 w 1539089"/>
                <a:gd name="connsiteY53" fmla="*/ 238408 h 1318789"/>
                <a:gd name="connsiteX54" fmla="*/ 1288610 w 1539089"/>
                <a:gd name="connsiteY54" fmla="*/ 247462 h 1318789"/>
                <a:gd name="connsiteX55" fmla="*/ 1306717 w 1539089"/>
                <a:gd name="connsiteY55" fmla="*/ 259533 h 1318789"/>
                <a:gd name="connsiteX56" fmla="*/ 1315770 w 1539089"/>
                <a:gd name="connsiteY56" fmla="*/ 265569 h 1318789"/>
                <a:gd name="connsiteX57" fmla="*/ 1351984 w 1539089"/>
                <a:gd name="connsiteY57" fmla="*/ 295747 h 1318789"/>
                <a:gd name="connsiteX58" fmla="*/ 1361038 w 1539089"/>
                <a:gd name="connsiteY58" fmla="*/ 313854 h 1318789"/>
                <a:gd name="connsiteX59" fmla="*/ 1367073 w 1539089"/>
                <a:gd name="connsiteY59" fmla="*/ 322907 h 1318789"/>
                <a:gd name="connsiteX60" fmla="*/ 1376127 w 1539089"/>
                <a:gd name="connsiteY60" fmla="*/ 341014 h 1318789"/>
                <a:gd name="connsiteX61" fmla="*/ 1385180 w 1539089"/>
                <a:gd name="connsiteY61" fmla="*/ 359121 h 1318789"/>
                <a:gd name="connsiteX62" fmla="*/ 1397252 w 1539089"/>
                <a:gd name="connsiteY62" fmla="*/ 380246 h 1318789"/>
                <a:gd name="connsiteX63" fmla="*/ 1406305 w 1539089"/>
                <a:gd name="connsiteY63" fmla="*/ 398353 h 1318789"/>
                <a:gd name="connsiteX64" fmla="*/ 1412341 w 1539089"/>
                <a:gd name="connsiteY64" fmla="*/ 416460 h 1318789"/>
                <a:gd name="connsiteX65" fmla="*/ 1421394 w 1539089"/>
                <a:gd name="connsiteY65" fmla="*/ 434567 h 1318789"/>
                <a:gd name="connsiteX66" fmla="*/ 1427430 w 1539089"/>
                <a:gd name="connsiteY66" fmla="*/ 443620 h 1318789"/>
                <a:gd name="connsiteX67" fmla="*/ 1433465 w 1539089"/>
                <a:gd name="connsiteY67" fmla="*/ 461727 h 1318789"/>
                <a:gd name="connsiteX68" fmla="*/ 1439501 w 1539089"/>
                <a:gd name="connsiteY68" fmla="*/ 470781 h 1318789"/>
                <a:gd name="connsiteX69" fmla="*/ 1442519 w 1539089"/>
                <a:gd name="connsiteY69" fmla="*/ 479834 h 1318789"/>
                <a:gd name="connsiteX70" fmla="*/ 1454590 w 1539089"/>
                <a:gd name="connsiteY70" fmla="*/ 497941 h 1318789"/>
                <a:gd name="connsiteX71" fmla="*/ 1460626 w 1539089"/>
                <a:gd name="connsiteY71" fmla="*/ 506995 h 1318789"/>
                <a:gd name="connsiteX72" fmla="*/ 1463644 w 1539089"/>
                <a:gd name="connsiteY72" fmla="*/ 516048 h 1318789"/>
                <a:gd name="connsiteX73" fmla="*/ 1469679 w 1539089"/>
                <a:gd name="connsiteY73" fmla="*/ 525101 h 1318789"/>
                <a:gd name="connsiteX74" fmla="*/ 1475715 w 1539089"/>
                <a:gd name="connsiteY74" fmla="*/ 543208 h 1318789"/>
                <a:gd name="connsiteX75" fmla="*/ 1478733 w 1539089"/>
                <a:gd name="connsiteY75" fmla="*/ 552262 h 1318789"/>
                <a:gd name="connsiteX76" fmla="*/ 1487786 w 1539089"/>
                <a:gd name="connsiteY76" fmla="*/ 570369 h 1318789"/>
                <a:gd name="connsiteX77" fmla="*/ 1493822 w 1539089"/>
                <a:gd name="connsiteY77" fmla="*/ 579422 h 1318789"/>
                <a:gd name="connsiteX78" fmla="*/ 1505893 w 1539089"/>
                <a:gd name="connsiteY78" fmla="*/ 615636 h 1318789"/>
                <a:gd name="connsiteX79" fmla="*/ 1511929 w 1539089"/>
                <a:gd name="connsiteY79" fmla="*/ 633743 h 1318789"/>
                <a:gd name="connsiteX80" fmla="*/ 1520982 w 1539089"/>
                <a:gd name="connsiteY80" fmla="*/ 651850 h 1318789"/>
                <a:gd name="connsiteX81" fmla="*/ 1527018 w 1539089"/>
                <a:gd name="connsiteY81" fmla="*/ 679010 h 1318789"/>
                <a:gd name="connsiteX82" fmla="*/ 1533054 w 1539089"/>
                <a:gd name="connsiteY82" fmla="*/ 697117 h 1318789"/>
                <a:gd name="connsiteX83" fmla="*/ 1539089 w 1539089"/>
                <a:gd name="connsiteY83" fmla="*/ 757474 h 1318789"/>
                <a:gd name="connsiteX84" fmla="*/ 1536071 w 1539089"/>
                <a:gd name="connsiteY84" fmla="*/ 890258 h 1318789"/>
                <a:gd name="connsiteX85" fmla="*/ 1533054 w 1539089"/>
                <a:gd name="connsiteY85" fmla="*/ 902329 h 1318789"/>
                <a:gd name="connsiteX86" fmla="*/ 1530036 w 1539089"/>
                <a:gd name="connsiteY86" fmla="*/ 920436 h 1318789"/>
                <a:gd name="connsiteX87" fmla="*/ 1524000 w 1539089"/>
                <a:gd name="connsiteY87" fmla="*/ 938543 h 1318789"/>
                <a:gd name="connsiteX88" fmla="*/ 1520982 w 1539089"/>
                <a:gd name="connsiteY88" fmla="*/ 950614 h 1318789"/>
                <a:gd name="connsiteX89" fmla="*/ 1514947 w 1539089"/>
                <a:gd name="connsiteY89" fmla="*/ 968721 h 1318789"/>
                <a:gd name="connsiteX90" fmla="*/ 1511929 w 1539089"/>
                <a:gd name="connsiteY90" fmla="*/ 983810 h 1318789"/>
                <a:gd name="connsiteX91" fmla="*/ 1508911 w 1539089"/>
                <a:gd name="connsiteY91" fmla="*/ 1001917 h 1318789"/>
                <a:gd name="connsiteX92" fmla="*/ 1502875 w 1539089"/>
                <a:gd name="connsiteY92" fmla="*/ 1020024 h 1318789"/>
                <a:gd name="connsiteX93" fmla="*/ 1499858 w 1539089"/>
                <a:gd name="connsiteY93" fmla="*/ 1029078 h 1318789"/>
                <a:gd name="connsiteX94" fmla="*/ 1493822 w 1539089"/>
                <a:gd name="connsiteY94" fmla="*/ 1050202 h 1318789"/>
                <a:gd name="connsiteX95" fmla="*/ 1490804 w 1539089"/>
                <a:gd name="connsiteY95" fmla="*/ 1059256 h 1318789"/>
                <a:gd name="connsiteX96" fmla="*/ 1481751 w 1539089"/>
                <a:gd name="connsiteY96" fmla="*/ 1089434 h 1318789"/>
                <a:gd name="connsiteX97" fmla="*/ 1475715 w 1539089"/>
                <a:gd name="connsiteY97" fmla="*/ 1098488 h 1318789"/>
                <a:gd name="connsiteX98" fmla="*/ 1469679 w 1539089"/>
                <a:gd name="connsiteY98" fmla="*/ 1116595 h 1318789"/>
                <a:gd name="connsiteX99" fmla="*/ 1451572 w 1539089"/>
                <a:gd name="connsiteY99" fmla="*/ 1140737 h 1318789"/>
                <a:gd name="connsiteX100" fmla="*/ 1445537 w 1539089"/>
                <a:gd name="connsiteY100" fmla="*/ 1149791 h 1318789"/>
                <a:gd name="connsiteX101" fmla="*/ 1433465 w 1539089"/>
                <a:gd name="connsiteY101" fmla="*/ 1158844 h 1318789"/>
                <a:gd name="connsiteX102" fmla="*/ 1415359 w 1539089"/>
                <a:gd name="connsiteY102" fmla="*/ 1189022 h 1318789"/>
                <a:gd name="connsiteX103" fmla="*/ 1409323 w 1539089"/>
                <a:gd name="connsiteY103" fmla="*/ 1198076 h 1318789"/>
                <a:gd name="connsiteX104" fmla="*/ 1400269 w 1539089"/>
                <a:gd name="connsiteY104" fmla="*/ 1207129 h 1318789"/>
                <a:gd name="connsiteX105" fmla="*/ 1376127 w 1539089"/>
                <a:gd name="connsiteY105" fmla="*/ 1237307 h 1318789"/>
                <a:gd name="connsiteX106" fmla="*/ 1367073 w 1539089"/>
                <a:gd name="connsiteY106" fmla="*/ 1249379 h 1318789"/>
                <a:gd name="connsiteX107" fmla="*/ 1355002 w 1539089"/>
                <a:gd name="connsiteY107" fmla="*/ 1267486 h 1318789"/>
                <a:gd name="connsiteX108" fmla="*/ 1336895 w 1539089"/>
                <a:gd name="connsiteY108" fmla="*/ 1282575 h 1318789"/>
                <a:gd name="connsiteX109" fmla="*/ 1324824 w 1539089"/>
                <a:gd name="connsiteY109" fmla="*/ 1297664 h 1318789"/>
                <a:gd name="connsiteX110" fmla="*/ 1318788 w 1539089"/>
                <a:gd name="connsiteY110" fmla="*/ 1306717 h 1318789"/>
                <a:gd name="connsiteX111" fmla="*/ 1306717 w 1539089"/>
                <a:gd name="connsiteY111" fmla="*/ 1318789 h 1318789"/>
                <a:gd name="connsiteX0" fmla="*/ 0 w 1539089"/>
                <a:gd name="connsiteY0" fmla="*/ 135802 h 1318789"/>
                <a:gd name="connsiteX1" fmla="*/ 39232 w 1539089"/>
                <a:gd name="connsiteY1" fmla="*/ 114678 h 1318789"/>
                <a:gd name="connsiteX2" fmla="*/ 57339 w 1539089"/>
                <a:gd name="connsiteY2" fmla="*/ 108642 h 1318789"/>
                <a:gd name="connsiteX3" fmla="*/ 66392 w 1539089"/>
                <a:gd name="connsiteY3" fmla="*/ 102606 h 1318789"/>
                <a:gd name="connsiteX4" fmla="*/ 99588 w 1539089"/>
                <a:gd name="connsiteY4" fmla="*/ 93553 h 1318789"/>
                <a:gd name="connsiteX5" fmla="*/ 117695 w 1539089"/>
                <a:gd name="connsiteY5" fmla="*/ 84500 h 1318789"/>
                <a:gd name="connsiteX6" fmla="*/ 135802 w 1539089"/>
                <a:gd name="connsiteY6" fmla="*/ 75446 h 1318789"/>
                <a:gd name="connsiteX7" fmla="*/ 153909 w 1539089"/>
                <a:gd name="connsiteY7" fmla="*/ 66393 h 1318789"/>
                <a:gd name="connsiteX8" fmla="*/ 162963 w 1539089"/>
                <a:gd name="connsiteY8" fmla="*/ 60357 h 1318789"/>
                <a:gd name="connsiteX9" fmla="*/ 172016 w 1539089"/>
                <a:gd name="connsiteY9" fmla="*/ 51303 h 1318789"/>
                <a:gd name="connsiteX10" fmla="*/ 190123 w 1539089"/>
                <a:gd name="connsiteY10" fmla="*/ 45268 h 1318789"/>
                <a:gd name="connsiteX11" fmla="*/ 199176 w 1539089"/>
                <a:gd name="connsiteY11" fmla="*/ 39232 h 1318789"/>
                <a:gd name="connsiteX12" fmla="*/ 232372 w 1539089"/>
                <a:gd name="connsiteY12" fmla="*/ 33197 h 1318789"/>
                <a:gd name="connsiteX13" fmla="*/ 244444 w 1539089"/>
                <a:gd name="connsiteY13" fmla="*/ 30179 h 1318789"/>
                <a:gd name="connsiteX14" fmla="*/ 298764 w 1539089"/>
                <a:gd name="connsiteY14" fmla="*/ 24143 h 1318789"/>
                <a:gd name="connsiteX15" fmla="*/ 316871 w 1539089"/>
                <a:gd name="connsiteY15" fmla="*/ 18107 h 1318789"/>
                <a:gd name="connsiteX16" fmla="*/ 325925 w 1539089"/>
                <a:gd name="connsiteY16" fmla="*/ 15090 h 1318789"/>
                <a:gd name="connsiteX17" fmla="*/ 337996 w 1539089"/>
                <a:gd name="connsiteY17" fmla="*/ 12072 h 1318789"/>
                <a:gd name="connsiteX18" fmla="*/ 356103 w 1539089"/>
                <a:gd name="connsiteY18" fmla="*/ 6036 h 1318789"/>
                <a:gd name="connsiteX19" fmla="*/ 449656 w 1539089"/>
                <a:gd name="connsiteY19" fmla="*/ 0 h 1318789"/>
                <a:gd name="connsiteX20" fmla="*/ 685046 w 1539089"/>
                <a:gd name="connsiteY20" fmla="*/ 6036 h 1318789"/>
                <a:gd name="connsiteX21" fmla="*/ 709188 w 1539089"/>
                <a:gd name="connsiteY21" fmla="*/ 9054 h 1318789"/>
                <a:gd name="connsiteX22" fmla="*/ 727295 w 1539089"/>
                <a:gd name="connsiteY22" fmla="*/ 12072 h 1318789"/>
                <a:gd name="connsiteX23" fmla="*/ 766527 w 1539089"/>
                <a:gd name="connsiteY23" fmla="*/ 15090 h 1318789"/>
                <a:gd name="connsiteX24" fmla="*/ 808776 w 1539089"/>
                <a:gd name="connsiteY24" fmla="*/ 21125 h 1318789"/>
                <a:gd name="connsiteX25" fmla="*/ 841972 w 1539089"/>
                <a:gd name="connsiteY25" fmla="*/ 30179 h 1318789"/>
                <a:gd name="connsiteX26" fmla="*/ 860079 w 1539089"/>
                <a:gd name="connsiteY26" fmla="*/ 33197 h 1318789"/>
                <a:gd name="connsiteX27" fmla="*/ 878186 w 1539089"/>
                <a:gd name="connsiteY27" fmla="*/ 39232 h 1318789"/>
                <a:gd name="connsiteX28" fmla="*/ 893275 w 1539089"/>
                <a:gd name="connsiteY28" fmla="*/ 42250 h 1318789"/>
                <a:gd name="connsiteX29" fmla="*/ 914400 w 1539089"/>
                <a:gd name="connsiteY29" fmla="*/ 48286 h 1318789"/>
                <a:gd name="connsiteX30" fmla="*/ 932507 w 1539089"/>
                <a:gd name="connsiteY30" fmla="*/ 51303 h 1318789"/>
                <a:gd name="connsiteX31" fmla="*/ 953632 w 1539089"/>
                <a:gd name="connsiteY31" fmla="*/ 57339 h 1318789"/>
                <a:gd name="connsiteX32" fmla="*/ 980792 w 1539089"/>
                <a:gd name="connsiteY32" fmla="*/ 66393 h 1318789"/>
                <a:gd name="connsiteX33" fmla="*/ 998899 w 1539089"/>
                <a:gd name="connsiteY33" fmla="*/ 72428 h 1318789"/>
                <a:gd name="connsiteX34" fmla="*/ 1007953 w 1539089"/>
                <a:gd name="connsiteY34" fmla="*/ 78464 h 1318789"/>
                <a:gd name="connsiteX35" fmla="*/ 1026060 w 1539089"/>
                <a:gd name="connsiteY35" fmla="*/ 84500 h 1318789"/>
                <a:gd name="connsiteX36" fmla="*/ 1035113 w 1539089"/>
                <a:gd name="connsiteY36" fmla="*/ 93553 h 1318789"/>
                <a:gd name="connsiteX37" fmla="*/ 1044166 w 1539089"/>
                <a:gd name="connsiteY37" fmla="*/ 96571 h 1318789"/>
                <a:gd name="connsiteX38" fmla="*/ 1053220 w 1539089"/>
                <a:gd name="connsiteY38" fmla="*/ 102606 h 1318789"/>
                <a:gd name="connsiteX39" fmla="*/ 1062273 w 1539089"/>
                <a:gd name="connsiteY39" fmla="*/ 105624 h 1318789"/>
                <a:gd name="connsiteX40" fmla="*/ 1071327 w 1539089"/>
                <a:gd name="connsiteY40" fmla="*/ 111660 h 1318789"/>
                <a:gd name="connsiteX41" fmla="*/ 1080380 w 1539089"/>
                <a:gd name="connsiteY41" fmla="*/ 114678 h 1318789"/>
                <a:gd name="connsiteX42" fmla="*/ 1107541 w 1539089"/>
                <a:gd name="connsiteY42" fmla="*/ 132785 h 1318789"/>
                <a:gd name="connsiteX43" fmla="*/ 1116594 w 1539089"/>
                <a:gd name="connsiteY43" fmla="*/ 138820 h 1318789"/>
                <a:gd name="connsiteX44" fmla="*/ 1134701 w 1539089"/>
                <a:gd name="connsiteY44" fmla="*/ 150892 h 1318789"/>
                <a:gd name="connsiteX45" fmla="*/ 1152808 w 1539089"/>
                <a:gd name="connsiteY45" fmla="*/ 162963 h 1318789"/>
                <a:gd name="connsiteX46" fmla="*/ 1170915 w 1539089"/>
                <a:gd name="connsiteY46" fmla="*/ 172016 h 1318789"/>
                <a:gd name="connsiteX47" fmla="*/ 1189022 w 1539089"/>
                <a:gd name="connsiteY47" fmla="*/ 184088 h 1318789"/>
                <a:gd name="connsiteX48" fmla="*/ 1207129 w 1539089"/>
                <a:gd name="connsiteY48" fmla="*/ 190123 h 1318789"/>
                <a:gd name="connsiteX49" fmla="*/ 1225236 w 1539089"/>
                <a:gd name="connsiteY49" fmla="*/ 202195 h 1318789"/>
                <a:gd name="connsiteX50" fmla="*/ 1243343 w 1539089"/>
                <a:gd name="connsiteY50" fmla="*/ 214266 h 1318789"/>
                <a:gd name="connsiteX51" fmla="*/ 1261450 w 1539089"/>
                <a:gd name="connsiteY51" fmla="*/ 226337 h 1318789"/>
                <a:gd name="connsiteX52" fmla="*/ 1270503 w 1539089"/>
                <a:gd name="connsiteY52" fmla="*/ 232373 h 1318789"/>
                <a:gd name="connsiteX53" fmla="*/ 1279557 w 1539089"/>
                <a:gd name="connsiteY53" fmla="*/ 238408 h 1318789"/>
                <a:gd name="connsiteX54" fmla="*/ 1288610 w 1539089"/>
                <a:gd name="connsiteY54" fmla="*/ 247462 h 1318789"/>
                <a:gd name="connsiteX55" fmla="*/ 1306717 w 1539089"/>
                <a:gd name="connsiteY55" fmla="*/ 259533 h 1318789"/>
                <a:gd name="connsiteX56" fmla="*/ 1351984 w 1539089"/>
                <a:gd name="connsiteY56" fmla="*/ 295747 h 1318789"/>
                <a:gd name="connsiteX57" fmla="*/ 1361038 w 1539089"/>
                <a:gd name="connsiteY57" fmla="*/ 313854 h 1318789"/>
                <a:gd name="connsiteX58" fmla="*/ 1367073 w 1539089"/>
                <a:gd name="connsiteY58" fmla="*/ 322907 h 1318789"/>
                <a:gd name="connsiteX59" fmla="*/ 1376127 w 1539089"/>
                <a:gd name="connsiteY59" fmla="*/ 341014 h 1318789"/>
                <a:gd name="connsiteX60" fmla="*/ 1385180 w 1539089"/>
                <a:gd name="connsiteY60" fmla="*/ 359121 h 1318789"/>
                <a:gd name="connsiteX61" fmla="*/ 1397252 w 1539089"/>
                <a:gd name="connsiteY61" fmla="*/ 380246 h 1318789"/>
                <a:gd name="connsiteX62" fmla="*/ 1406305 w 1539089"/>
                <a:gd name="connsiteY62" fmla="*/ 398353 h 1318789"/>
                <a:gd name="connsiteX63" fmla="*/ 1412341 w 1539089"/>
                <a:gd name="connsiteY63" fmla="*/ 416460 h 1318789"/>
                <a:gd name="connsiteX64" fmla="*/ 1421394 w 1539089"/>
                <a:gd name="connsiteY64" fmla="*/ 434567 h 1318789"/>
                <a:gd name="connsiteX65" fmla="*/ 1427430 w 1539089"/>
                <a:gd name="connsiteY65" fmla="*/ 443620 h 1318789"/>
                <a:gd name="connsiteX66" fmla="*/ 1433465 w 1539089"/>
                <a:gd name="connsiteY66" fmla="*/ 461727 h 1318789"/>
                <a:gd name="connsiteX67" fmla="*/ 1439501 w 1539089"/>
                <a:gd name="connsiteY67" fmla="*/ 470781 h 1318789"/>
                <a:gd name="connsiteX68" fmla="*/ 1442519 w 1539089"/>
                <a:gd name="connsiteY68" fmla="*/ 479834 h 1318789"/>
                <a:gd name="connsiteX69" fmla="*/ 1454590 w 1539089"/>
                <a:gd name="connsiteY69" fmla="*/ 497941 h 1318789"/>
                <a:gd name="connsiteX70" fmla="*/ 1460626 w 1539089"/>
                <a:gd name="connsiteY70" fmla="*/ 506995 h 1318789"/>
                <a:gd name="connsiteX71" fmla="*/ 1463644 w 1539089"/>
                <a:gd name="connsiteY71" fmla="*/ 516048 h 1318789"/>
                <a:gd name="connsiteX72" fmla="*/ 1469679 w 1539089"/>
                <a:gd name="connsiteY72" fmla="*/ 525101 h 1318789"/>
                <a:gd name="connsiteX73" fmla="*/ 1475715 w 1539089"/>
                <a:gd name="connsiteY73" fmla="*/ 543208 h 1318789"/>
                <a:gd name="connsiteX74" fmla="*/ 1478733 w 1539089"/>
                <a:gd name="connsiteY74" fmla="*/ 552262 h 1318789"/>
                <a:gd name="connsiteX75" fmla="*/ 1487786 w 1539089"/>
                <a:gd name="connsiteY75" fmla="*/ 570369 h 1318789"/>
                <a:gd name="connsiteX76" fmla="*/ 1493822 w 1539089"/>
                <a:gd name="connsiteY76" fmla="*/ 579422 h 1318789"/>
                <a:gd name="connsiteX77" fmla="*/ 1505893 w 1539089"/>
                <a:gd name="connsiteY77" fmla="*/ 615636 h 1318789"/>
                <a:gd name="connsiteX78" fmla="*/ 1511929 w 1539089"/>
                <a:gd name="connsiteY78" fmla="*/ 633743 h 1318789"/>
                <a:gd name="connsiteX79" fmla="*/ 1520982 w 1539089"/>
                <a:gd name="connsiteY79" fmla="*/ 651850 h 1318789"/>
                <a:gd name="connsiteX80" fmla="*/ 1527018 w 1539089"/>
                <a:gd name="connsiteY80" fmla="*/ 679010 h 1318789"/>
                <a:gd name="connsiteX81" fmla="*/ 1533054 w 1539089"/>
                <a:gd name="connsiteY81" fmla="*/ 697117 h 1318789"/>
                <a:gd name="connsiteX82" fmla="*/ 1539089 w 1539089"/>
                <a:gd name="connsiteY82" fmla="*/ 757474 h 1318789"/>
                <a:gd name="connsiteX83" fmla="*/ 1536071 w 1539089"/>
                <a:gd name="connsiteY83" fmla="*/ 890258 h 1318789"/>
                <a:gd name="connsiteX84" fmla="*/ 1533054 w 1539089"/>
                <a:gd name="connsiteY84" fmla="*/ 902329 h 1318789"/>
                <a:gd name="connsiteX85" fmla="*/ 1530036 w 1539089"/>
                <a:gd name="connsiteY85" fmla="*/ 920436 h 1318789"/>
                <a:gd name="connsiteX86" fmla="*/ 1524000 w 1539089"/>
                <a:gd name="connsiteY86" fmla="*/ 938543 h 1318789"/>
                <a:gd name="connsiteX87" fmla="*/ 1520982 w 1539089"/>
                <a:gd name="connsiteY87" fmla="*/ 950614 h 1318789"/>
                <a:gd name="connsiteX88" fmla="*/ 1514947 w 1539089"/>
                <a:gd name="connsiteY88" fmla="*/ 968721 h 1318789"/>
                <a:gd name="connsiteX89" fmla="*/ 1511929 w 1539089"/>
                <a:gd name="connsiteY89" fmla="*/ 983810 h 1318789"/>
                <a:gd name="connsiteX90" fmla="*/ 1508911 w 1539089"/>
                <a:gd name="connsiteY90" fmla="*/ 1001917 h 1318789"/>
                <a:gd name="connsiteX91" fmla="*/ 1502875 w 1539089"/>
                <a:gd name="connsiteY91" fmla="*/ 1020024 h 1318789"/>
                <a:gd name="connsiteX92" fmla="*/ 1499858 w 1539089"/>
                <a:gd name="connsiteY92" fmla="*/ 1029078 h 1318789"/>
                <a:gd name="connsiteX93" fmla="*/ 1493822 w 1539089"/>
                <a:gd name="connsiteY93" fmla="*/ 1050202 h 1318789"/>
                <a:gd name="connsiteX94" fmla="*/ 1490804 w 1539089"/>
                <a:gd name="connsiteY94" fmla="*/ 1059256 h 1318789"/>
                <a:gd name="connsiteX95" fmla="*/ 1481751 w 1539089"/>
                <a:gd name="connsiteY95" fmla="*/ 1089434 h 1318789"/>
                <a:gd name="connsiteX96" fmla="*/ 1475715 w 1539089"/>
                <a:gd name="connsiteY96" fmla="*/ 1098488 h 1318789"/>
                <a:gd name="connsiteX97" fmla="*/ 1469679 w 1539089"/>
                <a:gd name="connsiteY97" fmla="*/ 1116595 h 1318789"/>
                <a:gd name="connsiteX98" fmla="*/ 1451572 w 1539089"/>
                <a:gd name="connsiteY98" fmla="*/ 1140737 h 1318789"/>
                <a:gd name="connsiteX99" fmla="*/ 1445537 w 1539089"/>
                <a:gd name="connsiteY99" fmla="*/ 1149791 h 1318789"/>
                <a:gd name="connsiteX100" fmla="*/ 1433465 w 1539089"/>
                <a:gd name="connsiteY100" fmla="*/ 1158844 h 1318789"/>
                <a:gd name="connsiteX101" fmla="*/ 1415359 w 1539089"/>
                <a:gd name="connsiteY101" fmla="*/ 1189022 h 1318789"/>
                <a:gd name="connsiteX102" fmla="*/ 1409323 w 1539089"/>
                <a:gd name="connsiteY102" fmla="*/ 1198076 h 1318789"/>
                <a:gd name="connsiteX103" fmla="*/ 1400269 w 1539089"/>
                <a:gd name="connsiteY103" fmla="*/ 1207129 h 1318789"/>
                <a:gd name="connsiteX104" fmla="*/ 1376127 w 1539089"/>
                <a:gd name="connsiteY104" fmla="*/ 1237307 h 1318789"/>
                <a:gd name="connsiteX105" fmla="*/ 1367073 w 1539089"/>
                <a:gd name="connsiteY105" fmla="*/ 1249379 h 1318789"/>
                <a:gd name="connsiteX106" fmla="*/ 1355002 w 1539089"/>
                <a:gd name="connsiteY106" fmla="*/ 1267486 h 1318789"/>
                <a:gd name="connsiteX107" fmla="*/ 1336895 w 1539089"/>
                <a:gd name="connsiteY107" fmla="*/ 1282575 h 1318789"/>
                <a:gd name="connsiteX108" fmla="*/ 1324824 w 1539089"/>
                <a:gd name="connsiteY108" fmla="*/ 1297664 h 1318789"/>
                <a:gd name="connsiteX109" fmla="*/ 1318788 w 1539089"/>
                <a:gd name="connsiteY109" fmla="*/ 1306717 h 1318789"/>
                <a:gd name="connsiteX110" fmla="*/ 1306717 w 1539089"/>
                <a:gd name="connsiteY110" fmla="*/ 1318789 h 1318789"/>
                <a:gd name="connsiteX0" fmla="*/ 0 w 1539089"/>
                <a:gd name="connsiteY0" fmla="*/ 135802 h 1318789"/>
                <a:gd name="connsiteX1" fmla="*/ 39232 w 1539089"/>
                <a:gd name="connsiteY1" fmla="*/ 114678 h 1318789"/>
                <a:gd name="connsiteX2" fmla="*/ 57339 w 1539089"/>
                <a:gd name="connsiteY2" fmla="*/ 108642 h 1318789"/>
                <a:gd name="connsiteX3" fmla="*/ 66392 w 1539089"/>
                <a:gd name="connsiteY3" fmla="*/ 102606 h 1318789"/>
                <a:gd name="connsiteX4" fmla="*/ 99588 w 1539089"/>
                <a:gd name="connsiteY4" fmla="*/ 93553 h 1318789"/>
                <a:gd name="connsiteX5" fmla="*/ 117695 w 1539089"/>
                <a:gd name="connsiteY5" fmla="*/ 84500 h 1318789"/>
                <a:gd name="connsiteX6" fmla="*/ 135802 w 1539089"/>
                <a:gd name="connsiteY6" fmla="*/ 75446 h 1318789"/>
                <a:gd name="connsiteX7" fmla="*/ 153909 w 1539089"/>
                <a:gd name="connsiteY7" fmla="*/ 66393 h 1318789"/>
                <a:gd name="connsiteX8" fmla="*/ 162963 w 1539089"/>
                <a:gd name="connsiteY8" fmla="*/ 60357 h 1318789"/>
                <a:gd name="connsiteX9" fmla="*/ 172016 w 1539089"/>
                <a:gd name="connsiteY9" fmla="*/ 51303 h 1318789"/>
                <a:gd name="connsiteX10" fmla="*/ 190123 w 1539089"/>
                <a:gd name="connsiteY10" fmla="*/ 45268 h 1318789"/>
                <a:gd name="connsiteX11" fmla="*/ 199176 w 1539089"/>
                <a:gd name="connsiteY11" fmla="*/ 39232 h 1318789"/>
                <a:gd name="connsiteX12" fmla="*/ 232372 w 1539089"/>
                <a:gd name="connsiteY12" fmla="*/ 33197 h 1318789"/>
                <a:gd name="connsiteX13" fmla="*/ 244444 w 1539089"/>
                <a:gd name="connsiteY13" fmla="*/ 30179 h 1318789"/>
                <a:gd name="connsiteX14" fmla="*/ 298764 w 1539089"/>
                <a:gd name="connsiteY14" fmla="*/ 24143 h 1318789"/>
                <a:gd name="connsiteX15" fmla="*/ 316871 w 1539089"/>
                <a:gd name="connsiteY15" fmla="*/ 18107 h 1318789"/>
                <a:gd name="connsiteX16" fmla="*/ 325925 w 1539089"/>
                <a:gd name="connsiteY16" fmla="*/ 15090 h 1318789"/>
                <a:gd name="connsiteX17" fmla="*/ 337996 w 1539089"/>
                <a:gd name="connsiteY17" fmla="*/ 12072 h 1318789"/>
                <a:gd name="connsiteX18" fmla="*/ 356103 w 1539089"/>
                <a:gd name="connsiteY18" fmla="*/ 6036 h 1318789"/>
                <a:gd name="connsiteX19" fmla="*/ 449656 w 1539089"/>
                <a:gd name="connsiteY19" fmla="*/ 0 h 1318789"/>
                <a:gd name="connsiteX20" fmla="*/ 685046 w 1539089"/>
                <a:gd name="connsiteY20" fmla="*/ 6036 h 1318789"/>
                <a:gd name="connsiteX21" fmla="*/ 709188 w 1539089"/>
                <a:gd name="connsiteY21" fmla="*/ 9054 h 1318789"/>
                <a:gd name="connsiteX22" fmla="*/ 727295 w 1539089"/>
                <a:gd name="connsiteY22" fmla="*/ 12072 h 1318789"/>
                <a:gd name="connsiteX23" fmla="*/ 766527 w 1539089"/>
                <a:gd name="connsiteY23" fmla="*/ 15090 h 1318789"/>
                <a:gd name="connsiteX24" fmla="*/ 808776 w 1539089"/>
                <a:gd name="connsiteY24" fmla="*/ 21125 h 1318789"/>
                <a:gd name="connsiteX25" fmla="*/ 841972 w 1539089"/>
                <a:gd name="connsiteY25" fmla="*/ 30179 h 1318789"/>
                <a:gd name="connsiteX26" fmla="*/ 860079 w 1539089"/>
                <a:gd name="connsiteY26" fmla="*/ 33197 h 1318789"/>
                <a:gd name="connsiteX27" fmla="*/ 878186 w 1539089"/>
                <a:gd name="connsiteY27" fmla="*/ 39232 h 1318789"/>
                <a:gd name="connsiteX28" fmla="*/ 893275 w 1539089"/>
                <a:gd name="connsiteY28" fmla="*/ 42250 h 1318789"/>
                <a:gd name="connsiteX29" fmla="*/ 914400 w 1539089"/>
                <a:gd name="connsiteY29" fmla="*/ 48286 h 1318789"/>
                <a:gd name="connsiteX30" fmla="*/ 932507 w 1539089"/>
                <a:gd name="connsiteY30" fmla="*/ 51303 h 1318789"/>
                <a:gd name="connsiteX31" fmla="*/ 953632 w 1539089"/>
                <a:gd name="connsiteY31" fmla="*/ 57339 h 1318789"/>
                <a:gd name="connsiteX32" fmla="*/ 980792 w 1539089"/>
                <a:gd name="connsiteY32" fmla="*/ 66393 h 1318789"/>
                <a:gd name="connsiteX33" fmla="*/ 998899 w 1539089"/>
                <a:gd name="connsiteY33" fmla="*/ 72428 h 1318789"/>
                <a:gd name="connsiteX34" fmla="*/ 1007953 w 1539089"/>
                <a:gd name="connsiteY34" fmla="*/ 78464 h 1318789"/>
                <a:gd name="connsiteX35" fmla="*/ 1026060 w 1539089"/>
                <a:gd name="connsiteY35" fmla="*/ 84500 h 1318789"/>
                <a:gd name="connsiteX36" fmla="*/ 1035113 w 1539089"/>
                <a:gd name="connsiteY36" fmla="*/ 93553 h 1318789"/>
                <a:gd name="connsiteX37" fmla="*/ 1044166 w 1539089"/>
                <a:gd name="connsiteY37" fmla="*/ 96571 h 1318789"/>
                <a:gd name="connsiteX38" fmla="*/ 1053220 w 1539089"/>
                <a:gd name="connsiteY38" fmla="*/ 102606 h 1318789"/>
                <a:gd name="connsiteX39" fmla="*/ 1062273 w 1539089"/>
                <a:gd name="connsiteY39" fmla="*/ 105624 h 1318789"/>
                <a:gd name="connsiteX40" fmla="*/ 1071327 w 1539089"/>
                <a:gd name="connsiteY40" fmla="*/ 111660 h 1318789"/>
                <a:gd name="connsiteX41" fmla="*/ 1080380 w 1539089"/>
                <a:gd name="connsiteY41" fmla="*/ 114678 h 1318789"/>
                <a:gd name="connsiteX42" fmla="*/ 1107541 w 1539089"/>
                <a:gd name="connsiteY42" fmla="*/ 132785 h 1318789"/>
                <a:gd name="connsiteX43" fmla="*/ 1116594 w 1539089"/>
                <a:gd name="connsiteY43" fmla="*/ 138820 h 1318789"/>
                <a:gd name="connsiteX44" fmla="*/ 1134701 w 1539089"/>
                <a:gd name="connsiteY44" fmla="*/ 150892 h 1318789"/>
                <a:gd name="connsiteX45" fmla="*/ 1152808 w 1539089"/>
                <a:gd name="connsiteY45" fmla="*/ 162963 h 1318789"/>
                <a:gd name="connsiteX46" fmla="*/ 1170915 w 1539089"/>
                <a:gd name="connsiteY46" fmla="*/ 172016 h 1318789"/>
                <a:gd name="connsiteX47" fmla="*/ 1189022 w 1539089"/>
                <a:gd name="connsiteY47" fmla="*/ 184088 h 1318789"/>
                <a:gd name="connsiteX48" fmla="*/ 1207129 w 1539089"/>
                <a:gd name="connsiteY48" fmla="*/ 190123 h 1318789"/>
                <a:gd name="connsiteX49" fmla="*/ 1225236 w 1539089"/>
                <a:gd name="connsiteY49" fmla="*/ 202195 h 1318789"/>
                <a:gd name="connsiteX50" fmla="*/ 1243343 w 1539089"/>
                <a:gd name="connsiteY50" fmla="*/ 214266 h 1318789"/>
                <a:gd name="connsiteX51" fmla="*/ 1261450 w 1539089"/>
                <a:gd name="connsiteY51" fmla="*/ 226337 h 1318789"/>
                <a:gd name="connsiteX52" fmla="*/ 1270503 w 1539089"/>
                <a:gd name="connsiteY52" fmla="*/ 232373 h 1318789"/>
                <a:gd name="connsiteX53" fmla="*/ 1279557 w 1539089"/>
                <a:gd name="connsiteY53" fmla="*/ 238408 h 1318789"/>
                <a:gd name="connsiteX54" fmla="*/ 1288610 w 1539089"/>
                <a:gd name="connsiteY54" fmla="*/ 247462 h 1318789"/>
                <a:gd name="connsiteX55" fmla="*/ 1306717 w 1539089"/>
                <a:gd name="connsiteY55" fmla="*/ 259533 h 1318789"/>
                <a:gd name="connsiteX56" fmla="*/ 1351984 w 1539089"/>
                <a:gd name="connsiteY56" fmla="*/ 295747 h 1318789"/>
                <a:gd name="connsiteX57" fmla="*/ 1367073 w 1539089"/>
                <a:gd name="connsiteY57" fmla="*/ 322907 h 1318789"/>
                <a:gd name="connsiteX58" fmla="*/ 1376127 w 1539089"/>
                <a:gd name="connsiteY58" fmla="*/ 341014 h 1318789"/>
                <a:gd name="connsiteX59" fmla="*/ 1385180 w 1539089"/>
                <a:gd name="connsiteY59" fmla="*/ 359121 h 1318789"/>
                <a:gd name="connsiteX60" fmla="*/ 1397252 w 1539089"/>
                <a:gd name="connsiteY60" fmla="*/ 380246 h 1318789"/>
                <a:gd name="connsiteX61" fmla="*/ 1406305 w 1539089"/>
                <a:gd name="connsiteY61" fmla="*/ 398353 h 1318789"/>
                <a:gd name="connsiteX62" fmla="*/ 1412341 w 1539089"/>
                <a:gd name="connsiteY62" fmla="*/ 416460 h 1318789"/>
                <a:gd name="connsiteX63" fmla="*/ 1421394 w 1539089"/>
                <a:gd name="connsiteY63" fmla="*/ 434567 h 1318789"/>
                <a:gd name="connsiteX64" fmla="*/ 1427430 w 1539089"/>
                <a:gd name="connsiteY64" fmla="*/ 443620 h 1318789"/>
                <a:gd name="connsiteX65" fmla="*/ 1433465 w 1539089"/>
                <a:gd name="connsiteY65" fmla="*/ 461727 h 1318789"/>
                <a:gd name="connsiteX66" fmla="*/ 1439501 w 1539089"/>
                <a:gd name="connsiteY66" fmla="*/ 470781 h 1318789"/>
                <a:gd name="connsiteX67" fmla="*/ 1442519 w 1539089"/>
                <a:gd name="connsiteY67" fmla="*/ 479834 h 1318789"/>
                <a:gd name="connsiteX68" fmla="*/ 1454590 w 1539089"/>
                <a:gd name="connsiteY68" fmla="*/ 497941 h 1318789"/>
                <a:gd name="connsiteX69" fmla="*/ 1460626 w 1539089"/>
                <a:gd name="connsiteY69" fmla="*/ 506995 h 1318789"/>
                <a:gd name="connsiteX70" fmla="*/ 1463644 w 1539089"/>
                <a:gd name="connsiteY70" fmla="*/ 516048 h 1318789"/>
                <a:gd name="connsiteX71" fmla="*/ 1469679 w 1539089"/>
                <a:gd name="connsiteY71" fmla="*/ 525101 h 1318789"/>
                <a:gd name="connsiteX72" fmla="*/ 1475715 w 1539089"/>
                <a:gd name="connsiteY72" fmla="*/ 543208 h 1318789"/>
                <a:gd name="connsiteX73" fmla="*/ 1478733 w 1539089"/>
                <a:gd name="connsiteY73" fmla="*/ 552262 h 1318789"/>
                <a:gd name="connsiteX74" fmla="*/ 1487786 w 1539089"/>
                <a:gd name="connsiteY74" fmla="*/ 570369 h 1318789"/>
                <a:gd name="connsiteX75" fmla="*/ 1493822 w 1539089"/>
                <a:gd name="connsiteY75" fmla="*/ 579422 h 1318789"/>
                <a:gd name="connsiteX76" fmla="*/ 1505893 w 1539089"/>
                <a:gd name="connsiteY76" fmla="*/ 615636 h 1318789"/>
                <a:gd name="connsiteX77" fmla="*/ 1511929 w 1539089"/>
                <a:gd name="connsiteY77" fmla="*/ 633743 h 1318789"/>
                <a:gd name="connsiteX78" fmla="*/ 1520982 w 1539089"/>
                <a:gd name="connsiteY78" fmla="*/ 651850 h 1318789"/>
                <a:gd name="connsiteX79" fmla="*/ 1527018 w 1539089"/>
                <a:gd name="connsiteY79" fmla="*/ 679010 h 1318789"/>
                <a:gd name="connsiteX80" fmla="*/ 1533054 w 1539089"/>
                <a:gd name="connsiteY80" fmla="*/ 697117 h 1318789"/>
                <a:gd name="connsiteX81" fmla="*/ 1539089 w 1539089"/>
                <a:gd name="connsiteY81" fmla="*/ 757474 h 1318789"/>
                <a:gd name="connsiteX82" fmla="*/ 1536071 w 1539089"/>
                <a:gd name="connsiteY82" fmla="*/ 890258 h 1318789"/>
                <a:gd name="connsiteX83" fmla="*/ 1533054 w 1539089"/>
                <a:gd name="connsiteY83" fmla="*/ 902329 h 1318789"/>
                <a:gd name="connsiteX84" fmla="*/ 1530036 w 1539089"/>
                <a:gd name="connsiteY84" fmla="*/ 920436 h 1318789"/>
                <a:gd name="connsiteX85" fmla="*/ 1524000 w 1539089"/>
                <a:gd name="connsiteY85" fmla="*/ 938543 h 1318789"/>
                <a:gd name="connsiteX86" fmla="*/ 1520982 w 1539089"/>
                <a:gd name="connsiteY86" fmla="*/ 950614 h 1318789"/>
                <a:gd name="connsiteX87" fmla="*/ 1514947 w 1539089"/>
                <a:gd name="connsiteY87" fmla="*/ 968721 h 1318789"/>
                <a:gd name="connsiteX88" fmla="*/ 1511929 w 1539089"/>
                <a:gd name="connsiteY88" fmla="*/ 983810 h 1318789"/>
                <a:gd name="connsiteX89" fmla="*/ 1508911 w 1539089"/>
                <a:gd name="connsiteY89" fmla="*/ 1001917 h 1318789"/>
                <a:gd name="connsiteX90" fmla="*/ 1502875 w 1539089"/>
                <a:gd name="connsiteY90" fmla="*/ 1020024 h 1318789"/>
                <a:gd name="connsiteX91" fmla="*/ 1499858 w 1539089"/>
                <a:gd name="connsiteY91" fmla="*/ 1029078 h 1318789"/>
                <a:gd name="connsiteX92" fmla="*/ 1493822 w 1539089"/>
                <a:gd name="connsiteY92" fmla="*/ 1050202 h 1318789"/>
                <a:gd name="connsiteX93" fmla="*/ 1490804 w 1539089"/>
                <a:gd name="connsiteY93" fmla="*/ 1059256 h 1318789"/>
                <a:gd name="connsiteX94" fmla="*/ 1481751 w 1539089"/>
                <a:gd name="connsiteY94" fmla="*/ 1089434 h 1318789"/>
                <a:gd name="connsiteX95" fmla="*/ 1475715 w 1539089"/>
                <a:gd name="connsiteY95" fmla="*/ 1098488 h 1318789"/>
                <a:gd name="connsiteX96" fmla="*/ 1469679 w 1539089"/>
                <a:gd name="connsiteY96" fmla="*/ 1116595 h 1318789"/>
                <a:gd name="connsiteX97" fmla="*/ 1451572 w 1539089"/>
                <a:gd name="connsiteY97" fmla="*/ 1140737 h 1318789"/>
                <a:gd name="connsiteX98" fmla="*/ 1445537 w 1539089"/>
                <a:gd name="connsiteY98" fmla="*/ 1149791 h 1318789"/>
                <a:gd name="connsiteX99" fmla="*/ 1433465 w 1539089"/>
                <a:gd name="connsiteY99" fmla="*/ 1158844 h 1318789"/>
                <a:gd name="connsiteX100" fmla="*/ 1415359 w 1539089"/>
                <a:gd name="connsiteY100" fmla="*/ 1189022 h 1318789"/>
                <a:gd name="connsiteX101" fmla="*/ 1409323 w 1539089"/>
                <a:gd name="connsiteY101" fmla="*/ 1198076 h 1318789"/>
                <a:gd name="connsiteX102" fmla="*/ 1400269 w 1539089"/>
                <a:gd name="connsiteY102" fmla="*/ 1207129 h 1318789"/>
                <a:gd name="connsiteX103" fmla="*/ 1376127 w 1539089"/>
                <a:gd name="connsiteY103" fmla="*/ 1237307 h 1318789"/>
                <a:gd name="connsiteX104" fmla="*/ 1367073 w 1539089"/>
                <a:gd name="connsiteY104" fmla="*/ 1249379 h 1318789"/>
                <a:gd name="connsiteX105" fmla="*/ 1355002 w 1539089"/>
                <a:gd name="connsiteY105" fmla="*/ 1267486 h 1318789"/>
                <a:gd name="connsiteX106" fmla="*/ 1336895 w 1539089"/>
                <a:gd name="connsiteY106" fmla="*/ 1282575 h 1318789"/>
                <a:gd name="connsiteX107" fmla="*/ 1324824 w 1539089"/>
                <a:gd name="connsiteY107" fmla="*/ 1297664 h 1318789"/>
                <a:gd name="connsiteX108" fmla="*/ 1318788 w 1539089"/>
                <a:gd name="connsiteY108" fmla="*/ 1306717 h 1318789"/>
                <a:gd name="connsiteX109" fmla="*/ 1306717 w 1539089"/>
                <a:gd name="connsiteY109" fmla="*/ 1318789 h 1318789"/>
                <a:gd name="connsiteX0" fmla="*/ 0 w 1539089"/>
                <a:gd name="connsiteY0" fmla="*/ 135802 h 1318789"/>
                <a:gd name="connsiteX1" fmla="*/ 39232 w 1539089"/>
                <a:gd name="connsiteY1" fmla="*/ 114678 h 1318789"/>
                <a:gd name="connsiteX2" fmla="*/ 57339 w 1539089"/>
                <a:gd name="connsiteY2" fmla="*/ 108642 h 1318789"/>
                <a:gd name="connsiteX3" fmla="*/ 66392 w 1539089"/>
                <a:gd name="connsiteY3" fmla="*/ 102606 h 1318789"/>
                <a:gd name="connsiteX4" fmla="*/ 99588 w 1539089"/>
                <a:gd name="connsiteY4" fmla="*/ 93553 h 1318789"/>
                <a:gd name="connsiteX5" fmla="*/ 117695 w 1539089"/>
                <a:gd name="connsiteY5" fmla="*/ 84500 h 1318789"/>
                <a:gd name="connsiteX6" fmla="*/ 135802 w 1539089"/>
                <a:gd name="connsiteY6" fmla="*/ 75446 h 1318789"/>
                <a:gd name="connsiteX7" fmla="*/ 153909 w 1539089"/>
                <a:gd name="connsiteY7" fmla="*/ 66393 h 1318789"/>
                <a:gd name="connsiteX8" fmla="*/ 162963 w 1539089"/>
                <a:gd name="connsiteY8" fmla="*/ 60357 h 1318789"/>
                <a:gd name="connsiteX9" fmla="*/ 172016 w 1539089"/>
                <a:gd name="connsiteY9" fmla="*/ 51303 h 1318789"/>
                <a:gd name="connsiteX10" fmla="*/ 190123 w 1539089"/>
                <a:gd name="connsiteY10" fmla="*/ 45268 h 1318789"/>
                <a:gd name="connsiteX11" fmla="*/ 199176 w 1539089"/>
                <a:gd name="connsiteY11" fmla="*/ 39232 h 1318789"/>
                <a:gd name="connsiteX12" fmla="*/ 232372 w 1539089"/>
                <a:gd name="connsiteY12" fmla="*/ 33197 h 1318789"/>
                <a:gd name="connsiteX13" fmla="*/ 244444 w 1539089"/>
                <a:gd name="connsiteY13" fmla="*/ 30179 h 1318789"/>
                <a:gd name="connsiteX14" fmla="*/ 298764 w 1539089"/>
                <a:gd name="connsiteY14" fmla="*/ 24143 h 1318789"/>
                <a:gd name="connsiteX15" fmla="*/ 316871 w 1539089"/>
                <a:gd name="connsiteY15" fmla="*/ 18107 h 1318789"/>
                <a:gd name="connsiteX16" fmla="*/ 325925 w 1539089"/>
                <a:gd name="connsiteY16" fmla="*/ 15090 h 1318789"/>
                <a:gd name="connsiteX17" fmla="*/ 337996 w 1539089"/>
                <a:gd name="connsiteY17" fmla="*/ 12072 h 1318789"/>
                <a:gd name="connsiteX18" fmla="*/ 356103 w 1539089"/>
                <a:gd name="connsiteY18" fmla="*/ 6036 h 1318789"/>
                <a:gd name="connsiteX19" fmla="*/ 449656 w 1539089"/>
                <a:gd name="connsiteY19" fmla="*/ 0 h 1318789"/>
                <a:gd name="connsiteX20" fmla="*/ 685046 w 1539089"/>
                <a:gd name="connsiteY20" fmla="*/ 6036 h 1318789"/>
                <a:gd name="connsiteX21" fmla="*/ 709188 w 1539089"/>
                <a:gd name="connsiteY21" fmla="*/ 9054 h 1318789"/>
                <a:gd name="connsiteX22" fmla="*/ 727295 w 1539089"/>
                <a:gd name="connsiteY22" fmla="*/ 12072 h 1318789"/>
                <a:gd name="connsiteX23" fmla="*/ 766527 w 1539089"/>
                <a:gd name="connsiteY23" fmla="*/ 15090 h 1318789"/>
                <a:gd name="connsiteX24" fmla="*/ 808776 w 1539089"/>
                <a:gd name="connsiteY24" fmla="*/ 21125 h 1318789"/>
                <a:gd name="connsiteX25" fmla="*/ 841972 w 1539089"/>
                <a:gd name="connsiteY25" fmla="*/ 30179 h 1318789"/>
                <a:gd name="connsiteX26" fmla="*/ 860079 w 1539089"/>
                <a:gd name="connsiteY26" fmla="*/ 33197 h 1318789"/>
                <a:gd name="connsiteX27" fmla="*/ 878186 w 1539089"/>
                <a:gd name="connsiteY27" fmla="*/ 39232 h 1318789"/>
                <a:gd name="connsiteX28" fmla="*/ 893275 w 1539089"/>
                <a:gd name="connsiteY28" fmla="*/ 42250 h 1318789"/>
                <a:gd name="connsiteX29" fmla="*/ 914400 w 1539089"/>
                <a:gd name="connsiteY29" fmla="*/ 48286 h 1318789"/>
                <a:gd name="connsiteX30" fmla="*/ 932507 w 1539089"/>
                <a:gd name="connsiteY30" fmla="*/ 51303 h 1318789"/>
                <a:gd name="connsiteX31" fmla="*/ 953632 w 1539089"/>
                <a:gd name="connsiteY31" fmla="*/ 57339 h 1318789"/>
                <a:gd name="connsiteX32" fmla="*/ 980792 w 1539089"/>
                <a:gd name="connsiteY32" fmla="*/ 66393 h 1318789"/>
                <a:gd name="connsiteX33" fmla="*/ 998899 w 1539089"/>
                <a:gd name="connsiteY33" fmla="*/ 72428 h 1318789"/>
                <a:gd name="connsiteX34" fmla="*/ 1007953 w 1539089"/>
                <a:gd name="connsiteY34" fmla="*/ 78464 h 1318789"/>
                <a:gd name="connsiteX35" fmla="*/ 1026060 w 1539089"/>
                <a:gd name="connsiteY35" fmla="*/ 84500 h 1318789"/>
                <a:gd name="connsiteX36" fmla="*/ 1035113 w 1539089"/>
                <a:gd name="connsiteY36" fmla="*/ 93553 h 1318789"/>
                <a:gd name="connsiteX37" fmla="*/ 1044166 w 1539089"/>
                <a:gd name="connsiteY37" fmla="*/ 96571 h 1318789"/>
                <a:gd name="connsiteX38" fmla="*/ 1053220 w 1539089"/>
                <a:gd name="connsiteY38" fmla="*/ 102606 h 1318789"/>
                <a:gd name="connsiteX39" fmla="*/ 1062273 w 1539089"/>
                <a:gd name="connsiteY39" fmla="*/ 105624 h 1318789"/>
                <a:gd name="connsiteX40" fmla="*/ 1071327 w 1539089"/>
                <a:gd name="connsiteY40" fmla="*/ 111660 h 1318789"/>
                <a:gd name="connsiteX41" fmla="*/ 1080380 w 1539089"/>
                <a:gd name="connsiteY41" fmla="*/ 114678 h 1318789"/>
                <a:gd name="connsiteX42" fmla="*/ 1107541 w 1539089"/>
                <a:gd name="connsiteY42" fmla="*/ 132785 h 1318789"/>
                <a:gd name="connsiteX43" fmla="*/ 1116594 w 1539089"/>
                <a:gd name="connsiteY43" fmla="*/ 138820 h 1318789"/>
                <a:gd name="connsiteX44" fmla="*/ 1134701 w 1539089"/>
                <a:gd name="connsiteY44" fmla="*/ 150892 h 1318789"/>
                <a:gd name="connsiteX45" fmla="*/ 1152808 w 1539089"/>
                <a:gd name="connsiteY45" fmla="*/ 162963 h 1318789"/>
                <a:gd name="connsiteX46" fmla="*/ 1170915 w 1539089"/>
                <a:gd name="connsiteY46" fmla="*/ 172016 h 1318789"/>
                <a:gd name="connsiteX47" fmla="*/ 1189022 w 1539089"/>
                <a:gd name="connsiteY47" fmla="*/ 184088 h 1318789"/>
                <a:gd name="connsiteX48" fmla="*/ 1207129 w 1539089"/>
                <a:gd name="connsiteY48" fmla="*/ 190123 h 1318789"/>
                <a:gd name="connsiteX49" fmla="*/ 1225236 w 1539089"/>
                <a:gd name="connsiteY49" fmla="*/ 202195 h 1318789"/>
                <a:gd name="connsiteX50" fmla="*/ 1243343 w 1539089"/>
                <a:gd name="connsiteY50" fmla="*/ 214266 h 1318789"/>
                <a:gd name="connsiteX51" fmla="*/ 1261450 w 1539089"/>
                <a:gd name="connsiteY51" fmla="*/ 226337 h 1318789"/>
                <a:gd name="connsiteX52" fmla="*/ 1270503 w 1539089"/>
                <a:gd name="connsiteY52" fmla="*/ 232373 h 1318789"/>
                <a:gd name="connsiteX53" fmla="*/ 1279557 w 1539089"/>
                <a:gd name="connsiteY53" fmla="*/ 238408 h 1318789"/>
                <a:gd name="connsiteX54" fmla="*/ 1288610 w 1539089"/>
                <a:gd name="connsiteY54" fmla="*/ 247462 h 1318789"/>
                <a:gd name="connsiteX55" fmla="*/ 1306717 w 1539089"/>
                <a:gd name="connsiteY55" fmla="*/ 259533 h 1318789"/>
                <a:gd name="connsiteX56" fmla="*/ 1351984 w 1539089"/>
                <a:gd name="connsiteY56" fmla="*/ 295747 h 1318789"/>
                <a:gd name="connsiteX57" fmla="*/ 1376127 w 1539089"/>
                <a:gd name="connsiteY57" fmla="*/ 341014 h 1318789"/>
                <a:gd name="connsiteX58" fmla="*/ 1385180 w 1539089"/>
                <a:gd name="connsiteY58" fmla="*/ 359121 h 1318789"/>
                <a:gd name="connsiteX59" fmla="*/ 1397252 w 1539089"/>
                <a:gd name="connsiteY59" fmla="*/ 380246 h 1318789"/>
                <a:gd name="connsiteX60" fmla="*/ 1406305 w 1539089"/>
                <a:gd name="connsiteY60" fmla="*/ 398353 h 1318789"/>
                <a:gd name="connsiteX61" fmla="*/ 1412341 w 1539089"/>
                <a:gd name="connsiteY61" fmla="*/ 416460 h 1318789"/>
                <a:gd name="connsiteX62" fmla="*/ 1421394 w 1539089"/>
                <a:gd name="connsiteY62" fmla="*/ 434567 h 1318789"/>
                <a:gd name="connsiteX63" fmla="*/ 1427430 w 1539089"/>
                <a:gd name="connsiteY63" fmla="*/ 443620 h 1318789"/>
                <a:gd name="connsiteX64" fmla="*/ 1433465 w 1539089"/>
                <a:gd name="connsiteY64" fmla="*/ 461727 h 1318789"/>
                <a:gd name="connsiteX65" fmla="*/ 1439501 w 1539089"/>
                <a:gd name="connsiteY65" fmla="*/ 470781 h 1318789"/>
                <a:gd name="connsiteX66" fmla="*/ 1442519 w 1539089"/>
                <a:gd name="connsiteY66" fmla="*/ 479834 h 1318789"/>
                <a:gd name="connsiteX67" fmla="*/ 1454590 w 1539089"/>
                <a:gd name="connsiteY67" fmla="*/ 497941 h 1318789"/>
                <a:gd name="connsiteX68" fmla="*/ 1460626 w 1539089"/>
                <a:gd name="connsiteY68" fmla="*/ 506995 h 1318789"/>
                <a:gd name="connsiteX69" fmla="*/ 1463644 w 1539089"/>
                <a:gd name="connsiteY69" fmla="*/ 516048 h 1318789"/>
                <a:gd name="connsiteX70" fmla="*/ 1469679 w 1539089"/>
                <a:gd name="connsiteY70" fmla="*/ 525101 h 1318789"/>
                <a:gd name="connsiteX71" fmla="*/ 1475715 w 1539089"/>
                <a:gd name="connsiteY71" fmla="*/ 543208 h 1318789"/>
                <a:gd name="connsiteX72" fmla="*/ 1478733 w 1539089"/>
                <a:gd name="connsiteY72" fmla="*/ 552262 h 1318789"/>
                <a:gd name="connsiteX73" fmla="*/ 1487786 w 1539089"/>
                <a:gd name="connsiteY73" fmla="*/ 570369 h 1318789"/>
                <a:gd name="connsiteX74" fmla="*/ 1493822 w 1539089"/>
                <a:gd name="connsiteY74" fmla="*/ 579422 h 1318789"/>
                <a:gd name="connsiteX75" fmla="*/ 1505893 w 1539089"/>
                <a:gd name="connsiteY75" fmla="*/ 615636 h 1318789"/>
                <a:gd name="connsiteX76" fmla="*/ 1511929 w 1539089"/>
                <a:gd name="connsiteY76" fmla="*/ 633743 h 1318789"/>
                <a:gd name="connsiteX77" fmla="*/ 1520982 w 1539089"/>
                <a:gd name="connsiteY77" fmla="*/ 651850 h 1318789"/>
                <a:gd name="connsiteX78" fmla="*/ 1527018 w 1539089"/>
                <a:gd name="connsiteY78" fmla="*/ 679010 h 1318789"/>
                <a:gd name="connsiteX79" fmla="*/ 1533054 w 1539089"/>
                <a:gd name="connsiteY79" fmla="*/ 697117 h 1318789"/>
                <a:gd name="connsiteX80" fmla="*/ 1539089 w 1539089"/>
                <a:gd name="connsiteY80" fmla="*/ 757474 h 1318789"/>
                <a:gd name="connsiteX81" fmla="*/ 1536071 w 1539089"/>
                <a:gd name="connsiteY81" fmla="*/ 890258 h 1318789"/>
                <a:gd name="connsiteX82" fmla="*/ 1533054 w 1539089"/>
                <a:gd name="connsiteY82" fmla="*/ 902329 h 1318789"/>
                <a:gd name="connsiteX83" fmla="*/ 1530036 w 1539089"/>
                <a:gd name="connsiteY83" fmla="*/ 920436 h 1318789"/>
                <a:gd name="connsiteX84" fmla="*/ 1524000 w 1539089"/>
                <a:gd name="connsiteY84" fmla="*/ 938543 h 1318789"/>
                <a:gd name="connsiteX85" fmla="*/ 1520982 w 1539089"/>
                <a:gd name="connsiteY85" fmla="*/ 950614 h 1318789"/>
                <a:gd name="connsiteX86" fmla="*/ 1514947 w 1539089"/>
                <a:gd name="connsiteY86" fmla="*/ 968721 h 1318789"/>
                <a:gd name="connsiteX87" fmla="*/ 1511929 w 1539089"/>
                <a:gd name="connsiteY87" fmla="*/ 983810 h 1318789"/>
                <a:gd name="connsiteX88" fmla="*/ 1508911 w 1539089"/>
                <a:gd name="connsiteY88" fmla="*/ 1001917 h 1318789"/>
                <a:gd name="connsiteX89" fmla="*/ 1502875 w 1539089"/>
                <a:gd name="connsiteY89" fmla="*/ 1020024 h 1318789"/>
                <a:gd name="connsiteX90" fmla="*/ 1499858 w 1539089"/>
                <a:gd name="connsiteY90" fmla="*/ 1029078 h 1318789"/>
                <a:gd name="connsiteX91" fmla="*/ 1493822 w 1539089"/>
                <a:gd name="connsiteY91" fmla="*/ 1050202 h 1318789"/>
                <a:gd name="connsiteX92" fmla="*/ 1490804 w 1539089"/>
                <a:gd name="connsiteY92" fmla="*/ 1059256 h 1318789"/>
                <a:gd name="connsiteX93" fmla="*/ 1481751 w 1539089"/>
                <a:gd name="connsiteY93" fmla="*/ 1089434 h 1318789"/>
                <a:gd name="connsiteX94" fmla="*/ 1475715 w 1539089"/>
                <a:gd name="connsiteY94" fmla="*/ 1098488 h 1318789"/>
                <a:gd name="connsiteX95" fmla="*/ 1469679 w 1539089"/>
                <a:gd name="connsiteY95" fmla="*/ 1116595 h 1318789"/>
                <a:gd name="connsiteX96" fmla="*/ 1451572 w 1539089"/>
                <a:gd name="connsiteY96" fmla="*/ 1140737 h 1318789"/>
                <a:gd name="connsiteX97" fmla="*/ 1445537 w 1539089"/>
                <a:gd name="connsiteY97" fmla="*/ 1149791 h 1318789"/>
                <a:gd name="connsiteX98" fmla="*/ 1433465 w 1539089"/>
                <a:gd name="connsiteY98" fmla="*/ 1158844 h 1318789"/>
                <a:gd name="connsiteX99" fmla="*/ 1415359 w 1539089"/>
                <a:gd name="connsiteY99" fmla="*/ 1189022 h 1318789"/>
                <a:gd name="connsiteX100" fmla="*/ 1409323 w 1539089"/>
                <a:gd name="connsiteY100" fmla="*/ 1198076 h 1318789"/>
                <a:gd name="connsiteX101" fmla="*/ 1400269 w 1539089"/>
                <a:gd name="connsiteY101" fmla="*/ 1207129 h 1318789"/>
                <a:gd name="connsiteX102" fmla="*/ 1376127 w 1539089"/>
                <a:gd name="connsiteY102" fmla="*/ 1237307 h 1318789"/>
                <a:gd name="connsiteX103" fmla="*/ 1367073 w 1539089"/>
                <a:gd name="connsiteY103" fmla="*/ 1249379 h 1318789"/>
                <a:gd name="connsiteX104" fmla="*/ 1355002 w 1539089"/>
                <a:gd name="connsiteY104" fmla="*/ 1267486 h 1318789"/>
                <a:gd name="connsiteX105" fmla="*/ 1336895 w 1539089"/>
                <a:gd name="connsiteY105" fmla="*/ 1282575 h 1318789"/>
                <a:gd name="connsiteX106" fmla="*/ 1324824 w 1539089"/>
                <a:gd name="connsiteY106" fmla="*/ 1297664 h 1318789"/>
                <a:gd name="connsiteX107" fmla="*/ 1318788 w 1539089"/>
                <a:gd name="connsiteY107" fmla="*/ 1306717 h 1318789"/>
                <a:gd name="connsiteX108" fmla="*/ 1306717 w 1539089"/>
                <a:gd name="connsiteY108" fmla="*/ 1318789 h 1318789"/>
                <a:gd name="connsiteX0" fmla="*/ 0 w 1539089"/>
                <a:gd name="connsiteY0" fmla="*/ 135802 h 1318789"/>
                <a:gd name="connsiteX1" fmla="*/ 39232 w 1539089"/>
                <a:gd name="connsiteY1" fmla="*/ 114678 h 1318789"/>
                <a:gd name="connsiteX2" fmla="*/ 57339 w 1539089"/>
                <a:gd name="connsiteY2" fmla="*/ 108642 h 1318789"/>
                <a:gd name="connsiteX3" fmla="*/ 66392 w 1539089"/>
                <a:gd name="connsiteY3" fmla="*/ 102606 h 1318789"/>
                <a:gd name="connsiteX4" fmla="*/ 99588 w 1539089"/>
                <a:gd name="connsiteY4" fmla="*/ 93553 h 1318789"/>
                <a:gd name="connsiteX5" fmla="*/ 117695 w 1539089"/>
                <a:gd name="connsiteY5" fmla="*/ 84500 h 1318789"/>
                <a:gd name="connsiteX6" fmla="*/ 135802 w 1539089"/>
                <a:gd name="connsiteY6" fmla="*/ 75446 h 1318789"/>
                <a:gd name="connsiteX7" fmla="*/ 153909 w 1539089"/>
                <a:gd name="connsiteY7" fmla="*/ 66393 h 1318789"/>
                <a:gd name="connsiteX8" fmla="*/ 162963 w 1539089"/>
                <a:gd name="connsiteY8" fmla="*/ 60357 h 1318789"/>
                <a:gd name="connsiteX9" fmla="*/ 172016 w 1539089"/>
                <a:gd name="connsiteY9" fmla="*/ 51303 h 1318789"/>
                <a:gd name="connsiteX10" fmla="*/ 190123 w 1539089"/>
                <a:gd name="connsiteY10" fmla="*/ 45268 h 1318789"/>
                <a:gd name="connsiteX11" fmla="*/ 199176 w 1539089"/>
                <a:gd name="connsiteY11" fmla="*/ 39232 h 1318789"/>
                <a:gd name="connsiteX12" fmla="*/ 232372 w 1539089"/>
                <a:gd name="connsiteY12" fmla="*/ 33197 h 1318789"/>
                <a:gd name="connsiteX13" fmla="*/ 244444 w 1539089"/>
                <a:gd name="connsiteY13" fmla="*/ 30179 h 1318789"/>
                <a:gd name="connsiteX14" fmla="*/ 298764 w 1539089"/>
                <a:gd name="connsiteY14" fmla="*/ 24143 h 1318789"/>
                <a:gd name="connsiteX15" fmla="*/ 316871 w 1539089"/>
                <a:gd name="connsiteY15" fmla="*/ 18107 h 1318789"/>
                <a:gd name="connsiteX16" fmla="*/ 325925 w 1539089"/>
                <a:gd name="connsiteY16" fmla="*/ 15090 h 1318789"/>
                <a:gd name="connsiteX17" fmla="*/ 337996 w 1539089"/>
                <a:gd name="connsiteY17" fmla="*/ 12072 h 1318789"/>
                <a:gd name="connsiteX18" fmla="*/ 356103 w 1539089"/>
                <a:gd name="connsiteY18" fmla="*/ 6036 h 1318789"/>
                <a:gd name="connsiteX19" fmla="*/ 449656 w 1539089"/>
                <a:gd name="connsiteY19" fmla="*/ 0 h 1318789"/>
                <a:gd name="connsiteX20" fmla="*/ 685046 w 1539089"/>
                <a:gd name="connsiteY20" fmla="*/ 6036 h 1318789"/>
                <a:gd name="connsiteX21" fmla="*/ 709188 w 1539089"/>
                <a:gd name="connsiteY21" fmla="*/ 9054 h 1318789"/>
                <a:gd name="connsiteX22" fmla="*/ 727295 w 1539089"/>
                <a:gd name="connsiteY22" fmla="*/ 12072 h 1318789"/>
                <a:gd name="connsiteX23" fmla="*/ 766527 w 1539089"/>
                <a:gd name="connsiteY23" fmla="*/ 15090 h 1318789"/>
                <a:gd name="connsiteX24" fmla="*/ 808776 w 1539089"/>
                <a:gd name="connsiteY24" fmla="*/ 21125 h 1318789"/>
                <a:gd name="connsiteX25" fmla="*/ 841972 w 1539089"/>
                <a:gd name="connsiteY25" fmla="*/ 30179 h 1318789"/>
                <a:gd name="connsiteX26" fmla="*/ 860079 w 1539089"/>
                <a:gd name="connsiteY26" fmla="*/ 33197 h 1318789"/>
                <a:gd name="connsiteX27" fmla="*/ 878186 w 1539089"/>
                <a:gd name="connsiteY27" fmla="*/ 39232 h 1318789"/>
                <a:gd name="connsiteX28" fmla="*/ 893275 w 1539089"/>
                <a:gd name="connsiteY28" fmla="*/ 42250 h 1318789"/>
                <a:gd name="connsiteX29" fmla="*/ 914400 w 1539089"/>
                <a:gd name="connsiteY29" fmla="*/ 48286 h 1318789"/>
                <a:gd name="connsiteX30" fmla="*/ 932507 w 1539089"/>
                <a:gd name="connsiteY30" fmla="*/ 51303 h 1318789"/>
                <a:gd name="connsiteX31" fmla="*/ 953632 w 1539089"/>
                <a:gd name="connsiteY31" fmla="*/ 57339 h 1318789"/>
                <a:gd name="connsiteX32" fmla="*/ 980792 w 1539089"/>
                <a:gd name="connsiteY32" fmla="*/ 66393 h 1318789"/>
                <a:gd name="connsiteX33" fmla="*/ 998899 w 1539089"/>
                <a:gd name="connsiteY33" fmla="*/ 72428 h 1318789"/>
                <a:gd name="connsiteX34" fmla="*/ 1007953 w 1539089"/>
                <a:gd name="connsiteY34" fmla="*/ 78464 h 1318789"/>
                <a:gd name="connsiteX35" fmla="*/ 1026060 w 1539089"/>
                <a:gd name="connsiteY35" fmla="*/ 84500 h 1318789"/>
                <a:gd name="connsiteX36" fmla="*/ 1035113 w 1539089"/>
                <a:gd name="connsiteY36" fmla="*/ 93553 h 1318789"/>
                <a:gd name="connsiteX37" fmla="*/ 1044166 w 1539089"/>
                <a:gd name="connsiteY37" fmla="*/ 96571 h 1318789"/>
                <a:gd name="connsiteX38" fmla="*/ 1053220 w 1539089"/>
                <a:gd name="connsiteY38" fmla="*/ 102606 h 1318789"/>
                <a:gd name="connsiteX39" fmla="*/ 1062273 w 1539089"/>
                <a:gd name="connsiteY39" fmla="*/ 105624 h 1318789"/>
                <a:gd name="connsiteX40" fmla="*/ 1071327 w 1539089"/>
                <a:gd name="connsiteY40" fmla="*/ 111660 h 1318789"/>
                <a:gd name="connsiteX41" fmla="*/ 1080380 w 1539089"/>
                <a:gd name="connsiteY41" fmla="*/ 114678 h 1318789"/>
                <a:gd name="connsiteX42" fmla="*/ 1107541 w 1539089"/>
                <a:gd name="connsiteY42" fmla="*/ 132785 h 1318789"/>
                <a:gd name="connsiteX43" fmla="*/ 1116594 w 1539089"/>
                <a:gd name="connsiteY43" fmla="*/ 138820 h 1318789"/>
                <a:gd name="connsiteX44" fmla="*/ 1134701 w 1539089"/>
                <a:gd name="connsiteY44" fmla="*/ 150892 h 1318789"/>
                <a:gd name="connsiteX45" fmla="*/ 1152808 w 1539089"/>
                <a:gd name="connsiteY45" fmla="*/ 162963 h 1318789"/>
                <a:gd name="connsiteX46" fmla="*/ 1170915 w 1539089"/>
                <a:gd name="connsiteY46" fmla="*/ 172016 h 1318789"/>
                <a:gd name="connsiteX47" fmla="*/ 1189022 w 1539089"/>
                <a:gd name="connsiteY47" fmla="*/ 184088 h 1318789"/>
                <a:gd name="connsiteX48" fmla="*/ 1207129 w 1539089"/>
                <a:gd name="connsiteY48" fmla="*/ 190123 h 1318789"/>
                <a:gd name="connsiteX49" fmla="*/ 1225236 w 1539089"/>
                <a:gd name="connsiteY49" fmla="*/ 202195 h 1318789"/>
                <a:gd name="connsiteX50" fmla="*/ 1243343 w 1539089"/>
                <a:gd name="connsiteY50" fmla="*/ 214266 h 1318789"/>
                <a:gd name="connsiteX51" fmla="*/ 1261450 w 1539089"/>
                <a:gd name="connsiteY51" fmla="*/ 226337 h 1318789"/>
                <a:gd name="connsiteX52" fmla="*/ 1270503 w 1539089"/>
                <a:gd name="connsiteY52" fmla="*/ 232373 h 1318789"/>
                <a:gd name="connsiteX53" fmla="*/ 1279557 w 1539089"/>
                <a:gd name="connsiteY53" fmla="*/ 238408 h 1318789"/>
                <a:gd name="connsiteX54" fmla="*/ 1288610 w 1539089"/>
                <a:gd name="connsiteY54" fmla="*/ 247462 h 1318789"/>
                <a:gd name="connsiteX55" fmla="*/ 1306717 w 1539089"/>
                <a:gd name="connsiteY55" fmla="*/ 259533 h 1318789"/>
                <a:gd name="connsiteX56" fmla="*/ 1376127 w 1539089"/>
                <a:gd name="connsiteY56" fmla="*/ 341014 h 1318789"/>
                <a:gd name="connsiteX57" fmla="*/ 1385180 w 1539089"/>
                <a:gd name="connsiteY57" fmla="*/ 359121 h 1318789"/>
                <a:gd name="connsiteX58" fmla="*/ 1397252 w 1539089"/>
                <a:gd name="connsiteY58" fmla="*/ 380246 h 1318789"/>
                <a:gd name="connsiteX59" fmla="*/ 1406305 w 1539089"/>
                <a:gd name="connsiteY59" fmla="*/ 398353 h 1318789"/>
                <a:gd name="connsiteX60" fmla="*/ 1412341 w 1539089"/>
                <a:gd name="connsiteY60" fmla="*/ 416460 h 1318789"/>
                <a:gd name="connsiteX61" fmla="*/ 1421394 w 1539089"/>
                <a:gd name="connsiteY61" fmla="*/ 434567 h 1318789"/>
                <a:gd name="connsiteX62" fmla="*/ 1427430 w 1539089"/>
                <a:gd name="connsiteY62" fmla="*/ 443620 h 1318789"/>
                <a:gd name="connsiteX63" fmla="*/ 1433465 w 1539089"/>
                <a:gd name="connsiteY63" fmla="*/ 461727 h 1318789"/>
                <a:gd name="connsiteX64" fmla="*/ 1439501 w 1539089"/>
                <a:gd name="connsiteY64" fmla="*/ 470781 h 1318789"/>
                <a:gd name="connsiteX65" fmla="*/ 1442519 w 1539089"/>
                <a:gd name="connsiteY65" fmla="*/ 479834 h 1318789"/>
                <a:gd name="connsiteX66" fmla="*/ 1454590 w 1539089"/>
                <a:gd name="connsiteY66" fmla="*/ 497941 h 1318789"/>
                <a:gd name="connsiteX67" fmla="*/ 1460626 w 1539089"/>
                <a:gd name="connsiteY67" fmla="*/ 506995 h 1318789"/>
                <a:gd name="connsiteX68" fmla="*/ 1463644 w 1539089"/>
                <a:gd name="connsiteY68" fmla="*/ 516048 h 1318789"/>
                <a:gd name="connsiteX69" fmla="*/ 1469679 w 1539089"/>
                <a:gd name="connsiteY69" fmla="*/ 525101 h 1318789"/>
                <a:gd name="connsiteX70" fmla="*/ 1475715 w 1539089"/>
                <a:gd name="connsiteY70" fmla="*/ 543208 h 1318789"/>
                <a:gd name="connsiteX71" fmla="*/ 1478733 w 1539089"/>
                <a:gd name="connsiteY71" fmla="*/ 552262 h 1318789"/>
                <a:gd name="connsiteX72" fmla="*/ 1487786 w 1539089"/>
                <a:gd name="connsiteY72" fmla="*/ 570369 h 1318789"/>
                <a:gd name="connsiteX73" fmla="*/ 1493822 w 1539089"/>
                <a:gd name="connsiteY73" fmla="*/ 579422 h 1318789"/>
                <a:gd name="connsiteX74" fmla="*/ 1505893 w 1539089"/>
                <a:gd name="connsiteY74" fmla="*/ 615636 h 1318789"/>
                <a:gd name="connsiteX75" fmla="*/ 1511929 w 1539089"/>
                <a:gd name="connsiteY75" fmla="*/ 633743 h 1318789"/>
                <a:gd name="connsiteX76" fmla="*/ 1520982 w 1539089"/>
                <a:gd name="connsiteY76" fmla="*/ 651850 h 1318789"/>
                <a:gd name="connsiteX77" fmla="*/ 1527018 w 1539089"/>
                <a:gd name="connsiteY77" fmla="*/ 679010 h 1318789"/>
                <a:gd name="connsiteX78" fmla="*/ 1533054 w 1539089"/>
                <a:gd name="connsiteY78" fmla="*/ 697117 h 1318789"/>
                <a:gd name="connsiteX79" fmla="*/ 1539089 w 1539089"/>
                <a:gd name="connsiteY79" fmla="*/ 757474 h 1318789"/>
                <a:gd name="connsiteX80" fmla="*/ 1536071 w 1539089"/>
                <a:gd name="connsiteY80" fmla="*/ 890258 h 1318789"/>
                <a:gd name="connsiteX81" fmla="*/ 1533054 w 1539089"/>
                <a:gd name="connsiteY81" fmla="*/ 902329 h 1318789"/>
                <a:gd name="connsiteX82" fmla="*/ 1530036 w 1539089"/>
                <a:gd name="connsiteY82" fmla="*/ 920436 h 1318789"/>
                <a:gd name="connsiteX83" fmla="*/ 1524000 w 1539089"/>
                <a:gd name="connsiteY83" fmla="*/ 938543 h 1318789"/>
                <a:gd name="connsiteX84" fmla="*/ 1520982 w 1539089"/>
                <a:gd name="connsiteY84" fmla="*/ 950614 h 1318789"/>
                <a:gd name="connsiteX85" fmla="*/ 1514947 w 1539089"/>
                <a:gd name="connsiteY85" fmla="*/ 968721 h 1318789"/>
                <a:gd name="connsiteX86" fmla="*/ 1511929 w 1539089"/>
                <a:gd name="connsiteY86" fmla="*/ 983810 h 1318789"/>
                <a:gd name="connsiteX87" fmla="*/ 1508911 w 1539089"/>
                <a:gd name="connsiteY87" fmla="*/ 1001917 h 1318789"/>
                <a:gd name="connsiteX88" fmla="*/ 1502875 w 1539089"/>
                <a:gd name="connsiteY88" fmla="*/ 1020024 h 1318789"/>
                <a:gd name="connsiteX89" fmla="*/ 1499858 w 1539089"/>
                <a:gd name="connsiteY89" fmla="*/ 1029078 h 1318789"/>
                <a:gd name="connsiteX90" fmla="*/ 1493822 w 1539089"/>
                <a:gd name="connsiteY90" fmla="*/ 1050202 h 1318789"/>
                <a:gd name="connsiteX91" fmla="*/ 1490804 w 1539089"/>
                <a:gd name="connsiteY91" fmla="*/ 1059256 h 1318789"/>
                <a:gd name="connsiteX92" fmla="*/ 1481751 w 1539089"/>
                <a:gd name="connsiteY92" fmla="*/ 1089434 h 1318789"/>
                <a:gd name="connsiteX93" fmla="*/ 1475715 w 1539089"/>
                <a:gd name="connsiteY93" fmla="*/ 1098488 h 1318789"/>
                <a:gd name="connsiteX94" fmla="*/ 1469679 w 1539089"/>
                <a:gd name="connsiteY94" fmla="*/ 1116595 h 1318789"/>
                <a:gd name="connsiteX95" fmla="*/ 1451572 w 1539089"/>
                <a:gd name="connsiteY95" fmla="*/ 1140737 h 1318789"/>
                <a:gd name="connsiteX96" fmla="*/ 1445537 w 1539089"/>
                <a:gd name="connsiteY96" fmla="*/ 1149791 h 1318789"/>
                <a:gd name="connsiteX97" fmla="*/ 1433465 w 1539089"/>
                <a:gd name="connsiteY97" fmla="*/ 1158844 h 1318789"/>
                <a:gd name="connsiteX98" fmla="*/ 1415359 w 1539089"/>
                <a:gd name="connsiteY98" fmla="*/ 1189022 h 1318789"/>
                <a:gd name="connsiteX99" fmla="*/ 1409323 w 1539089"/>
                <a:gd name="connsiteY99" fmla="*/ 1198076 h 1318789"/>
                <a:gd name="connsiteX100" fmla="*/ 1400269 w 1539089"/>
                <a:gd name="connsiteY100" fmla="*/ 1207129 h 1318789"/>
                <a:gd name="connsiteX101" fmla="*/ 1376127 w 1539089"/>
                <a:gd name="connsiteY101" fmla="*/ 1237307 h 1318789"/>
                <a:gd name="connsiteX102" fmla="*/ 1367073 w 1539089"/>
                <a:gd name="connsiteY102" fmla="*/ 1249379 h 1318789"/>
                <a:gd name="connsiteX103" fmla="*/ 1355002 w 1539089"/>
                <a:gd name="connsiteY103" fmla="*/ 1267486 h 1318789"/>
                <a:gd name="connsiteX104" fmla="*/ 1336895 w 1539089"/>
                <a:gd name="connsiteY104" fmla="*/ 1282575 h 1318789"/>
                <a:gd name="connsiteX105" fmla="*/ 1324824 w 1539089"/>
                <a:gd name="connsiteY105" fmla="*/ 1297664 h 1318789"/>
                <a:gd name="connsiteX106" fmla="*/ 1318788 w 1539089"/>
                <a:gd name="connsiteY106" fmla="*/ 1306717 h 1318789"/>
                <a:gd name="connsiteX107" fmla="*/ 1306717 w 1539089"/>
                <a:gd name="connsiteY107" fmla="*/ 1318789 h 1318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1539089" h="1318789">
                  <a:moveTo>
                    <a:pt x="0" y="135802"/>
                  </a:moveTo>
                  <a:cubicBezTo>
                    <a:pt x="38708" y="109998"/>
                    <a:pt x="13519" y="122392"/>
                    <a:pt x="39232" y="114678"/>
                  </a:cubicBezTo>
                  <a:cubicBezTo>
                    <a:pt x="45326" y="112850"/>
                    <a:pt x="57339" y="108642"/>
                    <a:pt x="57339" y="108642"/>
                  </a:cubicBezTo>
                  <a:cubicBezTo>
                    <a:pt x="60357" y="106630"/>
                    <a:pt x="62996" y="103879"/>
                    <a:pt x="66392" y="102606"/>
                  </a:cubicBezTo>
                  <a:cubicBezTo>
                    <a:pt x="79354" y="97745"/>
                    <a:pt x="86991" y="101951"/>
                    <a:pt x="99588" y="93553"/>
                  </a:cubicBezTo>
                  <a:cubicBezTo>
                    <a:pt x="111289" y="85753"/>
                    <a:pt x="105201" y="88664"/>
                    <a:pt x="117695" y="84500"/>
                  </a:cubicBezTo>
                  <a:cubicBezTo>
                    <a:pt x="143644" y="67201"/>
                    <a:pt x="110813" y="87941"/>
                    <a:pt x="135802" y="75446"/>
                  </a:cubicBezTo>
                  <a:cubicBezTo>
                    <a:pt x="159194" y="63749"/>
                    <a:pt x="131162" y="73974"/>
                    <a:pt x="153909" y="66393"/>
                  </a:cubicBezTo>
                  <a:cubicBezTo>
                    <a:pt x="156927" y="64381"/>
                    <a:pt x="160177" y="62679"/>
                    <a:pt x="162963" y="60357"/>
                  </a:cubicBezTo>
                  <a:cubicBezTo>
                    <a:pt x="166242" y="57625"/>
                    <a:pt x="168285" y="53376"/>
                    <a:pt x="172016" y="51303"/>
                  </a:cubicBezTo>
                  <a:cubicBezTo>
                    <a:pt x="177577" y="48213"/>
                    <a:pt x="190123" y="45268"/>
                    <a:pt x="190123" y="45268"/>
                  </a:cubicBezTo>
                  <a:cubicBezTo>
                    <a:pt x="193141" y="43256"/>
                    <a:pt x="195932" y="40854"/>
                    <a:pt x="199176" y="39232"/>
                  </a:cubicBezTo>
                  <a:cubicBezTo>
                    <a:pt x="208480" y="34580"/>
                    <a:pt x="224049" y="34237"/>
                    <a:pt x="232372" y="33197"/>
                  </a:cubicBezTo>
                  <a:cubicBezTo>
                    <a:pt x="236396" y="32191"/>
                    <a:pt x="240334" y="30739"/>
                    <a:pt x="244444" y="30179"/>
                  </a:cubicBezTo>
                  <a:cubicBezTo>
                    <a:pt x="262495" y="27717"/>
                    <a:pt x="298764" y="24143"/>
                    <a:pt x="298764" y="24143"/>
                  </a:cubicBezTo>
                  <a:lnTo>
                    <a:pt x="316871" y="18107"/>
                  </a:lnTo>
                  <a:cubicBezTo>
                    <a:pt x="319889" y="17101"/>
                    <a:pt x="322839" y="15862"/>
                    <a:pt x="325925" y="15090"/>
                  </a:cubicBezTo>
                  <a:cubicBezTo>
                    <a:pt x="329949" y="14084"/>
                    <a:pt x="334023" y="13264"/>
                    <a:pt x="337996" y="12072"/>
                  </a:cubicBezTo>
                  <a:cubicBezTo>
                    <a:pt x="344090" y="10244"/>
                    <a:pt x="349760" y="6524"/>
                    <a:pt x="356103" y="6036"/>
                  </a:cubicBezTo>
                  <a:cubicBezTo>
                    <a:pt x="413417" y="1627"/>
                    <a:pt x="382239" y="3746"/>
                    <a:pt x="449656" y="0"/>
                  </a:cubicBezTo>
                  <a:cubicBezTo>
                    <a:pt x="550696" y="1531"/>
                    <a:pt x="602774" y="-2192"/>
                    <a:pt x="685046" y="6036"/>
                  </a:cubicBezTo>
                  <a:cubicBezTo>
                    <a:pt x="693116" y="6843"/>
                    <a:pt x="701160" y="7907"/>
                    <a:pt x="709188" y="9054"/>
                  </a:cubicBezTo>
                  <a:cubicBezTo>
                    <a:pt x="715245" y="9919"/>
                    <a:pt x="721210" y="11431"/>
                    <a:pt x="727295" y="12072"/>
                  </a:cubicBezTo>
                  <a:cubicBezTo>
                    <a:pt x="740339" y="13445"/>
                    <a:pt x="753491" y="13642"/>
                    <a:pt x="766527" y="15090"/>
                  </a:cubicBezTo>
                  <a:cubicBezTo>
                    <a:pt x="780666" y="16661"/>
                    <a:pt x="808776" y="21125"/>
                    <a:pt x="808776" y="21125"/>
                  </a:cubicBezTo>
                  <a:cubicBezTo>
                    <a:pt x="820477" y="25025"/>
                    <a:pt x="828361" y="27910"/>
                    <a:pt x="841972" y="30179"/>
                  </a:cubicBezTo>
                  <a:cubicBezTo>
                    <a:pt x="848008" y="31185"/>
                    <a:pt x="854143" y="31713"/>
                    <a:pt x="860079" y="33197"/>
                  </a:cubicBezTo>
                  <a:cubicBezTo>
                    <a:pt x="866251" y="34740"/>
                    <a:pt x="871947" y="37984"/>
                    <a:pt x="878186" y="39232"/>
                  </a:cubicBezTo>
                  <a:cubicBezTo>
                    <a:pt x="883216" y="40238"/>
                    <a:pt x="888299" y="41006"/>
                    <a:pt x="893275" y="42250"/>
                  </a:cubicBezTo>
                  <a:cubicBezTo>
                    <a:pt x="916267" y="47998"/>
                    <a:pt x="886201" y="42647"/>
                    <a:pt x="914400" y="48286"/>
                  </a:cubicBezTo>
                  <a:cubicBezTo>
                    <a:pt x="920400" y="49486"/>
                    <a:pt x="926471" y="50297"/>
                    <a:pt x="932507" y="51303"/>
                  </a:cubicBezTo>
                  <a:cubicBezTo>
                    <a:pt x="962945" y="61449"/>
                    <a:pt x="915726" y="45966"/>
                    <a:pt x="953632" y="57339"/>
                  </a:cubicBezTo>
                  <a:cubicBezTo>
                    <a:pt x="953664" y="57349"/>
                    <a:pt x="976249" y="64879"/>
                    <a:pt x="980792" y="66393"/>
                  </a:cubicBezTo>
                  <a:cubicBezTo>
                    <a:pt x="980797" y="66395"/>
                    <a:pt x="998894" y="72424"/>
                    <a:pt x="998899" y="72428"/>
                  </a:cubicBezTo>
                  <a:cubicBezTo>
                    <a:pt x="1001917" y="74440"/>
                    <a:pt x="1004638" y="76991"/>
                    <a:pt x="1007953" y="78464"/>
                  </a:cubicBezTo>
                  <a:cubicBezTo>
                    <a:pt x="1013767" y="81048"/>
                    <a:pt x="1026060" y="84500"/>
                    <a:pt x="1026060" y="84500"/>
                  </a:cubicBezTo>
                  <a:cubicBezTo>
                    <a:pt x="1029078" y="87518"/>
                    <a:pt x="1031562" y="91186"/>
                    <a:pt x="1035113" y="93553"/>
                  </a:cubicBezTo>
                  <a:cubicBezTo>
                    <a:pt x="1037760" y="95317"/>
                    <a:pt x="1041321" y="95149"/>
                    <a:pt x="1044166" y="96571"/>
                  </a:cubicBezTo>
                  <a:cubicBezTo>
                    <a:pt x="1047410" y="98193"/>
                    <a:pt x="1049976" y="100984"/>
                    <a:pt x="1053220" y="102606"/>
                  </a:cubicBezTo>
                  <a:cubicBezTo>
                    <a:pt x="1056065" y="104028"/>
                    <a:pt x="1059428" y="104201"/>
                    <a:pt x="1062273" y="105624"/>
                  </a:cubicBezTo>
                  <a:cubicBezTo>
                    <a:pt x="1065517" y="107246"/>
                    <a:pt x="1068083" y="110038"/>
                    <a:pt x="1071327" y="111660"/>
                  </a:cubicBezTo>
                  <a:cubicBezTo>
                    <a:pt x="1074172" y="113083"/>
                    <a:pt x="1077599" y="113133"/>
                    <a:pt x="1080380" y="114678"/>
                  </a:cubicBezTo>
                  <a:cubicBezTo>
                    <a:pt x="1080385" y="114681"/>
                    <a:pt x="1103012" y="129766"/>
                    <a:pt x="1107541" y="132785"/>
                  </a:cubicBezTo>
                  <a:cubicBezTo>
                    <a:pt x="1110559" y="134797"/>
                    <a:pt x="1114030" y="136256"/>
                    <a:pt x="1116594" y="138820"/>
                  </a:cubicBezTo>
                  <a:cubicBezTo>
                    <a:pt x="1127897" y="150123"/>
                    <a:pt x="1121599" y="146524"/>
                    <a:pt x="1134701" y="150892"/>
                  </a:cubicBezTo>
                  <a:cubicBezTo>
                    <a:pt x="1151865" y="168054"/>
                    <a:pt x="1135338" y="154227"/>
                    <a:pt x="1152808" y="162963"/>
                  </a:cubicBezTo>
                  <a:cubicBezTo>
                    <a:pt x="1176200" y="174660"/>
                    <a:pt x="1148168" y="164435"/>
                    <a:pt x="1170915" y="172016"/>
                  </a:cubicBezTo>
                  <a:cubicBezTo>
                    <a:pt x="1176951" y="176040"/>
                    <a:pt x="1182140" y="181794"/>
                    <a:pt x="1189022" y="184088"/>
                  </a:cubicBezTo>
                  <a:lnTo>
                    <a:pt x="1207129" y="190123"/>
                  </a:lnTo>
                  <a:cubicBezTo>
                    <a:pt x="1227217" y="210214"/>
                    <a:pt x="1205584" y="191278"/>
                    <a:pt x="1225236" y="202195"/>
                  </a:cubicBezTo>
                  <a:cubicBezTo>
                    <a:pt x="1231577" y="205718"/>
                    <a:pt x="1237307" y="210242"/>
                    <a:pt x="1243343" y="214266"/>
                  </a:cubicBezTo>
                  <a:lnTo>
                    <a:pt x="1261450" y="226337"/>
                  </a:lnTo>
                  <a:lnTo>
                    <a:pt x="1270503" y="232373"/>
                  </a:lnTo>
                  <a:cubicBezTo>
                    <a:pt x="1273521" y="234385"/>
                    <a:pt x="1276992" y="235843"/>
                    <a:pt x="1279557" y="238408"/>
                  </a:cubicBezTo>
                  <a:cubicBezTo>
                    <a:pt x="1282575" y="241426"/>
                    <a:pt x="1285241" y="244842"/>
                    <a:pt x="1288610" y="247462"/>
                  </a:cubicBezTo>
                  <a:cubicBezTo>
                    <a:pt x="1294336" y="251916"/>
                    <a:pt x="1292131" y="243941"/>
                    <a:pt x="1306717" y="259533"/>
                  </a:cubicBezTo>
                  <a:cubicBezTo>
                    <a:pt x="1321303" y="275125"/>
                    <a:pt x="1363050" y="324416"/>
                    <a:pt x="1376127" y="341014"/>
                  </a:cubicBezTo>
                  <a:cubicBezTo>
                    <a:pt x="1381660" y="357613"/>
                    <a:pt x="1375821" y="342741"/>
                    <a:pt x="1385180" y="359121"/>
                  </a:cubicBezTo>
                  <a:cubicBezTo>
                    <a:pt x="1400487" y="385909"/>
                    <a:pt x="1382554" y="358201"/>
                    <a:pt x="1397252" y="380246"/>
                  </a:cubicBezTo>
                  <a:cubicBezTo>
                    <a:pt x="1408247" y="413242"/>
                    <a:pt x="1390716" y="363279"/>
                    <a:pt x="1406305" y="398353"/>
                  </a:cubicBezTo>
                  <a:cubicBezTo>
                    <a:pt x="1408889" y="404167"/>
                    <a:pt x="1408812" y="411166"/>
                    <a:pt x="1412341" y="416460"/>
                  </a:cubicBezTo>
                  <a:cubicBezTo>
                    <a:pt x="1429641" y="442412"/>
                    <a:pt x="1408895" y="409571"/>
                    <a:pt x="1421394" y="434567"/>
                  </a:cubicBezTo>
                  <a:cubicBezTo>
                    <a:pt x="1423016" y="437811"/>
                    <a:pt x="1425418" y="440602"/>
                    <a:pt x="1427430" y="443620"/>
                  </a:cubicBezTo>
                  <a:cubicBezTo>
                    <a:pt x="1429442" y="449656"/>
                    <a:pt x="1429936" y="456433"/>
                    <a:pt x="1433465" y="461727"/>
                  </a:cubicBezTo>
                  <a:cubicBezTo>
                    <a:pt x="1435477" y="464745"/>
                    <a:pt x="1437879" y="467537"/>
                    <a:pt x="1439501" y="470781"/>
                  </a:cubicBezTo>
                  <a:cubicBezTo>
                    <a:pt x="1440924" y="473626"/>
                    <a:pt x="1440974" y="477053"/>
                    <a:pt x="1442519" y="479834"/>
                  </a:cubicBezTo>
                  <a:cubicBezTo>
                    <a:pt x="1446042" y="486175"/>
                    <a:pt x="1450566" y="491905"/>
                    <a:pt x="1454590" y="497941"/>
                  </a:cubicBezTo>
                  <a:cubicBezTo>
                    <a:pt x="1456602" y="500959"/>
                    <a:pt x="1459479" y="503554"/>
                    <a:pt x="1460626" y="506995"/>
                  </a:cubicBezTo>
                  <a:cubicBezTo>
                    <a:pt x="1461632" y="510013"/>
                    <a:pt x="1462221" y="513203"/>
                    <a:pt x="1463644" y="516048"/>
                  </a:cubicBezTo>
                  <a:cubicBezTo>
                    <a:pt x="1465266" y="519292"/>
                    <a:pt x="1468206" y="521787"/>
                    <a:pt x="1469679" y="525101"/>
                  </a:cubicBezTo>
                  <a:cubicBezTo>
                    <a:pt x="1472263" y="530915"/>
                    <a:pt x="1473703" y="537172"/>
                    <a:pt x="1475715" y="543208"/>
                  </a:cubicBezTo>
                  <a:cubicBezTo>
                    <a:pt x="1476721" y="546226"/>
                    <a:pt x="1476968" y="549615"/>
                    <a:pt x="1478733" y="552262"/>
                  </a:cubicBezTo>
                  <a:cubicBezTo>
                    <a:pt x="1496033" y="578214"/>
                    <a:pt x="1475287" y="545373"/>
                    <a:pt x="1487786" y="570369"/>
                  </a:cubicBezTo>
                  <a:cubicBezTo>
                    <a:pt x="1489408" y="573613"/>
                    <a:pt x="1491810" y="576404"/>
                    <a:pt x="1493822" y="579422"/>
                  </a:cubicBezTo>
                  <a:lnTo>
                    <a:pt x="1505893" y="615636"/>
                  </a:lnTo>
                  <a:cubicBezTo>
                    <a:pt x="1505893" y="615637"/>
                    <a:pt x="1511928" y="633742"/>
                    <a:pt x="1511929" y="633743"/>
                  </a:cubicBezTo>
                  <a:cubicBezTo>
                    <a:pt x="1517828" y="642593"/>
                    <a:pt x="1518483" y="641856"/>
                    <a:pt x="1520982" y="651850"/>
                  </a:cubicBezTo>
                  <a:cubicBezTo>
                    <a:pt x="1525291" y="669083"/>
                    <a:pt x="1522370" y="663518"/>
                    <a:pt x="1527018" y="679010"/>
                  </a:cubicBezTo>
                  <a:cubicBezTo>
                    <a:pt x="1528846" y="685104"/>
                    <a:pt x="1533054" y="697117"/>
                    <a:pt x="1533054" y="697117"/>
                  </a:cubicBezTo>
                  <a:cubicBezTo>
                    <a:pt x="1536895" y="720168"/>
                    <a:pt x="1539089" y="729850"/>
                    <a:pt x="1539089" y="757474"/>
                  </a:cubicBezTo>
                  <a:cubicBezTo>
                    <a:pt x="1539089" y="801747"/>
                    <a:pt x="1537914" y="846024"/>
                    <a:pt x="1536071" y="890258"/>
                  </a:cubicBezTo>
                  <a:cubicBezTo>
                    <a:pt x="1535898" y="894402"/>
                    <a:pt x="1533867" y="898262"/>
                    <a:pt x="1533054" y="902329"/>
                  </a:cubicBezTo>
                  <a:cubicBezTo>
                    <a:pt x="1531854" y="908329"/>
                    <a:pt x="1531520" y="914500"/>
                    <a:pt x="1530036" y="920436"/>
                  </a:cubicBezTo>
                  <a:cubicBezTo>
                    <a:pt x="1528493" y="926608"/>
                    <a:pt x="1525543" y="932371"/>
                    <a:pt x="1524000" y="938543"/>
                  </a:cubicBezTo>
                  <a:cubicBezTo>
                    <a:pt x="1522994" y="942567"/>
                    <a:pt x="1522174" y="946641"/>
                    <a:pt x="1520982" y="950614"/>
                  </a:cubicBezTo>
                  <a:cubicBezTo>
                    <a:pt x="1519154" y="956708"/>
                    <a:pt x="1516195" y="962482"/>
                    <a:pt x="1514947" y="968721"/>
                  </a:cubicBezTo>
                  <a:cubicBezTo>
                    <a:pt x="1513941" y="973751"/>
                    <a:pt x="1512847" y="978763"/>
                    <a:pt x="1511929" y="983810"/>
                  </a:cubicBezTo>
                  <a:cubicBezTo>
                    <a:pt x="1510834" y="989830"/>
                    <a:pt x="1510395" y="995981"/>
                    <a:pt x="1508911" y="1001917"/>
                  </a:cubicBezTo>
                  <a:cubicBezTo>
                    <a:pt x="1507368" y="1008089"/>
                    <a:pt x="1504887" y="1013988"/>
                    <a:pt x="1502875" y="1020024"/>
                  </a:cubicBezTo>
                  <a:lnTo>
                    <a:pt x="1499858" y="1029078"/>
                  </a:lnTo>
                  <a:cubicBezTo>
                    <a:pt x="1492614" y="1050812"/>
                    <a:pt x="1501411" y="1023641"/>
                    <a:pt x="1493822" y="1050202"/>
                  </a:cubicBezTo>
                  <a:cubicBezTo>
                    <a:pt x="1492948" y="1053261"/>
                    <a:pt x="1491678" y="1056197"/>
                    <a:pt x="1490804" y="1059256"/>
                  </a:cubicBezTo>
                  <a:cubicBezTo>
                    <a:pt x="1488696" y="1066634"/>
                    <a:pt x="1485335" y="1084059"/>
                    <a:pt x="1481751" y="1089434"/>
                  </a:cubicBezTo>
                  <a:cubicBezTo>
                    <a:pt x="1479739" y="1092452"/>
                    <a:pt x="1477188" y="1095173"/>
                    <a:pt x="1475715" y="1098488"/>
                  </a:cubicBezTo>
                  <a:cubicBezTo>
                    <a:pt x="1473131" y="1104302"/>
                    <a:pt x="1473496" y="1111505"/>
                    <a:pt x="1469679" y="1116595"/>
                  </a:cubicBezTo>
                  <a:cubicBezTo>
                    <a:pt x="1463643" y="1124642"/>
                    <a:pt x="1457151" y="1132367"/>
                    <a:pt x="1451572" y="1140737"/>
                  </a:cubicBezTo>
                  <a:cubicBezTo>
                    <a:pt x="1449560" y="1143755"/>
                    <a:pt x="1448102" y="1147226"/>
                    <a:pt x="1445537" y="1149791"/>
                  </a:cubicBezTo>
                  <a:cubicBezTo>
                    <a:pt x="1441980" y="1153348"/>
                    <a:pt x="1437489" y="1155826"/>
                    <a:pt x="1433465" y="1158844"/>
                  </a:cubicBezTo>
                  <a:cubicBezTo>
                    <a:pt x="1424186" y="1177403"/>
                    <a:pt x="1429925" y="1167173"/>
                    <a:pt x="1415359" y="1189022"/>
                  </a:cubicBezTo>
                  <a:cubicBezTo>
                    <a:pt x="1413347" y="1192040"/>
                    <a:pt x="1411888" y="1195511"/>
                    <a:pt x="1409323" y="1198076"/>
                  </a:cubicBezTo>
                  <a:lnTo>
                    <a:pt x="1400269" y="1207129"/>
                  </a:lnTo>
                  <a:cubicBezTo>
                    <a:pt x="1384809" y="1238052"/>
                    <a:pt x="1408056" y="1194735"/>
                    <a:pt x="1376127" y="1237307"/>
                  </a:cubicBezTo>
                  <a:cubicBezTo>
                    <a:pt x="1373109" y="1241331"/>
                    <a:pt x="1369957" y="1245258"/>
                    <a:pt x="1367073" y="1249379"/>
                  </a:cubicBezTo>
                  <a:cubicBezTo>
                    <a:pt x="1362913" y="1255322"/>
                    <a:pt x="1360131" y="1262357"/>
                    <a:pt x="1355002" y="1267486"/>
                  </a:cubicBezTo>
                  <a:cubicBezTo>
                    <a:pt x="1343384" y="1279104"/>
                    <a:pt x="1349500" y="1274172"/>
                    <a:pt x="1336895" y="1282575"/>
                  </a:cubicBezTo>
                  <a:cubicBezTo>
                    <a:pt x="1331020" y="1300198"/>
                    <a:pt x="1338473" y="1284015"/>
                    <a:pt x="1324824" y="1297664"/>
                  </a:cubicBezTo>
                  <a:cubicBezTo>
                    <a:pt x="1322259" y="1300229"/>
                    <a:pt x="1321353" y="1304152"/>
                    <a:pt x="1318788" y="1306717"/>
                  </a:cubicBezTo>
                  <a:cubicBezTo>
                    <a:pt x="1304223" y="1321282"/>
                    <a:pt x="1313615" y="1304993"/>
                    <a:pt x="1306717" y="1318789"/>
                  </a:cubicBezTo>
                </a:path>
              </a:pathLst>
            </a:custGeom>
            <a:noFill/>
            <a:ln w="57150" cap="rnd">
              <a:solidFill>
                <a:srgbClr val="DF5C7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21"/>
            <p:cNvSpPr/>
            <p:nvPr/>
          </p:nvSpPr>
          <p:spPr>
            <a:xfrm>
              <a:off x="3724741" y="3865418"/>
              <a:ext cx="124691" cy="546722"/>
            </a:xfrm>
            <a:custGeom>
              <a:avLst/>
              <a:gdLst>
                <a:gd name="connsiteX0" fmla="*/ 0 w 124691"/>
                <a:gd name="connsiteY0" fmla="*/ 0 h 546722"/>
                <a:gd name="connsiteX1" fmla="*/ 3197 w 124691"/>
                <a:gd name="connsiteY1" fmla="*/ 41564 h 546722"/>
                <a:gd name="connsiteX2" fmla="*/ 6395 w 124691"/>
                <a:gd name="connsiteY2" fmla="*/ 111902 h 546722"/>
                <a:gd name="connsiteX3" fmla="*/ 9592 w 124691"/>
                <a:gd name="connsiteY3" fmla="*/ 127888 h 546722"/>
                <a:gd name="connsiteX4" fmla="*/ 12789 w 124691"/>
                <a:gd name="connsiteY4" fmla="*/ 150269 h 546722"/>
                <a:gd name="connsiteX5" fmla="*/ 19183 w 124691"/>
                <a:gd name="connsiteY5" fmla="*/ 204621 h 546722"/>
                <a:gd name="connsiteX6" fmla="*/ 22381 w 124691"/>
                <a:gd name="connsiteY6" fmla="*/ 214213 h 546722"/>
                <a:gd name="connsiteX7" fmla="*/ 25578 w 124691"/>
                <a:gd name="connsiteY7" fmla="*/ 230199 h 546722"/>
                <a:gd name="connsiteX8" fmla="*/ 35169 w 124691"/>
                <a:gd name="connsiteY8" fmla="*/ 268565 h 546722"/>
                <a:gd name="connsiteX9" fmla="*/ 41564 w 124691"/>
                <a:gd name="connsiteY9" fmla="*/ 313326 h 546722"/>
                <a:gd name="connsiteX10" fmla="*/ 44761 w 124691"/>
                <a:gd name="connsiteY10" fmla="*/ 322918 h 546722"/>
                <a:gd name="connsiteX11" fmla="*/ 51156 w 124691"/>
                <a:gd name="connsiteY11" fmla="*/ 354890 h 546722"/>
                <a:gd name="connsiteX12" fmla="*/ 57550 w 124691"/>
                <a:gd name="connsiteY12" fmla="*/ 374073 h 546722"/>
                <a:gd name="connsiteX13" fmla="*/ 60747 w 124691"/>
                <a:gd name="connsiteY13" fmla="*/ 383665 h 546722"/>
                <a:gd name="connsiteX14" fmla="*/ 70339 w 124691"/>
                <a:gd name="connsiteY14" fmla="*/ 415637 h 546722"/>
                <a:gd name="connsiteX15" fmla="*/ 76733 w 124691"/>
                <a:gd name="connsiteY15" fmla="*/ 425228 h 546722"/>
                <a:gd name="connsiteX16" fmla="*/ 79930 w 124691"/>
                <a:gd name="connsiteY16" fmla="*/ 438017 h 546722"/>
                <a:gd name="connsiteX17" fmla="*/ 89522 w 124691"/>
                <a:gd name="connsiteY17" fmla="*/ 466792 h 546722"/>
                <a:gd name="connsiteX18" fmla="*/ 92719 w 124691"/>
                <a:gd name="connsiteY18" fmla="*/ 476383 h 546722"/>
                <a:gd name="connsiteX19" fmla="*/ 95916 w 124691"/>
                <a:gd name="connsiteY19" fmla="*/ 485975 h 546722"/>
                <a:gd name="connsiteX20" fmla="*/ 102311 w 124691"/>
                <a:gd name="connsiteY20" fmla="*/ 492369 h 546722"/>
                <a:gd name="connsiteX21" fmla="*/ 111902 w 124691"/>
                <a:gd name="connsiteY21" fmla="*/ 521144 h 546722"/>
                <a:gd name="connsiteX22" fmla="*/ 115100 w 124691"/>
                <a:gd name="connsiteY22" fmla="*/ 530736 h 546722"/>
                <a:gd name="connsiteX23" fmla="*/ 124691 w 124691"/>
                <a:gd name="connsiteY23" fmla="*/ 546722 h 54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4691" h="546722">
                  <a:moveTo>
                    <a:pt x="0" y="0"/>
                  </a:moveTo>
                  <a:cubicBezTo>
                    <a:pt x="1066" y="13855"/>
                    <a:pt x="2404" y="27691"/>
                    <a:pt x="3197" y="41564"/>
                  </a:cubicBezTo>
                  <a:cubicBezTo>
                    <a:pt x="4536" y="64996"/>
                    <a:pt x="4661" y="88496"/>
                    <a:pt x="6395" y="111902"/>
                  </a:cubicBezTo>
                  <a:cubicBezTo>
                    <a:pt x="6796" y="117321"/>
                    <a:pt x="8699" y="122528"/>
                    <a:pt x="9592" y="127888"/>
                  </a:cubicBezTo>
                  <a:cubicBezTo>
                    <a:pt x="10831" y="135322"/>
                    <a:pt x="11854" y="142791"/>
                    <a:pt x="12789" y="150269"/>
                  </a:cubicBezTo>
                  <a:cubicBezTo>
                    <a:pt x="13658" y="157218"/>
                    <a:pt x="17707" y="196502"/>
                    <a:pt x="19183" y="204621"/>
                  </a:cubicBezTo>
                  <a:cubicBezTo>
                    <a:pt x="19786" y="207937"/>
                    <a:pt x="21564" y="210943"/>
                    <a:pt x="22381" y="214213"/>
                  </a:cubicBezTo>
                  <a:cubicBezTo>
                    <a:pt x="23699" y="219485"/>
                    <a:pt x="24148" y="224956"/>
                    <a:pt x="25578" y="230199"/>
                  </a:cubicBezTo>
                  <a:cubicBezTo>
                    <a:pt x="34369" y="262435"/>
                    <a:pt x="30530" y="236094"/>
                    <a:pt x="35169" y="268565"/>
                  </a:cubicBezTo>
                  <a:cubicBezTo>
                    <a:pt x="37104" y="282105"/>
                    <a:pt x="38514" y="299602"/>
                    <a:pt x="41564" y="313326"/>
                  </a:cubicBezTo>
                  <a:cubicBezTo>
                    <a:pt x="42295" y="316616"/>
                    <a:pt x="44030" y="319628"/>
                    <a:pt x="44761" y="322918"/>
                  </a:cubicBezTo>
                  <a:cubicBezTo>
                    <a:pt x="49702" y="345156"/>
                    <a:pt x="45693" y="336679"/>
                    <a:pt x="51156" y="354890"/>
                  </a:cubicBezTo>
                  <a:cubicBezTo>
                    <a:pt x="53093" y="361346"/>
                    <a:pt x="55419" y="367679"/>
                    <a:pt x="57550" y="374073"/>
                  </a:cubicBezTo>
                  <a:cubicBezTo>
                    <a:pt x="58616" y="377270"/>
                    <a:pt x="59930" y="380395"/>
                    <a:pt x="60747" y="383665"/>
                  </a:cubicBezTo>
                  <a:cubicBezTo>
                    <a:pt x="62535" y="390815"/>
                    <a:pt x="67225" y="410966"/>
                    <a:pt x="70339" y="415637"/>
                  </a:cubicBezTo>
                  <a:lnTo>
                    <a:pt x="76733" y="425228"/>
                  </a:lnTo>
                  <a:cubicBezTo>
                    <a:pt x="77799" y="429491"/>
                    <a:pt x="78667" y="433808"/>
                    <a:pt x="79930" y="438017"/>
                  </a:cubicBezTo>
                  <a:cubicBezTo>
                    <a:pt x="82835" y="447701"/>
                    <a:pt x="86325" y="457200"/>
                    <a:pt x="89522" y="466792"/>
                  </a:cubicBezTo>
                  <a:lnTo>
                    <a:pt x="92719" y="476383"/>
                  </a:lnTo>
                  <a:cubicBezTo>
                    <a:pt x="93785" y="479580"/>
                    <a:pt x="93533" y="483592"/>
                    <a:pt x="95916" y="485975"/>
                  </a:cubicBezTo>
                  <a:lnTo>
                    <a:pt x="102311" y="492369"/>
                  </a:lnTo>
                  <a:lnTo>
                    <a:pt x="111902" y="521144"/>
                  </a:lnTo>
                  <a:cubicBezTo>
                    <a:pt x="112968" y="524341"/>
                    <a:pt x="113230" y="527932"/>
                    <a:pt x="115100" y="530736"/>
                  </a:cubicBezTo>
                  <a:cubicBezTo>
                    <a:pt x="122816" y="542310"/>
                    <a:pt x="119776" y="536890"/>
                    <a:pt x="124691" y="546722"/>
                  </a:cubicBezTo>
                </a:path>
              </a:pathLst>
            </a:custGeom>
            <a:noFill/>
            <a:ln w="57150" cap="rnd">
              <a:solidFill>
                <a:srgbClr val="DF5C7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22"/>
            <p:cNvSpPr/>
            <p:nvPr/>
          </p:nvSpPr>
          <p:spPr>
            <a:xfrm>
              <a:off x="4146772" y="3894193"/>
              <a:ext cx="92719" cy="399650"/>
            </a:xfrm>
            <a:custGeom>
              <a:avLst/>
              <a:gdLst>
                <a:gd name="connsiteX0" fmla="*/ 92719 w 92719"/>
                <a:gd name="connsiteY0" fmla="*/ 0 h 399650"/>
                <a:gd name="connsiteX1" fmla="*/ 79930 w 92719"/>
                <a:gd name="connsiteY1" fmla="*/ 15986 h 399650"/>
                <a:gd name="connsiteX2" fmla="*/ 76733 w 92719"/>
                <a:gd name="connsiteY2" fmla="*/ 25578 h 399650"/>
                <a:gd name="connsiteX3" fmla="*/ 70338 w 92719"/>
                <a:gd name="connsiteY3" fmla="*/ 31972 h 399650"/>
                <a:gd name="connsiteX4" fmla="*/ 51155 w 92719"/>
                <a:gd name="connsiteY4" fmla="*/ 57550 h 399650"/>
                <a:gd name="connsiteX5" fmla="*/ 47958 w 92719"/>
                <a:gd name="connsiteY5" fmla="*/ 67141 h 399650"/>
                <a:gd name="connsiteX6" fmla="*/ 41564 w 92719"/>
                <a:gd name="connsiteY6" fmla="*/ 127888 h 399650"/>
                <a:gd name="connsiteX7" fmla="*/ 44761 w 92719"/>
                <a:gd name="connsiteY7" fmla="*/ 274959 h 399650"/>
                <a:gd name="connsiteX8" fmla="*/ 44761 w 92719"/>
                <a:gd name="connsiteY8" fmla="*/ 342101 h 399650"/>
                <a:gd name="connsiteX9" fmla="*/ 41564 w 92719"/>
                <a:gd name="connsiteY9" fmla="*/ 351692 h 399650"/>
                <a:gd name="connsiteX10" fmla="*/ 35169 w 92719"/>
                <a:gd name="connsiteY10" fmla="*/ 358087 h 399650"/>
                <a:gd name="connsiteX11" fmla="*/ 31972 w 92719"/>
                <a:gd name="connsiteY11" fmla="*/ 367678 h 399650"/>
                <a:gd name="connsiteX12" fmla="*/ 19183 w 92719"/>
                <a:gd name="connsiteY12" fmla="*/ 380467 h 399650"/>
                <a:gd name="connsiteX13" fmla="*/ 0 w 92719"/>
                <a:gd name="connsiteY13" fmla="*/ 399650 h 399650"/>
                <a:gd name="connsiteX0" fmla="*/ 92719 w 92719"/>
                <a:gd name="connsiteY0" fmla="*/ 0 h 399650"/>
                <a:gd name="connsiteX1" fmla="*/ 79930 w 92719"/>
                <a:gd name="connsiteY1" fmla="*/ 15986 h 399650"/>
                <a:gd name="connsiteX2" fmla="*/ 76733 w 92719"/>
                <a:gd name="connsiteY2" fmla="*/ 25578 h 399650"/>
                <a:gd name="connsiteX3" fmla="*/ 70338 w 92719"/>
                <a:gd name="connsiteY3" fmla="*/ 31972 h 399650"/>
                <a:gd name="connsiteX4" fmla="*/ 51155 w 92719"/>
                <a:gd name="connsiteY4" fmla="*/ 57550 h 399650"/>
                <a:gd name="connsiteX5" fmla="*/ 47958 w 92719"/>
                <a:gd name="connsiteY5" fmla="*/ 67141 h 399650"/>
                <a:gd name="connsiteX6" fmla="*/ 41564 w 92719"/>
                <a:gd name="connsiteY6" fmla="*/ 127888 h 399650"/>
                <a:gd name="connsiteX7" fmla="*/ 44761 w 92719"/>
                <a:gd name="connsiteY7" fmla="*/ 274959 h 399650"/>
                <a:gd name="connsiteX8" fmla="*/ 44761 w 92719"/>
                <a:gd name="connsiteY8" fmla="*/ 342101 h 399650"/>
                <a:gd name="connsiteX9" fmla="*/ 19397 w 92719"/>
                <a:gd name="connsiteY9" fmla="*/ 346150 h 399650"/>
                <a:gd name="connsiteX10" fmla="*/ 35169 w 92719"/>
                <a:gd name="connsiteY10" fmla="*/ 358087 h 399650"/>
                <a:gd name="connsiteX11" fmla="*/ 31972 w 92719"/>
                <a:gd name="connsiteY11" fmla="*/ 367678 h 399650"/>
                <a:gd name="connsiteX12" fmla="*/ 19183 w 92719"/>
                <a:gd name="connsiteY12" fmla="*/ 380467 h 399650"/>
                <a:gd name="connsiteX13" fmla="*/ 0 w 92719"/>
                <a:gd name="connsiteY13" fmla="*/ 399650 h 399650"/>
                <a:gd name="connsiteX0" fmla="*/ 92719 w 92719"/>
                <a:gd name="connsiteY0" fmla="*/ 0 h 399650"/>
                <a:gd name="connsiteX1" fmla="*/ 79930 w 92719"/>
                <a:gd name="connsiteY1" fmla="*/ 15986 h 399650"/>
                <a:gd name="connsiteX2" fmla="*/ 76733 w 92719"/>
                <a:gd name="connsiteY2" fmla="*/ 25578 h 399650"/>
                <a:gd name="connsiteX3" fmla="*/ 70338 w 92719"/>
                <a:gd name="connsiteY3" fmla="*/ 31972 h 399650"/>
                <a:gd name="connsiteX4" fmla="*/ 51155 w 92719"/>
                <a:gd name="connsiteY4" fmla="*/ 57550 h 399650"/>
                <a:gd name="connsiteX5" fmla="*/ 47958 w 92719"/>
                <a:gd name="connsiteY5" fmla="*/ 67141 h 399650"/>
                <a:gd name="connsiteX6" fmla="*/ 41564 w 92719"/>
                <a:gd name="connsiteY6" fmla="*/ 127888 h 399650"/>
                <a:gd name="connsiteX7" fmla="*/ 28136 w 92719"/>
                <a:gd name="connsiteY7" fmla="*/ 274959 h 399650"/>
                <a:gd name="connsiteX8" fmla="*/ 44761 w 92719"/>
                <a:gd name="connsiteY8" fmla="*/ 342101 h 399650"/>
                <a:gd name="connsiteX9" fmla="*/ 19397 w 92719"/>
                <a:gd name="connsiteY9" fmla="*/ 346150 h 399650"/>
                <a:gd name="connsiteX10" fmla="*/ 35169 w 92719"/>
                <a:gd name="connsiteY10" fmla="*/ 358087 h 399650"/>
                <a:gd name="connsiteX11" fmla="*/ 31972 w 92719"/>
                <a:gd name="connsiteY11" fmla="*/ 367678 h 399650"/>
                <a:gd name="connsiteX12" fmla="*/ 19183 w 92719"/>
                <a:gd name="connsiteY12" fmla="*/ 380467 h 399650"/>
                <a:gd name="connsiteX13" fmla="*/ 0 w 92719"/>
                <a:gd name="connsiteY13" fmla="*/ 399650 h 399650"/>
                <a:gd name="connsiteX0" fmla="*/ 92719 w 92719"/>
                <a:gd name="connsiteY0" fmla="*/ 0 h 399650"/>
                <a:gd name="connsiteX1" fmla="*/ 79930 w 92719"/>
                <a:gd name="connsiteY1" fmla="*/ 15986 h 399650"/>
                <a:gd name="connsiteX2" fmla="*/ 76733 w 92719"/>
                <a:gd name="connsiteY2" fmla="*/ 25578 h 399650"/>
                <a:gd name="connsiteX3" fmla="*/ 70338 w 92719"/>
                <a:gd name="connsiteY3" fmla="*/ 31972 h 399650"/>
                <a:gd name="connsiteX4" fmla="*/ 51155 w 92719"/>
                <a:gd name="connsiteY4" fmla="*/ 57550 h 399650"/>
                <a:gd name="connsiteX5" fmla="*/ 47958 w 92719"/>
                <a:gd name="connsiteY5" fmla="*/ 67141 h 399650"/>
                <a:gd name="connsiteX6" fmla="*/ 41564 w 92719"/>
                <a:gd name="connsiteY6" fmla="*/ 127888 h 399650"/>
                <a:gd name="connsiteX7" fmla="*/ 28136 w 92719"/>
                <a:gd name="connsiteY7" fmla="*/ 274959 h 399650"/>
                <a:gd name="connsiteX8" fmla="*/ 11510 w 92719"/>
                <a:gd name="connsiteY8" fmla="*/ 342101 h 399650"/>
                <a:gd name="connsiteX9" fmla="*/ 19397 w 92719"/>
                <a:gd name="connsiteY9" fmla="*/ 346150 h 399650"/>
                <a:gd name="connsiteX10" fmla="*/ 35169 w 92719"/>
                <a:gd name="connsiteY10" fmla="*/ 358087 h 399650"/>
                <a:gd name="connsiteX11" fmla="*/ 31972 w 92719"/>
                <a:gd name="connsiteY11" fmla="*/ 367678 h 399650"/>
                <a:gd name="connsiteX12" fmla="*/ 19183 w 92719"/>
                <a:gd name="connsiteY12" fmla="*/ 380467 h 399650"/>
                <a:gd name="connsiteX13" fmla="*/ 0 w 92719"/>
                <a:gd name="connsiteY13" fmla="*/ 399650 h 399650"/>
                <a:gd name="connsiteX0" fmla="*/ 92719 w 92719"/>
                <a:gd name="connsiteY0" fmla="*/ 0 h 399650"/>
                <a:gd name="connsiteX1" fmla="*/ 79930 w 92719"/>
                <a:gd name="connsiteY1" fmla="*/ 15986 h 399650"/>
                <a:gd name="connsiteX2" fmla="*/ 76733 w 92719"/>
                <a:gd name="connsiteY2" fmla="*/ 25578 h 399650"/>
                <a:gd name="connsiteX3" fmla="*/ 70338 w 92719"/>
                <a:gd name="connsiteY3" fmla="*/ 31972 h 399650"/>
                <a:gd name="connsiteX4" fmla="*/ 51155 w 92719"/>
                <a:gd name="connsiteY4" fmla="*/ 57550 h 399650"/>
                <a:gd name="connsiteX5" fmla="*/ 47958 w 92719"/>
                <a:gd name="connsiteY5" fmla="*/ 67141 h 399650"/>
                <a:gd name="connsiteX6" fmla="*/ 41564 w 92719"/>
                <a:gd name="connsiteY6" fmla="*/ 127888 h 399650"/>
                <a:gd name="connsiteX7" fmla="*/ 28136 w 92719"/>
                <a:gd name="connsiteY7" fmla="*/ 274959 h 399650"/>
                <a:gd name="connsiteX8" fmla="*/ 11510 w 92719"/>
                <a:gd name="connsiteY8" fmla="*/ 342101 h 399650"/>
                <a:gd name="connsiteX9" fmla="*/ 19397 w 92719"/>
                <a:gd name="connsiteY9" fmla="*/ 346150 h 399650"/>
                <a:gd name="connsiteX10" fmla="*/ 35169 w 92719"/>
                <a:gd name="connsiteY10" fmla="*/ 358087 h 399650"/>
                <a:gd name="connsiteX11" fmla="*/ 31972 w 92719"/>
                <a:gd name="connsiteY11" fmla="*/ 367678 h 399650"/>
                <a:gd name="connsiteX12" fmla="*/ 0 w 92719"/>
                <a:gd name="connsiteY12" fmla="*/ 399650 h 399650"/>
                <a:gd name="connsiteX0" fmla="*/ 92719 w 92719"/>
                <a:gd name="connsiteY0" fmla="*/ 0 h 399650"/>
                <a:gd name="connsiteX1" fmla="*/ 79930 w 92719"/>
                <a:gd name="connsiteY1" fmla="*/ 15986 h 399650"/>
                <a:gd name="connsiteX2" fmla="*/ 76733 w 92719"/>
                <a:gd name="connsiteY2" fmla="*/ 25578 h 399650"/>
                <a:gd name="connsiteX3" fmla="*/ 70338 w 92719"/>
                <a:gd name="connsiteY3" fmla="*/ 31972 h 399650"/>
                <a:gd name="connsiteX4" fmla="*/ 51155 w 92719"/>
                <a:gd name="connsiteY4" fmla="*/ 57550 h 399650"/>
                <a:gd name="connsiteX5" fmla="*/ 47958 w 92719"/>
                <a:gd name="connsiteY5" fmla="*/ 67141 h 399650"/>
                <a:gd name="connsiteX6" fmla="*/ 41564 w 92719"/>
                <a:gd name="connsiteY6" fmla="*/ 127888 h 399650"/>
                <a:gd name="connsiteX7" fmla="*/ 28136 w 92719"/>
                <a:gd name="connsiteY7" fmla="*/ 274959 h 399650"/>
                <a:gd name="connsiteX8" fmla="*/ 11510 w 92719"/>
                <a:gd name="connsiteY8" fmla="*/ 342101 h 399650"/>
                <a:gd name="connsiteX9" fmla="*/ 19397 w 92719"/>
                <a:gd name="connsiteY9" fmla="*/ 346150 h 399650"/>
                <a:gd name="connsiteX10" fmla="*/ 35169 w 92719"/>
                <a:gd name="connsiteY10" fmla="*/ 358087 h 399650"/>
                <a:gd name="connsiteX11" fmla="*/ 0 w 92719"/>
                <a:gd name="connsiteY11" fmla="*/ 399650 h 399650"/>
                <a:gd name="connsiteX0" fmla="*/ 92719 w 92719"/>
                <a:gd name="connsiteY0" fmla="*/ 0 h 399650"/>
                <a:gd name="connsiteX1" fmla="*/ 79930 w 92719"/>
                <a:gd name="connsiteY1" fmla="*/ 15986 h 399650"/>
                <a:gd name="connsiteX2" fmla="*/ 76733 w 92719"/>
                <a:gd name="connsiteY2" fmla="*/ 25578 h 399650"/>
                <a:gd name="connsiteX3" fmla="*/ 70338 w 92719"/>
                <a:gd name="connsiteY3" fmla="*/ 31972 h 399650"/>
                <a:gd name="connsiteX4" fmla="*/ 51155 w 92719"/>
                <a:gd name="connsiteY4" fmla="*/ 57550 h 399650"/>
                <a:gd name="connsiteX5" fmla="*/ 47958 w 92719"/>
                <a:gd name="connsiteY5" fmla="*/ 67141 h 399650"/>
                <a:gd name="connsiteX6" fmla="*/ 41564 w 92719"/>
                <a:gd name="connsiteY6" fmla="*/ 127888 h 399650"/>
                <a:gd name="connsiteX7" fmla="*/ 28136 w 92719"/>
                <a:gd name="connsiteY7" fmla="*/ 274959 h 399650"/>
                <a:gd name="connsiteX8" fmla="*/ 11510 w 92719"/>
                <a:gd name="connsiteY8" fmla="*/ 342101 h 399650"/>
                <a:gd name="connsiteX9" fmla="*/ 19397 w 92719"/>
                <a:gd name="connsiteY9" fmla="*/ 346150 h 399650"/>
                <a:gd name="connsiteX10" fmla="*/ 0 w 92719"/>
                <a:gd name="connsiteY10" fmla="*/ 399650 h 399650"/>
                <a:gd name="connsiteX0" fmla="*/ 92719 w 92719"/>
                <a:gd name="connsiteY0" fmla="*/ 0 h 399650"/>
                <a:gd name="connsiteX1" fmla="*/ 79930 w 92719"/>
                <a:gd name="connsiteY1" fmla="*/ 15986 h 399650"/>
                <a:gd name="connsiteX2" fmla="*/ 76733 w 92719"/>
                <a:gd name="connsiteY2" fmla="*/ 25578 h 399650"/>
                <a:gd name="connsiteX3" fmla="*/ 70338 w 92719"/>
                <a:gd name="connsiteY3" fmla="*/ 31972 h 399650"/>
                <a:gd name="connsiteX4" fmla="*/ 51155 w 92719"/>
                <a:gd name="connsiteY4" fmla="*/ 57550 h 399650"/>
                <a:gd name="connsiteX5" fmla="*/ 47958 w 92719"/>
                <a:gd name="connsiteY5" fmla="*/ 67141 h 399650"/>
                <a:gd name="connsiteX6" fmla="*/ 41564 w 92719"/>
                <a:gd name="connsiteY6" fmla="*/ 127888 h 399650"/>
                <a:gd name="connsiteX7" fmla="*/ 28136 w 92719"/>
                <a:gd name="connsiteY7" fmla="*/ 274959 h 399650"/>
                <a:gd name="connsiteX8" fmla="*/ 11510 w 92719"/>
                <a:gd name="connsiteY8" fmla="*/ 342101 h 399650"/>
                <a:gd name="connsiteX9" fmla="*/ 0 w 92719"/>
                <a:gd name="connsiteY9" fmla="*/ 399650 h 399650"/>
                <a:gd name="connsiteX0" fmla="*/ 92719 w 92719"/>
                <a:gd name="connsiteY0" fmla="*/ 0 h 399650"/>
                <a:gd name="connsiteX1" fmla="*/ 79930 w 92719"/>
                <a:gd name="connsiteY1" fmla="*/ 15986 h 399650"/>
                <a:gd name="connsiteX2" fmla="*/ 76733 w 92719"/>
                <a:gd name="connsiteY2" fmla="*/ 25578 h 399650"/>
                <a:gd name="connsiteX3" fmla="*/ 70338 w 92719"/>
                <a:gd name="connsiteY3" fmla="*/ 31972 h 399650"/>
                <a:gd name="connsiteX4" fmla="*/ 51155 w 92719"/>
                <a:gd name="connsiteY4" fmla="*/ 57550 h 399650"/>
                <a:gd name="connsiteX5" fmla="*/ 41564 w 92719"/>
                <a:gd name="connsiteY5" fmla="*/ 127888 h 399650"/>
                <a:gd name="connsiteX6" fmla="*/ 28136 w 92719"/>
                <a:gd name="connsiteY6" fmla="*/ 274959 h 399650"/>
                <a:gd name="connsiteX7" fmla="*/ 11510 w 92719"/>
                <a:gd name="connsiteY7" fmla="*/ 342101 h 399650"/>
                <a:gd name="connsiteX8" fmla="*/ 0 w 92719"/>
                <a:gd name="connsiteY8" fmla="*/ 399650 h 399650"/>
                <a:gd name="connsiteX0" fmla="*/ 92719 w 92719"/>
                <a:gd name="connsiteY0" fmla="*/ 0 h 399650"/>
                <a:gd name="connsiteX1" fmla="*/ 79930 w 92719"/>
                <a:gd name="connsiteY1" fmla="*/ 15986 h 399650"/>
                <a:gd name="connsiteX2" fmla="*/ 76733 w 92719"/>
                <a:gd name="connsiteY2" fmla="*/ 25578 h 399650"/>
                <a:gd name="connsiteX3" fmla="*/ 70338 w 92719"/>
                <a:gd name="connsiteY3" fmla="*/ 31972 h 399650"/>
                <a:gd name="connsiteX4" fmla="*/ 57440 w 92719"/>
                <a:gd name="connsiteY4" fmla="*/ 60693 h 399650"/>
                <a:gd name="connsiteX5" fmla="*/ 41564 w 92719"/>
                <a:gd name="connsiteY5" fmla="*/ 127888 h 399650"/>
                <a:gd name="connsiteX6" fmla="*/ 28136 w 92719"/>
                <a:gd name="connsiteY6" fmla="*/ 274959 h 399650"/>
                <a:gd name="connsiteX7" fmla="*/ 11510 w 92719"/>
                <a:gd name="connsiteY7" fmla="*/ 342101 h 399650"/>
                <a:gd name="connsiteX8" fmla="*/ 0 w 92719"/>
                <a:gd name="connsiteY8" fmla="*/ 399650 h 399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719" h="399650">
                  <a:moveTo>
                    <a:pt x="92719" y="0"/>
                  </a:moveTo>
                  <a:cubicBezTo>
                    <a:pt x="88456" y="5329"/>
                    <a:pt x="83547" y="10199"/>
                    <a:pt x="79930" y="15986"/>
                  </a:cubicBezTo>
                  <a:cubicBezTo>
                    <a:pt x="78144" y="18844"/>
                    <a:pt x="78467" y="22688"/>
                    <a:pt x="76733" y="25578"/>
                  </a:cubicBezTo>
                  <a:cubicBezTo>
                    <a:pt x="75182" y="28163"/>
                    <a:pt x="73553" y="26120"/>
                    <a:pt x="70338" y="31972"/>
                  </a:cubicBezTo>
                  <a:cubicBezTo>
                    <a:pt x="67123" y="37824"/>
                    <a:pt x="72107" y="46026"/>
                    <a:pt x="57440" y="60693"/>
                  </a:cubicBezTo>
                  <a:cubicBezTo>
                    <a:pt x="52644" y="76679"/>
                    <a:pt x="45401" y="91653"/>
                    <a:pt x="41564" y="127888"/>
                  </a:cubicBezTo>
                  <a:cubicBezTo>
                    <a:pt x="37727" y="164123"/>
                    <a:pt x="33145" y="239257"/>
                    <a:pt x="28136" y="274959"/>
                  </a:cubicBezTo>
                  <a:cubicBezTo>
                    <a:pt x="23127" y="310661"/>
                    <a:pt x="16199" y="321319"/>
                    <a:pt x="11510" y="342101"/>
                  </a:cubicBezTo>
                  <a:cubicBezTo>
                    <a:pt x="6821" y="362883"/>
                    <a:pt x="2398" y="387661"/>
                    <a:pt x="0" y="399650"/>
                  </a:cubicBezTo>
                </a:path>
              </a:pathLst>
            </a:custGeom>
            <a:noFill/>
            <a:ln w="57150" cap="rnd">
              <a:solidFill>
                <a:srgbClr val="DF5C7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1320413" y="4056613"/>
            <a:ext cx="7303716" cy="11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800" dirty="0" smtClean="0">
                <a:latin typeface="方正喵呜体" panose="02010600010101010101" pitchFamily="2" charset="-122"/>
                <a:ea typeface="方正喵呜体" panose="02010600010101010101" pitchFamily="2" charset="-122"/>
              </a:rPr>
              <a:t>Time would heat almost all wounds.</a:t>
            </a:r>
          </a:p>
          <a:p>
            <a:pPr>
              <a:lnSpc>
                <a:spcPct val="80000"/>
              </a:lnSpc>
            </a:pPr>
            <a:r>
              <a:rPr lang="en-US" altLang="zh-CN" sz="2800" dirty="0" smtClean="0">
                <a:latin typeface="方正喵呜体" panose="02010600010101010101" pitchFamily="2" charset="-122"/>
                <a:ea typeface="方正喵呜体" panose="02010600010101010101" pitchFamily="2" charset="-122"/>
              </a:rPr>
              <a:t>If your wounds have not been healed up,</a:t>
            </a:r>
          </a:p>
          <a:p>
            <a:pPr>
              <a:lnSpc>
                <a:spcPct val="80000"/>
              </a:lnSpc>
            </a:pPr>
            <a:r>
              <a:rPr lang="en-US" altLang="zh-CN" sz="2800" dirty="0" smtClean="0">
                <a:latin typeface="方正喵呜体" panose="02010600010101010101" pitchFamily="2" charset="-122"/>
                <a:ea typeface="方正喵呜体" panose="02010600010101010101" pitchFamily="2" charset="-122"/>
              </a:rPr>
              <a:t>Please wait for a short while.</a:t>
            </a:r>
            <a:endParaRPr lang="zh-CN" altLang="en-US" sz="2800" dirty="0"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1178574" y="480738"/>
            <a:ext cx="767133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en-US" sz="3600" b="1" dirty="0">
                <a:latin typeface="方正宋三_GBK" panose="03000509000000000000" pitchFamily="65" charset="-122"/>
                <a:ea typeface="方正宋三_GBK" panose="03000509000000000000" pitchFamily="65" charset="-122"/>
              </a:rPr>
              <a:t>卢思浩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1178574" y="1814442"/>
            <a:ext cx="854439" cy="486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600" dirty="0" smtClean="0">
                <a:latin typeface="Kozuka Mincho Pro L" panose="02020300000000000000" pitchFamily="18" charset="-128"/>
                <a:ea typeface="Kozuka Mincho Pro L" panose="02020300000000000000" pitchFamily="18" charset="-128"/>
              </a:rPr>
              <a:t>Lu</a:t>
            </a:r>
          </a:p>
          <a:p>
            <a:pPr>
              <a:lnSpc>
                <a:spcPct val="80000"/>
              </a:lnSpc>
            </a:pPr>
            <a:r>
              <a:rPr lang="en-US" altLang="zh-CN" sz="1600" dirty="0" smtClean="0">
                <a:latin typeface="Kozuka Mincho Pro L" panose="02020300000000000000" pitchFamily="18" charset="-128"/>
                <a:ea typeface="Kozuka Mincho Pro L" panose="02020300000000000000" pitchFamily="18" charset="-128"/>
              </a:rPr>
              <a:t>Kevin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11178574" y="2173013"/>
            <a:ext cx="690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WORKS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11178574" y="2457146"/>
            <a:ext cx="5214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方正宋三_GBK" panose="03000509000000000000" pitchFamily="65" charset="-122"/>
                <a:ea typeface="方正宋三_GBK" panose="03000509000000000000" pitchFamily="65" charset="-122"/>
              </a:rPr>
              <a:t>著</a:t>
            </a:r>
            <a:endParaRPr lang="zh-CN" altLang="en-US" sz="2000" dirty="0">
              <a:latin typeface="方正宋三_GBK" panose="03000509000000000000" pitchFamily="65" charset="-122"/>
              <a:ea typeface="方正宋三_GBK" panose="03000509000000000000" pitchFamily="65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4129" y="4237367"/>
            <a:ext cx="3489056" cy="2572224"/>
          </a:xfrm>
          <a:prstGeom prst="rect">
            <a:avLst/>
          </a:prstGeom>
        </p:spPr>
      </p:pic>
      <p:sp>
        <p:nvSpPr>
          <p:cNvPr id="32" name="任意多边形 31"/>
          <p:cNvSpPr/>
          <p:nvPr/>
        </p:nvSpPr>
        <p:spPr>
          <a:xfrm>
            <a:off x="-126810" y="5904854"/>
            <a:ext cx="12584623" cy="759416"/>
          </a:xfrm>
          <a:custGeom>
            <a:avLst/>
            <a:gdLst>
              <a:gd name="connsiteX0" fmla="*/ 0 w 12615620"/>
              <a:gd name="connsiteY0" fmla="*/ 278970 h 278970"/>
              <a:gd name="connsiteX1" fmla="*/ 12615620 w 12615620"/>
              <a:gd name="connsiteY1" fmla="*/ 0 h 278970"/>
              <a:gd name="connsiteX0" fmla="*/ 0 w 12615620"/>
              <a:gd name="connsiteY0" fmla="*/ 278970 h 278970"/>
              <a:gd name="connsiteX1" fmla="*/ 11453247 w 12615620"/>
              <a:gd name="connsiteY1" fmla="*/ 32820 h 278970"/>
              <a:gd name="connsiteX2" fmla="*/ 12615620 w 12615620"/>
              <a:gd name="connsiteY2" fmla="*/ 0 h 278970"/>
              <a:gd name="connsiteX0" fmla="*/ 0 w 12600121"/>
              <a:gd name="connsiteY0" fmla="*/ 492300 h 492300"/>
              <a:gd name="connsiteX1" fmla="*/ 11453247 w 12600121"/>
              <a:gd name="connsiteY1" fmla="*/ 246150 h 492300"/>
              <a:gd name="connsiteX2" fmla="*/ 12600121 w 12600121"/>
              <a:gd name="connsiteY2" fmla="*/ 0 h 492300"/>
              <a:gd name="connsiteX0" fmla="*/ 0 w 12600121"/>
              <a:gd name="connsiteY0" fmla="*/ 492300 h 492300"/>
              <a:gd name="connsiteX1" fmla="*/ 11422250 w 12600121"/>
              <a:gd name="connsiteY1" fmla="*/ 196920 h 492300"/>
              <a:gd name="connsiteX2" fmla="*/ 12600121 w 12600121"/>
              <a:gd name="connsiteY2" fmla="*/ 0 h 492300"/>
              <a:gd name="connsiteX0" fmla="*/ 0 w 12600121"/>
              <a:gd name="connsiteY0" fmla="*/ 492300 h 492300"/>
              <a:gd name="connsiteX1" fmla="*/ 11422250 w 12600121"/>
              <a:gd name="connsiteY1" fmla="*/ 196920 h 492300"/>
              <a:gd name="connsiteX2" fmla="*/ 11949194 w 12600121"/>
              <a:gd name="connsiteY2" fmla="*/ 65641 h 492300"/>
              <a:gd name="connsiteX3" fmla="*/ 12600121 w 12600121"/>
              <a:gd name="connsiteY3" fmla="*/ 0 h 492300"/>
              <a:gd name="connsiteX0" fmla="*/ 0 w 12600121"/>
              <a:gd name="connsiteY0" fmla="*/ 492300 h 492300"/>
              <a:gd name="connsiteX1" fmla="*/ 11422250 w 12600121"/>
              <a:gd name="connsiteY1" fmla="*/ 196920 h 492300"/>
              <a:gd name="connsiteX2" fmla="*/ 11995688 w 12600121"/>
              <a:gd name="connsiteY2" fmla="*/ 147690 h 492300"/>
              <a:gd name="connsiteX3" fmla="*/ 12600121 w 12600121"/>
              <a:gd name="connsiteY3" fmla="*/ 0 h 492300"/>
              <a:gd name="connsiteX0" fmla="*/ 0 w 12600121"/>
              <a:gd name="connsiteY0" fmla="*/ 492300 h 492300"/>
              <a:gd name="connsiteX1" fmla="*/ 11422250 w 12600121"/>
              <a:gd name="connsiteY1" fmla="*/ 196920 h 492300"/>
              <a:gd name="connsiteX2" fmla="*/ 11995688 w 12600121"/>
              <a:gd name="connsiteY2" fmla="*/ 147690 h 492300"/>
              <a:gd name="connsiteX3" fmla="*/ 12600121 w 12600121"/>
              <a:gd name="connsiteY3" fmla="*/ 0 h 492300"/>
              <a:gd name="connsiteX0" fmla="*/ 0 w 12600121"/>
              <a:gd name="connsiteY0" fmla="*/ 492300 h 492300"/>
              <a:gd name="connsiteX1" fmla="*/ 9704763 w 12600121"/>
              <a:gd name="connsiteY1" fmla="*/ 246152 h 492300"/>
              <a:gd name="connsiteX2" fmla="*/ 11422250 w 12600121"/>
              <a:gd name="connsiteY2" fmla="*/ 196920 h 492300"/>
              <a:gd name="connsiteX3" fmla="*/ 11995688 w 12600121"/>
              <a:gd name="connsiteY3" fmla="*/ 147690 h 492300"/>
              <a:gd name="connsiteX4" fmla="*/ 12600121 w 12600121"/>
              <a:gd name="connsiteY4" fmla="*/ 0 h 492300"/>
              <a:gd name="connsiteX0" fmla="*/ 0 w 12600121"/>
              <a:gd name="connsiteY0" fmla="*/ 492300 h 492300"/>
              <a:gd name="connsiteX1" fmla="*/ 9704763 w 12600121"/>
              <a:gd name="connsiteY1" fmla="*/ 328202 h 492300"/>
              <a:gd name="connsiteX2" fmla="*/ 11422250 w 12600121"/>
              <a:gd name="connsiteY2" fmla="*/ 196920 h 492300"/>
              <a:gd name="connsiteX3" fmla="*/ 11995688 w 12600121"/>
              <a:gd name="connsiteY3" fmla="*/ 147690 h 492300"/>
              <a:gd name="connsiteX4" fmla="*/ 12600121 w 12600121"/>
              <a:gd name="connsiteY4" fmla="*/ 0 h 492300"/>
              <a:gd name="connsiteX0" fmla="*/ 0 w 12600121"/>
              <a:gd name="connsiteY0" fmla="*/ 492300 h 492300"/>
              <a:gd name="connsiteX1" fmla="*/ 9704763 w 12600121"/>
              <a:gd name="connsiteY1" fmla="*/ 328202 h 492300"/>
              <a:gd name="connsiteX2" fmla="*/ 11422250 w 12600121"/>
              <a:gd name="connsiteY2" fmla="*/ 147690 h 492300"/>
              <a:gd name="connsiteX3" fmla="*/ 11995688 w 12600121"/>
              <a:gd name="connsiteY3" fmla="*/ 147690 h 492300"/>
              <a:gd name="connsiteX4" fmla="*/ 12600121 w 12600121"/>
              <a:gd name="connsiteY4" fmla="*/ 0 h 492300"/>
              <a:gd name="connsiteX0" fmla="*/ 0 w 12600121"/>
              <a:gd name="connsiteY0" fmla="*/ 508710 h 508710"/>
              <a:gd name="connsiteX1" fmla="*/ 9704763 w 12600121"/>
              <a:gd name="connsiteY1" fmla="*/ 344612 h 508710"/>
              <a:gd name="connsiteX2" fmla="*/ 11422250 w 12600121"/>
              <a:gd name="connsiteY2" fmla="*/ 164100 h 508710"/>
              <a:gd name="connsiteX3" fmla="*/ 12073180 w 12600121"/>
              <a:gd name="connsiteY3" fmla="*/ 0 h 508710"/>
              <a:gd name="connsiteX4" fmla="*/ 12600121 w 12600121"/>
              <a:gd name="connsiteY4" fmla="*/ 16410 h 508710"/>
              <a:gd name="connsiteX0" fmla="*/ 0 w 12600121"/>
              <a:gd name="connsiteY0" fmla="*/ 508710 h 508710"/>
              <a:gd name="connsiteX1" fmla="*/ 9704763 w 12600121"/>
              <a:gd name="connsiteY1" fmla="*/ 295382 h 508710"/>
              <a:gd name="connsiteX2" fmla="*/ 11422250 w 12600121"/>
              <a:gd name="connsiteY2" fmla="*/ 164100 h 508710"/>
              <a:gd name="connsiteX3" fmla="*/ 12073180 w 12600121"/>
              <a:gd name="connsiteY3" fmla="*/ 0 h 508710"/>
              <a:gd name="connsiteX4" fmla="*/ 12600121 w 12600121"/>
              <a:gd name="connsiteY4" fmla="*/ 16410 h 508710"/>
              <a:gd name="connsiteX0" fmla="*/ 0 w 12584623"/>
              <a:gd name="connsiteY0" fmla="*/ 804090 h 804090"/>
              <a:gd name="connsiteX1" fmla="*/ 9704763 w 12584623"/>
              <a:gd name="connsiteY1" fmla="*/ 590762 h 804090"/>
              <a:gd name="connsiteX2" fmla="*/ 11422250 w 12584623"/>
              <a:gd name="connsiteY2" fmla="*/ 459480 h 804090"/>
              <a:gd name="connsiteX3" fmla="*/ 12073180 w 12584623"/>
              <a:gd name="connsiteY3" fmla="*/ 295380 h 804090"/>
              <a:gd name="connsiteX4" fmla="*/ 12584623 w 12584623"/>
              <a:gd name="connsiteY4" fmla="*/ 0 h 804090"/>
              <a:gd name="connsiteX0" fmla="*/ 0 w 12584623"/>
              <a:gd name="connsiteY0" fmla="*/ 804090 h 804090"/>
              <a:gd name="connsiteX1" fmla="*/ 9704763 w 12584623"/>
              <a:gd name="connsiteY1" fmla="*/ 590762 h 804090"/>
              <a:gd name="connsiteX2" fmla="*/ 11422250 w 12584623"/>
              <a:gd name="connsiteY2" fmla="*/ 459480 h 804090"/>
              <a:gd name="connsiteX3" fmla="*/ 12073180 w 12584623"/>
              <a:gd name="connsiteY3" fmla="*/ 295380 h 804090"/>
              <a:gd name="connsiteX4" fmla="*/ 12168993 w 12584623"/>
              <a:gd name="connsiteY4" fmla="*/ 213330 h 804090"/>
              <a:gd name="connsiteX5" fmla="*/ 12584623 w 12584623"/>
              <a:gd name="connsiteY5" fmla="*/ 0 h 804090"/>
              <a:gd name="connsiteX0" fmla="*/ 0 w 12584623"/>
              <a:gd name="connsiteY0" fmla="*/ 804090 h 804090"/>
              <a:gd name="connsiteX1" fmla="*/ 9704763 w 12584623"/>
              <a:gd name="connsiteY1" fmla="*/ 590762 h 804090"/>
              <a:gd name="connsiteX2" fmla="*/ 11422250 w 12584623"/>
              <a:gd name="connsiteY2" fmla="*/ 459480 h 804090"/>
              <a:gd name="connsiteX3" fmla="*/ 12073180 w 12584623"/>
              <a:gd name="connsiteY3" fmla="*/ 295380 h 804090"/>
              <a:gd name="connsiteX4" fmla="*/ 12184491 w 12584623"/>
              <a:gd name="connsiteY4" fmla="*/ 262560 h 804090"/>
              <a:gd name="connsiteX5" fmla="*/ 12584623 w 12584623"/>
              <a:gd name="connsiteY5" fmla="*/ 0 h 804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584623" h="804090">
                <a:moveTo>
                  <a:pt x="0" y="804090"/>
                </a:moveTo>
                <a:lnTo>
                  <a:pt x="9704763" y="590762"/>
                </a:lnTo>
                <a:lnTo>
                  <a:pt x="11422250" y="459480"/>
                </a:lnTo>
                <a:lnTo>
                  <a:pt x="12073180" y="295380"/>
                </a:lnTo>
                <a:lnTo>
                  <a:pt x="12184491" y="262560"/>
                </a:lnTo>
                <a:lnTo>
                  <a:pt x="12584623" y="0"/>
                </a:ln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/>
        </p:nvSpPr>
        <p:spPr>
          <a:xfrm>
            <a:off x="-301609" y="6284562"/>
            <a:ext cx="12795217" cy="470914"/>
          </a:xfrm>
          <a:custGeom>
            <a:avLst/>
            <a:gdLst>
              <a:gd name="connsiteX0" fmla="*/ 0 w 12795217"/>
              <a:gd name="connsiteY0" fmla="*/ 0 h 470914"/>
              <a:gd name="connsiteX1" fmla="*/ 7315200 w 12795217"/>
              <a:gd name="connsiteY1" fmla="*/ 402956 h 470914"/>
              <a:gd name="connsiteX2" fmla="*/ 12336650 w 12795217"/>
              <a:gd name="connsiteY2" fmla="*/ 464949 h 470914"/>
              <a:gd name="connsiteX3" fmla="*/ 12259159 w 12795217"/>
              <a:gd name="connsiteY3" fmla="*/ 464949 h 47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95217" h="470914">
                <a:moveTo>
                  <a:pt x="0" y="0"/>
                </a:moveTo>
                <a:lnTo>
                  <a:pt x="7315200" y="402956"/>
                </a:lnTo>
                <a:cubicBezTo>
                  <a:pt x="9371308" y="480447"/>
                  <a:pt x="11512657" y="454617"/>
                  <a:pt x="12336650" y="464949"/>
                </a:cubicBezTo>
                <a:cubicBezTo>
                  <a:pt x="13160643" y="475281"/>
                  <a:pt x="12709901" y="470115"/>
                  <a:pt x="12259159" y="464949"/>
                </a:cubicBez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645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648" y="3883991"/>
            <a:ext cx="3669369" cy="2293356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143" y="376753"/>
            <a:ext cx="3669369" cy="2293356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30" y="1335907"/>
            <a:ext cx="3669369" cy="229335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25109">
            <a:off x="8376180" y="1506819"/>
            <a:ext cx="2828799" cy="377173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文本框 3"/>
          <p:cNvSpPr txBox="1"/>
          <p:nvPr/>
        </p:nvSpPr>
        <p:spPr>
          <a:xfrm>
            <a:off x="893756" y="4145602"/>
            <a:ext cx="65402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方正喵呜体" panose="02010600010101010101" pitchFamily="2" charset="-122"/>
                <a:ea typeface="方正喵呜体" panose="02010600010101010101" pitchFamily="2" charset="-122"/>
              </a:rPr>
              <a:t>独立写手（比较懒）喜欢五月天，写书经常拖稿，但是个笃定的人，一直在追求自己的梦想，等待出头天。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93758" y="2285389"/>
            <a:ext cx="49904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latin typeface="方正喵呜体" panose="02010600010101010101" pitchFamily="2" charset="-122"/>
                <a:ea typeface="方正喵呜体" panose="02010600010101010101" pitchFamily="2" charset="-122"/>
              </a:rPr>
              <a:t>卢思浩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93755" y="3622381"/>
            <a:ext cx="6540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方正喵呜体" panose="02010600010101010101" pitchFamily="2" charset="-122"/>
                <a:ea typeface="方正喵呜体" panose="02010600010101010101" pitchFamily="2" charset="-122"/>
              </a:rPr>
              <a:t>治愈系</a:t>
            </a:r>
            <a:r>
              <a:rPr lang="zh-CN" altLang="en-US" sz="2800" dirty="0" smtClean="0">
                <a:latin typeface="方正喵呜体" panose="02010600010101010101" pitchFamily="2" charset="-122"/>
                <a:ea typeface="方正喵呜体" panose="02010600010101010101" pitchFamily="2" charset="-122"/>
              </a:rPr>
              <a:t>作家，人人主页的“暖暖先生”</a:t>
            </a:r>
            <a:endParaRPr lang="zh-CN" altLang="en-US" sz="2800" dirty="0"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93758" y="2931720"/>
            <a:ext cx="4990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latin typeface="方正喵呜体" panose="02010600010101010101" pitchFamily="2" charset="-122"/>
                <a:ea typeface="方正喵呜体" panose="02010600010101010101" pitchFamily="2" charset="-122"/>
              </a:rPr>
              <a:t>英文名：</a:t>
            </a:r>
            <a:r>
              <a:rPr lang="en-US" altLang="zh-CN" sz="3600" dirty="0">
                <a:latin typeface="方正喵呜体" panose="02010600010101010101" pitchFamily="2" charset="-122"/>
                <a:ea typeface="方正喵呜体" panose="02010600010101010101" pitchFamily="2" charset="-122"/>
              </a:rPr>
              <a:t>Kevin</a:t>
            </a:r>
            <a:endParaRPr lang="zh-CN" altLang="en-US" sz="3600" dirty="0"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2780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9CD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1225" y="-668937"/>
            <a:ext cx="4660900" cy="34290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9674" y="475467"/>
            <a:ext cx="3484467" cy="2177792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019" y="4448052"/>
            <a:ext cx="3381381" cy="2113363"/>
          </a:xfrm>
          <a:prstGeom prst="rect">
            <a:avLst/>
          </a:prstGeom>
        </p:spPr>
      </p:pic>
      <p:sp>
        <p:nvSpPr>
          <p:cNvPr id="29" name="任意多边形 28"/>
          <p:cNvSpPr/>
          <p:nvPr/>
        </p:nvSpPr>
        <p:spPr>
          <a:xfrm>
            <a:off x="1454046" y="1694272"/>
            <a:ext cx="10942820" cy="5171606"/>
          </a:xfrm>
          <a:custGeom>
            <a:avLst/>
            <a:gdLst>
              <a:gd name="connsiteX0" fmla="*/ 0 w 10942820"/>
              <a:gd name="connsiteY0" fmla="*/ 0 h 5171606"/>
              <a:gd name="connsiteX1" fmla="*/ 74951 w 10942820"/>
              <a:gd name="connsiteY1" fmla="*/ 59960 h 5171606"/>
              <a:gd name="connsiteX2" fmla="*/ 104932 w 10942820"/>
              <a:gd name="connsiteY2" fmla="*/ 89941 h 5171606"/>
              <a:gd name="connsiteX3" fmla="*/ 149902 w 10942820"/>
              <a:gd name="connsiteY3" fmla="*/ 119921 h 5171606"/>
              <a:gd name="connsiteX4" fmla="*/ 179882 w 10942820"/>
              <a:gd name="connsiteY4" fmla="*/ 164892 h 5171606"/>
              <a:gd name="connsiteX5" fmla="*/ 224853 w 10942820"/>
              <a:gd name="connsiteY5" fmla="*/ 179882 h 5171606"/>
              <a:gd name="connsiteX6" fmla="*/ 269823 w 10942820"/>
              <a:gd name="connsiteY6" fmla="*/ 209862 h 5171606"/>
              <a:gd name="connsiteX7" fmla="*/ 299804 w 10942820"/>
              <a:gd name="connsiteY7" fmla="*/ 239842 h 5171606"/>
              <a:gd name="connsiteX8" fmla="*/ 389745 w 10942820"/>
              <a:gd name="connsiteY8" fmla="*/ 284813 h 5171606"/>
              <a:gd name="connsiteX9" fmla="*/ 524656 w 10942820"/>
              <a:gd name="connsiteY9" fmla="*/ 404734 h 5171606"/>
              <a:gd name="connsiteX10" fmla="*/ 554636 w 10942820"/>
              <a:gd name="connsiteY10" fmla="*/ 434715 h 5171606"/>
              <a:gd name="connsiteX11" fmla="*/ 584617 w 10942820"/>
              <a:gd name="connsiteY11" fmla="*/ 464695 h 5171606"/>
              <a:gd name="connsiteX12" fmla="*/ 614597 w 10942820"/>
              <a:gd name="connsiteY12" fmla="*/ 509665 h 5171606"/>
              <a:gd name="connsiteX13" fmla="*/ 659568 w 10942820"/>
              <a:gd name="connsiteY13" fmla="*/ 539646 h 5171606"/>
              <a:gd name="connsiteX14" fmla="*/ 749509 w 10942820"/>
              <a:gd name="connsiteY14" fmla="*/ 629587 h 5171606"/>
              <a:gd name="connsiteX15" fmla="*/ 839450 w 10942820"/>
              <a:gd name="connsiteY15" fmla="*/ 719528 h 5171606"/>
              <a:gd name="connsiteX16" fmla="*/ 884420 w 10942820"/>
              <a:gd name="connsiteY16" fmla="*/ 749508 h 5171606"/>
              <a:gd name="connsiteX17" fmla="*/ 959371 w 10942820"/>
              <a:gd name="connsiteY17" fmla="*/ 839449 h 5171606"/>
              <a:gd name="connsiteX18" fmla="*/ 1004341 w 10942820"/>
              <a:gd name="connsiteY18" fmla="*/ 869429 h 5171606"/>
              <a:gd name="connsiteX19" fmla="*/ 1064302 w 10942820"/>
              <a:gd name="connsiteY19" fmla="*/ 914400 h 5171606"/>
              <a:gd name="connsiteX20" fmla="*/ 1199213 w 10942820"/>
              <a:gd name="connsiteY20" fmla="*/ 989351 h 5171606"/>
              <a:gd name="connsiteX21" fmla="*/ 1319135 w 10942820"/>
              <a:gd name="connsiteY21" fmla="*/ 1079292 h 5171606"/>
              <a:gd name="connsiteX22" fmla="*/ 1364105 w 10942820"/>
              <a:gd name="connsiteY22" fmla="*/ 1109272 h 5171606"/>
              <a:gd name="connsiteX23" fmla="*/ 1424066 w 10942820"/>
              <a:gd name="connsiteY23" fmla="*/ 1154242 h 5171606"/>
              <a:gd name="connsiteX24" fmla="*/ 1484027 w 10942820"/>
              <a:gd name="connsiteY24" fmla="*/ 1169233 h 5171606"/>
              <a:gd name="connsiteX25" fmla="*/ 1633928 w 10942820"/>
              <a:gd name="connsiteY25" fmla="*/ 1289154 h 5171606"/>
              <a:gd name="connsiteX26" fmla="*/ 1708879 w 10942820"/>
              <a:gd name="connsiteY26" fmla="*/ 1319134 h 5171606"/>
              <a:gd name="connsiteX27" fmla="*/ 1888761 w 10942820"/>
              <a:gd name="connsiteY27" fmla="*/ 1439056 h 5171606"/>
              <a:gd name="connsiteX28" fmla="*/ 1948722 w 10942820"/>
              <a:gd name="connsiteY28" fmla="*/ 1454046 h 5171606"/>
              <a:gd name="connsiteX29" fmla="*/ 2038663 w 10942820"/>
              <a:gd name="connsiteY29" fmla="*/ 1514006 h 5171606"/>
              <a:gd name="connsiteX30" fmla="*/ 2128604 w 10942820"/>
              <a:gd name="connsiteY30" fmla="*/ 1543987 h 5171606"/>
              <a:gd name="connsiteX31" fmla="*/ 2218545 w 10942820"/>
              <a:gd name="connsiteY31" fmla="*/ 1588957 h 5171606"/>
              <a:gd name="connsiteX32" fmla="*/ 2263515 w 10942820"/>
              <a:gd name="connsiteY32" fmla="*/ 1618938 h 5171606"/>
              <a:gd name="connsiteX33" fmla="*/ 2323476 w 10942820"/>
              <a:gd name="connsiteY33" fmla="*/ 1648918 h 5171606"/>
              <a:gd name="connsiteX34" fmla="*/ 2368446 w 10942820"/>
              <a:gd name="connsiteY34" fmla="*/ 1678898 h 5171606"/>
              <a:gd name="connsiteX35" fmla="*/ 2473377 w 10942820"/>
              <a:gd name="connsiteY35" fmla="*/ 1708879 h 5171606"/>
              <a:gd name="connsiteX36" fmla="*/ 2518348 w 10942820"/>
              <a:gd name="connsiteY36" fmla="*/ 1738859 h 5171606"/>
              <a:gd name="connsiteX37" fmla="*/ 2668250 w 10942820"/>
              <a:gd name="connsiteY37" fmla="*/ 1798820 h 5171606"/>
              <a:gd name="connsiteX38" fmla="*/ 2848132 w 10942820"/>
              <a:gd name="connsiteY38" fmla="*/ 1888760 h 5171606"/>
              <a:gd name="connsiteX39" fmla="*/ 3057994 w 10942820"/>
              <a:gd name="connsiteY39" fmla="*/ 2053652 h 5171606"/>
              <a:gd name="connsiteX40" fmla="*/ 3147935 w 10942820"/>
              <a:gd name="connsiteY40" fmla="*/ 2113613 h 5171606"/>
              <a:gd name="connsiteX41" fmla="*/ 3252866 w 10942820"/>
              <a:gd name="connsiteY41" fmla="*/ 2203554 h 5171606"/>
              <a:gd name="connsiteX42" fmla="*/ 3357797 w 10942820"/>
              <a:gd name="connsiteY42" fmla="*/ 2293495 h 5171606"/>
              <a:gd name="connsiteX43" fmla="*/ 3612630 w 10942820"/>
              <a:gd name="connsiteY43" fmla="*/ 2473377 h 5171606"/>
              <a:gd name="connsiteX44" fmla="*/ 3717561 w 10942820"/>
              <a:gd name="connsiteY44" fmla="*/ 2548328 h 5171606"/>
              <a:gd name="connsiteX45" fmla="*/ 3807502 w 10942820"/>
              <a:gd name="connsiteY45" fmla="*/ 2623279 h 5171606"/>
              <a:gd name="connsiteX46" fmla="*/ 3912433 w 10942820"/>
              <a:gd name="connsiteY46" fmla="*/ 2728210 h 5171606"/>
              <a:gd name="connsiteX47" fmla="*/ 4002374 w 10942820"/>
              <a:gd name="connsiteY47" fmla="*/ 2788170 h 5171606"/>
              <a:gd name="connsiteX48" fmla="*/ 4107305 w 10942820"/>
              <a:gd name="connsiteY48" fmla="*/ 2833141 h 5171606"/>
              <a:gd name="connsiteX49" fmla="*/ 4167266 w 10942820"/>
              <a:gd name="connsiteY49" fmla="*/ 2863121 h 5171606"/>
              <a:gd name="connsiteX50" fmla="*/ 4347148 w 10942820"/>
              <a:gd name="connsiteY50" fmla="*/ 2923082 h 5171606"/>
              <a:gd name="connsiteX51" fmla="*/ 4437089 w 10942820"/>
              <a:gd name="connsiteY51" fmla="*/ 2953062 h 5171606"/>
              <a:gd name="connsiteX52" fmla="*/ 4542020 w 10942820"/>
              <a:gd name="connsiteY52" fmla="*/ 2983042 h 5171606"/>
              <a:gd name="connsiteX53" fmla="*/ 4601981 w 10942820"/>
              <a:gd name="connsiteY53" fmla="*/ 3013023 h 5171606"/>
              <a:gd name="connsiteX54" fmla="*/ 4736892 w 10942820"/>
              <a:gd name="connsiteY54" fmla="*/ 3028013 h 5171606"/>
              <a:gd name="connsiteX55" fmla="*/ 4856813 w 10942820"/>
              <a:gd name="connsiteY55" fmla="*/ 3072983 h 5171606"/>
              <a:gd name="connsiteX56" fmla="*/ 4931764 w 10942820"/>
              <a:gd name="connsiteY56" fmla="*/ 3102964 h 5171606"/>
              <a:gd name="connsiteX57" fmla="*/ 5051686 w 10942820"/>
              <a:gd name="connsiteY57" fmla="*/ 3132944 h 5171606"/>
              <a:gd name="connsiteX58" fmla="*/ 5096656 w 10942820"/>
              <a:gd name="connsiteY58" fmla="*/ 3147934 h 5171606"/>
              <a:gd name="connsiteX59" fmla="*/ 5186597 w 10942820"/>
              <a:gd name="connsiteY59" fmla="*/ 3192905 h 5171606"/>
              <a:gd name="connsiteX60" fmla="*/ 5261548 w 10942820"/>
              <a:gd name="connsiteY60" fmla="*/ 3207895 h 5171606"/>
              <a:gd name="connsiteX61" fmla="*/ 5396459 w 10942820"/>
              <a:gd name="connsiteY61" fmla="*/ 3252865 h 5171606"/>
              <a:gd name="connsiteX62" fmla="*/ 5531371 w 10942820"/>
              <a:gd name="connsiteY62" fmla="*/ 3297836 h 5171606"/>
              <a:gd name="connsiteX63" fmla="*/ 5726243 w 10942820"/>
              <a:gd name="connsiteY63" fmla="*/ 3387777 h 5171606"/>
              <a:gd name="connsiteX64" fmla="*/ 5816184 w 10942820"/>
              <a:gd name="connsiteY64" fmla="*/ 3402767 h 5171606"/>
              <a:gd name="connsiteX65" fmla="*/ 5906125 w 10942820"/>
              <a:gd name="connsiteY65" fmla="*/ 3432747 h 5171606"/>
              <a:gd name="connsiteX66" fmla="*/ 5966086 w 10942820"/>
              <a:gd name="connsiteY66" fmla="*/ 3477718 h 5171606"/>
              <a:gd name="connsiteX67" fmla="*/ 6071017 w 10942820"/>
              <a:gd name="connsiteY67" fmla="*/ 3492708 h 5171606"/>
              <a:gd name="connsiteX68" fmla="*/ 6145968 w 10942820"/>
              <a:gd name="connsiteY68" fmla="*/ 3537679 h 5171606"/>
              <a:gd name="connsiteX69" fmla="*/ 6190938 w 10942820"/>
              <a:gd name="connsiteY69" fmla="*/ 3552669 h 5171606"/>
              <a:gd name="connsiteX70" fmla="*/ 6340840 w 10942820"/>
              <a:gd name="connsiteY70" fmla="*/ 3597639 h 5171606"/>
              <a:gd name="connsiteX71" fmla="*/ 6460761 w 10942820"/>
              <a:gd name="connsiteY71" fmla="*/ 3627620 h 5171606"/>
              <a:gd name="connsiteX72" fmla="*/ 6670623 w 10942820"/>
              <a:gd name="connsiteY72" fmla="*/ 3717560 h 5171606"/>
              <a:gd name="connsiteX73" fmla="*/ 6775554 w 10942820"/>
              <a:gd name="connsiteY73" fmla="*/ 3747541 h 5171606"/>
              <a:gd name="connsiteX74" fmla="*/ 6820525 w 10942820"/>
              <a:gd name="connsiteY74" fmla="*/ 3762531 h 5171606"/>
              <a:gd name="connsiteX75" fmla="*/ 6910466 w 10942820"/>
              <a:gd name="connsiteY75" fmla="*/ 3777521 h 5171606"/>
              <a:gd name="connsiteX76" fmla="*/ 6955436 w 10942820"/>
              <a:gd name="connsiteY76" fmla="*/ 3792511 h 5171606"/>
              <a:gd name="connsiteX77" fmla="*/ 7015397 w 10942820"/>
              <a:gd name="connsiteY77" fmla="*/ 3822492 h 5171606"/>
              <a:gd name="connsiteX78" fmla="*/ 7105338 w 10942820"/>
              <a:gd name="connsiteY78" fmla="*/ 3837482 h 5171606"/>
              <a:gd name="connsiteX79" fmla="*/ 7225259 w 10942820"/>
              <a:gd name="connsiteY79" fmla="*/ 3867462 h 5171606"/>
              <a:gd name="connsiteX80" fmla="*/ 7390151 w 10942820"/>
              <a:gd name="connsiteY80" fmla="*/ 3912433 h 5171606"/>
              <a:gd name="connsiteX81" fmla="*/ 7480092 w 10942820"/>
              <a:gd name="connsiteY81" fmla="*/ 3942413 h 5171606"/>
              <a:gd name="connsiteX82" fmla="*/ 7525063 w 10942820"/>
              <a:gd name="connsiteY82" fmla="*/ 3957403 h 5171606"/>
              <a:gd name="connsiteX83" fmla="*/ 7629994 w 10942820"/>
              <a:gd name="connsiteY83" fmla="*/ 3987383 h 5171606"/>
              <a:gd name="connsiteX84" fmla="*/ 7794886 w 10942820"/>
              <a:gd name="connsiteY84" fmla="*/ 4032354 h 5171606"/>
              <a:gd name="connsiteX85" fmla="*/ 7854846 w 10942820"/>
              <a:gd name="connsiteY85" fmla="*/ 4062334 h 5171606"/>
              <a:gd name="connsiteX86" fmla="*/ 7899817 w 10942820"/>
              <a:gd name="connsiteY86" fmla="*/ 4077324 h 5171606"/>
              <a:gd name="connsiteX87" fmla="*/ 8004748 w 10942820"/>
              <a:gd name="connsiteY87" fmla="*/ 4122295 h 5171606"/>
              <a:gd name="connsiteX88" fmla="*/ 8109679 w 10942820"/>
              <a:gd name="connsiteY88" fmla="*/ 4167265 h 5171606"/>
              <a:gd name="connsiteX89" fmla="*/ 8244591 w 10942820"/>
              <a:gd name="connsiteY89" fmla="*/ 4212236 h 5171606"/>
              <a:gd name="connsiteX90" fmla="*/ 8364512 w 10942820"/>
              <a:gd name="connsiteY90" fmla="*/ 4257206 h 5171606"/>
              <a:gd name="connsiteX91" fmla="*/ 8529404 w 10942820"/>
              <a:gd name="connsiteY91" fmla="*/ 4302177 h 5171606"/>
              <a:gd name="connsiteX92" fmla="*/ 8574374 w 10942820"/>
              <a:gd name="connsiteY92" fmla="*/ 4317167 h 5171606"/>
              <a:gd name="connsiteX93" fmla="*/ 8664315 w 10942820"/>
              <a:gd name="connsiteY93" fmla="*/ 4362138 h 5171606"/>
              <a:gd name="connsiteX94" fmla="*/ 8724276 w 10942820"/>
              <a:gd name="connsiteY94" fmla="*/ 4377128 h 5171606"/>
              <a:gd name="connsiteX95" fmla="*/ 8814217 w 10942820"/>
              <a:gd name="connsiteY95" fmla="*/ 4407108 h 5171606"/>
              <a:gd name="connsiteX96" fmla="*/ 8904158 w 10942820"/>
              <a:gd name="connsiteY96" fmla="*/ 4437088 h 5171606"/>
              <a:gd name="connsiteX97" fmla="*/ 8994099 w 10942820"/>
              <a:gd name="connsiteY97" fmla="*/ 4452079 h 5171606"/>
              <a:gd name="connsiteX98" fmla="*/ 9144000 w 10942820"/>
              <a:gd name="connsiteY98" fmla="*/ 4512039 h 5171606"/>
              <a:gd name="connsiteX99" fmla="*/ 9188971 w 10942820"/>
              <a:gd name="connsiteY99" fmla="*/ 4527029 h 5171606"/>
              <a:gd name="connsiteX100" fmla="*/ 9263922 w 10942820"/>
              <a:gd name="connsiteY100" fmla="*/ 4557010 h 5171606"/>
              <a:gd name="connsiteX101" fmla="*/ 9383843 w 10942820"/>
              <a:gd name="connsiteY101" fmla="*/ 4586990 h 5171606"/>
              <a:gd name="connsiteX102" fmla="*/ 9458794 w 10942820"/>
              <a:gd name="connsiteY102" fmla="*/ 4616970 h 5171606"/>
              <a:gd name="connsiteX103" fmla="*/ 9518754 w 10942820"/>
              <a:gd name="connsiteY103" fmla="*/ 4646951 h 5171606"/>
              <a:gd name="connsiteX104" fmla="*/ 9593705 w 10942820"/>
              <a:gd name="connsiteY104" fmla="*/ 4661941 h 5171606"/>
              <a:gd name="connsiteX105" fmla="*/ 9653666 w 10942820"/>
              <a:gd name="connsiteY105" fmla="*/ 4691921 h 5171606"/>
              <a:gd name="connsiteX106" fmla="*/ 9788577 w 10942820"/>
              <a:gd name="connsiteY106" fmla="*/ 4736892 h 5171606"/>
              <a:gd name="connsiteX107" fmla="*/ 9833548 w 10942820"/>
              <a:gd name="connsiteY107" fmla="*/ 4766872 h 5171606"/>
              <a:gd name="connsiteX108" fmla="*/ 9923489 w 10942820"/>
              <a:gd name="connsiteY108" fmla="*/ 4796852 h 5171606"/>
              <a:gd name="connsiteX109" fmla="*/ 10043410 w 10942820"/>
              <a:gd name="connsiteY109" fmla="*/ 4841823 h 5171606"/>
              <a:gd name="connsiteX110" fmla="*/ 10148341 w 10942820"/>
              <a:gd name="connsiteY110" fmla="*/ 4901783 h 5171606"/>
              <a:gd name="connsiteX111" fmla="*/ 10208302 w 10942820"/>
              <a:gd name="connsiteY111" fmla="*/ 4916774 h 5171606"/>
              <a:gd name="connsiteX112" fmla="*/ 10313233 w 10942820"/>
              <a:gd name="connsiteY112" fmla="*/ 4946754 h 5171606"/>
              <a:gd name="connsiteX113" fmla="*/ 10358204 w 10942820"/>
              <a:gd name="connsiteY113" fmla="*/ 4976734 h 5171606"/>
              <a:gd name="connsiteX114" fmla="*/ 10493115 w 10942820"/>
              <a:gd name="connsiteY114" fmla="*/ 5006715 h 5171606"/>
              <a:gd name="connsiteX115" fmla="*/ 10583056 w 10942820"/>
              <a:gd name="connsiteY115" fmla="*/ 5036695 h 5171606"/>
              <a:gd name="connsiteX116" fmla="*/ 10628027 w 10942820"/>
              <a:gd name="connsiteY116" fmla="*/ 5051685 h 5171606"/>
              <a:gd name="connsiteX117" fmla="*/ 10672997 w 10942820"/>
              <a:gd name="connsiteY117" fmla="*/ 5066675 h 5171606"/>
              <a:gd name="connsiteX118" fmla="*/ 10732958 w 10942820"/>
              <a:gd name="connsiteY118" fmla="*/ 5096656 h 5171606"/>
              <a:gd name="connsiteX119" fmla="*/ 10822899 w 10942820"/>
              <a:gd name="connsiteY119" fmla="*/ 5126636 h 5171606"/>
              <a:gd name="connsiteX120" fmla="*/ 10882859 w 10942820"/>
              <a:gd name="connsiteY120" fmla="*/ 5156616 h 5171606"/>
              <a:gd name="connsiteX121" fmla="*/ 10942820 w 10942820"/>
              <a:gd name="connsiteY121" fmla="*/ 5171606 h 5171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10942820" h="5171606">
                <a:moveTo>
                  <a:pt x="0" y="0"/>
                </a:moveTo>
                <a:cubicBezTo>
                  <a:pt x="24984" y="19987"/>
                  <a:pt x="50659" y="39138"/>
                  <a:pt x="74951" y="59960"/>
                </a:cubicBezTo>
                <a:cubicBezTo>
                  <a:pt x="85682" y="69158"/>
                  <a:pt x="93896" y="81112"/>
                  <a:pt x="104932" y="89941"/>
                </a:cubicBezTo>
                <a:cubicBezTo>
                  <a:pt x="119000" y="101195"/>
                  <a:pt x="134912" y="109928"/>
                  <a:pt x="149902" y="119921"/>
                </a:cubicBezTo>
                <a:cubicBezTo>
                  <a:pt x="159895" y="134911"/>
                  <a:pt x="165814" y="153637"/>
                  <a:pt x="179882" y="164892"/>
                </a:cubicBezTo>
                <a:cubicBezTo>
                  <a:pt x="192221" y="174763"/>
                  <a:pt x="210720" y="172816"/>
                  <a:pt x="224853" y="179882"/>
                </a:cubicBezTo>
                <a:cubicBezTo>
                  <a:pt x="240967" y="187939"/>
                  <a:pt x="255755" y="198608"/>
                  <a:pt x="269823" y="209862"/>
                </a:cubicBezTo>
                <a:cubicBezTo>
                  <a:pt x="280859" y="218691"/>
                  <a:pt x="288768" y="231013"/>
                  <a:pt x="299804" y="239842"/>
                </a:cubicBezTo>
                <a:cubicBezTo>
                  <a:pt x="341319" y="273054"/>
                  <a:pt x="342244" y="268980"/>
                  <a:pt x="389745" y="284813"/>
                </a:cubicBezTo>
                <a:cubicBezTo>
                  <a:pt x="477968" y="350980"/>
                  <a:pt x="432043" y="312120"/>
                  <a:pt x="524656" y="404734"/>
                </a:cubicBezTo>
                <a:lnTo>
                  <a:pt x="554636" y="434715"/>
                </a:lnTo>
                <a:cubicBezTo>
                  <a:pt x="564630" y="444709"/>
                  <a:pt x="576777" y="452936"/>
                  <a:pt x="584617" y="464695"/>
                </a:cubicBezTo>
                <a:cubicBezTo>
                  <a:pt x="594610" y="479685"/>
                  <a:pt x="601858" y="496926"/>
                  <a:pt x="614597" y="509665"/>
                </a:cubicBezTo>
                <a:cubicBezTo>
                  <a:pt x="627336" y="522404"/>
                  <a:pt x="646103" y="527677"/>
                  <a:pt x="659568" y="539646"/>
                </a:cubicBezTo>
                <a:cubicBezTo>
                  <a:pt x="691257" y="567814"/>
                  <a:pt x="719529" y="599607"/>
                  <a:pt x="749509" y="629587"/>
                </a:cubicBezTo>
                <a:lnTo>
                  <a:pt x="839450" y="719528"/>
                </a:lnTo>
                <a:lnTo>
                  <a:pt x="884420" y="749508"/>
                </a:lnTo>
                <a:cubicBezTo>
                  <a:pt x="913900" y="793728"/>
                  <a:pt x="916086" y="803379"/>
                  <a:pt x="959371" y="839449"/>
                </a:cubicBezTo>
                <a:cubicBezTo>
                  <a:pt x="973211" y="850982"/>
                  <a:pt x="989681" y="858958"/>
                  <a:pt x="1004341" y="869429"/>
                </a:cubicBezTo>
                <a:cubicBezTo>
                  <a:pt x="1024671" y="883951"/>
                  <a:pt x="1043116" y="901159"/>
                  <a:pt x="1064302" y="914400"/>
                </a:cubicBezTo>
                <a:cubicBezTo>
                  <a:pt x="1211099" y="1006148"/>
                  <a:pt x="1025860" y="869337"/>
                  <a:pt x="1199213" y="989351"/>
                </a:cubicBezTo>
                <a:cubicBezTo>
                  <a:pt x="1240296" y="1017793"/>
                  <a:pt x="1277560" y="1051575"/>
                  <a:pt x="1319135" y="1079292"/>
                </a:cubicBezTo>
                <a:cubicBezTo>
                  <a:pt x="1334125" y="1089285"/>
                  <a:pt x="1349445" y="1098801"/>
                  <a:pt x="1364105" y="1109272"/>
                </a:cubicBezTo>
                <a:cubicBezTo>
                  <a:pt x="1384435" y="1123793"/>
                  <a:pt x="1401720" y="1143069"/>
                  <a:pt x="1424066" y="1154242"/>
                </a:cubicBezTo>
                <a:cubicBezTo>
                  <a:pt x="1442493" y="1163456"/>
                  <a:pt x="1464040" y="1164236"/>
                  <a:pt x="1484027" y="1169233"/>
                </a:cubicBezTo>
                <a:cubicBezTo>
                  <a:pt x="1571196" y="1256402"/>
                  <a:pt x="1545834" y="1250002"/>
                  <a:pt x="1633928" y="1289154"/>
                </a:cubicBezTo>
                <a:cubicBezTo>
                  <a:pt x="1658517" y="1300082"/>
                  <a:pt x="1683895" y="1309141"/>
                  <a:pt x="1708879" y="1319134"/>
                </a:cubicBezTo>
                <a:cubicBezTo>
                  <a:pt x="1761725" y="1371982"/>
                  <a:pt x="1802347" y="1417453"/>
                  <a:pt x="1888761" y="1439056"/>
                </a:cubicBezTo>
                <a:lnTo>
                  <a:pt x="1948722" y="1454046"/>
                </a:lnTo>
                <a:cubicBezTo>
                  <a:pt x="1978702" y="1474033"/>
                  <a:pt x="2004480" y="1502612"/>
                  <a:pt x="2038663" y="1514006"/>
                </a:cubicBezTo>
                <a:lnTo>
                  <a:pt x="2128604" y="1543987"/>
                </a:lnTo>
                <a:cubicBezTo>
                  <a:pt x="2257490" y="1629911"/>
                  <a:pt x="2094414" y="1526891"/>
                  <a:pt x="2218545" y="1588957"/>
                </a:cubicBezTo>
                <a:cubicBezTo>
                  <a:pt x="2234659" y="1597014"/>
                  <a:pt x="2247873" y="1610000"/>
                  <a:pt x="2263515" y="1618938"/>
                </a:cubicBezTo>
                <a:cubicBezTo>
                  <a:pt x="2282917" y="1630025"/>
                  <a:pt x="2304074" y="1637831"/>
                  <a:pt x="2323476" y="1648918"/>
                </a:cubicBezTo>
                <a:cubicBezTo>
                  <a:pt x="2339118" y="1657856"/>
                  <a:pt x="2352332" y="1670841"/>
                  <a:pt x="2368446" y="1678898"/>
                </a:cubicBezTo>
                <a:cubicBezTo>
                  <a:pt x="2389947" y="1689648"/>
                  <a:pt x="2454171" y="1704077"/>
                  <a:pt x="2473377" y="1708879"/>
                </a:cubicBezTo>
                <a:cubicBezTo>
                  <a:pt x="2488367" y="1718872"/>
                  <a:pt x="2501990" y="1731309"/>
                  <a:pt x="2518348" y="1738859"/>
                </a:cubicBezTo>
                <a:cubicBezTo>
                  <a:pt x="2567211" y="1761411"/>
                  <a:pt x="2623472" y="1768968"/>
                  <a:pt x="2668250" y="1798820"/>
                </a:cubicBezTo>
                <a:cubicBezTo>
                  <a:pt x="2784486" y="1876310"/>
                  <a:pt x="2724008" y="1847386"/>
                  <a:pt x="2848132" y="1888760"/>
                </a:cubicBezTo>
                <a:cubicBezTo>
                  <a:pt x="2927441" y="1941635"/>
                  <a:pt x="2976719" y="1972375"/>
                  <a:pt x="3057994" y="2053652"/>
                </a:cubicBezTo>
                <a:cubicBezTo>
                  <a:pt x="3114137" y="2109796"/>
                  <a:pt x="3082853" y="2091919"/>
                  <a:pt x="3147935" y="2113613"/>
                </a:cubicBezTo>
                <a:cubicBezTo>
                  <a:pt x="3328076" y="2293757"/>
                  <a:pt x="3115895" y="2089413"/>
                  <a:pt x="3252866" y="2203554"/>
                </a:cubicBezTo>
                <a:cubicBezTo>
                  <a:pt x="3383616" y="2312511"/>
                  <a:pt x="3200603" y="2181214"/>
                  <a:pt x="3357797" y="2293495"/>
                </a:cubicBezTo>
                <a:cubicBezTo>
                  <a:pt x="3446666" y="2356973"/>
                  <a:pt x="3519955" y="2380702"/>
                  <a:pt x="3612630" y="2473377"/>
                </a:cubicBezTo>
                <a:cubicBezTo>
                  <a:pt x="3673401" y="2534148"/>
                  <a:pt x="3638639" y="2508866"/>
                  <a:pt x="3717561" y="2548328"/>
                </a:cubicBezTo>
                <a:cubicBezTo>
                  <a:pt x="3867023" y="2747606"/>
                  <a:pt x="3678741" y="2520269"/>
                  <a:pt x="3807502" y="2623279"/>
                </a:cubicBezTo>
                <a:cubicBezTo>
                  <a:pt x="3846127" y="2654180"/>
                  <a:pt x="3871276" y="2700772"/>
                  <a:pt x="3912433" y="2728210"/>
                </a:cubicBezTo>
                <a:cubicBezTo>
                  <a:pt x="3942413" y="2748197"/>
                  <a:pt x="3971477" y="2769632"/>
                  <a:pt x="4002374" y="2788170"/>
                </a:cubicBezTo>
                <a:cubicBezTo>
                  <a:pt x="4085237" y="2837888"/>
                  <a:pt x="4034935" y="2802126"/>
                  <a:pt x="4107305" y="2833141"/>
                </a:cubicBezTo>
                <a:cubicBezTo>
                  <a:pt x="4127844" y="2841943"/>
                  <a:pt x="4146409" y="2855099"/>
                  <a:pt x="4167266" y="2863121"/>
                </a:cubicBezTo>
                <a:cubicBezTo>
                  <a:pt x="4167311" y="2863138"/>
                  <a:pt x="4307159" y="2909753"/>
                  <a:pt x="4347148" y="2923082"/>
                </a:cubicBezTo>
                <a:lnTo>
                  <a:pt x="4437089" y="2953062"/>
                </a:lnTo>
                <a:cubicBezTo>
                  <a:pt x="4467516" y="2960669"/>
                  <a:pt x="4511913" y="2970139"/>
                  <a:pt x="4542020" y="2983042"/>
                </a:cubicBezTo>
                <a:cubicBezTo>
                  <a:pt x="4562559" y="2991845"/>
                  <a:pt x="4580207" y="3007998"/>
                  <a:pt x="4601981" y="3013023"/>
                </a:cubicBezTo>
                <a:cubicBezTo>
                  <a:pt x="4646069" y="3023197"/>
                  <a:pt x="4691922" y="3023016"/>
                  <a:pt x="4736892" y="3028013"/>
                </a:cubicBezTo>
                <a:cubicBezTo>
                  <a:pt x="4859561" y="3089347"/>
                  <a:pt x="4734349" y="3032161"/>
                  <a:pt x="4856813" y="3072983"/>
                </a:cubicBezTo>
                <a:cubicBezTo>
                  <a:pt x="4882340" y="3081492"/>
                  <a:pt x="4906046" y="3095051"/>
                  <a:pt x="4931764" y="3102964"/>
                </a:cubicBezTo>
                <a:cubicBezTo>
                  <a:pt x="4971146" y="3115082"/>
                  <a:pt x="5012596" y="3119914"/>
                  <a:pt x="5051686" y="3132944"/>
                </a:cubicBezTo>
                <a:cubicBezTo>
                  <a:pt x="5066676" y="3137941"/>
                  <a:pt x="5082217" y="3141517"/>
                  <a:pt x="5096656" y="3147934"/>
                </a:cubicBezTo>
                <a:cubicBezTo>
                  <a:pt x="5127286" y="3161548"/>
                  <a:pt x="5155096" y="3181450"/>
                  <a:pt x="5186597" y="3192905"/>
                </a:cubicBezTo>
                <a:cubicBezTo>
                  <a:pt x="5210541" y="3201612"/>
                  <a:pt x="5236564" y="3202898"/>
                  <a:pt x="5261548" y="3207895"/>
                </a:cubicBezTo>
                <a:cubicBezTo>
                  <a:pt x="5412269" y="3283254"/>
                  <a:pt x="5222098" y="3194744"/>
                  <a:pt x="5396459" y="3252865"/>
                </a:cubicBezTo>
                <a:cubicBezTo>
                  <a:pt x="5582642" y="3314927"/>
                  <a:pt x="5316577" y="3254878"/>
                  <a:pt x="5531371" y="3297836"/>
                </a:cubicBezTo>
                <a:cubicBezTo>
                  <a:pt x="5567057" y="3315679"/>
                  <a:pt x="5675003" y="3373803"/>
                  <a:pt x="5726243" y="3387777"/>
                </a:cubicBezTo>
                <a:cubicBezTo>
                  <a:pt x="5755566" y="3395774"/>
                  <a:pt x="5786204" y="3397770"/>
                  <a:pt x="5816184" y="3402767"/>
                </a:cubicBezTo>
                <a:cubicBezTo>
                  <a:pt x="5846164" y="3412760"/>
                  <a:pt x="5880843" y="3413786"/>
                  <a:pt x="5906125" y="3432747"/>
                </a:cubicBezTo>
                <a:cubicBezTo>
                  <a:pt x="5926112" y="3447737"/>
                  <a:pt x="5942606" y="3469180"/>
                  <a:pt x="5966086" y="3477718"/>
                </a:cubicBezTo>
                <a:cubicBezTo>
                  <a:pt x="5999291" y="3489793"/>
                  <a:pt x="6036040" y="3487711"/>
                  <a:pt x="6071017" y="3492708"/>
                </a:cubicBezTo>
                <a:cubicBezTo>
                  <a:pt x="6096001" y="3507698"/>
                  <a:pt x="6119908" y="3524649"/>
                  <a:pt x="6145968" y="3537679"/>
                </a:cubicBezTo>
                <a:cubicBezTo>
                  <a:pt x="6160101" y="3544745"/>
                  <a:pt x="6175836" y="3548022"/>
                  <a:pt x="6190938" y="3552669"/>
                </a:cubicBezTo>
                <a:cubicBezTo>
                  <a:pt x="6240799" y="3568011"/>
                  <a:pt x="6290434" y="3584198"/>
                  <a:pt x="6340840" y="3597639"/>
                </a:cubicBezTo>
                <a:cubicBezTo>
                  <a:pt x="6402959" y="3614204"/>
                  <a:pt x="6409187" y="3605517"/>
                  <a:pt x="6460761" y="3627620"/>
                </a:cubicBezTo>
                <a:cubicBezTo>
                  <a:pt x="6600328" y="3687435"/>
                  <a:pt x="6424182" y="3635409"/>
                  <a:pt x="6670623" y="3717560"/>
                </a:cubicBezTo>
                <a:cubicBezTo>
                  <a:pt x="6778429" y="3753497"/>
                  <a:pt x="6643823" y="3709904"/>
                  <a:pt x="6775554" y="3747541"/>
                </a:cubicBezTo>
                <a:cubicBezTo>
                  <a:pt x="6790747" y="3751882"/>
                  <a:pt x="6805100" y="3759103"/>
                  <a:pt x="6820525" y="3762531"/>
                </a:cubicBezTo>
                <a:cubicBezTo>
                  <a:pt x="6850195" y="3769124"/>
                  <a:pt x="6880486" y="3772524"/>
                  <a:pt x="6910466" y="3777521"/>
                </a:cubicBezTo>
                <a:cubicBezTo>
                  <a:pt x="6925456" y="3782518"/>
                  <a:pt x="6940913" y="3786287"/>
                  <a:pt x="6955436" y="3792511"/>
                </a:cubicBezTo>
                <a:cubicBezTo>
                  <a:pt x="6975975" y="3801314"/>
                  <a:pt x="6993993" y="3816071"/>
                  <a:pt x="7015397" y="3822492"/>
                </a:cubicBezTo>
                <a:cubicBezTo>
                  <a:pt x="7044509" y="3831226"/>
                  <a:pt x="7075619" y="3831114"/>
                  <a:pt x="7105338" y="3837482"/>
                </a:cubicBezTo>
                <a:cubicBezTo>
                  <a:pt x="7145627" y="3846115"/>
                  <a:pt x="7185285" y="3857469"/>
                  <a:pt x="7225259" y="3867462"/>
                </a:cubicBezTo>
                <a:cubicBezTo>
                  <a:pt x="7315912" y="3927896"/>
                  <a:pt x="7225157" y="3877077"/>
                  <a:pt x="7390151" y="3912433"/>
                </a:cubicBezTo>
                <a:cubicBezTo>
                  <a:pt x="7421052" y="3919055"/>
                  <a:pt x="7450112" y="3932420"/>
                  <a:pt x="7480092" y="3942413"/>
                </a:cubicBezTo>
                <a:lnTo>
                  <a:pt x="7525063" y="3957403"/>
                </a:lnTo>
                <a:cubicBezTo>
                  <a:pt x="7676229" y="4007791"/>
                  <a:pt x="7441722" y="3930901"/>
                  <a:pt x="7629994" y="3987383"/>
                </a:cubicBezTo>
                <a:cubicBezTo>
                  <a:pt x="7782147" y="4033029"/>
                  <a:pt x="7658277" y="4005033"/>
                  <a:pt x="7794886" y="4032354"/>
                </a:cubicBezTo>
                <a:cubicBezTo>
                  <a:pt x="7814873" y="4042347"/>
                  <a:pt x="7834307" y="4053532"/>
                  <a:pt x="7854846" y="4062334"/>
                </a:cubicBezTo>
                <a:cubicBezTo>
                  <a:pt x="7869370" y="4068558"/>
                  <a:pt x="7885293" y="4071100"/>
                  <a:pt x="7899817" y="4077324"/>
                </a:cubicBezTo>
                <a:cubicBezTo>
                  <a:pt x="8029481" y="4132895"/>
                  <a:pt x="7899283" y="4087141"/>
                  <a:pt x="8004748" y="4122295"/>
                </a:cubicBezTo>
                <a:cubicBezTo>
                  <a:pt x="8095883" y="4183052"/>
                  <a:pt x="7999050" y="4125779"/>
                  <a:pt x="8109679" y="4167265"/>
                </a:cubicBezTo>
                <a:cubicBezTo>
                  <a:pt x="8251537" y="4220462"/>
                  <a:pt x="8080335" y="4179385"/>
                  <a:pt x="8244591" y="4212236"/>
                </a:cubicBezTo>
                <a:cubicBezTo>
                  <a:pt x="8367257" y="4273569"/>
                  <a:pt x="8242049" y="4216385"/>
                  <a:pt x="8364512" y="4257206"/>
                </a:cubicBezTo>
                <a:cubicBezTo>
                  <a:pt x="8508954" y="4305354"/>
                  <a:pt x="8366304" y="4274994"/>
                  <a:pt x="8529404" y="4302177"/>
                </a:cubicBezTo>
                <a:cubicBezTo>
                  <a:pt x="8544394" y="4307174"/>
                  <a:pt x="8559935" y="4310750"/>
                  <a:pt x="8574374" y="4317167"/>
                </a:cubicBezTo>
                <a:cubicBezTo>
                  <a:pt x="8605004" y="4330781"/>
                  <a:pt x="8633193" y="4349689"/>
                  <a:pt x="8664315" y="4362138"/>
                </a:cubicBezTo>
                <a:cubicBezTo>
                  <a:pt x="8683444" y="4369789"/>
                  <a:pt x="8704543" y="4371208"/>
                  <a:pt x="8724276" y="4377128"/>
                </a:cubicBezTo>
                <a:cubicBezTo>
                  <a:pt x="8754545" y="4386209"/>
                  <a:pt x="8784237" y="4397115"/>
                  <a:pt x="8814217" y="4407108"/>
                </a:cubicBezTo>
                <a:cubicBezTo>
                  <a:pt x="8844197" y="4417101"/>
                  <a:pt x="8872986" y="4431892"/>
                  <a:pt x="8904158" y="4437088"/>
                </a:cubicBezTo>
                <a:lnTo>
                  <a:pt x="8994099" y="4452079"/>
                </a:lnTo>
                <a:cubicBezTo>
                  <a:pt x="9071695" y="4503810"/>
                  <a:pt x="9016984" y="4473935"/>
                  <a:pt x="9144000" y="4512039"/>
                </a:cubicBezTo>
                <a:cubicBezTo>
                  <a:pt x="9159135" y="4516579"/>
                  <a:pt x="9174176" y="4521481"/>
                  <a:pt x="9188971" y="4527029"/>
                </a:cubicBezTo>
                <a:cubicBezTo>
                  <a:pt x="9214166" y="4536477"/>
                  <a:pt x="9238204" y="4549097"/>
                  <a:pt x="9263922" y="4557010"/>
                </a:cubicBezTo>
                <a:cubicBezTo>
                  <a:pt x="9303304" y="4569128"/>
                  <a:pt x="9345586" y="4571687"/>
                  <a:pt x="9383843" y="4586990"/>
                </a:cubicBezTo>
                <a:cubicBezTo>
                  <a:pt x="9408827" y="4596983"/>
                  <a:pt x="9434205" y="4606041"/>
                  <a:pt x="9458794" y="4616970"/>
                </a:cubicBezTo>
                <a:cubicBezTo>
                  <a:pt x="9479214" y="4626046"/>
                  <a:pt x="9497555" y="4639885"/>
                  <a:pt x="9518754" y="4646951"/>
                </a:cubicBezTo>
                <a:cubicBezTo>
                  <a:pt x="9542925" y="4655008"/>
                  <a:pt x="9568721" y="4656944"/>
                  <a:pt x="9593705" y="4661941"/>
                </a:cubicBezTo>
                <a:cubicBezTo>
                  <a:pt x="9613692" y="4671934"/>
                  <a:pt x="9632743" y="4684075"/>
                  <a:pt x="9653666" y="4691921"/>
                </a:cubicBezTo>
                <a:cubicBezTo>
                  <a:pt x="9768174" y="4734861"/>
                  <a:pt x="9657351" y="4671278"/>
                  <a:pt x="9788577" y="4736892"/>
                </a:cubicBezTo>
                <a:cubicBezTo>
                  <a:pt x="9804691" y="4744949"/>
                  <a:pt x="9817085" y="4759555"/>
                  <a:pt x="9833548" y="4766872"/>
                </a:cubicBezTo>
                <a:cubicBezTo>
                  <a:pt x="9862426" y="4779707"/>
                  <a:pt x="9894147" y="4785115"/>
                  <a:pt x="9923489" y="4796852"/>
                </a:cubicBezTo>
                <a:cubicBezTo>
                  <a:pt x="10054138" y="4849112"/>
                  <a:pt x="9913589" y="4809368"/>
                  <a:pt x="10043410" y="4841823"/>
                </a:cubicBezTo>
                <a:cubicBezTo>
                  <a:pt x="10080687" y="4866674"/>
                  <a:pt x="10104871" y="4885482"/>
                  <a:pt x="10148341" y="4901783"/>
                </a:cubicBezTo>
                <a:cubicBezTo>
                  <a:pt x="10167631" y="4909017"/>
                  <a:pt x="10188493" y="4911114"/>
                  <a:pt x="10208302" y="4916774"/>
                </a:cubicBezTo>
                <a:cubicBezTo>
                  <a:pt x="10358808" y="4959776"/>
                  <a:pt x="10125828" y="4899903"/>
                  <a:pt x="10313233" y="4946754"/>
                </a:cubicBezTo>
                <a:cubicBezTo>
                  <a:pt x="10328223" y="4956747"/>
                  <a:pt x="10341645" y="4969637"/>
                  <a:pt x="10358204" y="4976734"/>
                </a:cubicBezTo>
                <a:cubicBezTo>
                  <a:pt x="10381756" y="4986828"/>
                  <a:pt x="10473557" y="5001381"/>
                  <a:pt x="10493115" y="5006715"/>
                </a:cubicBezTo>
                <a:cubicBezTo>
                  <a:pt x="10523603" y="5015030"/>
                  <a:pt x="10553076" y="5026702"/>
                  <a:pt x="10583056" y="5036695"/>
                </a:cubicBezTo>
                <a:lnTo>
                  <a:pt x="10628027" y="5051685"/>
                </a:lnTo>
                <a:cubicBezTo>
                  <a:pt x="10643017" y="5056682"/>
                  <a:pt x="10658864" y="5059609"/>
                  <a:pt x="10672997" y="5066675"/>
                </a:cubicBezTo>
                <a:cubicBezTo>
                  <a:pt x="10692984" y="5076669"/>
                  <a:pt x="10712210" y="5088357"/>
                  <a:pt x="10732958" y="5096656"/>
                </a:cubicBezTo>
                <a:cubicBezTo>
                  <a:pt x="10762300" y="5108393"/>
                  <a:pt x="10793557" y="5114899"/>
                  <a:pt x="10822899" y="5126636"/>
                </a:cubicBezTo>
                <a:cubicBezTo>
                  <a:pt x="10843647" y="5134935"/>
                  <a:pt x="10861936" y="5148770"/>
                  <a:pt x="10882859" y="5156616"/>
                </a:cubicBezTo>
                <a:cubicBezTo>
                  <a:pt x="10902149" y="5163850"/>
                  <a:pt x="10942820" y="5171606"/>
                  <a:pt x="10942820" y="5171606"/>
                </a:cubicBezTo>
              </a:path>
            </a:pathLst>
          </a:custGeom>
          <a:noFill/>
          <a:ln cmpd="tri">
            <a:solidFill>
              <a:srgbClr val="A1A1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8187" y="1676735"/>
            <a:ext cx="3424398" cy="2140249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06" y="3631232"/>
            <a:ext cx="3495922" cy="2184951"/>
          </a:xfrm>
          <a:prstGeom prst="rect">
            <a:avLst/>
          </a:prstGeom>
        </p:spPr>
      </p:pic>
      <p:sp>
        <p:nvSpPr>
          <p:cNvPr id="101" name="文本框 100"/>
          <p:cNvSpPr txBox="1"/>
          <p:nvPr/>
        </p:nvSpPr>
        <p:spPr>
          <a:xfrm>
            <a:off x="3571534" y="1612888"/>
            <a:ext cx="34226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latin typeface="方正喵呜体" panose="02010600010101010101" pitchFamily="2" charset="-122"/>
                <a:ea typeface="方正喵呜体" panose="02010600010101010101" pitchFamily="2" charset="-122"/>
              </a:rPr>
              <a:t>愿</a:t>
            </a:r>
            <a:r>
              <a:rPr lang="zh-CN" altLang="en-US" sz="2800" dirty="0">
                <a:latin typeface="方正喵呜体" panose="02010600010101010101" pitchFamily="2" charset="-122"/>
                <a:ea typeface="方正喵呜体" panose="02010600010101010101" pitchFamily="2" charset="-122"/>
              </a:rPr>
              <a:t>你我老去之后，有个嘴角上扬的青春</a:t>
            </a:r>
          </a:p>
        </p:txBody>
      </p:sp>
      <p:sp>
        <p:nvSpPr>
          <p:cNvPr id="102" name="文本框 101"/>
          <p:cNvSpPr txBox="1"/>
          <p:nvPr/>
        </p:nvSpPr>
        <p:spPr>
          <a:xfrm>
            <a:off x="4036134" y="746110"/>
            <a:ext cx="21908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dirty="0" smtClean="0">
                <a:solidFill>
                  <a:schemeClr val="accent2">
                    <a:lumMod val="75000"/>
                  </a:schemeClr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Part1</a:t>
            </a:r>
            <a:endParaRPr lang="zh-CN" altLang="en-US" sz="6600" dirty="0">
              <a:solidFill>
                <a:schemeClr val="accent2">
                  <a:lumMod val="75000"/>
                </a:schemeClr>
              </a:solid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8525764" y="2844926"/>
            <a:ext cx="34226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latin typeface="方正喵呜体" panose="02010600010101010101" pitchFamily="2" charset="-122"/>
                <a:ea typeface="方正喵呜体" panose="02010600010101010101" pitchFamily="2" charset="-122"/>
              </a:rPr>
              <a:t>愿</a:t>
            </a:r>
            <a:r>
              <a:rPr lang="zh-CN" altLang="en-US" sz="2800" dirty="0">
                <a:latin typeface="方正喵呜体" panose="02010600010101010101" pitchFamily="2" charset="-122"/>
                <a:ea typeface="方正喵呜体" panose="02010600010101010101" pitchFamily="2" charset="-122"/>
              </a:rPr>
              <a:t>漂泊的人，能早日不再漂泊</a:t>
            </a:r>
          </a:p>
        </p:txBody>
      </p:sp>
      <p:sp>
        <p:nvSpPr>
          <p:cNvPr id="104" name="文本框 103"/>
          <p:cNvSpPr txBox="1"/>
          <p:nvPr/>
        </p:nvSpPr>
        <p:spPr>
          <a:xfrm>
            <a:off x="8942742" y="1957659"/>
            <a:ext cx="21908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dirty="0" smtClean="0">
                <a:solidFill>
                  <a:schemeClr val="accent2">
                    <a:lumMod val="75000"/>
                  </a:schemeClr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Part2</a:t>
            </a:r>
            <a:endParaRPr lang="zh-CN" altLang="en-US" sz="6600" dirty="0">
              <a:solidFill>
                <a:schemeClr val="accent2">
                  <a:lumMod val="75000"/>
                </a:schemeClr>
              </a:solid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857031" y="4841364"/>
            <a:ext cx="34226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latin typeface="方正喵呜体" panose="02010600010101010101" pitchFamily="2" charset="-122"/>
                <a:ea typeface="方正喵呜体" panose="02010600010101010101" pitchFamily="2" charset="-122"/>
              </a:rPr>
              <a:t>愿</a:t>
            </a:r>
            <a:r>
              <a:rPr lang="zh-CN" altLang="en-US" sz="2800" dirty="0">
                <a:latin typeface="方正喵呜体" panose="02010600010101010101" pitchFamily="2" charset="-122"/>
                <a:ea typeface="方正喵呜体" panose="02010600010101010101" pitchFamily="2" charset="-122"/>
              </a:rPr>
              <a:t>你找到你的太阳，愿你的太阳找到你</a:t>
            </a:r>
          </a:p>
        </p:txBody>
      </p:sp>
      <p:sp>
        <p:nvSpPr>
          <p:cNvPr id="106" name="文本框 105"/>
          <p:cNvSpPr txBox="1"/>
          <p:nvPr/>
        </p:nvSpPr>
        <p:spPr>
          <a:xfrm>
            <a:off x="1303894" y="3920827"/>
            <a:ext cx="21908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dirty="0" smtClean="0">
                <a:solidFill>
                  <a:schemeClr val="accent2">
                    <a:lumMod val="75000"/>
                  </a:schemeClr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Part3</a:t>
            </a:r>
            <a:endParaRPr lang="zh-CN" altLang="en-US" sz="6600" dirty="0">
              <a:solidFill>
                <a:schemeClr val="accent2">
                  <a:lumMod val="75000"/>
                </a:schemeClr>
              </a:solid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6066019" y="5607308"/>
            <a:ext cx="34226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latin typeface="方正喵呜体" panose="02010600010101010101" pitchFamily="2" charset="-122"/>
                <a:ea typeface="方正喵呜体" panose="02010600010101010101" pitchFamily="2" charset="-122"/>
              </a:rPr>
              <a:t>愿</a:t>
            </a:r>
            <a:r>
              <a:rPr lang="zh-CN" altLang="en-US" sz="2800" dirty="0">
                <a:latin typeface="方正喵呜体" panose="02010600010101010101" pitchFamily="2" charset="-122"/>
                <a:ea typeface="方正喵呜体" panose="02010600010101010101" pitchFamily="2" charset="-122"/>
              </a:rPr>
              <a:t>你要的明天，能够如约而至</a:t>
            </a:r>
          </a:p>
        </p:txBody>
      </p:sp>
      <p:sp>
        <p:nvSpPr>
          <p:cNvPr id="108" name="文本框 107"/>
          <p:cNvSpPr txBox="1"/>
          <p:nvPr/>
        </p:nvSpPr>
        <p:spPr>
          <a:xfrm>
            <a:off x="6512882" y="4686771"/>
            <a:ext cx="21908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dirty="0" smtClean="0">
                <a:solidFill>
                  <a:schemeClr val="accent2">
                    <a:lumMod val="75000"/>
                  </a:schemeClr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Part4</a:t>
            </a:r>
            <a:endParaRPr lang="zh-CN" altLang="en-US" sz="6600" dirty="0">
              <a:solidFill>
                <a:schemeClr val="accent2">
                  <a:lumMod val="75000"/>
                </a:schemeClr>
              </a:solid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2535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 36"/>
          <p:cNvSpPr/>
          <p:nvPr/>
        </p:nvSpPr>
        <p:spPr>
          <a:xfrm>
            <a:off x="1603948" y="1663908"/>
            <a:ext cx="9039068" cy="3132944"/>
          </a:xfrm>
          <a:custGeom>
            <a:avLst/>
            <a:gdLst>
              <a:gd name="connsiteX0" fmla="*/ 9039068 w 9039068"/>
              <a:gd name="connsiteY0" fmla="*/ 0 h 3132944"/>
              <a:gd name="connsiteX1" fmla="*/ 8964118 w 9039068"/>
              <a:gd name="connsiteY1" fmla="*/ 44971 h 3132944"/>
              <a:gd name="connsiteX2" fmla="*/ 8919147 w 9039068"/>
              <a:gd name="connsiteY2" fmla="*/ 59961 h 3132944"/>
              <a:gd name="connsiteX3" fmla="*/ 8874177 w 9039068"/>
              <a:gd name="connsiteY3" fmla="*/ 89941 h 3132944"/>
              <a:gd name="connsiteX4" fmla="*/ 8784236 w 9039068"/>
              <a:gd name="connsiteY4" fmla="*/ 119922 h 3132944"/>
              <a:gd name="connsiteX5" fmla="*/ 8739265 w 9039068"/>
              <a:gd name="connsiteY5" fmla="*/ 134912 h 3132944"/>
              <a:gd name="connsiteX6" fmla="*/ 8694295 w 9039068"/>
              <a:gd name="connsiteY6" fmla="*/ 149902 h 3132944"/>
              <a:gd name="connsiteX7" fmla="*/ 8619344 w 9039068"/>
              <a:gd name="connsiteY7" fmla="*/ 194872 h 3132944"/>
              <a:gd name="connsiteX8" fmla="*/ 8574373 w 9039068"/>
              <a:gd name="connsiteY8" fmla="*/ 224853 h 3132944"/>
              <a:gd name="connsiteX9" fmla="*/ 8529403 w 9039068"/>
              <a:gd name="connsiteY9" fmla="*/ 239843 h 3132944"/>
              <a:gd name="connsiteX10" fmla="*/ 8439462 w 9039068"/>
              <a:gd name="connsiteY10" fmla="*/ 299803 h 3132944"/>
              <a:gd name="connsiteX11" fmla="*/ 8379501 w 9039068"/>
              <a:gd name="connsiteY11" fmla="*/ 329784 h 3132944"/>
              <a:gd name="connsiteX12" fmla="*/ 8334531 w 9039068"/>
              <a:gd name="connsiteY12" fmla="*/ 359764 h 3132944"/>
              <a:gd name="connsiteX13" fmla="*/ 8289560 w 9039068"/>
              <a:gd name="connsiteY13" fmla="*/ 374754 h 3132944"/>
              <a:gd name="connsiteX14" fmla="*/ 8199619 w 9039068"/>
              <a:gd name="connsiteY14" fmla="*/ 434715 h 3132944"/>
              <a:gd name="connsiteX15" fmla="*/ 8154649 w 9039068"/>
              <a:gd name="connsiteY15" fmla="*/ 464695 h 3132944"/>
              <a:gd name="connsiteX16" fmla="*/ 8109678 w 9039068"/>
              <a:gd name="connsiteY16" fmla="*/ 479685 h 3132944"/>
              <a:gd name="connsiteX17" fmla="*/ 8019737 w 9039068"/>
              <a:gd name="connsiteY17" fmla="*/ 524656 h 3132944"/>
              <a:gd name="connsiteX18" fmla="*/ 7929796 w 9039068"/>
              <a:gd name="connsiteY18" fmla="*/ 569626 h 3132944"/>
              <a:gd name="connsiteX19" fmla="*/ 7884826 w 9039068"/>
              <a:gd name="connsiteY19" fmla="*/ 599607 h 3132944"/>
              <a:gd name="connsiteX20" fmla="*/ 7809875 w 9039068"/>
              <a:gd name="connsiteY20" fmla="*/ 659567 h 3132944"/>
              <a:gd name="connsiteX21" fmla="*/ 7764904 w 9039068"/>
              <a:gd name="connsiteY21" fmla="*/ 674558 h 3132944"/>
              <a:gd name="connsiteX22" fmla="*/ 7719934 w 9039068"/>
              <a:gd name="connsiteY22" fmla="*/ 719528 h 3132944"/>
              <a:gd name="connsiteX23" fmla="*/ 7629993 w 9039068"/>
              <a:gd name="connsiteY23" fmla="*/ 779489 h 3132944"/>
              <a:gd name="connsiteX24" fmla="*/ 7585022 w 9039068"/>
              <a:gd name="connsiteY24" fmla="*/ 824459 h 3132944"/>
              <a:gd name="connsiteX25" fmla="*/ 7525062 w 9039068"/>
              <a:gd name="connsiteY25" fmla="*/ 854440 h 3132944"/>
              <a:gd name="connsiteX26" fmla="*/ 7465101 w 9039068"/>
              <a:gd name="connsiteY26" fmla="*/ 899410 h 3132944"/>
              <a:gd name="connsiteX27" fmla="*/ 7420131 w 9039068"/>
              <a:gd name="connsiteY27" fmla="*/ 929390 h 3132944"/>
              <a:gd name="connsiteX28" fmla="*/ 7345180 w 9039068"/>
              <a:gd name="connsiteY28" fmla="*/ 989351 h 3132944"/>
              <a:gd name="connsiteX29" fmla="*/ 7300209 w 9039068"/>
              <a:gd name="connsiteY29" fmla="*/ 1004341 h 3132944"/>
              <a:gd name="connsiteX30" fmla="*/ 7270229 w 9039068"/>
              <a:gd name="connsiteY30" fmla="*/ 1034322 h 3132944"/>
              <a:gd name="connsiteX31" fmla="*/ 7165298 w 9039068"/>
              <a:gd name="connsiteY31" fmla="*/ 1079292 h 3132944"/>
              <a:gd name="connsiteX32" fmla="*/ 7090347 w 9039068"/>
              <a:gd name="connsiteY32" fmla="*/ 1124262 h 3132944"/>
              <a:gd name="connsiteX33" fmla="*/ 7045377 w 9039068"/>
              <a:gd name="connsiteY33" fmla="*/ 1154243 h 3132944"/>
              <a:gd name="connsiteX34" fmla="*/ 6970426 w 9039068"/>
              <a:gd name="connsiteY34" fmla="*/ 1229194 h 3132944"/>
              <a:gd name="connsiteX35" fmla="*/ 6865495 w 9039068"/>
              <a:gd name="connsiteY35" fmla="*/ 1274164 h 3132944"/>
              <a:gd name="connsiteX36" fmla="*/ 6790544 w 9039068"/>
              <a:gd name="connsiteY36" fmla="*/ 1334125 h 3132944"/>
              <a:gd name="connsiteX37" fmla="*/ 6700603 w 9039068"/>
              <a:gd name="connsiteY37" fmla="*/ 1364105 h 3132944"/>
              <a:gd name="connsiteX38" fmla="*/ 6655632 w 9039068"/>
              <a:gd name="connsiteY38" fmla="*/ 1394085 h 3132944"/>
              <a:gd name="connsiteX39" fmla="*/ 6625652 w 9039068"/>
              <a:gd name="connsiteY39" fmla="*/ 1424066 h 3132944"/>
              <a:gd name="connsiteX40" fmla="*/ 6580682 w 9039068"/>
              <a:gd name="connsiteY40" fmla="*/ 1439056 h 3132944"/>
              <a:gd name="connsiteX41" fmla="*/ 6505731 w 9039068"/>
              <a:gd name="connsiteY41" fmla="*/ 1484026 h 3132944"/>
              <a:gd name="connsiteX42" fmla="*/ 6460760 w 9039068"/>
              <a:gd name="connsiteY42" fmla="*/ 1514007 h 3132944"/>
              <a:gd name="connsiteX43" fmla="*/ 6415790 w 9039068"/>
              <a:gd name="connsiteY43" fmla="*/ 1528997 h 3132944"/>
              <a:gd name="connsiteX44" fmla="*/ 6370819 w 9039068"/>
              <a:gd name="connsiteY44" fmla="*/ 1558977 h 3132944"/>
              <a:gd name="connsiteX45" fmla="*/ 6280878 w 9039068"/>
              <a:gd name="connsiteY45" fmla="*/ 1588958 h 3132944"/>
              <a:gd name="connsiteX46" fmla="*/ 6235908 w 9039068"/>
              <a:gd name="connsiteY46" fmla="*/ 1603948 h 3132944"/>
              <a:gd name="connsiteX47" fmla="*/ 6175947 w 9039068"/>
              <a:gd name="connsiteY47" fmla="*/ 1618938 h 3132944"/>
              <a:gd name="connsiteX48" fmla="*/ 6086006 w 9039068"/>
              <a:gd name="connsiteY48" fmla="*/ 1648918 h 3132944"/>
              <a:gd name="connsiteX49" fmla="*/ 6041036 w 9039068"/>
              <a:gd name="connsiteY49" fmla="*/ 1663908 h 3132944"/>
              <a:gd name="connsiteX50" fmla="*/ 5981075 w 9039068"/>
              <a:gd name="connsiteY50" fmla="*/ 1678899 h 3132944"/>
              <a:gd name="connsiteX51" fmla="*/ 5921114 w 9039068"/>
              <a:gd name="connsiteY51" fmla="*/ 1708879 h 3132944"/>
              <a:gd name="connsiteX52" fmla="*/ 5876144 w 9039068"/>
              <a:gd name="connsiteY52" fmla="*/ 1738859 h 3132944"/>
              <a:gd name="connsiteX53" fmla="*/ 5786203 w 9039068"/>
              <a:gd name="connsiteY53" fmla="*/ 1753849 h 3132944"/>
              <a:gd name="connsiteX54" fmla="*/ 5726242 w 9039068"/>
              <a:gd name="connsiteY54" fmla="*/ 1783830 h 3132944"/>
              <a:gd name="connsiteX55" fmla="*/ 5531370 w 9039068"/>
              <a:gd name="connsiteY55" fmla="*/ 1828800 h 3132944"/>
              <a:gd name="connsiteX56" fmla="*/ 5396459 w 9039068"/>
              <a:gd name="connsiteY56" fmla="*/ 1873771 h 3132944"/>
              <a:gd name="connsiteX57" fmla="*/ 5291527 w 9039068"/>
              <a:gd name="connsiteY57" fmla="*/ 1903751 h 3132944"/>
              <a:gd name="connsiteX58" fmla="*/ 5201586 w 9039068"/>
              <a:gd name="connsiteY58" fmla="*/ 1918741 h 3132944"/>
              <a:gd name="connsiteX59" fmla="*/ 5141626 w 9039068"/>
              <a:gd name="connsiteY59" fmla="*/ 1933731 h 3132944"/>
              <a:gd name="connsiteX60" fmla="*/ 5066675 w 9039068"/>
              <a:gd name="connsiteY60" fmla="*/ 1948722 h 3132944"/>
              <a:gd name="connsiteX61" fmla="*/ 4946754 w 9039068"/>
              <a:gd name="connsiteY61" fmla="*/ 1978702 h 3132944"/>
              <a:gd name="connsiteX62" fmla="*/ 4826832 w 9039068"/>
              <a:gd name="connsiteY62" fmla="*/ 1993692 h 3132944"/>
              <a:gd name="connsiteX63" fmla="*/ 4601980 w 9039068"/>
              <a:gd name="connsiteY63" fmla="*/ 2038662 h 3132944"/>
              <a:gd name="connsiteX64" fmla="*/ 4452078 w 9039068"/>
              <a:gd name="connsiteY64" fmla="*/ 2068643 h 3132944"/>
              <a:gd name="connsiteX65" fmla="*/ 4272196 w 9039068"/>
              <a:gd name="connsiteY65" fmla="*/ 2083633 h 3132944"/>
              <a:gd name="connsiteX66" fmla="*/ 4122295 w 9039068"/>
              <a:gd name="connsiteY66" fmla="*/ 2113613 h 3132944"/>
              <a:gd name="connsiteX67" fmla="*/ 4077324 w 9039068"/>
              <a:gd name="connsiteY67" fmla="*/ 2128603 h 3132944"/>
              <a:gd name="connsiteX68" fmla="*/ 3897442 w 9039068"/>
              <a:gd name="connsiteY68" fmla="*/ 2143594 h 3132944"/>
              <a:gd name="connsiteX69" fmla="*/ 3792511 w 9039068"/>
              <a:gd name="connsiteY69" fmla="*/ 2173574 h 3132944"/>
              <a:gd name="connsiteX70" fmla="*/ 3747541 w 9039068"/>
              <a:gd name="connsiteY70" fmla="*/ 2188564 h 3132944"/>
              <a:gd name="connsiteX71" fmla="*/ 3597639 w 9039068"/>
              <a:gd name="connsiteY71" fmla="*/ 2203554 h 3132944"/>
              <a:gd name="connsiteX72" fmla="*/ 3417757 w 9039068"/>
              <a:gd name="connsiteY72" fmla="*/ 2233535 h 3132944"/>
              <a:gd name="connsiteX73" fmla="*/ 3297836 w 9039068"/>
              <a:gd name="connsiteY73" fmla="*/ 2248525 h 3132944"/>
              <a:gd name="connsiteX74" fmla="*/ 3207895 w 9039068"/>
              <a:gd name="connsiteY74" fmla="*/ 2263515 h 3132944"/>
              <a:gd name="connsiteX75" fmla="*/ 3162924 w 9039068"/>
              <a:gd name="connsiteY75" fmla="*/ 2278505 h 3132944"/>
              <a:gd name="connsiteX76" fmla="*/ 2983042 w 9039068"/>
              <a:gd name="connsiteY76" fmla="*/ 2308485 h 3132944"/>
              <a:gd name="connsiteX77" fmla="*/ 2878111 w 9039068"/>
              <a:gd name="connsiteY77" fmla="*/ 2338466 h 3132944"/>
              <a:gd name="connsiteX78" fmla="*/ 2713219 w 9039068"/>
              <a:gd name="connsiteY78" fmla="*/ 2353456 h 3132944"/>
              <a:gd name="connsiteX79" fmla="*/ 2338465 w 9039068"/>
              <a:gd name="connsiteY79" fmla="*/ 2398426 h 3132944"/>
              <a:gd name="connsiteX80" fmla="*/ 2248524 w 9039068"/>
              <a:gd name="connsiteY80" fmla="*/ 2413417 h 3132944"/>
              <a:gd name="connsiteX81" fmla="*/ 1918741 w 9039068"/>
              <a:gd name="connsiteY81" fmla="*/ 2443397 h 3132944"/>
              <a:gd name="connsiteX82" fmla="*/ 1828800 w 9039068"/>
              <a:gd name="connsiteY82" fmla="*/ 2458387 h 3132944"/>
              <a:gd name="connsiteX83" fmla="*/ 1768839 w 9039068"/>
              <a:gd name="connsiteY83" fmla="*/ 2473377 h 3132944"/>
              <a:gd name="connsiteX84" fmla="*/ 1484026 w 9039068"/>
              <a:gd name="connsiteY84" fmla="*/ 2488367 h 3132944"/>
              <a:gd name="connsiteX85" fmla="*/ 1334124 w 9039068"/>
              <a:gd name="connsiteY85" fmla="*/ 2518348 h 3132944"/>
              <a:gd name="connsiteX86" fmla="*/ 1169232 w 9039068"/>
              <a:gd name="connsiteY86" fmla="*/ 2548328 h 3132944"/>
              <a:gd name="connsiteX87" fmla="*/ 929390 w 9039068"/>
              <a:gd name="connsiteY87" fmla="*/ 2578308 h 3132944"/>
              <a:gd name="connsiteX88" fmla="*/ 869429 w 9039068"/>
              <a:gd name="connsiteY88" fmla="*/ 2593299 h 3132944"/>
              <a:gd name="connsiteX89" fmla="*/ 824459 w 9039068"/>
              <a:gd name="connsiteY89" fmla="*/ 2608289 h 3132944"/>
              <a:gd name="connsiteX90" fmla="*/ 599606 w 9039068"/>
              <a:gd name="connsiteY90" fmla="*/ 2653259 h 3132944"/>
              <a:gd name="connsiteX91" fmla="*/ 464695 w 9039068"/>
              <a:gd name="connsiteY91" fmla="*/ 2698230 h 3132944"/>
              <a:gd name="connsiteX92" fmla="*/ 419724 w 9039068"/>
              <a:gd name="connsiteY92" fmla="*/ 2713220 h 3132944"/>
              <a:gd name="connsiteX93" fmla="*/ 374754 w 9039068"/>
              <a:gd name="connsiteY93" fmla="*/ 2728210 h 3132944"/>
              <a:gd name="connsiteX94" fmla="*/ 269822 w 9039068"/>
              <a:gd name="connsiteY94" fmla="*/ 2803161 h 3132944"/>
              <a:gd name="connsiteX95" fmla="*/ 224852 w 9039068"/>
              <a:gd name="connsiteY95" fmla="*/ 2833141 h 3132944"/>
              <a:gd name="connsiteX96" fmla="*/ 194872 w 9039068"/>
              <a:gd name="connsiteY96" fmla="*/ 2878112 h 3132944"/>
              <a:gd name="connsiteX97" fmla="*/ 164891 w 9039068"/>
              <a:gd name="connsiteY97" fmla="*/ 2908092 h 3132944"/>
              <a:gd name="connsiteX98" fmla="*/ 134911 w 9039068"/>
              <a:gd name="connsiteY98" fmla="*/ 2953062 h 3132944"/>
              <a:gd name="connsiteX99" fmla="*/ 104931 w 9039068"/>
              <a:gd name="connsiteY99" fmla="*/ 2983043 h 3132944"/>
              <a:gd name="connsiteX100" fmla="*/ 74950 w 9039068"/>
              <a:gd name="connsiteY100" fmla="*/ 3028013 h 3132944"/>
              <a:gd name="connsiteX101" fmla="*/ 44970 w 9039068"/>
              <a:gd name="connsiteY101" fmla="*/ 3057994 h 3132944"/>
              <a:gd name="connsiteX102" fmla="*/ 0 w 9039068"/>
              <a:gd name="connsiteY102" fmla="*/ 3132944 h 3132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9039068" h="3132944">
                <a:moveTo>
                  <a:pt x="9039068" y="0"/>
                </a:moveTo>
                <a:cubicBezTo>
                  <a:pt x="9014085" y="14990"/>
                  <a:pt x="8990178" y="31941"/>
                  <a:pt x="8964118" y="44971"/>
                </a:cubicBezTo>
                <a:cubicBezTo>
                  <a:pt x="8949985" y="52038"/>
                  <a:pt x="8933280" y="52895"/>
                  <a:pt x="8919147" y="59961"/>
                </a:cubicBezTo>
                <a:cubicBezTo>
                  <a:pt x="8903033" y="68018"/>
                  <a:pt x="8890640" y="82624"/>
                  <a:pt x="8874177" y="89941"/>
                </a:cubicBezTo>
                <a:cubicBezTo>
                  <a:pt x="8845299" y="102776"/>
                  <a:pt x="8814216" y="109928"/>
                  <a:pt x="8784236" y="119922"/>
                </a:cubicBezTo>
                <a:lnTo>
                  <a:pt x="8739265" y="134912"/>
                </a:lnTo>
                <a:lnTo>
                  <a:pt x="8694295" y="149902"/>
                </a:lnTo>
                <a:cubicBezTo>
                  <a:pt x="8635734" y="208461"/>
                  <a:pt x="8697183" y="155952"/>
                  <a:pt x="8619344" y="194872"/>
                </a:cubicBezTo>
                <a:cubicBezTo>
                  <a:pt x="8603230" y="202929"/>
                  <a:pt x="8590487" y="216796"/>
                  <a:pt x="8574373" y="224853"/>
                </a:cubicBezTo>
                <a:cubicBezTo>
                  <a:pt x="8560240" y="231919"/>
                  <a:pt x="8543215" y="232169"/>
                  <a:pt x="8529403" y="239843"/>
                </a:cubicBezTo>
                <a:cubicBezTo>
                  <a:pt x="8497906" y="257341"/>
                  <a:pt x="8471690" y="283689"/>
                  <a:pt x="8439462" y="299803"/>
                </a:cubicBezTo>
                <a:cubicBezTo>
                  <a:pt x="8419475" y="309797"/>
                  <a:pt x="8398903" y="318697"/>
                  <a:pt x="8379501" y="329784"/>
                </a:cubicBezTo>
                <a:cubicBezTo>
                  <a:pt x="8363859" y="338722"/>
                  <a:pt x="8350645" y="351707"/>
                  <a:pt x="8334531" y="359764"/>
                </a:cubicBezTo>
                <a:cubicBezTo>
                  <a:pt x="8320398" y="366830"/>
                  <a:pt x="8304550" y="369757"/>
                  <a:pt x="8289560" y="374754"/>
                </a:cubicBezTo>
                <a:lnTo>
                  <a:pt x="8199619" y="434715"/>
                </a:lnTo>
                <a:cubicBezTo>
                  <a:pt x="8184629" y="444708"/>
                  <a:pt x="8171740" y="458998"/>
                  <a:pt x="8154649" y="464695"/>
                </a:cubicBezTo>
                <a:lnTo>
                  <a:pt x="8109678" y="479685"/>
                </a:lnTo>
                <a:cubicBezTo>
                  <a:pt x="7980810" y="565600"/>
                  <a:pt x="8143852" y="462599"/>
                  <a:pt x="8019737" y="524656"/>
                </a:cubicBezTo>
                <a:cubicBezTo>
                  <a:pt x="7903501" y="582773"/>
                  <a:pt x="8042833" y="531948"/>
                  <a:pt x="7929796" y="569626"/>
                </a:cubicBezTo>
                <a:cubicBezTo>
                  <a:pt x="7914806" y="579620"/>
                  <a:pt x="7898894" y="588353"/>
                  <a:pt x="7884826" y="599607"/>
                </a:cubicBezTo>
                <a:cubicBezTo>
                  <a:pt x="7838354" y="636785"/>
                  <a:pt x="7871387" y="628811"/>
                  <a:pt x="7809875" y="659567"/>
                </a:cubicBezTo>
                <a:cubicBezTo>
                  <a:pt x="7795742" y="666634"/>
                  <a:pt x="7779894" y="669561"/>
                  <a:pt x="7764904" y="674558"/>
                </a:cubicBezTo>
                <a:cubicBezTo>
                  <a:pt x="7749914" y="689548"/>
                  <a:pt x="7736668" y="706513"/>
                  <a:pt x="7719934" y="719528"/>
                </a:cubicBezTo>
                <a:cubicBezTo>
                  <a:pt x="7691492" y="741649"/>
                  <a:pt x="7655472" y="754011"/>
                  <a:pt x="7629993" y="779489"/>
                </a:cubicBezTo>
                <a:cubicBezTo>
                  <a:pt x="7615003" y="794479"/>
                  <a:pt x="7602273" y="812137"/>
                  <a:pt x="7585022" y="824459"/>
                </a:cubicBezTo>
                <a:cubicBezTo>
                  <a:pt x="7566838" y="837447"/>
                  <a:pt x="7544011" y="842597"/>
                  <a:pt x="7525062" y="854440"/>
                </a:cubicBezTo>
                <a:cubicBezTo>
                  <a:pt x="7503876" y="867681"/>
                  <a:pt x="7485431" y="884889"/>
                  <a:pt x="7465101" y="899410"/>
                </a:cubicBezTo>
                <a:cubicBezTo>
                  <a:pt x="7450441" y="909881"/>
                  <a:pt x="7434199" y="918136"/>
                  <a:pt x="7420131" y="929390"/>
                </a:cubicBezTo>
                <a:cubicBezTo>
                  <a:pt x="7373657" y="966570"/>
                  <a:pt x="7406695" y="958594"/>
                  <a:pt x="7345180" y="989351"/>
                </a:cubicBezTo>
                <a:cubicBezTo>
                  <a:pt x="7331047" y="996417"/>
                  <a:pt x="7315199" y="999344"/>
                  <a:pt x="7300209" y="1004341"/>
                </a:cubicBezTo>
                <a:cubicBezTo>
                  <a:pt x="7290216" y="1014335"/>
                  <a:pt x="7281988" y="1026482"/>
                  <a:pt x="7270229" y="1034322"/>
                </a:cubicBezTo>
                <a:cubicBezTo>
                  <a:pt x="7176659" y="1096702"/>
                  <a:pt x="7245239" y="1039322"/>
                  <a:pt x="7165298" y="1079292"/>
                </a:cubicBezTo>
                <a:cubicBezTo>
                  <a:pt x="7139238" y="1092322"/>
                  <a:pt x="7115054" y="1108820"/>
                  <a:pt x="7090347" y="1124262"/>
                </a:cubicBezTo>
                <a:cubicBezTo>
                  <a:pt x="7075070" y="1133810"/>
                  <a:pt x="7058935" y="1142379"/>
                  <a:pt x="7045377" y="1154243"/>
                </a:cubicBezTo>
                <a:cubicBezTo>
                  <a:pt x="7018787" y="1177510"/>
                  <a:pt x="7003945" y="1218021"/>
                  <a:pt x="6970426" y="1229194"/>
                </a:cubicBezTo>
                <a:cubicBezTo>
                  <a:pt x="6930451" y="1242519"/>
                  <a:pt x="6902543" y="1249466"/>
                  <a:pt x="6865495" y="1274164"/>
                </a:cubicBezTo>
                <a:cubicBezTo>
                  <a:pt x="6803204" y="1315691"/>
                  <a:pt x="6872221" y="1297824"/>
                  <a:pt x="6790544" y="1334125"/>
                </a:cubicBezTo>
                <a:cubicBezTo>
                  <a:pt x="6761666" y="1346960"/>
                  <a:pt x="6726898" y="1346576"/>
                  <a:pt x="6700603" y="1364105"/>
                </a:cubicBezTo>
                <a:cubicBezTo>
                  <a:pt x="6685613" y="1374098"/>
                  <a:pt x="6669700" y="1382830"/>
                  <a:pt x="6655632" y="1394085"/>
                </a:cubicBezTo>
                <a:cubicBezTo>
                  <a:pt x="6644596" y="1402914"/>
                  <a:pt x="6637771" y="1416795"/>
                  <a:pt x="6625652" y="1424066"/>
                </a:cubicBezTo>
                <a:cubicBezTo>
                  <a:pt x="6612103" y="1432196"/>
                  <a:pt x="6595672" y="1434059"/>
                  <a:pt x="6580682" y="1439056"/>
                </a:cubicBezTo>
                <a:cubicBezTo>
                  <a:pt x="6522121" y="1497615"/>
                  <a:pt x="6583570" y="1445106"/>
                  <a:pt x="6505731" y="1484026"/>
                </a:cubicBezTo>
                <a:cubicBezTo>
                  <a:pt x="6489617" y="1492083"/>
                  <a:pt x="6476874" y="1505950"/>
                  <a:pt x="6460760" y="1514007"/>
                </a:cubicBezTo>
                <a:cubicBezTo>
                  <a:pt x="6446627" y="1521073"/>
                  <a:pt x="6429923" y="1521931"/>
                  <a:pt x="6415790" y="1528997"/>
                </a:cubicBezTo>
                <a:cubicBezTo>
                  <a:pt x="6399676" y="1537054"/>
                  <a:pt x="6387282" y="1551660"/>
                  <a:pt x="6370819" y="1558977"/>
                </a:cubicBezTo>
                <a:cubicBezTo>
                  <a:pt x="6341941" y="1571812"/>
                  <a:pt x="6310858" y="1578964"/>
                  <a:pt x="6280878" y="1588958"/>
                </a:cubicBezTo>
                <a:cubicBezTo>
                  <a:pt x="6265888" y="1593955"/>
                  <a:pt x="6251237" y="1600116"/>
                  <a:pt x="6235908" y="1603948"/>
                </a:cubicBezTo>
                <a:cubicBezTo>
                  <a:pt x="6215921" y="1608945"/>
                  <a:pt x="6195680" y="1613018"/>
                  <a:pt x="6175947" y="1618938"/>
                </a:cubicBezTo>
                <a:cubicBezTo>
                  <a:pt x="6145678" y="1628019"/>
                  <a:pt x="6115986" y="1638925"/>
                  <a:pt x="6086006" y="1648918"/>
                </a:cubicBezTo>
                <a:cubicBezTo>
                  <a:pt x="6071016" y="1653915"/>
                  <a:pt x="6056365" y="1660076"/>
                  <a:pt x="6041036" y="1663908"/>
                </a:cubicBezTo>
                <a:cubicBezTo>
                  <a:pt x="6021049" y="1668905"/>
                  <a:pt x="6000365" y="1671665"/>
                  <a:pt x="5981075" y="1678899"/>
                </a:cubicBezTo>
                <a:cubicBezTo>
                  <a:pt x="5960152" y="1686745"/>
                  <a:pt x="5940516" y="1697792"/>
                  <a:pt x="5921114" y="1708879"/>
                </a:cubicBezTo>
                <a:cubicBezTo>
                  <a:pt x="5905472" y="1717817"/>
                  <a:pt x="5893235" y="1733162"/>
                  <a:pt x="5876144" y="1738859"/>
                </a:cubicBezTo>
                <a:cubicBezTo>
                  <a:pt x="5847310" y="1748470"/>
                  <a:pt x="5816183" y="1748852"/>
                  <a:pt x="5786203" y="1753849"/>
                </a:cubicBezTo>
                <a:cubicBezTo>
                  <a:pt x="5766216" y="1763843"/>
                  <a:pt x="5747441" y="1776763"/>
                  <a:pt x="5726242" y="1783830"/>
                </a:cubicBezTo>
                <a:cubicBezTo>
                  <a:pt x="5672004" y="1801910"/>
                  <a:pt x="5590826" y="1816909"/>
                  <a:pt x="5531370" y="1828800"/>
                </a:cubicBezTo>
                <a:cubicBezTo>
                  <a:pt x="5431631" y="1878670"/>
                  <a:pt x="5512692" y="1844713"/>
                  <a:pt x="5396459" y="1873771"/>
                </a:cubicBezTo>
                <a:cubicBezTo>
                  <a:pt x="5282168" y="1902344"/>
                  <a:pt x="5431716" y="1875713"/>
                  <a:pt x="5291527" y="1903751"/>
                </a:cubicBezTo>
                <a:cubicBezTo>
                  <a:pt x="5261723" y="1909712"/>
                  <a:pt x="5231390" y="1912780"/>
                  <a:pt x="5201586" y="1918741"/>
                </a:cubicBezTo>
                <a:cubicBezTo>
                  <a:pt x="5181384" y="1922781"/>
                  <a:pt x="5161737" y="1929262"/>
                  <a:pt x="5141626" y="1933731"/>
                </a:cubicBezTo>
                <a:cubicBezTo>
                  <a:pt x="5116754" y="1939258"/>
                  <a:pt x="5091501" y="1942993"/>
                  <a:pt x="5066675" y="1948722"/>
                </a:cubicBezTo>
                <a:cubicBezTo>
                  <a:pt x="5026526" y="1957987"/>
                  <a:pt x="4987252" y="1971109"/>
                  <a:pt x="4946754" y="1978702"/>
                </a:cubicBezTo>
                <a:cubicBezTo>
                  <a:pt x="4907159" y="1986126"/>
                  <a:pt x="4866806" y="1988695"/>
                  <a:pt x="4826832" y="1993692"/>
                </a:cubicBezTo>
                <a:cubicBezTo>
                  <a:pt x="4594936" y="2051665"/>
                  <a:pt x="4814326" y="2001189"/>
                  <a:pt x="4601980" y="2038662"/>
                </a:cubicBezTo>
                <a:cubicBezTo>
                  <a:pt x="4551798" y="2047518"/>
                  <a:pt x="4502859" y="2064411"/>
                  <a:pt x="4452078" y="2068643"/>
                </a:cubicBezTo>
                <a:cubicBezTo>
                  <a:pt x="4392117" y="2073640"/>
                  <a:pt x="4331997" y="2076989"/>
                  <a:pt x="4272196" y="2083633"/>
                </a:cubicBezTo>
                <a:cubicBezTo>
                  <a:pt x="4224007" y="2088987"/>
                  <a:pt x="4169666" y="2100078"/>
                  <a:pt x="4122295" y="2113613"/>
                </a:cubicBezTo>
                <a:cubicBezTo>
                  <a:pt x="4107102" y="2117954"/>
                  <a:pt x="4092987" y="2126515"/>
                  <a:pt x="4077324" y="2128603"/>
                </a:cubicBezTo>
                <a:cubicBezTo>
                  <a:pt x="4017683" y="2136555"/>
                  <a:pt x="3957403" y="2138597"/>
                  <a:pt x="3897442" y="2143594"/>
                </a:cubicBezTo>
                <a:cubicBezTo>
                  <a:pt x="3789620" y="2179535"/>
                  <a:pt x="3924268" y="2135930"/>
                  <a:pt x="3792511" y="2173574"/>
                </a:cubicBezTo>
                <a:cubicBezTo>
                  <a:pt x="3777318" y="2177915"/>
                  <a:pt x="3763158" y="2186161"/>
                  <a:pt x="3747541" y="2188564"/>
                </a:cubicBezTo>
                <a:cubicBezTo>
                  <a:pt x="3697908" y="2196200"/>
                  <a:pt x="3647395" y="2196769"/>
                  <a:pt x="3597639" y="2203554"/>
                </a:cubicBezTo>
                <a:cubicBezTo>
                  <a:pt x="3537409" y="2211767"/>
                  <a:pt x="3478075" y="2225995"/>
                  <a:pt x="3417757" y="2233535"/>
                </a:cubicBezTo>
                <a:lnTo>
                  <a:pt x="3297836" y="2248525"/>
                </a:lnTo>
                <a:cubicBezTo>
                  <a:pt x="3267748" y="2252823"/>
                  <a:pt x="3237565" y="2256922"/>
                  <a:pt x="3207895" y="2263515"/>
                </a:cubicBezTo>
                <a:cubicBezTo>
                  <a:pt x="3192470" y="2266943"/>
                  <a:pt x="3178418" y="2275406"/>
                  <a:pt x="3162924" y="2278505"/>
                </a:cubicBezTo>
                <a:cubicBezTo>
                  <a:pt x="3103317" y="2290426"/>
                  <a:pt x="2983042" y="2308485"/>
                  <a:pt x="2983042" y="2308485"/>
                </a:cubicBezTo>
                <a:cubicBezTo>
                  <a:pt x="2952207" y="2318764"/>
                  <a:pt x="2909488" y="2334282"/>
                  <a:pt x="2878111" y="2338466"/>
                </a:cubicBezTo>
                <a:cubicBezTo>
                  <a:pt x="2823404" y="2345760"/>
                  <a:pt x="2768183" y="2348459"/>
                  <a:pt x="2713219" y="2353456"/>
                </a:cubicBezTo>
                <a:cubicBezTo>
                  <a:pt x="2541046" y="2410847"/>
                  <a:pt x="2841070" y="2314654"/>
                  <a:pt x="2338465" y="2398426"/>
                </a:cubicBezTo>
                <a:cubicBezTo>
                  <a:pt x="2308485" y="2403423"/>
                  <a:pt x="2278745" y="2410179"/>
                  <a:pt x="2248524" y="2413417"/>
                </a:cubicBezTo>
                <a:cubicBezTo>
                  <a:pt x="2138771" y="2425176"/>
                  <a:pt x="2027620" y="2425251"/>
                  <a:pt x="1918741" y="2443397"/>
                </a:cubicBezTo>
                <a:cubicBezTo>
                  <a:pt x="1888761" y="2448394"/>
                  <a:pt x="1858604" y="2452426"/>
                  <a:pt x="1828800" y="2458387"/>
                </a:cubicBezTo>
                <a:cubicBezTo>
                  <a:pt x="1808598" y="2462427"/>
                  <a:pt x="1789364" y="2471592"/>
                  <a:pt x="1768839" y="2473377"/>
                </a:cubicBezTo>
                <a:cubicBezTo>
                  <a:pt x="1674127" y="2481613"/>
                  <a:pt x="1578964" y="2483370"/>
                  <a:pt x="1484026" y="2488367"/>
                </a:cubicBezTo>
                <a:cubicBezTo>
                  <a:pt x="1175758" y="2539748"/>
                  <a:pt x="1557787" y="2473616"/>
                  <a:pt x="1334124" y="2518348"/>
                </a:cubicBezTo>
                <a:cubicBezTo>
                  <a:pt x="1279344" y="2529304"/>
                  <a:pt x="1224337" y="2539144"/>
                  <a:pt x="1169232" y="2548328"/>
                </a:cubicBezTo>
                <a:cubicBezTo>
                  <a:pt x="1083676" y="2562587"/>
                  <a:pt x="1017243" y="2568547"/>
                  <a:pt x="929390" y="2578308"/>
                </a:cubicBezTo>
                <a:cubicBezTo>
                  <a:pt x="909403" y="2583305"/>
                  <a:pt x="889238" y="2587639"/>
                  <a:pt x="869429" y="2593299"/>
                </a:cubicBezTo>
                <a:cubicBezTo>
                  <a:pt x="854236" y="2597640"/>
                  <a:pt x="839953" y="2605190"/>
                  <a:pt x="824459" y="2608289"/>
                </a:cubicBezTo>
                <a:cubicBezTo>
                  <a:pt x="698934" y="2633394"/>
                  <a:pt x="730252" y="2609709"/>
                  <a:pt x="599606" y="2653259"/>
                </a:cubicBezTo>
                <a:lnTo>
                  <a:pt x="464695" y="2698230"/>
                </a:lnTo>
                <a:lnTo>
                  <a:pt x="419724" y="2713220"/>
                </a:lnTo>
                <a:lnTo>
                  <a:pt x="374754" y="2728210"/>
                </a:lnTo>
                <a:cubicBezTo>
                  <a:pt x="303620" y="2799344"/>
                  <a:pt x="341608" y="2779233"/>
                  <a:pt x="269822" y="2803161"/>
                </a:cubicBezTo>
                <a:cubicBezTo>
                  <a:pt x="254832" y="2813154"/>
                  <a:pt x="237591" y="2820402"/>
                  <a:pt x="224852" y="2833141"/>
                </a:cubicBezTo>
                <a:cubicBezTo>
                  <a:pt x="212113" y="2845880"/>
                  <a:pt x="206127" y="2864044"/>
                  <a:pt x="194872" y="2878112"/>
                </a:cubicBezTo>
                <a:cubicBezTo>
                  <a:pt x="186043" y="2889148"/>
                  <a:pt x="173720" y="2897056"/>
                  <a:pt x="164891" y="2908092"/>
                </a:cubicBezTo>
                <a:cubicBezTo>
                  <a:pt x="153637" y="2922160"/>
                  <a:pt x="146165" y="2938994"/>
                  <a:pt x="134911" y="2953062"/>
                </a:cubicBezTo>
                <a:cubicBezTo>
                  <a:pt x="126082" y="2964098"/>
                  <a:pt x="113760" y="2972007"/>
                  <a:pt x="104931" y="2983043"/>
                </a:cubicBezTo>
                <a:cubicBezTo>
                  <a:pt x="93677" y="2997111"/>
                  <a:pt x="86204" y="3013945"/>
                  <a:pt x="74950" y="3028013"/>
                </a:cubicBezTo>
                <a:cubicBezTo>
                  <a:pt x="66121" y="3039049"/>
                  <a:pt x="53799" y="3046958"/>
                  <a:pt x="44970" y="3057994"/>
                </a:cubicBezTo>
                <a:cubicBezTo>
                  <a:pt x="20851" y="3088143"/>
                  <a:pt x="15568" y="3101807"/>
                  <a:pt x="0" y="3132944"/>
                </a:cubicBezTo>
              </a:path>
            </a:pathLst>
          </a:custGeom>
          <a:noFill/>
          <a:ln cmpd="tri">
            <a:solidFill>
              <a:srgbClr val="A1A1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474" y="360385"/>
            <a:ext cx="2088231" cy="1305144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3126041" y="627523"/>
            <a:ext cx="17986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smtClean="0">
                <a:solidFill>
                  <a:schemeClr val="accent2">
                    <a:lumMod val="75000"/>
                  </a:schemeClr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Part1</a:t>
            </a:r>
            <a:endParaRPr lang="zh-CN" altLang="en-US" sz="6000" dirty="0">
              <a:solidFill>
                <a:schemeClr val="accent2">
                  <a:lumMod val="75000"/>
                </a:schemeClr>
              </a:solid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sp>
        <p:nvSpPr>
          <p:cNvPr id="30" name="流程图: 可选过程 29"/>
          <p:cNvSpPr/>
          <p:nvPr/>
        </p:nvSpPr>
        <p:spPr>
          <a:xfrm rot="339186">
            <a:off x="3446852" y="2339167"/>
            <a:ext cx="6798192" cy="2864490"/>
          </a:xfrm>
          <a:prstGeom prst="flowChartAlternateProcess">
            <a:avLst/>
          </a:prstGeom>
          <a:solidFill>
            <a:srgbClr val="A2DAF5"/>
          </a:solidFill>
          <a:ln>
            <a:solidFill>
              <a:srgbClr val="A2DA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 rot="335486">
            <a:off x="3508668" y="2575620"/>
            <a:ext cx="6674561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lvl="0">
              <a:spcBef>
                <a:spcPts val="600"/>
              </a:spcBef>
              <a:spcAft>
                <a:spcPts val="600"/>
              </a:spcAft>
            </a:pPr>
            <a:r>
              <a:rPr lang="zh-CN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喵呜体" panose="02010600010101010101" pitchFamily="2" charset="-122"/>
                <a:ea typeface="方正喵呜体" panose="02010600010101010101" pitchFamily="2" charset="-122"/>
              </a:rPr>
              <a:t>你要去相信，没有到不了的明天</a:t>
            </a:r>
          </a:p>
          <a:p>
            <a:pPr lvl="0" indent="457200"/>
            <a:r>
              <a:rPr lang="zh-CN" altLang="zh-CN" sz="2800" dirty="0">
                <a:solidFill>
                  <a:schemeClr val="bg1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如果你现在正走在一条看起来没有未来的弯路上，记住，一定要继续走下去，只有等你走完了这条弯路，你才会知道自己想要的是什么</a:t>
            </a:r>
            <a:r>
              <a:rPr lang="zh-CN" altLang="zh-CN" sz="2800" dirty="0">
                <a:solidFill>
                  <a:schemeClr val="bg1"/>
                </a:solidFill>
              </a:rPr>
              <a:t>。</a:t>
            </a:r>
          </a:p>
          <a:p>
            <a:endParaRPr lang="zh-CN" altLang="en-US" sz="1600" dirty="0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83584" flipH="1">
            <a:off x="-145479" y="4494534"/>
            <a:ext cx="3489056" cy="2572224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57274" y="-841157"/>
            <a:ext cx="46609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005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 36"/>
          <p:cNvSpPr/>
          <p:nvPr/>
        </p:nvSpPr>
        <p:spPr>
          <a:xfrm flipH="1">
            <a:off x="1603947" y="1830543"/>
            <a:ext cx="9039068" cy="3132944"/>
          </a:xfrm>
          <a:custGeom>
            <a:avLst/>
            <a:gdLst>
              <a:gd name="connsiteX0" fmla="*/ 9039068 w 9039068"/>
              <a:gd name="connsiteY0" fmla="*/ 0 h 3132944"/>
              <a:gd name="connsiteX1" fmla="*/ 8964118 w 9039068"/>
              <a:gd name="connsiteY1" fmla="*/ 44971 h 3132944"/>
              <a:gd name="connsiteX2" fmla="*/ 8919147 w 9039068"/>
              <a:gd name="connsiteY2" fmla="*/ 59961 h 3132944"/>
              <a:gd name="connsiteX3" fmla="*/ 8874177 w 9039068"/>
              <a:gd name="connsiteY3" fmla="*/ 89941 h 3132944"/>
              <a:gd name="connsiteX4" fmla="*/ 8784236 w 9039068"/>
              <a:gd name="connsiteY4" fmla="*/ 119922 h 3132944"/>
              <a:gd name="connsiteX5" fmla="*/ 8739265 w 9039068"/>
              <a:gd name="connsiteY5" fmla="*/ 134912 h 3132944"/>
              <a:gd name="connsiteX6" fmla="*/ 8694295 w 9039068"/>
              <a:gd name="connsiteY6" fmla="*/ 149902 h 3132944"/>
              <a:gd name="connsiteX7" fmla="*/ 8619344 w 9039068"/>
              <a:gd name="connsiteY7" fmla="*/ 194872 h 3132944"/>
              <a:gd name="connsiteX8" fmla="*/ 8574373 w 9039068"/>
              <a:gd name="connsiteY8" fmla="*/ 224853 h 3132944"/>
              <a:gd name="connsiteX9" fmla="*/ 8529403 w 9039068"/>
              <a:gd name="connsiteY9" fmla="*/ 239843 h 3132944"/>
              <a:gd name="connsiteX10" fmla="*/ 8439462 w 9039068"/>
              <a:gd name="connsiteY10" fmla="*/ 299803 h 3132944"/>
              <a:gd name="connsiteX11" fmla="*/ 8379501 w 9039068"/>
              <a:gd name="connsiteY11" fmla="*/ 329784 h 3132944"/>
              <a:gd name="connsiteX12" fmla="*/ 8334531 w 9039068"/>
              <a:gd name="connsiteY12" fmla="*/ 359764 h 3132944"/>
              <a:gd name="connsiteX13" fmla="*/ 8289560 w 9039068"/>
              <a:gd name="connsiteY13" fmla="*/ 374754 h 3132944"/>
              <a:gd name="connsiteX14" fmla="*/ 8199619 w 9039068"/>
              <a:gd name="connsiteY14" fmla="*/ 434715 h 3132944"/>
              <a:gd name="connsiteX15" fmla="*/ 8154649 w 9039068"/>
              <a:gd name="connsiteY15" fmla="*/ 464695 h 3132944"/>
              <a:gd name="connsiteX16" fmla="*/ 8109678 w 9039068"/>
              <a:gd name="connsiteY16" fmla="*/ 479685 h 3132944"/>
              <a:gd name="connsiteX17" fmla="*/ 8019737 w 9039068"/>
              <a:gd name="connsiteY17" fmla="*/ 524656 h 3132944"/>
              <a:gd name="connsiteX18" fmla="*/ 7929796 w 9039068"/>
              <a:gd name="connsiteY18" fmla="*/ 569626 h 3132944"/>
              <a:gd name="connsiteX19" fmla="*/ 7884826 w 9039068"/>
              <a:gd name="connsiteY19" fmla="*/ 599607 h 3132944"/>
              <a:gd name="connsiteX20" fmla="*/ 7809875 w 9039068"/>
              <a:gd name="connsiteY20" fmla="*/ 659567 h 3132944"/>
              <a:gd name="connsiteX21" fmla="*/ 7764904 w 9039068"/>
              <a:gd name="connsiteY21" fmla="*/ 674558 h 3132944"/>
              <a:gd name="connsiteX22" fmla="*/ 7719934 w 9039068"/>
              <a:gd name="connsiteY22" fmla="*/ 719528 h 3132944"/>
              <a:gd name="connsiteX23" fmla="*/ 7629993 w 9039068"/>
              <a:gd name="connsiteY23" fmla="*/ 779489 h 3132944"/>
              <a:gd name="connsiteX24" fmla="*/ 7585022 w 9039068"/>
              <a:gd name="connsiteY24" fmla="*/ 824459 h 3132944"/>
              <a:gd name="connsiteX25" fmla="*/ 7525062 w 9039068"/>
              <a:gd name="connsiteY25" fmla="*/ 854440 h 3132944"/>
              <a:gd name="connsiteX26" fmla="*/ 7465101 w 9039068"/>
              <a:gd name="connsiteY26" fmla="*/ 899410 h 3132944"/>
              <a:gd name="connsiteX27" fmla="*/ 7420131 w 9039068"/>
              <a:gd name="connsiteY27" fmla="*/ 929390 h 3132944"/>
              <a:gd name="connsiteX28" fmla="*/ 7345180 w 9039068"/>
              <a:gd name="connsiteY28" fmla="*/ 989351 h 3132944"/>
              <a:gd name="connsiteX29" fmla="*/ 7300209 w 9039068"/>
              <a:gd name="connsiteY29" fmla="*/ 1004341 h 3132944"/>
              <a:gd name="connsiteX30" fmla="*/ 7270229 w 9039068"/>
              <a:gd name="connsiteY30" fmla="*/ 1034322 h 3132944"/>
              <a:gd name="connsiteX31" fmla="*/ 7165298 w 9039068"/>
              <a:gd name="connsiteY31" fmla="*/ 1079292 h 3132944"/>
              <a:gd name="connsiteX32" fmla="*/ 7090347 w 9039068"/>
              <a:gd name="connsiteY32" fmla="*/ 1124262 h 3132944"/>
              <a:gd name="connsiteX33" fmla="*/ 7045377 w 9039068"/>
              <a:gd name="connsiteY33" fmla="*/ 1154243 h 3132944"/>
              <a:gd name="connsiteX34" fmla="*/ 6970426 w 9039068"/>
              <a:gd name="connsiteY34" fmla="*/ 1229194 h 3132944"/>
              <a:gd name="connsiteX35" fmla="*/ 6865495 w 9039068"/>
              <a:gd name="connsiteY35" fmla="*/ 1274164 h 3132944"/>
              <a:gd name="connsiteX36" fmla="*/ 6790544 w 9039068"/>
              <a:gd name="connsiteY36" fmla="*/ 1334125 h 3132944"/>
              <a:gd name="connsiteX37" fmla="*/ 6700603 w 9039068"/>
              <a:gd name="connsiteY37" fmla="*/ 1364105 h 3132944"/>
              <a:gd name="connsiteX38" fmla="*/ 6655632 w 9039068"/>
              <a:gd name="connsiteY38" fmla="*/ 1394085 h 3132944"/>
              <a:gd name="connsiteX39" fmla="*/ 6625652 w 9039068"/>
              <a:gd name="connsiteY39" fmla="*/ 1424066 h 3132944"/>
              <a:gd name="connsiteX40" fmla="*/ 6580682 w 9039068"/>
              <a:gd name="connsiteY40" fmla="*/ 1439056 h 3132944"/>
              <a:gd name="connsiteX41" fmla="*/ 6505731 w 9039068"/>
              <a:gd name="connsiteY41" fmla="*/ 1484026 h 3132944"/>
              <a:gd name="connsiteX42" fmla="*/ 6460760 w 9039068"/>
              <a:gd name="connsiteY42" fmla="*/ 1514007 h 3132944"/>
              <a:gd name="connsiteX43" fmla="*/ 6415790 w 9039068"/>
              <a:gd name="connsiteY43" fmla="*/ 1528997 h 3132944"/>
              <a:gd name="connsiteX44" fmla="*/ 6370819 w 9039068"/>
              <a:gd name="connsiteY44" fmla="*/ 1558977 h 3132944"/>
              <a:gd name="connsiteX45" fmla="*/ 6280878 w 9039068"/>
              <a:gd name="connsiteY45" fmla="*/ 1588958 h 3132944"/>
              <a:gd name="connsiteX46" fmla="*/ 6235908 w 9039068"/>
              <a:gd name="connsiteY46" fmla="*/ 1603948 h 3132944"/>
              <a:gd name="connsiteX47" fmla="*/ 6175947 w 9039068"/>
              <a:gd name="connsiteY47" fmla="*/ 1618938 h 3132944"/>
              <a:gd name="connsiteX48" fmla="*/ 6086006 w 9039068"/>
              <a:gd name="connsiteY48" fmla="*/ 1648918 h 3132944"/>
              <a:gd name="connsiteX49" fmla="*/ 6041036 w 9039068"/>
              <a:gd name="connsiteY49" fmla="*/ 1663908 h 3132944"/>
              <a:gd name="connsiteX50" fmla="*/ 5981075 w 9039068"/>
              <a:gd name="connsiteY50" fmla="*/ 1678899 h 3132944"/>
              <a:gd name="connsiteX51" fmla="*/ 5921114 w 9039068"/>
              <a:gd name="connsiteY51" fmla="*/ 1708879 h 3132944"/>
              <a:gd name="connsiteX52" fmla="*/ 5876144 w 9039068"/>
              <a:gd name="connsiteY52" fmla="*/ 1738859 h 3132944"/>
              <a:gd name="connsiteX53" fmla="*/ 5786203 w 9039068"/>
              <a:gd name="connsiteY53" fmla="*/ 1753849 h 3132944"/>
              <a:gd name="connsiteX54" fmla="*/ 5726242 w 9039068"/>
              <a:gd name="connsiteY54" fmla="*/ 1783830 h 3132944"/>
              <a:gd name="connsiteX55" fmla="*/ 5531370 w 9039068"/>
              <a:gd name="connsiteY55" fmla="*/ 1828800 h 3132944"/>
              <a:gd name="connsiteX56" fmla="*/ 5396459 w 9039068"/>
              <a:gd name="connsiteY56" fmla="*/ 1873771 h 3132944"/>
              <a:gd name="connsiteX57" fmla="*/ 5291527 w 9039068"/>
              <a:gd name="connsiteY57" fmla="*/ 1903751 h 3132944"/>
              <a:gd name="connsiteX58" fmla="*/ 5201586 w 9039068"/>
              <a:gd name="connsiteY58" fmla="*/ 1918741 h 3132944"/>
              <a:gd name="connsiteX59" fmla="*/ 5141626 w 9039068"/>
              <a:gd name="connsiteY59" fmla="*/ 1933731 h 3132944"/>
              <a:gd name="connsiteX60" fmla="*/ 5066675 w 9039068"/>
              <a:gd name="connsiteY60" fmla="*/ 1948722 h 3132944"/>
              <a:gd name="connsiteX61" fmla="*/ 4946754 w 9039068"/>
              <a:gd name="connsiteY61" fmla="*/ 1978702 h 3132944"/>
              <a:gd name="connsiteX62" fmla="*/ 4826832 w 9039068"/>
              <a:gd name="connsiteY62" fmla="*/ 1993692 h 3132944"/>
              <a:gd name="connsiteX63" fmla="*/ 4601980 w 9039068"/>
              <a:gd name="connsiteY63" fmla="*/ 2038662 h 3132944"/>
              <a:gd name="connsiteX64" fmla="*/ 4452078 w 9039068"/>
              <a:gd name="connsiteY64" fmla="*/ 2068643 h 3132944"/>
              <a:gd name="connsiteX65" fmla="*/ 4272196 w 9039068"/>
              <a:gd name="connsiteY65" fmla="*/ 2083633 h 3132944"/>
              <a:gd name="connsiteX66" fmla="*/ 4122295 w 9039068"/>
              <a:gd name="connsiteY66" fmla="*/ 2113613 h 3132944"/>
              <a:gd name="connsiteX67" fmla="*/ 4077324 w 9039068"/>
              <a:gd name="connsiteY67" fmla="*/ 2128603 h 3132944"/>
              <a:gd name="connsiteX68" fmla="*/ 3897442 w 9039068"/>
              <a:gd name="connsiteY68" fmla="*/ 2143594 h 3132944"/>
              <a:gd name="connsiteX69" fmla="*/ 3792511 w 9039068"/>
              <a:gd name="connsiteY69" fmla="*/ 2173574 h 3132944"/>
              <a:gd name="connsiteX70" fmla="*/ 3747541 w 9039068"/>
              <a:gd name="connsiteY70" fmla="*/ 2188564 h 3132944"/>
              <a:gd name="connsiteX71" fmla="*/ 3597639 w 9039068"/>
              <a:gd name="connsiteY71" fmla="*/ 2203554 h 3132944"/>
              <a:gd name="connsiteX72" fmla="*/ 3417757 w 9039068"/>
              <a:gd name="connsiteY72" fmla="*/ 2233535 h 3132944"/>
              <a:gd name="connsiteX73" fmla="*/ 3297836 w 9039068"/>
              <a:gd name="connsiteY73" fmla="*/ 2248525 h 3132944"/>
              <a:gd name="connsiteX74" fmla="*/ 3207895 w 9039068"/>
              <a:gd name="connsiteY74" fmla="*/ 2263515 h 3132944"/>
              <a:gd name="connsiteX75" fmla="*/ 3162924 w 9039068"/>
              <a:gd name="connsiteY75" fmla="*/ 2278505 h 3132944"/>
              <a:gd name="connsiteX76" fmla="*/ 2983042 w 9039068"/>
              <a:gd name="connsiteY76" fmla="*/ 2308485 h 3132944"/>
              <a:gd name="connsiteX77" fmla="*/ 2878111 w 9039068"/>
              <a:gd name="connsiteY77" fmla="*/ 2338466 h 3132944"/>
              <a:gd name="connsiteX78" fmla="*/ 2713219 w 9039068"/>
              <a:gd name="connsiteY78" fmla="*/ 2353456 h 3132944"/>
              <a:gd name="connsiteX79" fmla="*/ 2338465 w 9039068"/>
              <a:gd name="connsiteY79" fmla="*/ 2398426 h 3132944"/>
              <a:gd name="connsiteX80" fmla="*/ 2248524 w 9039068"/>
              <a:gd name="connsiteY80" fmla="*/ 2413417 h 3132944"/>
              <a:gd name="connsiteX81" fmla="*/ 1918741 w 9039068"/>
              <a:gd name="connsiteY81" fmla="*/ 2443397 h 3132944"/>
              <a:gd name="connsiteX82" fmla="*/ 1828800 w 9039068"/>
              <a:gd name="connsiteY82" fmla="*/ 2458387 h 3132944"/>
              <a:gd name="connsiteX83" fmla="*/ 1768839 w 9039068"/>
              <a:gd name="connsiteY83" fmla="*/ 2473377 h 3132944"/>
              <a:gd name="connsiteX84" fmla="*/ 1484026 w 9039068"/>
              <a:gd name="connsiteY84" fmla="*/ 2488367 h 3132944"/>
              <a:gd name="connsiteX85" fmla="*/ 1334124 w 9039068"/>
              <a:gd name="connsiteY85" fmla="*/ 2518348 h 3132944"/>
              <a:gd name="connsiteX86" fmla="*/ 1169232 w 9039068"/>
              <a:gd name="connsiteY86" fmla="*/ 2548328 h 3132944"/>
              <a:gd name="connsiteX87" fmla="*/ 929390 w 9039068"/>
              <a:gd name="connsiteY87" fmla="*/ 2578308 h 3132944"/>
              <a:gd name="connsiteX88" fmla="*/ 869429 w 9039068"/>
              <a:gd name="connsiteY88" fmla="*/ 2593299 h 3132944"/>
              <a:gd name="connsiteX89" fmla="*/ 824459 w 9039068"/>
              <a:gd name="connsiteY89" fmla="*/ 2608289 h 3132944"/>
              <a:gd name="connsiteX90" fmla="*/ 599606 w 9039068"/>
              <a:gd name="connsiteY90" fmla="*/ 2653259 h 3132944"/>
              <a:gd name="connsiteX91" fmla="*/ 464695 w 9039068"/>
              <a:gd name="connsiteY91" fmla="*/ 2698230 h 3132944"/>
              <a:gd name="connsiteX92" fmla="*/ 419724 w 9039068"/>
              <a:gd name="connsiteY92" fmla="*/ 2713220 h 3132944"/>
              <a:gd name="connsiteX93" fmla="*/ 374754 w 9039068"/>
              <a:gd name="connsiteY93" fmla="*/ 2728210 h 3132944"/>
              <a:gd name="connsiteX94" fmla="*/ 269822 w 9039068"/>
              <a:gd name="connsiteY94" fmla="*/ 2803161 h 3132944"/>
              <a:gd name="connsiteX95" fmla="*/ 224852 w 9039068"/>
              <a:gd name="connsiteY95" fmla="*/ 2833141 h 3132944"/>
              <a:gd name="connsiteX96" fmla="*/ 194872 w 9039068"/>
              <a:gd name="connsiteY96" fmla="*/ 2878112 h 3132944"/>
              <a:gd name="connsiteX97" fmla="*/ 164891 w 9039068"/>
              <a:gd name="connsiteY97" fmla="*/ 2908092 h 3132944"/>
              <a:gd name="connsiteX98" fmla="*/ 134911 w 9039068"/>
              <a:gd name="connsiteY98" fmla="*/ 2953062 h 3132944"/>
              <a:gd name="connsiteX99" fmla="*/ 104931 w 9039068"/>
              <a:gd name="connsiteY99" fmla="*/ 2983043 h 3132944"/>
              <a:gd name="connsiteX100" fmla="*/ 74950 w 9039068"/>
              <a:gd name="connsiteY100" fmla="*/ 3028013 h 3132944"/>
              <a:gd name="connsiteX101" fmla="*/ 44970 w 9039068"/>
              <a:gd name="connsiteY101" fmla="*/ 3057994 h 3132944"/>
              <a:gd name="connsiteX102" fmla="*/ 0 w 9039068"/>
              <a:gd name="connsiteY102" fmla="*/ 3132944 h 3132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9039068" h="3132944">
                <a:moveTo>
                  <a:pt x="9039068" y="0"/>
                </a:moveTo>
                <a:cubicBezTo>
                  <a:pt x="9014085" y="14990"/>
                  <a:pt x="8990178" y="31941"/>
                  <a:pt x="8964118" y="44971"/>
                </a:cubicBezTo>
                <a:cubicBezTo>
                  <a:pt x="8949985" y="52038"/>
                  <a:pt x="8933280" y="52895"/>
                  <a:pt x="8919147" y="59961"/>
                </a:cubicBezTo>
                <a:cubicBezTo>
                  <a:pt x="8903033" y="68018"/>
                  <a:pt x="8890640" y="82624"/>
                  <a:pt x="8874177" y="89941"/>
                </a:cubicBezTo>
                <a:cubicBezTo>
                  <a:pt x="8845299" y="102776"/>
                  <a:pt x="8814216" y="109928"/>
                  <a:pt x="8784236" y="119922"/>
                </a:cubicBezTo>
                <a:lnTo>
                  <a:pt x="8739265" y="134912"/>
                </a:lnTo>
                <a:lnTo>
                  <a:pt x="8694295" y="149902"/>
                </a:lnTo>
                <a:cubicBezTo>
                  <a:pt x="8635734" y="208461"/>
                  <a:pt x="8697183" y="155952"/>
                  <a:pt x="8619344" y="194872"/>
                </a:cubicBezTo>
                <a:cubicBezTo>
                  <a:pt x="8603230" y="202929"/>
                  <a:pt x="8590487" y="216796"/>
                  <a:pt x="8574373" y="224853"/>
                </a:cubicBezTo>
                <a:cubicBezTo>
                  <a:pt x="8560240" y="231919"/>
                  <a:pt x="8543215" y="232169"/>
                  <a:pt x="8529403" y="239843"/>
                </a:cubicBezTo>
                <a:cubicBezTo>
                  <a:pt x="8497906" y="257341"/>
                  <a:pt x="8471690" y="283689"/>
                  <a:pt x="8439462" y="299803"/>
                </a:cubicBezTo>
                <a:cubicBezTo>
                  <a:pt x="8419475" y="309797"/>
                  <a:pt x="8398903" y="318697"/>
                  <a:pt x="8379501" y="329784"/>
                </a:cubicBezTo>
                <a:cubicBezTo>
                  <a:pt x="8363859" y="338722"/>
                  <a:pt x="8350645" y="351707"/>
                  <a:pt x="8334531" y="359764"/>
                </a:cubicBezTo>
                <a:cubicBezTo>
                  <a:pt x="8320398" y="366830"/>
                  <a:pt x="8304550" y="369757"/>
                  <a:pt x="8289560" y="374754"/>
                </a:cubicBezTo>
                <a:lnTo>
                  <a:pt x="8199619" y="434715"/>
                </a:lnTo>
                <a:cubicBezTo>
                  <a:pt x="8184629" y="444708"/>
                  <a:pt x="8171740" y="458998"/>
                  <a:pt x="8154649" y="464695"/>
                </a:cubicBezTo>
                <a:lnTo>
                  <a:pt x="8109678" y="479685"/>
                </a:lnTo>
                <a:cubicBezTo>
                  <a:pt x="7980810" y="565600"/>
                  <a:pt x="8143852" y="462599"/>
                  <a:pt x="8019737" y="524656"/>
                </a:cubicBezTo>
                <a:cubicBezTo>
                  <a:pt x="7903501" y="582773"/>
                  <a:pt x="8042833" y="531948"/>
                  <a:pt x="7929796" y="569626"/>
                </a:cubicBezTo>
                <a:cubicBezTo>
                  <a:pt x="7914806" y="579620"/>
                  <a:pt x="7898894" y="588353"/>
                  <a:pt x="7884826" y="599607"/>
                </a:cubicBezTo>
                <a:cubicBezTo>
                  <a:pt x="7838354" y="636785"/>
                  <a:pt x="7871387" y="628811"/>
                  <a:pt x="7809875" y="659567"/>
                </a:cubicBezTo>
                <a:cubicBezTo>
                  <a:pt x="7795742" y="666634"/>
                  <a:pt x="7779894" y="669561"/>
                  <a:pt x="7764904" y="674558"/>
                </a:cubicBezTo>
                <a:cubicBezTo>
                  <a:pt x="7749914" y="689548"/>
                  <a:pt x="7736668" y="706513"/>
                  <a:pt x="7719934" y="719528"/>
                </a:cubicBezTo>
                <a:cubicBezTo>
                  <a:pt x="7691492" y="741649"/>
                  <a:pt x="7655472" y="754011"/>
                  <a:pt x="7629993" y="779489"/>
                </a:cubicBezTo>
                <a:cubicBezTo>
                  <a:pt x="7615003" y="794479"/>
                  <a:pt x="7602273" y="812137"/>
                  <a:pt x="7585022" y="824459"/>
                </a:cubicBezTo>
                <a:cubicBezTo>
                  <a:pt x="7566838" y="837447"/>
                  <a:pt x="7544011" y="842597"/>
                  <a:pt x="7525062" y="854440"/>
                </a:cubicBezTo>
                <a:cubicBezTo>
                  <a:pt x="7503876" y="867681"/>
                  <a:pt x="7485431" y="884889"/>
                  <a:pt x="7465101" y="899410"/>
                </a:cubicBezTo>
                <a:cubicBezTo>
                  <a:pt x="7450441" y="909881"/>
                  <a:pt x="7434199" y="918136"/>
                  <a:pt x="7420131" y="929390"/>
                </a:cubicBezTo>
                <a:cubicBezTo>
                  <a:pt x="7373657" y="966570"/>
                  <a:pt x="7406695" y="958594"/>
                  <a:pt x="7345180" y="989351"/>
                </a:cubicBezTo>
                <a:cubicBezTo>
                  <a:pt x="7331047" y="996417"/>
                  <a:pt x="7315199" y="999344"/>
                  <a:pt x="7300209" y="1004341"/>
                </a:cubicBezTo>
                <a:cubicBezTo>
                  <a:pt x="7290216" y="1014335"/>
                  <a:pt x="7281988" y="1026482"/>
                  <a:pt x="7270229" y="1034322"/>
                </a:cubicBezTo>
                <a:cubicBezTo>
                  <a:pt x="7176659" y="1096702"/>
                  <a:pt x="7245239" y="1039322"/>
                  <a:pt x="7165298" y="1079292"/>
                </a:cubicBezTo>
                <a:cubicBezTo>
                  <a:pt x="7139238" y="1092322"/>
                  <a:pt x="7115054" y="1108820"/>
                  <a:pt x="7090347" y="1124262"/>
                </a:cubicBezTo>
                <a:cubicBezTo>
                  <a:pt x="7075070" y="1133810"/>
                  <a:pt x="7058935" y="1142379"/>
                  <a:pt x="7045377" y="1154243"/>
                </a:cubicBezTo>
                <a:cubicBezTo>
                  <a:pt x="7018787" y="1177510"/>
                  <a:pt x="7003945" y="1218021"/>
                  <a:pt x="6970426" y="1229194"/>
                </a:cubicBezTo>
                <a:cubicBezTo>
                  <a:pt x="6930451" y="1242519"/>
                  <a:pt x="6902543" y="1249466"/>
                  <a:pt x="6865495" y="1274164"/>
                </a:cubicBezTo>
                <a:cubicBezTo>
                  <a:pt x="6803204" y="1315691"/>
                  <a:pt x="6872221" y="1297824"/>
                  <a:pt x="6790544" y="1334125"/>
                </a:cubicBezTo>
                <a:cubicBezTo>
                  <a:pt x="6761666" y="1346960"/>
                  <a:pt x="6726898" y="1346576"/>
                  <a:pt x="6700603" y="1364105"/>
                </a:cubicBezTo>
                <a:cubicBezTo>
                  <a:pt x="6685613" y="1374098"/>
                  <a:pt x="6669700" y="1382830"/>
                  <a:pt x="6655632" y="1394085"/>
                </a:cubicBezTo>
                <a:cubicBezTo>
                  <a:pt x="6644596" y="1402914"/>
                  <a:pt x="6637771" y="1416795"/>
                  <a:pt x="6625652" y="1424066"/>
                </a:cubicBezTo>
                <a:cubicBezTo>
                  <a:pt x="6612103" y="1432196"/>
                  <a:pt x="6595672" y="1434059"/>
                  <a:pt x="6580682" y="1439056"/>
                </a:cubicBezTo>
                <a:cubicBezTo>
                  <a:pt x="6522121" y="1497615"/>
                  <a:pt x="6583570" y="1445106"/>
                  <a:pt x="6505731" y="1484026"/>
                </a:cubicBezTo>
                <a:cubicBezTo>
                  <a:pt x="6489617" y="1492083"/>
                  <a:pt x="6476874" y="1505950"/>
                  <a:pt x="6460760" y="1514007"/>
                </a:cubicBezTo>
                <a:cubicBezTo>
                  <a:pt x="6446627" y="1521073"/>
                  <a:pt x="6429923" y="1521931"/>
                  <a:pt x="6415790" y="1528997"/>
                </a:cubicBezTo>
                <a:cubicBezTo>
                  <a:pt x="6399676" y="1537054"/>
                  <a:pt x="6387282" y="1551660"/>
                  <a:pt x="6370819" y="1558977"/>
                </a:cubicBezTo>
                <a:cubicBezTo>
                  <a:pt x="6341941" y="1571812"/>
                  <a:pt x="6310858" y="1578964"/>
                  <a:pt x="6280878" y="1588958"/>
                </a:cubicBezTo>
                <a:cubicBezTo>
                  <a:pt x="6265888" y="1593955"/>
                  <a:pt x="6251237" y="1600116"/>
                  <a:pt x="6235908" y="1603948"/>
                </a:cubicBezTo>
                <a:cubicBezTo>
                  <a:pt x="6215921" y="1608945"/>
                  <a:pt x="6195680" y="1613018"/>
                  <a:pt x="6175947" y="1618938"/>
                </a:cubicBezTo>
                <a:cubicBezTo>
                  <a:pt x="6145678" y="1628019"/>
                  <a:pt x="6115986" y="1638925"/>
                  <a:pt x="6086006" y="1648918"/>
                </a:cubicBezTo>
                <a:cubicBezTo>
                  <a:pt x="6071016" y="1653915"/>
                  <a:pt x="6056365" y="1660076"/>
                  <a:pt x="6041036" y="1663908"/>
                </a:cubicBezTo>
                <a:cubicBezTo>
                  <a:pt x="6021049" y="1668905"/>
                  <a:pt x="6000365" y="1671665"/>
                  <a:pt x="5981075" y="1678899"/>
                </a:cubicBezTo>
                <a:cubicBezTo>
                  <a:pt x="5960152" y="1686745"/>
                  <a:pt x="5940516" y="1697792"/>
                  <a:pt x="5921114" y="1708879"/>
                </a:cubicBezTo>
                <a:cubicBezTo>
                  <a:pt x="5905472" y="1717817"/>
                  <a:pt x="5893235" y="1733162"/>
                  <a:pt x="5876144" y="1738859"/>
                </a:cubicBezTo>
                <a:cubicBezTo>
                  <a:pt x="5847310" y="1748470"/>
                  <a:pt x="5816183" y="1748852"/>
                  <a:pt x="5786203" y="1753849"/>
                </a:cubicBezTo>
                <a:cubicBezTo>
                  <a:pt x="5766216" y="1763843"/>
                  <a:pt x="5747441" y="1776763"/>
                  <a:pt x="5726242" y="1783830"/>
                </a:cubicBezTo>
                <a:cubicBezTo>
                  <a:pt x="5672004" y="1801910"/>
                  <a:pt x="5590826" y="1816909"/>
                  <a:pt x="5531370" y="1828800"/>
                </a:cubicBezTo>
                <a:cubicBezTo>
                  <a:pt x="5431631" y="1878670"/>
                  <a:pt x="5512692" y="1844713"/>
                  <a:pt x="5396459" y="1873771"/>
                </a:cubicBezTo>
                <a:cubicBezTo>
                  <a:pt x="5282168" y="1902344"/>
                  <a:pt x="5431716" y="1875713"/>
                  <a:pt x="5291527" y="1903751"/>
                </a:cubicBezTo>
                <a:cubicBezTo>
                  <a:pt x="5261723" y="1909712"/>
                  <a:pt x="5231390" y="1912780"/>
                  <a:pt x="5201586" y="1918741"/>
                </a:cubicBezTo>
                <a:cubicBezTo>
                  <a:pt x="5181384" y="1922781"/>
                  <a:pt x="5161737" y="1929262"/>
                  <a:pt x="5141626" y="1933731"/>
                </a:cubicBezTo>
                <a:cubicBezTo>
                  <a:pt x="5116754" y="1939258"/>
                  <a:pt x="5091501" y="1942993"/>
                  <a:pt x="5066675" y="1948722"/>
                </a:cubicBezTo>
                <a:cubicBezTo>
                  <a:pt x="5026526" y="1957987"/>
                  <a:pt x="4987252" y="1971109"/>
                  <a:pt x="4946754" y="1978702"/>
                </a:cubicBezTo>
                <a:cubicBezTo>
                  <a:pt x="4907159" y="1986126"/>
                  <a:pt x="4866806" y="1988695"/>
                  <a:pt x="4826832" y="1993692"/>
                </a:cubicBezTo>
                <a:cubicBezTo>
                  <a:pt x="4594936" y="2051665"/>
                  <a:pt x="4814326" y="2001189"/>
                  <a:pt x="4601980" y="2038662"/>
                </a:cubicBezTo>
                <a:cubicBezTo>
                  <a:pt x="4551798" y="2047518"/>
                  <a:pt x="4502859" y="2064411"/>
                  <a:pt x="4452078" y="2068643"/>
                </a:cubicBezTo>
                <a:cubicBezTo>
                  <a:pt x="4392117" y="2073640"/>
                  <a:pt x="4331997" y="2076989"/>
                  <a:pt x="4272196" y="2083633"/>
                </a:cubicBezTo>
                <a:cubicBezTo>
                  <a:pt x="4224007" y="2088987"/>
                  <a:pt x="4169666" y="2100078"/>
                  <a:pt x="4122295" y="2113613"/>
                </a:cubicBezTo>
                <a:cubicBezTo>
                  <a:pt x="4107102" y="2117954"/>
                  <a:pt x="4092987" y="2126515"/>
                  <a:pt x="4077324" y="2128603"/>
                </a:cubicBezTo>
                <a:cubicBezTo>
                  <a:pt x="4017683" y="2136555"/>
                  <a:pt x="3957403" y="2138597"/>
                  <a:pt x="3897442" y="2143594"/>
                </a:cubicBezTo>
                <a:cubicBezTo>
                  <a:pt x="3789620" y="2179535"/>
                  <a:pt x="3924268" y="2135930"/>
                  <a:pt x="3792511" y="2173574"/>
                </a:cubicBezTo>
                <a:cubicBezTo>
                  <a:pt x="3777318" y="2177915"/>
                  <a:pt x="3763158" y="2186161"/>
                  <a:pt x="3747541" y="2188564"/>
                </a:cubicBezTo>
                <a:cubicBezTo>
                  <a:pt x="3697908" y="2196200"/>
                  <a:pt x="3647395" y="2196769"/>
                  <a:pt x="3597639" y="2203554"/>
                </a:cubicBezTo>
                <a:cubicBezTo>
                  <a:pt x="3537409" y="2211767"/>
                  <a:pt x="3478075" y="2225995"/>
                  <a:pt x="3417757" y="2233535"/>
                </a:cubicBezTo>
                <a:lnTo>
                  <a:pt x="3297836" y="2248525"/>
                </a:lnTo>
                <a:cubicBezTo>
                  <a:pt x="3267748" y="2252823"/>
                  <a:pt x="3237565" y="2256922"/>
                  <a:pt x="3207895" y="2263515"/>
                </a:cubicBezTo>
                <a:cubicBezTo>
                  <a:pt x="3192470" y="2266943"/>
                  <a:pt x="3178418" y="2275406"/>
                  <a:pt x="3162924" y="2278505"/>
                </a:cubicBezTo>
                <a:cubicBezTo>
                  <a:pt x="3103317" y="2290426"/>
                  <a:pt x="2983042" y="2308485"/>
                  <a:pt x="2983042" y="2308485"/>
                </a:cubicBezTo>
                <a:cubicBezTo>
                  <a:pt x="2952207" y="2318764"/>
                  <a:pt x="2909488" y="2334282"/>
                  <a:pt x="2878111" y="2338466"/>
                </a:cubicBezTo>
                <a:cubicBezTo>
                  <a:pt x="2823404" y="2345760"/>
                  <a:pt x="2768183" y="2348459"/>
                  <a:pt x="2713219" y="2353456"/>
                </a:cubicBezTo>
                <a:cubicBezTo>
                  <a:pt x="2541046" y="2410847"/>
                  <a:pt x="2841070" y="2314654"/>
                  <a:pt x="2338465" y="2398426"/>
                </a:cubicBezTo>
                <a:cubicBezTo>
                  <a:pt x="2308485" y="2403423"/>
                  <a:pt x="2278745" y="2410179"/>
                  <a:pt x="2248524" y="2413417"/>
                </a:cubicBezTo>
                <a:cubicBezTo>
                  <a:pt x="2138771" y="2425176"/>
                  <a:pt x="2027620" y="2425251"/>
                  <a:pt x="1918741" y="2443397"/>
                </a:cubicBezTo>
                <a:cubicBezTo>
                  <a:pt x="1888761" y="2448394"/>
                  <a:pt x="1858604" y="2452426"/>
                  <a:pt x="1828800" y="2458387"/>
                </a:cubicBezTo>
                <a:cubicBezTo>
                  <a:pt x="1808598" y="2462427"/>
                  <a:pt x="1789364" y="2471592"/>
                  <a:pt x="1768839" y="2473377"/>
                </a:cubicBezTo>
                <a:cubicBezTo>
                  <a:pt x="1674127" y="2481613"/>
                  <a:pt x="1578964" y="2483370"/>
                  <a:pt x="1484026" y="2488367"/>
                </a:cubicBezTo>
                <a:cubicBezTo>
                  <a:pt x="1175758" y="2539748"/>
                  <a:pt x="1557787" y="2473616"/>
                  <a:pt x="1334124" y="2518348"/>
                </a:cubicBezTo>
                <a:cubicBezTo>
                  <a:pt x="1279344" y="2529304"/>
                  <a:pt x="1224337" y="2539144"/>
                  <a:pt x="1169232" y="2548328"/>
                </a:cubicBezTo>
                <a:cubicBezTo>
                  <a:pt x="1083676" y="2562587"/>
                  <a:pt x="1017243" y="2568547"/>
                  <a:pt x="929390" y="2578308"/>
                </a:cubicBezTo>
                <a:cubicBezTo>
                  <a:pt x="909403" y="2583305"/>
                  <a:pt x="889238" y="2587639"/>
                  <a:pt x="869429" y="2593299"/>
                </a:cubicBezTo>
                <a:cubicBezTo>
                  <a:pt x="854236" y="2597640"/>
                  <a:pt x="839953" y="2605190"/>
                  <a:pt x="824459" y="2608289"/>
                </a:cubicBezTo>
                <a:cubicBezTo>
                  <a:pt x="698934" y="2633394"/>
                  <a:pt x="730252" y="2609709"/>
                  <a:pt x="599606" y="2653259"/>
                </a:cubicBezTo>
                <a:lnTo>
                  <a:pt x="464695" y="2698230"/>
                </a:lnTo>
                <a:lnTo>
                  <a:pt x="419724" y="2713220"/>
                </a:lnTo>
                <a:lnTo>
                  <a:pt x="374754" y="2728210"/>
                </a:lnTo>
                <a:cubicBezTo>
                  <a:pt x="303620" y="2799344"/>
                  <a:pt x="341608" y="2779233"/>
                  <a:pt x="269822" y="2803161"/>
                </a:cubicBezTo>
                <a:cubicBezTo>
                  <a:pt x="254832" y="2813154"/>
                  <a:pt x="237591" y="2820402"/>
                  <a:pt x="224852" y="2833141"/>
                </a:cubicBezTo>
                <a:cubicBezTo>
                  <a:pt x="212113" y="2845880"/>
                  <a:pt x="206127" y="2864044"/>
                  <a:pt x="194872" y="2878112"/>
                </a:cubicBezTo>
                <a:cubicBezTo>
                  <a:pt x="186043" y="2889148"/>
                  <a:pt x="173720" y="2897056"/>
                  <a:pt x="164891" y="2908092"/>
                </a:cubicBezTo>
                <a:cubicBezTo>
                  <a:pt x="153637" y="2922160"/>
                  <a:pt x="146165" y="2938994"/>
                  <a:pt x="134911" y="2953062"/>
                </a:cubicBezTo>
                <a:cubicBezTo>
                  <a:pt x="126082" y="2964098"/>
                  <a:pt x="113760" y="2972007"/>
                  <a:pt x="104931" y="2983043"/>
                </a:cubicBezTo>
                <a:cubicBezTo>
                  <a:pt x="93677" y="2997111"/>
                  <a:pt x="86204" y="3013945"/>
                  <a:pt x="74950" y="3028013"/>
                </a:cubicBezTo>
                <a:cubicBezTo>
                  <a:pt x="66121" y="3039049"/>
                  <a:pt x="53799" y="3046958"/>
                  <a:pt x="44970" y="3057994"/>
                </a:cubicBezTo>
                <a:cubicBezTo>
                  <a:pt x="20851" y="3088143"/>
                  <a:pt x="15568" y="3101807"/>
                  <a:pt x="0" y="3132944"/>
                </a:cubicBezTo>
              </a:path>
            </a:pathLst>
          </a:custGeom>
          <a:noFill/>
          <a:ln cmpd="tri">
            <a:solidFill>
              <a:srgbClr val="A1A1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336" y="215299"/>
            <a:ext cx="2088231" cy="1305144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9892146" y="525216"/>
            <a:ext cx="17986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smtClean="0">
                <a:solidFill>
                  <a:schemeClr val="accent2">
                    <a:lumMod val="75000"/>
                  </a:schemeClr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Part1</a:t>
            </a:r>
            <a:endParaRPr lang="zh-CN" altLang="en-US" sz="6000" dirty="0">
              <a:solidFill>
                <a:schemeClr val="accent2">
                  <a:lumMod val="75000"/>
                </a:schemeClr>
              </a:solid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sp>
        <p:nvSpPr>
          <p:cNvPr id="32" name="流程图: 可选过程 31"/>
          <p:cNvSpPr/>
          <p:nvPr/>
        </p:nvSpPr>
        <p:spPr>
          <a:xfrm rot="21141386">
            <a:off x="2188586" y="1903132"/>
            <a:ext cx="6889388" cy="3322258"/>
          </a:xfrm>
          <a:prstGeom prst="flowChartAlternateProcess">
            <a:avLst/>
          </a:prstGeom>
          <a:solidFill>
            <a:srgbClr val="A2DAF5"/>
          </a:solidFill>
          <a:ln>
            <a:solidFill>
              <a:srgbClr val="A2DA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16416">
            <a:off x="8898487" y="4660209"/>
            <a:ext cx="3489056" cy="2572224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8897" y="-631628"/>
            <a:ext cx="4660900" cy="3429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 rot="21130504">
            <a:off x="2346342" y="2163532"/>
            <a:ext cx="688527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喵呜体" panose="02010600010101010101" pitchFamily="2" charset="-122"/>
                <a:ea typeface="方正喵呜体" panose="02010600010101010101" pitchFamily="2" charset="-122"/>
              </a:rPr>
              <a:t>不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喵呜体" panose="02010600010101010101" pitchFamily="2" charset="-122"/>
                <a:ea typeface="方正喵呜体" panose="02010600010101010101" pitchFamily="2" charset="-122"/>
              </a:rPr>
              <a:t>靠谱和很</a:t>
            </a:r>
            <a:r>
              <a:rPr lang="zh-CN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喵呜体" panose="02010600010101010101" pitchFamily="2" charset="-122"/>
                <a:ea typeface="方正喵呜体" panose="02010600010101010101" pitchFamily="2" charset="-122"/>
              </a:rPr>
              <a:t>安稳</a:t>
            </a:r>
            <a:endParaRPr lang="en-US" altLang="zh-CN" sz="3200" dirty="0" smtClean="0">
              <a:solidFill>
                <a:schemeClr val="bg1"/>
              </a:solid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  <a:p>
            <a:pPr lvl="0" indent="457200"/>
            <a:r>
              <a:rPr lang="zh-CN" altLang="en-US" sz="2800" dirty="0" smtClean="0">
                <a:solidFill>
                  <a:schemeClr val="bg1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与其</a:t>
            </a:r>
            <a:r>
              <a:rPr lang="zh-CN" altLang="en-US" sz="2800" dirty="0">
                <a:solidFill>
                  <a:schemeClr val="bg1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担心未来，不如现在就好好努力。在这条路上，只有奋斗才能给你安全感。不要轻易把梦想寄托在某个人身上，也不要太在乎身旁的耳语，因为未来是你自己的，只有自己才能给自己最大的安全感</a:t>
            </a:r>
            <a:r>
              <a:rPr lang="zh-CN" altLang="en-US" sz="2800" dirty="0" smtClean="0">
                <a:solidFill>
                  <a:schemeClr val="bg1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4603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 36"/>
          <p:cNvSpPr/>
          <p:nvPr/>
        </p:nvSpPr>
        <p:spPr>
          <a:xfrm>
            <a:off x="1603948" y="1663908"/>
            <a:ext cx="9039068" cy="3132944"/>
          </a:xfrm>
          <a:custGeom>
            <a:avLst/>
            <a:gdLst>
              <a:gd name="connsiteX0" fmla="*/ 9039068 w 9039068"/>
              <a:gd name="connsiteY0" fmla="*/ 0 h 3132944"/>
              <a:gd name="connsiteX1" fmla="*/ 8964118 w 9039068"/>
              <a:gd name="connsiteY1" fmla="*/ 44971 h 3132944"/>
              <a:gd name="connsiteX2" fmla="*/ 8919147 w 9039068"/>
              <a:gd name="connsiteY2" fmla="*/ 59961 h 3132944"/>
              <a:gd name="connsiteX3" fmla="*/ 8874177 w 9039068"/>
              <a:gd name="connsiteY3" fmla="*/ 89941 h 3132944"/>
              <a:gd name="connsiteX4" fmla="*/ 8784236 w 9039068"/>
              <a:gd name="connsiteY4" fmla="*/ 119922 h 3132944"/>
              <a:gd name="connsiteX5" fmla="*/ 8739265 w 9039068"/>
              <a:gd name="connsiteY5" fmla="*/ 134912 h 3132944"/>
              <a:gd name="connsiteX6" fmla="*/ 8694295 w 9039068"/>
              <a:gd name="connsiteY6" fmla="*/ 149902 h 3132944"/>
              <a:gd name="connsiteX7" fmla="*/ 8619344 w 9039068"/>
              <a:gd name="connsiteY7" fmla="*/ 194872 h 3132944"/>
              <a:gd name="connsiteX8" fmla="*/ 8574373 w 9039068"/>
              <a:gd name="connsiteY8" fmla="*/ 224853 h 3132944"/>
              <a:gd name="connsiteX9" fmla="*/ 8529403 w 9039068"/>
              <a:gd name="connsiteY9" fmla="*/ 239843 h 3132944"/>
              <a:gd name="connsiteX10" fmla="*/ 8439462 w 9039068"/>
              <a:gd name="connsiteY10" fmla="*/ 299803 h 3132944"/>
              <a:gd name="connsiteX11" fmla="*/ 8379501 w 9039068"/>
              <a:gd name="connsiteY11" fmla="*/ 329784 h 3132944"/>
              <a:gd name="connsiteX12" fmla="*/ 8334531 w 9039068"/>
              <a:gd name="connsiteY12" fmla="*/ 359764 h 3132944"/>
              <a:gd name="connsiteX13" fmla="*/ 8289560 w 9039068"/>
              <a:gd name="connsiteY13" fmla="*/ 374754 h 3132944"/>
              <a:gd name="connsiteX14" fmla="*/ 8199619 w 9039068"/>
              <a:gd name="connsiteY14" fmla="*/ 434715 h 3132944"/>
              <a:gd name="connsiteX15" fmla="*/ 8154649 w 9039068"/>
              <a:gd name="connsiteY15" fmla="*/ 464695 h 3132944"/>
              <a:gd name="connsiteX16" fmla="*/ 8109678 w 9039068"/>
              <a:gd name="connsiteY16" fmla="*/ 479685 h 3132944"/>
              <a:gd name="connsiteX17" fmla="*/ 8019737 w 9039068"/>
              <a:gd name="connsiteY17" fmla="*/ 524656 h 3132944"/>
              <a:gd name="connsiteX18" fmla="*/ 7929796 w 9039068"/>
              <a:gd name="connsiteY18" fmla="*/ 569626 h 3132944"/>
              <a:gd name="connsiteX19" fmla="*/ 7884826 w 9039068"/>
              <a:gd name="connsiteY19" fmla="*/ 599607 h 3132944"/>
              <a:gd name="connsiteX20" fmla="*/ 7809875 w 9039068"/>
              <a:gd name="connsiteY20" fmla="*/ 659567 h 3132944"/>
              <a:gd name="connsiteX21" fmla="*/ 7764904 w 9039068"/>
              <a:gd name="connsiteY21" fmla="*/ 674558 h 3132944"/>
              <a:gd name="connsiteX22" fmla="*/ 7719934 w 9039068"/>
              <a:gd name="connsiteY22" fmla="*/ 719528 h 3132944"/>
              <a:gd name="connsiteX23" fmla="*/ 7629993 w 9039068"/>
              <a:gd name="connsiteY23" fmla="*/ 779489 h 3132944"/>
              <a:gd name="connsiteX24" fmla="*/ 7585022 w 9039068"/>
              <a:gd name="connsiteY24" fmla="*/ 824459 h 3132944"/>
              <a:gd name="connsiteX25" fmla="*/ 7525062 w 9039068"/>
              <a:gd name="connsiteY25" fmla="*/ 854440 h 3132944"/>
              <a:gd name="connsiteX26" fmla="*/ 7465101 w 9039068"/>
              <a:gd name="connsiteY26" fmla="*/ 899410 h 3132944"/>
              <a:gd name="connsiteX27" fmla="*/ 7420131 w 9039068"/>
              <a:gd name="connsiteY27" fmla="*/ 929390 h 3132944"/>
              <a:gd name="connsiteX28" fmla="*/ 7345180 w 9039068"/>
              <a:gd name="connsiteY28" fmla="*/ 989351 h 3132944"/>
              <a:gd name="connsiteX29" fmla="*/ 7300209 w 9039068"/>
              <a:gd name="connsiteY29" fmla="*/ 1004341 h 3132944"/>
              <a:gd name="connsiteX30" fmla="*/ 7270229 w 9039068"/>
              <a:gd name="connsiteY30" fmla="*/ 1034322 h 3132944"/>
              <a:gd name="connsiteX31" fmla="*/ 7165298 w 9039068"/>
              <a:gd name="connsiteY31" fmla="*/ 1079292 h 3132944"/>
              <a:gd name="connsiteX32" fmla="*/ 7090347 w 9039068"/>
              <a:gd name="connsiteY32" fmla="*/ 1124262 h 3132944"/>
              <a:gd name="connsiteX33" fmla="*/ 7045377 w 9039068"/>
              <a:gd name="connsiteY33" fmla="*/ 1154243 h 3132944"/>
              <a:gd name="connsiteX34" fmla="*/ 6970426 w 9039068"/>
              <a:gd name="connsiteY34" fmla="*/ 1229194 h 3132944"/>
              <a:gd name="connsiteX35" fmla="*/ 6865495 w 9039068"/>
              <a:gd name="connsiteY35" fmla="*/ 1274164 h 3132944"/>
              <a:gd name="connsiteX36" fmla="*/ 6790544 w 9039068"/>
              <a:gd name="connsiteY36" fmla="*/ 1334125 h 3132944"/>
              <a:gd name="connsiteX37" fmla="*/ 6700603 w 9039068"/>
              <a:gd name="connsiteY37" fmla="*/ 1364105 h 3132944"/>
              <a:gd name="connsiteX38" fmla="*/ 6655632 w 9039068"/>
              <a:gd name="connsiteY38" fmla="*/ 1394085 h 3132944"/>
              <a:gd name="connsiteX39" fmla="*/ 6625652 w 9039068"/>
              <a:gd name="connsiteY39" fmla="*/ 1424066 h 3132944"/>
              <a:gd name="connsiteX40" fmla="*/ 6580682 w 9039068"/>
              <a:gd name="connsiteY40" fmla="*/ 1439056 h 3132944"/>
              <a:gd name="connsiteX41" fmla="*/ 6505731 w 9039068"/>
              <a:gd name="connsiteY41" fmla="*/ 1484026 h 3132944"/>
              <a:gd name="connsiteX42" fmla="*/ 6460760 w 9039068"/>
              <a:gd name="connsiteY42" fmla="*/ 1514007 h 3132944"/>
              <a:gd name="connsiteX43" fmla="*/ 6415790 w 9039068"/>
              <a:gd name="connsiteY43" fmla="*/ 1528997 h 3132944"/>
              <a:gd name="connsiteX44" fmla="*/ 6370819 w 9039068"/>
              <a:gd name="connsiteY44" fmla="*/ 1558977 h 3132944"/>
              <a:gd name="connsiteX45" fmla="*/ 6280878 w 9039068"/>
              <a:gd name="connsiteY45" fmla="*/ 1588958 h 3132944"/>
              <a:gd name="connsiteX46" fmla="*/ 6235908 w 9039068"/>
              <a:gd name="connsiteY46" fmla="*/ 1603948 h 3132944"/>
              <a:gd name="connsiteX47" fmla="*/ 6175947 w 9039068"/>
              <a:gd name="connsiteY47" fmla="*/ 1618938 h 3132944"/>
              <a:gd name="connsiteX48" fmla="*/ 6086006 w 9039068"/>
              <a:gd name="connsiteY48" fmla="*/ 1648918 h 3132944"/>
              <a:gd name="connsiteX49" fmla="*/ 6041036 w 9039068"/>
              <a:gd name="connsiteY49" fmla="*/ 1663908 h 3132944"/>
              <a:gd name="connsiteX50" fmla="*/ 5981075 w 9039068"/>
              <a:gd name="connsiteY50" fmla="*/ 1678899 h 3132944"/>
              <a:gd name="connsiteX51" fmla="*/ 5921114 w 9039068"/>
              <a:gd name="connsiteY51" fmla="*/ 1708879 h 3132944"/>
              <a:gd name="connsiteX52" fmla="*/ 5876144 w 9039068"/>
              <a:gd name="connsiteY52" fmla="*/ 1738859 h 3132944"/>
              <a:gd name="connsiteX53" fmla="*/ 5786203 w 9039068"/>
              <a:gd name="connsiteY53" fmla="*/ 1753849 h 3132944"/>
              <a:gd name="connsiteX54" fmla="*/ 5726242 w 9039068"/>
              <a:gd name="connsiteY54" fmla="*/ 1783830 h 3132944"/>
              <a:gd name="connsiteX55" fmla="*/ 5531370 w 9039068"/>
              <a:gd name="connsiteY55" fmla="*/ 1828800 h 3132944"/>
              <a:gd name="connsiteX56" fmla="*/ 5396459 w 9039068"/>
              <a:gd name="connsiteY56" fmla="*/ 1873771 h 3132944"/>
              <a:gd name="connsiteX57" fmla="*/ 5291527 w 9039068"/>
              <a:gd name="connsiteY57" fmla="*/ 1903751 h 3132944"/>
              <a:gd name="connsiteX58" fmla="*/ 5201586 w 9039068"/>
              <a:gd name="connsiteY58" fmla="*/ 1918741 h 3132944"/>
              <a:gd name="connsiteX59" fmla="*/ 5141626 w 9039068"/>
              <a:gd name="connsiteY59" fmla="*/ 1933731 h 3132944"/>
              <a:gd name="connsiteX60" fmla="*/ 5066675 w 9039068"/>
              <a:gd name="connsiteY60" fmla="*/ 1948722 h 3132944"/>
              <a:gd name="connsiteX61" fmla="*/ 4946754 w 9039068"/>
              <a:gd name="connsiteY61" fmla="*/ 1978702 h 3132944"/>
              <a:gd name="connsiteX62" fmla="*/ 4826832 w 9039068"/>
              <a:gd name="connsiteY62" fmla="*/ 1993692 h 3132944"/>
              <a:gd name="connsiteX63" fmla="*/ 4601980 w 9039068"/>
              <a:gd name="connsiteY63" fmla="*/ 2038662 h 3132944"/>
              <a:gd name="connsiteX64" fmla="*/ 4452078 w 9039068"/>
              <a:gd name="connsiteY64" fmla="*/ 2068643 h 3132944"/>
              <a:gd name="connsiteX65" fmla="*/ 4272196 w 9039068"/>
              <a:gd name="connsiteY65" fmla="*/ 2083633 h 3132944"/>
              <a:gd name="connsiteX66" fmla="*/ 4122295 w 9039068"/>
              <a:gd name="connsiteY66" fmla="*/ 2113613 h 3132944"/>
              <a:gd name="connsiteX67" fmla="*/ 4077324 w 9039068"/>
              <a:gd name="connsiteY67" fmla="*/ 2128603 h 3132944"/>
              <a:gd name="connsiteX68" fmla="*/ 3897442 w 9039068"/>
              <a:gd name="connsiteY68" fmla="*/ 2143594 h 3132944"/>
              <a:gd name="connsiteX69" fmla="*/ 3792511 w 9039068"/>
              <a:gd name="connsiteY69" fmla="*/ 2173574 h 3132944"/>
              <a:gd name="connsiteX70" fmla="*/ 3747541 w 9039068"/>
              <a:gd name="connsiteY70" fmla="*/ 2188564 h 3132944"/>
              <a:gd name="connsiteX71" fmla="*/ 3597639 w 9039068"/>
              <a:gd name="connsiteY71" fmla="*/ 2203554 h 3132944"/>
              <a:gd name="connsiteX72" fmla="*/ 3417757 w 9039068"/>
              <a:gd name="connsiteY72" fmla="*/ 2233535 h 3132944"/>
              <a:gd name="connsiteX73" fmla="*/ 3297836 w 9039068"/>
              <a:gd name="connsiteY73" fmla="*/ 2248525 h 3132944"/>
              <a:gd name="connsiteX74" fmla="*/ 3207895 w 9039068"/>
              <a:gd name="connsiteY74" fmla="*/ 2263515 h 3132944"/>
              <a:gd name="connsiteX75" fmla="*/ 3162924 w 9039068"/>
              <a:gd name="connsiteY75" fmla="*/ 2278505 h 3132944"/>
              <a:gd name="connsiteX76" fmla="*/ 2983042 w 9039068"/>
              <a:gd name="connsiteY76" fmla="*/ 2308485 h 3132944"/>
              <a:gd name="connsiteX77" fmla="*/ 2878111 w 9039068"/>
              <a:gd name="connsiteY77" fmla="*/ 2338466 h 3132944"/>
              <a:gd name="connsiteX78" fmla="*/ 2713219 w 9039068"/>
              <a:gd name="connsiteY78" fmla="*/ 2353456 h 3132944"/>
              <a:gd name="connsiteX79" fmla="*/ 2338465 w 9039068"/>
              <a:gd name="connsiteY79" fmla="*/ 2398426 h 3132944"/>
              <a:gd name="connsiteX80" fmla="*/ 2248524 w 9039068"/>
              <a:gd name="connsiteY80" fmla="*/ 2413417 h 3132944"/>
              <a:gd name="connsiteX81" fmla="*/ 1918741 w 9039068"/>
              <a:gd name="connsiteY81" fmla="*/ 2443397 h 3132944"/>
              <a:gd name="connsiteX82" fmla="*/ 1828800 w 9039068"/>
              <a:gd name="connsiteY82" fmla="*/ 2458387 h 3132944"/>
              <a:gd name="connsiteX83" fmla="*/ 1768839 w 9039068"/>
              <a:gd name="connsiteY83" fmla="*/ 2473377 h 3132944"/>
              <a:gd name="connsiteX84" fmla="*/ 1484026 w 9039068"/>
              <a:gd name="connsiteY84" fmla="*/ 2488367 h 3132944"/>
              <a:gd name="connsiteX85" fmla="*/ 1334124 w 9039068"/>
              <a:gd name="connsiteY85" fmla="*/ 2518348 h 3132944"/>
              <a:gd name="connsiteX86" fmla="*/ 1169232 w 9039068"/>
              <a:gd name="connsiteY86" fmla="*/ 2548328 h 3132944"/>
              <a:gd name="connsiteX87" fmla="*/ 929390 w 9039068"/>
              <a:gd name="connsiteY87" fmla="*/ 2578308 h 3132944"/>
              <a:gd name="connsiteX88" fmla="*/ 869429 w 9039068"/>
              <a:gd name="connsiteY88" fmla="*/ 2593299 h 3132944"/>
              <a:gd name="connsiteX89" fmla="*/ 824459 w 9039068"/>
              <a:gd name="connsiteY89" fmla="*/ 2608289 h 3132944"/>
              <a:gd name="connsiteX90" fmla="*/ 599606 w 9039068"/>
              <a:gd name="connsiteY90" fmla="*/ 2653259 h 3132944"/>
              <a:gd name="connsiteX91" fmla="*/ 464695 w 9039068"/>
              <a:gd name="connsiteY91" fmla="*/ 2698230 h 3132944"/>
              <a:gd name="connsiteX92" fmla="*/ 419724 w 9039068"/>
              <a:gd name="connsiteY92" fmla="*/ 2713220 h 3132944"/>
              <a:gd name="connsiteX93" fmla="*/ 374754 w 9039068"/>
              <a:gd name="connsiteY93" fmla="*/ 2728210 h 3132944"/>
              <a:gd name="connsiteX94" fmla="*/ 269822 w 9039068"/>
              <a:gd name="connsiteY94" fmla="*/ 2803161 h 3132944"/>
              <a:gd name="connsiteX95" fmla="*/ 224852 w 9039068"/>
              <a:gd name="connsiteY95" fmla="*/ 2833141 h 3132944"/>
              <a:gd name="connsiteX96" fmla="*/ 194872 w 9039068"/>
              <a:gd name="connsiteY96" fmla="*/ 2878112 h 3132944"/>
              <a:gd name="connsiteX97" fmla="*/ 164891 w 9039068"/>
              <a:gd name="connsiteY97" fmla="*/ 2908092 h 3132944"/>
              <a:gd name="connsiteX98" fmla="*/ 134911 w 9039068"/>
              <a:gd name="connsiteY98" fmla="*/ 2953062 h 3132944"/>
              <a:gd name="connsiteX99" fmla="*/ 104931 w 9039068"/>
              <a:gd name="connsiteY99" fmla="*/ 2983043 h 3132944"/>
              <a:gd name="connsiteX100" fmla="*/ 74950 w 9039068"/>
              <a:gd name="connsiteY100" fmla="*/ 3028013 h 3132944"/>
              <a:gd name="connsiteX101" fmla="*/ 44970 w 9039068"/>
              <a:gd name="connsiteY101" fmla="*/ 3057994 h 3132944"/>
              <a:gd name="connsiteX102" fmla="*/ 0 w 9039068"/>
              <a:gd name="connsiteY102" fmla="*/ 3132944 h 3132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9039068" h="3132944">
                <a:moveTo>
                  <a:pt x="9039068" y="0"/>
                </a:moveTo>
                <a:cubicBezTo>
                  <a:pt x="9014085" y="14990"/>
                  <a:pt x="8990178" y="31941"/>
                  <a:pt x="8964118" y="44971"/>
                </a:cubicBezTo>
                <a:cubicBezTo>
                  <a:pt x="8949985" y="52038"/>
                  <a:pt x="8933280" y="52895"/>
                  <a:pt x="8919147" y="59961"/>
                </a:cubicBezTo>
                <a:cubicBezTo>
                  <a:pt x="8903033" y="68018"/>
                  <a:pt x="8890640" y="82624"/>
                  <a:pt x="8874177" y="89941"/>
                </a:cubicBezTo>
                <a:cubicBezTo>
                  <a:pt x="8845299" y="102776"/>
                  <a:pt x="8814216" y="109928"/>
                  <a:pt x="8784236" y="119922"/>
                </a:cubicBezTo>
                <a:lnTo>
                  <a:pt x="8739265" y="134912"/>
                </a:lnTo>
                <a:lnTo>
                  <a:pt x="8694295" y="149902"/>
                </a:lnTo>
                <a:cubicBezTo>
                  <a:pt x="8635734" y="208461"/>
                  <a:pt x="8697183" y="155952"/>
                  <a:pt x="8619344" y="194872"/>
                </a:cubicBezTo>
                <a:cubicBezTo>
                  <a:pt x="8603230" y="202929"/>
                  <a:pt x="8590487" y="216796"/>
                  <a:pt x="8574373" y="224853"/>
                </a:cubicBezTo>
                <a:cubicBezTo>
                  <a:pt x="8560240" y="231919"/>
                  <a:pt x="8543215" y="232169"/>
                  <a:pt x="8529403" y="239843"/>
                </a:cubicBezTo>
                <a:cubicBezTo>
                  <a:pt x="8497906" y="257341"/>
                  <a:pt x="8471690" y="283689"/>
                  <a:pt x="8439462" y="299803"/>
                </a:cubicBezTo>
                <a:cubicBezTo>
                  <a:pt x="8419475" y="309797"/>
                  <a:pt x="8398903" y="318697"/>
                  <a:pt x="8379501" y="329784"/>
                </a:cubicBezTo>
                <a:cubicBezTo>
                  <a:pt x="8363859" y="338722"/>
                  <a:pt x="8350645" y="351707"/>
                  <a:pt x="8334531" y="359764"/>
                </a:cubicBezTo>
                <a:cubicBezTo>
                  <a:pt x="8320398" y="366830"/>
                  <a:pt x="8304550" y="369757"/>
                  <a:pt x="8289560" y="374754"/>
                </a:cubicBezTo>
                <a:lnTo>
                  <a:pt x="8199619" y="434715"/>
                </a:lnTo>
                <a:cubicBezTo>
                  <a:pt x="8184629" y="444708"/>
                  <a:pt x="8171740" y="458998"/>
                  <a:pt x="8154649" y="464695"/>
                </a:cubicBezTo>
                <a:lnTo>
                  <a:pt x="8109678" y="479685"/>
                </a:lnTo>
                <a:cubicBezTo>
                  <a:pt x="7980810" y="565600"/>
                  <a:pt x="8143852" y="462599"/>
                  <a:pt x="8019737" y="524656"/>
                </a:cubicBezTo>
                <a:cubicBezTo>
                  <a:pt x="7903501" y="582773"/>
                  <a:pt x="8042833" y="531948"/>
                  <a:pt x="7929796" y="569626"/>
                </a:cubicBezTo>
                <a:cubicBezTo>
                  <a:pt x="7914806" y="579620"/>
                  <a:pt x="7898894" y="588353"/>
                  <a:pt x="7884826" y="599607"/>
                </a:cubicBezTo>
                <a:cubicBezTo>
                  <a:pt x="7838354" y="636785"/>
                  <a:pt x="7871387" y="628811"/>
                  <a:pt x="7809875" y="659567"/>
                </a:cubicBezTo>
                <a:cubicBezTo>
                  <a:pt x="7795742" y="666634"/>
                  <a:pt x="7779894" y="669561"/>
                  <a:pt x="7764904" y="674558"/>
                </a:cubicBezTo>
                <a:cubicBezTo>
                  <a:pt x="7749914" y="689548"/>
                  <a:pt x="7736668" y="706513"/>
                  <a:pt x="7719934" y="719528"/>
                </a:cubicBezTo>
                <a:cubicBezTo>
                  <a:pt x="7691492" y="741649"/>
                  <a:pt x="7655472" y="754011"/>
                  <a:pt x="7629993" y="779489"/>
                </a:cubicBezTo>
                <a:cubicBezTo>
                  <a:pt x="7615003" y="794479"/>
                  <a:pt x="7602273" y="812137"/>
                  <a:pt x="7585022" y="824459"/>
                </a:cubicBezTo>
                <a:cubicBezTo>
                  <a:pt x="7566838" y="837447"/>
                  <a:pt x="7544011" y="842597"/>
                  <a:pt x="7525062" y="854440"/>
                </a:cubicBezTo>
                <a:cubicBezTo>
                  <a:pt x="7503876" y="867681"/>
                  <a:pt x="7485431" y="884889"/>
                  <a:pt x="7465101" y="899410"/>
                </a:cubicBezTo>
                <a:cubicBezTo>
                  <a:pt x="7450441" y="909881"/>
                  <a:pt x="7434199" y="918136"/>
                  <a:pt x="7420131" y="929390"/>
                </a:cubicBezTo>
                <a:cubicBezTo>
                  <a:pt x="7373657" y="966570"/>
                  <a:pt x="7406695" y="958594"/>
                  <a:pt x="7345180" y="989351"/>
                </a:cubicBezTo>
                <a:cubicBezTo>
                  <a:pt x="7331047" y="996417"/>
                  <a:pt x="7315199" y="999344"/>
                  <a:pt x="7300209" y="1004341"/>
                </a:cubicBezTo>
                <a:cubicBezTo>
                  <a:pt x="7290216" y="1014335"/>
                  <a:pt x="7281988" y="1026482"/>
                  <a:pt x="7270229" y="1034322"/>
                </a:cubicBezTo>
                <a:cubicBezTo>
                  <a:pt x="7176659" y="1096702"/>
                  <a:pt x="7245239" y="1039322"/>
                  <a:pt x="7165298" y="1079292"/>
                </a:cubicBezTo>
                <a:cubicBezTo>
                  <a:pt x="7139238" y="1092322"/>
                  <a:pt x="7115054" y="1108820"/>
                  <a:pt x="7090347" y="1124262"/>
                </a:cubicBezTo>
                <a:cubicBezTo>
                  <a:pt x="7075070" y="1133810"/>
                  <a:pt x="7058935" y="1142379"/>
                  <a:pt x="7045377" y="1154243"/>
                </a:cubicBezTo>
                <a:cubicBezTo>
                  <a:pt x="7018787" y="1177510"/>
                  <a:pt x="7003945" y="1218021"/>
                  <a:pt x="6970426" y="1229194"/>
                </a:cubicBezTo>
                <a:cubicBezTo>
                  <a:pt x="6930451" y="1242519"/>
                  <a:pt x="6902543" y="1249466"/>
                  <a:pt x="6865495" y="1274164"/>
                </a:cubicBezTo>
                <a:cubicBezTo>
                  <a:pt x="6803204" y="1315691"/>
                  <a:pt x="6872221" y="1297824"/>
                  <a:pt x="6790544" y="1334125"/>
                </a:cubicBezTo>
                <a:cubicBezTo>
                  <a:pt x="6761666" y="1346960"/>
                  <a:pt x="6726898" y="1346576"/>
                  <a:pt x="6700603" y="1364105"/>
                </a:cubicBezTo>
                <a:cubicBezTo>
                  <a:pt x="6685613" y="1374098"/>
                  <a:pt x="6669700" y="1382830"/>
                  <a:pt x="6655632" y="1394085"/>
                </a:cubicBezTo>
                <a:cubicBezTo>
                  <a:pt x="6644596" y="1402914"/>
                  <a:pt x="6637771" y="1416795"/>
                  <a:pt x="6625652" y="1424066"/>
                </a:cubicBezTo>
                <a:cubicBezTo>
                  <a:pt x="6612103" y="1432196"/>
                  <a:pt x="6595672" y="1434059"/>
                  <a:pt x="6580682" y="1439056"/>
                </a:cubicBezTo>
                <a:cubicBezTo>
                  <a:pt x="6522121" y="1497615"/>
                  <a:pt x="6583570" y="1445106"/>
                  <a:pt x="6505731" y="1484026"/>
                </a:cubicBezTo>
                <a:cubicBezTo>
                  <a:pt x="6489617" y="1492083"/>
                  <a:pt x="6476874" y="1505950"/>
                  <a:pt x="6460760" y="1514007"/>
                </a:cubicBezTo>
                <a:cubicBezTo>
                  <a:pt x="6446627" y="1521073"/>
                  <a:pt x="6429923" y="1521931"/>
                  <a:pt x="6415790" y="1528997"/>
                </a:cubicBezTo>
                <a:cubicBezTo>
                  <a:pt x="6399676" y="1537054"/>
                  <a:pt x="6387282" y="1551660"/>
                  <a:pt x="6370819" y="1558977"/>
                </a:cubicBezTo>
                <a:cubicBezTo>
                  <a:pt x="6341941" y="1571812"/>
                  <a:pt x="6310858" y="1578964"/>
                  <a:pt x="6280878" y="1588958"/>
                </a:cubicBezTo>
                <a:cubicBezTo>
                  <a:pt x="6265888" y="1593955"/>
                  <a:pt x="6251237" y="1600116"/>
                  <a:pt x="6235908" y="1603948"/>
                </a:cubicBezTo>
                <a:cubicBezTo>
                  <a:pt x="6215921" y="1608945"/>
                  <a:pt x="6195680" y="1613018"/>
                  <a:pt x="6175947" y="1618938"/>
                </a:cubicBezTo>
                <a:cubicBezTo>
                  <a:pt x="6145678" y="1628019"/>
                  <a:pt x="6115986" y="1638925"/>
                  <a:pt x="6086006" y="1648918"/>
                </a:cubicBezTo>
                <a:cubicBezTo>
                  <a:pt x="6071016" y="1653915"/>
                  <a:pt x="6056365" y="1660076"/>
                  <a:pt x="6041036" y="1663908"/>
                </a:cubicBezTo>
                <a:cubicBezTo>
                  <a:pt x="6021049" y="1668905"/>
                  <a:pt x="6000365" y="1671665"/>
                  <a:pt x="5981075" y="1678899"/>
                </a:cubicBezTo>
                <a:cubicBezTo>
                  <a:pt x="5960152" y="1686745"/>
                  <a:pt x="5940516" y="1697792"/>
                  <a:pt x="5921114" y="1708879"/>
                </a:cubicBezTo>
                <a:cubicBezTo>
                  <a:pt x="5905472" y="1717817"/>
                  <a:pt x="5893235" y="1733162"/>
                  <a:pt x="5876144" y="1738859"/>
                </a:cubicBezTo>
                <a:cubicBezTo>
                  <a:pt x="5847310" y="1748470"/>
                  <a:pt x="5816183" y="1748852"/>
                  <a:pt x="5786203" y="1753849"/>
                </a:cubicBezTo>
                <a:cubicBezTo>
                  <a:pt x="5766216" y="1763843"/>
                  <a:pt x="5747441" y="1776763"/>
                  <a:pt x="5726242" y="1783830"/>
                </a:cubicBezTo>
                <a:cubicBezTo>
                  <a:pt x="5672004" y="1801910"/>
                  <a:pt x="5590826" y="1816909"/>
                  <a:pt x="5531370" y="1828800"/>
                </a:cubicBezTo>
                <a:cubicBezTo>
                  <a:pt x="5431631" y="1878670"/>
                  <a:pt x="5512692" y="1844713"/>
                  <a:pt x="5396459" y="1873771"/>
                </a:cubicBezTo>
                <a:cubicBezTo>
                  <a:pt x="5282168" y="1902344"/>
                  <a:pt x="5431716" y="1875713"/>
                  <a:pt x="5291527" y="1903751"/>
                </a:cubicBezTo>
                <a:cubicBezTo>
                  <a:pt x="5261723" y="1909712"/>
                  <a:pt x="5231390" y="1912780"/>
                  <a:pt x="5201586" y="1918741"/>
                </a:cubicBezTo>
                <a:cubicBezTo>
                  <a:pt x="5181384" y="1922781"/>
                  <a:pt x="5161737" y="1929262"/>
                  <a:pt x="5141626" y="1933731"/>
                </a:cubicBezTo>
                <a:cubicBezTo>
                  <a:pt x="5116754" y="1939258"/>
                  <a:pt x="5091501" y="1942993"/>
                  <a:pt x="5066675" y="1948722"/>
                </a:cubicBezTo>
                <a:cubicBezTo>
                  <a:pt x="5026526" y="1957987"/>
                  <a:pt x="4987252" y="1971109"/>
                  <a:pt x="4946754" y="1978702"/>
                </a:cubicBezTo>
                <a:cubicBezTo>
                  <a:pt x="4907159" y="1986126"/>
                  <a:pt x="4866806" y="1988695"/>
                  <a:pt x="4826832" y="1993692"/>
                </a:cubicBezTo>
                <a:cubicBezTo>
                  <a:pt x="4594936" y="2051665"/>
                  <a:pt x="4814326" y="2001189"/>
                  <a:pt x="4601980" y="2038662"/>
                </a:cubicBezTo>
                <a:cubicBezTo>
                  <a:pt x="4551798" y="2047518"/>
                  <a:pt x="4502859" y="2064411"/>
                  <a:pt x="4452078" y="2068643"/>
                </a:cubicBezTo>
                <a:cubicBezTo>
                  <a:pt x="4392117" y="2073640"/>
                  <a:pt x="4331997" y="2076989"/>
                  <a:pt x="4272196" y="2083633"/>
                </a:cubicBezTo>
                <a:cubicBezTo>
                  <a:pt x="4224007" y="2088987"/>
                  <a:pt x="4169666" y="2100078"/>
                  <a:pt x="4122295" y="2113613"/>
                </a:cubicBezTo>
                <a:cubicBezTo>
                  <a:pt x="4107102" y="2117954"/>
                  <a:pt x="4092987" y="2126515"/>
                  <a:pt x="4077324" y="2128603"/>
                </a:cubicBezTo>
                <a:cubicBezTo>
                  <a:pt x="4017683" y="2136555"/>
                  <a:pt x="3957403" y="2138597"/>
                  <a:pt x="3897442" y="2143594"/>
                </a:cubicBezTo>
                <a:cubicBezTo>
                  <a:pt x="3789620" y="2179535"/>
                  <a:pt x="3924268" y="2135930"/>
                  <a:pt x="3792511" y="2173574"/>
                </a:cubicBezTo>
                <a:cubicBezTo>
                  <a:pt x="3777318" y="2177915"/>
                  <a:pt x="3763158" y="2186161"/>
                  <a:pt x="3747541" y="2188564"/>
                </a:cubicBezTo>
                <a:cubicBezTo>
                  <a:pt x="3697908" y="2196200"/>
                  <a:pt x="3647395" y="2196769"/>
                  <a:pt x="3597639" y="2203554"/>
                </a:cubicBezTo>
                <a:cubicBezTo>
                  <a:pt x="3537409" y="2211767"/>
                  <a:pt x="3478075" y="2225995"/>
                  <a:pt x="3417757" y="2233535"/>
                </a:cubicBezTo>
                <a:lnTo>
                  <a:pt x="3297836" y="2248525"/>
                </a:lnTo>
                <a:cubicBezTo>
                  <a:pt x="3267748" y="2252823"/>
                  <a:pt x="3237565" y="2256922"/>
                  <a:pt x="3207895" y="2263515"/>
                </a:cubicBezTo>
                <a:cubicBezTo>
                  <a:pt x="3192470" y="2266943"/>
                  <a:pt x="3178418" y="2275406"/>
                  <a:pt x="3162924" y="2278505"/>
                </a:cubicBezTo>
                <a:cubicBezTo>
                  <a:pt x="3103317" y="2290426"/>
                  <a:pt x="2983042" y="2308485"/>
                  <a:pt x="2983042" y="2308485"/>
                </a:cubicBezTo>
                <a:cubicBezTo>
                  <a:pt x="2952207" y="2318764"/>
                  <a:pt x="2909488" y="2334282"/>
                  <a:pt x="2878111" y="2338466"/>
                </a:cubicBezTo>
                <a:cubicBezTo>
                  <a:pt x="2823404" y="2345760"/>
                  <a:pt x="2768183" y="2348459"/>
                  <a:pt x="2713219" y="2353456"/>
                </a:cubicBezTo>
                <a:cubicBezTo>
                  <a:pt x="2541046" y="2410847"/>
                  <a:pt x="2841070" y="2314654"/>
                  <a:pt x="2338465" y="2398426"/>
                </a:cubicBezTo>
                <a:cubicBezTo>
                  <a:pt x="2308485" y="2403423"/>
                  <a:pt x="2278745" y="2410179"/>
                  <a:pt x="2248524" y="2413417"/>
                </a:cubicBezTo>
                <a:cubicBezTo>
                  <a:pt x="2138771" y="2425176"/>
                  <a:pt x="2027620" y="2425251"/>
                  <a:pt x="1918741" y="2443397"/>
                </a:cubicBezTo>
                <a:cubicBezTo>
                  <a:pt x="1888761" y="2448394"/>
                  <a:pt x="1858604" y="2452426"/>
                  <a:pt x="1828800" y="2458387"/>
                </a:cubicBezTo>
                <a:cubicBezTo>
                  <a:pt x="1808598" y="2462427"/>
                  <a:pt x="1789364" y="2471592"/>
                  <a:pt x="1768839" y="2473377"/>
                </a:cubicBezTo>
                <a:cubicBezTo>
                  <a:pt x="1674127" y="2481613"/>
                  <a:pt x="1578964" y="2483370"/>
                  <a:pt x="1484026" y="2488367"/>
                </a:cubicBezTo>
                <a:cubicBezTo>
                  <a:pt x="1175758" y="2539748"/>
                  <a:pt x="1557787" y="2473616"/>
                  <a:pt x="1334124" y="2518348"/>
                </a:cubicBezTo>
                <a:cubicBezTo>
                  <a:pt x="1279344" y="2529304"/>
                  <a:pt x="1224337" y="2539144"/>
                  <a:pt x="1169232" y="2548328"/>
                </a:cubicBezTo>
                <a:cubicBezTo>
                  <a:pt x="1083676" y="2562587"/>
                  <a:pt x="1017243" y="2568547"/>
                  <a:pt x="929390" y="2578308"/>
                </a:cubicBezTo>
                <a:cubicBezTo>
                  <a:pt x="909403" y="2583305"/>
                  <a:pt x="889238" y="2587639"/>
                  <a:pt x="869429" y="2593299"/>
                </a:cubicBezTo>
                <a:cubicBezTo>
                  <a:pt x="854236" y="2597640"/>
                  <a:pt x="839953" y="2605190"/>
                  <a:pt x="824459" y="2608289"/>
                </a:cubicBezTo>
                <a:cubicBezTo>
                  <a:pt x="698934" y="2633394"/>
                  <a:pt x="730252" y="2609709"/>
                  <a:pt x="599606" y="2653259"/>
                </a:cubicBezTo>
                <a:lnTo>
                  <a:pt x="464695" y="2698230"/>
                </a:lnTo>
                <a:lnTo>
                  <a:pt x="419724" y="2713220"/>
                </a:lnTo>
                <a:lnTo>
                  <a:pt x="374754" y="2728210"/>
                </a:lnTo>
                <a:cubicBezTo>
                  <a:pt x="303620" y="2799344"/>
                  <a:pt x="341608" y="2779233"/>
                  <a:pt x="269822" y="2803161"/>
                </a:cubicBezTo>
                <a:cubicBezTo>
                  <a:pt x="254832" y="2813154"/>
                  <a:pt x="237591" y="2820402"/>
                  <a:pt x="224852" y="2833141"/>
                </a:cubicBezTo>
                <a:cubicBezTo>
                  <a:pt x="212113" y="2845880"/>
                  <a:pt x="206127" y="2864044"/>
                  <a:pt x="194872" y="2878112"/>
                </a:cubicBezTo>
                <a:cubicBezTo>
                  <a:pt x="186043" y="2889148"/>
                  <a:pt x="173720" y="2897056"/>
                  <a:pt x="164891" y="2908092"/>
                </a:cubicBezTo>
                <a:cubicBezTo>
                  <a:pt x="153637" y="2922160"/>
                  <a:pt x="146165" y="2938994"/>
                  <a:pt x="134911" y="2953062"/>
                </a:cubicBezTo>
                <a:cubicBezTo>
                  <a:pt x="126082" y="2964098"/>
                  <a:pt x="113760" y="2972007"/>
                  <a:pt x="104931" y="2983043"/>
                </a:cubicBezTo>
                <a:cubicBezTo>
                  <a:pt x="93677" y="2997111"/>
                  <a:pt x="86204" y="3013945"/>
                  <a:pt x="74950" y="3028013"/>
                </a:cubicBezTo>
                <a:cubicBezTo>
                  <a:pt x="66121" y="3039049"/>
                  <a:pt x="53799" y="3046958"/>
                  <a:pt x="44970" y="3057994"/>
                </a:cubicBezTo>
                <a:cubicBezTo>
                  <a:pt x="20851" y="3088143"/>
                  <a:pt x="15568" y="3101807"/>
                  <a:pt x="0" y="3132944"/>
                </a:cubicBezTo>
              </a:path>
            </a:pathLst>
          </a:custGeom>
          <a:noFill/>
          <a:ln cmpd="tri">
            <a:solidFill>
              <a:srgbClr val="A1A1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474" y="360385"/>
            <a:ext cx="2088231" cy="1305144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3126041" y="627523"/>
            <a:ext cx="17986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smtClean="0">
                <a:solidFill>
                  <a:schemeClr val="accent2">
                    <a:lumMod val="75000"/>
                  </a:schemeClr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Part2</a:t>
            </a:r>
            <a:endParaRPr lang="zh-CN" altLang="en-US" sz="6000" dirty="0">
              <a:solidFill>
                <a:schemeClr val="accent2">
                  <a:lumMod val="75000"/>
                </a:schemeClr>
              </a:solid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sp>
        <p:nvSpPr>
          <p:cNvPr id="30" name="流程图: 可选过程 29"/>
          <p:cNvSpPr/>
          <p:nvPr/>
        </p:nvSpPr>
        <p:spPr>
          <a:xfrm rot="339186">
            <a:off x="3446852" y="2339167"/>
            <a:ext cx="6798192" cy="2864490"/>
          </a:xfrm>
          <a:prstGeom prst="flowChartAlternateProcess">
            <a:avLst/>
          </a:prstGeom>
          <a:solidFill>
            <a:srgbClr val="A2DAF5"/>
          </a:solidFill>
          <a:ln>
            <a:solidFill>
              <a:srgbClr val="A2DA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83584" flipH="1">
            <a:off x="-145479" y="4494534"/>
            <a:ext cx="3489056" cy="2572224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57274" y="-841157"/>
            <a:ext cx="4660900" cy="3429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 rot="335486">
            <a:off x="3528303" y="2452219"/>
            <a:ext cx="683683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喵呜体" panose="02010600010101010101" pitchFamily="2" charset="-122"/>
                <a:ea typeface="方正喵呜体" panose="02010600010101010101" pitchFamily="2" charset="-122"/>
              </a:rPr>
              <a:t>如果离别无法避免，那最好的办法就是让自己变得更强大，能够从容地面对</a:t>
            </a:r>
            <a:r>
              <a:rPr lang="zh-CN" altLang="en-US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喵呜体" panose="02010600010101010101" pitchFamily="2" charset="-122"/>
                <a:ea typeface="方正喵呜体" panose="02010600010101010101" pitchFamily="2" charset="-122"/>
              </a:rPr>
              <a:t>离别</a:t>
            </a:r>
            <a:endParaRPr lang="en-US" altLang="zh-CN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喵呜体" panose="02010600010101010101" pitchFamily="2" charset="-122"/>
              <a:ea typeface="方正喵呜体" panose="02010600010101010101" pitchFamily="2" charset="-122"/>
            </a:endParaRPr>
          </a:p>
          <a:p>
            <a:pPr lvl="0"/>
            <a:r>
              <a:rPr lang="zh-CN" altLang="en-US" sz="2400" dirty="0">
                <a:solidFill>
                  <a:prstClr val="white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我希望你能从容面对命运的节点</a:t>
            </a:r>
            <a:r>
              <a:rPr lang="zh-CN" altLang="en-US" sz="2400" dirty="0" smtClean="0">
                <a:solidFill>
                  <a:prstClr val="white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，笑</a:t>
            </a:r>
            <a:r>
              <a:rPr lang="zh-CN" altLang="en-US" sz="2400" dirty="0">
                <a:solidFill>
                  <a:prstClr val="white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着看待离别</a:t>
            </a:r>
            <a:r>
              <a:rPr lang="zh-CN" altLang="en-US" sz="2400" dirty="0" smtClean="0">
                <a:solidFill>
                  <a:prstClr val="white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，对</a:t>
            </a:r>
            <a:r>
              <a:rPr lang="zh-CN" altLang="en-US" sz="2400" dirty="0">
                <a:solidFill>
                  <a:prstClr val="white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陪伴过你的人都能心存感激</a:t>
            </a:r>
            <a:r>
              <a:rPr lang="zh-CN" altLang="en-US" sz="2400" dirty="0" smtClean="0">
                <a:solidFill>
                  <a:prstClr val="white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；我</a:t>
            </a:r>
            <a:r>
              <a:rPr lang="zh-CN" altLang="en-US" sz="2400" dirty="0">
                <a:solidFill>
                  <a:prstClr val="white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希望你能经受住所有的物是人非</a:t>
            </a:r>
            <a:r>
              <a:rPr lang="zh-CN" altLang="en-US" sz="2400" dirty="0" smtClean="0">
                <a:solidFill>
                  <a:prstClr val="white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，然后</a:t>
            </a:r>
            <a:r>
              <a:rPr lang="zh-CN" altLang="en-US" sz="2400" dirty="0">
                <a:solidFill>
                  <a:prstClr val="white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依旧故我</a:t>
            </a:r>
            <a:r>
              <a:rPr lang="zh-CN" altLang="en-US" sz="2400" dirty="0" smtClean="0">
                <a:solidFill>
                  <a:prstClr val="white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，从而</a:t>
            </a:r>
            <a:r>
              <a:rPr lang="zh-CN" altLang="en-US" sz="2400" dirty="0">
                <a:solidFill>
                  <a:prstClr val="white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找到那些真正珍贵的东西</a:t>
            </a:r>
            <a:r>
              <a:rPr lang="zh-CN" altLang="en-US" sz="2400" dirty="0" smtClean="0">
                <a:solidFill>
                  <a:prstClr val="white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。那些东西，是</a:t>
            </a:r>
            <a:r>
              <a:rPr lang="zh-CN" altLang="en-US" sz="2400" dirty="0">
                <a:solidFill>
                  <a:prstClr val="white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需要你用心去看、用心去寻找的。</a:t>
            </a:r>
          </a:p>
          <a:p>
            <a:pPr lvl="0"/>
            <a:endParaRPr lang="en-US" altLang="zh-CN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7459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 36"/>
          <p:cNvSpPr/>
          <p:nvPr/>
        </p:nvSpPr>
        <p:spPr>
          <a:xfrm flipH="1">
            <a:off x="1603947" y="1830543"/>
            <a:ext cx="9039068" cy="3132944"/>
          </a:xfrm>
          <a:custGeom>
            <a:avLst/>
            <a:gdLst>
              <a:gd name="connsiteX0" fmla="*/ 9039068 w 9039068"/>
              <a:gd name="connsiteY0" fmla="*/ 0 h 3132944"/>
              <a:gd name="connsiteX1" fmla="*/ 8964118 w 9039068"/>
              <a:gd name="connsiteY1" fmla="*/ 44971 h 3132944"/>
              <a:gd name="connsiteX2" fmla="*/ 8919147 w 9039068"/>
              <a:gd name="connsiteY2" fmla="*/ 59961 h 3132944"/>
              <a:gd name="connsiteX3" fmla="*/ 8874177 w 9039068"/>
              <a:gd name="connsiteY3" fmla="*/ 89941 h 3132944"/>
              <a:gd name="connsiteX4" fmla="*/ 8784236 w 9039068"/>
              <a:gd name="connsiteY4" fmla="*/ 119922 h 3132944"/>
              <a:gd name="connsiteX5" fmla="*/ 8739265 w 9039068"/>
              <a:gd name="connsiteY5" fmla="*/ 134912 h 3132944"/>
              <a:gd name="connsiteX6" fmla="*/ 8694295 w 9039068"/>
              <a:gd name="connsiteY6" fmla="*/ 149902 h 3132944"/>
              <a:gd name="connsiteX7" fmla="*/ 8619344 w 9039068"/>
              <a:gd name="connsiteY7" fmla="*/ 194872 h 3132944"/>
              <a:gd name="connsiteX8" fmla="*/ 8574373 w 9039068"/>
              <a:gd name="connsiteY8" fmla="*/ 224853 h 3132944"/>
              <a:gd name="connsiteX9" fmla="*/ 8529403 w 9039068"/>
              <a:gd name="connsiteY9" fmla="*/ 239843 h 3132944"/>
              <a:gd name="connsiteX10" fmla="*/ 8439462 w 9039068"/>
              <a:gd name="connsiteY10" fmla="*/ 299803 h 3132944"/>
              <a:gd name="connsiteX11" fmla="*/ 8379501 w 9039068"/>
              <a:gd name="connsiteY11" fmla="*/ 329784 h 3132944"/>
              <a:gd name="connsiteX12" fmla="*/ 8334531 w 9039068"/>
              <a:gd name="connsiteY12" fmla="*/ 359764 h 3132944"/>
              <a:gd name="connsiteX13" fmla="*/ 8289560 w 9039068"/>
              <a:gd name="connsiteY13" fmla="*/ 374754 h 3132944"/>
              <a:gd name="connsiteX14" fmla="*/ 8199619 w 9039068"/>
              <a:gd name="connsiteY14" fmla="*/ 434715 h 3132944"/>
              <a:gd name="connsiteX15" fmla="*/ 8154649 w 9039068"/>
              <a:gd name="connsiteY15" fmla="*/ 464695 h 3132944"/>
              <a:gd name="connsiteX16" fmla="*/ 8109678 w 9039068"/>
              <a:gd name="connsiteY16" fmla="*/ 479685 h 3132944"/>
              <a:gd name="connsiteX17" fmla="*/ 8019737 w 9039068"/>
              <a:gd name="connsiteY17" fmla="*/ 524656 h 3132944"/>
              <a:gd name="connsiteX18" fmla="*/ 7929796 w 9039068"/>
              <a:gd name="connsiteY18" fmla="*/ 569626 h 3132944"/>
              <a:gd name="connsiteX19" fmla="*/ 7884826 w 9039068"/>
              <a:gd name="connsiteY19" fmla="*/ 599607 h 3132944"/>
              <a:gd name="connsiteX20" fmla="*/ 7809875 w 9039068"/>
              <a:gd name="connsiteY20" fmla="*/ 659567 h 3132944"/>
              <a:gd name="connsiteX21" fmla="*/ 7764904 w 9039068"/>
              <a:gd name="connsiteY21" fmla="*/ 674558 h 3132944"/>
              <a:gd name="connsiteX22" fmla="*/ 7719934 w 9039068"/>
              <a:gd name="connsiteY22" fmla="*/ 719528 h 3132944"/>
              <a:gd name="connsiteX23" fmla="*/ 7629993 w 9039068"/>
              <a:gd name="connsiteY23" fmla="*/ 779489 h 3132944"/>
              <a:gd name="connsiteX24" fmla="*/ 7585022 w 9039068"/>
              <a:gd name="connsiteY24" fmla="*/ 824459 h 3132944"/>
              <a:gd name="connsiteX25" fmla="*/ 7525062 w 9039068"/>
              <a:gd name="connsiteY25" fmla="*/ 854440 h 3132944"/>
              <a:gd name="connsiteX26" fmla="*/ 7465101 w 9039068"/>
              <a:gd name="connsiteY26" fmla="*/ 899410 h 3132944"/>
              <a:gd name="connsiteX27" fmla="*/ 7420131 w 9039068"/>
              <a:gd name="connsiteY27" fmla="*/ 929390 h 3132944"/>
              <a:gd name="connsiteX28" fmla="*/ 7345180 w 9039068"/>
              <a:gd name="connsiteY28" fmla="*/ 989351 h 3132944"/>
              <a:gd name="connsiteX29" fmla="*/ 7300209 w 9039068"/>
              <a:gd name="connsiteY29" fmla="*/ 1004341 h 3132944"/>
              <a:gd name="connsiteX30" fmla="*/ 7270229 w 9039068"/>
              <a:gd name="connsiteY30" fmla="*/ 1034322 h 3132944"/>
              <a:gd name="connsiteX31" fmla="*/ 7165298 w 9039068"/>
              <a:gd name="connsiteY31" fmla="*/ 1079292 h 3132944"/>
              <a:gd name="connsiteX32" fmla="*/ 7090347 w 9039068"/>
              <a:gd name="connsiteY32" fmla="*/ 1124262 h 3132944"/>
              <a:gd name="connsiteX33" fmla="*/ 7045377 w 9039068"/>
              <a:gd name="connsiteY33" fmla="*/ 1154243 h 3132944"/>
              <a:gd name="connsiteX34" fmla="*/ 6970426 w 9039068"/>
              <a:gd name="connsiteY34" fmla="*/ 1229194 h 3132944"/>
              <a:gd name="connsiteX35" fmla="*/ 6865495 w 9039068"/>
              <a:gd name="connsiteY35" fmla="*/ 1274164 h 3132944"/>
              <a:gd name="connsiteX36" fmla="*/ 6790544 w 9039068"/>
              <a:gd name="connsiteY36" fmla="*/ 1334125 h 3132944"/>
              <a:gd name="connsiteX37" fmla="*/ 6700603 w 9039068"/>
              <a:gd name="connsiteY37" fmla="*/ 1364105 h 3132944"/>
              <a:gd name="connsiteX38" fmla="*/ 6655632 w 9039068"/>
              <a:gd name="connsiteY38" fmla="*/ 1394085 h 3132944"/>
              <a:gd name="connsiteX39" fmla="*/ 6625652 w 9039068"/>
              <a:gd name="connsiteY39" fmla="*/ 1424066 h 3132944"/>
              <a:gd name="connsiteX40" fmla="*/ 6580682 w 9039068"/>
              <a:gd name="connsiteY40" fmla="*/ 1439056 h 3132944"/>
              <a:gd name="connsiteX41" fmla="*/ 6505731 w 9039068"/>
              <a:gd name="connsiteY41" fmla="*/ 1484026 h 3132944"/>
              <a:gd name="connsiteX42" fmla="*/ 6460760 w 9039068"/>
              <a:gd name="connsiteY42" fmla="*/ 1514007 h 3132944"/>
              <a:gd name="connsiteX43" fmla="*/ 6415790 w 9039068"/>
              <a:gd name="connsiteY43" fmla="*/ 1528997 h 3132944"/>
              <a:gd name="connsiteX44" fmla="*/ 6370819 w 9039068"/>
              <a:gd name="connsiteY44" fmla="*/ 1558977 h 3132944"/>
              <a:gd name="connsiteX45" fmla="*/ 6280878 w 9039068"/>
              <a:gd name="connsiteY45" fmla="*/ 1588958 h 3132944"/>
              <a:gd name="connsiteX46" fmla="*/ 6235908 w 9039068"/>
              <a:gd name="connsiteY46" fmla="*/ 1603948 h 3132944"/>
              <a:gd name="connsiteX47" fmla="*/ 6175947 w 9039068"/>
              <a:gd name="connsiteY47" fmla="*/ 1618938 h 3132944"/>
              <a:gd name="connsiteX48" fmla="*/ 6086006 w 9039068"/>
              <a:gd name="connsiteY48" fmla="*/ 1648918 h 3132944"/>
              <a:gd name="connsiteX49" fmla="*/ 6041036 w 9039068"/>
              <a:gd name="connsiteY49" fmla="*/ 1663908 h 3132944"/>
              <a:gd name="connsiteX50" fmla="*/ 5981075 w 9039068"/>
              <a:gd name="connsiteY50" fmla="*/ 1678899 h 3132944"/>
              <a:gd name="connsiteX51" fmla="*/ 5921114 w 9039068"/>
              <a:gd name="connsiteY51" fmla="*/ 1708879 h 3132944"/>
              <a:gd name="connsiteX52" fmla="*/ 5876144 w 9039068"/>
              <a:gd name="connsiteY52" fmla="*/ 1738859 h 3132944"/>
              <a:gd name="connsiteX53" fmla="*/ 5786203 w 9039068"/>
              <a:gd name="connsiteY53" fmla="*/ 1753849 h 3132944"/>
              <a:gd name="connsiteX54" fmla="*/ 5726242 w 9039068"/>
              <a:gd name="connsiteY54" fmla="*/ 1783830 h 3132944"/>
              <a:gd name="connsiteX55" fmla="*/ 5531370 w 9039068"/>
              <a:gd name="connsiteY55" fmla="*/ 1828800 h 3132944"/>
              <a:gd name="connsiteX56" fmla="*/ 5396459 w 9039068"/>
              <a:gd name="connsiteY56" fmla="*/ 1873771 h 3132944"/>
              <a:gd name="connsiteX57" fmla="*/ 5291527 w 9039068"/>
              <a:gd name="connsiteY57" fmla="*/ 1903751 h 3132944"/>
              <a:gd name="connsiteX58" fmla="*/ 5201586 w 9039068"/>
              <a:gd name="connsiteY58" fmla="*/ 1918741 h 3132944"/>
              <a:gd name="connsiteX59" fmla="*/ 5141626 w 9039068"/>
              <a:gd name="connsiteY59" fmla="*/ 1933731 h 3132944"/>
              <a:gd name="connsiteX60" fmla="*/ 5066675 w 9039068"/>
              <a:gd name="connsiteY60" fmla="*/ 1948722 h 3132944"/>
              <a:gd name="connsiteX61" fmla="*/ 4946754 w 9039068"/>
              <a:gd name="connsiteY61" fmla="*/ 1978702 h 3132944"/>
              <a:gd name="connsiteX62" fmla="*/ 4826832 w 9039068"/>
              <a:gd name="connsiteY62" fmla="*/ 1993692 h 3132944"/>
              <a:gd name="connsiteX63" fmla="*/ 4601980 w 9039068"/>
              <a:gd name="connsiteY63" fmla="*/ 2038662 h 3132944"/>
              <a:gd name="connsiteX64" fmla="*/ 4452078 w 9039068"/>
              <a:gd name="connsiteY64" fmla="*/ 2068643 h 3132944"/>
              <a:gd name="connsiteX65" fmla="*/ 4272196 w 9039068"/>
              <a:gd name="connsiteY65" fmla="*/ 2083633 h 3132944"/>
              <a:gd name="connsiteX66" fmla="*/ 4122295 w 9039068"/>
              <a:gd name="connsiteY66" fmla="*/ 2113613 h 3132944"/>
              <a:gd name="connsiteX67" fmla="*/ 4077324 w 9039068"/>
              <a:gd name="connsiteY67" fmla="*/ 2128603 h 3132944"/>
              <a:gd name="connsiteX68" fmla="*/ 3897442 w 9039068"/>
              <a:gd name="connsiteY68" fmla="*/ 2143594 h 3132944"/>
              <a:gd name="connsiteX69" fmla="*/ 3792511 w 9039068"/>
              <a:gd name="connsiteY69" fmla="*/ 2173574 h 3132944"/>
              <a:gd name="connsiteX70" fmla="*/ 3747541 w 9039068"/>
              <a:gd name="connsiteY70" fmla="*/ 2188564 h 3132944"/>
              <a:gd name="connsiteX71" fmla="*/ 3597639 w 9039068"/>
              <a:gd name="connsiteY71" fmla="*/ 2203554 h 3132944"/>
              <a:gd name="connsiteX72" fmla="*/ 3417757 w 9039068"/>
              <a:gd name="connsiteY72" fmla="*/ 2233535 h 3132944"/>
              <a:gd name="connsiteX73" fmla="*/ 3297836 w 9039068"/>
              <a:gd name="connsiteY73" fmla="*/ 2248525 h 3132944"/>
              <a:gd name="connsiteX74" fmla="*/ 3207895 w 9039068"/>
              <a:gd name="connsiteY74" fmla="*/ 2263515 h 3132944"/>
              <a:gd name="connsiteX75" fmla="*/ 3162924 w 9039068"/>
              <a:gd name="connsiteY75" fmla="*/ 2278505 h 3132944"/>
              <a:gd name="connsiteX76" fmla="*/ 2983042 w 9039068"/>
              <a:gd name="connsiteY76" fmla="*/ 2308485 h 3132944"/>
              <a:gd name="connsiteX77" fmla="*/ 2878111 w 9039068"/>
              <a:gd name="connsiteY77" fmla="*/ 2338466 h 3132944"/>
              <a:gd name="connsiteX78" fmla="*/ 2713219 w 9039068"/>
              <a:gd name="connsiteY78" fmla="*/ 2353456 h 3132944"/>
              <a:gd name="connsiteX79" fmla="*/ 2338465 w 9039068"/>
              <a:gd name="connsiteY79" fmla="*/ 2398426 h 3132944"/>
              <a:gd name="connsiteX80" fmla="*/ 2248524 w 9039068"/>
              <a:gd name="connsiteY80" fmla="*/ 2413417 h 3132944"/>
              <a:gd name="connsiteX81" fmla="*/ 1918741 w 9039068"/>
              <a:gd name="connsiteY81" fmla="*/ 2443397 h 3132944"/>
              <a:gd name="connsiteX82" fmla="*/ 1828800 w 9039068"/>
              <a:gd name="connsiteY82" fmla="*/ 2458387 h 3132944"/>
              <a:gd name="connsiteX83" fmla="*/ 1768839 w 9039068"/>
              <a:gd name="connsiteY83" fmla="*/ 2473377 h 3132944"/>
              <a:gd name="connsiteX84" fmla="*/ 1484026 w 9039068"/>
              <a:gd name="connsiteY84" fmla="*/ 2488367 h 3132944"/>
              <a:gd name="connsiteX85" fmla="*/ 1334124 w 9039068"/>
              <a:gd name="connsiteY85" fmla="*/ 2518348 h 3132944"/>
              <a:gd name="connsiteX86" fmla="*/ 1169232 w 9039068"/>
              <a:gd name="connsiteY86" fmla="*/ 2548328 h 3132944"/>
              <a:gd name="connsiteX87" fmla="*/ 929390 w 9039068"/>
              <a:gd name="connsiteY87" fmla="*/ 2578308 h 3132944"/>
              <a:gd name="connsiteX88" fmla="*/ 869429 w 9039068"/>
              <a:gd name="connsiteY88" fmla="*/ 2593299 h 3132944"/>
              <a:gd name="connsiteX89" fmla="*/ 824459 w 9039068"/>
              <a:gd name="connsiteY89" fmla="*/ 2608289 h 3132944"/>
              <a:gd name="connsiteX90" fmla="*/ 599606 w 9039068"/>
              <a:gd name="connsiteY90" fmla="*/ 2653259 h 3132944"/>
              <a:gd name="connsiteX91" fmla="*/ 464695 w 9039068"/>
              <a:gd name="connsiteY91" fmla="*/ 2698230 h 3132944"/>
              <a:gd name="connsiteX92" fmla="*/ 419724 w 9039068"/>
              <a:gd name="connsiteY92" fmla="*/ 2713220 h 3132944"/>
              <a:gd name="connsiteX93" fmla="*/ 374754 w 9039068"/>
              <a:gd name="connsiteY93" fmla="*/ 2728210 h 3132944"/>
              <a:gd name="connsiteX94" fmla="*/ 269822 w 9039068"/>
              <a:gd name="connsiteY94" fmla="*/ 2803161 h 3132944"/>
              <a:gd name="connsiteX95" fmla="*/ 224852 w 9039068"/>
              <a:gd name="connsiteY95" fmla="*/ 2833141 h 3132944"/>
              <a:gd name="connsiteX96" fmla="*/ 194872 w 9039068"/>
              <a:gd name="connsiteY96" fmla="*/ 2878112 h 3132944"/>
              <a:gd name="connsiteX97" fmla="*/ 164891 w 9039068"/>
              <a:gd name="connsiteY97" fmla="*/ 2908092 h 3132944"/>
              <a:gd name="connsiteX98" fmla="*/ 134911 w 9039068"/>
              <a:gd name="connsiteY98" fmla="*/ 2953062 h 3132944"/>
              <a:gd name="connsiteX99" fmla="*/ 104931 w 9039068"/>
              <a:gd name="connsiteY99" fmla="*/ 2983043 h 3132944"/>
              <a:gd name="connsiteX100" fmla="*/ 74950 w 9039068"/>
              <a:gd name="connsiteY100" fmla="*/ 3028013 h 3132944"/>
              <a:gd name="connsiteX101" fmla="*/ 44970 w 9039068"/>
              <a:gd name="connsiteY101" fmla="*/ 3057994 h 3132944"/>
              <a:gd name="connsiteX102" fmla="*/ 0 w 9039068"/>
              <a:gd name="connsiteY102" fmla="*/ 3132944 h 3132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9039068" h="3132944">
                <a:moveTo>
                  <a:pt x="9039068" y="0"/>
                </a:moveTo>
                <a:cubicBezTo>
                  <a:pt x="9014085" y="14990"/>
                  <a:pt x="8990178" y="31941"/>
                  <a:pt x="8964118" y="44971"/>
                </a:cubicBezTo>
                <a:cubicBezTo>
                  <a:pt x="8949985" y="52038"/>
                  <a:pt x="8933280" y="52895"/>
                  <a:pt x="8919147" y="59961"/>
                </a:cubicBezTo>
                <a:cubicBezTo>
                  <a:pt x="8903033" y="68018"/>
                  <a:pt x="8890640" y="82624"/>
                  <a:pt x="8874177" y="89941"/>
                </a:cubicBezTo>
                <a:cubicBezTo>
                  <a:pt x="8845299" y="102776"/>
                  <a:pt x="8814216" y="109928"/>
                  <a:pt x="8784236" y="119922"/>
                </a:cubicBezTo>
                <a:lnTo>
                  <a:pt x="8739265" y="134912"/>
                </a:lnTo>
                <a:lnTo>
                  <a:pt x="8694295" y="149902"/>
                </a:lnTo>
                <a:cubicBezTo>
                  <a:pt x="8635734" y="208461"/>
                  <a:pt x="8697183" y="155952"/>
                  <a:pt x="8619344" y="194872"/>
                </a:cubicBezTo>
                <a:cubicBezTo>
                  <a:pt x="8603230" y="202929"/>
                  <a:pt x="8590487" y="216796"/>
                  <a:pt x="8574373" y="224853"/>
                </a:cubicBezTo>
                <a:cubicBezTo>
                  <a:pt x="8560240" y="231919"/>
                  <a:pt x="8543215" y="232169"/>
                  <a:pt x="8529403" y="239843"/>
                </a:cubicBezTo>
                <a:cubicBezTo>
                  <a:pt x="8497906" y="257341"/>
                  <a:pt x="8471690" y="283689"/>
                  <a:pt x="8439462" y="299803"/>
                </a:cubicBezTo>
                <a:cubicBezTo>
                  <a:pt x="8419475" y="309797"/>
                  <a:pt x="8398903" y="318697"/>
                  <a:pt x="8379501" y="329784"/>
                </a:cubicBezTo>
                <a:cubicBezTo>
                  <a:pt x="8363859" y="338722"/>
                  <a:pt x="8350645" y="351707"/>
                  <a:pt x="8334531" y="359764"/>
                </a:cubicBezTo>
                <a:cubicBezTo>
                  <a:pt x="8320398" y="366830"/>
                  <a:pt x="8304550" y="369757"/>
                  <a:pt x="8289560" y="374754"/>
                </a:cubicBezTo>
                <a:lnTo>
                  <a:pt x="8199619" y="434715"/>
                </a:lnTo>
                <a:cubicBezTo>
                  <a:pt x="8184629" y="444708"/>
                  <a:pt x="8171740" y="458998"/>
                  <a:pt x="8154649" y="464695"/>
                </a:cubicBezTo>
                <a:lnTo>
                  <a:pt x="8109678" y="479685"/>
                </a:lnTo>
                <a:cubicBezTo>
                  <a:pt x="7980810" y="565600"/>
                  <a:pt x="8143852" y="462599"/>
                  <a:pt x="8019737" y="524656"/>
                </a:cubicBezTo>
                <a:cubicBezTo>
                  <a:pt x="7903501" y="582773"/>
                  <a:pt x="8042833" y="531948"/>
                  <a:pt x="7929796" y="569626"/>
                </a:cubicBezTo>
                <a:cubicBezTo>
                  <a:pt x="7914806" y="579620"/>
                  <a:pt x="7898894" y="588353"/>
                  <a:pt x="7884826" y="599607"/>
                </a:cubicBezTo>
                <a:cubicBezTo>
                  <a:pt x="7838354" y="636785"/>
                  <a:pt x="7871387" y="628811"/>
                  <a:pt x="7809875" y="659567"/>
                </a:cubicBezTo>
                <a:cubicBezTo>
                  <a:pt x="7795742" y="666634"/>
                  <a:pt x="7779894" y="669561"/>
                  <a:pt x="7764904" y="674558"/>
                </a:cubicBezTo>
                <a:cubicBezTo>
                  <a:pt x="7749914" y="689548"/>
                  <a:pt x="7736668" y="706513"/>
                  <a:pt x="7719934" y="719528"/>
                </a:cubicBezTo>
                <a:cubicBezTo>
                  <a:pt x="7691492" y="741649"/>
                  <a:pt x="7655472" y="754011"/>
                  <a:pt x="7629993" y="779489"/>
                </a:cubicBezTo>
                <a:cubicBezTo>
                  <a:pt x="7615003" y="794479"/>
                  <a:pt x="7602273" y="812137"/>
                  <a:pt x="7585022" y="824459"/>
                </a:cubicBezTo>
                <a:cubicBezTo>
                  <a:pt x="7566838" y="837447"/>
                  <a:pt x="7544011" y="842597"/>
                  <a:pt x="7525062" y="854440"/>
                </a:cubicBezTo>
                <a:cubicBezTo>
                  <a:pt x="7503876" y="867681"/>
                  <a:pt x="7485431" y="884889"/>
                  <a:pt x="7465101" y="899410"/>
                </a:cubicBezTo>
                <a:cubicBezTo>
                  <a:pt x="7450441" y="909881"/>
                  <a:pt x="7434199" y="918136"/>
                  <a:pt x="7420131" y="929390"/>
                </a:cubicBezTo>
                <a:cubicBezTo>
                  <a:pt x="7373657" y="966570"/>
                  <a:pt x="7406695" y="958594"/>
                  <a:pt x="7345180" y="989351"/>
                </a:cubicBezTo>
                <a:cubicBezTo>
                  <a:pt x="7331047" y="996417"/>
                  <a:pt x="7315199" y="999344"/>
                  <a:pt x="7300209" y="1004341"/>
                </a:cubicBezTo>
                <a:cubicBezTo>
                  <a:pt x="7290216" y="1014335"/>
                  <a:pt x="7281988" y="1026482"/>
                  <a:pt x="7270229" y="1034322"/>
                </a:cubicBezTo>
                <a:cubicBezTo>
                  <a:pt x="7176659" y="1096702"/>
                  <a:pt x="7245239" y="1039322"/>
                  <a:pt x="7165298" y="1079292"/>
                </a:cubicBezTo>
                <a:cubicBezTo>
                  <a:pt x="7139238" y="1092322"/>
                  <a:pt x="7115054" y="1108820"/>
                  <a:pt x="7090347" y="1124262"/>
                </a:cubicBezTo>
                <a:cubicBezTo>
                  <a:pt x="7075070" y="1133810"/>
                  <a:pt x="7058935" y="1142379"/>
                  <a:pt x="7045377" y="1154243"/>
                </a:cubicBezTo>
                <a:cubicBezTo>
                  <a:pt x="7018787" y="1177510"/>
                  <a:pt x="7003945" y="1218021"/>
                  <a:pt x="6970426" y="1229194"/>
                </a:cubicBezTo>
                <a:cubicBezTo>
                  <a:pt x="6930451" y="1242519"/>
                  <a:pt x="6902543" y="1249466"/>
                  <a:pt x="6865495" y="1274164"/>
                </a:cubicBezTo>
                <a:cubicBezTo>
                  <a:pt x="6803204" y="1315691"/>
                  <a:pt x="6872221" y="1297824"/>
                  <a:pt x="6790544" y="1334125"/>
                </a:cubicBezTo>
                <a:cubicBezTo>
                  <a:pt x="6761666" y="1346960"/>
                  <a:pt x="6726898" y="1346576"/>
                  <a:pt x="6700603" y="1364105"/>
                </a:cubicBezTo>
                <a:cubicBezTo>
                  <a:pt x="6685613" y="1374098"/>
                  <a:pt x="6669700" y="1382830"/>
                  <a:pt x="6655632" y="1394085"/>
                </a:cubicBezTo>
                <a:cubicBezTo>
                  <a:pt x="6644596" y="1402914"/>
                  <a:pt x="6637771" y="1416795"/>
                  <a:pt x="6625652" y="1424066"/>
                </a:cubicBezTo>
                <a:cubicBezTo>
                  <a:pt x="6612103" y="1432196"/>
                  <a:pt x="6595672" y="1434059"/>
                  <a:pt x="6580682" y="1439056"/>
                </a:cubicBezTo>
                <a:cubicBezTo>
                  <a:pt x="6522121" y="1497615"/>
                  <a:pt x="6583570" y="1445106"/>
                  <a:pt x="6505731" y="1484026"/>
                </a:cubicBezTo>
                <a:cubicBezTo>
                  <a:pt x="6489617" y="1492083"/>
                  <a:pt x="6476874" y="1505950"/>
                  <a:pt x="6460760" y="1514007"/>
                </a:cubicBezTo>
                <a:cubicBezTo>
                  <a:pt x="6446627" y="1521073"/>
                  <a:pt x="6429923" y="1521931"/>
                  <a:pt x="6415790" y="1528997"/>
                </a:cubicBezTo>
                <a:cubicBezTo>
                  <a:pt x="6399676" y="1537054"/>
                  <a:pt x="6387282" y="1551660"/>
                  <a:pt x="6370819" y="1558977"/>
                </a:cubicBezTo>
                <a:cubicBezTo>
                  <a:pt x="6341941" y="1571812"/>
                  <a:pt x="6310858" y="1578964"/>
                  <a:pt x="6280878" y="1588958"/>
                </a:cubicBezTo>
                <a:cubicBezTo>
                  <a:pt x="6265888" y="1593955"/>
                  <a:pt x="6251237" y="1600116"/>
                  <a:pt x="6235908" y="1603948"/>
                </a:cubicBezTo>
                <a:cubicBezTo>
                  <a:pt x="6215921" y="1608945"/>
                  <a:pt x="6195680" y="1613018"/>
                  <a:pt x="6175947" y="1618938"/>
                </a:cubicBezTo>
                <a:cubicBezTo>
                  <a:pt x="6145678" y="1628019"/>
                  <a:pt x="6115986" y="1638925"/>
                  <a:pt x="6086006" y="1648918"/>
                </a:cubicBezTo>
                <a:cubicBezTo>
                  <a:pt x="6071016" y="1653915"/>
                  <a:pt x="6056365" y="1660076"/>
                  <a:pt x="6041036" y="1663908"/>
                </a:cubicBezTo>
                <a:cubicBezTo>
                  <a:pt x="6021049" y="1668905"/>
                  <a:pt x="6000365" y="1671665"/>
                  <a:pt x="5981075" y="1678899"/>
                </a:cubicBezTo>
                <a:cubicBezTo>
                  <a:pt x="5960152" y="1686745"/>
                  <a:pt x="5940516" y="1697792"/>
                  <a:pt x="5921114" y="1708879"/>
                </a:cubicBezTo>
                <a:cubicBezTo>
                  <a:pt x="5905472" y="1717817"/>
                  <a:pt x="5893235" y="1733162"/>
                  <a:pt x="5876144" y="1738859"/>
                </a:cubicBezTo>
                <a:cubicBezTo>
                  <a:pt x="5847310" y="1748470"/>
                  <a:pt x="5816183" y="1748852"/>
                  <a:pt x="5786203" y="1753849"/>
                </a:cubicBezTo>
                <a:cubicBezTo>
                  <a:pt x="5766216" y="1763843"/>
                  <a:pt x="5747441" y="1776763"/>
                  <a:pt x="5726242" y="1783830"/>
                </a:cubicBezTo>
                <a:cubicBezTo>
                  <a:pt x="5672004" y="1801910"/>
                  <a:pt x="5590826" y="1816909"/>
                  <a:pt x="5531370" y="1828800"/>
                </a:cubicBezTo>
                <a:cubicBezTo>
                  <a:pt x="5431631" y="1878670"/>
                  <a:pt x="5512692" y="1844713"/>
                  <a:pt x="5396459" y="1873771"/>
                </a:cubicBezTo>
                <a:cubicBezTo>
                  <a:pt x="5282168" y="1902344"/>
                  <a:pt x="5431716" y="1875713"/>
                  <a:pt x="5291527" y="1903751"/>
                </a:cubicBezTo>
                <a:cubicBezTo>
                  <a:pt x="5261723" y="1909712"/>
                  <a:pt x="5231390" y="1912780"/>
                  <a:pt x="5201586" y="1918741"/>
                </a:cubicBezTo>
                <a:cubicBezTo>
                  <a:pt x="5181384" y="1922781"/>
                  <a:pt x="5161737" y="1929262"/>
                  <a:pt x="5141626" y="1933731"/>
                </a:cubicBezTo>
                <a:cubicBezTo>
                  <a:pt x="5116754" y="1939258"/>
                  <a:pt x="5091501" y="1942993"/>
                  <a:pt x="5066675" y="1948722"/>
                </a:cubicBezTo>
                <a:cubicBezTo>
                  <a:pt x="5026526" y="1957987"/>
                  <a:pt x="4987252" y="1971109"/>
                  <a:pt x="4946754" y="1978702"/>
                </a:cubicBezTo>
                <a:cubicBezTo>
                  <a:pt x="4907159" y="1986126"/>
                  <a:pt x="4866806" y="1988695"/>
                  <a:pt x="4826832" y="1993692"/>
                </a:cubicBezTo>
                <a:cubicBezTo>
                  <a:pt x="4594936" y="2051665"/>
                  <a:pt x="4814326" y="2001189"/>
                  <a:pt x="4601980" y="2038662"/>
                </a:cubicBezTo>
                <a:cubicBezTo>
                  <a:pt x="4551798" y="2047518"/>
                  <a:pt x="4502859" y="2064411"/>
                  <a:pt x="4452078" y="2068643"/>
                </a:cubicBezTo>
                <a:cubicBezTo>
                  <a:pt x="4392117" y="2073640"/>
                  <a:pt x="4331997" y="2076989"/>
                  <a:pt x="4272196" y="2083633"/>
                </a:cubicBezTo>
                <a:cubicBezTo>
                  <a:pt x="4224007" y="2088987"/>
                  <a:pt x="4169666" y="2100078"/>
                  <a:pt x="4122295" y="2113613"/>
                </a:cubicBezTo>
                <a:cubicBezTo>
                  <a:pt x="4107102" y="2117954"/>
                  <a:pt x="4092987" y="2126515"/>
                  <a:pt x="4077324" y="2128603"/>
                </a:cubicBezTo>
                <a:cubicBezTo>
                  <a:pt x="4017683" y="2136555"/>
                  <a:pt x="3957403" y="2138597"/>
                  <a:pt x="3897442" y="2143594"/>
                </a:cubicBezTo>
                <a:cubicBezTo>
                  <a:pt x="3789620" y="2179535"/>
                  <a:pt x="3924268" y="2135930"/>
                  <a:pt x="3792511" y="2173574"/>
                </a:cubicBezTo>
                <a:cubicBezTo>
                  <a:pt x="3777318" y="2177915"/>
                  <a:pt x="3763158" y="2186161"/>
                  <a:pt x="3747541" y="2188564"/>
                </a:cubicBezTo>
                <a:cubicBezTo>
                  <a:pt x="3697908" y="2196200"/>
                  <a:pt x="3647395" y="2196769"/>
                  <a:pt x="3597639" y="2203554"/>
                </a:cubicBezTo>
                <a:cubicBezTo>
                  <a:pt x="3537409" y="2211767"/>
                  <a:pt x="3478075" y="2225995"/>
                  <a:pt x="3417757" y="2233535"/>
                </a:cubicBezTo>
                <a:lnTo>
                  <a:pt x="3297836" y="2248525"/>
                </a:lnTo>
                <a:cubicBezTo>
                  <a:pt x="3267748" y="2252823"/>
                  <a:pt x="3237565" y="2256922"/>
                  <a:pt x="3207895" y="2263515"/>
                </a:cubicBezTo>
                <a:cubicBezTo>
                  <a:pt x="3192470" y="2266943"/>
                  <a:pt x="3178418" y="2275406"/>
                  <a:pt x="3162924" y="2278505"/>
                </a:cubicBezTo>
                <a:cubicBezTo>
                  <a:pt x="3103317" y="2290426"/>
                  <a:pt x="2983042" y="2308485"/>
                  <a:pt x="2983042" y="2308485"/>
                </a:cubicBezTo>
                <a:cubicBezTo>
                  <a:pt x="2952207" y="2318764"/>
                  <a:pt x="2909488" y="2334282"/>
                  <a:pt x="2878111" y="2338466"/>
                </a:cubicBezTo>
                <a:cubicBezTo>
                  <a:pt x="2823404" y="2345760"/>
                  <a:pt x="2768183" y="2348459"/>
                  <a:pt x="2713219" y="2353456"/>
                </a:cubicBezTo>
                <a:cubicBezTo>
                  <a:pt x="2541046" y="2410847"/>
                  <a:pt x="2841070" y="2314654"/>
                  <a:pt x="2338465" y="2398426"/>
                </a:cubicBezTo>
                <a:cubicBezTo>
                  <a:pt x="2308485" y="2403423"/>
                  <a:pt x="2278745" y="2410179"/>
                  <a:pt x="2248524" y="2413417"/>
                </a:cubicBezTo>
                <a:cubicBezTo>
                  <a:pt x="2138771" y="2425176"/>
                  <a:pt x="2027620" y="2425251"/>
                  <a:pt x="1918741" y="2443397"/>
                </a:cubicBezTo>
                <a:cubicBezTo>
                  <a:pt x="1888761" y="2448394"/>
                  <a:pt x="1858604" y="2452426"/>
                  <a:pt x="1828800" y="2458387"/>
                </a:cubicBezTo>
                <a:cubicBezTo>
                  <a:pt x="1808598" y="2462427"/>
                  <a:pt x="1789364" y="2471592"/>
                  <a:pt x="1768839" y="2473377"/>
                </a:cubicBezTo>
                <a:cubicBezTo>
                  <a:pt x="1674127" y="2481613"/>
                  <a:pt x="1578964" y="2483370"/>
                  <a:pt x="1484026" y="2488367"/>
                </a:cubicBezTo>
                <a:cubicBezTo>
                  <a:pt x="1175758" y="2539748"/>
                  <a:pt x="1557787" y="2473616"/>
                  <a:pt x="1334124" y="2518348"/>
                </a:cubicBezTo>
                <a:cubicBezTo>
                  <a:pt x="1279344" y="2529304"/>
                  <a:pt x="1224337" y="2539144"/>
                  <a:pt x="1169232" y="2548328"/>
                </a:cubicBezTo>
                <a:cubicBezTo>
                  <a:pt x="1083676" y="2562587"/>
                  <a:pt x="1017243" y="2568547"/>
                  <a:pt x="929390" y="2578308"/>
                </a:cubicBezTo>
                <a:cubicBezTo>
                  <a:pt x="909403" y="2583305"/>
                  <a:pt x="889238" y="2587639"/>
                  <a:pt x="869429" y="2593299"/>
                </a:cubicBezTo>
                <a:cubicBezTo>
                  <a:pt x="854236" y="2597640"/>
                  <a:pt x="839953" y="2605190"/>
                  <a:pt x="824459" y="2608289"/>
                </a:cubicBezTo>
                <a:cubicBezTo>
                  <a:pt x="698934" y="2633394"/>
                  <a:pt x="730252" y="2609709"/>
                  <a:pt x="599606" y="2653259"/>
                </a:cubicBezTo>
                <a:lnTo>
                  <a:pt x="464695" y="2698230"/>
                </a:lnTo>
                <a:lnTo>
                  <a:pt x="419724" y="2713220"/>
                </a:lnTo>
                <a:lnTo>
                  <a:pt x="374754" y="2728210"/>
                </a:lnTo>
                <a:cubicBezTo>
                  <a:pt x="303620" y="2799344"/>
                  <a:pt x="341608" y="2779233"/>
                  <a:pt x="269822" y="2803161"/>
                </a:cubicBezTo>
                <a:cubicBezTo>
                  <a:pt x="254832" y="2813154"/>
                  <a:pt x="237591" y="2820402"/>
                  <a:pt x="224852" y="2833141"/>
                </a:cubicBezTo>
                <a:cubicBezTo>
                  <a:pt x="212113" y="2845880"/>
                  <a:pt x="206127" y="2864044"/>
                  <a:pt x="194872" y="2878112"/>
                </a:cubicBezTo>
                <a:cubicBezTo>
                  <a:pt x="186043" y="2889148"/>
                  <a:pt x="173720" y="2897056"/>
                  <a:pt x="164891" y="2908092"/>
                </a:cubicBezTo>
                <a:cubicBezTo>
                  <a:pt x="153637" y="2922160"/>
                  <a:pt x="146165" y="2938994"/>
                  <a:pt x="134911" y="2953062"/>
                </a:cubicBezTo>
                <a:cubicBezTo>
                  <a:pt x="126082" y="2964098"/>
                  <a:pt x="113760" y="2972007"/>
                  <a:pt x="104931" y="2983043"/>
                </a:cubicBezTo>
                <a:cubicBezTo>
                  <a:pt x="93677" y="2997111"/>
                  <a:pt x="86204" y="3013945"/>
                  <a:pt x="74950" y="3028013"/>
                </a:cubicBezTo>
                <a:cubicBezTo>
                  <a:pt x="66121" y="3039049"/>
                  <a:pt x="53799" y="3046958"/>
                  <a:pt x="44970" y="3057994"/>
                </a:cubicBezTo>
                <a:cubicBezTo>
                  <a:pt x="20851" y="3088143"/>
                  <a:pt x="15568" y="3101807"/>
                  <a:pt x="0" y="3132944"/>
                </a:cubicBezTo>
              </a:path>
            </a:pathLst>
          </a:custGeom>
          <a:noFill/>
          <a:ln cmpd="tri">
            <a:solidFill>
              <a:srgbClr val="A1A1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336" y="215299"/>
            <a:ext cx="2088231" cy="1305144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9892146" y="525216"/>
            <a:ext cx="17986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smtClean="0">
                <a:solidFill>
                  <a:schemeClr val="accent2">
                    <a:lumMod val="75000"/>
                  </a:schemeClr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Part2</a:t>
            </a:r>
            <a:endParaRPr lang="zh-CN" altLang="en-US" sz="6000" dirty="0">
              <a:solidFill>
                <a:schemeClr val="accent2">
                  <a:lumMod val="75000"/>
                </a:schemeClr>
              </a:solid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sp>
        <p:nvSpPr>
          <p:cNvPr id="32" name="流程图: 可选过程 31"/>
          <p:cNvSpPr/>
          <p:nvPr/>
        </p:nvSpPr>
        <p:spPr>
          <a:xfrm rot="21141386">
            <a:off x="2188586" y="1903132"/>
            <a:ext cx="6889388" cy="3322258"/>
          </a:xfrm>
          <a:prstGeom prst="flowChartAlternateProcess">
            <a:avLst/>
          </a:prstGeom>
          <a:solidFill>
            <a:srgbClr val="A2DAF5"/>
          </a:solidFill>
          <a:ln>
            <a:solidFill>
              <a:srgbClr val="A2DA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 rot="21130504">
            <a:off x="2455081" y="2101963"/>
            <a:ext cx="6361616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3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喵呜体" panose="02010600010101010101" pitchFamily="2" charset="-122"/>
                <a:ea typeface="方正喵呜体" panose="02010600010101010101" pitchFamily="2" charset="-122"/>
              </a:rPr>
              <a:t>在遇见下一个喜欢你的人之前，最好的办法是保持一段理智的</a:t>
            </a:r>
            <a:r>
              <a:rPr lang="zh-CN" altLang="en-US" sz="32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喵呜体" panose="02010600010101010101" pitchFamily="2" charset="-122"/>
                <a:ea typeface="方正喵呜体" panose="02010600010101010101" pitchFamily="2" charset="-122"/>
              </a:rPr>
              <a:t>单身</a:t>
            </a:r>
            <a:endParaRPr lang="en-US" altLang="zh-CN" sz="32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喵呜体" panose="02010600010101010101" pitchFamily="2" charset="-122"/>
              <a:ea typeface="方正喵呜体" panose="02010600010101010101" pitchFamily="2" charset="-122"/>
            </a:endParaRPr>
          </a:p>
          <a:p>
            <a:pPr lvl="0" indent="457200"/>
            <a:r>
              <a:rPr lang="zh-CN" altLang="en-US" sz="2400" dirty="0" smtClean="0">
                <a:solidFill>
                  <a:prstClr val="white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你</a:t>
            </a:r>
            <a:r>
              <a:rPr lang="zh-CN" altLang="en-US" sz="2400" dirty="0">
                <a:solidFill>
                  <a:prstClr val="white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最终一定会遇到那个让你觉得遇见他，就是一件被祝福的事的人。因为你等待着的那个人，他同样也在经历着很多让人难过的事情并变得更好，等待着能在最好的状态和最好的时间里遇到最好的你。</a:t>
            </a:r>
            <a:endParaRPr lang="zh-CN" altLang="en-US" sz="2000" dirty="0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16416">
            <a:off x="8898487" y="4660209"/>
            <a:ext cx="3489056" cy="2572224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8897" y="-631628"/>
            <a:ext cx="46609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48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 36"/>
          <p:cNvSpPr/>
          <p:nvPr/>
        </p:nvSpPr>
        <p:spPr>
          <a:xfrm>
            <a:off x="1603948" y="1663908"/>
            <a:ext cx="9039068" cy="3132944"/>
          </a:xfrm>
          <a:custGeom>
            <a:avLst/>
            <a:gdLst>
              <a:gd name="connsiteX0" fmla="*/ 9039068 w 9039068"/>
              <a:gd name="connsiteY0" fmla="*/ 0 h 3132944"/>
              <a:gd name="connsiteX1" fmla="*/ 8964118 w 9039068"/>
              <a:gd name="connsiteY1" fmla="*/ 44971 h 3132944"/>
              <a:gd name="connsiteX2" fmla="*/ 8919147 w 9039068"/>
              <a:gd name="connsiteY2" fmla="*/ 59961 h 3132944"/>
              <a:gd name="connsiteX3" fmla="*/ 8874177 w 9039068"/>
              <a:gd name="connsiteY3" fmla="*/ 89941 h 3132944"/>
              <a:gd name="connsiteX4" fmla="*/ 8784236 w 9039068"/>
              <a:gd name="connsiteY4" fmla="*/ 119922 h 3132944"/>
              <a:gd name="connsiteX5" fmla="*/ 8739265 w 9039068"/>
              <a:gd name="connsiteY5" fmla="*/ 134912 h 3132944"/>
              <a:gd name="connsiteX6" fmla="*/ 8694295 w 9039068"/>
              <a:gd name="connsiteY6" fmla="*/ 149902 h 3132944"/>
              <a:gd name="connsiteX7" fmla="*/ 8619344 w 9039068"/>
              <a:gd name="connsiteY7" fmla="*/ 194872 h 3132944"/>
              <a:gd name="connsiteX8" fmla="*/ 8574373 w 9039068"/>
              <a:gd name="connsiteY8" fmla="*/ 224853 h 3132944"/>
              <a:gd name="connsiteX9" fmla="*/ 8529403 w 9039068"/>
              <a:gd name="connsiteY9" fmla="*/ 239843 h 3132944"/>
              <a:gd name="connsiteX10" fmla="*/ 8439462 w 9039068"/>
              <a:gd name="connsiteY10" fmla="*/ 299803 h 3132944"/>
              <a:gd name="connsiteX11" fmla="*/ 8379501 w 9039068"/>
              <a:gd name="connsiteY11" fmla="*/ 329784 h 3132944"/>
              <a:gd name="connsiteX12" fmla="*/ 8334531 w 9039068"/>
              <a:gd name="connsiteY12" fmla="*/ 359764 h 3132944"/>
              <a:gd name="connsiteX13" fmla="*/ 8289560 w 9039068"/>
              <a:gd name="connsiteY13" fmla="*/ 374754 h 3132944"/>
              <a:gd name="connsiteX14" fmla="*/ 8199619 w 9039068"/>
              <a:gd name="connsiteY14" fmla="*/ 434715 h 3132944"/>
              <a:gd name="connsiteX15" fmla="*/ 8154649 w 9039068"/>
              <a:gd name="connsiteY15" fmla="*/ 464695 h 3132944"/>
              <a:gd name="connsiteX16" fmla="*/ 8109678 w 9039068"/>
              <a:gd name="connsiteY16" fmla="*/ 479685 h 3132944"/>
              <a:gd name="connsiteX17" fmla="*/ 8019737 w 9039068"/>
              <a:gd name="connsiteY17" fmla="*/ 524656 h 3132944"/>
              <a:gd name="connsiteX18" fmla="*/ 7929796 w 9039068"/>
              <a:gd name="connsiteY18" fmla="*/ 569626 h 3132944"/>
              <a:gd name="connsiteX19" fmla="*/ 7884826 w 9039068"/>
              <a:gd name="connsiteY19" fmla="*/ 599607 h 3132944"/>
              <a:gd name="connsiteX20" fmla="*/ 7809875 w 9039068"/>
              <a:gd name="connsiteY20" fmla="*/ 659567 h 3132944"/>
              <a:gd name="connsiteX21" fmla="*/ 7764904 w 9039068"/>
              <a:gd name="connsiteY21" fmla="*/ 674558 h 3132944"/>
              <a:gd name="connsiteX22" fmla="*/ 7719934 w 9039068"/>
              <a:gd name="connsiteY22" fmla="*/ 719528 h 3132944"/>
              <a:gd name="connsiteX23" fmla="*/ 7629993 w 9039068"/>
              <a:gd name="connsiteY23" fmla="*/ 779489 h 3132944"/>
              <a:gd name="connsiteX24" fmla="*/ 7585022 w 9039068"/>
              <a:gd name="connsiteY24" fmla="*/ 824459 h 3132944"/>
              <a:gd name="connsiteX25" fmla="*/ 7525062 w 9039068"/>
              <a:gd name="connsiteY25" fmla="*/ 854440 h 3132944"/>
              <a:gd name="connsiteX26" fmla="*/ 7465101 w 9039068"/>
              <a:gd name="connsiteY26" fmla="*/ 899410 h 3132944"/>
              <a:gd name="connsiteX27" fmla="*/ 7420131 w 9039068"/>
              <a:gd name="connsiteY27" fmla="*/ 929390 h 3132944"/>
              <a:gd name="connsiteX28" fmla="*/ 7345180 w 9039068"/>
              <a:gd name="connsiteY28" fmla="*/ 989351 h 3132944"/>
              <a:gd name="connsiteX29" fmla="*/ 7300209 w 9039068"/>
              <a:gd name="connsiteY29" fmla="*/ 1004341 h 3132944"/>
              <a:gd name="connsiteX30" fmla="*/ 7270229 w 9039068"/>
              <a:gd name="connsiteY30" fmla="*/ 1034322 h 3132944"/>
              <a:gd name="connsiteX31" fmla="*/ 7165298 w 9039068"/>
              <a:gd name="connsiteY31" fmla="*/ 1079292 h 3132944"/>
              <a:gd name="connsiteX32" fmla="*/ 7090347 w 9039068"/>
              <a:gd name="connsiteY32" fmla="*/ 1124262 h 3132944"/>
              <a:gd name="connsiteX33" fmla="*/ 7045377 w 9039068"/>
              <a:gd name="connsiteY33" fmla="*/ 1154243 h 3132944"/>
              <a:gd name="connsiteX34" fmla="*/ 6970426 w 9039068"/>
              <a:gd name="connsiteY34" fmla="*/ 1229194 h 3132944"/>
              <a:gd name="connsiteX35" fmla="*/ 6865495 w 9039068"/>
              <a:gd name="connsiteY35" fmla="*/ 1274164 h 3132944"/>
              <a:gd name="connsiteX36" fmla="*/ 6790544 w 9039068"/>
              <a:gd name="connsiteY36" fmla="*/ 1334125 h 3132944"/>
              <a:gd name="connsiteX37" fmla="*/ 6700603 w 9039068"/>
              <a:gd name="connsiteY37" fmla="*/ 1364105 h 3132944"/>
              <a:gd name="connsiteX38" fmla="*/ 6655632 w 9039068"/>
              <a:gd name="connsiteY38" fmla="*/ 1394085 h 3132944"/>
              <a:gd name="connsiteX39" fmla="*/ 6625652 w 9039068"/>
              <a:gd name="connsiteY39" fmla="*/ 1424066 h 3132944"/>
              <a:gd name="connsiteX40" fmla="*/ 6580682 w 9039068"/>
              <a:gd name="connsiteY40" fmla="*/ 1439056 h 3132944"/>
              <a:gd name="connsiteX41" fmla="*/ 6505731 w 9039068"/>
              <a:gd name="connsiteY41" fmla="*/ 1484026 h 3132944"/>
              <a:gd name="connsiteX42" fmla="*/ 6460760 w 9039068"/>
              <a:gd name="connsiteY42" fmla="*/ 1514007 h 3132944"/>
              <a:gd name="connsiteX43" fmla="*/ 6415790 w 9039068"/>
              <a:gd name="connsiteY43" fmla="*/ 1528997 h 3132944"/>
              <a:gd name="connsiteX44" fmla="*/ 6370819 w 9039068"/>
              <a:gd name="connsiteY44" fmla="*/ 1558977 h 3132944"/>
              <a:gd name="connsiteX45" fmla="*/ 6280878 w 9039068"/>
              <a:gd name="connsiteY45" fmla="*/ 1588958 h 3132944"/>
              <a:gd name="connsiteX46" fmla="*/ 6235908 w 9039068"/>
              <a:gd name="connsiteY46" fmla="*/ 1603948 h 3132944"/>
              <a:gd name="connsiteX47" fmla="*/ 6175947 w 9039068"/>
              <a:gd name="connsiteY47" fmla="*/ 1618938 h 3132944"/>
              <a:gd name="connsiteX48" fmla="*/ 6086006 w 9039068"/>
              <a:gd name="connsiteY48" fmla="*/ 1648918 h 3132944"/>
              <a:gd name="connsiteX49" fmla="*/ 6041036 w 9039068"/>
              <a:gd name="connsiteY49" fmla="*/ 1663908 h 3132944"/>
              <a:gd name="connsiteX50" fmla="*/ 5981075 w 9039068"/>
              <a:gd name="connsiteY50" fmla="*/ 1678899 h 3132944"/>
              <a:gd name="connsiteX51" fmla="*/ 5921114 w 9039068"/>
              <a:gd name="connsiteY51" fmla="*/ 1708879 h 3132944"/>
              <a:gd name="connsiteX52" fmla="*/ 5876144 w 9039068"/>
              <a:gd name="connsiteY52" fmla="*/ 1738859 h 3132944"/>
              <a:gd name="connsiteX53" fmla="*/ 5786203 w 9039068"/>
              <a:gd name="connsiteY53" fmla="*/ 1753849 h 3132944"/>
              <a:gd name="connsiteX54" fmla="*/ 5726242 w 9039068"/>
              <a:gd name="connsiteY54" fmla="*/ 1783830 h 3132944"/>
              <a:gd name="connsiteX55" fmla="*/ 5531370 w 9039068"/>
              <a:gd name="connsiteY55" fmla="*/ 1828800 h 3132944"/>
              <a:gd name="connsiteX56" fmla="*/ 5396459 w 9039068"/>
              <a:gd name="connsiteY56" fmla="*/ 1873771 h 3132944"/>
              <a:gd name="connsiteX57" fmla="*/ 5291527 w 9039068"/>
              <a:gd name="connsiteY57" fmla="*/ 1903751 h 3132944"/>
              <a:gd name="connsiteX58" fmla="*/ 5201586 w 9039068"/>
              <a:gd name="connsiteY58" fmla="*/ 1918741 h 3132944"/>
              <a:gd name="connsiteX59" fmla="*/ 5141626 w 9039068"/>
              <a:gd name="connsiteY59" fmla="*/ 1933731 h 3132944"/>
              <a:gd name="connsiteX60" fmla="*/ 5066675 w 9039068"/>
              <a:gd name="connsiteY60" fmla="*/ 1948722 h 3132944"/>
              <a:gd name="connsiteX61" fmla="*/ 4946754 w 9039068"/>
              <a:gd name="connsiteY61" fmla="*/ 1978702 h 3132944"/>
              <a:gd name="connsiteX62" fmla="*/ 4826832 w 9039068"/>
              <a:gd name="connsiteY62" fmla="*/ 1993692 h 3132944"/>
              <a:gd name="connsiteX63" fmla="*/ 4601980 w 9039068"/>
              <a:gd name="connsiteY63" fmla="*/ 2038662 h 3132944"/>
              <a:gd name="connsiteX64" fmla="*/ 4452078 w 9039068"/>
              <a:gd name="connsiteY64" fmla="*/ 2068643 h 3132944"/>
              <a:gd name="connsiteX65" fmla="*/ 4272196 w 9039068"/>
              <a:gd name="connsiteY65" fmla="*/ 2083633 h 3132944"/>
              <a:gd name="connsiteX66" fmla="*/ 4122295 w 9039068"/>
              <a:gd name="connsiteY66" fmla="*/ 2113613 h 3132944"/>
              <a:gd name="connsiteX67" fmla="*/ 4077324 w 9039068"/>
              <a:gd name="connsiteY67" fmla="*/ 2128603 h 3132944"/>
              <a:gd name="connsiteX68" fmla="*/ 3897442 w 9039068"/>
              <a:gd name="connsiteY68" fmla="*/ 2143594 h 3132944"/>
              <a:gd name="connsiteX69" fmla="*/ 3792511 w 9039068"/>
              <a:gd name="connsiteY69" fmla="*/ 2173574 h 3132944"/>
              <a:gd name="connsiteX70" fmla="*/ 3747541 w 9039068"/>
              <a:gd name="connsiteY70" fmla="*/ 2188564 h 3132944"/>
              <a:gd name="connsiteX71" fmla="*/ 3597639 w 9039068"/>
              <a:gd name="connsiteY71" fmla="*/ 2203554 h 3132944"/>
              <a:gd name="connsiteX72" fmla="*/ 3417757 w 9039068"/>
              <a:gd name="connsiteY72" fmla="*/ 2233535 h 3132944"/>
              <a:gd name="connsiteX73" fmla="*/ 3297836 w 9039068"/>
              <a:gd name="connsiteY73" fmla="*/ 2248525 h 3132944"/>
              <a:gd name="connsiteX74" fmla="*/ 3207895 w 9039068"/>
              <a:gd name="connsiteY74" fmla="*/ 2263515 h 3132944"/>
              <a:gd name="connsiteX75" fmla="*/ 3162924 w 9039068"/>
              <a:gd name="connsiteY75" fmla="*/ 2278505 h 3132944"/>
              <a:gd name="connsiteX76" fmla="*/ 2983042 w 9039068"/>
              <a:gd name="connsiteY76" fmla="*/ 2308485 h 3132944"/>
              <a:gd name="connsiteX77" fmla="*/ 2878111 w 9039068"/>
              <a:gd name="connsiteY77" fmla="*/ 2338466 h 3132944"/>
              <a:gd name="connsiteX78" fmla="*/ 2713219 w 9039068"/>
              <a:gd name="connsiteY78" fmla="*/ 2353456 h 3132944"/>
              <a:gd name="connsiteX79" fmla="*/ 2338465 w 9039068"/>
              <a:gd name="connsiteY79" fmla="*/ 2398426 h 3132944"/>
              <a:gd name="connsiteX80" fmla="*/ 2248524 w 9039068"/>
              <a:gd name="connsiteY80" fmla="*/ 2413417 h 3132944"/>
              <a:gd name="connsiteX81" fmla="*/ 1918741 w 9039068"/>
              <a:gd name="connsiteY81" fmla="*/ 2443397 h 3132944"/>
              <a:gd name="connsiteX82" fmla="*/ 1828800 w 9039068"/>
              <a:gd name="connsiteY82" fmla="*/ 2458387 h 3132944"/>
              <a:gd name="connsiteX83" fmla="*/ 1768839 w 9039068"/>
              <a:gd name="connsiteY83" fmla="*/ 2473377 h 3132944"/>
              <a:gd name="connsiteX84" fmla="*/ 1484026 w 9039068"/>
              <a:gd name="connsiteY84" fmla="*/ 2488367 h 3132944"/>
              <a:gd name="connsiteX85" fmla="*/ 1334124 w 9039068"/>
              <a:gd name="connsiteY85" fmla="*/ 2518348 h 3132944"/>
              <a:gd name="connsiteX86" fmla="*/ 1169232 w 9039068"/>
              <a:gd name="connsiteY86" fmla="*/ 2548328 h 3132944"/>
              <a:gd name="connsiteX87" fmla="*/ 929390 w 9039068"/>
              <a:gd name="connsiteY87" fmla="*/ 2578308 h 3132944"/>
              <a:gd name="connsiteX88" fmla="*/ 869429 w 9039068"/>
              <a:gd name="connsiteY88" fmla="*/ 2593299 h 3132944"/>
              <a:gd name="connsiteX89" fmla="*/ 824459 w 9039068"/>
              <a:gd name="connsiteY89" fmla="*/ 2608289 h 3132944"/>
              <a:gd name="connsiteX90" fmla="*/ 599606 w 9039068"/>
              <a:gd name="connsiteY90" fmla="*/ 2653259 h 3132944"/>
              <a:gd name="connsiteX91" fmla="*/ 464695 w 9039068"/>
              <a:gd name="connsiteY91" fmla="*/ 2698230 h 3132944"/>
              <a:gd name="connsiteX92" fmla="*/ 419724 w 9039068"/>
              <a:gd name="connsiteY92" fmla="*/ 2713220 h 3132944"/>
              <a:gd name="connsiteX93" fmla="*/ 374754 w 9039068"/>
              <a:gd name="connsiteY93" fmla="*/ 2728210 h 3132944"/>
              <a:gd name="connsiteX94" fmla="*/ 269822 w 9039068"/>
              <a:gd name="connsiteY94" fmla="*/ 2803161 h 3132944"/>
              <a:gd name="connsiteX95" fmla="*/ 224852 w 9039068"/>
              <a:gd name="connsiteY95" fmla="*/ 2833141 h 3132944"/>
              <a:gd name="connsiteX96" fmla="*/ 194872 w 9039068"/>
              <a:gd name="connsiteY96" fmla="*/ 2878112 h 3132944"/>
              <a:gd name="connsiteX97" fmla="*/ 164891 w 9039068"/>
              <a:gd name="connsiteY97" fmla="*/ 2908092 h 3132944"/>
              <a:gd name="connsiteX98" fmla="*/ 134911 w 9039068"/>
              <a:gd name="connsiteY98" fmla="*/ 2953062 h 3132944"/>
              <a:gd name="connsiteX99" fmla="*/ 104931 w 9039068"/>
              <a:gd name="connsiteY99" fmla="*/ 2983043 h 3132944"/>
              <a:gd name="connsiteX100" fmla="*/ 74950 w 9039068"/>
              <a:gd name="connsiteY100" fmla="*/ 3028013 h 3132944"/>
              <a:gd name="connsiteX101" fmla="*/ 44970 w 9039068"/>
              <a:gd name="connsiteY101" fmla="*/ 3057994 h 3132944"/>
              <a:gd name="connsiteX102" fmla="*/ 0 w 9039068"/>
              <a:gd name="connsiteY102" fmla="*/ 3132944 h 3132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9039068" h="3132944">
                <a:moveTo>
                  <a:pt x="9039068" y="0"/>
                </a:moveTo>
                <a:cubicBezTo>
                  <a:pt x="9014085" y="14990"/>
                  <a:pt x="8990178" y="31941"/>
                  <a:pt x="8964118" y="44971"/>
                </a:cubicBezTo>
                <a:cubicBezTo>
                  <a:pt x="8949985" y="52038"/>
                  <a:pt x="8933280" y="52895"/>
                  <a:pt x="8919147" y="59961"/>
                </a:cubicBezTo>
                <a:cubicBezTo>
                  <a:pt x="8903033" y="68018"/>
                  <a:pt x="8890640" y="82624"/>
                  <a:pt x="8874177" y="89941"/>
                </a:cubicBezTo>
                <a:cubicBezTo>
                  <a:pt x="8845299" y="102776"/>
                  <a:pt x="8814216" y="109928"/>
                  <a:pt x="8784236" y="119922"/>
                </a:cubicBezTo>
                <a:lnTo>
                  <a:pt x="8739265" y="134912"/>
                </a:lnTo>
                <a:lnTo>
                  <a:pt x="8694295" y="149902"/>
                </a:lnTo>
                <a:cubicBezTo>
                  <a:pt x="8635734" y="208461"/>
                  <a:pt x="8697183" y="155952"/>
                  <a:pt x="8619344" y="194872"/>
                </a:cubicBezTo>
                <a:cubicBezTo>
                  <a:pt x="8603230" y="202929"/>
                  <a:pt x="8590487" y="216796"/>
                  <a:pt x="8574373" y="224853"/>
                </a:cubicBezTo>
                <a:cubicBezTo>
                  <a:pt x="8560240" y="231919"/>
                  <a:pt x="8543215" y="232169"/>
                  <a:pt x="8529403" y="239843"/>
                </a:cubicBezTo>
                <a:cubicBezTo>
                  <a:pt x="8497906" y="257341"/>
                  <a:pt x="8471690" y="283689"/>
                  <a:pt x="8439462" y="299803"/>
                </a:cubicBezTo>
                <a:cubicBezTo>
                  <a:pt x="8419475" y="309797"/>
                  <a:pt x="8398903" y="318697"/>
                  <a:pt x="8379501" y="329784"/>
                </a:cubicBezTo>
                <a:cubicBezTo>
                  <a:pt x="8363859" y="338722"/>
                  <a:pt x="8350645" y="351707"/>
                  <a:pt x="8334531" y="359764"/>
                </a:cubicBezTo>
                <a:cubicBezTo>
                  <a:pt x="8320398" y="366830"/>
                  <a:pt x="8304550" y="369757"/>
                  <a:pt x="8289560" y="374754"/>
                </a:cubicBezTo>
                <a:lnTo>
                  <a:pt x="8199619" y="434715"/>
                </a:lnTo>
                <a:cubicBezTo>
                  <a:pt x="8184629" y="444708"/>
                  <a:pt x="8171740" y="458998"/>
                  <a:pt x="8154649" y="464695"/>
                </a:cubicBezTo>
                <a:lnTo>
                  <a:pt x="8109678" y="479685"/>
                </a:lnTo>
                <a:cubicBezTo>
                  <a:pt x="7980810" y="565600"/>
                  <a:pt x="8143852" y="462599"/>
                  <a:pt x="8019737" y="524656"/>
                </a:cubicBezTo>
                <a:cubicBezTo>
                  <a:pt x="7903501" y="582773"/>
                  <a:pt x="8042833" y="531948"/>
                  <a:pt x="7929796" y="569626"/>
                </a:cubicBezTo>
                <a:cubicBezTo>
                  <a:pt x="7914806" y="579620"/>
                  <a:pt x="7898894" y="588353"/>
                  <a:pt x="7884826" y="599607"/>
                </a:cubicBezTo>
                <a:cubicBezTo>
                  <a:pt x="7838354" y="636785"/>
                  <a:pt x="7871387" y="628811"/>
                  <a:pt x="7809875" y="659567"/>
                </a:cubicBezTo>
                <a:cubicBezTo>
                  <a:pt x="7795742" y="666634"/>
                  <a:pt x="7779894" y="669561"/>
                  <a:pt x="7764904" y="674558"/>
                </a:cubicBezTo>
                <a:cubicBezTo>
                  <a:pt x="7749914" y="689548"/>
                  <a:pt x="7736668" y="706513"/>
                  <a:pt x="7719934" y="719528"/>
                </a:cubicBezTo>
                <a:cubicBezTo>
                  <a:pt x="7691492" y="741649"/>
                  <a:pt x="7655472" y="754011"/>
                  <a:pt x="7629993" y="779489"/>
                </a:cubicBezTo>
                <a:cubicBezTo>
                  <a:pt x="7615003" y="794479"/>
                  <a:pt x="7602273" y="812137"/>
                  <a:pt x="7585022" y="824459"/>
                </a:cubicBezTo>
                <a:cubicBezTo>
                  <a:pt x="7566838" y="837447"/>
                  <a:pt x="7544011" y="842597"/>
                  <a:pt x="7525062" y="854440"/>
                </a:cubicBezTo>
                <a:cubicBezTo>
                  <a:pt x="7503876" y="867681"/>
                  <a:pt x="7485431" y="884889"/>
                  <a:pt x="7465101" y="899410"/>
                </a:cubicBezTo>
                <a:cubicBezTo>
                  <a:pt x="7450441" y="909881"/>
                  <a:pt x="7434199" y="918136"/>
                  <a:pt x="7420131" y="929390"/>
                </a:cubicBezTo>
                <a:cubicBezTo>
                  <a:pt x="7373657" y="966570"/>
                  <a:pt x="7406695" y="958594"/>
                  <a:pt x="7345180" y="989351"/>
                </a:cubicBezTo>
                <a:cubicBezTo>
                  <a:pt x="7331047" y="996417"/>
                  <a:pt x="7315199" y="999344"/>
                  <a:pt x="7300209" y="1004341"/>
                </a:cubicBezTo>
                <a:cubicBezTo>
                  <a:pt x="7290216" y="1014335"/>
                  <a:pt x="7281988" y="1026482"/>
                  <a:pt x="7270229" y="1034322"/>
                </a:cubicBezTo>
                <a:cubicBezTo>
                  <a:pt x="7176659" y="1096702"/>
                  <a:pt x="7245239" y="1039322"/>
                  <a:pt x="7165298" y="1079292"/>
                </a:cubicBezTo>
                <a:cubicBezTo>
                  <a:pt x="7139238" y="1092322"/>
                  <a:pt x="7115054" y="1108820"/>
                  <a:pt x="7090347" y="1124262"/>
                </a:cubicBezTo>
                <a:cubicBezTo>
                  <a:pt x="7075070" y="1133810"/>
                  <a:pt x="7058935" y="1142379"/>
                  <a:pt x="7045377" y="1154243"/>
                </a:cubicBezTo>
                <a:cubicBezTo>
                  <a:pt x="7018787" y="1177510"/>
                  <a:pt x="7003945" y="1218021"/>
                  <a:pt x="6970426" y="1229194"/>
                </a:cubicBezTo>
                <a:cubicBezTo>
                  <a:pt x="6930451" y="1242519"/>
                  <a:pt x="6902543" y="1249466"/>
                  <a:pt x="6865495" y="1274164"/>
                </a:cubicBezTo>
                <a:cubicBezTo>
                  <a:pt x="6803204" y="1315691"/>
                  <a:pt x="6872221" y="1297824"/>
                  <a:pt x="6790544" y="1334125"/>
                </a:cubicBezTo>
                <a:cubicBezTo>
                  <a:pt x="6761666" y="1346960"/>
                  <a:pt x="6726898" y="1346576"/>
                  <a:pt x="6700603" y="1364105"/>
                </a:cubicBezTo>
                <a:cubicBezTo>
                  <a:pt x="6685613" y="1374098"/>
                  <a:pt x="6669700" y="1382830"/>
                  <a:pt x="6655632" y="1394085"/>
                </a:cubicBezTo>
                <a:cubicBezTo>
                  <a:pt x="6644596" y="1402914"/>
                  <a:pt x="6637771" y="1416795"/>
                  <a:pt x="6625652" y="1424066"/>
                </a:cubicBezTo>
                <a:cubicBezTo>
                  <a:pt x="6612103" y="1432196"/>
                  <a:pt x="6595672" y="1434059"/>
                  <a:pt x="6580682" y="1439056"/>
                </a:cubicBezTo>
                <a:cubicBezTo>
                  <a:pt x="6522121" y="1497615"/>
                  <a:pt x="6583570" y="1445106"/>
                  <a:pt x="6505731" y="1484026"/>
                </a:cubicBezTo>
                <a:cubicBezTo>
                  <a:pt x="6489617" y="1492083"/>
                  <a:pt x="6476874" y="1505950"/>
                  <a:pt x="6460760" y="1514007"/>
                </a:cubicBezTo>
                <a:cubicBezTo>
                  <a:pt x="6446627" y="1521073"/>
                  <a:pt x="6429923" y="1521931"/>
                  <a:pt x="6415790" y="1528997"/>
                </a:cubicBezTo>
                <a:cubicBezTo>
                  <a:pt x="6399676" y="1537054"/>
                  <a:pt x="6387282" y="1551660"/>
                  <a:pt x="6370819" y="1558977"/>
                </a:cubicBezTo>
                <a:cubicBezTo>
                  <a:pt x="6341941" y="1571812"/>
                  <a:pt x="6310858" y="1578964"/>
                  <a:pt x="6280878" y="1588958"/>
                </a:cubicBezTo>
                <a:cubicBezTo>
                  <a:pt x="6265888" y="1593955"/>
                  <a:pt x="6251237" y="1600116"/>
                  <a:pt x="6235908" y="1603948"/>
                </a:cubicBezTo>
                <a:cubicBezTo>
                  <a:pt x="6215921" y="1608945"/>
                  <a:pt x="6195680" y="1613018"/>
                  <a:pt x="6175947" y="1618938"/>
                </a:cubicBezTo>
                <a:cubicBezTo>
                  <a:pt x="6145678" y="1628019"/>
                  <a:pt x="6115986" y="1638925"/>
                  <a:pt x="6086006" y="1648918"/>
                </a:cubicBezTo>
                <a:cubicBezTo>
                  <a:pt x="6071016" y="1653915"/>
                  <a:pt x="6056365" y="1660076"/>
                  <a:pt x="6041036" y="1663908"/>
                </a:cubicBezTo>
                <a:cubicBezTo>
                  <a:pt x="6021049" y="1668905"/>
                  <a:pt x="6000365" y="1671665"/>
                  <a:pt x="5981075" y="1678899"/>
                </a:cubicBezTo>
                <a:cubicBezTo>
                  <a:pt x="5960152" y="1686745"/>
                  <a:pt x="5940516" y="1697792"/>
                  <a:pt x="5921114" y="1708879"/>
                </a:cubicBezTo>
                <a:cubicBezTo>
                  <a:pt x="5905472" y="1717817"/>
                  <a:pt x="5893235" y="1733162"/>
                  <a:pt x="5876144" y="1738859"/>
                </a:cubicBezTo>
                <a:cubicBezTo>
                  <a:pt x="5847310" y="1748470"/>
                  <a:pt x="5816183" y="1748852"/>
                  <a:pt x="5786203" y="1753849"/>
                </a:cubicBezTo>
                <a:cubicBezTo>
                  <a:pt x="5766216" y="1763843"/>
                  <a:pt x="5747441" y="1776763"/>
                  <a:pt x="5726242" y="1783830"/>
                </a:cubicBezTo>
                <a:cubicBezTo>
                  <a:pt x="5672004" y="1801910"/>
                  <a:pt x="5590826" y="1816909"/>
                  <a:pt x="5531370" y="1828800"/>
                </a:cubicBezTo>
                <a:cubicBezTo>
                  <a:pt x="5431631" y="1878670"/>
                  <a:pt x="5512692" y="1844713"/>
                  <a:pt x="5396459" y="1873771"/>
                </a:cubicBezTo>
                <a:cubicBezTo>
                  <a:pt x="5282168" y="1902344"/>
                  <a:pt x="5431716" y="1875713"/>
                  <a:pt x="5291527" y="1903751"/>
                </a:cubicBezTo>
                <a:cubicBezTo>
                  <a:pt x="5261723" y="1909712"/>
                  <a:pt x="5231390" y="1912780"/>
                  <a:pt x="5201586" y="1918741"/>
                </a:cubicBezTo>
                <a:cubicBezTo>
                  <a:pt x="5181384" y="1922781"/>
                  <a:pt x="5161737" y="1929262"/>
                  <a:pt x="5141626" y="1933731"/>
                </a:cubicBezTo>
                <a:cubicBezTo>
                  <a:pt x="5116754" y="1939258"/>
                  <a:pt x="5091501" y="1942993"/>
                  <a:pt x="5066675" y="1948722"/>
                </a:cubicBezTo>
                <a:cubicBezTo>
                  <a:pt x="5026526" y="1957987"/>
                  <a:pt x="4987252" y="1971109"/>
                  <a:pt x="4946754" y="1978702"/>
                </a:cubicBezTo>
                <a:cubicBezTo>
                  <a:pt x="4907159" y="1986126"/>
                  <a:pt x="4866806" y="1988695"/>
                  <a:pt x="4826832" y="1993692"/>
                </a:cubicBezTo>
                <a:cubicBezTo>
                  <a:pt x="4594936" y="2051665"/>
                  <a:pt x="4814326" y="2001189"/>
                  <a:pt x="4601980" y="2038662"/>
                </a:cubicBezTo>
                <a:cubicBezTo>
                  <a:pt x="4551798" y="2047518"/>
                  <a:pt x="4502859" y="2064411"/>
                  <a:pt x="4452078" y="2068643"/>
                </a:cubicBezTo>
                <a:cubicBezTo>
                  <a:pt x="4392117" y="2073640"/>
                  <a:pt x="4331997" y="2076989"/>
                  <a:pt x="4272196" y="2083633"/>
                </a:cubicBezTo>
                <a:cubicBezTo>
                  <a:pt x="4224007" y="2088987"/>
                  <a:pt x="4169666" y="2100078"/>
                  <a:pt x="4122295" y="2113613"/>
                </a:cubicBezTo>
                <a:cubicBezTo>
                  <a:pt x="4107102" y="2117954"/>
                  <a:pt x="4092987" y="2126515"/>
                  <a:pt x="4077324" y="2128603"/>
                </a:cubicBezTo>
                <a:cubicBezTo>
                  <a:pt x="4017683" y="2136555"/>
                  <a:pt x="3957403" y="2138597"/>
                  <a:pt x="3897442" y="2143594"/>
                </a:cubicBezTo>
                <a:cubicBezTo>
                  <a:pt x="3789620" y="2179535"/>
                  <a:pt x="3924268" y="2135930"/>
                  <a:pt x="3792511" y="2173574"/>
                </a:cubicBezTo>
                <a:cubicBezTo>
                  <a:pt x="3777318" y="2177915"/>
                  <a:pt x="3763158" y="2186161"/>
                  <a:pt x="3747541" y="2188564"/>
                </a:cubicBezTo>
                <a:cubicBezTo>
                  <a:pt x="3697908" y="2196200"/>
                  <a:pt x="3647395" y="2196769"/>
                  <a:pt x="3597639" y="2203554"/>
                </a:cubicBezTo>
                <a:cubicBezTo>
                  <a:pt x="3537409" y="2211767"/>
                  <a:pt x="3478075" y="2225995"/>
                  <a:pt x="3417757" y="2233535"/>
                </a:cubicBezTo>
                <a:lnTo>
                  <a:pt x="3297836" y="2248525"/>
                </a:lnTo>
                <a:cubicBezTo>
                  <a:pt x="3267748" y="2252823"/>
                  <a:pt x="3237565" y="2256922"/>
                  <a:pt x="3207895" y="2263515"/>
                </a:cubicBezTo>
                <a:cubicBezTo>
                  <a:pt x="3192470" y="2266943"/>
                  <a:pt x="3178418" y="2275406"/>
                  <a:pt x="3162924" y="2278505"/>
                </a:cubicBezTo>
                <a:cubicBezTo>
                  <a:pt x="3103317" y="2290426"/>
                  <a:pt x="2983042" y="2308485"/>
                  <a:pt x="2983042" y="2308485"/>
                </a:cubicBezTo>
                <a:cubicBezTo>
                  <a:pt x="2952207" y="2318764"/>
                  <a:pt x="2909488" y="2334282"/>
                  <a:pt x="2878111" y="2338466"/>
                </a:cubicBezTo>
                <a:cubicBezTo>
                  <a:pt x="2823404" y="2345760"/>
                  <a:pt x="2768183" y="2348459"/>
                  <a:pt x="2713219" y="2353456"/>
                </a:cubicBezTo>
                <a:cubicBezTo>
                  <a:pt x="2541046" y="2410847"/>
                  <a:pt x="2841070" y="2314654"/>
                  <a:pt x="2338465" y="2398426"/>
                </a:cubicBezTo>
                <a:cubicBezTo>
                  <a:pt x="2308485" y="2403423"/>
                  <a:pt x="2278745" y="2410179"/>
                  <a:pt x="2248524" y="2413417"/>
                </a:cubicBezTo>
                <a:cubicBezTo>
                  <a:pt x="2138771" y="2425176"/>
                  <a:pt x="2027620" y="2425251"/>
                  <a:pt x="1918741" y="2443397"/>
                </a:cubicBezTo>
                <a:cubicBezTo>
                  <a:pt x="1888761" y="2448394"/>
                  <a:pt x="1858604" y="2452426"/>
                  <a:pt x="1828800" y="2458387"/>
                </a:cubicBezTo>
                <a:cubicBezTo>
                  <a:pt x="1808598" y="2462427"/>
                  <a:pt x="1789364" y="2471592"/>
                  <a:pt x="1768839" y="2473377"/>
                </a:cubicBezTo>
                <a:cubicBezTo>
                  <a:pt x="1674127" y="2481613"/>
                  <a:pt x="1578964" y="2483370"/>
                  <a:pt x="1484026" y="2488367"/>
                </a:cubicBezTo>
                <a:cubicBezTo>
                  <a:pt x="1175758" y="2539748"/>
                  <a:pt x="1557787" y="2473616"/>
                  <a:pt x="1334124" y="2518348"/>
                </a:cubicBezTo>
                <a:cubicBezTo>
                  <a:pt x="1279344" y="2529304"/>
                  <a:pt x="1224337" y="2539144"/>
                  <a:pt x="1169232" y="2548328"/>
                </a:cubicBezTo>
                <a:cubicBezTo>
                  <a:pt x="1083676" y="2562587"/>
                  <a:pt x="1017243" y="2568547"/>
                  <a:pt x="929390" y="2578308"/>
                </a:cubicBezTo>
                <a:cubicBezTo>
                  <a:pt x="909403" y="2583305"/>
                  <a:pt x="889238" y="2587639"/>
                  <a:pt x="869429" y="2593299"/>
                </a:cubicBezTo>
                <a:cubicBezTo>
                  <a:pt x="854236" y="2597640"/>
                  <a:pt x="839953" y="2605190"/>
                  <a:pt x="824459" y="2608289"/>
                </a:cubicBezTo>
                <a:cubicBezTo>
                  <a:pt x="698934" y="2633394"/>
                  <a:pt x="730252" y="2609709"/>
                  <a:pt x="599606" y="2653259"/>
                </a:cubicBezTo>
                <a:lnTo>
                  <a:pt x="464695" y="2698230"/>
                </a:lnTo>
                <a:lnTo>
                  <a:pt x="419724" y="2713220"/>
                </a:lnTo>
                <a:lnTo>
                  <a:pt x="374754" y="2728210"/>
                </a:lnTo>
                <a:cubicBezTo>
                  <a:pt x="303620" y="2799344"/>
                  <a:pt x="341608" y="2779233"/>
                  <a:pt x="269822" y="2803161"/>
                </a:cubicBezTo>
                <a:cubicBezTo>
                  <a:pt x="254832" y="2813154"/>
                  <a:pt x="237591" y="2820402"/>
                  <a:pt x="224852" y="2833141"/>
                </a:cubicBezTo>
                <a:cubicBezTo>
                  <a:pt x="212113" y="2845880"/>
                  <a:pt x="206127" y="2864044"/>
                  <a:pt x="194872" y="2878112"/>
                </a:cubicBezTo>
                <a:cubicBezTo>
                  <a:pt x="186043" y="2889148"/>
                  <a:pt x="173720" y="2897056"/>
                  <a:pt x="164891" y="2908092"/>
                </a:cubicBezTo>
                <a:cubicBezTo>
                  <a:pt x="153637" y="2922160"/>
                  <a:pt x="146165" y="2938994"/>
                  <a:pt x="134911" y="2953062"/>
                </a:cubicBezTo>
                <a:cubicBezTo>
                  <a:pt x="126082" y="2964098"/>
                  <a:pt x="113760" y="2972007"/>
                  <a:pt x="104931" y="2983043"/>
                </a:cubicBezTo>
                <a:cubicBezTo>
                  <a:pt x="93677" y="2997111"/>
                  <a:pt x="86204" y="3013945"/>
                  <a:pt x="74950" y="3028013"/>
                </a:cubicBezTo>
                <a:cubicBezTo>
                  <a:pt x="66121" y="3039049"/>
                  <a:pt x="53799" y="3046958"/>
                  <a:pt x="44970" y="3057994"/>
                </a:cubicBezTo>
                <a:cubicBezTo>
                  <a:pt x="20851" y="3088143"/>
                  <a:pt x="15568" y="3101807"/>
                  <a:pt x="0" y="3132944"/>
                </a:cubicBezTo>
              </a:path>
            </a:pathLst>
          </a:custGeom>
          <a:noFill/>
          <a:ln cmpd="tri">
            <a:solidFill>
              <a:srgbClr val="A1A1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474" y="360385"/>
            <a:ext cx="2088231" cy="1305144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3126041" y="627523"/>
            <a:ext cx="17986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smtClean="0">
                <a:solidFill>
                  <a:schemeClr val="accent2">
                    <a:lumMod val="75000"/>
                  </a:schemeClr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Part3</a:t>
            </a:r>
            <a:endParaRPr lang="zh-CN" altLang="en-US" sz="6000" dirty="0">
              <a:solidFill>
                <a:schemeClr val="accent2">
                  <a:lumMod val="75000"/>
                </a:schemeClr>
              </a:solid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sp>
        <p:nvSpPr>
          <p:cNvPr id="30" name="流程图: 可选过程 29"/>
          <p:cNvSpPr/>
          <p:nvPr/>
        </p:nvSpPr>
        <p:spPr>
          <a:xfrm rot="339186">
            <a:off x="3446852" y="2339167"/>
            <a:ext cx="6798192" cy="2864490"/>
          </a:xfrm>
          <a:prstGeom prst="flowChartAlternateProcess">
            <a:avLst/>
          </a:prstGeom>
          <a:solidFill>
            <a:srgbClr val="A2DAF5"/>
          </a:solidFill>
          <a:ln>
            <a:solidFill>
              <a:srgbClr val="A2DA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 rot="335486">
            <a:off x="3574718" y="2615306"/>
            <a:ext cx="6674561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3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喵呜体" panose="02010600010101010101" pitchFamily="2" charset="-122"/>
                <a:ea typeface="方正喵呜体" panose="02010600010101010101" pitchFamily="2" charset="-122"/>
              </a:rPr>
              <a:t>孤独是你的必修课</a:t>
            </a:r>
            <a:endParaRPr lang="en-US" altLang="zh-CN" sz="36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喵呜体" panose="02010600010101010101" pitchFamily="2" charset="-122"/>
              <a:ea typeface="方正喵呜体" panose="02010600010101010101" pitchFamily="2" charset="-122"/>
            </a:endParaRPr>
          </a:p>
          <a:p>
            <a:pPr lvl="0" indent="457200"/>
            <a:r>
              <a:rPr lang="zh-CN" altLang="en-US" sz="2800" dirty="0">
                <a:solidFill>
                  <a:prstClr val="white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人都是孤独的，孤独不可怕，可怕的是惧怕孤独。想要摘星星的孩子，孤独是我们的必修课，我不怕自己努力了不优秀，我只怕比我优秀的人比我更努力。</a:t>
            </a:r>
            <a:endParaRPr lang="zh-CN" altLang="en-US" sz="2000" dirty="0">
              <a:solidFill>
                <a:prstClr val="black"/>
              </a:solidFill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83584" flipH="1">
            <a:off x="-145479" y="4494534"/>
            <a:ext cx="3489056" cy="2572224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57274" y="-841157"/>
            <a:ext cx="46609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616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 36"/>
          <p:cNvSpPr/>
          <p:nvPr/>
        </p:nvSpPr>
        <p:spPr>
          <a:xfrm flipH="1">
            <a:off x="1603947" y="1830543"/>
            <a:ext cx="9039068" cy="3132944"/>
          </a:xfrm>
          <a:custGeom>
            <a:avLst/>
            <a:gdLst>
              <a:gd name="connsiteX0" fmla="*/ 9039068 w 9039068"/>
              <a:gd name="connsiteY0" fmla="*/ 0 h 3132944"/>
              <a:gd name="connsiteX1" fmla="*/ 8964118 w 9039068"/>
              <a:gd name="connsiteY1" fmla="*/ 44971 h 3132944"/>
              <a:gd name="connsiteX2" fmla="*/ 8919147 w 9039068"/>
              <a:gd name="connsiteY2" fmla="*/ 59961 h 3132944"/>
              <a:gd name="connsiteX3" fmla="*/ 8874177 w 9039068"/>
              <a:gd name="connsiteY3" fmla="*/ 89941 h 3132944"/>
              <a:gd name="connsiteX4" fmla="*/ 8784236 w 9039068"/>
              <a:gd name="connsiteY4" fmla="*/ 119922 h 3132944"/>
              <a:gd name="connsiteX5" fmla="*/ 8739265 w 9039068"/>
              <a:gd name="connsiteY5" fmla="*/ 134912 h 3132944"/>
              <a:gd name="connsiteX6" fmla="*/ 8694295 w 9039068"/>
              <a:gd name="connsiteY6" fmla="*/ 149902 h 3132944"/>
              <a:gd name="connsiteX7" fmla="*/ 8619344 w 9039068"/>
              <a:gd name="connsiteY7" fmla="*/ 194872 h 3132944"/>
              <a:gd name="connsiteX8" fmla="*/ 8574373 w 9039068"/>
              <a:gd name="connsiteY8" fmla="*/ 224853 h 3132944"/>
              <a:gd name="connsiteX9" fmla="*/ 8529403 w 9039068"/>
              <a:gd name="connsiteY9" fmla="*/ 239843 h 3132944"/>
              <a:gd name="connsiteX10" fmla="*/ 8439462 w 9039068"/>
              <a:gd name="connsiteY10" fmla="*/ 299803 h 3132944"/>
              <a:gd name="connsiteX11" fmla="*/ 8379501 w 9039068"/>
              <a:gd name="connsiteY11" fmla="*/ 329784 h 3132944"/>
              <a:gd name="connsiteX12" fmla="*/ 8334531 w 9039068"/>
              <a:gd name="connsiteY12" fmla="*/ 359764 h 3132944"/>
              <a:gd name="connsiteX13" fmla="*/ 8289560 w 9039068"/>
              <a:gd name="connsiteY13" fmla="*/ 374754 h 3132944"/>
              <a:gd name="connsiteX14" fmla="*/ 8199619 w 9039068"/>
              <a:gd name="connsiteY14" fmla="*/ 434715 h 3132944"/>
              <a:gd name="connsiteX15" fmla="*/ 8154649 w 9039068"/>
              <a:gd name="connsiteY15" fmla="*/ 464695 h 3132944"/>
              <a:gd name="connsiteX16" fmla="*/ 8109678 w 9039068"/>
              <a:gd name="connsiteY16" fmla="*/ 479685 h 3132944"/>
              <a:gd name="connsiteX17" fmla="*/ 8019737 w 9039068"/>
              <a:gd name="connsiteY17" fmla="*/ 524656 h 3132944"/>
              <a:gd name="connsiteX18" fmla="*/ 7929796 w 9039068"/>
              <a:gd name="connsiteY18" fmla="*/ 569626 h 3132944"/>
              <a:gd name="connsiteX19" fmla="*/ 7884826 w 9039068"/>
              <a:gd name="connsiteY19" fmla="*/ 599607 h 3132944"/>
              <a:gd name="connsiteX20" fmla="*/ 7809875 w 9039068"/>
              <a:gd name="connsiteY20" fmla="*/ 659567 h 3132944"/>
              <a:gd name="connsiteX21" fmla="*/ 7764904 w 9039068"/>
              <a:gd name="connsiteY21" fmla="*/ 674558 h 3132944"/>
              <a:gd name="connsiteX22" fmla="*/ 7719934 w 9039068"/>
              <a:gd name="connsiteY22" fmla="*/ 719528 h 3132944"/>
              <a:gd name="connsiteX23" fmla="*/ 7629993 w 9039068"/>
              <a:gd name="connsiteY23" fmla="*/ 779489 h 3132944"/>
              <a:gd name="connsiteX24" fmla="*/ 7585022 w 9039068"/>
              <a:gd name="connsiteY24" fmla="*/ 824459 h 3132944"/>
              <a:gd name="connsiteX25" fmla="*/ 7525062 w 9039068"/>
              <a:gd name="connsiteY25" fmla="*/ 854440 h 3132944"/>
              <a:gd name="connsiteX26" fmla="*/ 7465101 w 9039068"/>
              <a:gd name="connsiteY26" fmla="*/ 899410 h 3132944"/>
              <a:gd name="connsiteX27" fmla="*/ 7420131 w 9039068"/>
              <a:gd name="connsiteY27" fmla="*/ 929390 h 3132944"/>
              <a:gd name="connsiteX28" fmla="*/ 7345180 w 9039068"/>
              <a:gd name="connsiteY28" fmla="*/ 989351 h 3132944"/>
              <a:gd name="connsiteX29" fmla="*/ 7300209 w 9039068"/>
              <a:gd name="connsiteY29" fmla="*/ 1004341 h 3132944"/>
              <a:gd name="connsiteX30" fmla="*/ 7270229 w 9039068"/>
              <a:gd name="connsiteY30" fmla="*/ 1034322 h 3132944"/>
              <a:gd name="connsiteX31" fmla="*/ 7165298 w 9039068"/>
              <a:gd name="connsiteY31" fmla="*/ 1079292 h 3132944"/>
              <a:gd name="connsiteX32" fmla="*/ 7090347 w 9039068"/>
              <a:gd name="connsiteY32" fmla="*/ 1124262 h 3132944"/>
              <a:gd name="connsiteX33" fmla="*/ 7045377 w 9039068"/>
              <a:gd name="connsiteY33" fmla="*/ 1154243 h 3132944"/>
              <a:gd name="connsiteX34" fmla="*/ 6970426 w 9039068"/>
              <a:gd name="connsiteY34" fmla="*/ 1229194 h 3132944"/>
              <a:gd name="connsiteX35" fmla="*/ 6865495 w 9039068"/>
              <a:gd name="connsiteY35" fmla="*/ 1274164 h 3132944"/>
              <a:gd name="connsiteX36" fmla="*/ 6790544 w 9039068"/>
              <a:gd name="connsiteY36" fmla="*/ 1334125 h 3132944"/>
              <a:gd name="connsiteX37" fmla="*/ 6700603 w 9039068"/>
              <a:gd name="connsiteY37" fmla="*/ 1364105 h 3132944"/>
              <a:gd name="connsiteX38" fmla="*/ 6655632 w 9039068"/>
              <a:gd name="connsiteY38" fmla="*/ 1394085 h 3132944"/>
              <a:gd name="connsiteX39" fmla="*/ 6625652 w 9039068"/>
              <a:gd name="connsiteY39" fmla="*/ 1424066 h 3132944"/>
              <a:gd name="connsiteX40" fmla="*/ 6580682 w 9039068"/>
              <a:gd name="connsiteY40" fmla="*/ 1439056 h 3132944"/>
              <a:gd name="connsiteX41" fmla="*/ 6505731 w 9039068"/>
              <a:gd name="connsiteY41" fmla="*/ 1484026 h 3132944"/>
              <a:gd name="connsiteX42" fmla="*/ 6460760 w 9039068"/>
              <a:gd name="connsiteY42" fmla="*/ 1514007 h 3132944"/>
              <a:gd name="connsiteX43" fmla="*/ 6415790 w 9039068"/>
              <a:gd name="connsiteY43" fmla="*/ 1528997 h 3132944"/>
              <a:gd name="connsiteX44" fmla="*/ 6370819 w 9039068"/>
              <a:gd name="connsiteY44" fmla="*/ 1558977 h 3132944"/>
              <a:gd name="connsiteX45" fmla="*/ 6280878 w 9039068"/>
              <a:gd name="connsiteY45" fmla="*/ 1588958 h 3132944"/>
              <a:gd name="connsiteX46" fmla="*/ 6235908 w 9039068"/>
              <a:gd name="connsiteY46" fmla="*/ 1603948 h 3132944"/>
              <a:gd name="connsiteX47" fmla="*/ 6175947 w 9039068"/>
              <a:gd name="connsiteY47" fmla="*/ 1618938 h 3132944"/>
              <a:gd name="connsiteX48" fmla="*/ 6086006 w 9039068"/>
              <a:gd name="connsiteY48" fmla="*/ 1648918 h 3132944"/>
              <a:gd name="connsiteX49" fmla="*/ 6041036 w 9039068"/>
              <a:gd name="connsiteY49" fmla="*/ 1663908 h 3132944"/>
              <a:gd name="connsiteX50" fmla="*/ 5981075 w 9039068"/>
              <a:gd name="connsiteY50" fmla="*/ 1678899 h 3132944"/>
              <a:gd name="connsiteX51" fmla="*/ 5921114 w 9039068"/>
              <a:gd name="connsiteY51" fmla="*/ 1708879 h 3132944"/>
              <a:gd name="connsiteX52" fmla="*/ 5876144 w 9039068"/>
              <a:gd name="connsiteY52" fmla="*/ 1738859 h 3132944"/>
              <a:gd name="connsiteX53" fmla="*/ 5786203 w 9039068"/>
              <a:gd name="connsiteY53" fmla="*/ 1753849 h 3132944"/>
              <a:gd name="connsiteX54" fmla="*/ 5726242 w 9039068"/>
              <a:gd name="connsiteY54" fmla="*/ 1783830 h 3132944"/>
              <a:gd name="connsiteX55" fmla="*/ 5531370 w 9039068"/>
              <a:gd name="connsiteY55" fmla="*/ 1828800 h 3132944"/>
              <a:gd name="connsiteX56" fmla="*/ 5396459 w 9039068"/>
              <a:gd name="connsiteY56" fmla="*/ 1873771 h 3132944"/>
              <a:gd name="connsiteX57" fmla="*/ 5291527 w 9039068"/>
              <a:gd name="connsiteY57" fmla="*/ 1903751 h 3132944"/>
              <a:gd name="connsiteX58" fmla="*/ 5201586 w 9039068"/>
              <a:gd name="connsiteY58" fmla="*/ 1918741 h 3132944"/>
              <a:gd name="connsiteX59" fmla="*/ 5141626 w 9039068"/>
              <a:gd name="connsiteY59" fmla="*/ 1933731 h 3132944"/>
              <a:gd name="connsiteX60" fmla="*/ 5066675 w 9039068"/>
              <a:gd name="connsiteY60" fmla="*/ 1948722 h 3132944"/>
              <a:gd name="connsiteX61" fmla="*/ 4946754 w 9039068"/>
              <a:gd name="connsiteY61" fmla="*/ 1978702 h 3132944"/>
              <a:gd name="connsiteX62" fmla="*/ 4826832 w 9039068"/>
              <a:gd name="connsiteY62" fmla="*/ 1993692 h 3132944"/>
              <a:gd name="connsiteX63" fmla="*/ 4601980 w 9039068"/>
              <a:gd name="connsiteY63" fmla="*/ 2038662 h 3132944"/>
              <a:gd name="connsiteX64" fmla="*/ 4452078 w 9039068"/>
              <a:gd name="connsiteY64" fmla="*/ 2068643 h 3132944"/>
              <a:gd name="connsiteX65" fmla="*/ 4272196 w 9039068"/>
              <a:gd name="connsiteY65" fmla="*/ 2083633 h 3132944"/>
              <a:gd name="connsiteX66" fmla="*/ 4122295 w 9039068"/>
              <a:gd name="connsiteY66" fmla="*/ 2113613 h 3132944"/>
              <a:gd name="connsiteX67" fmla="*/ 4077324 w 9039068"/>
              <a:gd name="connsiteY67" fmla="*/ 2128603 h 3132944"/>
              <a:gd name="connsiteX68" fmla="*/ 3897442 w 9039068"/>
              <a:gd name="connsiteY68" fmla="*/ 2143594 h 3132944"/>
              <a:gd name="connsiteX69" fmla="*/ 3792511 w 9039068"/>
              <a:gd name="connsiteY69" fmla="*/ 2173574 h 3132944"/>
              <a:gd name="connsiteX70" fmla="*/ 3747541 w 9039068"/>
              <a:gd name="connsiteY70" fmla="*/ 2188564 h 3132944"/>
              <a:gd name="connsiteX71" fmla="*/ 3597639 w 9039068"/>
              <a:gd name="connsiteY71" fmla="*/ 2203554 h 3132944"/>
              <a:gd name="connsiteX72" fmla="*/ 3417757 w 9039068"/>
              <a:gd name="connsiteY72" fmla="*/ 2233535 h 3132944"/>
              <a:gd name="connsiteX73" fmla="*/ 3297836 w 9039068"/>
              <a:gd name="connsiteY73" fmla="*/ 2248525 h 3132944"/>
              <a:gd name="connsiteX74" fmla="*/ 3207895 w 9039068"/>
              <a:gd name="connsiteY74" fmla="*/ 2263515 h 3132944"/>
              <a:gd name="connsiteX75" fmla="*/ 3162924 w 9039068"/>
              <a:gd name="connsiteY75" fmla="*/ 2278505 h 3132944"/>
              <a:gd name="connsiteX76" fmla="*/ 2983042 w 9039068"/>
              <a:gd name="connsiteY76" fmla="*/ 2308485 h 3132944"/>
              <a:gd name="connsiteX77" fmla="*/ 2878111 w 9039068"/>
              <a:gd name="connsiteY77" fmla="*/ 2338466 h 3132944"/>
              <a:gd name="connsiteX78" fmla="*/ 2713219 w 9039068"/>
              <a:gd name="connsiteY78" fmla="*/ 2353456 h 3132944"/>
              <a:gd name="connsiteX79" fmla="*/ 2338465 w 9039068"/>
              <a:gd name="connsiteY79" fmla="*/ 2398426 h 3132944"/>
              <a:gd name="connsiteX80" fmla="*/ 2248524 w 9039068"/>
              <a:gd name="connsiteY80" fmla="*/ 2413417 h 3132944"/>
              <a:gd name="connsiteX81" fmla="*/ 1918741 w 9039068"/>
              <a:gd name="connsiteY81" fmla="*/ 2443397 h 3132944"/>
              <a:gd name="connsiteX82" fmla="*/ 1828800 w 9039068"/>
              <a:gd name="connsiteY82" fmla="*/ 2458387 h 3132944"/>
              <a:gd name="connsiteX83" fmla="*/ 1768839 w 9039068"/>
              <a:gd name="connsiteY83" fmla="*/ 2473377 h 3132944"/>
              <a:gd name="connsiteX84" fmla="*/ 1484026 w 9039068"/>
              <a:gd name="connsiteY84" fmla="*/ 2488367 h 3132944"/>
              <a:gd name="connsiteX85" fmla="*/ 1334124 w 9039068"/>
              <a:gd name="connsiteY85" fmla="*/ 2518348 h 3132944"/>
              <a:gd name="connsiteX86" fmla="*/ 1169232 w 9039068"/>
              <a:gd name="connsiteY86" fmla="*/ 2548328 h 3132944"/>
              <a:gd name="connsiteX87" fmla="*/ 929390 w 9039068"/>
              <a:gd name="connsiteY87" fmla="*/ 2578308 h 3132944"/>
              <a:gd name="connsiteX88" fmla="*/ 869429 w 9039068"/>
              <a:gd name="connsiteY88" fmla="*/ 2593299 h 3132944"/>
              <a:gd name="connsiteX89" fmla="*/ 824459 w 9039068"/>
              <a:gd name="connsiteY89" fmla="*/ 2608289 h 3132944"/>
              <a:gd name="connsiteX90" fmla="*/ 599606 w 9039068"/>
              <a:gd name="connsiteY90" fmla="*/ 2653259 h 3132944"/>
              <a:gd name="connsiteX91" fmla="*/ 464695 w 9039068"/>
              <a:gd name="connsiteY91" fmla="*/ 2698230 h 3132944"/>
              <a:gd name="connsiteX92" fmla="*/ 419724 w 9039068"/>
              <a:gd name="connsiteY92" fmla="*/ 2713220 h 3132944"/>
              <a:gd name="connsiteX93" fmla="*/ 374754 w 9039068"/>
              <a:gd name="connsiteY93" fmla="*/ 2728210 h 3132944"/>
              <a:gd name="connsiteX94" fmla="*/ 269822 w 9039068"/>
              <a:gd name="connsiteY94" fmla="*/ 2803161 h 3132944"/>
              <a:gd name="connsiteX95" fmla="*/ 224852 w 9039068"/>
              <a:gd name="connsiteY95" fmla="*/ 2833141 h 3132944"/>
              <a:gd name="connsiteX96" fmla="*/ 194872 w 9039068"/>
              <a:gd name="connsiteY96" fmla="*/ 2878112 h 3132944"/>
              <a:gd name="connsiteX97" fmla="*/ 164891 w 9039068"/>
              <a:gd name="connsiteY97" fmla="*/ 2908092 h 3132944"/>
              <a:gd name="connsiteX98" fmla="*/ 134911 w 9039068"/>
              <a:gd name="connsiteY98" fmla="*/ 2953062 h 3132944"/>
              <a:gd name="connsiteX99" fmla="*/ 104931 w 9039068"/>
              <a:gd name="connsiteY99" fmla="*/ 2983043 h 3132944"/>
              <a:gd name="connsiteX100" fmla="*/ 74950 w 9039068"/>
              <a:gd name="connsiteY100" fmla="*/ 3028013 h 3132944"/>
              <a:gd name="connsiteX101" fmla="*/ 44970 w 9039068"/>
              <a:gd name="connsiteY101" fmla="*/ 3057994 h 3132944"/>
              <a:gd name="connsiteX102" fmla="*/ 0 w 9039068"/>
              <a:gd name="connsiteY102" fmla="*/ 3132944 h 3132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9039068" h="3132944">
                <a:moveTo>
                  <a:pt x="9039068" y="0"/>
                </a:moveTo>
                <a:cubicBezTo>
                  <a:pt x="9014085" y="14990"/>
                  <a:pt x="8990178" y="31941"/>
                  <a:pt x="8964118" y="44971"/>
                </a:cubicBezTo>
                <a:cubicBezTo>
                  <a:pt x="8949985" y="52038"/>
                  <a:pt x="8933280" y="52895"/>
                  <a:pt x="8919147" y="59961"/>
                </a:cubicBezTo>
                <a:cubicBezTo>
                  <a:pt x="8903033" y="68018"/>
                  <a:pt x="8890640" y="82624"/>
                  <a:pt x="8874177" y="89941"/>
                </a:cubicBezTo>
                <a:cubicBezTo>
                  <a:pt x="8845299" y="102776"/>
                  <a:pt x="8814216" y="109928"/>
                  <a:pt x="8784236" y="119922"/>
                </a:cubicBezTo>
                <a:lnTo>
                  <a:pt x="8739265" y="134912"/>
                </a:lnTo>
                <a:lnTo>
                  <a:pt x="8694295" y="149902"/>
                </a:lnTo>
                <a:cubicBezTo>
                  <a:pt x="8635734" y="208461"/>
                  <a:pt x="8697183" y="155952"/>
                  <a:pt x="8619344" y="194872"/>
                </a:cubicBezTo>
                <a:cubicBezTo>
                  <a:pt x="8603230" y="202929"/>
                  <a:pt x="8590487" y="216796"/>
                  <a:pt x="8574373" y="224853"/>
                </a:cubicBezTo>
                <a:cubicBezTo>
                  <a:pt x="8560240" y="231919"/>
                  <a:pt x="8543215" y="232169"/>
                  <a:pt x="8529403" y="239843"/>
                </a:cubicBezTo>
                <a:cubicBezTo>
                  <a:pt x="8497906" y="257341"/>
                  <a:pt x="8471690" y="283689"/>
                  <a:pt x="8439462" y="299803"/>
                </a:cubicBezTo>
                <a:cubicBezTo>
                  <a:pt x="8419475" y="309797"/>
                  <a:pt x="8398903" y="318697"/>
                  <a:pt x="8379501" y="329784"/>
                </a:cubicBezTo>
                <a:cubicBezTo>
                  <a:pt x="8363859" y="338722"/>
                  <a:pt x="8350645" y="351707"/>
                  <a:pt x="8334531" y="359764"/>
                </a:cubicBezTo>
                <a:cubicBezTo>
                  <a:pt x="8320398" y="366830"/>
                  <a:pt x="8304550" y="369757"/>
                  <a:pt x="8289560" y="374754"/>
                </a:cubicBezTo>
                <a:lnTo>
                  <a:pt x="8199619" y="434715"/>
                </a:lnTo>
                <a:cubicBezTo>
                  <a:pt x="8184629" y="444708"/>
                  <a:pt x="8171740" y="458998"/>
                  <a:pt x="8154649" y="464695"/>
                </a:cubicBezTo>
                <a:lnTo>
                  <a:pt x="8109678" y="479685"/>
                </a:lnTo>
                <a:cubicBezTo>
                  <a:pt x="7980810" y="565600"/>
                  <a:pt x="8143852" y="462599"/>
                  <a:pt x="8019737" y="524656"/>
                </a:cubicBezTo>
                <a:cubicBezTo>
                  <a:pt x="7903501" y="582773"/>
                  <a:pt x="8042833" y="531948"/>
                  <a:pt x="7929796" y="569626"/>
                </a:cubicBezTo>
                <a:cubicBezTo>
                  <a:pt x="7914806" y="579620"/>
                  <a:pt x="7898894" y="588353"/>
                  <a:pt x="7884826" y="599607"/>
                </a:cubicBezTo>
                <a:cubicBezTo>
                  <a:pt x="7838354" y="636785"/>
                  <a:pt x="7871387" y="628811"/>
                  <a:pt x="7809875" y="659567"/>
                </a:cubicBezTo>
                <a:cubicBezTo>
                  <a:pt x="7795742" y="666634"/>
                  <a:pt x="7779894" y="669561"/>
                  <a:pt x="7764904" y="674558"/>
                </a:cubicBezTo>
                <a:cubicBezTo>
                  <a:pt x="7749914" y="689548"/>
                  <a:pt x="7736668" y="706513"/>
                  <a:pt x="7719934" y="719528"/>
                </a:cubicBezTo>
                <a:cubicBezTo>
                  <a:pt x="7691492" y="741649"/>
                  <a:pt x="7655472" y="754011"/>
                  <a:pt x="7629993" y="779489"/>
                </a:cubicBezTo>
                <a:cubicBezTo>
                  <a:pt x="7615003" y="794479"/>
                  <a:pt x="7602273" y="812137"/>
                  <a:pt x="7585022" y="824459"/>
                </a:cubicBezTo>
                <a:cubicBezTo>
                  <a:pt x="7566838" y="837447"/>
                  <a:pt x="7544011" y="842597"/>
                  <a:pt x="7525062" y="854440"/>
                </a:cubicBezTo>
                <a:cubicBezTo>
                  <a:pt x="7503876" y="867681"/>
                  <a:pt x="7485431" y="884889"/>
                  <a:pt x="7465101" y="899410"/>
                </a:cubicBezTo>
                <a:cubicBezTo>
                  <a:pt x="7450441" y="909881"/>
                  <a:pt x="7434199" y="918136"/>
                  <a:pt x="7420131" y="929390"/>
                </a:cubicBezTo>
                <a:cubicBezTo>
                  <a:pt x="7373657" y="966570"/>
                  <a:pt x="7406695" y="958594"/>
                  <a:pt x="7345180" y="989351"/>
                </a:cubicBezTo>
                <a:cubicBezTo>
                  <a:pt x="7331047" y="996417"/>
                  <a:pt x="7315199" y="999344"/>
                  <a:pt x="7300209" y="1004341"/>
                </a:cubicBezTo>
                <a:cubicBezTo>
                  <a:pt x="7290216" y="1014335"/>
                  <a:pt x="7281988" y="1026482"/>
                  <a:pt x="7270229" y="1034322"/>
                </a:cubicBezTo>
                <a:cubicBezTo>
                  <a:pt x="7176659" y="1096702"/>
                  <a:pt x="7245239" y="1039322"/>
                  <a:pt x="7165298" y="1079292"/>
                </a:cubicBezTo>
                <a:cubicBezTo>
                  <a:pt x="7139238" y="1092322"/>
                  <a:pt x="7115054" y="1108820"/>
                  <a:pt x="7090347" y="1124262"/>
                </a:cubicBezTo>
                <a:cubicBezTo>
                  <a:pt x="7075070" y="1133810"/>
                  <a:pt x="7058935" y="1142379"/>
                  <a:pt x="7045377" y="1154243"/>
                </a:cubicBezTo>
                <a:cubicBezTo>
                  <a:pt x="7018787" y="1177510"/>
                  <a:pt x="7003945" y="1218021"/>
                  <a:pt x="6970426" y="1229194"/>
                </a:cubicBezTo>
                <a:cubicBezTo>
                  <a:pt x="6930451" y="1242519"/>
                  <a:pt x="6902543" y="1249466"/>
                  <a:pt x="6865495" y="1274164"/>
                </a:cubicBezTo>
                <a:cubicBezTo>
                  <a:pt x="6803204" y="1315691"/>
                  <a:pt x="6872221" y="1297824"/>
                  <a:pt x="6790544" y="1334125"/>
                </a:cubicBezTo>
                <a:cubicBezTo>
                  <a:pt x="6761666" y="1346960"/>
                  <a:pt x="6726898" y="1346576"/>
                  <a:pt x="6700603" y="1364105"/>
                </a:cubicBezTo>
                <a:cubicBezTo>
                  <a:pt x="6685613" y="1374098"/>
                  <a:pt x="6669700" y="1382830"/>
                  <a:pt x="6655632" y="1394085"/>
                </a:cubicBezTo>
                <a:cubicBezTo>
                  <a:pt x="6644596" y="1402914"/>
                  <a:pt x="6637771" y="1416795"/>
                  <a:pt x="6625652" y="1424066"/>
                </a:cubicBezTo>
                <a:cubicBezTo>
                  <a:pt x="6612103" y="1432196"/>
                  <a:pt x="6595672" y="1434059"/>
                  <a:pt x="6580682" y="1439056"/>
                </a:cubicBezTo>
                <a:cubicBezTo>
                  <a:pt x="6522121" y="1497615"/>
                  <a:pt x="6583570" y="1445106"/>
                  <a:pt x="6505731" y="1484026"/>
                </a:cubicBezTo>
                <a:cubicBezTo>
                  <a:pt x="6489617" y="1492083"/>
                  <a:pt x="6476874" y="1505950"/>
                  <a:pt x="6460760" y="1514007"/>
                </a:cubicBezTo>
                <a:cubicBezTo>
                  <a:pt x="6446627" y="1521073"/>
                  <a:pt x="6429923" y="1521931"/>
                  <a:pt x="6415790" y="1528997"/>
                </a:cubicBezTo>
                <a:cubicBezTo>
                  <a:pt x="6399676" y="1537054"/>
                  <a:pt x="6387282" y="1551660"/>
                  <a:pt x="6370819" y="1558977"/>
                </a:cubicBezTo>
                <a:cubicBezTo>
                  <a:pt x="6341941" y="1571812"/>
                  <a:pt x="6310858" y="1578964"/>
                  <a:pt x="6280878" y="1588958"/>
                </a:cubicBezTo>
                <a:cubicBezTo>
                  <a:pt x="6265888" y="1593955"/>
                  <a:pt x="6251237" y="1600116"/>
                  <a:pt x="6235908" y="1603948"/>
                </a:cubicBezTo>
                <a:cubicBezTo>
                  <a:pt x="6215921" y="1608945"/>
                  <a:pt x="6195680" y="1613018"/>
                  <a:pt x="6175947" y="1618938"/>
                </a:cubicBezTo>
                <a:cubicBezTo>
                  <a:pt x="6145678" y="1628019"/>
                  <a:pt x="6115986" y="1638925"/>
                  <a:pt x="6086006" y="1648918"/>
                </a:cubicBezTo>
                <a:cubicBezTo>
                  <a:pt x="6071016" y="1653915"/>
                  <a:pt x="6056365" y="1660076"/>
                  <a:pt x="6041036" y="1663908"/>
                </a:cubicBezTo>
                <a:cubicBezTo>
                  <a:pt x="6021049" y="1668905"/>
                  <a:pt x="6000365" y="1671665"/>
                  <a:pt x="5981075" y="1678899"/>
                </a:cubicBezTo>
                <a:cubicBezTo>
                  <a:pt x="5960152" y="1686745"/>
                  <a:pt x="5940516" y="1697792"/>
                  <a:pt x="5921114" y="1708879"/>
                </a:cubicBezTo>
                <a:cubicBezTo>
                  <a:pt x="5905472" y="1717817"/>
                  <a:pt x="5893235" y="1733162"/>
                  <a:pt x="5876144" y="1738859"/>
                </a:cubicBezTo>
                <a:cubicBezTo>
                  <a:pt x="5847310" y="1748470"/>
                  <a:pt x="5816183" y="1748852"/>
                  <a:pt x="5786203" y="1753849"/>
                </a:cubicBezTo>
                <a:cubicBezTo>
                  <a:pt x="5766216" y="1763843"/>
                  <a:pt x="5747441" y="1776763"/>
                  <a:pt x="5726242" y="1783830"/>
                </a:cubicBezTo>
                <a:cubicBezTo>
                  <a:pt x="5672004" y="1801910"/>
                  <a:pt x="5590826" y="1816909"/>
                  <a:pt x="5531370" y="1828800"/>
                </a:cubicBezTo>
                <a:cubicBezTo>
                  <a:pt x="5431631" y="1878670"/>
                  <a:pt x="5512692" y="1844713"/>
                  <a:pt x="5396459" y="1873771"/>
                </a:cubicBezTo>
                <a:cubicBezTo>
                  <a:pt x="5282168" y="1902344"/>
                  <a:pt x="5431716" y="1875713"/>
                  <a:pt x="5291527" y="1903751"/>
                </a:cubicBezTo>
                <a:cubicBezTo>
                  <a:pt x="5261723" y="1909712"/>
                  <a:pt x="5231390" y="1912780"/>
                  <a:pt x="5201586" y="1918741"/>
                </a:cubicBezTo>
                <a:cubicBezTo>
                  <a:pt x="5181384" y="1922781"/>
                  <a:pt x="5161737" y="1929262"/>
                  <a:pt x="5141626" y="1933731"/>
                </a:cubicBezTo>
                <a:cubicBezTo>
                  <a:pt x="5116754" y="1939258"/>
                  <a:pt x="5091501" y="1942993"/>
                  <a:pt x="5066675" y="1948722"/>
                </a:cubicBezTo>
                <a:cubicBezTo>
                  <a:pt x="5026526" y="1957987"/>
                  <a:pt x="4987252" y="1971109"/>
                  <a:pt x="4946754" y="1978702"/>
                </a:cubicBezTo>
                <a:cubicBezTo>
                  <a:pt x="4907159" y="1986126"/>
                  <a:pt x="4866806" y="1988695"/>
                  <a:pt x="4826832" y="1993692"/>
                </a:cubicBezTo>
                <a:cubicBezTo>
                  <a:pt x="4594936" y="2051665"/>
                  <a:pt x="4814326" y="2001189"/>
                  <a:pt x="4601980" y="2038662"/>
                </a:cubicBezTo>
                <a:cubicBezTo>
                  <a:pt x="4551798" y="2047518"/>
                  <a:pt x="4502859" y="2064411"/>
                  <a:pt x="4452078" y="2068643"/>
                </a:cubicBezTo>
                <a:cubicBezTo>
                  <a:pt x="4392117" y="2073640"/>
                  <a:pt x="4331997" y="2076989"/>
                  <a:pt x="4272196" y="2083633"/>
                </a:cubicBezTo>
                <a:cubicBezTo>
                  <a:pt x="4224007" y="2088987"/>
                  <a:pt x="4169666" y="2100078"/>
                  <a:pt x="4122295" y="2113613"/>
                </a:cubicBezTo>
                <a:cubicBezTo>
                  <a:pt x="4107102" y="2117954"/>
                  <a:pt x="4092987" y="2126515"/>
                  <a:pt x="4077324" y="2128603"/>
                </a:cubicBezTo>
                <a:cubicBezTo>
                  <a:pt x="4017683" y="2136555"/>
                  <a:pt x="3957403" y="2138597"/>
                  <a:pt x="3897442" y="2143594"/>
                </a:cubicBezTo>
                <a:cubicBezTo>
                  <a:pt x="3789620" y="2179535"/>
                  <a:pt x="3924268" y="2135930"/>
                  <a:pt x="3792511" y="2173574"/>
                </a:cubicBezTo>
                <a:cubicBezTo>
                  <a:pt x="3777318" y="2177915"/>
                  <a:pt x="3763158" y="2186161"/>
                  <a:pt x="3747541" y="2188564"/>
                </a:cubicBezTo>
                <a:cubicBezTo>
                  <a:pt x="3697908" y="2196200"/>
                  <a:pt x="3647395" y="2196769"/>
                  <a:pt x="3597639" y="2203554"/>
                </a:cubicBezTo>
                <a:cubicBezTo>
                  <a:pt x="3537409" y="2211767"/>
                  <a:pt x="3478075" y="2225995"/>
                  <a:pt x="3417757" y="2233535"/>
                </a:cubicBezTo>
                <a:lnTo>
                  <a:pt x="3297836" y="2248525"/>
                </a:lnTo>
                <a:cubicBezTo>
                  <a:pt x="3267748" y="2252823"/>
                  <a:pt x="3237565" y="2256922"/>
                  <a:pt x="3207895" y="2263515"/>
                </a:cubicBezTo>
                <a:cubicBezTo>
                  <a:pt x="3192470" y="2266943"/>
                  <a:pt x="3178418" y="2275406"/>
                  <a:pt x="3162924" y="2278505"/>
                </a:cubicBezTo>
                <a:cubicBezTo>
                  <a:pt x="3103317" y="2290426"/>
                  <a:pt x="2983042" y="2308485"/>
                  <a:pt x="2983042" y="2308485"/>
                </a:cubicBezTo>
                <a:cubicBezTo>
                  <a:pt x="2952207" y="2318764"/>
                  <a:pt x="2909488" y="2334282"/>
                  <a:pt x="2878111" y="2338466"/>
                </a:cubicBezTo>
                <a:cubicBezTo>
                  <a:pt x="2823404" y="2345760"/>
                  <a:pt x="2768183" y="2348459"/>
                  <a:pt x="2713219" y="2353456"/>
                </a:cubicBezTo>
                <a:cubicBezTo>
                  <a:pt x="2541046" y="2410847"/>
                  <a:pt x="2841070" y="2314654"/>
                  <a:pt x="2338465" y="2398426"/>
                </a:cubicBezTo>
                <a:cubicBezTo>
                  <a:pt x="2308485" y="2403423"/>
                  <a:pt x="2278745" y="2410179"/>
                  <a:pt x="2248524" y="2413417"/>
                </a:cubicBezTo>
                <a:cubicBezTo>
                  <a:pt x="2138771" y="2425176"/>
                  <a:pt x="2027620" y="2425251"/>
                  <a:pt x="1918741" y="2443397"/>
                </a:cubicBezTo>
                <a:cubicBezTo>
                  <a:pt x="1888761" y="2448394"/>
                  <a:pt x="1858604" y="2452426"/>
                  <a:pt x="1828800" y="2458387"/>
                </a:cubicBezTo>
                <a:cubicBezTo>
                  <a:pt x="1808598" y="2462427"/>
                  <a:pt x="1789364" y="2471592"/>
                  <a:pt x="1768839" y="2473377"/>
                </a:cubicBezTo>
                <a:cubicBezTo>
                  <a:pt x="1674127" y="2481613"/>
                  <a:pt x="1578964" y="2483370"/>
                  <a:pt x="1484026" y="2488367"/>
                </a:cubicBezTo>
                <a:cubicBezTo>
                  <a:pt x="1175758" y="2539748"/>
                  <a:pt x="1557787" y="2473616"/>
                  <a:pt x="1334124" y="2518348"/>
                </a:cubicBezTo>
                <a:cubicBezTo>
                  <a:pt x="1279344" y="2529304"/>
                  <a:pt x="1224337" y="2539144"/>
                  <a:pt x="1169232" y="2548328"/>
                </a:cubicBezTo>
                <a:cubicBezTo>
                  <a:pt x="1083676" y="2562587"/>
                  <a:pt x="1017243" y="2568547"/>
                  <a:pt x="929390" y="2578308"/>
                </a:cubicBezTo>
                <a:cubicBezTo>
                  <a:pt x="909403" y="2583305"/>
                  <a:pt x="889238" y="2587639"/>
                  <a:pt x="869429" y="2593299"/>
                </a:cubicBezTo>
                <a:cubicBezTo>
                  <a:pt x="854236" y="2597640"/>
                  <a:pt x="839953" y="2605190"/>
                  <a:pt x="824459" y="2608289"/>
                </a:cubicBezTo>
                <a:cubicBezTo>
                  <a:pt x="698934" y="2633394"/>
                  <a:pt x="730252" y="2609709"/>
                  <a:pt x="599606" y="2653259"/>
                </a:cubicBezTo>
                <a:lnTo>
                  <a:pt x="464695" y="2698230"/>
                </a:lnTo>
                <a:lnTo>
                  <a:pt x="419724" y="2713220"/>
                </a:lnTo>
                <a:lnTo>
                  <a:pt x="374754" y="2728210"/>
                </a:lnTo>
                <a:cubicBezTo>
                  <a:pt x="303620" y="2799344"/>
                  <a:pt x="341608" y="2779233"/>
                  <a:pt x="269822" y="2803161"/>
                </a:cubicBezTo>
                <a:cubicBezTo>
                  <a:pt x="254832" y="2813154"/>
                  <a:pt x="237591" y="2820402"/>
                  <a:pt x="224852" y="2833141"/>
                </a:cubicBezTo>
                <a:cubicBezTo>
                  <a:pt x="212113" y="2845880"/>
                  <a:pt x="206127" y="2864044"/>
                  <a:pt x="194872" y="2878112"/>
                </a:cubicBezTo>
                <a:cubicBezTo>
                  <a:pt x="186043" y="2889148"/>
                  <a:pt x="173720" y="2897056"/>
                  <a:pt x="164891" y="2908092"/>
                </a:cubicBezTo>
                <a:cubicBezTo>
                  <a:pt x="153637" y="2922160"/>
                  <a:pt x="146165" y="2938994"/>
                  <a:pt x="134911" y="2953062"/>
                </a:cubicBezTo>
                <a:cubicBezTo>
                  <a:pt x="126082" y="2964098"/>
                  <a:pt x="113760" y="2972007"/>
                  <a:pt x="104931" y="2983043"/>
                </a:cubicBezTo>
                <a:cubicBezTo>
                  <a:pt x="93677" y="2997111"/>
                  <a:pt x="86204" y="3013945"/>
                  <a:pt x="74950" y="3028013"/>
                </a:cubicBezTo>
                <a:cubicBezTo>
                  <a:pt x="66121" y="3039049"/>
                  <a:pt x="53799" y="3046958"/>
                  <a:pt x="44970" y="3057994"/>
                </a:cubicBezTo>
                <a:cubicBezTo>
                  <a:pt x="20851" y="3088143"/>
                  <a:pt x="15568" y="3101807"/>
                  <a:pt x="0" y="3132944"/>
                </a:cubicBezTo>
              </a:path>
            </a:pathLst>
          </a:custGeom>
          <a:noFill/>
          <a:ln cmpd="tri">
            <a:solidFill>
              <a:srgbClr val="A1A1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336" y="215299"/>
            <a:ext cx="2088231" cy="1305144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9892146" y="525216"/>
            <a:ext cx="17986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smtClean="0">
                <a:solidFill>
                  <a:schemeClr val="accent2">
                    <a:lumMod val="75000"/>
                  </a:schemeClr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Part3</a:t>
            </a:r>
            <a:endParaRPr lang="zh-CN" altLang="en-US" sz="6000" dirty="0">
              <a:solidFill>
                <a:schemeClr val="accent2">
                  <a:lumMod val="75000"/>
                </a:schemeClr>
              </a:solid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16416">
            <a:off x="8898487" y="4660209"/>
            <a:ext cx="3489056" cy="2572224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8897" y="-631628"/>
            <a:ext cx="4660900" cy="3429000"/>
          </a:xfrm>
          <a:prstGeom prst="rect">
            <a:avLst/>
          </a:prstGeom>
        </p:spPr>
      </p:pic>
      <p:sp>
        <p:nvSpPr>
          <p:cNvPr id="10" name="流程图: 可选过程 9"/>
          <p:cNvSpPr/>
          <p:nvPr/>
        </p:nvSpPr>
        <p:spPr>
          <a:xfrm rot="21189535" flipV="1">
            <a:off x="2227654" y="1964770"/>
            <a:ext cx="6798192" cy="2864490"/>
          </a:xfrm>
          <a:prstGeom prst="flowChartAlternateProcess">
            <a:avLst/>
          </a:prstGeom>
          <a:solidFill>
            <a:srgbClr val="A2DAF5"/>
          </a:solidFill>
          <a:ln>
            <a:solidFill>
              <a:srgbClr val="A2DA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 rot="21190359">
            <a:off x="2445941" y="2259476"/>
            <a:ext cx="6361616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喵呜体" panose="02010600010101010101" pitchFamily="2" charset="-122"/>
                <a:ea typeface="方正喵呜体" panose="02010600010101010101" pitchFamily="2" charset="-122"/>
              </a:rPr>
              <a:t>别让世界改变你的</a:t>
            </a:r>
            <a:r>
              <a:rPr lang="zh-CN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喵呜体" panose="02010600010101010101" pitchFamily="2" charset="-122"/>
                <a:ea typeface="方正喵呜体" panose="02010600010101010101" pitchFamily="2" charset="-122"/>
              </a:rPr>
              <a:t>节奏</a:t>
            </a:r>
            <a:endParaRPr lang="en-US" altLang="zh-CN" sz="3200" dirty="0">
              <a:solidFill>
                <a:schemeClr val="bg1"/>
              </a:solid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  <a:p>
            <a:pPr lvl="0" indent="457200"/>
            <a:r>
              <a:rPr lang="zh-CN" altLang="en-US" sz="2800" dirty="0" smtClean="0">
                <a:solidFill>
                  <a:schemeClr val="bg1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当</a:t>
            </a:r>
            <a:r>
              <a:rPr lang="zh-CN" altLang="en-US" sz="2800" dirty="0">
                <a:solidFill>
                  <a:schemeClr val="bg1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你面对这个世界突如其来的打击的时候，你需要伸出你的中指，对着这个世界说</a:t>
            </a:r>
            <a:r>
              <a:rPr lang="en-US" altLang="zh-CN" sz="2800" dirty="0">
                <a:solidFill>
                  <a:schemeClr val="bg1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Fuck You</a:t>
            </a:r>
            <a:r>
              <a:rPr lang="zh-CN" altLang="en-US" sz="2800" dirty="0">
                <a:solidFill>
                  <a:schemeClr val="bg1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！滚你的，我有我的梦想，我就要守护它。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761533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 36"/>
          <p:cNvSpPr/>
          <p:nvPr/>
        </p:nvSpPr>
        <p:spPr>
          <a:xfrm>
            <a:off x="1603948" y="1663908"/>
            <a:ext cx="9039068" cy="3132944"/>
          </a:xfrm>
          <a:custGeom>
            <a:avLst/>
            <a:gdLst>
              <a:gd name="connsiteX0" fmla="*/ 9039068 w 9039068"/>
              <a:gd name="connsiteY0" fmla="*/ 0 h 3132944"/>
              <a:gd name="connsiteX1" fmla="*/ 8964118 w 9039068"/>
              <a:gd name="connsiteY1" fmla="*/ 44971 h 3132944"/>
              <a:gd name="connsiteX2" fmla="*/ 8919147 w 9039068"/>
              <a:gd name="connsiteY2" fmla="*/ 59961 h 3132944"/>
              <a:gd name="connsiteX3" fmla="*/ 8874177 w 9039068"/>
              <a:gd name="connsiteY3" fmla="*/ 89941 h 3132944"/>
              <a:gd name="connsiteX4" fmla="*/ 8784236 w 9039068"/>
              <a:gd name="connsiteY4" fmla="*/ 119922 h 3132944"/>
              <a:gd name="connsiteX5" fmla="*/ 8739265 w 9039068"/>
              <a:gd name="connsiteY5" fmla="*/ 134912 h 3132944"/>
              <a:gd name="connsiteX6" fmla="*/ 8694295 w 9039068"/>
              <a:gd name="connsiteY6" fmla="*/ 149902 h 3132944"/>
              <a:gd name="connsiteX7" fmla="*/ 8619344 w 9039068"/>
              <a:gd name="connsiteY7" fmla="*/ 194872 h 3132944"/>
              <a:gd name="connsiteX8" fmla="*/ 8574373 w 9039068"/>
              <a:gd name="connsiteY8" fmla="*/ 224853 h 3132944"/>
              <a:gd name="connsiteX9" fmla="*/ 8529403 w 9039068"/>
              <a:gd name="connsiteY9" fmla="*/ 239843 h 3132944"/>
              <a:gd name="connsiteX10" fmla="*/ 8439462 w 9039068"/>
              <a:gd name="connsiteY10" fmla="*/ 299803 h 3132944"/>
              <a:gd name="connsiteX11" fmla="*/ 8379501 w 9039068"/>
              <a:gd name="connsiteY11" fmla="*/ 329784 h 3132944"/>
              <a:gd name="connsiteX12" fmla="*/ 8334531 w 9039068"/>
              <a:gd name="connsiteY12" fmla="*/ 359764 h 3132944"/>
              <a:gd name="connsiteX13" fmla="*/ 8289560 w 9039068"/>
              <a:gd name="connsiteY13" fmla="*/ 374754 h 3132944"/>
              <a:gd name="connsiteX14" fmla="*/ 8199619 w 9039068"/>
              <a:gd name="connsiteY14" fmla="*/ 434715 h 3132944"/>
              <a:gd name="connsiteX15" fmla="*/ 8154649 w 9039068"/>
              <a:gd name="connsiteY15" fmla="*/ 464695 h 3132944"/>
              <a:gd name="connsiteX16" fmla="*/ 8109678 w 9039068"/>
              <a:gd name="connsiteY16" fmla="*/ 479685 h 3132944"/>
              <a:gd name="connsiteX17" fmla="*/ 8019737 w 9039068"/>
              <a:gd name="connsiteY17" fmla="*/ 524656 h 3132944"/>
              <a:gd name="connsiteX18" fmla="*/ 7929796 w 9039068"/>
              <a:gd name="connsiteY18" fmla="*/ 569626 h 3132944"/>
              <a:gd name="connsiteX19" fmla="*/ 7884826 w 9039068"/>
              <a:gd name="connsiteY19" fmla="*/ 599607 h 3132944"/>
              <a:gd name="connsiteX20" fmla="*/ 7809875 w 9039068"/>
              <a:gd name="connsiteY20" fmla="*/ 659567 h 3132944"/>
              <a:gd name="connsiteX21" fmla="*/ 7764904 w 9039068"/>
              <a:gd name="connsiteY21" fmla="*/ 674558 h 3132944"/>
              <a:gd name="connsiteX22" fmla="*/ 7719934 w 9039068"/>
              <a:gd name="connsiteY22" fmla="*/ 719528 h 3132944"/>
              <a:gd name="connsiteX23" fmla="*/ 7629993 w 9039068"/>
              <a:gd name="connsiteY23" fmla="*/ 779489 h 3132944"/>
              <a:gd name="connsiteX24" fmla="*/ 7585022 w 9039068"/>
              <a:gd name="connsiteY24" fmla="*/ 824459 h 3132944"/>
              <a:gd name="connsiteX25" fmla="*/ 7525062 w 9039068"/>
              <a:gd name="connsiteY25" fmla="*/ 854440 h 3132944"/>
              <a:gd name="connsiteX26" fmla="*/ 7465101 w 9039068"/>
              <a:gd name="connsiteY26" fmla="*/ 899410 h 3132944"/>
              <a:gd name="connsiteX27" fmla="*/ 7420131 w 9039068"/>
              <a:gd name="connsiteY27" fmla="*/ 929390 h 3132944"/>
              <a:gd name="connsiteX28" fmla="*/ 7345180 w 9039068"/>
              <a:gd name="connsiteY28" fmla="*/ 989351 h 3132944"/>
              <a:gd name="connsiteX29" fmla="*/ 7300209 w 9039068"/>
              <a:gd name="connsiteY29" fmla="*/ 1004341 h 3132944"/>
              <a:gd name="connsiteX30" fmla="*/ 7270229 w 9039068"/>
              <a:gd name="connsiteY30" fmla="*/ 1034322 h 3132944"/>
              <a:gd name="connsiteX31" fmla="*/ 7165298 w 9039068"/>
              <a:gd name="connsiteY31" fmla="*/ 1079292 h 3132944"/>
              <a:gd name="connsiteX32" fmla="*/ 7090347 w 9039068"/>
              <a:gd name="connsiteY32" fmla="*/ 1124262 h 3132944"/>
              <a:gd name="connsiteX33" fmla="*/ 7045377 w 9039068"/>
              <a:gd name="connsiteY33" fmla="*/ 1154243 h 3132944"/>
              <a:gd name="connsiteX34" fmla="*/ 6970426 w 9039068"/>
              <a:gd name="connsiteY34" fmla="*/ 1229194 h 3132944"/>
              <a:gd name="connsiteX35" fmla="*/ 6865495 w 9039068"/>
              <a:gd name="connsiteY35" fmla="*/ 1274164 h 3132944"/>
              <a:gd name="connsiteX36" fmla="*/ 6790544 w 9039068"/>
              <a:gd name="connsiteY36" fmla="*/ 1334125 h 3132944"/>
              <a:gd name="connsiteX37" fmla="*/ 6700603 w 9039068"/>
              <a:gd name="connsiteY37" fmla="*/ 1364105 h 3132944"/>
              <a:gd name="connsiteX38" fmla="*/ 6655632 w 9039068"/>
              <a:gd name="connsiteY38" fmla="*/ 1394085 h 3132944"/>
              <a:gd name="connsiteX39" fmla="*/ 6625652 w 9039068"/>
              <a:gd name="connsiteY39" fmla="*/ 1424066 h 3132944"/>
              <a:gd name="connsiteX40" fmla="*/ 6580682 w 9039068"/>
              <a:gd name="connsiteY40" fmla="*/ 1439056 h 3132944"/>
              <a:gd name="connsiteX41" fmla="*/ 6505731 w 9039068"/>
              <a:gd name="connsiteY41" fmla="*/ 1484026 h 3132944"/>
              <a:gd name="connsiteX42" fmla="*/ 6460760 w 9039068"/>
              <a:gd name="connsiteY42" fmla="*/ 1514007 h 3132944"/>
              <a:gd name="connsiteX43" fmla="*/ 6415790 w 9039068"/>
              <a:gd name="connsiteY43" fmla="*/ 1528997 h 3132944"/>
              <a:gd name="connsiteX44" fmla="*/ 6370819 w 9039068"/>
              <a:gd name="connsiteY44" fmla="*/ 1558977 h 3132944"/>
              <a:gd name="connsiteX45" fmla="*/ 6280878 w 9039068"/>
              <a:gd name="connsiteY45" fmla="*/ 1588958 h 3132944"/>
              <a:gd name="connsiteX46" fmla="*/ 6235908 w 9039068"/>
              <a:gd name="connsiteY46" fmla="*/ 1603948 h 3132944"/>
              <a:gd name="connsiteX47" fmla="*/ 6175947 w 9039068"/>
              <a:gd name="connsiteY47" fmla="*/ 1618938 h 3132944"/>
              <a:gd name="connsiteX48" fmla="*/ 6086006 w 9039068"/>
              <a:gd name="connsiteY48" fmla="*/ 1648918 h 3132944"/>
              <a:gd name="connsiteX49" fmla="*/ 6041036 w 9039068"/>
              <a:gd name="connsiteY49" fmla="*/ 1663908 h 3132944"/>
              <a:gd name="connsiteX50" fmla="*/ 5981075 w 9039068"/>
              <a:gd name="connsiteY50" fmla="*/ 1678899 h 3132944"/>
              <a:gd name="connsiteX51" fmla="*/ 5921114 w 9039068"/>
              <a:gd name="connsiteY51" fmla="*/ 1708879 h 3132944"/>
              <a:gd name="connsiteX52" fmla="*/ 5876144 w 9039068"/>
              <a:gd name="connsiteY52" fmla="*/ 1738859 h 3132944"/>
              <a:gd name="connsiteX53" fmla="*/ 5786203 w 9039068"/>
              <a:gd name="connsiteY53" fmla="*/ 1753849 h 3132944"/>
              <a:gd name="connsiteX54" fmla="*/ 5726242 w 9039068"/>
              <a:gd name="connsiteY54" fmla="*/ 1783830 h 3132944"/>
              <a:gd name="connsiteX55" fmla="*/ 5531370 w 9039068"/>
              <a:gd name="connsiteY55" fmla="*/ 1828800 h 3132944"/>
              <a:gd name="connsiteX56" fmla="*/ 5396459 w 9039068"/>
              <a:gd name="connsiteY56" fmla="*/ 1873771 h 3132944"/>
              <a:gd name="connsiteX57" fmla="*/ 5291527 w 9039068"/>
              <a:gd name="connsiteY57" fmla="*/ 1903751 h 3132944"/>
              <a:gd name="connsiteX58" fmla="*/ 5201586 w 9039068"/>
              <a:gd name="connsiteY58" fmla="*/ 1918741 h 3132944"/>
              <a:gd name="connsiteX59" fmla="*/ 5141626 w 9039068"/>
              <a:gd name="connsiteY59" fmla="*/ 1933731 h 3132944"/>
              <a:gd name="connsiteX60" fmla="*/ 5066675 w 9039068"/>
              <a:gd name="connsiteY60" fmla="*/ 1948722 h 3132944"/>
              <a:gd name="connsiteX61" fmla="*/ 4946754 w 9039068"/>
              <a:gd name="connsiteY61" fmla="*/ 1978702 h 3132944"/>
              <a:gd name="connsiteX62" fmla="*/ 4826832 w 9039068"/>
              <a:gd name="connsiteY62" fmla="*/ 1993692 h 3132944"/>
              <a:gd name="connsiteX63" fmla="*/ 4601980 w 9039068"/>
              <a:gd name="connsiteY63" fmla="*/ 2038662 h 3132944"/>
              <a:gd name="connsiteX64" fmla="*/ 4452078 w 9039068"/>
              <a:gd name="connsiteY64" fmla="*/ 2068643 h 3132944"/>
              <a:gd name="connsiteX65" fmla="*/ 4272196 w 9039068"/>
              <a:gd name="connsiteY65" fmla="*/ 2083633 h 3132944"/>
              <a:gd name="connsiteX66" fmla="*/ 4122295 w 9039068"/>
              <a:gd name="connsiteY66" fmla="*/ 2113613 h 3132944"/>
              <a:gd name="connsiteX67" fmla="*/ 4077324 w 9039068"/>
              <a:gd name="connsiteY67" fmla="*/ 2128603 h 3132944"/>
              <a:gd name="connsiteX68" fmla="*/ 3897442 w 9039068"/>
              <a:gd name="connsiteY68" fmla="*/ 2143594 h 3132944"/>
              <a:gd name="connsiteX69" fmla="*/ 3792511 w 9039068"/>
              <a:gd name="connsiteY69" fmla="*/ 2173574 h 3132944"/>
              <a:gd name="connsiteX70" fmla="*/ 3747541 w 9039068"/>
              <a:gd name="connsiteY70" fmla="*/ 2188564 h 3132944"/>
              <a:gd name="connsiteX71" fmla="*/ 3597639 w 9039068"/>
              <a:gd name="connsiteY71" fmla="*/ 2203554 h 3132944"/>
              <a:gd name="connsiteX72" fmla="*/ 3417757 w 9039068"/>
              <a:gd name="connsiteY72" fmla="*/ 2233535 h 3132944"/>
              <a:gd name="connsiteX73" fmla="*/ 3297836 w 9039068"/>
              <a:gd name="connsiteY73" fmla="*/ 2248525 h 3132944"/>
              <a:gd name="connsiteX74" fmla="*/ 3207895 w 9039068"/>
              <a:gd name="connsiteY74" fmla="*/ 2263515 h 3132944"/>
              <a:gd name="connsiteX75" fmla="*/ 3162924 w 9039068"/>
              <a:gd name="connsiteY75" fmla="*/ 2278505 h 3132944"/>
              <a:gd name="connsiteX76" fmla="*/ 2983042 w 9039068"/>
              <a:gd name="connsiteY76" fmla="*/ 2308485 h 3132944"/>
              <a:gd name="connsiteX77" fmla="*/ 2878111 w 9039068"/>
              <a:gd name="connsiteY77" fmla="*/ 2338466 h 3132944"/>
              <a:gd name="connsiteX78" fmla="*/ 2713219 w 9039068"/>
              <a:gd name="connsiteY78" fmla="*/ 2353456 h 3132944"/>
              <a:gd name="connsiteX79" fmla="*/ 2338465 w 9039068"/>
              <a:gd name="connsiteY79" fmla="*/ 2398426 h 3132944"/>
              <a:gd name="connsiteX80" fmla="*/ 2248524 w 9039068"/>
              <a:gd name="connsiteY80" fmla="*/ 2413417 h 3132944"/>
              <a:gd name="connsiteX81" fmla="*/ 1918741 w 9039068"/>
              <a:gd name="connsiteY81" fmla="*/ 2443397 h 3132944"/>
              <a:gd name="connsiteX82" fmla="*/ 1828800 w 9039068"/>
              <a:gd name="connsiteY82" fmla="*/ 2458387 h 3132944"/>
              <a:gd name="connsiteX83" fmla="*/ 1768839 w 9039068"/>
              <a:gd name="connsiteY83" fmla="*/ 2473377 h 3132944"/>
              <a:gd name="connsiteX84" fmla="*/ 1484026 w 9039068"/>
              <a:gd name="connsiteY84" fmla="*/ 2488367 h 3132944"/>
              <a:gd name="connsiteX85" fmla="*/ 1334124 w 9039068"/>
              <a:gd name="connsiteY85" fmla="*/ 2518348 h 3132944"/>
              <a:gd name="connsiteX86" fmla="*/ 1169232 w 9039068"/>
              <a:gd name="connsiteY86" fmla="*/ 2548328 h 3132944"/>
              <a:gd name="connsiteX87" fmla="*/ 929390 w 9039068"/>
              <a:gd name="connsiteY87" fmla="*/ 2578308 h 3132944"/>
              <a:gd name="connsiteX88" fmla="*/ 869429 w 9039068"/>
              <a:gd name="connsiteY88" fmla="*/ 2593299 h 3132944"/>
              <a:gd name="connsiteX89" fmla="*/ 824459 w 9039068"/>
              <a:gd name="connsiteY89" fmla="*/ 2608289 h 3132944"/>
              <a:gd name="connsiteX90" fmla="*/ 599606 w 9039068"/>
              <a:gd name="connsiteY90" fmla="*/ 2653259 h 3132944"/>
              <a:gd name="connsiteX91" fmla="*/ 464695 w 9039068"/>
              <a:gd name="connsiteY91" fmla="*/ 2698230 h 3132944"/>
              <a:gd name="connsiteX92" fmla="*/ 419724 w 9039068"/>
              <a:gd name="connsiteY92" fmla="*/ 2713220 h 3132944"/>
              <a:gd name="connsiteX93" fmla="*/ 374754 w 9039068"/>
              <a:gd name="connsiteY93" fmla="*/ 2728210 h 3132944"/>
              <a:gd name="connsiteX94" fmla="*/ 269822 w 9039068"/>
              <a:gd name="connsiteY94" fmla="*/ 2803161 h 3132944"/>
              <a:gd name="connsiteX95" fmla="*/ 224852 w 9039068"/>
              <a:gd name="connsiteY95" fmla="*/ 2833141 h 3132944"/>
              <a:gd name="connsiteX96" fmla="*/ 194872 w 9039068"/>
              <a:gd name="connsiteY96" fmla="*/ 2878112 h 3132944"/>
              <a:gd name="connsiteX97" fmla="*/ 164891 w 9039068"/>
              <a:gd name="connsiteY97" fmla="*/ 2908092 h 3132944"/>
              <a:gd name="connsiteX98" fmla="*/ 134911 w 9039068"/>
              <a:gd name="connsiteY98" fmla="*/ 2953062 h 3132944"/>
              <a:gd name="connsiteX99" fmla="*/ 104931 w 9039068"/>
              <a:gd name="connsiteY99" fmla="*/ 2983043 h 3132944"/>
              <a:gd name="connsiteX100" fmla="*/ 74950 w 9039068"/>
              <a:gd name="connsiteY100" fmla="*/ 3028013 h 3132944"/>
              <a:gd name="connsiteX101" fmla="*/ 44970 w 9039068"/>
              <a:gd name="connsiteY101" fmla="*/ 3057994 h 3132944"/>
              <a:gd name="connsiteX102" fmla="*/ 0 w 9039068"/>
              <a:gd name="connsiteY102" fmla="*/ 3132944 h 3132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9039068" h="3132944">
                <a:moveTo>
                  <a:pt x="9039068" y="0"/>
                </a:moveTo>
                <a:cubicBezTo>
                  <a:pt x="9014085" y="14990"/>
                  <a:pt x="8990178" y="31941"/>
                  <a:pt x="8964118" y="44971"/>
                </a:cubicBezTo>
                <a:cubicBezTo>
                  <a:pt x="8949985" y="52038"/>
                  <a:pt x="8933280" y="52895"/>
                  <a:pt x="8919147" y="59961"/>
                </a:cubicBezTo>
                <a:cubicBezTo>
                  <a:pt x="8903033" y="68018"/>
                  <a:pt x="8890640" y="82624"/>
                  <a:pt x="8874177" y="89941"/>
                </a:cubicBezTo>
                <a:cubicBezTo>
                  <a:pt x="8845299" y="102776"/>
                  <a:pt x="8814216" y="109928"/>
                  <a:pt x="8784236" y="119922"/>
                </a:cubicBezTo>
                <a:lnTo>
                  <a:pt x="8739265" y="134912"/>
                </a:lnTo>
                <a:lnTo>
                  <a:pt x="8694295" y="149902"/>
                </a:lnTo>
                <a:cubicBezTo>
                  <a:pt x="8635734" y="208461"/>
                  <a:pt x="8697183" y="155952"/>
                  <a:pt x="8619344" y="194872"/>
                </a:cubicBezTo>
                <a:cubicBezTo>
                  <a:pt x="8603230" y="202929"/>
                  <a:pt x="8590487" y="216796"/>
                  <a:pt x="8574373" y="224853"/>
                </a:cubicBezTo>
                <a:cubicBezTo>
                  <a:pt x="8560240" y="231919"/>
                  <a:pt x="8543215" y="232169"/>
                  <a:pt x="8529403" y="239843"/>
                </a:cubicBezTo>
                <a:cubicBezTo>
                  <a:pt x="8497906" y="257341"/>
                  <a:pt x="8471690" y="283689"/>
                  <a:pt x="8439462" y="299803"/>
                </a:cubicBezTo>
                <a:cubicBezTo>
                  <a:pt x="8419475" y="309797"/>
                  <a:pt x="8398903" y="318697"/>
                  <a:pt x="8379501" y="329784"/>
                </a:cubicBezTo>
                <a:cubicBezTo>
                  <a:pt x="8363859" y="338722"/>
                  <a:pt x="8350645" y="351707"/>
                  <a:pt x="8334531" y="359764"/>
                </a:cubicBezTo>
                <a:cubicBezTo>
                  <a:pt x="8320398" y="366830"/>
                  <a:pt x="8304550" y="369757"/>
                  <a:pt x="8289560" y="374754"/>
                </a:cubicBezTo>
                <a:lnTo>
                  <a:pt x="8199619" y="434715"/>
                </a:lnTo>
                <a:cubicBezTo>
                  <a:pt x="8184629" y="444708"/>
                  <a:pt x="8171740" y="458998"/>
                  <a:pt x="8154649" y="464695"/>
                </a:cubicBezTo>
                <a:lnTo>
                  <a:pt x="8109678" y="479685"/>
                </a:lnTo>
                <a:cubicBezTo>
                  <a:pt x="7980810" y="565600"/>
                  <a:pt x="8143852" y="462599"/>
                  <a:pt x="8019737" y="524656"/>
                </a:cubicBezTo>
                <a:cubicBezTo>
                  <a:pt x="7903501" y="582773"/>
                  <a:pt x="8042833" y="531948"/>
                  <a:pt x="7929796" y="569626"/>
                </a:cubicBezTo>
                <a:cubicBezTo>
                  <a:pt x="7914806" y="579620"/>
                  <a:pt x="7898894" y="588353"/>
                  <a:pt x="7884826" y="599607"/>
                </a:cubicBezTo>
                <a:cubicBezTo>
                  <a:pt x="7838354" y="636785"/>
                  <a:pt x="7871387" y="628811"/>
                  <a:pt x="7809875" y="659567"/>
                </a:cubicBezTo>
                <a:cubicBezTo>
                  <a:pt x="7795742" y="666634"/>
                  <a:pt x="7779894" y="669561"/>
                  <a:pt x="7764904" y="674558"/>
                </a:cubicBezTo>
                <a:cubicBezTo>
                  <a:pt x="7749914" y="689548"/>
                  <a:pt x="7736668" y="706513"/>
                  <a:pt x="7719934" y="719528"/>
                </a:cubicBezTo>
                <a:cubicBezTo>
                  <a:pt x="7691492" y="741649"/>
                  <a:pt x="7655472" y="754011"/>
                  <a:pt x="7629993" y="779489"/>
                </a:cubicBezTo>
                <a:cubicBezTo>
                  <a:pt x="7615003" y="794479"/>
                  <a:pt x="7602273" y="812137"/>
                  <a:pt x="7585022" y="824459"/>
                </a:cubicBezTo>
                <a:cubicBezTo>
                  <a:pt x="7566838" y="837447"/>
                  <a:pt x="7544011" y="842597"/>
                  <a:pt x="7525062" y="854440"/>
                </a:cubicBezTo>
                <a:cubicBezTo>
                  <a:pt x="7503876" y="867681"/>
                  <a:pt x="7485431" y="884889"/>
                  <a:pt x="7465101" y="899410"/>
                </a:cubicBezTo>
                <a:cubicBezTo>
                  <a:pt x="7450441" y="909881"/>
                  <a:pt x="7434199" y="918136"/>
                  <a:pt x="7420131" y="929390"/>
                </a:cubicBezTo>
                <a:cubicBezTo>
                  <a:pt x="7373657" y="966570"/>
                  <a:pt x="7406695" y="958594"/>
                  <a:pt x="7345180" y="989351"/>
                </a:cubicBezTo>
                <a:cubicBezTo>
                  <a:pt x="7331047" y="996417"/>
                  <a:pt x="7315199" y="999344"/>
                  <a:pt x="7300209" y="1004341"/>
                </a:cubicBezTo>
                <a:cubicBezTo>
                  <a:pt x="7290216" y="1014335"/>
                  <a:pt x="7281988" y="1026482"/>
                  <a:pt x="7270229" y="1034322"/>
                </a:cubicBezTo>
                <a:cubicBezTo>
                  <a:pt x="7176659" y="1096702"/>
                  <a:pt x="7245239" y="1039322"/>
                  <a:pt x="7165298" y="1079292"/>
                </a:cubicBezTo>
                <a:cubicBezTo>
                  <a:pt x="7139238" y="1092322"/>
                  <a:pt x="7115054" y="1108820"/>
                  <a:pt x="7090347" y="1124262"/>
                </a:cubicBezTo>
                <a:cubicBezTo>
                  <a:pt x="7075070" y="1133810"/>
                  <a:pt x="7058935" y="1142379"/>
                  <a:pt x="7045377" y="1154243"/>
                </a:cubicBezTo>
                <a:cubicBezTo>
                  <a:pt x="7018787" y="1177510"/>
                  <a:pt x="7003945" y="1218021"/>
                  <a:pt x="6970426" y="1229194"/>
                </a:cubicBezTo>
                <a:cubicBezTo>
                  <a:pt x="6930451" y="1242519"/>
                  <a:pt x="6902543" y="1249466"/>
                  <a:pt x="6865495" y="1274164"/>
                </a:cubicBezTo>
                <a:cubicBezTo>
                  <a:pt x="6803204" y="1315691"/>
                  <a:pt x="6872221" y="1297824"/>
                  <a:pt x="6790544" y="1334125"/>
                </a:cubicBezTo>
                <a:cubicBezTo>
                  <a:pt x="6761666" y="1346960"/>
                  <a:pt x="6726898" y="1346576"/>
                  <a:pt x="6700603" y="1364105"/>
                </a:cubicBezTo>
                <a:cubicBezTo>
                  <a:pt x="6685613" y="1374098"/>
                  <a:pt x="6669700" y="1382830"/>
                  <a:pt x="6655632" y="1394085"/>
                </a:cubicBezTo>
                <a:cubicBezTo>
                  <a:pt x="6644596" y="1402914"/>
                  <a:pt x="6637771" y="1416795"/>
                  <a:pt x="6625652" y="1424066"/>
                </a:cubicBezTo>
                <a:cubicBezTo>
                  <a:pt x="6612103" y="1432196"/>
                  <a:pt x="6595672" y="1434059"/>
                  <a:pt x="6580682" y="1439056"/>
                </a:cubicBezTo>
                <a:cubicBezTo>
                  <a:pt x="6522121" y="1497615"/>
                  <a:pt x="6583570" y="1445106"/>
                  <a:pt x="6505731" y="1484026"/>
                </a:cubicBezTo>
                <a:cubicBezTo>
                  <a:pt x="6489617" y="1492083"/>
                  <a:pt x="6476874" y="1505950"/>
                  <a:pt x="6460760" y="1514007"/>
                </a:cubicBezTo>
                <a:cubicBezTo>
                  <a:pt x="6446627" y="1521073"/>
                  <a:pt x="6429923" y="1521931"/>
                  <a:pt x="6415790" y="1528997"/>
                </a:cubicBezTo>
                <a:cubicBezTo>
                  <a:pt x="6399676" y="1537054"/>
                  <a:pt x="6387282" y="1551660"/>
                  <a:pt x="6370819" y="1558977"/>
                </a:cubicBezTo>
                <a:cubicBezTo>
                  <a:pt x="6341941" y="1571812"/>
                  <a:pt x="6310858" y="1578964"/>
                  <a:pt x="6280878" y="1588958"/>
                </a:cubicBezTo>
                <a:cubicBezTo>
                  <a:pt x="6265888" y="1593955"/>
                  <a:pt x="6251237" y="1600116"/>
                  <a:pt x="6235908" y="1603948"/>
                </a:cubicBezTo>
                <a:cubicBezTo>
                  <a:pt x="6215921" y="1608945"/>
                  <a:pt x="6195680" y="1613018"/>
                  <a:pt x="6175947" y="1618938"/>
                </a:cubicBezTo>
                <a:cubicBezTo>
                  <a:pt x="6145678" y="1628019"/>
                  <a:pt x="6115986" y="1638925"/>
                  <a:pt x="6086006" y="1648918"/>
                </a:cubicBezTo>
                <a:cubicBezTo>
                  <a:pt x="6071016" y="1653915"/>
                  <a:pt x="6056365" y="1660076"/>
                  <a:pt x="6041036" y="1663908"/>
                </a:cubicBezTo>
                <a:cubicBezTo>
                  <a:pt x="6021049" y="1668905"/>
                  <a:pt x="6000365" y="1671665"/>
                  <a:pt x="5981075" y="1678899"/>
                </a:cubicBezTo>
                <a:cubicBezTo>
                  <a:pt x="5960152" y="1686745"/>
                  <a:pt x="5940516" y="1697792"/>
                  <a:pt x="5921114" y="1708879"/>
                </a:cubicBezTo>
                <a:cubicBezTo>
                  <a:pt x="5905472" y="1717817"/>
                  <a:pt x="5893235" y="1733162"/>
                  <a:pt x="5876144" y="1738859"/>
                </a:cubicBezTo>
                <a:cubicBezTo>
                  <a:pt x="5847310" y="1748470"/>
                  <a:pt x="5816183" y="1748852"/>
                  <a:pt x="5786203" y="1753849"/>
                </a:cubicBezTo>
                <a:cubicBezTo>
                  <a:pt x="5766216" y="1763843"/>
                  <a:pt x="5747441" y="1776763"/>
                  <a:pt x="5726242" y="1783830"/>
                </a:cubicBezTo>
                <a:cubicBezTo>
                  <a:pt x="5672004" y="1801910"/>
                  <a:pt x="5590826" y="1816909"/>
                  <a:pt x="5531370" y="1828800"/>
                </a:cubicBezTo>
                <a:cubicBezTo>
                  <a:pt x="5431631" y="1878670"/>
                  <a:pt x="5512692" y="1844713"/>
                  <a:pt x="5396459" y="1873771"/>
                </a:cubicBezTo>
                <a:cubicBezTo>
                  <a:pt x="5282168" y="1902344"/>
                  <a:pt x="5431716" y="1875713"/>
                  <a:pt x="5291527" y="1903751"/>
                </a:cubicBezTo>
                <a:cubicBezTo>
                  <a:pt x="5261723" y="1909712"/>
                  <a:pt x="5231390" y="1912780"/>
                  <a:pt x="5201586" y="1918741"/>
                </a:cubicBezTo>
                <a:cubicBezTo>
                  <a:pt x="5181384" y="1922781"/>
                  <a:pt x="5161737" y="1929262"/>
                  <a:pt x="5141626" y="1933731"/>
                </a:cubicBezTo>
                <a:cubicBezTo>
                  <a:pt x="5116754" y="1939258"/>
                  <a:pt x="5091501" y="1942993"/>
                  <a:pt x="5066675" y="1948722"/>
                </a:cubicBezTo>
                <a:cubicBezTo>
                  <a:pt x="5026526" y="1957987"/>
                  <a:pt x="4987252" y="1971109"/>
                  <a:pt x="4946754" y="1978702"/>
                </a:cubicBezTo>
                <a:cubicBezTo>
                  <a:pt x="4907159" y="1986126"/>
                  <a:pt x="4866806" y="1988695"/>
                  <a:pt x="4826832" y="1993692"/>
                </a:cubicBezTo>
                <a:cubicBezTo>
                  <a:pt x="4594936" y="2051665"/>
                  <a:pt x="4814326" y="2001189"/>
                  <a:pt x="4601980" y="2038662"/>
                </a:cubicBezTo>
                <a:cubicBezTo>
                  <a:pt x="4551798" y="2047518"/>
                  <a:pt x="4502859" y="2064411"/>
                  <a:pt x="4452078" y="2068643"/>
                </a:cubicBezTo>
                <a:cubicBezTo>
                  <a:pt x="4392117" y="2073640"/>
                  <a:pt x="4331997" y="2076989"/>
                  <a:pt x="4272196" y="2083633"/>
                </a:cubicBezTo>
                <a:cubicBezTo>
                  <a:pt x="4224007" y="2088987"/>
                  <a:pt x="4169666" y="2100078"/>
                  <a:pt x="4122295" y="2113613"/>
                </a:cubicBezTo>
                <a:cubicBezTo>
                  <a:pt x="4107102" y="2117954"/>
                  <a:pt x="4092987" y="2126515"/>
                  <a:pt x="4077324" y="2128603"/>
                </a:cubicBezTo>
                <a:cubicBezTo>
                  <a:pt x="4017683" y="2136555"/>
                  <a:pt x="3957403" y="2138597"/>
                  <a:pt x="3897442" y="2143594"/>
                </a:cubicBezTo>
                <a:cubicBezTo>
                  <a:pt x="3789620" y="2179535"/>
                  <a:pt x="3924268" y="2135930"/>
                  <a:pt x="3792511" y="2173574"/>
                </a:cubicBezTo>
                <a:cubicBezTo>
                  <a:pt x="3777318" y="2177915"/>
                  <a:pt x="3763158" y="2186161"/>
                  <a:pt x="3747541" y="2188564"/>
                </a:cubicBezTo>
                <a:cubicBezTo>
                  <a:pt x="3697908" y="2196200"/>
                  <a:pt x="3647395" y="2196769"/>
                  <a:pt x="3597639" y="2203554"/>
                </a:cubicBezTo>
                <a:cubicBezTo>
                  <a:pt x="3537409" y="2211767"/>
                  <a:pt x="3478075" y="2225995"/>
                  <a:pt x="3417757" y="2233535"/>
                </a:cubicBezTo>
                <a:lnTo>
                  <a:pt x="3297836" y="2248525"/>
                </a:lnTo>
                <a:cubicBezTo>
                  <a:pt x="3267748" y="2252823"/>
                  <a:pt x="3237565" y="2256922"/>
                  <a:pt x="3207895" y="2263515"/>
                </a:cubicBezTo>
                <a:cubicBezTo>
                  <a:pt x="3192470" y="2266943"/>
                  <a:pt x="3178418" y="2275406"/>
                  <a:pt x="3162924" y="2278505"/>
                </a:cubicBezTo>
                <a:cubicBezTo>
                  <a:pt x="3103317" y="2290426"/>
                  <a:pt x="2983042" y="2308485"/>
                  <a:pt x="2983042" y="2308485"/>
                </a:cubicBezTo>
                <a:cubicBezTo>
                  <a:pt x="2952207" y="2318764"/>
                  <a:pt x="2909488" y="2334282"/>
                  <a:pt x="2878111" y="2338466"/>
                </a:cubicBezTo>
                <a:cubicBezTo>
                  <a:pt x="2823404" y="2345760"/>
                  <a:pt x="2768183" y="2348459"/>
                  <a:pt x="2713219" y="2353456"/>
                </a:cubicBezTo>
                <a:cubicBezTo>
                  <a:pt x="2541046" y="2410847"/>
                  <a:pt x="2841070" y="2314654"/>
                  <a:pt x="2338465" y="2398426"/>
                </a:cubicBezTo>
                <a:cubicBezTo>
                  <a:pt x="2308485" y="2403423"/>
                  <a:pt x="2278745" y="2410179"/>
                  <a:pt x="2248524" y="2413417"/>
                </a:cubicBezTo>
                <a:cubicBezTo>
                  <a:pt x="2138771" y="2425176"/>
                  <a:pt x="2027620" y="2425251"/>
                  <a:pt x="1918741" y="2443397"/>
                </a:cubicBezTo>
                <a:cubicBezTo>
                  <a:pt x="1888761" y="2448394"/>
                  <a:pt x="1858604" y="2452426"/>
                  <a:pt x="1828800" y="2458387"/>
                </a:cubicBezTo>
                <a:cubicBezTo>
                  <a:pt x="1808598" y="2462427"/>
                  <a:pt x="1789364" y="2471592"/>
                  <a:pt x="1768839" y="2473377"/>
                </a:cubicBezTo>
                <a:cubicBezTo>
                  <a:pt x="1674127" y="2481613"/>
                  <a:pt x="1578964" y="2483370"/>
                  <a:pt x="1484026" y="2488367"/>
                </a:cubicBezTo>
                <a:cubicBezTo>
                  <a:pt x="1175758" y="2539748"/>
                  <a:pt x="1557787" y="2473616"/>
                  <a:pt x="1334124" y="2518348"/>
                </a:cubicBezTo>
                <a:cubicBezTo>
                  <a:pt x="1279344" y="2529304"/>
                  <a:pt x="1224337" y="2539144"/>
                  <a:pt x="1169232" y="2548328"/>
                </a:cubicBezTo>
                <a:cubicBezTo>
                  <a:pt x="1083676" y="2562587"/>
                  <a:pt x="1017243" y="2568547"/>
                  <a:pt x="929390" y="2578308"/>
                </a:cubicBezTo>
                <a:cubicBezTo>
                  <a:pt x="909403" y="2583305"/>
                  <a:pt x="889238" y="2587639"/>
                  <a:pt x="869429" y="2593299"/>
                </a:cubicBezTo>
                <a:cubicBezTo>
                  <a:pt x="854236" y="2597640"/>
                  <a:pt x="839953" y="2605190"/>
                  <a:pt x="824459" y="2608289"/>
                </a:cubicBezTo>
                <a:cubicBezTo>
                  <a:pt x="698934" y="2633394"/>
                  <a:pt x="730252" y="2609709"/>
                  <a:pt x="599606" y="2653259"/>
                </a:cubicBezTo>
                <a:lnTo>
                  <a:pt x="464695" y="2698230"/>
                </a:lnTo>
                <a:lnTo>
                  <a:pt x="419724" y="2713220"/>
                </a:lnTo>
                <a:lnTo>
                  <a:pt x="374754" y="2728210"/>
                </a:lnTo>
                <a:cubicBezTo>
                  <a:pt x="303620" y="2799344"/>
                  <a:pt x="341608" y="2779233"/>
                  <a:pt x="269822" y="2803161"/>
                </a:cubicBezTo>
                <a:cubicBezTo>
                  <a:pt x="254832" y="2813154"/>
                  <a:pt x="237591" y="2820402"/>
                  <a:pt x="224852" y="2833141"/>
                </a:cubicBezTo>
                <a:cubicBezTo>
                  <a:pt x="212113" y="2845880"/>
                  <a:pt x="206127" y="2864044"/>
                  <a:pt x="194872" y="2878112"/>
                </a:cubicBezTo>
                <a:cubicBezTo>
                  <a:pt x="186043" y="2889148"/>
                  <a:pt x="173720" y="2897056"/>
                  <a:pt x="164891" y="2908092"/>
                </a:cubicBezTo>
                <a:cubicBezTo>
                  <a:pt x="153637" y="2922160"/>
                  <a:pt x="146165" y="2938994"/>
                  <a:pt x="134911" y="2953062"/>
                </a:cubicBezTo>
                <a:cubicBezTo>
                  <a:pt x="126082" y="2964098"/>
                  <a:pt x="113760" y="2972007"/>
                  <a:pt x="104931" y="2983043"/>
                </a:cubicBezTo>
                <a:cubicBezTo>
                  <a:pt x="93677" y="2997111"/>
                  <a:pt x="86204" y="3013945"/>
                  <a:pt x="74950" y="3028013"/>
                </a:cubicBezTo>
                <a:cubicBezTo>
                  <a:pt x="66121" y="3039049"/>
                  <a:pt x="53799" y="3046958"/>
                  <a:pt x="44970" y="3057994"/>
                </a:cubicBezTo>
                <a:cubicBezTo>
                  <a:pt x="20851" y="3088143"/>
                  <a:pt x="15568" y="3101807"/>
                  <a:pt x="0" y="3132944"/>
                </a:cubicBezTo>
              </a:path>
            </a:pathLst>
          </a:custGeom>
          <a:noFill/>
          <a:ln cmpd="tri">
            <a:solidFill>
              <a:srgbClr val="A1A1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474" y="360385"/>
            <a:ext cx="2088231" cy="1305144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3126041" y="627523"/>
            <a:ext cx="17986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smtClean="0">
                <a:solidFill>
                  <a:schemeClr val="accent2">
                    <a:lumMod val="75000"/>
                  </a:schemeClr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Part4</a:t>
            </a:r>
            <a:endParaRPr lang="zh-CN" altLang="en-US" sz="6000" dirty="0">
              <a:solidFill>
                <a:schemeClr val="accent2">
                  <a:lumMod val="75000"/>
                </a:schemeClr>
              </a:solid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83584" flipH="1">
            <a:off x="-145479" y="4494534"/>
            <a:ext cx="3489056" cy="2572224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57274" y="-841157"/>
            <a:ext cx="4660900" cy="3429000"/>
          </a:xfrm>
          <a:prstGeom prst="rect">
            <a:avLst/>
          </a:prstGeom>
        </p:spPr>
      </p:pic>
      <p:sp>
        <p:nvSpPr>
          <p:cNvPr id="10" name="流程图: 可选过程 9"/>
          <p:cNvSpPr/>
          <p:nvPr/>
        </p:nvSpPr>
        <p:spPr>
          <a:xfrm rot="458614" flipV="1">
            <a:off x="3254939" y="2190351"/>
            <a:ext cx="6889388" cy="3414423"/>
          </a:xfrm>
          <a:prstGeom prst="flowChartAlternateProcess">
            <a:avLst/>
          </a:prstGeom>
          <a:solidFill>
            <a:srgbClr val="A2DAF5"/>
          </a:solidFill>
          <a:ln>
            <a:solidFill>
              <a:srgbClr val="A2DA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 rot="435137">
            <a:off x="3414203" y="2317187"/>
            <a:ext cx="6650736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喵呜体" panose="02010600010101010101" pitchFamily="2" charset="-122"/>
                <a:ea typeface="方正喵呜体" panose="02010600010101010101" pitchFamily="2" charset="-122"/>
              </a:rPr>
              <a:t>黎明前的黑暗总是最黑的，但破晓即将为等待它的人</a:t>
            </a:r>
            <a:r>
              <a:rPr lang="zh-CN" alt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喵呜体" panose="02010600010101010101" pitchFamily="2" charset="-122"/>
                <a:ea typeface="方正喵呜体" panose="02010600010101010101" pitchFamily="2" charset="-122"/>
              </a:rPr>
              <a:t>来临</a:t>
            </a:r>
            <a:endParaRPr lang="en-US" altLang="zh-CN" sz="2800" dirty="0">
              <a:solidFill>
                <a:schemeClr val="bg1"/>
              </a:solid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  <a:p>
            <a:pPr lvl="0"/>
            <a:r>
              <a:rPr lang="zh-CN" altLang="en-US" sz="2800" dirty="0">
                <a:solidFill>
                  <a:schemeClr val="bg1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与其说我一路努力是为了改变世界，不如说我一路努力只是为了不让世界</a:t>
            </a:r>
            <a:r>
              <a:rPr lang="zh-CN" altLang="en-US" sz="2800" dirty="0" smtClean="0">
                <a:solidFill>
                  <a:schemeClr val="bg1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改变，从而找到一种自由与平和。如果你要问我这样的一种自由与平和是什么，我会说那是我自身的力量，是我自己给自己的安全感。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34667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 36"/>
          <p:cNvSpPr/>
          <p:nvPr/>
        </p:nvSpPr>
        <p:spPr>
          <a:xfrm flipH="1">
            <a:off x="1603947" y="1830543"/>
            <a:ext cx="9039068" cy="3132944"/>
          </a:xfrm>
          <a:custGeom>
            <a:avLst/>
            <a:gdLst>
              <a:gd name="connsiteX0" fmla="*/ 9039068 w 9039068"/>
              <a:gd name="connsiteY0" fmla="*/ 0 h 3132944"/>
              <a:gd name="connsiteX1" fmla="*/ 8964118 w 9039068"/>
              <a:gd name="connsiteY1" fmla="*/ 44971 h 3132944"/>
              <a:gd name="connsiteX2" fmla="*/ 8919147 w 9039068"/>
              <a:gd name="connsiteY2" fmla="*/ 59961 h 3132944"/>
              <a:gd name="connsiteX3" fmla="*/ 8874177 w 9039068"/>
              <a:gd name="connsiteY3" fmla="*/ 89941 h 3132944"/>
              <a:gd name="connsiteX4" fmla="*/ 8784236 w 9039068"/>
              <a:gd name="connsiteY4" fmla="*/ 119922 h 3132944"/>
              <a:gd name="connsiteX5" fmla="*/ 8739265 w 9039068"/>
              <a:gd name="connsiteY5" fmla="*/ 134912 h 3132944"/>
              <a:gd name="connsiteX6" fmla="*/ 8694295 w 9039068"/>
              <a:gd name="connsiteY6" fmla="*/ 149902 h 3132944"/>
              <a:gd name="connsiteX7" fmla="*/ 8619344 w 9039068"/>
              <a:gd name="connsiteY7" fmla="*/ 194872 h 3132944"/>
              <a:gd name="connsiteX8" fmla="*/ 8574373 w 9039068"/>
              <a:gd name="connsiteY8" fmla="*/ 224853 h 3132944"/>
              <a:gd name="connsiteX9" fmla="*/ 8529403 w 9039068"/>
              <a:gd name="connsiteY9" fmla="*/ 239843 h 3132944"/>
              <a:gd name="connsiteX10" fmla="*/ 8439462 w 9039068"/>
              <a:gd name="connsiteY10" fmla="*/ 299803 h 3132944"/>
              <a:gd name="connsiteX11" fmla="*/ 8379501 w 9039068"/>
              <a:gd name="connsiteY11" fmla="*/ 329784 h 3132944"/>
              <a:gd name="connsiteX12" fmla="*/ 8334531 w 9039068"/>
              <a:gd name="connsiteY12" fmla="*/ 359764 h 3132944"/>
              <a:gd name="connsiteX13" fmla="*/ 8289560 w 9039068"/>
              <a:gd name="connsiteY13" fmla="*/ 374754 h 3132944"/>
              <a:gd name="connsiteX14" fmla="*/ 8199619 w 9039068"/>
              <a:gd name="connsiteY14" fmla="*/ 434715 h 3132944"/>
              <a:gd name="connsiteX15" fmla="*/ 8154649 w 9039068"/>
              <a:gd name="connsiteY15" fmla="*/ 464695 h 3132944"/>
              <a:gd name="connsiteX16" fmla="*/ 8109678 w 9039068"/>
              <a:gd name="connsiteY16" fmla="*/ 479685 h 3132944"/>
              <a:gd name="connsiteX17" fmla="*/ 8019737 w 9039068"/>
              <a:gd name="connsiteY17" fmla="*/ 524656 h 3132944"/>
              <a:gd name="connsiteX18" fmla="*/ 7929796 w 9039068"/>
              <a:gd name="connsiteY18" fmla="*/ 569626 h 3132944"/>
              <a:gd name="connsiteX19" fmla="*/ 7884826 w 9039068"/>
              <a:gd name="connsiteY19" fmla="*/ 599607 h 3132944"/>
              <a:gd name="connsiteX20" fmla="*/ 7809875 w 9039068"/>
              <a:gd name="connsiteY20" fmla="*/ 659567 h 3132944"/>
              <a:gd name="connsiteX21" fmla="*/ 7764904 w 9039068"/>
              <a:gd name="connsiteY21" fmla="*/ 674558 h 3132944"/>
              <a:gd name="connsiteX22" fmla="*/ 7719934 w 9039068"/>
              <a:gd name="connsiteY22" fmla="*/ 719528 h 3132944"/>
              <a:gd name="connsiteX23" fmla="*/ 7629993 w 9039068"/>
              <a:gd name="connsiteY23" fmla="*/ 779489 h 3132944"/>
              <a:gd name="connsiteX24" fmla="*/ 7585022 w 9039068"/>
              <a:gd name="connsiteY24" fmla="*/ 824459 h 3132944"/>
              <a:gd name="connsiteX25" fmla="*/ 7525062 w 9039068"/>
              <a:gd name="connsiteY25" fmla="*/ 854440 h 3132944"/>
              <a:gd name="connsiteX26" fmla="*/ 7465101 w 9039068"/>
              <a:gd name="connsiteY26" fmla="*/ 899410 h 3132944"/>
              <a:gd name="connsiteX27" fmla="*/ 7420131 w 9039068"/>
              <a:gd name="connsiteY27" fmla="*/ 929390 h 3132944"/>
              <a:gd name="connsiteX28" fmla="*/ 7345180 w 9039068"/>
              <a:gd name="connsiteY28" fmla="*/ 989351 h 3132944"/>
              <a:gd name="connsiteX29" fmla="*/ 7300209 w 9039068"/>
              <a:gd name="connsiteY29" fmla="*/ 1004341 h 3132944"/>
              <a:gd name="connsiteX30" fmla="*/ 7270229 w 9039068"/>
              <a:gd name="connsiteY30" fmla="*/ 1034322 h 3132944"/>
              <a:gd name="connsiteX31" fmla="*/ 7165298 w 9039068"/>
              <a:gd name="connsiteY31" fmla="*/ 1079292 h 3132944"/>
              <a:gd name="connsiteX32" fmla="*/ 7090347 w 9039068"/>
              <a:gd name="connsiteY32" fmla="*/ 1124262 h 3132944"/>
              <a:gd name="connsiteX33" fmla="*/ 7045377 w 9039068"/>
              <a:gd name="connsiteY33" fmla="*/ 1154243 h 3132944"/>
              <a:gd name="connsiteX34" fmla="*/ 6970426 w 9039068"/>
              <a:gd name="connsiteY34" fmla="*/ 1229194 h 3132944"/>
              <a:gd name="connsiteX35" fmla="*/ 6865495 w 9039068"/>
              <a:gd name="connsiteY35" fmla="*/ 1274164 h 3132944"/>
              <a:gd name="connsiteX36" fmla="*/ 6790544 w 9039068"/>
              <a:gd name="connsiteY36" fmla="*/ 1334125 h 3132944"/>
              <a:gd name="connsiteX37" fmla="*/ 6700603 w 9039068"/>
              <a:gd name="connsiteY37" fmla="*/ 1364105 h 3132944"/>
              <a:gd name="connsiteX38" fmla="*/ 6655632 w 9039068"/>
              <a:gd name="connsiteY38" fmla="*/ 1394085 h 3132944"/>
              <a:gd name="connsiteX39" fmla="*/ 6625652 w 9039068"/>
              <a:gd name="connsiteY39" fmla="*/ 1424066 h 3132944"/>
              <a:gd name="connsiteX40" fmla="*/ 6580682 w 9039068"/>
              <a:gd name="connsiteY40" fmla="*/ 1439056 h 3132944"/>
              <a:gd name="connsiteX41" fmla="*/ 6505731 w 9039068"/>
              <a:gd name="connsiteY41" fmla="*/ 1484026 h 3132944"/>
              <a:gd name="connsiteX42" fmla="*/ 6460760 w 9039068"/>
              <a:gd name="connsiteY42" fmla="*/ 1514007 h 3132944"/>
              <a:gd name="connsiteX43" fmla="*/ 6415790 w 9039068"/>
              <a:gd name="connsiteY43" fmla="*/ 1528997 h 3132944"/>
              <a:gd name="connsiteX44" fmla="*/ 6370819 w 9039068"/>
              <a:gd name="connsiteY44" fmla="*/ 1558977 h 3132944"/>
              <a:gd name="connsiteX45" fmla="*/ 6280878 w 9039068"/>
              <a:gd name="connsiteY45" fmla="*/ 1588958 h 3132944"/>
              <a:gd name="connsiteX46" fmla="*/ 6235908 w 9039068"/>
              <a:gd name="connsiteY46" fmla="*/ 1603948 h 3132944"/>
              <a:gd name="connsiteX47" fmla="*/ 6175947 w 9039068"/>
              <a:gd name="connsiteY47" fmla="*/ 1618938 h 3132944"/>
              <a:gd name="connsiteX48" fmla="*/ 6086006 w 9039068"/>
              <a:gd name="connsiteY48" fmla="*/ 1648918 h 3132944"/>
              <a:gd name="connsiteX49" fmla="*/ 6041036 w 9039068"/>
              <a:gd name="connsiteY49" fmla="*/ 1663908 h 3132944"/>
              <a:gd name="connsiteX50" fmla="*/ 5981075 w 9039068"/>
              <a:gd name="connsiteY50" fmla="*/ 1678899 h 3132944"/>
              <a:gd name="connsiteX51" fmla="*/ 5921114 w 9039068"/>
              <a:gd name="connsiteY51" fmla="*/ 1708879 h 3132944"/>
              <a:gd name="connsiteX52" fmla="*/ 5876144 w 9039068"/>
              <a:gd name="connsiteY52" fmla="*/ 1738859 h 3132944"/>
              <a:gd name="connsiteX53" fmla="*/ 5786203 w 9039068"/>
              <a:gd name="connsiteY53" fmla="*/ 1753849 h 3132944"/>
              <a:gd name="connsiteX54" fmla="*/ 5726242 w 9039068"/>
              <a:gd name="connsiteY54" fmla="*/ 1783830 h 3132944"/>
              <a:gd name="connsiteX55" fmla="*/ 5531370 w 9039068"/>
              <a:gd name="connsiteY55" fmla="*/ 1828800 h 3132944"/>
              <a:gd name="connsiteX56" fmla="*/ 5396459 w 9039068"/>
              <a:gd name="connsiteY56" fmla="*/ 1873771 h 3132944"/>
              <a:gd name="connsiteX57" fmla="*/ 5291527 w 9039068"/>
              <a:gd name="connsiteY57" fmla="*/ 1903751 h 3132944"/>
              <a:gd name="connsiteX58" fmla="*/ 5201586 w 9039068"/>
              <a:gd name="connsiteY58" fmla="*/ 1918741 h 3132944"/>
              <a:gd name="connsiteX59" fmla="*/ 5141626 w 9039068"/>
              <a:gd name="connsiteY59" fmla="*/ 1933731 h 3132944"/>
              <a:gd name="connsiteX60" fmla="*/ 5066675 w 9039068"/>
              <a:gd name="connsiteY60" fmla="*/ 1948722 h 3132944"/>
              <a:gd name="connsiteX61" fmla="*/ 4946754 w 9039068"/>
              <a:gd name="connsiteY61" fmla="*/ 1978702 h 3132944"/>
              <a:gd name="connsiteX62" fmla="*/ 4826832 w 9039068"/>
              <a:gd name="connsiteY62" fmla="*/ 1993692 h 3132944"/>
              <a:gd name="connsiteX63" fmla="*/ 4601980 w 9039068"/>
              <a:gd name="connsiteY63" fmla="*/ 2038662 h 3132944"/>
              <a:gd name="connsiteX64" fmla="*/ 4452078 w 9039068"/>
              <a:gd name="connsiteY64" fmla="*/ 2068643 h 3132944"/>
              <a:gd name="connsiteX65" fmla="*/ 4272196 w 9039068"/>
              <a:gd name="connsiteY65" fmla="*/ 2083633 h 3132944"/>
              <a:gd name="connsiteX66" fmla="*/ 4122295 w 9039068"/>
              <a:gd name="connsiteY66" fmla="*/ 2113613 h 3132944"/>
              <a:gd name="connsiteX67" fmla="*/ 4077324 w 9039068"/>
              <a:gd name="connsiteY67" fmla="*/ 2128603 h 3132944"/>
              <a:gd name="connsiteX68" fmla="*/ 3897442 w 9039068"/>
              <a:gd name="connsiteY68" fmla="*/ 2143594 h 3132944"/>
              <a:gd name="connsiteX69" fmla="*/ 3792511 w 9039068"/>
              <a:gd name="connsiteY69" fmla="*/ 2173574 h 3132944"/>
              <a:gd name="connsiteX70" fmla="*/ 3747541 w 9039068"/>
              <a:gd name="connsiteY70" fmla="*/ 2188564 h 3132944"/>
              <a:gd name="connsiteX71" fmla="*/ 3597639 w 9039068"/>
              <a:gd name="connsiteY71" fmla="*/ 2203554 h 3132944"/>
              <a:gd name="connsiteX72" fmla="*/ 3417757 w 9039068"/>
              <a:gd name="connsiteY72" fmla="*/ 2233535 h 3132944"/>
              <a:gd name="connsiteX73" fmla="*/ 3297836 w 9039068"/>
              <a:gd name="connsiteY73" fmla="*/ 2248525 h 3132944"/>
              <a:gd name="connsiteX74" fmla="*/ 3207895 w 9039068"/>
              <a:gd name="connsiteY74" fmla="*/ 2263515 h 3132944"/>
              <a:gd name="connsiteX75" fmla="*/ 3162924 w 9039068"/>
              <a:gd name="connsiteY75" fmla="*/ 2278505 h 3132944"/>
              <a:gd name="connsiteX76" fmla="*/ 2983042 w 9039068"/>
              <a:gd name="connsiteY76" fmla="*/ 2308485 h 3132944"/>
              <a:gd name="connsiteX77" fmla="*/ 2878111 w 9039068"/>
              <a:gd name="connsiteY77" fmla="*/ 2338466 h 3132944"/>
              <a:gd name="connsiteX78" fmla="*/ 2713219 w 9039068"/>
              <a:gd name="connsiteY78" fmla="*/ 2353456 h 3132944"/>
              <a:gd name="connsiteX79" fmla="*/ 2338465 w 9039068"/>
              <a:gd name="connsiteY79" fmla="*/ 2398426 h 3132944"/>
              <a:gd name="connsiteX80" fmla="*/ 2248524 w 9039068"/>
              <a:gd name="connsiteY80" fmla="*/ 2413417 h 3132944"/>
              <a:gd name="connsiteX81" fmla="*/ 1918741 w 9039068"/>
              <a:gd name="connsiteY81" fmla="*/ 2443397 h 3132944"/>
              <a:gd name="connsiteX82" fmla="*/ 1828800 w 9039068"/>
              <a:gd name="connsiteY82" fmla="*/ 2458387 h 3132944"/>
              <a:gd name="connsiteX83" fmla="*/ 1768839 w 9039068"/>
              <a:gd name="connsiteY83" fmla="*/ 2473377 h 3132944"/>
              <a:gd name="connsiteX84" fmla="*/ 1484026 w 9039068"/>
              <a:gd name="connsiteY84" fmla="*/ 2488367 h 3132944"/>
              <a:gd name="connsiteX85" fmla="*/ 1334124 w 9039068"/>
              <a:gd name="connsiteY85" fmla="*/ 2518348 h 3132944"/>
              <a:gd name="connsiteX86" fmla="*/ 1169232 w 9039068"/>
              <a:gd name="connsiteY86" fmla="*/ 2548328 h 3132944"/>
              <a:gd name="connsiteX87" fmla="*/ 929390 w 9039068"/>
              <a:gd name="connsiteY87" fmla="*/ 2578308 h 3132944"/>
              <a:gd name="connsiteX88" fmla="*/ 869429 w 9039068"/>
              <a:gd name="connsiteY88" fmla="*/ 2593299 h 3132944"/>
              <a:gd name="connsiteX89" fmla="*/ 824459 w 9039068"/>
              <a:gd name="connsiteY89" fmla="*/ 2608289 h 3132944"/>
              <a:gd name="connsiteX90" fmla="*/ 599606 w 9039068"/>
              <a:gd name="connsiteY90" fmla="*/ 2653259 h 3132944"/>
              <a:gd name="connsiteX91" fmla="*/ 464695 w 9039068"/>
              <a:gd name="connsiteY91" fmla="*/ 2698230 h 3132944"/>
              <a:gd name="connsiteX92" fmla="*/ 419724 w 9039068"/>
              <a:gd name="connsiteY92" fmla="*/ 2713220 h 3132944"/>
              <a:gd name="connsiteX93" fmla="*/ 374754 w 9039068"/>
              <a:gd name="connsiteY93" fmla="*/ 2728210 h 3132944"/>
              <a:gd name="connsiteX94" fmla="*/ 269822 w 9039068"/>
              <a:gd name="connsiteY94" fmla="*/ 2803161 h 3132944"/>
              <a:gd name="connsiteX95" fmla="*/ 224852 w 9039068"/>
              <a:gd name="connsiteY95" fmla="*/ 2833141 h 3132944"/>
              <a:gd name="connsiteX96" fmla="*/ 194872 w 9039068"/>
              <a:gd name="connsiteY96" fmla="*/ 2878112 h 3132944"/>
              <a:gd name="connsiteX97" fmla="*/ 164891 w 9039068"/>
              <a:gd name="connsiteY97" fmla="*/ 2908092 h 3132944"/>
              <a:gd name="connsiteX98" fmla="*/ 134911 w 9039068"/>
              <a:gd name="connsiteY98" fmla="*/ 2953062 h 3132944"/>
              <a:gd name="connsiteX99" fmla="*/ 104931 w 9039068"/>
              <a:gd name="connsiteY99" fmla="*/ 2983043 h 3132944"/>
              <a:gd name="connsiteX100" fmla="*/ 74950 w 9039068"/>
              <a:gd name="connsiteY100" fmla="*/ 3028013 h 3132944"/>
              <a:gd name="connsiteX101" fmla="*/ 44970 w 9039068"/>
              <a:gd name="connsiteY101" fmla="*/ 3057994 h 3132944"/>
              <a:gd name="connsiteX102" fmla="*/ 0 w 9039068"/>
              <a:gd name="connsiteY102" fmla="*/ 3132944 h 3132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9039068" h="3132944">
                <a:moveTo>
                  <a:pt x="9039068" y="0"/>
                </a:moveTo>
                <a:cubicBezTo>
                  <a:pt x="9014085" y="14990"/>
                  <a:pt x="8990178" y="31941"/>
                  <a:pt x="8964118" y="44971"/>
                </a:cubicBezTo>
                <a:cubicBezTo>
                  <a:pt x="8949985" y="52038"/>
                  <a:pt x="8933280" y="52895"/>
                  <a:pt x="8919147" y="59961"/>
                </a:cubicBezTo>
                <a:cubicBezTo>
                  <a:pt x="8903033" y="68018"/>
                  <a:pt x="8890640" y="82624"/>
                  <a:pt x="8874177" y="89941"/>
                </a:cubicBezTo>
                <a:cubicBezTo>
                  <a:pt x="8845299" y="102776"/>
                  <a:pt x="8814216" y="109928"/>
                  <a:pt x="8784236" y="119922"/>
                </a:cubicBezTo>
                <a:lnTo>
                  <a:pt x="8739265" y="134912"/>
                </a:lnTo>
                <a:lnTo>
                  <a:pt x="8694295" y="149902"/>
                </a:lnTo>
                <a:cubicBezTo>
                  <a:pt x="8635734" y="208461"/>
                  <a:pt x="8697183" y="155952"/>
                  <a:pt x="8619344" y="194872"/>
                </a:cubicBezTo>
                <a:cubicBezTo>
                  <a:pt x="8603230" y="202929"/>
                  <a:pt x="8590487" y="216796"/>
                  <a:pt x="8574373" y="224853"/>
                </a:cubicBezTo>
                <a:cubicBezTo>
                  <a:pt x="8560240" y="231919"/>
                  <a:pt x="8543215" y="232169"/>
                  <a:pt x="8529403" y="239843"/>
                </a:cubicBezTo>
                <a:cubicBezTo>
                  <a:pt x="8497906" y="257341"/>
                  <a:pt x="8471690" y="283689"/>
                  <a:pt x="8439462" y="299803"/>
                </a:cubicBezTo>
                <a:cubicBezTo>
                  <a:pt x="8419475" y="309797"/>
                  <a:pt x="8398903" y="318697"/>
                  <a:pt x="8379501" y="329784"/>
                </a:cubicBezTo>
                <a:cubicBezTo>
                  <a:pt x="8363859" y="338722"/>
                  <a:pt x="8350645" y="351707"/>
                  <a:pt x="8334531" y="359764"/>
                </a:cubicBezTo>
                <a:cubicBezTo>
                  <a:pt x="8320398" y="366830"/>
                  <a:pt x="8304550" y="369757"/>
                  <a:pt x="8289560" y="374754"/>
                </a:cubicBezTo>
                <a:lnTo>
                  <a:pt x="8199619" y="434715"/>
                </a:lnTo>
                <a:cubicBezTo>
                  <a:pt x="8184629" y="444708"/>
                  <a:pt x="8171740" y="458998"/>
                  <a:pt x="8154649" y="464695"/>
                </a:cubicBezTo>
                <a:lnTo>
                  <a:pt x="8109678" y="479685"/>
                </a:lnTo>
                <a:cubicBezTo>
                  <a:pt x="7980810" y="565600"/>
                  <a:pt x="8143852" y="462599"/>
                  <a:pt x="8019737" y="524656"/>
                </a:cubicBezTo>
                <a:cubicBezTo>
                  <a:pt x="7903501" y="582773"/>
                  <a:pt x="8042833" y="531948"/>
                  <a:pt x="7929796" y="569626"/>
                </a:cubicBezTo>
                <a:cubicBezTo>
                  <a:pt x="7914806" y="579620"/>
                  <a:pt x="7898894" y="588353"/>
                  <a:pt x="7884826" y="599607"/>
                </a:cubicBezTo>
                <a:cubicBezTo>
                  <a:pt x="7838354" y="636785"/>
                  <a:pt x="7871387" y="628811"/>
                  <a:pt x="7809875" y="659567"/>
                </a:cubicBezTo>
                <a:cubicBezTo>
                  <a:pt x="7795742" y="666634"/>
                  <a:pt x="7779894" y="669561"/>
                  <a:pt x="7764904" y="674558"/>
                </a:cubicBezTo>
                <a:cubicBezTo>
                  <a:pt x="7749914" y="689548"/>
                  <a:pt x="7736668" y="706513"/>
                  <a:pt x="7719934" y="719528"/>
                </a:cubicBezTo>
                <a:cubicBezTo>
                  <a:pt x="7691492" y="741649"/>
                  <a:pt x="7655472" y="754011"/>
                  <a:pt x="7629993" y="779489"/>
                </a:cubicBezTo>
                <a:cubicBezTo>
                  <a:pt x="7615003" y="794479"/>
                  <a:pt x="7602273" y="812137"/>
                  <a:pt x="7585022" y="824459"/>
                </a:cubicBezTo>
                <a:cubicBezTo>
                  <a:pt x="7566838" y="837447"/>
                  <a:pt x="7544011" y="842597"/>
                  <a:pt x="7525062" y="854440"/>
                </a:cubicBezTo>
                <a:cubicBezTo>
                  <a:pt x="7503876" y="867681"/>
                  <a:pt x="7485431" y="884889"/>
                  <a:pt x="7465101" y="899410"/>
                </a:cubicBezTo>
                <a:cubicBezTo>
                  <a:pt x="7450441" y="909881"/>
                  <a:pt x="7434199" y="918136"/>
                  <a:pt x="7420131" y="929390"/>
                </a:cubicBezTo>
                <a:cubicBezTo>
                  <a:pt x="7373657" y="966570"/>
                  <a:pt x="7406695" y="958594"/>
                  <a:pt x="7345180" y="989351"/>
                </a:cubicBezTo>
                <a:cubicBezTo>
                  <a:pt x="7331047" y="996417"/>
                  <a:pt x="7315199" y="999344"/>
                  <a:pt x="7300209" y="1004341"/>
                </a:cubicBezTo>
                <a:cubicBezTo>
                  <a:pt x="7290216" y="1014335"/>
                  <a:pt x="7281988" y="1026482"/>
                  <a:pt x="7270229" y="1034322"/>
                </a:cubicBezTo>
                <a:cubicBezTo>
                  <a:pt x="7176659" y="1096702"/>
                  <a:pt x="7245239" y="1039322"/>
                  <a:pt x="7165298" y="1079292"/>
                </a:cubicBezTo>
                <a:cubicBezTo>
                  <a:pt x="7139238" y="1092322"/>
                  <a:pt x="7115054" y="1108820"/>
                  <a:pt x="7090347" y="1124262"/>
                </a:cubicBezTo>
                <a:cubicBezTo>
                  <a:pt x="7075070" y="1133810"/>
                  <a:pt x="7058935" y="1142379"/>
                  <a:pt x="7045377" y="1154243"/>
                </a:cubicBezTo>
                <a:cubicBezTo>
                  <a:pt x="7018787" y="1177510"/>
                  <a:pt x="7003945" y="1218021"/>
                  <a:pt x="6970426" y="1229194"/>
                </a:cubicBezTo>
                <a:cubicBezTo>
                  <a:pt x="6930451" y="1242519"/>
                  <a:pt x="6902543" y="1249466"/>
                  <a:pt x="6865495" y="1274164"/>
                </a:cubicBezTo>
                <a:cubicBezTo>
                  <a:pt x="6803204" y="1315691"/>
                  <a:pt x="6872221" y="1297824"/>
                  <a:pt x="6790544" y="1334125"/>
                </a:cubicBezTo>
                <a:cubicBezTo>
                  <a:pt x="6761666" y="1346960"/>
                  <a:pt x="6726898" y="1346576"/>
                  <a:pt x="6700603" y="1364105"/>
                </a:cubicBezTo>
                <a:cubicBezTo>
                  <a:pt x="6685613" y="1374098"/>
                  <a:pt x="6669700" y="1382830"/>
                  <a:pt x="6655632" y="1394085"/>
                </a:cubicBezTo>
                <a:cubicBezTo>
                  <a:pt x="6644596" y="1402914"/>
                  <a:pt x="6637771" y="1416795"/>
                  <a:pt x="6625652" y="1424066"/>
                </a:cubicBezTo>
                <a:cubicBezTo>
                  <a:pt x="6612103" y="1432196"/>
                  <a:pt x="6595672" y="1434059"/>
                  <a:pt x="6580682" y="1439056"/>
                </a:cubicBezTo>
                <a:cubicBezTo>
                  <a:pt x="6522121" y="1497615"/>
                  <a:pt x="6583570" y="1445106"/>
                  <a:pt x="6505731" y="1484026"/>
                </a:cubicBezTo>
                <a:cubicBezTo>
                  <a:pt x="6489617" y="1492083"/>
                  <a:pt x="6476874" y="1505950"/>
                  <a:pt x="6460760" y="1514007"/>
                </a:cubicBezTo>
                <a:cubicBezTo>
                  <a:pt x="6446627" y="1521073"/>
                  <a:pt x="6429923" y="1521931"/>
                  <a:pt x="6415790" y="1528997"/>
                </a:cubicBezTo>
                <a:cubicBezTo>
                  <a:pt x="6399676" y="1537054"/>
                  <a:pt x="6387282" y="1551660"/>
                  <a:pt x="6370819" y="1558977"/>
                </a:cubicBezTo>
                <a:cubicBezTo>
                  <a:pt x="6341941" y="1571812"/>
                  <a:pt x="6310858" y="1578964"/>
                  <a:pt x="6280878" y="1588958"/>
                </a:cubicBezTo>
                <a:cubicBezTo>
                  <a:pt x="6265888" y="1593955"/>
                  <a:pt x="6251237" y="1600116"/>
                  <a:pt x="6235908" y="1603948"/>
                </a:cubicBezTo>
                <a:cubicBezTo>
                  <a:pt x="6215921" y="1608945"/>
                  <a:pt x="6195680" y="1613018"/>
                  <a:pt x="6175947" y="1618938"/>
                </a:cubicBezTo>
                <a:cubicBezTo>
                  <a:pt x="6145678" y="1628019"/>
                  <a:pt x="6115986" y="1638925"/>
                  <a:pt x="6086006" y="1648918"/>
                </a:cubicBezTo>
                <a:cubicBezTo>
                  <a:pt x="6071016" y="1653915"/>
                  <a:pt x="6056365" y="1660076"/>
                  <a:pt x="6041036" y="1663908"/>
                </a:cubicBezTo>
                <a:cubicBezTo>
                  <a:pt x="6021049" y="1668905"/>
                  <a:pt x="6000365" y="1671665"/>
                  <a:pt x="5981075" y="1678899"/>
                </a:cubicBezTo>
                <a:cubicBezTo>
                  <a:pt x="5960152" y="1686745"/>
                  <a:pt x="5940516" y="1697792"/>
                  <a:pt x="5921114" y="1708879"/>
                </a:cubicBezTo>
                <a:cubicBezTo>
                  <a:pt x="5905472" y="1717817"/>
                  <a:pt x="5893235" y="1733162"/>
                  <a:pt x="5876144" y="1738859"/>
                </a:cubicBezTo>
                <a:cubicBezTo>
                  <a:pt x="5847310" y="1748470"/>
                  <a:pt x="5816183" y="1748852"/>
                  <a:pt x="5786203" y="1753849"/>
                </a:cubicBezTo>
                <a:cubicBezTo>
                  <a:pt x="5766216" y="1763843"/>
                  <a:pt x="5747441" y="1776763"/>
                  <a:pt x="5726242" y="1783830"/>
                </a:cubicBezTo>
                <a:cubicBezTo>
                  <a:pt x="5672004" y="1801910"/>
                  <a:pt x="5590826" y="1816909"/>
                  <a:pt x="5531370" y="1828800"/>
                </a:cubicBezTo>
                <a:cubicBezTo>
                  <a:pt x="5431631" y="1878670"/>
                  <a:pt x="5512692" y="1844713"/>
                  <a:pt x="5396459" y="1873771"/>
                </a:cubicBezTo>
                <a:cubicBezTo>
                  <a:pt x="5282168" y="1902344"/>
                  <a:pt x="5431716" y="1875713"/>
                  <a:pt x="5291527" y="1903751"/>
                </a:cubicBezTo>
                <a:cubicBezTo>
                  <a:pt x="5261723" y="1909712"/>
                  <a:pt x="5231390" y="1912780"/>
                  <a:pt x="5201586" y="1918741"/>
                </a:cubicBezTo>
                <a:cubicBezTo>
                  <a:pt x="5181384" y="1922781"/>
                  <a:pt x="5161737" y="1929262"/>
                  <a:pt x="5141626" y="1933731"/>
                </a:cubicBezTo>
                <a:cubicBezTo>
                  <a:pt x="5116754" y="1939258"/>
                  <a:pt x="5091501" y="1942993"/>
                  <a:pt x="5066675" y="1948722"/>
                </a:cubicBezTo>
                <a:cubicBezTo>
                  <a:pt x="5026526" y="1957987"/>
                  <a:pt x="4987252" y="1971109"/>
                  <a:pt x="4946754" y="1978702"/>
                </a:cubicBezTo>
                <a:cubicBezTo>
                  <a:pt x="4907159" y="1986126"/>
                  <a:pt x="4866806" y="1988695"/>
                  <a:pt x="4826832" y="1993692"/>
                </a:cubicBezTo>
                <a:cubicBezTo>
                  <a:pt x="4594936" y="2051665"/>
                  <a:pt x="4814326" y="2001189"/>
                  <a:pt x="4601980" y="2038662"/>
                </a:cubicBezTo>
                <a:cubicBezTo>
                  <a:pt x="4551798" y="2047518"/>
                  <a:pt x="4502859" y="2064411"/>
                  <a:pt x="4452078" y="2068643"/>
                </a:cubicBezTo>
                <a:cubicBezTo>
                  <a:pt x="4392117" y="2073640"/>
                  <a:pt x="4331997" y="2076989"/>
                  <a:pt x="4272196" y="2083633"/>
                </a:cubicBezTo>
                <a:cubicBezTo>
                  <a:pt x="4224007" y="2088987"/>
                  <a:pt x="4169666" y="2100078"/>
                  <a:pt x="4122295" y="2113613"/>
                </a:cubicBezTo>
                <a:cubicBezTo>
                  <a:pt x="4107102" y="2117954"/>
                  <a:pt x="4092987" y="2126515"/>
                  <a:pt x="4077324" y="2128603"/>
                </a:cubicBezTo>
                <a:cubicBezTo>
                  <a:pt x="4017683" y="2136555"/>
                  <a:pt x="3957403" y="2138597"/>
                  <a:pt x="3897442" y="2143594"/>
                </a:cubicBezTo>
                <a:cubicBezTo>
                  <a:pt x="3789620" y="2179535"/>
                  <a:pt x="3924268" y="2135930"/>
                  <a:pt x="3792511" y="2173574"/>
                </a:cubicBezTo>
                <a:cubicBezTo>
                  <a:pt x="3777318" y="2177915"/>
                  <a:pt x="3763158" y="2186161"/>
                  <a:pt x="3747541" y="2188564"/>
                </a:cubicBezTo>
                <a:cubicBezTo>
                  <a:pt x="3697908" y="2196200"/>
                  <a:pt x="3647395" y="2196769"/>
                  <a:pt x="3597639" y="2203554"/>
                </a:cubicBezTo>
                <a:cubicBezTo>
                  <a:pt x="3537409" y="2211767"/>
                  <a:pt x="3478075" y="2225995"/>
                  <a:pt x="3417757" y="2233535"/>
                </a:cubicBezTo>
                <a:lnTo>
                  <a:pt x="3297836" y="2248525"/>
                </a:lnTo>
                <a:cubicBezTo>
                  <a:pt x="3267748" y="2252823"/>
                  <a:pt x="3237565" y="2256922"/>
                  <a:pt x="3207895" y="2263515"/>
                </a:cubicBezTo>
                <a:cubicBezTo>
                  <a:pt x="3192470" y="2266943"/>
                  <a:pt x="3178418" y="2275406"/>
                  <a:pt x="3162924" y="2278505"/>
                </a:cubicBezTo>
                <a:cubicBezTo>
                  <a:pt x="3103317" y="2290426"/>
                  <a:pt x="2983042" y="2308485"/>
                  <a:pt x="2983042" y="2308485"/>
                </a:cubicBezTo>
                <a:cubicBezTo>
                  <a:pt x="2952207" y="2318764"/>
                  <a:pt x="2909488" y="2334282"/>
                  <a:pt x="2878111" y="2338466"/>
                </a:cubicBezTo>
                <a:cubicBezTo>
                  <a:pt x="2823404" y="2345760"/>
                  <a:pt x="2768183" y="2348459"/>
                  <a:pt x="2713219" y="2353456"/>
                </a:cubicBezTo>
                <a:cubicBezTo>
                  <a:pt x="2541046" y="2410847"/>
                  <a:pt x="2841070" y="2314654"/>
                  <a:pt x="2338465" y="2398426"/>
                </a:cubicBezTo>
                <a:cubicBezTo>
                  <a:pt x="2308485" y="2403423"/>
                  <a:pt x="2278745" y="2410179"/>
                  <a:pt x="2248524" y="2413417"/>
                </a:cubicBezTo>
                <a:cubicBezTo>
                  <a:pt x="2138771" y="2425176"/>
                  <a:pt x="2027620" y="2425251"/>
                  <a:pt x="1918741" y="2443397"/>
                </a:cubicBezTo>
                <a:cubicBezTo>
                  <a:pt x="1888761" y="2448394"/>
                  <a:pt x="1858604" y="2452426"/>
                  <a:pt x="1828800" y="2458387"/>
                </a:cubicBezTo>
                <a:cubicBezTo>
                  <a:pt x="1808598" y="2462427"/>
                  <a:pt x="1789364" y="2471592"/>
                  <a:pt x="1768839" y="2473377"/>
                </a:cubicBezTo>
                <a:cubicBezTo>
                  <a:pt x="1674127" y="2481613"/>
                  <a:pt x="1578964" y="2483370"/>
                  <a:pt x="1484026" y="2488367"/>
                </a:cubicBezTo>
                <a:cubicBezTo>
                  <a:pt x="1175758" y="2539748"/>
                  <a:pt x="1557787" y="2473616"/>
                  <a:pt x="1334124" y="2518348"/>
                </a:cubicBezTo>
                <a:cubicBezTo>
                  <a:pt x="1279344" y="2529304"/>
                  <a:pt x="1224337" y="2539144"/>
                  <a:pt x="1169232" y="2548328"/>
                </a:cubicBezTo>
                <a:cubicBezTo>
                  <a:pt x="1083676" y="2562587"/>
                  <a:pt x="1017243" y="2568547"/>
                  <a:pt x="929390" y="2578308"/>
                </a:cubicBezTo>
                <a:cubicBezTo>
                  <a:pt x="909403" y="2583305"/>
                  <a:pt x="889238" y="2587639"/>
                  <a:pt x="869429" y="2593299"/>
                </a:cubicBezTo>
                <a:cubicBezTo>
                  <a:pt x="854236" y="2597640"/>
                  <a:pt x="839953" y="2605190"/>
                  <a:pt x="824459" y="2608289"/>
                </a:cubicBezTo>
                <a:cubicBezTo>
                  <a:pt x="698934" y="2633394"/>
                  <a:pt x="730252" y="2609709"/>
                  <a:pt x="599606" y="2653259"/>
                </a:cubicBezTo>
                <a:lnTo>
                  <a:pt x="464695" y="2698230"/>
                </a:lnTo>
                <a:lnTo>
                  <a:pt x="419724" y="2713220"/>
                </a:lnTo>
                <a:lnTo>
                  <a:pt x="374754" y="2728210"/>
                </a:lnTo>
                <a:cubicBezTo>
                  <a:pt x="303620" y="2799344"/>
                  <a:pt x="341608" y="2779233"/>
                  <a:pt x="269822" y="2803161"/>
                </a:cubicBezTo>
                <a:cubicBezTo>
                  <a:pt x="254832" y="2813154"/>
                  <a:pt x="237591" y="2820402"/>
                  <a:pt x="224852" y="2833141"/>
                </a:cubicBezTo>
                <a:cubicBezTo>
                  <a:pt x="212113" y="2845880"/>
                  <a:pt x="206127" y="2864044"/>
                  <a:pt x="194872" y="2878112"/>
                </a:cubicBezTo>
                <a:cubicBezTo>
                  <a:pt x="186043" y="2889148"/>
                  <a:pt x="173720" y="2897056"/>
                  <a:pt x="164891" y="2908092"/>
                </a:cubicBezTo>
                <a:cubicBezTo>
                  <a:pt x="153637" y="2922160"/>
                  <a:pt x="146165" y="2938994"/>
                  <a:pt x="134911" y="2953062"/>
                </a:cubicBezTo>
                <a:cubicBezTo>
                  <a:pt x="126082" y="2964098"/>
                  <a:pt x="113760" y="2972007"/>
                  <a:pt x="104931" y="2983043"/>
                </a:cubicBezTo>
                <a:cubicBezTo>
                  <a:pt x="93677" y="2997111"/>
                  <a:pt x="86204" y="3013945"/>
                  <a:pt x="74950" y="3028013"/>
                </a:cubicBezTo>
                <a:cubicBezTo>
                  <a:pt x="66121" y="3039049"/>
                  <a:pt x="53799" y="3046958"/>
                  <a:pt x="44970" y="3057994"/>
                </a:cubicBezTo>
                <a:cubicBezTo>
                  <a:pt x="20851" y="3088143"/>
                  <a:pt x="15568" y="3101807"/>
                  <a:pt x="0" y="3132944"/>
                </a:cubicBezTo>
              </a:path>
            </a:pathLst>
          </a:custGeom>
          <a:noFill/>
          <a:ln cmpd="tri">
            <a:solidFill>
              <a:srgbClr val="A1A1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336" y="215299"/>
            <a:ext cx="2088231" cy="1305144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9892146" y="525216"/>
            <a:ext cx="17986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smtClean="0">
                <a:solidFill>
                  <a:schemeClr val="accent2">
                    <a:lumMod val="75000"/>
                  </a:schemeClr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Part4</a:t>
            </a:r>
            <a:endParaRPr lang="zh-CN" altLang="en-US" sz="6000" dirty="0">
              <a:solidFill>
                <a:schemeClr val="accent2">
                  <a:lumMod val="75000"/>
                </a:schemeClr>
              </a:solid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sp>
        <p:nvSpPr>
          <p:cNvPr id="32" name="流程图: 可选过程 31"/>
          <p:cNvSpPr/>
          <p:nvPr/>
        </p:nvSpPr>
        <p:spPr>
          <a:xfrm rot="21141386">
            <a:off x="2182457" y="1811376"/>
            <a:ext cx="6889388" cy="3414423"/>
          </a:xfrm>
          <a:prstGeom prst="flowChartAlternateProcess">
            <a:avLst/>
          </a:prstGeom>
          <a:solidFill>
            <a:srgbClr val="A2DAF5"/>
          </a:solidFill>
          <a:ln>
            <a:solidFill>
              <a:srgbClr val="A2DA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 rot="21130504">
            <a:off x="2452472" y="1938454"/>
            <a:ext cx="6361616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3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喵呜体" panose="02010600010101010101" pitchFamily="2" charset="-122"/>
                <a:ea typeface="方正喵呜体" panose="02010600010101010101" pitchFamily="2" charset="-122"/>
              </a:rPr>
              <a:t>你永远不知道，在你离开家的这段时间里，你的父母有多么想</a:t>
            </a:r>
            <a:r>
              <a:rPr lang="zh-CN" altLang="en-US" sz="32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喵呜体" panose="02010600010101010101" pitchFamily="2" charset="-122"/>
                <a:ea typeface="方正喵呜体" panose="02010600010101010101" pitchFamily="2" charset="-122"/>
              </a:rPr>
              <a:t>你</a:t>
            </a:r>
            <a:endParaRPr lang="en-US" altLang="zh-CN" sz="2400" dirty="0">
              <a:solidFill>
                <a:prstClr val="white"/>
              </a:solid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  <a:p>
            <a:pPr lvl="0"/>
            <a:r>
              <a:rPr lang="zh-CN" altLang="en-US" sz="2800" dirty="0">
                <a:solidFill>
                  <a:prstClr val="white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所有漂泊的人只是为了有一天能不再漂泊，所有流浪的人只是为了有一天能不再流浪。我们只是想变得更好，能够在父母老去之前支撑起他们，就像他们之前一直做的那样。</a:t>
            </a:r>
            <a:endParaRPr lang="zh-CN" altLang="en-US" sz="2000" dirty="0">
              <a:solidFill>
                <a:prstClr val="black"/>
              </a:solidFill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16416">
            <a:off x="8898487" y="4660209"/>
            <a:ext cx="3489056" cy="2572224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8897" y="-631628"/>
            <a:ext cx="46609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3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3602038"/>
          </a:xfrm>
          <a:prstGeom prst="rect">
            <a:avLst/>
          </a:prstGeom>
          <a:solidFill>
            <a:srgbClr val="9CD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26810" y="4183252"/>
            <a:ext cx="3489056" cy="2572224"/>
          </a:xfrm>
          <a:prstGeom prst="rect">
            <a:avLst/>
          </a:prstGeom>
        </p:spPr>
      </p:pic>
      <p:sp>
        <p:nvSpPr>
          <p:cNvPr id="32" name="任意多边形 31"/>
          <p:cNvSpPr/>
          <p:nvPr/>
        </p:nvSpPr>
        <p:spPr>
          <a:xfrm flipH="1">
            <a:off x="-126810" y="5904854"/>
            <a:ext cx="12584623" cy="759416"/>
          </a:xfrm>
          <a:custGeom>
            <a:avLst/>
            <a:gdLst>
              <a:gd name="connsiteX0" fmla="*/ 0 w 12615620"/>
              <a:gd name="connsiteY0" fmla="*/ 278970 h 278970"/>
              <a:gd name="connsiteX1" fmla="*/ 12615620 w 12615620"/>
              <a:gd name="connsiteY1" fmla="*/ 0 h 278970"/>
              <a:gd name="connsiteX0" fmla="*/ 0 w 12615620"/>
              <a:gd name="connsiteY0" fmla="*/ 278970 h 278970"/>
              <a:gd name="connsiteX1" fmla="*/ 11453247 w 12615620"/>
              <a:gd name="connsiteY1" fmla="*/ 32820 h 278970"/>
              <a:gd name="connsiteX2" fmla="*/ 12615620 w 12615620"/>
              <a:gd name="connsiteY2" fmla="*/ 0 h 278970"/>
              <a:gd name="connsiteX0" fmla="*/ 0 w 12600121"/>
              <a:gd name="connsiteY0" fmla="*/ 492300 h 492300"/>
              <a:gd name="connsiteX1" fmla="*/ 11453247 w 12600121"/>
              <a:gd name="connsiteY1" fmla="*/ 246150 h 492300"/>
              <a:gd name="connsiteX2" fmla="*/ 12600121 w 12600121"/>
              <a:gd name="connsiteY2" fmla="*/ 0 h 492300"/>
              <a:gd name="connsiteX0" fmla="*/ 0 w 12600121"/>
              <a:gd name="connsiteY0" fmla="*/ 492300 h 492300"/>
              <a:gd name="connsiteX1" fmla="*/ 11422250 w 12600121"/>
              <a:gd name="connsiteY1" fmla="*/ 196920 h 492300"/>
              <a:gd name="connsiteX2" fmla="*/ 12600121 w 12600121"/>
              <a:gd name="connsiteY2" fmla="*/ 0 h 492300"/>
              <a:gd name="connsiteX0" fmla="*/ 0 w 12600121"/>
              <a:gd name="connsiteY0" fmla="*/ 492300 h 492300"/>
              <a:gd name="connsiteX1" fmla="*/ 11422250 w 12600121"/>
              <a:gd name="connsiteY1" fmla="*/ 196920 h 492300"/>
              <a:gd name="connsiteX2" fmla="*/ 11949194 w 12600121"/>
              <a:gd name="connsiteY2" fmla="*/ 65641 h 492300"/>
              <a:gd name="connsiteX3" fmla="*/ 12600121 w 12600121"/>
              <a:gd name="connsiteY3" fmla="*/ 0 h 492300"/>
              <a:gd name="connsiteX0" fmla="*/ 0 w 12600121"/>
              <a:gd name="connsiteY0" fmla="*/ 492300 h 492300"/>
              <a:gd name="connsiteX1" fmla="*/ 11422250 w 12600121"/>
              <a:gd name="connsiteY1" fmla="*/ 196920 h 492300"/>
              <a:gd name="connsiteX2" fmla="*/ 11995688 w 12600121"/>
              <a:gd name="connsiteY2" fmla="*/ 147690 h 492300"/>
              <a:gd name="connsiteX3" fmla="*/ 12600121 w 12600121"/>
              <a:gd name="connsiteY3" fmla="*/ 0 h 492300"/>
              <a:gd name="connsiteX0" fmla="*/ 0 w 12600121"/>
              <a:gd name="connsiteY0" fmla="*/ 492300 h 492300"/>
              <a:gd name="connsiteX1" fmla="*/ 11422250 w 12600121"/>
              <a:gd name="connsiteY1" fmla="*/ 196920 h 492300"/>
              <a:gd name="connsiteX2" fmla="*/ 11995688 w 12600121"/>
              <a:gd name="connsiteY2" fmla="*/ 147690 h 492300"/>
              <a:gd name="connsiteX3" fmla="*/ 12600121 w 12600121"/>
              <a:gd name="connsiteY3" fmla="*/ 0 h 492300"/>
              <a:gd name="connsiteX0" fmla="*/ 0 w 12600121"/>
              <a:gd name="connsiteY0" fmla="*/ 492300 h 492300"/>
              <a:gd name="connsiteX1" fmla="*/ 9704763 w 12600121"/>
              <a:gd name="connsiteY1" fmla="*/ 246152 h 492300"/>
              <a:gd name="connsiteX2" fmla="*/ 11422250 w 12600121"/>
              <a:gd name="connsiteY2" fmla="*/ 196920 h 492300"/>
              <a:gd name="connsiteX3" fmla="*/ 11995688 w 12600121"/>
              <a:gd name="connsiteY3" fmla="*/ 147690 h 492300"/>
              <a:gd name="connsiteX4" fmla="*/ 12600121 w 12600121"/>
              <a:gd name="connsiteY4" fmla="*/ 0 h 492300"/>
              <a:gd name="connsiteX0" fmla="*/ 0 w 12600121"/>
              <a:gd name="connsiteY0" fmla="*/ 492300 h 492300"/>
              <a:gd name="connsiteX1" fmla="*/ 9704763 w 12600121"/>
              <a:gd name="connsiteY1" fmla="*/ 328202 h 492300"/>
              <a:gd name="connsiteX2" fmla="*/ 11422250 w 12600121"/>
              <a:gd name="connsiteY2" fmla="*/ 196920 h 492300"/>
              <a:gd name="connsiteX3" fmla="*/ 11995688 w 12600121"/>
              <a:gd name="connsiteY3" fmla="*/ 147690 h 492300"/>
              <a:gd name="connsiteX4" fmla="*/ 12600121 w 12600121"/>
              <a:gd name="connsiteY4" fmla="*/ 0 h 492300"/>
              <a:gd name="connsiteX0" fmla="*/ 0 w 12600121"/>
              <a:gd name="connsiteY0" fmla="*/ 492300 h 492300"/>
              <a:gd name="connsiteX1" fmla="*/ 9704763 w 12600121"/>
              <a:gd name="connsiteY1" fmla="*/ 328202 h 492300"/>
              <a:gd name="connsiteX2" fmla="*/ 11422250 w 12600121"/>
              <a:gd name="connsiteY2" fmla="*/ 147690 h 492300"/>
              <a:gd name="connsiteX3" fmla="*/ 11995688 w 12600121"/>
              <a:gd name="connsiteY3" fmla="*/ 147690 h 492300"/>
              <a:gd name="connsiteX4" fmla="*/ 12600121 w 12600121"/>
              <a:gd name="connsiteY4" fmla="*/ 0 h 492300"/>
              <a:gd name="connsiteX0" fmla="*/ 0 w 12600121"/>
              <a:gd name="connsiteY0" fmla="*/ 508710 h 508710"/>
              <a:gd name="connsiteX1" fmla="*/ 9704763 w 12600121"/>
              <a:gd name="connsiteY1" fmla="*/ 344612 h 508710"/>
              <a:gd name="connsiteX2" fmla="*/ 11422250 w 12600121"/>
              <a:gd name="connsiteY2" fmla="*/ 164100 h 508710"/>
              <a:gd name="connsiteX3" fmla="*/ 12073180 w 12600121"/>
              <a:gd name="connsiteY3" fmla="*/ 0 h 508710"/>
              <a:gd name="connsiteX4" fmla="*/ 12600121 w 12600121"/>
              <a:gd name="connsiteY4" fmla="*/ 16410 h 508710"/>
              <a:gd name="connsiteX0" fmla="*/ 0 w 12600121"/>
              <a:gd name="connsiteY0" fmla="*/ 508710 h 508710"/>
              <a:gd name="connsiteX1" fmla="*/ 9704763 w 12600121"/>
              <a:gd name="connsiteY1" fmla="*/ 295382 h 508710"/>
              <a:gd name="connsiteX2" fmla="*/ 11422250 w 12600121"/>
              <a:gd name="connsiteY2" fmla="*/ 164100 h 508710"/>
              <a:gd name="connsiteX3" fmla="*/ 12073180 w 12600121"/>
              <a:gd name="connsiteY3" fmla="*/ 0 h 508710"/>
              <a:gd name="connsiteX4" fmla="*/ 12600121 w 12600121"/>
              <a:gd name="connsiteY4" fmla="*/ 16410 h 508710"/>
              <a:gd name="connsiteX0" fmla="*/ 0 w 12584623"/>
              <a:gd name="connsiteY0" fmla="*/ 804090 h 804090"/>
              <a:gd name="connsiteX1" fmla="*/ 9704763 w 12584623"/>
              <a:gd name="connsiteY1" fmla="*/ 590762 h 804090"/>
              <a:gd name="connsiteX2" fmla="*/ 11422250 w 12584623"/>
              <a:gd name="connsiteY2" fmla="*/ 459480 h 804090"/>
              <a:gd name="connsiteX3" fmla="*/ 12073180 w 12584623"/>
              <a:gd name="connsiteY3" fmla="*/ 295380 h 804090"/>
              <a:gd name="connsiteX4" fmla="*/ 12584623 w 12584623"/>
              <a:gd name="connsiteY4" fmla="*/ 0 h 804090"/>
              <a:gd name="connsiteX0" fmla="*/ 0 w 12584623"/>
              <a:gd name="connsiteY0" fmla="*/ 804090 h 804090"/>
              <a:gd name="connsiteX1" fmla="*/ 9704763 w 12584623"/>
              <a:gd name="connsiteY1" fmla="*/ 590762 h 804090"/>
              <a:gd name="connsiteX2" fmla="*/ 11422250 w 12584623"/>
              <a:gd name="connsiteY2" fmla="*/ 459480 h 804090"/>
              <a:gd name="connsiteX3" fmla="*/ 12073180 w 12584623"/>
              <a:gd name="connsiteY3" fmla="*/ 295380 h 804090"/>
              <a:gd name="connsiteX4" fmla="*/ 12168993 w 12584623"/>
              <a:gd name="connsiteY4" fmla="*/ 213330 h 804090"/>
              <a:gd name="connsiteX5" fmla="*/ 12584623 w 12584623"/>
              <a:gd name="connsiteY5" fmla="*/ 0 h 804090"/>
              <a:gd name="connsiteX0" fmla="*/ 0 w 12584623"/>
              <a:gd name="connsiteY0" fmla="*/ 804090 h 804090"/>
              <a:gd name="connsiteX1" fmla="*/ 9704763 w 12584623"/>
              <a:gd name="connsiteY1" fmla="*/ 590762 h 804090"/>
              <a:gd name="connsiteX2" fmla="*/ 11422250 w 12584623"/>
              <a:gd name="connsiteY2" fmla="*/ 459480 h 804090"/>
              <a:gd name="connsiteX3" fmla="*/ 12073180 w 12584623"/>
              <a:gd name="connsiteY3" fmla="*/ 295380 h 804090"/>
              <a:gd name="connsiteX4" fmla="*/ 12184491 w 12584623"/>
              <a:gd name="connsiteY4" fmla="*/ 262560 h 804090"/>
              <a:gd name="connsiteX5" fmla="*/ 12584623 w 12584623"/>
              <a:gd name="connsiteY5" fmla="*/ 0 h 804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584623" h="804090">
                <a:moveTo>
                  <a:pt x="0" y="804090"/>
                </a:moveTo>
                <a:lnTo>
                  <a:pt x="9704763" y="590762"/>
                </a:lnTo>
                <a:lnTo>
                  <a:pt x="11422250" y="459480"/>
                </a:lnTo>
                <a:lnTo>
                  <a:pt x="12073180" y="295380"/>
                </a:lnTo>
                <a:lnTo>
                  <a:pt x="12184491" y="262560"/>
                </a:lnTo>
                <a:lnTo>
                  <a:pt x="12584623" y="0"/>
                </a:ln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/>
        </p:nvSpPr>
        <p:spPr>
          <a:xfrm flipH="1">
            <a:off x="-301609" y="6284562"/>
            <a:ext cx="12795217" cy="470914"/>
          </a:xfrm>
          <a:custGeom>
            <a:avLst/>
            <a:gdLst>
              <a:gd name="connsiteX0" fmla="*/ 0 w 12795217"/>
              <a:gd name="connsiteY0" fmla="*/ 0 h 470914"/>
              <a:gd name="connsiteX1" fmla="*/ 7315200 w 12795217"/>
              <a:gd name="connsiteY1" fmla="*/ 402956 h 470914"/>
              <a:gd name="connsiteX2" fmla="*/ 12336650 w 12795217"/>
              <a:gd name="connsiteY2" fmla="*/ 464949 h 470914"/>
              <a:gd name="connsiteX3" fmla="*/ 12259159 w 12795217"/>
              <a:gd name="connsiteY3" fmla="*/ 464949 h 47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95217" h="470914">
                <a:moveTo>
                  <a:pt x="0" y="0"/>
                </a:moveTo>
                <a:lnTo>
                  <a:pt x="7315200" y="402956"/>
                </a:lnTo>
                <a:cubicBezTo>
                  <a:pt x="9371308" y="480447"/>
                  <a:pt x="11512657" y="454617"/>
                  <a:pt x="12336650" y="464949"/>
                </a:cubicBezTo>
                <a:cubicBezTo>
                  <a:pt x="13160643" y="475281"/>
                  <a:pt x="12709901" y="470115"/>
                  <a:pt x="12259159" y="464949"/>
                </a:cubicBez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617718" y="1134324"/>
            <a:ext cx="9772308" cy="2513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altLang="zh-CN" sz="9600" dirty="0" smtClean="0">
                <a:latin typeface="方正喵呜体" panose="02010600010101010101" pitchFamily="2" charset="-122"/>
                <a:ea typeface="方正喵呜体" panose="02010600010101010101" pitchFamily="2" charset="-122"/>
              </a:rPr>
              <a:t>THANK YOU</a:t>
            </a:r>
          </a:p>
          <a:p>
            <a:pPr algn="r">
              <a:lnSpc>
                <a:spcPct val="80000"/>
              </a:lnSpc>
            </a:pPr>
            <a:r>
              <a:rPr lang="en-US" altLang="zh-CN" sz="9600" dirty="0" smtClean="0">
                <a:latin typeface="方正喵呜体" panose="02010600010101010101" pitchFamily="2" charset="-122"/>
                <a:ea typeface="方正喵呜体" panose="02010600010101010101" pitchFamily="2" charset="-122"/>
              </a:rPr>
              <a:t>FOR WATCHING</a:t>
            </a:r>
            <a:endParaRPr lang="zh-CN" altLang="en-US" sz="9600" dirty="0"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475751" y="3729842"/>
            <a:ext cx="4914275" cy="1096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zh-CN" sz="2400" dirty="0">
                <a:latin typeface="方正喵呜体" panose="02010600010101010101" pitchFamily="2" charset="-122"/>
                <a:ea typeface="方正喵呜体" panose="02010600010101010101" pitchFamily="2" charset="-122"/>
              </a:rPr>
              <a:t>无论今天多么浑浊不堪，明天依旧会如约而至。你唯一能把握的是变成最好的自己。</a:t>
            </a:r>
            <a:r>
              <a:rPr lang="en-US" altLang="zh-CN" sz="3200" dirty="0">
                <a:latin typeface="方正喵呜体" panose="02010600010101010101" pitchFamily="2" charset="-122"/>
                <a:ea typeface="方正喵呜体" panose="02010600010101010101" pitchFamily="2" charset="-122"/>
              </a:rPr>
              <a:t> </a:t>
            </a:r>
            <a:endParaRPr lang="zh-CN" altLang="zh-CN" sz="3200" dirty="0"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81640" y="350670"/>
            <a:ext cx="767133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en-US" sz="3600" b="1" dirty="0">
                <a:latin typeface="方正宋三_GBK" panose="03000509000000000000" pitchFamily="65" charset="-122"/>
                <a:ea typeface="方正宋三_GBK" panose="03000509000000000000" pitchFamily="65" charset="-122"/>
              </a:rPr>
              <a:t>卢思浩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381640" y="1684374"/>
            <a:ext cx="854439" cy="486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1600" dirty="0" smtClean="0">
                <a:latin typeface="Kozuka Mincho Pro L" panose="02020300000000000000" pitchFamily="18" charset="-128"/>
                <a:ea typeface="Kozuka Mincho Pro L" panose="02020300000000000000" pitchFamily="18" charset="-128"/>
              </a:rPr>
              <a:t>Lu</a:t>
            </a:r>
          </a:p>
          <a:p>
            <a:pPr>
              <a:lnSpc>
                <a:spcPct val="80000"/>
              </a:lnSpc>
            </a:pPr>
            <a:r>
              <a:rPr lang="en-US" altLang="zh-CN" sz="1600" dirty="0" smtClean="0">
                <a:latin typeface="Kozuka Mincho Pro L" panose="02020300000000000000" pitchFamily="18" charset="-128"/>
                <a:ea typeface="Kozuka Mincho Pro L" panose="02020300000000000000" pitchFamily="18" charset="-128"/>
              </a:rPr>
              <a:t>Kevin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381640" y="2042945"/>
            <a:ext cx="690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WORKS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381640" y="2327078"/>
            <a:ext cx="5214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方正宋三_GBK" panose="03000509000000000000" pitchFamily="65" charset="-122"/>
                <a:ea typeface="方正宋三_GBK" panose="03000509000000000000" pitchFamily="65" charset="-122"/>
              </a:rPr>
              <a:t>著</a:t>
            </a:r>
            <a:endParaRPr lang="zh-CN" altLang="en-US" sz="2000" dirty="0">
              <a:latin typeface="方正宋三_GBK" panose="03000509000000000000" pitchFamily="65" charset="-122"/>
              <a:ea typeface="方正宋三_GBK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3635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1736" y="838043"/>
            <a:ext cx="8228528" cy="424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034631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1662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8095280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78365" y="4061256"/>
            <a:ext cx="8228528" cy="1966949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eaLnBrk="0" fontAlgn="base" hangingPunct="0">
              <a:spcBef>
                <a:spcPts val="1620"/>
              </a:spcBef>
              <a:spcAft>
                <a:spcPct val="0"/>
              </a:spcAft>
            </a:pP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1620"/>
              </a:spcBef>
              <a:spcAft>
                <a:spcPct val="0"/>
              </a:spcAft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1080"/>
              </a:spcBef>
              <a:spcAft>
                <a:spcPct val="0"/>
              </a:spcAft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1080"/>
              </a:spcBef>
              <a:spcAft>
                <a:spcPct val="0"/>
              </a:spcAft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1080"/>
              </a:spcBef>
              <a:spcAft>
                <a:spcPct val="0"/>
              </a:spcAft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272768" y="4401009"/>
            <a:ext cx="76464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078365" y="2165390"/>
            <a:ext cx="1749616" cy="1207081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124488" y="2165393"/>
            <a:ext cx="1749616" cy="1207082"/>
            <a:chOff x="107380" y="2024805"/>
            <a:chExt cx="1944270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7100" y="2165390"/>
            <a:ext cx="1749616" cy="1207081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160078" y="2165390"/>
            <a:ext cx="1749616" cy="1207081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7877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985318" y="4012191"/>
            <a:ext cx="8251029" cy="1446421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0" cy="53347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82782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60" kern="0" dirty="0">
                  <a:solidFill>
                    <a:prstClr val="black"/>
                  </a:solidFill>
                  <a:latin typeface="Arial" panose="020B0604020202020204" pitchFamily="34" charset="0"/>
                </a:rPr>
                <a:t/>
              </a:r>
              <a:br>
                <a:rPr lang="en-US" altLang="zh-CN" sz="1260" kern="0" dirty="0">
                  <a:solidFill>
                    <a:prstClr val="black"/>
                  </a:solidFill>
                  <a:latin typeface="Arial" panose="020B0604020202020204" pitchFamily="34" charset="0"/>
                </a:rPr>
              </a:br>
              <a:endParaRPr lang="en-US" altLang="zh-CN" sz="1260" kern="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6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1" y="3613174"/>
              <a:ext cx="594123" cy="56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70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539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69" y="3441723"/>
              <a:ext cx="3519839" cy="916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405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216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70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2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90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6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9" cy="42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90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216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090590" cy="333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350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065486" y="1160227"/>
            <a:ext cx="6090692" cy="2613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eaLnBrk="0" fontAlgn="base" hangingPunct="0">
              <a:spcBef>
                <a:spcPts val="2700"/>
              </a:spcBef>
              <a:spcAft>
                <a:spcPct val="0"/>
              </a:spcAft>
            </a:pPr>
            <a:r>
              <a:rPr lang="zh-CN" altLang="en-US" sz="39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</a:t>
            </a:r>
            <a:r>
              <a:rPr lang="zh-CN" altLang="en-US" sz="396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笔记</a:t>
            </a:r>
            <a:r>
              <a:rPr lang="en-US" altLang="zh-CN" sz="396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108</a:t>
            </a:r>
            <a:r>
              <a:rPr lang="zh-CN" altLang="en-US" sz="396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96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2700"/>
              </a:spcBef>
              <a:spcAft>
                <a:spcPct val="0"/>
              </a:spcAft>
            </a:pP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52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881142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925</Words>
  <Application>Microsoft Office PowerPoint</Application>
  <PresentationFormat>宽屏</PresentationFormat>
  <Paragraphs>81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Kozuka Mincho Pro L</vt:lpstr>
      <vt:lpstr>方正喵呜体</vt:lpstr>
      <vt:lpstr>方正宋三_GBK</vt:lpstr>
      <vt:lpstr>方正正黑简体</vt:lpstr>
      <vt:lpstr>方正正中黑简体</vt:lpstr>
      <vt:lpstr>宋体</vt:lpstr>
      <vt:lpstr>微软雅黑</vt:lpstr>
      <vt:lpstr>Arial</vt:lpstr>
      <vt:lpstr>Calibri</vt:lpstr>
      <vt:lpstr>Calibri Light</vt:lpstr>
      <vt:lpstr>Office 主题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HLFDGLJHFHQW  '</dc:creator>
  <cp:lastModifiedBy>小巴</cp:lastModifiedBy>
  <cp:revision>44</cp:revision>
  <dcterms:created xsi:type="dcterms:W3CDTF">2014-04-28T04:52:37Z</dcterms:created>
  <dcterms:modified xsi:type="dcterms:W3CDTF">2014-05-19T10:46:44Z</dcterms:modified>
</cp:coreProperties>
</file>