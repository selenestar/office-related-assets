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28"/>
  </p:notesMasterIdLst>
  <p:sldIdLst>
    <p:sldId id="259" r:id="rId3"/>
    <p:sldId id="261" r:id="rId4"/>
    <p:sldId id="262" r:id="rId5"/>
    <p:sldId id="263" r:id="rId6"/>
    <p:sldId id="264" r:id="rId7"/>
    <p:sldId id="281" r:id="rId8"/>
    <p:sldId id="265" r:id="rId9"/>
    <p:sldId id="267" r:id="rId10"/>
    <p:sldId id="268" r:id="rId11"/>
    <p:sldId id="269" r:id="rId12"/>
    <p:sldId id="282" r:id="rId13"/>
    <p:sldId id="270" r:id="rId14"/>
    <p:sldId id="272" r:id="rId15"/>
    <p:sldId id="274" r:id="rId16"/>
    <p:sldId id="273" r:id="rId17"/>
    <p:sldId id="283" r:id="rId18"/>
    <p:sldId id="276" r:id="rId19"/>
    <p:sldId id="277" r:id="rId20"/>
    <p:sldId id="278" r:id="rId21"/>
    <p:sldId id="279" r:id="rId22"/>
    <p:sldId id="284" r:id="rId23"/>
    <p:sldId id="285" r:id="rId24"/>
    <p:sldId id="287" r:id="rId25"/>
    <p:sldId id="288" r:id="rId26"/>
    <p:sldId id="289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>
          <p15:clr>
            <a:srgbClr val="A4A3A4"/>
          </p15:clr>
        </p15:guide>
        <p15:guide id="2" orient="horz" pos="948">
          <p15:clr>
            <a:srgbClr val="A4A3A4"/>
          </p15:clr>
        </p15:guide>
        <p15:guide id="3" pos="2880">
          <p15:clr>
            <a:srgbClr val="A4A3A4"/>
          </p15:clr>
        </p15:guide>
        <p15:guide id="4" pos="5472">
          <p15:clr>
            <a:srgbClr val="A4A3A4"/>
          </p15:clr>
        </p15:guide>
        <p15:guide id="5" pos="2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2931" autoAdjust="0"/>
  </p:normalViewPr>
  <p:slideViewPr>
    <p:cSldViewPr>
      <p:cViewPr varScale="1">
        <p:scale>
          <a:sx n="91" d="100"/>
          <a:sy n="91" d="100"/>
        </p:scale>
        <p:origin x="138" y="84"/>
      </p:cViewPr>
      <p:guideLst>
        <p:guide orient="horz" pos="2100"/>
        <p:guide orient="horz" pos="948"/>
        <p:guide pos="2880"/>
        <p:guide pos="5472"/>
        <p:guide pos="28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F1065F-CD41-4665-B61C-E886F1BBD7D2}" type="doc">
      <dgm:prSet loTypeId="urn:microsoft.com/office/officeart/2008/layout/Hexagon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6B89D6-FACF-4CB7-A86D-1E8A91D97E76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b="1" dirty="0" smtClean="0"/>
            <a:t>富士康</a:t>
          </a:r>
          <a:endParaRPr lang="en-US" altLang="zh-CN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b="1" dirty="0" smtClean="0"/>
            <a:t>连环跳</a:t>
          </a:r>
          <a:endParaRPr lang="en-US" b="1" dirty="0"/>
        </a:p>
      </dgm:t>
    </dgm:pt>
    <dgm:pt modelId="{98F52649-C87A-4163-87F7-8C24ADCF1061}" type="parTrans" cxnId="{BD26C5E4-C3F4-4B31-9E06-38991D3A6529}">
      <dgm:prSet/>
      <dgm:spPr/>
      <dgm:t>
        <a:bodyPr/>
        <a:lstStyle/>
        <a:p>
          <a:endParaRPr lang="en-US"/>
        </a:p>
      </dgm:t>
    </dgm:pt>
    <dgm:pt modelId="{787D59AE-D34C-4FE7-BE3E-8A6A536A33C8}" type="sibTrans" cxnId="{BD26C5E4-C3F4-4B31-9E06-38991D3A6529}">
      <dgm:prSet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DE05EF7-742A-454F-BA2F-AEBD7F46AFAA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b="1" dirty="0" smtClean="0"/>
            <a:t>珠三角</a:t>
          </a:r>
          <a:endParaRPr lang="en-US" altLang="zh-CN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b="1" dirty="0" smtClean="0"/>
            <a:t>用工荒</a:t>
          </a:r>
          <a:endParaRPr lang="en-US" b="1" dirty="0"/>
        </a:p>
      </dgm:t>
    </dgm:pt>
    <dgm:pt modelId="{8B029B20-4E15-43B2-A99E-D119F78D4B3C}" type="parTrans" cxnId="{4061409F-C9F0-4821-A14D-90D731F3A4CF}">
      <dgm:prSet/>
      <dgm:spPr/>
      <dgm:t>
        <a:bodyPr/>
        <a:lstStyle/>
        <a:p>
          <a:endParaRPr lang="en-US"/>
        </a:p>
      </dgm:t>
    </dgm:pt>
    <dgm:pt modelId="{A0C1DF02-1C77-4C12-8C8B-452BC0C0A706}" type="sibTrans" cxnId="{4061409F-C9F0-4821-A14D-90D731F3A4CF}">
      <dgm:prSet/>
      <dgm:spPr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A38643F-A708-47AE-8735-07B85EB7E13C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b="1" dirty="0" smtClean="0"/>
            <a:t>南海本田大罢工</a:t>
          </a:r>
          <a:endParaRPr lang="en-US" b="1" dirty="0"/>
        </a:p>
      </dgm:t>
    </dgm:pt>
    <dgm:pt modelId="{9D13D590-61F1-4068-9839-C3A5E4D09E48}" type="parTrans" cxnId="{C62C2519-28E9-48B9-AB96-8D10A8977E81}">
      <dgm:prSet/>
      <dgm:spPr/>
      <dgm:t>
        <a:bodyPr/>
        <a:lstStyle/>
        <a:p>
          <a:endParaRPr lang="en-US"/>
        </a:p>
      </dgm:t>
    </dgm:pt>
    <dgm:pt modelId="{791145C6-DA33-4E48-8591-CC097DC563A5}" type="sibTrans" cxnId="{C62C2519-28E9-48B9-AB96-8D10A8977E81}">
      <dgm:prSet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1DB6246-DA7F-48B8-82FE-0AA5B6E9FBB4}" type="pres">
      <dgm:prSet presAssocID="{80F1065F-CD41-4665-B61C-E886F1BBD7D2}" presName="Name0" presStyleCnt="0">
        <dgm:presLayoutVars>
          <dgm:chMax val="21"/>
          <dgm:chPref val="21"/>
        </dgm:presLayoutVars>
      </dgm:prSet>
      <dgm:spPr/>
      <dgm:t>
        <a:bodyPr/>
        <a:lstStyle/>
        <a:p>
          <a:endParaRPr lang="en-US"/>
        </a:p>
      </dgm:t>
    </dgm:pt>
    <dgm:pt modelId="{44556D76-DC07-4DEA-90B1-701FB3967F22}" type="pres">
      <dgm:prSet presAssocID="{276B89D6-FACF-4CB7-A86D-1E8A91D97E76}" presName="text1" presStyleCnt="0"/>
      <dgm:spPr/>
    </dgm:pt>
    <dgm:pt modelId="{2AAB93FB-54C5-4011-85DF-11A1325E3EEC}" type="pres">
      <dgm:prSet presAssocID="{276B89D6-FACF-4CB7-A86D-1E8A91D97E76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69C11E-14A3-4764-9C88-8C6CAE38545F}" type="pres">
      <dgm:prSet presAssocID="{276B89D6-FACF-4CB7-A86D-1E8A91D97E76}" presName="textaccent1" presStyleCnt="0"/>
      <dgm:spPr/>
    </dgm:pt>
    <dgm:pt modelId="{2D81845C-39FF-4B7B-BAB7-9CB48C9E31F2}" type="pres">
      <dgm:prSet presAssocID="{276B89D6-FACF-4CB7-A86D-1E8A91D97E76}" presName="accentRepeatNode" presStyleLbl="solidAlignAcc1" presStyleIdx="0" presStyleCnt="6"/>
      <dgm:spPr/>
    </dgm:pt>
    <dgm:pt modelId="{CEDE3283-A108-4B40-BD2E-B072BF138CB2}" type="pres">
      <dgm:prSet presAssocID="{787D59AE-D34C-4FE7-BE3E-8A6A536A33C8}" presName="image1" presStyleCnt="0"/>
      <dgm:spPr/>
    </dgm:pt>
    <dgm:pt modelId="{8129714A-B41F-4813-A5DF-4F8C38467E65}" type="pres">
      <dgm:prSet presAssocID="{787D59AE-D34C-4FE7-BE3E-8A6A536A33C8}" presName="imageRepeatNode" presStyleLbl="alignAcc1" presStyleIdx="0" presStyleCnt="3"/>
      <dgm:spPr/>
      <dgm:t>
        <a:bodyPr/>
        <a:lstStyle/>
        <a:p>
          <a:endParaRPr lang="en-US"/>
        </a:p>
      </dgm:t>
    </dgm:pt>
    <dgm:pt modelId="{17B1C5ED-11EF-4E93-B5EE-AA84D91B838B}" type="pres">
      <dgm:prSet presAssocID="{787D59AE-D34C-4FE7-BE3E-8A6A536A33C8}" presName="imageaccent1" presStyleCnt="0"/>
      <dgm:spPr/>
    </dgm:pt>
    <dgm:pt modelId="{62A335A4-9A80-41C4-86E0-18200168BDDE}" type="pres">
      <dgm:prSet presAssocID="{787D59AE-D34C-4FE7-BE3E-8A6A536A33C8}" presName="accentRepeatNode" presStyleLbl="solidAlignAcc1" presStyleIdx="1" presStyleCnt="6"/>
      <dgm:spPr/>
    </dgm:pt>
    <dgm:pt modelId="{5C37211C-E652-4E8E-ACD6-4C109D91F2AA}" type="pres">
      <dgm:prSet presAssocID="{EDE05EF7-742A-454F-BA2F-AEBD7F46AFAA}" presName="text2" presStyleCnt="0"/>
      <dgm:spPr/>
    </dgm:pt>
    <dgm:pt modelId="{6E2F8C54-402D-4A19-963E-EC69802DE246}" type="pres">
      <dgm:prSet presAssocID="{EDE05EF7-742A-454F-BA2F-AEBD7F46AFAA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3B48A-FB4F-478A-BFB3-43EEF24D7695}" type="pres">
      <dgm:prSet presAssocID="{EDE05EF7-742A-454F-BA2F-AEBD7F46AFAA}" presName="textaccent2" presStyleCnt="0"/>
      <dgm:spPr/>
    </dgm:pt>
    <dgm:pt modelId="{B6253E17-7B8C-4041-93B2-28506041B1D1}" type="pres">
      <dgm:prSet presAssocID="{EDE05EF7-742A-454F-BA2F-AEBD7F46AFAA}" presName="accentRepeatNode" presStyleLbl="solidAlignAcc1" presStyleIdx="2" presStyleCnt="6"/>
      <dgm:spPr/>
    </dgm:pt>
    <dgm:pt modelId="{7267BD89-A7F7-4596-9C08-2516BB5D991C}" type="pres">
      <dgm:prSet presAssocID="{A0C1DF02-1C77-4C12-8C8B-452BC0C0A706}" presName="image2" presStyleCnt="0"/>
      <dgm:spPr/>
    </dgm:pt>
    <dgm:pt modelId="{D21B0EB0-3673-4089-909C-60753839079D}" type="pres">
      <dgm:prSet presAssocID="{A0C1DF02-1C77-4C12-8C8B-452BC0C0A706}" presName="imageRepeatNode" presStyleLbl="alignAcc1" presStyleIdx="1" presStyleCnt="3"/>
      <dgm:spPr/>
      <dgm:t>
        <a:bodyPr/>
        <a:lstStyle/>
        <a:p>
          <a:endParaRPr lang="en-US"/>
        </a:p>
      </dgm:t>
    </dgm:pt>
    <dgm:pt modelId="{892DD7FB-3E34-467A-9FE0-C3F7FC2323CF}" type="pres">
      <dgm:prSet presAssocID="{A0C1DF02-1C77-4C12-8C8B-452BC0C0A706}" presName="imageaccent2" presStyleCnt="0"/>
      <dgm:spPr/>
    </dgm:pt>
    <dgm:pt modelId="{747ED097-EDBC-42A6-AA68-460874246793}" type="pres">
      <dgm:prSet presAssocID="{A0C1DF02-1C77-4C12-8C8B-452BC0C0A706}" presName="accentRepeatNode" presStyleLbl="solidAlignAcc1" presStyleIdx="3" presStyleCnt="6"/>
      <dgm:spPr/>
    </dgm:pt>
    <dgm:pt modelId="{A6108688-8CD4-4876-88AB-5400750BA468}" type="pres">
      <dgm:prSet presAssocID="{2A38643F-A708-47AE-8735-07B85EB7E13C}" presName="text3" presStyleCnt="0"/>
      <dgm:spPr/>
    </dgm:pt>
    <dgm:pt modelId="{86FFD1A2-455E-4BB4-87F5-F1880AA42A3C}" type="pres">
      <dgm:prSet presAssocID="{2A38643F-A708-47AE-8735-07B85EB7E13C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2D32ED-7508-440B-B763-C649F60AAF59}" type="pres">
      <dgm:prSet presAssocID="{2A38643F-A708-47AE-8735-07B85EB7E13C}" presName="textaccent3" presStyleCnt="0"/>
      <dgm:spPr/>
    </dgm:pt>
    <dgm:pt modelId="{0BEE0DC9-68B2-40F0-98EA-818645D365B2}" type="pres">
      <dgm:prSet presAssocID="{2A38643F-A708-47AE-8735-07B85EB7E13C}" presName="accentRepeatNode" presStyleLbl="solidAlignAcc1" presStyleIdx="4" presStyleCnt="6"/>
      <dgm:spPr/>
    </dgm:pt>
    <dgm:pt modelId="{883D46B7-B661-4DC7-9021-3DA7F791DC5F}" type="pres">
      <dgm:prSet presAssocID="{791145C6-DA33-4E48-8591-CC097DC563A5}" presName="image3" presStyleCnt="0"/>
      <dgm:spPr/>
    </dgm:pt>
    <dgm:pt modelId="{FC971460-C6BD-4DFD-B089-8E7E45424A2C}" type="pres">
      <dgm:prSet presAssocID="{791145C6-DA33-4E48-8591-CC097DC563A5}" presName="imageRepeatNode" presStyleLbl="alignAcc1" presStyleIdx="2" presStyleCnt="3"/>
      <dgm:spPr/>
      <dgm:t>
        <a:bodyPr/>
        <a:lstStyle/>
        <a:p>
          <a:endParaRPr lang="en-US"/>
        </a:p>
      </dgm:t>
    </dgm:pt>
    <dgm:pt modelId="{63EA0368-511D-4BB8-BB24-BCCE473639DD}" type="pres">
      <dgm:prSet presAssocID="{791145C6-DA33-4E48-8591-CC097DC563A5}" presName="imageaccent3" presStyleCnt="0"/>
      <dgm:spPr/>
    </dgm:pt>
    <dgm:pt modelId="{CDC81E02-F0DA-416F-94D4-19802062520F}" type="pres">
      <dgm:prSet presAssocID="{791145C6-DA33-4E48-8591-CC097DC563A5}" presName="accentRepeatNode" presStyleLbl="solidAlignAcc1" presStyleIdx="5" presStyleCnt="6"/>
      <dgm:spPr/>
    </dgm:pt>
  </dgm:ptLst>
  <dgm:cxnLst>
    <dgm:cxn modelId="{C62C2519-28E9-48B9-AB96-8D10A8977E81}" srcId="{80F1065F-CD41-4665-B61C-E886F1BBD7D2}" destId="{2A38643F-A708-47AE-8735-07B85EB7E13C}" srcOrd="2" destOrd="0" parTransId="{9D13D590-61F1-4068-9839-C3A5E4D09E48}" sibTransId="{791145C6-DA33-4E48-8591-CC097DC563A5}"/>
    <dgm:cxn modelId="{9ACF81C5-7EF0-4601-A96D-88C354503F03}" type="presOf" srcId="{276B89D6-FACF-4CB7-A86D-1E8A91D97E76}" destId="{2AAB93FB-54C5-4011-85DF-11A1325E3EEC}" srcOrd="0" destOrd="0" presId="urn:microsoft.com/office/officeart/2008/layout/HexagonCluster"/>
    <dgm:cxn modelId="{759ADBA4-2861-46AA-BD22-0CCF69154BED}" type="presOf" srcId="{EDE05EF7-742A-454F-BA2F-AEBD7F46AFAA}" destId="{6E2F8C54-402D-4A19-963E-EC69802DE246}" srcOrd="0" destOrd="0" presId="urn:microsoft.com/office/officeart/2008/layout/HexagonCluster"/>
    <dgm:cxn modelId="{BD26C5E4-C3F4-4B31-9E06-38991D3A6529}" srcId="{80F1065F-CD41-4665-B61C-E886F1BBD7D2}" destId="{276B89D6-FACF-4CB7-A86D-1E8A91D97E76}" srcOrd="0" destOrd="0" parTransId="{98F52649-C87A-4163-87F7-8C24ADCF1061}" sibTransId="{787D59AE-D34C-4FE7-BE3E-8A6A536A33C8}"/>
    <dgm:cxn modelId="{537E56E2-735A-4831-84E7-F92641850264}" type="presOf" srcId="{791145C6-DA33-4E48-8591-CC097DC563A5}" destId="{FC971460-C6BD-4DFD-B089-8E7E45424A2C}" srcOrd="0" destOrd="0" presId="urn:microsoft.com/office/officeart/2008/layout/HexagonCluster"/>
    <dgm:cxn modelId="{9AF22B20-FCC3-405C-A4AE-803E9A871D66}" type="presOf" srcId="{2A38643F-A708-47AE-8735-07B85EB7E13C}" destId="{86FFD1A2-455E-4BB4-87F5-F1880AA42A3C}" srcOrd="0" destOrd="0" presId="urn:microsoft.com/office/officeart/2008/layout/HexagonCluster"/>
    <dgm:cxn modelId="{300AACF8-295A-4437-80A4-3ECA042EADEE}" type="presOf" srcId="{80F1065F-CD41-4665-B61C-E886F1BBD7D2}" destId="{D1DB6246-DA7F-48B8-82FE-0AA5B6E9FBB4}" srcOrd="0" destOrd="0" presId="urn:microsoft.com/office/officeart/2008/layout/HexagonCluster"/>
    <dgm:cxn modelId="{4061409F-C9F0-4821-A14D-90D731F3A4CF}" srcId="{80F1065F-CD41-4665-B61C-E886F1BBD7D2}" destId="{EDE05EF7-742A-454F-BA2F-AEBD7F46AFAA}" srcOrd="1" destOrd="0" parTransId="{8B029B20-4E15-43B2-A99E-D119F78D4B3C}" sibTransId="{A0C1DF02-1C77-4C12-8C8B-452BC0C0A706}"/>
    <dgm:cxn modelId="{DEC07320-7250-45A8-82F0-D06CD312F765}" type="presOf" srcId="{A0C1DF02-1C77-4C12-8C8B-452BC0C0A706}" destId="{D21B0EB0-3673-4089-909C-60753839079D}" srcOrd="0" destOrd="0" presId="urn:microsoft.com/office/officeart/2008/layout/HexagonCluster"/>
    <dgm:cxn modelId="{74ED006C-653F-4F41-8C5D-C0EE013C87D4}" type="presOf" srcId="{787D59AE-D34C-4FE7-BE3E-8A6A536A33C8}" destId="{8129714A-B41F-4813-A5DF-4F8C38467E65}" srcOrd="0" destOrd="0" presId="urn:microsoft.com/office/officeart/2008/layout/HexagonCluster"/>
    <dgm:cxn modelId="{1A7968D2-6133-42B7-A670-08016E7E641C}" type="presParOf" srcId="{D1DB6246-DA7F-48B8-82FE-0AA5B6E9FBB4}" destId="{44556D76-DC07-4DEA-90B1-701FB3967F22}" srcOrd="0" destOrd="0" presId="urn:microsoft.com/office/officeart/2008/layout/HexagonCluster"/>
    <dgm:cxn modelId="{71769CCF-F0B8-4F48-A913-98CA588BFD88}" type="presParOf" srcId="{44556D76-DC07-4DEA-90B1-701FB3967F22}" destId="{2AAB93FB-54C5-4011-85DF-11A1325E3EEC}" srcOrd="0" destOrd="0" presId="urn:microsoft.com/office/officeart/2008/layout/HexagonCluster"/>
    <dgm:cxn modelId="{C7CDA82E-DB4D-47B2-BBB0-873BA55C474D}" type="presParOf" srcId="{D1DB6246-DA7F-48B8-82FE-0AA5B6E9FBB4}" destId="{F069C11E-14A3-4764-9C88-8C6CAE38545F}" srcOrd="1" destOrd="0" presId="urn:microsoft.com/office/officeart/2008/layout/HexagonCluster"/>
    <dgm:cxn modelId="{78159EA6-5D5F-4831-9F31-160342F9BDF0}" type="presParOf" srcId="{F069C11E-14A3-4764-9C88-8C6CAE38545F}" destId="{2D81845C-39FF-4B7B-BAB7-9CB48C9E31F2}" srcOrd="0" destOrd="0" presId="urn:microsoft.com/office/officeart/2008/layout/HexagonCluster"/>
    <dgm:cxn modelId="{8946CD7A-7B36-4E4C-B0DC-50287185C4CE}" type="presParOf" srcId="{D1DB6246-DA7F-48B8-82FE-0AA5B6E9FBB4}" destId="{CEDE3283-A108-4B40-BD2E-B072BF138CB2}" srcOrd="2" destOrd="0" presId="urn:microsoft.com/office/officeart/2008/layout/HexagonCluster"/>
    <dgm:cxn modelId="{A843327D-F7FE-4C27-8009-353C508482C3}" type="presParOf" srcId="{CEDE3283-A108-4B40-BD2E-B072BF138CB2}" destId="{8129714A-B41F-4813-A5DF-4F8C38467E65}" srcOrd="0" destOrd="0" presId="urn:microsoft.com/office/officeart/2008/layout/HexagonCluster"/>
    <dgm:cxn modelId="{4008D5E7-7BE0-4D53-A4BD-293DCCD408D8}" type="presParOf" srcId="{D1DB6246-DA7F-48B8-82FE-0AA5B6E9FBB4}" destId="{17B1C5ED-11EF-4E93-B5EE-AA84D91B838B}" srcOrd="3" destOrd="0" presId="urn:microsoft.com/office/officeart/2008/layout/HexagonCluster"/>
    <dgm:cxn modelId="{786DE347-62AE-46C1-B468-6CEB096D68EC}" type="presParOf" srcId="{17B1C5ED-11EF-4E93-B5EE-AA84D91B838B}" destId="{62A335A4-9A80-41C4-86E0-18200168BDDE}" srcOrd="0" destOrd="0" presId="urn:microsoft.com/office/officeart/2008/layout/HexagonCluster"/>
    <dgm:cxn modelId="{6DC3E1EC-CD28-4A5E-8C39-E9198E77F351}" type="presParOf" srcId="{D1DB6246-DA7F-48B8-82FE-0AA5B6E9FBB4}" destId="{5C37211C-E652-4E8E-ACD6-4C109D91F2AA}" srcOrd="4" destOrd="0" presId="urn:microsoft.com/office/officeart/2008/layout/HexagonCluster"/>
    <dgm:cxn modelId="{9CD255EA-A2F0-4B09-AE7F-41DF14D998CC}" type="presParOf" srcId="{5C37211C-E652-4E8E-ACD6-4C109D91F2AA}" destId="{6E2F8C54-402D-4A19-963E-EC69802DE246}" srcOrd="0" destOrd="0" presId="urn:microsoft.com/office/officeart/2008/layout/HexagonCluster"/>
    <dgm:cxn modelId="{426CF09C-5CA7-4485-9726-C817A01143DF}" type="presParOf" srcId="{D1DB6246-DA7F-48B8-82FE-0AA5B6E9FBB4}" destId="{2F23B48A-FB4F-478A-BFB3-43EEF24D7695}" srcOrd="5" destOrd="0" presId="urn:microsoft.com/office/officeart/2008/layout/HexagonCluster"/>
    <dgm:cxn modelId="{FC189690-9F7D-433B-892A-FAF0052C3809}" type="presParOf" srcId="{2F23B48A-FB4F-478A-BFB3-43EEF24D7695}" destId="{B6253E17-7B8C-4041-93B2-28506041B1D1}" srcOrd="0" destOrd="0" presId="urn:microsoft.com/office/officeart/2008/layout/HexagonCluster"/>
    <dgm:cxn modelId="{BBEC781D-0F6B-4ED3-9D9B-D0EB71423EC6}" type="presParOf" srcId="{D1DB6246-DA7F-48B8-82FE-0AA5B6E9FBB4}" destId="{7267BD89-A7F7-4596-9C08-2516BB5D991C}" srcOrd="6" destOrd="0" presId="urn:microsoft.com/office/officeart/2008/layout/HexagonCluster"/>
    <dgm:cxn modelId="{3B4511F8-BA51-4EA0-B183-3F4A2E09BB61}" type="presParOf" srcId="{7267BD89-A7F7-4596-9C08-2516BB5D991C}" destId="{D21B0EB0-3673-4089-909C-60753839079D}" srcOrd="0" destOrd="0" presId="urn:microsoft.com/office/officeart/2008/layout/HexagonCluster"/>
    <dgm:cxn modelId="{7A43C386-B577-4057-BC8A-EF9CDDF22518}" type="presParOf" srcId="{D1DB6246-DA7F-48B8-82FE-0AA5B6E9FBB4}" destId="{892DD7FB-3E34-467A-9FE0-C3F7FC2323CF}" srcOrd="7" destOrd="0" presId="urn:microsoft.com/office/officeart/2008/layout/HexagonCluster"/>
    <dgm:cxn modelId="{5591EAB3-A797-43EF-8579-2B0C16524BD2}" type="presParOf" srcId="{892DD7FB-3E34-467A-9FE0-C3F7FC2323CF}" destId="{747ED097-EDBC-42A6-AA68-460874246793}" srcOrd="0" destOrd="0" presId="urn:microsoft.com/office/officeart/2008/layout/HexagonCluster"/>
    <dgm:cxn modelId="{66DFDC49-C50C-458B-AABA-273F02ADE7D2}" type="presParOf" srcId="{D1DB6246-DA7F-48B8-82FE-0AA5B6E9FBB4}" destId="{A6108688-8CD4-4876-88AB-5400750BA468}" srcOrd="8" destOrd="0" presId="urn:microsoft.com/office/officeart/2008/layout/HexagonCluster"/>
    <dgm:cxn modelId="{B0926C22-A65C-4974-AFA6-A6B1513C8E56}" type="presParOf" srcId="{A6108688-8CD4-4876-88AB-5400750BA468}" destId="{86FFD1A2-455E-4BB4-87F5-F1880AA42A3C}" srcOrd="0" destOrd="0" presId="urn:microsoft.com/office/officeart/2008/layout/HexagonCluster"/>
    <dgm:cxn modelId="{6465970A-DEFA-44FB-BE00-CBACCADED998}" type="presParOf" srcId="{D1DB6246-DA7F-48B8-82FE-0AA5B6E9FBB4}" destId="{2A2D32ED-7508-440B-B763-C649F60AAF59}" srcOrd="9" destOrd="0" presId="urn:microsoft.com/office/officeart/2008/layout/HexagonCluster"/>
    <dgm:cxn modelId="{30FB6D3D-81B7-4F03-B182-A174190F1283}" type="presParOf" srcId="{2A2D32ED-7508-440B-B763-C649F60AAF59}" destId="{0BEE0DC9-68B2-40F0-98EA-818645D365B2}" srcOrd="0" destOrd="0" presId="urn:microsoft.com/office/officeart/2008/layout/HexagonCluster"/>
    <dgm:cxn modelId="{64BB0473-D6D0-467F-9161-306547E67368}" type="presParOf" srcId="{D1DB6246-DA7F-48B8-82FE-0AA5B6E9FBB4}" destId="{883D46B7-B661-4DC7-9021-3DA7F791DC5F}" srcOrd="10" destOrd="0" presId="urn:microsoft.com/office/officeart/2008/layout/HexagonCluster"/>
    <dgm:cxn modelId="{6E69695F-68CD-4143-B351-707161D9E86C}" type="presParOf" srcId="{883D46B7-B661-4DC7-9021-3DA7F791DC5F}" destId="{FC971460-C6BD-4DFD-B089-8E7E45424A2C}" srcOrd="0" destOrd="0" presId="urn:microsoft.com/office/officeart/2008/layout/HexagonCluster"/>
    <dgm:cxn modelId="{5800FFE2-5198-4C0C-9AFA-6FC7DD17C7F3}" type="presParOf" srcId="{D1DB6246-DA7F-48B8-82FE-0AA5B6E9FBB4}" destId="{63EA0368-511D-4BB8-BB24-BCCE473639DD}" srcOrd="11" destOrd="0" presId="urn:microsoft.com/office/officeart/2008/layout/HexagonCluster"/>
    <dgm:cxn modelId="{11C19BC5-19A8-417C-BD99-FE277F2C84C3}" type="presParOf" srcId="{63EA0368-511D-4BB8-BB24-BCCE473639DD}" destId="{CDC81E02-F0DA-416F-94D4-19802062520F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907428-C9DA-4F18-8F06-9BF8B81CE17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FAAB5458-E6A2-472C-91E3-5FC9BE95A9BE}">
      <dgm:prSet phldrT="[Text]"/>
      <dgm:spPr/>
      <dgm:t>
        <a:bodyPr/>
        <a:lstStyle/>
        <a:p>
          <a:r>
            <a:rPr lang="zh-CN" altLang="en-US" dirty="0" smtClean="0"/>
            <a:t>叛逆</a:t>
          </a:r>
          <a:endParaRPr lang="en-US" dirty="0"/>
        </a:p>
      </dgm:t>
    </dgm:pt>
    <dgm:pt modelId="{A666C96D-0A05-481D-96F1-EE69227CBB96}" type="parTrans" cxnId="{46DF4D17-05A3-4A18-8E21-364EBF6DCB60}">
      <dgm:prSet/>
      <dgm:spPr/>
      <dgm:t>
        <a:bodyPr/>
        <a:lstStyle/>
        <a:p>
          <a:endParaRPr lang="en-US"/>
        </a:p>
      </dgm:t>
    </dgm:pt>
    <dgm:pt modelId="{376CA9D4-0524-4578-ACDF-B0EA4E555CD4}" type="sibTrans" cxnId="{46DF4D17-05A3-4A18-8E21-364EBF6DCB60}">
      <dgm:prSet/>
      <dgm:spPr/>
      <dgm:t>
        <a:bodyPr/>
        <a:lstStyle/>
        <a:p>
          <a:r>
            <a:rPr lang="zh-CN" altLang="en-US" dirty="0" smtClean="0"/>
            <a:t>自私</a:t>
          </a:r>
          <a:endParaRPr lang="en-US" dirty="0"/>
        </a:p>
      </dgm:t>
    </dgm:pt>
    <dgm:pt modelId="{ABD25EDE-2C8E-48BF-9275-CEB94BBA9B3D}">
      <dgm:prSet phldrT="[Text]"/>
      <dgm:spPr/>
      <dgm:t>
        <a:bodyPr/>
        <a:lstStyle/>
        <a:p>
          <a:r>
            <a:rPr 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90</a:t>
          </a:r>
          <a:r>
            <a:rPr lang="zh-CN" alt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后</a:t>
          </a:r>
          <a:endParaRPr lang="en-US" dirty="0">
            <a:solidFill>
              <a:schemeClr val="tx1">
                <a:lumMod val="50000"/>
                <a:lumOff val="50000"/>
              </a:schemeClr>
            </a:solidFill>
          </a:endParaRPr>
        </a:p>
      </dgm:t>
    </dgm:pt>
    <dgm:pt modelId="{B77B8864-F0F2-413B-A07A-BCD45C4493FA}" type="parTrans" cxnId="{57D5AC7C-E1D2-4E04-99CC-6947EECD986D}">
      <dgm:prSet/>
      <dgm:spPr/>
      <dgm:t>
        <a:bodyPr/>
        <a:lstStyle/>
        <a:p>
          <a:endParaRPr lang="en-US"/>
        </a:p>
      </dgm:t>
    </dgm:pt>
    <dgm:pt modelId="{E3337D51-CC83-441F-8022-880F3563E61B}" type="sibTrans" cxnId="{57D5AC7C-E1D2-4E04-99CC-6947EECD986D}">
      <dgm:prSet/>
      <dgm:spPr/>
      <dgm:t>
        <a:bodyPr/>
        <a:lstStyle/>
        <a:p>
          <a:endParaRPr lang="en-US"/>
        </a:p>
      </dgm:t>
    </dgm:pt>
    <dgm:pt modelId="{8C63D699-5C9A-4DA3-A778-A02B76D41155}">
      <dgm:prSet phldrT="[Text]"/>
      <dgm:spPr/>
      <dgm:t>
        <a:bodyPr/>
        <a:lstStyle/>
        <a:p>
          <a:r>
            <a:rPr lang="zh-CN" altLang="en-US" dirty="0" smtClean="0"/>
            <a:t>脆弱</a:t>
          </a:r>
          <a:endParaRPr lang="en-US" dirty="0"/>
        </a:p>
      </dgm:t>
    </dgm:pt>
    <dgm:pt modelId="{C688CBAF-84D0-4773-BA1F-FB651530F9DD}" type="parTrans" cxnId="{F8F4D39C-6901-4E98-8428-AAE742E20BF2}">
      <dgm:prSet/>
      <dgm:spPr/>
      <dgm:t>
        <a:bodyPr/>
        <a:lstStyle/>
        <a:p>
          <a:endParaRPr lang="en-US"/>
        </a:p>
      </dgm:t>
    </dgm:pt>
    <dgm:pt modelId="{3309A06F-7083-4106-8EF8-F54292E26544}" type="sibTrans" cxnId="{F8F4D39C-6901-4E98-8428-AAE742E20BF2}">
      <dgm:prSet/>
      <dgm:spPr/>
      <dgm:t>
        <a:bodyPr/>
        <a:lstStyle/>
        <a:p>
          <a:r>
            <a:rPr lang="zh-CN" altLang="en-US" dirty="0" smtClean="0"/>
            <a:t>依赖</a:t>
          </a:r>
          <a:endParaRPr lang="en-US" dirty="0"/>
        </a:p>
      </dgm:t>
    </dgm:pt>
    <dgm:pt modelId="{5A89B39D-A80F-4A14-AA84-11F1CCB5E115}">
      <dgm:prSet phldrT="[Text]"/>
      <dgm:spPr/>
      <dgm:t>
        <a:bodyPr/>
        <a:lstStyle/>
        <a:p>
          <a:r>
            <a:rPr 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90</a:t>
          </a:r>
          <a:r>
            <a:rPr lang="zh-CN" alt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后</a:t>
          </a:r>
          <a:endParaRPr lang="en-US" dirty="0">
            <a:solidFill>
              <a:schemeClr val="tx1">
                <a:lumMod val="50000"/>
                <a:lumOff val="50000"/>
              </a:schemeClr>
            </a:solidFill>
          </a:endParaRPr>
        </a:p>
      </dgm:t>
    </dgm:pt>
    <dgm:pt modelId="{0736E82F-0656-4516-A694-986580D63348}" type="parTrans" cxnId="{A8EE3EF4-B33F-43C2-B32A-E6118A1513E8}">
      <dgm:prSet/>
      <dgm:spPr/>
      <dgm:t>
        <a:bodyPr/>
        <a:lstStyle/>
        <a:p>
          <a:endParaRPr lang="en-US"/>
        </a:p>
      </dgm:t>
    </dgm:pt>
    <dgm:pt modelId="{44D10666-53A1-4ECD-B0AD-69DB46D25B29}" type="sibTrans" cxnId="{A8EE3EF4-B33F-43C2-B32A-E6118A1513E8}">
      <dgm:prSet/>
      <dgm:spPr/>
      <dgm:t>
        <a:bodyPr/>
        <a:lstStyle/>
        <a:p>
          <a:endParaRPr lang="en-US"/>
        </a:p>
      </dgm:t>
    </dgm:pt>
    <dgm:pt modelId="{320801B9-F8AE-4AB0-A287-2950855FA7EF}">
      <dgm:prSet phldrT="[Text]"/>
      <dgm:spPr/>
      <dgm:t>
        <a:bodyPr/>
        <a:lstStyle/>
        <a:p>
          <a:r>
            <a:rPr lang="zh-CN" altLang="en-US" b="0" i="0" dirty="0" smtClean="0"/>
            <a:t>敏感</a:t>
          </a:r>
          <a:endParaRPr lang="en-US" dirty="0"/>
        </a:p>
      </dgm:t>
    </dgm:pt>
    <dgm:pt modelId="{B38BDDCE-4918-498F-8217-235A8C4B7469}" type="parTrans" cxnId="{F753C682-C465-43DF-B1C8-8A3B319E9C46}">
      <dgm:prSet/>
      <dgm:spPr/>
      <dgm:t>
        <a:bodyPr/>
        <a:lstStyle/>
        <a:p>
          <a:endParaRPr lang="en-US"/>
        </a:p>
      </dgm:t>
    </dgm:pt>
    <dgm:pt modelId="{D822DABA-62EB-48D1-891A-059DBD3C7CF7}" type="sibTrans" cxnId="{F753C682-C465-43DF-B1C8-8A3B319E9C46}">
      <dgm:prSet/>
      <dgm:spPr/>
      <dgm:t>
        <a:bodyPr/>
        <a:lstStyle/>
        <a:p>
          <a:r>
            <a:rPr lang="zh-CN" altLang="en-US" dirty="0" smtClean="0"/>
            <a:t>情绪化</a:t>
          </a:r>
          <a:endParaRPr lang="en-US" dirty="0"/>
        </a:p>
      </dgm:t>
    </dgm:pt>
    <dgm:pt modelId="{AE8A39BE-24B1-446B-8A7B-90FF7F1E5585}">
      <dgm:prSet phldrT="[Text]"/>
      <dgm:spPr/>
      <dgm:t>
        <a:bodyPr/>
        <a:lstStyle/>
        <a:p>
          <a:r>
            <a:rPr 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90</a:t>
          </a:r>
          <a:r>
            <a:rPr lang="zh-CN" altLang="en-US" dirty="0" smtClean="0">
              <a:solidFill>
                <a:schemeClr val="tx1">
                  <a:lumMod val="50000"/>
                  <a:lumOff val="50000"/>
                </a:schemeClr>
              </a:solidFill>
            </a:rPr>
            <a:t>后</a:t>
          </a:r>
          <a:endParaRPr lang="en-US" dirty="0">
            <a:solidFill>
              <a:schemeClr val="tx1">
                <a:lumMod val="50000"/>
                <a:lumOff val="50000"/>
              </a:schemeClr>
            </a:solidFill>
          </a:endParaRPr>
        </a:p>
      </dgm:t>
    </dgm:pt>
    <dgm:pt modelId="{6128DAC0-442C-46D2-950C-86DCE2A4413B}" type="parTrans" cxnId="{A2CC7BE8-2CB8-4BF2-B494-A64E968BD9AA}">
      <dgm:prSet/>
      <dgm:spPr/>
      <dgm:t>
        <a:bodyPr/>
        <a:lstStyle/>
        <a:p>
          <a:endParaRPr lang="en-US"/>
        </a:p>
      </dgm:t>
    </dgm:pt>
    <dgm:pt modelId="{2824FC35-E958-4B23-AA3C-E349EC37D1AE}" type="sibTrans" cxnId="{A2CC7BE8-2CB8-4BF2-B494-A64E968BD9AA}">
      <dgm:prSet/>
      <dgm:spPr/>
      <dgm:t>
        <a:bodyPr/>
        <a:lstStyle/>
        <a:p>
          <a:endParaRPr lang="en-US"/>
        </a:p>
      </dgm:t>
    </dgm:pt>
    <dgm:pt modelId="{2D67DB53-12CC-49D3-A14A-F877669D9205}" type="pres">
      <dgm:prSet presAssocID="{F1907428-C9DA-4F18-8F06-9BF8B81CE17A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93A48EB-3523-49F1-B27B-5C2B9A7B8C22}" type="pres">
      <dgm:prSet presAssocID="{FAAB5458-E6A2-472C-91E3-5FC9BE95A9BE}" presName="composite" presStyleCnt="0"/>
      <dgm:spPr/>
    </dgm:pt>
    <dgm:pt modelId="{71324B7C-58A3-49E9-9682-03D67A64104A}" type="pres">
      <dgm:prSet presAssocID="{FAAB5458-E6A2-472C-91E3-5FC9BE95A9BE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24D5DF-A5C0-4A78-A920-340E5F7A2DC7}" type="pres">
      <dgm:prSet presAssocID="{FAAB5458-E6A2-472C-91E3-5FC9BE95A9BE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19B86D-CA1C-434A-978B-2D0B4841C9B6}" type="pres">
      <dgm:prSet presAssocID="{FAAB5458-E6A2-472C-91E3-5FC9BE95A9BE}" presName="BalanceSpacing" presStyleCnt="0"/>
      <dgm:spPr/>
    </dgm:pt>
    <dgm:pt modelId="{C78F0BAE-06C4-4EE0-B47A-75777CEA2E52}" type="pres">
      <dgm:prSet presAssocID="{FAAB5458-E6A2-472C-91E3-5FC9BE95A9BE}" presName="BalanceSpacing1" presStyleCnt="0"/>
      <dgm:spPr/>
    </dgm:pt>
    <dgm:pt modelId="{22F4DEA5-0A65-4906-A12A-E58961B8E1AD}" type="pres">
      <dgm:prSet presAssocID="{376CA9D4-0524-4578-ACDF-B0EA4E555CD4}" presName="Accent1Text" presStyleLbl="node1" presStyleIdx="1" presStyleCnt="6"/>
      <dgm:spPr/>
      <dgm:t>
        <a:bodyPr/>
        <a:lstStyle/>
        <a:p>
          <a:endParaRPr lang="en-US"/>
        </a:p>
      </dgm:t>
    </dgm:pt>
    <dgm:pt modelId="{372BA472-8408-4162-9103-F7203010DEE6}" type="pres">
      <dgm:prSet presAssocID="{376CA9D4-0524-4578-ACDF-B0EA4E555CD4}" presName="spaceBetweenRectangles" presStyleCnt="0"/>
      <dgm:spPr/>
    </dgm:pt>
    <dgm:pt modelId="{2CE29B6B-B0ED-4CA6-BCC2-F08488F512D0}" type="pres">
      <dgm:prSet presAssocID="{8C63D699-5C9A-4DA3-A778-A02B76D41155}" presName="composite" presStyleCnt="0"/>
      <dgm:spPr/>
    </dgm:pt>
    <dgm:pt modelId="{3B14E98F-ADBD-4CFD-A451-478F04BFC816}" type="pres">
      <dgm:prSet presAssocID="{8C63D699-5C9A-4DA3-A778-A02B76D4115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FA6AC-6E90-4A00-9FEF-0F9DF861160D}" type="pres">
      <dgm:prSet presAssocID="{8C63D699-5C9A-4DA3-A778-A02B76D4115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3E874-0700-4092-8593-73A32ED95CAA}" type="pres">
      <dgm:prSet presAssocID="{8C63D699-5C9A-4DA3-A778-A02B76D41155}" presName="BalanceSpacing" presStyleCnt="0"/>
      <dgm:spPr/>
    </dgm:pt>
    <dgm:pt modelId="{EBCFE380-C9E8-4CC0-BFEA-680C3B4B570B}" type="pres">
      <dgm:prSet presAssocID="{8C63D699-5C9A-4DA3-A778-A02B76D41155}" presName="BalanceSpacing1" presStyleCnt="0"/>
      <dgm:spPr/>
    </dgm:pt>
    <dgm:pt modelId="{974BA99F-A739-48CA-B9C8-066F960FA962}" type="pres">
      <dgm:prSet presAssocID="{3309A06F-7083-4106-8EF8-F54292E26544}" presName="Accent1Text" presStyleLbl="node1" presStyleIdx="3" presStyleCnt="6"/>
      <dgm:spPr/>
      <dgm:t>
        <a:bodyPr/>
        <a:lstStyle/>
        <a:p>
          <a:endParaRPr lang="en-US"/>
        </a:p>
      </dgm:t>
    </dgm:pt>
    <dgm:pt modelId="{83D6D9AE-DEE2-4ECD-B7AA-BFA21B96C0A7}" type="pres">
      <dgm:prSet presAssocID="{3309A06F-7083-4106-8EF8-F54292E26544}" presName="spaceBetweenRectangles" presStyleCnt="0"/>
      <dgm:spPr/>
    </dgm:pt>
    <dgm:pt modelId="{3298BF87-43D3-42D7-B494-DD8141765D73}" type="pres">
      <dgm:prSet presAssocID="{320801B9-F8AE-4AB0-A287-2950855FA7EF}" presName="composite" presStyleCnt="0"/>
      <dgm:spPr/>
    </dgm:pt>
    <dgm:pt modelId="{49FB4950-4D20-46FF-A299-7E70ABCA92FA}" type="pres">
      <dgm:prSet presAssocID="{320801B9-F8AE-4AB0-A287-2950855FA7EF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AF0285-B343-4A82-8514-4A37B7992187}" type="pres">
      <dgm:prSet presAssocID="{320801B9-F8AE-4AB0-A287-2950855FA7EF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35158D-4EAE-4F00-9813-936991AE0844}" type="pres">
      <dgm:prSet presAssocID="{320801B9-F8AE-4AB0-A287-2950855FA7EF}" presName="BalanceSpacing" presStyleCnt="0"/>
      <dgm:spPr/>
    </dgm:pt>
    <dgm:pt modelId="{6985FF0C-A3CD-41F4-85C1-BBD91455B035}" type="pres">
      <dgm:prSet presAssocID="{320801B9-F8AE-4AB0-A287-2950855FA7EF}" presName="BalanceSpacing1" presStyleCnt="0"/>
      <dgm:spPr/>
    </dgm:pt>
    <dgm:pt modelId="{01B98FA4-0D36-4ED7-9C50-6526C59E1022}" type="pres">
      <dgm:prSet presAssocID="{D822DABA-62EB-48D1-891A-059DBD3C7CF7}" presName="Accent1Text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57D5AC7C-E1D2-4E04-99CC-6947EECD986D}" srcId="{FAAB5458-E6A2-472C-91E3-5FC9BE95A9BE}" destId="{ABD25EDE-2C8E-48BF-9275-CEB94BBA9B3D}" srcOrd="0" destOrd="0" parTransId="{B77B8864-F0F2-413B-A07A-BCD45C4493FA}" sibTransId="{E3337D51-CC83-441F-8022-880F3563E61B}"/>
    <dgm:cxn modelId="{A2CC7BE8-2CB8-4BF2-B494-A64E968BD9AA}" srcId="{320801B9-F8AE-4AB0-A287-2950855FA7EF}" destId="{AE8A39BE-24B1-446B-8A7B-90FF7F1E5585}" srcOrd="0" destOrd="0" parTransId="{6128DAC0-442C-46D2-950C-86DCE2A4413B}" sibTransId="{2824FC35-E958-4B23-AA3C-E349EC37D1AE}"/>
    <dgm:cxn modelId="{A8EE3EF4-B33F-43C2-B32A-E6118A1513E8}" srcId="{8C63D699-5C9A-4DA3-A778-A02B76D41155}" destId="{5A89B39D-A80F-4A14-AA84-11F1CCB5E115}" srcOrd="0" destOrd="0" parTransId="{0736E82F-0656-4516-A694-986580D63348}" sibTransId="{44D10666-53A1-4ECD-B0AD-69DB46D25B29}"/>
    <dgm:cxn modelId="{8823C76E-39B4-4BD8-8C87-03FE8DED41FF}" type="presOf" srcId="{AE8A39BE-24B1-446B-8A7B-90FF7F1E5585}" destId="{81AF0285-B343-4A82-8514-4A37B7992187}" srcOrd="0" destOrd="0" presId="urn:microsoft.com/office/officeart/2008/layout/AlternatingHexagons"/>
    <dgm:cxn modelId="{EAECF4BB-04AF-4B16-BF7E-58EFCECF3CF8}" type="presOf" srcId="{376CA9D4-0524-4578-ACDF-B0EA4E555CD4}" destId="{22F4DEA5-0A65-4906-A12A-E58961B8E1AD}" srcOrd="0" destOrd="0" presId="urn:microsoft.com/office/officeart/2008/layout/AlternatingHexagons"/>
    <dgm:cxn modelId="{CA9F323C-FAAE-445C-B158-7871AE1AC366}" type="presOf" srcId="{F1907428-C9DA-4F18-8F06-9BF8B81CE17A}" destId="{2D67DB53-12CC-49D3-A14A-F877669D9205}" srcOrd="0" destOrd="0" presId="urn:microsoft.com/office/officeart/2008/layout/AlternatingHexagons"/>
    <dgm:cxn modelId="{F753C682-C465-43DF-B1C8-8A3B319E9C46}" srcId="{F1907428-C9DA-4F18-8F06-9BF8B81CE17A}" destId="{320801B9-F8AE-4AB0-A287-2950855FA7EF}" srcOrd="2" destOrd="0" parTransId="{B38BDDCE-4918-498F-8217-235A8C4B7469}" sibTransId="{D822DABA-62EB-48D1-891A-059DBD3C7CF7}"/>
    <dgm:cxn modelId="{46DF4D17-05A3-4A18-8E21-364EBF6DCB60}" srcId="{F1907428-C9DA-4F18-8F06-9BF8B81CE17A}" destId="{FAAB5458-E6A2-472C-91E3-5FC9BE95A9BE}" srcOrd="0" destOrd="0" parTransId="{A666C96D-0A05-481D-96F1-EE69227CBB96}" sibTransId="{376CA9D4-0524-4578-ACDF-B0EA4E555CD4}"/>
    <dgm:cxn modelId="{96F22323-D96F-4AA7-AE69-4AA08E25C269}" type="presOf" srcId="{8C63D699-5C9A-4DA3-A778-A02B76D41155}" destId="{3B14E98F-ADBD-4CFD-A451-478F04BFC816}" srcOrd="0" destOrd="0" presId="urn:microsoft.com/office/officeart/2008/layout/AlternatingHexagons"/>
    <dgm:cxn modelId="{6893F816-039D-4D81-998B-74AD8279399D}" type="presOf" srcId="{FAAB5458-E6A2-472C-91E3-5FC9BE95A9BE}" destId="{71324B7C-58A3-49E9-9682-03D67A64104A}" srcOrd="0" destOrd="0" presId="urn:microsoft.com/office/officeart/2008/layout/AlternatingHexagons"/>
    <dgm:cxn modelId="{3856FAC9-F26A-4813-BA1A-3864656E95B8}" type="presOf" srcId="{3309A06F-7083-4106-8EF8-F54292E26544}" destId="{974BA99F-A739-48CA-B9C8-066F960FA962}" srcOrd="0" destOrd="0" presId="urn:microsoft.com/office/officeart/2008/layout/AlternatingHexagons"/>
    <dgm:cxn modelId="{E5C9EA6D-B4A8-4E2A-8491-5962DE38A749}" type="presOf" srcId="{320801B9-F8AE-4AB0-A287-2950855FA7EF}" destId="{49FB4950-4D20-46FF-A299-7E70ABCA92FA}" srcOrd="0" destOrd="0" presId="urn:microsoft.com/office/officeart/2008/layout/AlternatingHexagons"/>
    <dgm:cxn modelId="{25BFAFB9-6551-4A26-B41A-F664F0DEAF3D}" type="presOf" srcId="{D822DABA-62EB-48D1-891A-059DBD3C7CF7}" destId="{01B98FA4-0D36-4ED7-9C50-6526C59E1022}" srcOrd="0" destOrd="0" presId="urn:microsoft.com/office/officeart/2008/layout/AlternatingHexagons"/>
    <dgm:cxn modelId="{5587F1F0-E852-4DD2-A0E7-807BDDB441F6}" type="presOf" srcId="{5A89B39D-A80F-4A14-AA84-11F1CCB5E115}" destId="{361FA6AC-6E90-4A00-9FEF-0F9DF861160D}" srcOrd="0" destOrd="0" presId="urn:microsoft.com/office/officeart/2008/layout/AlternatingHexagons"/>
    <dgm:cxn modelId="{F8F4D39C-6901-4E98-8428-AAE742E20BF2}" srcId="{F1907428-C9DA-4F18-8F06-9BF8B81CE17A}" destId="{8C63D699-5C9A-4DA3-A778-A02B76D41155}" srcOrd="1" destOrd="0" parTransId="{C688CBAF-84D0-4773-BA1F-FB651530F9DD}" sibTransId="{3309A06F-7083-4106-8EF8-F54292E26544}"/>
    <dgm:cxn modelId="{CF3FAB97-80BC-4606-A2DA-7E7C6BFAE815}" type="presOf" srcId="{ABD25EDE-2C8E-48BF-9275-CEB94BBA9B3D}" destId="{D124D5DF-A5C0-4A78-A920-340E5F7A2DC7}" srcOrd="0" destOrd="0" presId="urn:microsoft.com/office/officeart/2008/layout/AlternatingHexagons"/>
    <dgm:cxn modelId="{920F4FCF-55D0-4F01-B647-C92295E0410F}" type="presParOf" srcId="{2D67DB53-12CC-49D3-A14A-F877669D9205}" destId="{E93A48EB-3523-49F1-B27B-5C2B9A7B8C22}" srcOrd="0" destOrd="0" presId="urn:microsoft.com/office/officeart/2008/layout/AlternatingHexagons"/>
    <dgm:cxn modelId="{C370FA32-A6EE-4A5E-9D88-232183ADE3DD}" type="presParOf" srcId="{E93A48EB-3523-49F1-B27B-5C2B9A7B8C22}" destId="{71324B7C-58A3-49E9-9682-03D67A64104A}" srcOrd="0" destOrd="0" presId="urn:microsoft.com/office/officeart/2008/layout/AlternatingHexagons"/>
    <dgm:cxn modelId="{16EB7A8A-F51E-4A1A-953C-DEF65B105665}" type="presParOf" srcId="{E93A48EB-3523-49F1-B27B-5C2B9A7B8C22}" destId="{D124D5DF-A5C0-4A78-A920-340E5F7A2DC7}" srcOrd="1" destOrd="0" presId="urn:microsoft.com/office/officeart/2008/layout/AlternatingHexagons"/>
    <dgm:cxn modelId="{045EF1B3-DABB-4D3E-B9D4-2D3812F8AFA0}" type="presParOf" srcId="{E93A48EB-3523-49F1-B27B-5C2B9A7B8C22}" destId="{F519B86D-CA1C-434A-978B-2D0B4841C9B6}" srcOrd="2" destOrd="0" presId="urn:microsoft.com/office/officeart/2008/layout/AlternatingHexagons"/>
    <dgm:cxn modelId="{78A6D835-D702-4755-A4D9-86F447715864}" type="presParOf" srcId="{E93A48EB-3523-49F1-B27B-5C2B9A7B8C22}" destId="{C78F0BAE-06C4-4EE0-B47A-75777CEA2E52}" srcOrd="3" destOrd="0" presId="urn:microsoft.com/office/officeart/2008/layout/AlternatingHexagons"/>
    <dgm:cxn modelId="{D664AA11-7A96-4972-8428-FAF63C9D5F15}" type="presParOf" srcId="{E93A48EB-3523-49F1-B27B-5C2B9A7B8C22}" destId="{22F4DEA5-0A65-4906-A12A-E58961B8E1AD}" srcOrd="4" destOrd="0" presId="urn:microsoft.com/office/officeart/2008/layout/AlternatingHexagons"/>
    <dgm:cxn modelId="{FA5B14C0-2556-4D9C-AD48-FBD11FBC52AF}" type="presParOf" srcId="{2D67DB53-12CC-49D3-A14A-F877669D9205}" destId="{372BA472-8408-4162-9103-F7203010DEE6}" srcOrd="1" destOrd="0" presId="urn:microsoft.com/office/officeart/2008/layout/AlternatingHexagons"/>
    <dgm:cxn modelId="{5292F0A5-7F25-41C3-99D6-D44ED0F3FE4D}" type="presParOf" srcId="{2D67DB53-12CC-49D3-A14A-F877669D9205}" destId="{2CE29B6B-B0ED-4CA6-BCC2-F08488F512D0}" srcOrd="2" destOrd="0" presId="urn:microsoft.com/office/officeart/2008/layout/AlternatingHexagons"/>
    <dgm:cxn modelId="{65748916-5BB0-4457-AC5E-AB0C20503F28}" type="presParOf" srcId="{2CE29B6B-B0ED-4CA6-BCC2-F08488F512D0}" destId="{3B14E98F-ADBD-4CFD-A451-478F04BFC816}" srcOrd="0" destOrd="0" presId="urn:microsoft.com/office/officeart/2008/layout/AlternatingHexagons"/>
    <dgm:cxn modelId="{FB5A4567-EE29-4512-A5DD-739B9C9E47C4}" type="presParOf" srcId="{2CE29B6B-B0ED-4CA6-BCC2-F08488F512D0}" destId="{361FA6AC-6E90-4A00-9FEF-0F9DF861160D}" srcOrd="1" destOrd="0" presId="urn:microsoft.com/office/officeart/2008/layout/AlternatingHexagons"/>
    <dgm:cxn modelId="{47073BFD-FC3E-4554-ADD8-58B35D1C7E41}" type="presParOf" srcId="{2CE29B6B-B0ED-4CA6-BCC2-F08488F512D0}" destId="{7063E874-0700-4092-8593-73A32ED95CAA}" srcOrd="2" destOrd="0" presId="urn:microsoft.com/office/officeart/2008/layout/AlternatingHexagons"/>
    <dgm:cxn modelId="{278B5B78-4554-432B-8366-5AAB917FD61C}" type="presParOf" srcId="{2CE29B6B-B0ED-4CA6-BCC2-F08488F512D0}" destId="{EBCFE380-C9E8-4CC0-BFEA-680C3B4B570B}" srcOrd="3" destOrd="0" presId="urn:microsoft.com/office/officeart/2008/layout/AlternatingHexagons"/>
    <dgm:cxn modelId="{5A91749E-DA17-461A-92D7-10D6B6132C54}" type="presParOf" srcId="{2CE29B6B-B0ED-4CA6-BCC2-F08488F512D0}" destId="{974BA99F-A739-48CA-B9C8-066F960FA962}" srcOrd="4" destOrd="0" presId="urn:microsoft.com/office/officeart/2008/layout/AlternatingHexagons"/>
    <dgm:cxn modelId="{2DA7B351-3874-45C1-8215-F1E7F856CE37}" type="presParOf" srcId="{2D67DB53-12CC-49D3-A14A-F877669D9205}" destId="{83D6D9AE-DEE2-4ECD-B7AA-BFA21B96C0A7}" srcOrd="3" destOrd="0" presId="urn:microsoft.com/office/officeart/2008/layout/AlternatingHexagons"/>
    <dgm:cxn modelId="{6DB2B5C4-9F7C-437D-BF9E-207995FC7DBA}" type="presParOf" srcId="{2D67DB53-12CC-49D3-A14A-F877669D9205}" destId="{3298BF87-43D3-42D7-B494-DD8141765D73}" srcOrd="4" destOrd="0" presId="urn:microsoft.com/office/officeart/2008/layout/AlternatingHexagons"/>
    <dgm:cxn modelId="{86E2D627-8A5E-453B-85CA-3D3F1488C65F}" type="presParOf" srcId="{3298BF87-43D3-42D7-B494-DD8141765D73}" destId="{49FB4950-4D20-46FF-A299-7E70ABCA92FA}" srcOrd="0" destOrd="0" presId="urn:microsoft.com/office/officeart/2008/layout/AlternatingHexagons"/>
    <dgm:cxn modelId="{03609E6A-7C6C-46EE-A86D-C1C68F37F89B}" type="presParOf" srcId="{3298BF87-43D3-42D7-B494-DD8141765D73}" destId="{81AF0285-B343-4A82-8514-4A37B7992187}" srcOrd="1" destOrd="0" presId="urn:microsoft.com/office/officeart/2008/layout/AlternatingHexagons"/>
    <dgm:cxn modelId="{C6F78053-424A-4DDB-B640-1D3B280706BA}" type="presParOf" srcId="{3298BF87-43D3-42D7-B494-DD8141765D73}" destId="{8835158D-4EAE-4F00-9813-936991AE0844}" srcOrd="2" destOrd="0" presId="urn:microsoft.com/office/officeart/2008/layout/AlternatingHexagons"/>
    <dgm:cxn modelId="{2C25E2C2-6469-43EC-85AD-3C8A45EE5F57}" type="presParOf" srcId="{3298BF87-43D3-42D7-B494-DD8141765D73}" destId="{6985FF0C-A3CD-41F4-85C1-BBD91455B035}" srcOrd="3" destOrd="0" presId="urn:microsoft.com/office/officeart/2008/layout/AlternatingHexagons"/>
    <dgm:cxn modelId="{B7A2AB40-9556-4380-AE5F-48A87450E5BA}" type="presParOf" srcId="{3298BF87-43D3-42D7-B494-DD8141765D73}" destId="{01B98FA4-0D36-4ED7-9C50-6526C59E102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868B6E-2583-49E8-9447-FE0767C7D5E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733387-C8EE-4A50-823F-4F0E71F8C3FC}">
      <dgm:prSet phldrT="[Text]" custT="1"/>
      <dgm:spPr/>
      <dgm:t>
        <a:bodyPr/>
        <a:lstStyle/>
        <a:p>
          <a:r>
            <a:rPr lang="en-US" altLang="zh-CN" sz="1200" dirty="0" smtClean="0">
              <a:solidFill>
                <a:schemeClr val="bg1"/>
              </a:solidFill>
            </a:rPr>
            <a:t>90</a:t>
          </a:r>
          <a:r>
            <a:rPr lang="zh-CN" altLang="en-US" sz="1200" b="1" dirty="0" smtClean="0">
              <a:solidFill>
                <a:schemeClr val="bg1"/>
              </a:solidFill>
              <a:latin typeface="+mn-lt"/>
              <a:ea typeface="+mn-ea"/>
              <a:cs typeface="+mn-cs"/>
            </a:rPr>
            <a:t>后自己犯规无所谓，但不愿拖累好朋友</a:t>
          </a:r>
          <a:endParaRPr lang="en-US" sz="1200" b="1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DB952E01-91D9-4E3A-ACAE-D3F305E3E142}" type="parTrans" cxnId="{176CC00B-3963-4F15-A34B-184308FB069A}">
      <dgm:prSet/>
      <dgm:spPr/>
      <dgm:t>
        <a:bodyPr/>
        <a:lstStyle/>
        <a:p>
          <a:endParaRPr lang="en-US"/>
        </a:p>
      </dgm:t>
    </dgm:pt>
    <dgm:pt modelId="{446547B1-4D54-47F8-9250-95BD72DFC677}" type="sibTrans" cxnId="{176CC00B-3963-4F15-A34B-184308FB069A}">
      <dgm:prSet/>
      <dgm:spPr/>
      <dgm:t>
        <a:bodyPr/>
        <a:lstStyle/>
        <a:p>
          <a:endParaRPr lang="en-US"/>
        </a:p>
      </dgm:t>
    </dgm:pt>
    <dgm:pt modelId="{53F93244-A773-4105-A4A2-7FE9269B39E6}">
      <dgm:prSet phldrT="[Text]" custT="1"/>
      <dgm:spPr/>
      <dgm:t>
        <a:bodyPr/>
        <a:lstStyle/>
        <a:p>
          <a:r>
            <a:rPr lang="zh-CN" altLang="en-US" sz="1200" b="1" dirty="0" smtClean="0">
              <a:solidFill>
                <a:schemeClr val="bg1"/>
              </a:solidFill>
              <a:latin typeface="+mn-lt"/>
              <a:ea typeface="+mn-ea"/>
              <a:cs typeface="+mn-cs"/>
            </a:rPr>
            <a:t>分配任务时，可以让他们内部沟通代替你的直接下命令</a:t>
          </a:r>
          <a:endParaRPr lang="en-US" sz="1200" dirty="0">
            <a:solidFill>
              <a:schemeClr val="bg1"/>
            </a:solidFill>
          </a:endParaRPr>
        </a:p>
      </dgm:t>
    </dgm:pt>
    <dgm:pt modelId="{594C68D2-C96F-4720-A714-D354E843DA4B}" type="parTrans" cxnId="{8153502A-C566-4A71-9E50-3BDE89454FA9}">
      <dgm:prSet/>
      <dgm:spPr/>
      <dgm:t>
        <a:bodyPr/>
        <a:lstStyle/>
        <a:p>
          <a:endParaRPr lang="en-US"/>
        </a:p>
      </dgm:t>
    </dgm:pt>
    <dgm:pt modelId="{32F0338B-398A-4C27-80D7-08A7CAA2E1DD}" type="sibTrans" cxnId="{8153502A-C566-4A71-9E50-3BDE89454FA9}">
      <dgm:prSet/>
      <dgm:spPr/>
      <dgm:t>
        <a:bodyPr/>
        <a:lstStyle/>
        <a:p>
          <a:endParaRPr lang="en-US"/>
        </a:p>
      </dgm:t>
    </dgm:pt>
    <dgm:pt modelId="{C20BF2FD-49C4-4CA4-939C-C925809A15DA}">
      <dgm:prSet phldrT="[Text]" custT="1"/>
      <dgm:spPr/>
      <dgm:t>
        <a:bodyPr/>
        <a:lstStyle/>
        <a:p>
          <a:r>
            <a:rPr lang="zh-CN" altLang="en-US" sz="1200" b="1" dirty="0" smtClean="0">
              <a:solidFill>
                <a:schemeClr val="bg1"/>
              </a:solidFill>
              <a:latin typeface="+mn-lt"/>
              <a:ea typeface="+mn-ea"/>
              <a:cs typeface="+mn-cs"/>
            </a:rPr>
            <a:t>用团队绩效代替个人绩效</a:t>
          </a:r>
          <a:endParaRPr lang="en-US" sz="1200" b="1" dirty="0">
            <a:solidFill>
              <a:schemeClr val="bg1"/>
            </a:solidFill>
            <a:latin typeface="+mn-lt"/>
            <a:ea typeface="+mn-ea"/>
            <a:cs typeface="+mn-cs"/>
          </a:endParaRPr>
        </a:p>
      </dgm:t>
    </dgm:pt>
    <dgm:pt modelId="{9E993760-FD42-4C56-B437-161BCBA183C2}" type="parTrans" cxnId="{B298F51A-9B6B-4301-9C56-78CA986E24BA}">
      <dgm:prSet/>
      <dgm:spPr/>
      <dgm:t>
        <a:bodyPr/>
        <a:lstStyle/>
        <a:p>
          <a:endParaRPr lang="en-US"/>
        </a:p>
      </dgm:t>
    </dgm:pt>
    <dgm:pt modelId="{86F20E25-FAC3-4F4C-ACE4-9A24952619AA}" type="sibTrans" cxnId="{B298F51A-9B6B-4301-9C56-78CA986E24BA}">
      <dgm:prSet/>
      <dgm:spPr/>
      <dgm:t>
        <a:bodyPr/>
        <a:lstStyle/>
        <a:p>
          <a:endParaRPr lang="en-US"/>
        </a:p>
      </dgm:t>
    </dgm:pt>
    <dgm:pt modelId="{FA5C8CA4-42B3-4608-B632-EA4194631A5B}" type="pres">
      <dgm:prSet presAssocID="{20868B6E-2583-49E8-9447-FE0767C7D5E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09816418-0204-4CD1-8AC2-63A0F8D9430F}" type="pres">
      <dgm:prSet presAssocID="{20868B6E-2583-49E8-9447-FE0767C7D5E5}" presName="Name1" presStyleCnt="0"/>
      <dgm:spPr/>
    </dgm:pt>
    <dgm:pt modelId="{90AC8AA4-19CC-4094-A76C-94A8686B06B4}" type="pres">
      <dgm:prSet presAssocID="{20868B6E-2583-49E8-9447-FE0767C7D5E5}" presName="cycle" presStyleCnt="0"/>
      <dgm:spPr/>
    </dgm:pt>
    <dgm:pt modelId="{BA240DA9-1060-4296-9730-5942ACAD47A8}" type="pres">
      <dgm:prSet presAssocID="{20868B6E-2583-49E8-9447-FE0767C7D5E5}" presName="srcNode" presStyleLbl="node1" presStyleIdx="0" presStyleCnt="3"/>
      <dgm:spPr/>
    </dgm:pt>
    <dgm:pt modelId="{ADEC30D5-DD35-4A68-89D2-25FD19BDE546}" type="pres">
      <dgm:prSet presAssocID="{20868B6E-2583-49E8-9447-FE0767C7D5E5}" presName="conn" presStyleLbl="parChTrans1D2" presStyleIdx="0" presStyleCnt="1"/>
      <dgm:spPr/>
      <dgm:t>
        <a:bodyPr/>
        <a:lstStyle/>
        <a:p>
          <a:endParaRPr lang="en-US"/>
        </a:p>
      </dgm:t>
    </dgm:pt>
    <dgm:pt modelId="{0CAF6A1D-B0ED-4A82-9990-727295A888E4}" type="pres">
      <dgm:prSet presAssocID="{20868B6E-2583-49E8-9447-FE0767C7D5E5}" presName="extraNode" presStyleLbl="node1" presStyleIdx="0" presStyleCnt="3"/>
      <dgm:spPr/>
    </dgm:pt>
    <dgm:pt modelId="{8BFBCD4B-EE41-4FF9-A079-8A1DE8D1D8FA}" type="pres">
      <dgm:prSet presAssocID="{20868B6E-2583-49E8-9447-FE0767C7D5E5}" presName="dstNode" presStyleLbl="node1" presStyleIdx="0" presStyleCnt="3"/>
      <dgm:spPr/>
    </dgm:pt>
    <dgm:pt modelId="{454071A7-14BB-4945-BF7B-60895E8ECD37}" type="pres">
      <dgm:prSet presAssocID="{E3733387-C8EE-4A50-823F-4F0E71F8C3FC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9E6F49-DA62-4EA7-9973-F2D4833F290C}" type="pres">
      <dgm:prSet presAssocID="{E3733387-C8EE-4A50-823F-4F0E71F8C3FC}" presName="accent_1" presStyleCnt="0"/>
      <dgm:spPr/>
    </dgm:pt>
    <dgm:pt modelId="{2C8DE1E2-B06F-4235-A300-33700CFA7A7A}" type="pres">
      <dgm:prSet presAssocID="{E3733387-C8EE-4A50-823F-4F0E71F8C3FC}" presName="accentRepeatNode" presStyleLbl="solidFgAcc1" presStyleIdx="0" presStyleCnt="3"/>
      <dgm:spPr/>
    </dgm:pt>
    <dgm:pt modelId="{224D25B0-43BB-4603-ADBD-9BEE08005D53}" type="pres">
      <dgm:prSet presAssocID="{53F93244-A773-4105-A4A2-7FE9269B39E6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5A8715-8E70-4390-8E5D-89351C39E93D}" type="pres">
      <dgm:prSet presAssocID="{53F93244-A773-4105-A4A2-7FE9269B39E6}" presName="accent_2" presStyleCnt="0"/>
      <dgm:spPr/>
    </dgm:pt>
    <dgm:pt modelId="{E809F087-7C32-4BFF-8B8B-4AA6B10E1267}" type="pres">
      <dgm:prSet presAssocID="{53F93244-A773-4105-A4A2-7FE9269B39E6}" presName="accentRepeatNode" presStyleLbl="solidFgAcc1" presStyleIdx="1" presStyleCnt="3"/>
      <dgm:spPr/>
    </dgm:pt>
    <dgm:pt modelId="{B4EEF51E-768C-4A60-B294-0329EEB85C14}" type="pres">
      <dgm:prSet presAssocID="{C20BF2FD-49C4-4CA4-939C-C925809A15DA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09D95D-E53F-4E86-84E7-EA74A0D998C2}" type="pres">
      <dgm:prSet presAssocID="{C20BF2FD-49C4-4CA4-939C-C925809A15DA}" presName="accent_3" presStyleCnt="0"/>
      <dgm:spPr/>
    </dgm:pt>
    <dgm:pt modelId="{5AAF9B6E-4292-4302-806D-008B075107EA}" type="pres">
      <dgm:prSet presAssocID="{C20BF2FD-49C4-4CA4-939C-C925809A15DA}" presName="accentRepeatNode" presStyleLbl="solidFgAcc1" presStyleIdx="2" presStyleCnt="3"/>
      <dgm:spPr/>
    </dgm:pt>
  </dgm:ptLst>
  <dgm:cxnLst>
    <dgm:cxn modelId="{176CC00B-3963-4F15-A34B-184308FB069A}" srcId="{20868B6E-2583-49E8-9447-FE0767C7D5E5}" destId="{E3733387-C8EE-4A50-823F-4F0E71F8C3FC}" srcOrd="0" destOrd="0" parTransId="{DB952E01-91D9-4E3A-ACAE-D3F305E3E142}" sibTransId="{446547B1-4D54-47F8-9250-95BD72DFC677}"/>
    <dgm:cxn modelId="{B298F51A-9B6B-4301-9C56-78CA986E24BA}" srcId="{20868B6E-2583-49E8-9447-FE0767C7D5E5}" destId="{C20BF2FD-49C4-4CA4-939C-C925809A15DA}" srcOrd="2" destOrd="0" parTransId="{9E993760-FD42-4C56-B437-161BCBA183C2}" sibTransId="{86F20E25-FAC3-4F4C-ACE4-9A24952619AA}"/>
    <dgm:cxn modelId="{DFBC1463-1D33-4237-AF33-C5516B97EEF5}" type="presOf" srcId="{20868B6E-2583-49E8-9447-FE0767C7D5E5}" destId="{FA5C8CA4-42B3-4608-B632-EA4194631A5B}" srcOrd="0" destOrd="0" presId="urn:microsoft.com/office/officeart/2008/layout/VerticalCurvedList"/>
    <dgm:cxn modelId="{30B039F3-8470-4EED-BD55-57FA2030149F}" type="presOf" srcId="{446547B1-4D54-47F8-9250-95BD72DFC677}" destId="{ADEC30D5-DD35-4A68-89D2-25FD19BDE546}" srcOrd="0" destOrd="0" presId="urn:microsoft.com/office/officeart/2008/layout/VerticalCurvedList"/>
    <dgm:cxn modelId="{4A791176-3813-446D-BD35-D56B158B7FFB}" type="presOf" srcId="{C20BF2FD-49C4-4CA4-939C-C925809A15DA}" destId="{B4EEF51E-768C-4A60-B294-0329EEB85C14}" srcOrd="0" destOrd="0" presId="urn:microsoft.com/office/officeart/2008/layout/VerticalCurvedList"/>
    <dgm:cxn modelId="{57B7ACC9-A6DF-4423-A693-F6251801E219}" type="presOf" srcId="{E3733387-C8EE-4A50-823F-4F0E71F8C3FC}" destId="{454071A7-14BB-4945-BF7B-60895E8ECD37}" srcOrd="0" destOrd="0" presId="urn:microsoft.com/office/officeart/2008/layout/VerticalCurvedList"/>
    <dgm:cxn modelId="{98D3314C-8854-4CBE-92DE-CB66C69EC6D9}" type="presOf" srcId="{53F93244-A773-4105-A4A2-7FE9269B39E6}" destId="{224D25B0-43BB-4603-ADBD-9BEE08005D53}" srcOrd="0" destOrd="0" presId="urn:microsoft.com/office/officeart/2008/layout/VerticalCurvedList"/>
    <dgm:cxn modelId="{8153502A-C566-4A71-9E50-3BDE89454FA9}" srcId="{20868B6E-2583-49E8-9447-FE0767C7D5E5}" destId="{53F93244-A773-4105-A4A2-7FE9269B39E6}" srcOrd="1" destOrd="0" parTransId="{594C68D2-C96F-4720-A714-D354E843DA4B}" sibTransId="{32F0338B-398A-4C27-80D7-08A7CAA2E1DD}"/>
    <dgm:cxn modelId="{6246124A-9920-404A-80EE-1E08C2CA6F82}" type="presParOf" srcId="{FA5C8CA4-42B3-4608-B632-EA4194631A5B}" destId="{09816418-0204-4CD1-8AC2-63A0F8D9430F}" srcOrd="0" destOrd="0" presId="urn:microsoft.com/office/officeart/2008/layout/VerticalCurvedList"/>
    <dgm:cxn modelId="{7604A2A9-DC60-4279-8158-CD530E7ECEE7}" type="presParOf" srcId="{09816418-0204-4CD1-8AC2-63A0F8D9430F}" destId="{90AC8AA4-19CC-4094-A76C-94A8686B06B4}" srcOrd="0" destOrd="0" presId="urn:microsoft.com/office/officeart/2008/layout/VerticalCurvedList"/>
    <dgm:cxn modelId="{310FF0D1-30B5-4C94-8505-A5B14A34B583}" type="presParOf" srcId="{90AC8AA4-19CC-4094-A76C-94A8686B06B4}" destId="{BA240DA9-1060-4296-9730-5942ACAD47A8}" srcOrd="0" destOrd="0" presId="urn:microsoft.com/office/officeart/2008/layout/VerticalCurvedList"/>
    <dgm:cxn modelId="{4E496FA4-8DAC-4F0F-B397-0C438C93B03C}" type="presParOf" srcId="{90AC8AA4-19CC-4094-A76C-94A8686B06B4}" destId="{ADEC30D5-DD35-4A68-89D2-25FD19BDE546}" srcOrd="1" destOrd="0" presId="urn:microsoft.com/office/officeart/2008/layout/VerticalCurvedList"/>
    <dgm:cxn modelId="{4E257FC9-5E93-4D5A-9DDC-BAB55445FDFB}" type="presParOf" srcId="{90AC8AA4-19CC-4094-A76C-94A8686B06B4}" destId="{0CAF6A1D-B0ED-4A82-9990-727295A888E4}" srcOrd="2" destOrd="0" presId="urn:microsoft.com/office/officeart/2008/layout/VerticalCurvedList"/>
    <dgm:cxn modelId="{4FB6AB1E-4B2B-4C6A-A83A-2484A721E315}" type="presParOf" srcId="{90AC8AA4-19CC-4094-A76C-94A8686B06B4}" destId="{8BFBCD4B-EE41-4FF9-A079-8A1DE8D1D8FA}" srcOrd="3" destOrd="0" presId="urn:microsoft.com/office/officeart/2008/layout/VerticalCurvedList"/>
    <dgm:cxn modelId="{7F404257-DAB0-4695-8F19-5832C7DAAC29}" type="presParOf" srcId="{09816418-0204-4CD1-8AC2-63A0F8D9430F}" destId="{454071A7-14BB-4945-BF7B-60895E8ECD37}" srcOrd="1" destOrd="0" presId="urn:microsoft.com/office/officeart/2008/layout/VerticalCurvedList"/>
    <dgm:cxn modelId="{1E226A7A-CDDE-4F88-8A47-606C97A9E771}" type="presParOf" srcId="{09816418-0204-4CD1-8AC2-63A0F8D9430F}" destId="{889E6F49-DA62-4EA7-9973-F2D4833F290C}" srcOrd="2" destOrd="0" presId="urn:microsoft.com/office/officeart/2008/layout/VerticalCurvedList"/>
    <dgm:cxn modelId="{3D2283E5-6269-4A88-BDC8-900447CE1D4B}" type="presParOf" srcId="{889E6F49-DA62-4EA7-9973-F2D4833F290C}" destId="{2C8DE1E2-B06F-4235-A300-33700CFA7A7A}" srcOrd="0" destOrd="0" presId="urn:microsoft.com/office/officeart/2008/layout/VerticalCurvedList"/>
    <dgm:cxn modelId="{821691DB-4A5D-4F26-9E01-07AB2FB6F04F}" type="presParOf" srcId="{09816418-0204-4CD1-8AC2-63A0F8D9430F}" destId="{224D25B0-43BB-4603-ADBD-9BEE08005D53}" srcOrd="3" destOrd="0" presId="urn:microsoft.com/office/officeart/2008/layout/VerticalCurvedList"/>
    <dgm:cxn modelId="{A909799C-3946-4807-A1EC-33A4BF193CEF}" type="presParOf" srcId="{09816418-0204-4CD1-8AC2-63A0F8D9430F}" destId="{915A8715-8E70-4390-8E5D-89351C39E93D}" srcOrd="4" destOrd="0" presId="urn:microsoft.com/office/officeart/2008/layout/VerticalCurvedList"/>
    <dgm:cxn modelId="{87ED92AA-54CF-436E-AB39-C65F07381DBD}" type="presParOf" srcId="{915A8715-8E70-4390-8E5D-89351C39E93D}" destId="{E809F087-7C32-4BFF-8B8B-4AA6B10E1267}" srcOrd="0" destOrd="0" presId="urn:microsoft.com/office/officeart/2008/layout/VerticalCurvedList"/>
    <dgm:cxn modelId="{5BAF9818-D2B0-453F-A149-6C3D5F351518}" type="presParOf" srcId="{09816418-0204-4CD1-8AC2-63A0F8D9430F}" destId="{B4EEF51E-768C-4A60-B294-0329EEB85C14}" srcOrd="5" destOrd="0" presId="urn:microsoft.com/office/officeart/2008/layout/VerticalCurvedList"/>
    <dgm:cxn modelId="{ABBA6B38-6A3D-47F5-958C-7CFDFE9923C3}" type="presParOf" srcId="{09816418-0204-4CD1-8AC2-63A0F8D9430F}" destId="{5C09D95D-E53F-4E86-84E7-EA74A0D998C2}" srcOrd="6" destOrd="0" presId="urn:microsoft.com/office/officeart/2008/layout/VerticalCurvedList"/>
    <dgm:cxn modelId="{D16FB5DE-9628-406F-9FAC-C8A1C23CD1CD}" type="presParOf" srcId="{5C09D95D-E53F-4E86-84E7-EA74A0D998C2}" destId="{5AAF9B6E-4292-4302-806D-008B075107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916812-583B-4DB4-B6B0-5DF9A78250DC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CC28CDD2-0113-433C-8331-F29109494F54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zh-CN" altLang="en-US" b="1" i="0" dirty="0" smtClean="0"/>
            <a:t>兴趣</a:t>
          </a:r>
          <a:endParaRPr lang="en-US" b="1" i="0" dirty="0"/>
        </a:p>
      </dgm:t>
    </dgm:pt>
    <dgm:pt modelId="{7E4C7698-0A82-459D-B1BB-B1FB065E428E}" type="parTrans" cxnId="{8C283993-A0A9-4971-88B6-74F060FE8F96}">
      <dgm:prSet/>
      <dgm:spPr/>
      <dgm:t>
        <a:bodyPr/>
        <a:lstStyle/>
        <a:p>
          <a:endParaRPr lang="en-US"/>
        </a:p>
      </dgm:t>
    </dgm:pt>
    <dgm:pt modelId="{B24D0CF1-3286-4833-BB91-9760F84C3B44}" type="sibTrans" cxnId="{8C283993-A0A9-4971-88B6-74F060FE8F96}">
      <dgm:prSet/>
      <dgm:spPr/>
      <dgm:t>
        <a:bodyPr/>
        <a:lstStyle/>
        <a:p>
          <a:endParaRPr lang="en-US"/>
        </a:p>
      </dgm:t>
    </dgm:pt>
    <dgm:pt modelId="{E37C7C07-2F55-4CC9-ADFE-3CB6229242F0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zh-CN" altLang="en-US" b="1" i="0" dirty="0" smtClean="0"/>
            <a:t>意义</a:t>
          </a:r>
          <a:endParaRPr lang="en-US" b="1" i="0" dirty="0"/>
        </a:p>
      </dgm:t>
    </dgm:pt>
    <dgm:pt modelId="{CF4B9F34-5E2A-4D29-9601-0A2F19768246}" type="parTrans" cxnId="{82C0BCCB-9AC2-44D9-97C6-7ACB3608FA50}">
      <dgm:prSet/>
      <dgm:spPr/>
      <dgm:t>
        <a:bodyPr/>
        <a:lstStyle/>
        <a:p>
          <a:endParaRPr lang="en-US"/>
        </a:p>
      </dgm:t>
    </dgm:pt>
    <dgm:pt modelId="{C6E704BF-8D5B-4C63-847D-25584E73360A}" type="sibTrans" cxnId="{82C0BCCB-9AC2-44D9-97C6-7ACB3608FA50}">
      <dgm:prSet/>
      <dgm:spPr/>
      <dgm:t>
        <a:bodyPr/>
        <a:lstStyle/>
        <a:p>
          <a:endParaRPr lang="en-US"/>
        </a:p>
      </dgm:t>
    </dgm:pt>
    <dgm:pt modelId="{F2D3B5A1-D46C-4EE7-BD48-616D28F0662E}">
      <dgm:prSet phldrT="[Text]" custT="1"/>
      <dgm:spPr>
        <a:solidFill>
          <a:srgbClr val="00B0F0"/>
        </a:solidFill>
      </dgm:spPr>
      <dgm:t>
        <a:bodyPr/>
        <a:lstStyle/>
        <a:p>
          <a:r>
            <a:rPr lang="zh-CN" altLang="en-US" sz="1800" b="1" dirty="0" smtClean="0"/>
            <a:t>满意度</a:t>
          </a:r>
          <a:endParaRPr lang="en-US" sz="1800" b="1" dirty="0"/>
        </a:p>
      </dgm:t>
    </dgm:pt>
    <dgm:pt modelId="{D005DF62-81DA-4E14-8BCE-FFD3FB7D3B09}" type="parTrans" cxnId="{4282F190-B533-478B-9FA2-17E0E144A591}">
      <dgm:prSet/>
      <dgm:spPr/>
      <dgm:t>
        <a:bodyPr/>
        <a:lstStyle/>
        <a:p>
          <a:endParaRPr lang="en-US"/>
        </a:p>
      </dgm:t>
    </dgm:pt>
    <dgm:pt modelId="{FD63A87E-54FF-43FA-982F-AE4198BFCB07}" type="sibTrans" cxnId="{4282F190-B533-478B-9FA2-17E0E144A591}">
      <dgm:prSet/>
      <dgm:spPr/>
      <dgm:t>
        <a:bodyPr/>
        <a:lstStyle/>
        <a:p>
          <a:endParaRPr lang="en-US"/>
        </a:p>
      </dgm:t>
    </dgm:pt>
    <dgm:pt modelId="{624399EC-5AAD-4634-9B3D-B6DAB4846FCD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zh-CN" altLang="en-US" b="1" i="0" dirty="0" smtClean="0"/>
            <a:t>性价比</a:t>
          </a:r>
          <a:endParaRPr lang="en-US" b="1" i="0" dirty="0"/>
        </a:p>
      </dgm:t>
    </dgm:pt>
    <dgm:pt modelId="{CDDACC0D-D0EA-4057-918A-86A979100A19}" type="parTrans" cxnId="{C5C9E904-6C42-472B-A132-0EAD92260EB3}">
      <dgm:prSet/>
      <dgm:spPr/>
      <dgm:t>
        <a:bodyPr/>
        <a:lstStyle/>
        <a:p>
          <a:endParaRPr lang="en-US"/>
        </a:p>
      </dgm:t>
    </dgm:pt>
    <dgm:pt modelId="{E98A5F01-4363-4474-8075-D31F459821B2}" type="sibTrans" cxnId="{C5C9E904-6C42-472B-A132-0EAD92260EB3}">
      <dgm:prSet/>
      <dgm:spPr/>
      <dgm:t>
        <a:bodyPr/>
        <a:lstStyle/>
        <a:p>
          <a:endParaRPr lang="en-US"/>
        </a:p>
      </dgm:t>
    </dgm:pt>
    <dgm:pt modelId="{F4A4B579-8940-4F9B-BB9C-5A282ACAA808}" type="pres">
      <dgm:prSet presAssocID="{BA916812-583B-4DB4-B6B0-5DF9A78250DC}" presName="linearFlow" presStyleCnt="0">
        <dgm:presLayoutVars>
          <dgm:dir/>
          <dgm:resizeHandles val="exact"/>
        </dgm:presLayoutVars>
      </dgm:prSet>
      <dgm:spPr/>
    </dgm:pt>
    <dgm:pt modelId="{6099E355-FF7B-4392-BA77-A729778A2A08}" type="pres">
      <dgm:prSet presAssocID="{CC28CDD2-0113-433C-8331-F29109494F5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D7DA59-0A45-42C9-87D6-4942BA71F160}" type="pres">
      <dgm:prSet presAssocID="{B24D0CF1-3286-4833-BB91-9760F84C3B44}" presName="spacerL" presStyleCnt="0"/>
      <dgm:spPr/>
    </dgm:pt>
    <dgm:pt modelId="{695A4578-9BA7-4724-BFD0-5C452A3EF31A}" type="pres">
      <dgm:prSet presAssocID="{B24D0CF1-3286-4833-BB91-9760F84C3B44}" presName="sibTrans" presStyleLbl="sibTrans2D1" presStyleIdx="0" presStyleCnt="3"/>
      <dgm:spPr/>
      <dgm:t>
        <a:bodyPr/>
        <a:lstStyle/>
        <a:p>
          <a:endParaRPr lang="en-US"/>
        </a:p>
      </dgm:t>
    </dgm:pt>
    <dgm:pt modelId="{D5AC96D7-29F6-4E0A-80F5-FB23E18728DB}" type="pres">
      <dgm:prSet presAssocID="{B24D0CF1-3286-4833-BB91-9760F84C3B44}" presName="spacerR" presStyleCnt="0"/>
      <dgm:spPr/>
    </dgm:pt>
    <dgm:pt modelId="{67EEB473-9A34-451B-BCA7-A39DD40CBBA7}" type="pres">
      <dgm:prSet presAssocID="{E37C7C07-2F55-4CC9-ADFE-3CB6229242F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64784-55E4-4D2E-8EBF-C6AB76C0068E}" type="pres">
      <dgm:prSet presAssocID="{C6E704BF-8D5B-4C63-847D-25584E73360A}" presName="spacerL" presStyleCnt="0"/>
      <dgm:spPr/>
    </dgm:pt>
    <dgm:pt modelId="{AE7D94D9-5465-4DA0-A8EC-346E3EA1A84B}" type="pres">
      <dgm:prSet presAssocID="{C6E704BF-8D5B-4C63-847D-25584E73360A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01C2957-C510-46D2-8124-EEFA160ED42B}" type="pres">
      <dgm:prSet presAssocID="{C6E704BF-8D5B-4C63-847D-25584E73360A}" presName="spacerR" presStyleCnt="0"/>
      <dgm:spPr/>
    </dgm:pt>
    <dgm:pt modelId="{4460DA55-2F0D-4660-9C85-808CF5576837}" type="pres">
      <dgm:prSet presAssocID="{624399EC-5AAD-4634-9B3D-B6DAB4846FC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E40E85-C54D-4BCD-B9AF-EA384AA0B137}" type="pres">
      <dgm:prSet presAssocID="{E98A5F01-4363-4474-8075-D31F459821B2}" presName="spacerL" presStyleCnt="0"/>
      <dgm:spPr/>
    </dgm:pt>
    <dgm:pt modelId="{23C864A0-DD95-4535-844F-54D2A5842354}" type="pres">
      <dgm:prSet presAssocID="{E98A5F01-4363-4474-8075-D31F459821B2}" presName="sibTrans" presStyleLbl="sibTrans2D1" presStyleIdx="2" presStyleCnt="3"/>
      <dgm:spPr/>
      <dgm:t>
        <a:bodyPr/>
        <a:lstStyle/>
        <a:p>
          <a:endParaRPr lang="en-US"/>
        </a:p>
      </dgm:t>
    </dgm:pt>
    <dgm:pt modelId="{6217A739-3BAA-4455-9674-0709297CCC34}" type="pres">
      <dgm:prSet presAssocID="{E98A5F01-4363-4474-8075-D31F459821B2}" presName="spacerR" presStyleCnt="0"/>
      <dgm:spPr/>
    </dgm:pt>
    <dgm:pt modelId="{B8421B29-8DDB-4DA2-9FC8-F3F86778E50C}" type="pres">
      <dgm:prSet presAssocID="{F2D3B5A1-D46C-4EE7-BD48-616D28F0662E}" presName="node" presStyleLbl="node1" presStyleIdx="3" presStyleCnt="4" custScaleX="159884" custScaleY="1598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7DBD81-AC1A-4790-A188-953D9898169D}" type="presOf" srcId="{BA916812-583B-4DB4-B6B0-5DF9A78250DC}" destId="{F4A4B579-8940-4F9B-BB9C-5A282ACAA808}" srcOrd="0" destOrd="0" presId="urn:microsoft.com/office/officeart/2005/8/layout/equation1"/>
    <dgm:cxn modelId="{D825B43C-C47F-4CFB-B6ED-BCA6BC29F964}" type="presOf" srcId="{624399EC-5AAD-4634-9B3D-B6DAB4846FCD}" destId="{4460DA55-2F0D-4660-9C85-808CF5576837}" srcOrd="0" destOrd="0" presId="urn:microsoft.com/office/officeart/2005/8/layout/equation1"/>
    <dgm:cxn modelId="{C5C9E904-6C42-472B-A132-0EAD92260EB3}" srcId="{BA916812-583B-4DB4-B6B0-5DF9A78250DC}" destId="{624399EC-5AAD-4634-9B3D-B6DAB4846FCD}" srcOrd="2" destOrd="0" parTransId="{CDDACC0D-D0EA-4057-918A-86A979100A19}" sibTransId="{E98A5F01-4363-4474-8075-D31F459821B2}"/>
    <dgm:cxn modelId="{1FE241B3-7354-4ACA-9362-9B5E7FA750AB}" type="presOf" srcId="{E98A5F01-4363-4474-8075-D31F459821B2}" destId="{23C864A0-DD95-4535-844F-54D2A5842354}" srcOrd="0" destOrd="0" presId="urn:microsoft.com/office/officeart/2005/8/layout/equation1"/>
    <dgm:cxn modelId="{D280DDA5-1587-4FFC-AE42-83A8D8D081DB}" type="presOf" srcId="{B24D0CF1-3286-4833-BB91-9760F84C3B44}" destId="{695A4578-9BA7-4724-BFD0-5C452A3EF31A}" srcOrd="0" destOrd="0" presId="urn:microsoft.com/office/officeart/2005/8/layout/equation1"/>
    <dgm:cxn modelId="{8C283993-A0A9-4971-88B6-74F060FE8F96}" srcId="{BA916812-583B-4DB4-B6B0-5DF9A78250DC}" destId="{CC28CDD2-0113-433C-8331-F29109494F54}" srcOrd="0" destOrd="0" parTransId="{7E4C7698-0A82-459D-B1BB-B1FB065E428E}" sibTransId="{B24D0CF1-3286-4833-BB91-9760F84C3B44}"/>
    <dgm:cxn modelId="{39ED4E72-3F3F-4DF1-91EA-58D207F0E472}" type="presOf" srcId="{C6E704BF-8D5B-4C63-847D-25584E73360A}" destId="{AE7D94D9-5465-4DA0-A8EC-346E3EA1A84B}" srcOrd="0" destOrd="0" presId="urn:microsoft.com/office/officeart/2005/8/layout/equation1"/>
    <dgm:cxn modelId="{82C0BCCB-9AC2-44D9-97C6-7ACB3608FA50}" srcId="{BA916812-583B-4DB4-B6B0-5DF9A78250DC}" destId="{E37C7C07-2F55-4CC9-ADFE-3CB6229242F0}" srcOrd="1" destOrd="0" parTransId="{CF4B9F34-5E2A-4D29-9601-0A2F19768246}" sibTransId="{C6E704BF-8D5B-4C63-847D-25584E73360A}"/>
    <dgm:cxn modelId="{109B9ECA-E91E-4E95-A202-13F79049CD49}" type="presOf" srcId="{F2D3B5A1-D46C-4EE7-BD48-616D28F0662E}" destId="{B8421B29-8DDB-4DA2-9FC8-F3F86778E50C}" srcOrd="0" destOrd="0" presId="urn:microsoft.com/office/officeart/2005/8/layout/equation1"/>
    <dgm:cxn modelId="{745CFA69-3D13-41D7-975A-108C8DF309B1}" type="presOf" srcId="{E37C7C07-2F55-4CC9-ADFE-3CB6229242F0}" destId="{67EEB473-9A34-451B-BCA7-A39DD40CBBA7}" srcOrd="0" destOrd="0" presId="urn:microsoft.com/office/officeart/2005/8/layout/equation1"/>
    <dgm:cxn modelId="{7BF073FA-BC72-45FB-ADED-078C06A9FDA4}" type="presOf" srcId="{CC28CDD2-0113-433C-8331-F29109494F54}" destId="{6099E355-FF7B-4392-BA77-A729778A2A08}" srcOrd="0" destOrd="0" presId="urn:microsoft.com/office/officeart/2005/8/layout/equation1"/>
    <dgm:cxn modelId="{4282F190-B533-478B-9FA2-17E0E144A591}" srcId="{BA916812-583B-4DB4-B6B0-5DF9A78250DC}" destId="{F2D3B5A1-D46C-4EE7-BD48-616D28F0662E}" srcOrd="3" destOrd="0" parTransId="{D005DF62-81DA-4E14-8BCE-FFD3FB7D3B09}" sibTransId="{FD63A87E-54FF-43FA-982F-AE4198BFCB07}"/>
    <dgm:cxn modelId="{FE8A2B55-4C7C-4988-9E84-833633A7700A}" type="presParOf" srcId="{F4A4B579-8940-4F9B-BB9C-5A282ACAA808}" destId="{6099E355-FF7B-4392-BA77-A729778A2A08}" srcOrd="0" destOrd="0" presId="urn:microsoft.com/office/officeart/2005/8/layout/equation1"/>
    <dgm:cxn modelId="{306FFD91-05CF-48CF-B6CC-CEC695FFC7E6}" type="presParOf" srcId="{F4A4B579-8940-4F9B-BB9C-5A282ACAA808}" destId="{65D7DA59-0A45-42C9-87D6-4942BA71F160}" srcOrd="1" destOrd="0" presId="urn:microsoft.com/office/officeart/2005/8/layout/equation1"/>
    <dgm:cxn modelId="{B1BFFFFF-A1E2-4271-B7E4-68815D09DD8A}" type="presParOf" srcId="{F4A4B579-8940-4F9B-BB9C-5A282ACAA808}" destId="{695A4578-9BA7-4724-BFD0-5C452A3EF31A}" srcOrd="2" destOrd="0" presId="urn:microsoft.com/office/officeart/2005/8/layout/equation1"/>
    <dgm:cxn modelId="{B57574A7-4A4C-4B8A-99AA-D9A72DC8EDEB}" type="presParOf" srcId="{F4A4B579-8940-4F9B-BB9C-5A282ACAA808}" destId="{D5AC96D7-29F6-4E0A-80F5-FB23E18728DB}" srcOrd="3" destOrd="0" presId="urn:microsoft.com/office/officeart/2005/8/layout/equation1"/>
    <dgm:cxn modelId="{284049DF-459F-4CAA-A0CA-E9B18937E702}" type="presParOf" srcId="{F4A4B579-8940-4F9B-BB9C-5A282ACAA808}" destId="{67EEB473-9A34-451B-BCA7-A39DD40CBBA7}" srcOrd="4" destOrd="0" presId="urn:microsoft.com/office/officeart/2005/8/layout/equation1"/>
    <dgm:cxn modelId="{88EC8103-6328-4055-A3C9-C0D9EB532BD8}" type="presParOf" srcId="{F4A4B579-8940-4F9B-BB9C-5A282ACAA808}" destId="{D1E64784-55E4-4D2E-8EBF-C6AB76C0068E}" srcOrd="5" destOrd="0" presId="urn:microsoft.com/office/officeart/2005/8/layout/equation1"/>
    <dgm:cxn modelId="{D3933F86-0516-4AB7-815E-E108CC7492B2}" type="presParOf" srcId="{F4A4B579-8940-4F9B-BB9C-5A282ACAA808}" destId="{AE7D94D9-5465-4DA0-A8EC-346E3EA1A84B}" srcOrd="6" destOrd="0" presId="urn:microsoft.com/office/officeart/2005/8/layout/equation1"/>
    <dgm:cxn modelId="{32472FA9-CB6B-4271-833D-C10D9186A2C7}" type="presParOf" srcId="{F4A4B579-8940-4F9B-BB9C-5A282ACAA808}" destId="{801C2957-C510-46D2-8124-EEFA160ED42B}" srcOrd="7" destOrd="0" presId="urn:microsoft.com/office/officeart/2005/8/layout/equation1"/>
    <dgm:cxn modelId="{070511A3-9083-4F23-AD19-2224AAA16070}" type="presParOf" srcId="{F4A4B579-8940-4F9B-BB9C-5A282ACAA808}" destId="{4460DA55-2F0D-4660-9C85-808CF5576837}" srcOrd="8" destOrd="0" presId="urn:microsoft.com/office/officeart/2005/8/layout/equation1"/>
    <dgm:cxn modelId="{B3858E18-D863-42EE-B6E4-7CBA62D9D307}" type="presParOf" srcId="{F4A4B579-8940-4F9B-BB9C-5A282ACAA808}" destId="{27E40E85-C54D-4BCD-B9AF-EA384AA0B137}" srcOrd="9" destOrd="0" presId="urn:microsoft.com/office/officeart/2005/8/layout/equation1"/>
    <dgm:cxn modelId="{10488F45-C409-470A-A091-6596DAA11ACF}" type="presParOf" srcId="{F4A4B579-8940-4F9B-BB9C-5A282ACAA808}" destId="{23C864A0-DD95-4535-844F-54D2A5842354}" srcOrd="10" destOrd="0" presId="urn:microsoft.com/office/officeart/2005/8/layout/equation1"/>
    <dgm:cxn modelId="{25716574-C2FB-4E5D-A51F-9F81D7765D48}" type="presParOf" srcId="{F4A4B579-8940-4F9B-BB9C-5A282ACAA808}" destId="{6217A739-3BAA-4455-9674-0709297CCC34}" srcOrd="11" destOrd="0" presId="urn:microsoft.com/office/officeart/2005/8/layout/equation1"/>
    <dgm:cxn modelId="{8A9D4A3D-8B5D-4647-A93E-CA83849E5F3C}" type="presParOf" srcId="{F4A4B579-8940-4F9B-BB9C-5A282ACAA808}" destId="{B8421B29-8DDB-4DA2-9FC8-F3F86778E50C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9960-EF44-4DA0-8393-21E28B1DC365}" type="datetimeFigureOut">
              <a:rPr lang="en-US" smtClean="0"/>
              <a:t>7/10/2014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67E03-372D-4192-8048-42842FAAD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67E03-372D-4192-8048-42842FAAD3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4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143000" y="133350"/>
            <a:ext cx="2895600" cy="3581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143000" y="0"/>
            <a:ext cx="2895600" cy="3581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sz="4800" b="1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9144000" cy="285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33350"/>
            <a:ext cx="9144000" cy="97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971549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1143000" y="133350"/>
            <a:ext cx="144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19150"/>
            <a:ext cx="9144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3350"/>
            <a:ext cx="7543800" cy="53340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B0F0"/>
                </a:solidFill>
                <a:latin typeface="+mn-ea"/>
                <a:ea typeface="+mn-e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1143000" y="133350"/>
            <a:ext cx="144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133350"/>
            <a:ext cx="11430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01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2230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19150"/>
            <a:ext cx="9144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7543800" cy="533400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rgbClr val="00B0F0"/>
                </a:solidFill>
                <a:latin typeface="+mn-ea"/>
                <a:ea typeface="+mn-e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1143000" y="133350"/>
            <a:ext cx="144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8001000" y="133350"/>
            <a:ext cx="11430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02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174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19150"/>
            <a:ext cx="9144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3350"/>
            <a:ext cx="7543800" cy="53340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B0F0"/>
                </a:solidFill>
                <a:latin typeface="+mn-ea"/>
                <a:ea typeface="+mn-e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1143000" y="133350"/>
            <a:ext cx="144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133350"/>
            <a:ext cx="11430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03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444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19150"/>
            <a:ext cx="9144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  <a:lvl2pPr>
              <a:defRPr>
                <a:solidFill>
                  <a:srgbClr val="00B0F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  <a:lvl5pPr>
              <a:defRPr>
                <a:solidFill>
                  <a:srgbClr val="00B0F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7543800" cy="533400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rgbClr val="00B0F0"/>
                </a:solidFill>
                <a:latin typeface="+mn-ea"/>
                <a:ea typeface="+mn-e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1143000" y="133350"/>
            <a:ext cx="144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8001000" y="133350"/>
            <a:ext cx="11430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04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796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1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lowchart: Process 6"/>
          <p:cNvSpPr/>
          <p:nvPr userDrawn="1"/>
        </p:nvSpPr>
        <p:spPr>
          <a:xfrm>
            <a:off x="0" y="0"/>
            <a:ext cx="9144000" cy="819150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8305800" cy="81914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Flowchart: Process 7"/>
          <p:cNvSpPr/>
          <p:nvPr userDrawn="1"/>
        </p:nvSpPr>
        <p:spPr>
          <a:xfrm>
            <a:off x="0" y="0"/>
            <a:ext cx="838200" cy="971550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1</a:t>
            </a:r>
            <a:endParaRPr lang="en-US" sz="3600" b="1" dirty="0"/>
          </a:p>
        </p:txBody>
      </p:sp>
      <p:sp>
        <p:nvSpPr>
          <p:cNvPr id="9" name="Right Triangle 8"/>
          <p:cNvSpPr/>
          <p:nvPr userDrawn="1"/>
        </p:nvSpPr>
        <p:spPr>
          <a:xfrm rot="5400000">
            <a:off x="838198" y="819149"/>
            <a:ext cx="152401" cy="152401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</p:spPr>
        <p:txBody>
          <a:bodyPr anchor="b"/>
          <a:lstStyle>
            <a:lvl1pPr algn="ctr">
              <a:defRPr sz="3646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458"/>
            </a:lvl1pPr>
            <a:lvl2pPr marL="277842" indent="0" algn="ctr">
              <a:buNone/>
              <a:defRPr sz="1215"/>
            </a:lvl2pPr>
            <a:lvl3pPr marL="555683" indent="0" algn="ctr">
              <a:buNone/>
              <a:defRPr sz="1094"/>
            </a:lvl3pPr>
            <a:lvl4pPr marL="833525" indent="0" algn="ctr">
              <a:buNone/>
              <a:defRPr sz="972"/>
            </a:lvl4pPr>
            <a:lvl5pPr marL="1111366" indent="0" algn="ctr">
              <a:buNone/>
              <a:defRPr sz="972"/>
            </a:lvl5pPr>
            <a:lvl6pPr marL="1389208" indent="0" algn="ctr">
              <a:buNone/>
              <a:defRPr sz="972"/>
            </a:lvl6pPr>
            <a:lvl7pPr marL="1667049" indent="0" algn="ctr">
              <a:buNone/>
              <a:defRPr sz="972"/>
            </a:lvl7pPr>
            <a:lvl8pPr marL="1944891" indent="0" algn="ctr">
              <a:buNone/>
              <a:defRPr sz="972"/>
            </a:lvl8pPr>
            <a:lvl9pPr marL="2222733" indent="0" algn="ctr">
              <a:buNone/>
              <a:defRPr sz="972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57EC0-9118-486F-B48D-D1A4603CA6A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1364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06EE1-8DA0-4B33-9506-7DE5EA2C1DB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4673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2"/>
          </a:xfrm>
        </p:spPr>
        <p:txBody>
          <a:bodyPr anchor="b"/>
          <a:lstStyle>
            <a:lvl1pPr>
              <a:defRPr sz="3646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1"/>
          </a:xfrm>
        </p:spPr>
        <p:txBody>
          <a:bodyPr/>
          <a:lstStyle>
            <a:lvl1pPr marL="0" indent="0">
              <a:buNone/>
              <a:defRPr sz="1458">
                <a:solidFill>
                  <a:schemeClr val="tx1">
                    <a:tint val="75000"/>
                  </a:schemeClr>
                </a:solidFill>
              </a:defRPr>
            </a:lvl1pPr>
            <a:lvl2pPr marL="277842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555683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3pPr>
            <a:lvl4pPr marL="833525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4pPr>
            <a:lvl5pPr marL="1111366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5pPr>
            <a:lvl6pPr marL="1389208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6pPr>
            <a:lvl7pPr marL="1667049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7pPr>
            <a:lvl8pPr marL="1944891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8pPr>
            <a:lvl9pPr marL="2222733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D27CB-3F33-4873-AE39-D313B26E046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004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20"/>
            <a:ext cx="3886200" cy="326350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41889-664D-4139-88AE-8E51272E82C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370844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3"/>
            <a:ext cx="3868340" cy="617935"/>
          </a:xfrm>
        </p:spPr>
        <p:txBody>
          <a:bodyPr anchor="b"/>
          <a:lstStyle>
            <a:lvl1pPr marL="0" indent="0">
              <a:buNone/>
              <a:defRPr sz="1458" b="1"/>
            </a:lvl1pPr>
            <a:lvl2pPr marL="277842" indent="0">
              <a:buNone/>
              <a:defRPr sz="1215" b="1"/>
            </a:lvl2pPr>
            <a:lvl3pPr marL="555683" indent="0">
              <a:buNone/>
              <a:defRPr sz="1094" b="1"/>
            </a:lvl3pPr>
            <a:lvl4pPr marL="833525" indent="0">
              <a:buNone/>
              <a:defRPr sz="972" b="1"/>
            </a:lvl4pPr>
            <a:lvl5pPr marL="1111366" indent="0">
              <a:buNone/>
              <a:defRPr sz="972" b="1"/>
            </a:lvl5pPr>
            <a:lvl6pPr marL="1389208" indent="0">
              <a:buNone/>
              <a:defRPr sz="972" b="1"/>
            </a:lvl6pPr>
            <a:lvl7pPr marL="1667049" indent="0">
              <a:buNone/>
              <a:defRPr sz="972" b="1"/>
            </a:lvl7pPr>
            <a:lvl8pPr marL="1944891" indent="0">
              <a:buNone/>
              <a:defRPr sz="972" b="1"/>
            </a:lvl8pPr>
            <a:lvl9pPr marL="2222733" indent="0">
              <a:buNone/>
              <a:defRPr sz="97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8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3"/>
            <a:ext cx="3887391" cy="617935"/>
          </a:xfrm>
        </p:spPr>
        <p:txBody>
          <a:bodyPr anchor="b"/>
          <a:lstStyle>
            <a:lvl1pPr marL="0" indent="0">
              <a:buNone/>
              <a:defRPr sz="1458" b="1"/>
            </a:lvl1pPr>
            <a:lvl2pPr marL="277842" indent="0">
              <a:buNone/>
              <a:defRPr sz="1215" b="1"/>
            </a:lvl2pPr>
            <a:lvl3pPr marL="555683" indent="0">
              <a:buNone/>
              <a:defRPr sz="1094" b="1"/>
            </a:lvl3pPr>
            <a:lvl4pPr marL="833525" indent="0">
              <a:buNone/>
              <a:defRPr sz="972" b="1"/>
            </a:lvl4pPr>
            <a:lvl5pPr marL="1111366" indent="0">
              <a:buNone/>
              <a:defRPr sz="972" b="1"/>
            </a:lvl5pPr>
            <a:lvl6pPr marL="1389208" indent="0">
              <a:buNone/>
              <a:defRPr sz="972" b="1"/>
            </a:lvl6pPr>
            <a:lvl7pPr marL="1667049" indent="0">
              <a:buNone/>
              <a:defRPr sz="972" b="1"/>
            </a:lvl7pPr>
            <a:lvl8pPr marL="1944891" indent="0">
              <a:buNone/>
              <a:defRPr sz="972" b="1"/>
            </a:lvl8pPr>
            <a:lvl9pPr marL="2222733" indent="0">
              <a:buNone/>
              <a:defRPr sz="97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8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BD0D5-AA4E-41B6-8AA2-FE28BA5FB5E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9776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4F26D-62CD-4EB3-96F8-F117E424EC2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0379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55DDB-2080-4925-9964-13625E09E52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15563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1"/>
          </a:xfrm>
        </p:spPr>
        <p:txBody>
          <a:bodyPr anchor="b"/>
          <a:lstStyle>
            <a:lvl1pPr>
              <a:defRPr sz="19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8"/>
          </a:xfrm>
        </p:spPr>
        <p:txBody>
          <a:bodyPr/>
          <a:lstStyle>
            <a:lvl1pPr>
              <a:defRPr sz="1945"/>
            </a:lvl1pPr>
            <a:lvl2pPr>
              <a:defRPr sz="1702"/>
            </a:lvl2pPr>
            <a:lvl3pPr>
              <a:defRPr sz="1458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2"/>
          </a:xfrm>
        </p:spPr>
        <p:txBody>
          <a:bodyPr/>
          <a:lstStyle>
            <a:lvl1pPr marL="0" indent="0">
              <a:buNone/>
              <a:defRPr sz="972"/>
            </a:lvl1pPr>
            <a:lvl2pPr marL="277842" indent="0">
              <a:buNone/>
              <a:defRPr sz="851"/>
            </a:lvl2pPr>
            <a:lvl3pPr marL="555683" indent="0">
              <a:buNone/>
              <a:defRPr sz="729"/>
            </a:lvl3pPr>
            <a:lvl4pPr marL="833525" indent="0">
              <a:buNone/>
              <a:defRPr sz="608"/>
            </a:lvl4pPr>
            <a:lvl5pPr marL="1111366" indent="0">
              <a:buNone/>
              <a:defRPr sz="608"/>
            </a:lvl5pPr>
            <a:lvl6pPr marL="1389208" indent="0">
              <a:buNone/>
              <a:defRPr sz="608"/>
            </a:lvl6pPr>
            <a:lvl7pPr marL="1667049" indent="0">
              <a:buNone/>
              <a:defRPr sz="608"/>
            </a:lvl7pPr>
            <a:lvl8pPr marL="1944891" indent="0">
              <a:buNone/>
              <a:defRPr sz="608"/>
            </a:lvl8pPr>
            <a:lvl9pPr marL="22227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7B48C-E94C-4167-BDCE-74EF16605F0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14422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1"/>
          </a:xfrm>
        </p:spPr>
        <p:txBody>
          <a:bodyPr anchor="b"/>
          <a:lstStyle>
            <a:lvl1pPr>
              <a:defRPr sz="19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8"/>
          </a:xfrm>
        </p:spPr>
        <p:txBody>
          <a:bodyPr anchor="t"/>
          <a:lstStyle>
            <a:lvl1pPr marL="0" indent="0">
              <a:buNone/>
              <a:defRPr sz="1945"/>
            </a:lvl1pPr>
            <a:lvl2pPr marL="277842" indent="0">
              <a:buNone/>
              <a:defRPr sz="1702"/>
            </a:lvl2pPr>
            <a:lvl3pPr marL="555683" indent="0">
              <a:buNone/>
              <a:defRPr sz="1458"/>
            </a:lvl3pPr>
            <a:lvl4pPr marL="833525" indent="0">
              <a:buNone/>
              <a:defRPr sz="1215"/>
            </a:lvl4pPr>
            <a:lvl5pPr marL="1111366" indent="0">
              <a:buNone/>
              <a:defRPr sz="1215"/>
            </a:lvl5pPr>
            <a:lvl6pPr marL="1389208" indent="0">
              <a:buNone/>
              <a:defRPr sz="1215"/>
            </a:lvl6pPr>
            <a:lvl7pPr marL="1667049" indent="0">
              <a:buNone/>
              <a:defRPr sz="1215"/>
            </a:lvl7pPr>
            <a:lvl8pPr marL="1944891" indent="0">
              <a:buNone/>
              <a:defRPr sz="1215"/>
            </a:lvl8pPr>
            <a:lvl9pPr marL="2222733" indent="0">
              <a:buNone/>
              <a:defRPr sz="1215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2"/>
          </a:xfrm>
        </p:spPr>
        <p:txBody>
          <a:bodyPr/>
          <a:lstStyle>
            <a:lvl1pPr marL="0" indent="0">
              <a:buNone/>
              <a:defRPr sz="972"/>
            </a:lvl1pPr>
            <a:lvl2pPr marL="277842" indent="0">
              <a:buNone/>
              <a:defRPr sz="851"/>
            </a:lvl2pPr>
            <a:lvl3pPr marL="555683" indent="0">
              <a:buNone/>
              <a:defRPr sz="729"/>
            </a:lvl3pPr>
            <a:lvl4pPr marL="833525" indent="0">
              <a:buNone/>
              <a:defRPr sz="608"/>
            </a:lvl4pPr>
            <a:lvl5pPr marL="1111366" indent="0">
              <a:buNone/>
              <a:defRPr sz="608"/>
            </a:lvl5pPr>
            <a:lvl6pPr marL="1389208" indent="0">
              <a:buNone/>
              <a:defRPr sz="608"/>
            </a:lvl6pPr>
            <a:lvl7pPr marL="1667049" indent="0">
              <a:buNone/>
              <a:defRPr sz="608"/>
            </a:lvl7pPr>
            <a:lvl8pPr marL="1944891" indent="0">
              <a:buNone/>
              <a:defRPr sz="608"/>
            </a:lvl8pPr>
            <a:lvl9pPr marL="2222733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D0D9A-5E6A-4631-BFCA-42C724DAD40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18888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D93C3-27ED-4BF2-BA6F-981229ECE24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474763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3" y="273845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2F1E8-2A31-4078-94DA-1C0A5631447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9612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4" r:id="rId3"/>
    <p:sldLayoutId id="2147483665" r:id="rId4"/>
    <p:sldLayoutId id="2147483666" r:id="rId5"/>
    <p:sldLayoutId id="2147483667" r:id="rId6"/>
    <p:sldLayoutId id="2147483663" r:id="rId7"/>
    <p:sldLayoutId id="2147483650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396"/>
            <a:ext cx="7886700" cy="993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123"/>
            <a:ext cx="7886700" cy="3264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634"/>
            <a:ext cx="2057400" cy="272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9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634"/>
            <a:ext cx="3086100" cy="272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9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634"/>
            <a:ext cx="2057400" cy="272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9" smtClean="0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F54EE-D61C-4138-9A64-99B715DC6621}" type="slidenum">
              <a:rPr lang="zh-CN" altLang="zh-CN"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42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11617"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823234"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234851"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646469" algn="l" defTabSz="554540" rtl="0" fontAlgn="base">
        <a:lnSpc>
          <a:spcPct val="90000"/>
        </a:lnSpc>
        <a:spcBef>
          <a:spcPct val="0"/>
        </a:spcBef>
        <a:spcAft>
          <a:spcPct val="0"/>
        </a:spcAft>
        <a:defRPr sz="2611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38635" indent="-138635" algn="l" defTabSz="554540" rtl="0" fontAlgn="base">
        <a:lnSpc>
          <a:spcPct val="90000"/>
        </a:lnSpc>
        <a:spcBef>
          <a:spcPts val="608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15905" indent="-138635" algn="l" defTabSz="554540" rtl="0" fontAlgn="base">
        <a:lnSpc>
          <a:spcPct val="90000"/>
        </a:lnSpc>
        <a:spcBef>
          <a:spcPts val="304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94604" indent="-138635" algn="l" defTabSz="554540" rtl="0" fontAlgn="base">
        <a:lnSpc>
          <a:spcPct val="90000"/>
        </a:lnSpc>
        <a:spcBef>
          <a:spcPts val="304"/>
        </a:spcBef>
        <a:spcAft>
          <a:spcPct val="0"/>
        </a:spcAft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971874" indent="-138635" algn="l" defTabSz="554540" rtl="0" fontAlgn="base">
        <a:lnSpc>
          <a:spcPct val="90000"/>
        </a:lnSpc>
        <a:spcBef>
          <a:spcPts val="304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49144" indent="-138635" algn="l" defTabSz="554540" rtl="0" fontAlgn="base">
        <a:lnSpc>
          <a:spcPct val="90000"/>
        </a:lnSpc>
        <a:spcBef>
          <a:spcPts val="304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28129" indent="-138921" algn="l" defTabSz="555683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6pPr>
      <a:lvl7pPr marL="1805970" indent="-138921" algn="l" defTabSz="555683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7pPr>
      <a:lvl8pPr marL="2083812" indent="-138921" algn="l" defTabSz="555683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8pPr>
      <a:lvl9pPr marL="2361653" indent="-138921" algn="l" defTabSz="555683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1pPr>
      <a:lvl2pPr marL="277842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2pPr>
      <a:lvl3pPr marL="555683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33525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4pPr>
      <a:lvl5pPr marL="1111366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5pPr>
      <a:lvl6pPr marL="1389208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6pPr>
      <a:lvl7pPr marL="1667049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7pPr>
      <a:lvl8pPr marL="1944891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8pPr>
      <a:lvl9pPr marL="2222733" algn="l" defTabSz="555683" rtl="0" eaLnBrk="1" latinLnBrk="0" hangingPunct="1">
        <a:defRPr sz="1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16196" y="230714"/>
            <a:ext cx="9160196" cy="66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4419600" y="1881188"/>
            <a:ext cx="3911600" cy="1101725"/>
          </a:xfrm>
        </p:spPr>
        <p:txBody>
          <a:bodyPr>
            <a:normAutofit/>
          </a:bodyPr>
          <a:lstStyle/>
          <a:p>
            <a:r>
              <a:rPr lang="zh-CN" altLang="en-US" sz="6600" b="1" dirty="0" smtClean="0">
                <a:solidFill>
                  <a:srgbClr val="00B0F0"/>
                </a:solidFill>
              </a:rPr>
              <a:t>轻</a:t>
            </a:r>
            <a:r>
              <a:rPr lang="zh-CN" altLang="en-US" sz="6600" b="1" dirty="0" smtClean="0"/>
              <a:t>  </a:t>
            </a:r>
            <a:r>
              <a:rPr lang="zh-CN" altLang="en-US" sz="6600" b="1" dirty="0" smtClean="0">
                <a:solidFill>
                  <a:srgbClr val="00B0F0"/>
                </a:solidFill>
              </a:rPr>
              <a:t>有  力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6196" y="0"/>
            <a:ext cx="9160196" cy="77880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6196" y="4095200"/>
            <a:ext cx="9160196" cy="10482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0" y="1523757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ouseGenCol Printhouse" pitchFamily="50" charset="0"/>
              </a:rPr>
              <a:t>Gentle but Powerful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HouseGenCol Printhouse" pitchFamily="50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4572000" y="2983527"/>
            <a:ext cx="35814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43400" y="3069907"/>
            <a:ext cx="3962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用</a:t>
            </a:r>
            <a:r>
              <a:rPr lang="en-US" altLang="zh-CN" sz="2600" b="1" dirty="0" smtClean="0">
                <a:solidFill>
                  <a:srgbClr val="00B0F0"/>
                </a:solidFill>
                <a:latin typeface="Algerian" panose="04020705040A02060702" pitchFamily="82" charset="0"/>
              </a:rPr>
              <a:t>90</a:t>
            </a:r>
            <a:r>
              <a:rPr lang="zh-CN" altLang="en-US" sz="2600" b="1" dirty="0" smtClean="0">
                <a:solidFill>
                  <a:srgbClr val="00B0F0"/>
                </a:solidFill>
              </a:rPr>
              <a:t>后</a:t>
            </a:r>
            <a:r>
              <a:rPr lang="zh-CN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的思维管理</a:t>
            </a:r>
            <a:r>
              <a:rPr lang="en-US" altLang="zh-CN" sz="2600" b="1" dirty="0">
                <a:solidFill>
                  <a:srgbClr val="00B0F0"/>
                </a:solidFill>
                <a:latin typeface="Algerian" panose="04020705040A02060702" pitchFamily="82" charset="0"/>
              </a:rPr>
              <a:t>90</a:t>
            </a:r>
            <a:r>
              <a:rPr lang="zh-CN" altLang="en-US" sz="2600" b="1" dirty="0" smtClean="0">
                <a:solidFill>
                  <a:srgbClr val="00B0F0"/>
                </a:solidFill>
              </a:rPr>
              <a:t>后</a:t>
            </a:r>
            <a:endParaRPr lang="en-US" sz="26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2800" y="4400550"/>
            <a:ext cx="19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原</a:t>
            </a:r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</a:rPr>
              <a:t>书作者：韩庆峰</a:t>
            </a:r>
            <a:endParaRPr lang="en-US" altLang="zh-CN" sz="14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bg1">
                    <a:lumMod val="95000"/>
                  </a:schemeClr>
                </a:solidFill>
              </a:rPr>
              <a:t>PPT</a:t>
            </a:r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</a:rPr>
              <a:t>设计：曾巧平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1" name="组合 3071"/>
          <p:cNvGrpSpPr>
            <a:grpSpLocks/>
          </p:cNvGrpSpPr>
          <p:nvPr/>
        </p:nvGrpSpPr>
        <p:grpSpPr bwMode="auto">
          <a:xfrm>
            <a:off x="381000" y="1040545"/>
            <a:ext cx="3276600" cy="3065206"/>
            <a:chOff x="1218252" y="714356"/>
            <a:chExt cx="5149847" cy="5006131"/>
          </a:xfrm>
          <a:solidFill>
            <a:schemeClr val="accent1"/>
          </a:solidFill>
        </p:grpSpPr>
        <p:sp>
          <p:nvSpPr>
            <p:cNvPr id="32" name="Freeform 2096"/>
            <p:cNvSpPr>
              <a:spLocks/>
            </p:cNvSpPr>
            <p:nvPr/>
          </p:nvSpPr>
          <p:spPr bwMode="auto">
            <a:xfrm>
              <a:off x="3056628" y="2947953"/>
              <a:ext cx="401209" cy="365280"/>
            </a:xfrm>
            <a:custGeom>
              <a:avLst/>
              <a:gdLst>
                <a:gd name="T0" fmla="*/ 124 w 134"/>
                <a:gd name="T1" fmla="*/ 0 h 122"/>
                <a:gd name="T2" fmla="*/ 124 w 134"/>
                <a:gd name="T3" fmla="*/ 0 h 122"/>
                <a:gd name="T4" fmla="*/ 106 w 134"/>
                <a:gd name="T5" fmla="*/ 0 h 122"/>
                <a:gd name="T6" fmla="*/ 90 w 134"/>
                <a:gd name="T7" fmla="*/ 2 h 122"/>
                <a:gd name="T8" fmla="*/ 74 w 134"/>
                <a:gd name="T9" fmla="*/ 8 h 122"/>
                <a:gd name="T10" fmla="*/ 60 w 134"/>
                <a:gd name="T11" fmla="*/ 16 h 122"/>
                <a:gd name="T12" fmla="*/ 60 w 134"/>
                <a:gd name="T13" fmla="*/ 16 h 122"/>
                <a:gd name="T14" fmla="*/ 52 w 134"/>
                <a:gd name="T15" fmla="*/ 22 h 122"/>
                <a:gd name="T16" fmla="*/ 42 w 134"/>
                <a:gd name="T17" fmla="*/ 26 h 122"/>
                <a:gd name="T18" fmla="*/ 22 w 134"/>
                <a:gd name="T19" fmla="*/ 36 h 122"/>
                <a:gd name="T20" fmla="*/ 12 w 134"/>
                <a:gd name="T21" fmla="*/ 42 h 122"/>
                <a:gd name="T22" fmla="*/ 4 w 134"/>
                <a:gd name="T23" fmla="*/ 48 h 122"/>
                <a:gd name="T24" fmla="*/ 0 w 134"/>
                <a:gd name="T25" fmla="*/ 58 h 122"/>
                <a:gd name="T26" fmla="*/ 0 w 134"/>
                <a:gd name="T27" fmla="*/ 68 h 122"/>
                <a:gd name="T28" fmla="*/ 0 w 134"/>
                <a:gd name="T29" fmla="*/ 68 h 122"/>
                <a:gd name="T30" fmla="*/ 4 w 134"/>
                <a:gd name="T31" fmla="*/ 80 h 122"/>
                <a:gd name="T32" fmla="*/ 10 w 134"/>
                <a:gd name="T33" fmla="*/ 94 h 122"/>
                <a:gd name="T34" fmla="*/ 18 w 134"/>
                <a:gd name="T35" fmla="*/ 110 h 122"/>
                <a:gd name="T36" fmla="*/ 26 w 134"/>
                <a:gd name="T37" fmla="*/ 118 h 122"/>
                <a:gd name="T38" fmla="*/ 26 w 134"/>
                <a:gd name="T39" fmla="*/ 118 h 122"/>
                <a:gd name="T40" fmla="*/ 30 w 134"/>
                <a:gd name="T41" fmla="*/ 122 h 122"/>
                <a:gd name="T42" fmla="*/ 36 w 134"/>
                <a:gd name="T43" fmla="*/ 122 h 122"/>
                <a:gd name="T44" fmla="*/ 40 w 134"/>
                <a:gd name="T45" fmla="*/ 122 h 122"/>
                <a:gd name="T46" fmla="*/ 44 w 134"/>
                <a:gd name="T47" fmla="*/ 120 h 122"/>
                <a:gd name="T48" fmla="*/ 52 w 134"/>
                <a:gd name="T49" fmla="*/ 114 h 122"/>
                <a:gd name="T50" fmla="*/ 60 w 134"/>
                <a:gd name="T51" fmla="*/ 104 h 122"/>
                <a:gd name="T52" fmla="*/ 72 w 134"/>
                <a:gd name="T53" fmla="*/ 84 h 122"/>
                <a:gd name="T54" fmla="*/ 78 w 134"/>
                <a:gd name="T55" fmla="*/ 76 h 122"/>
                <a:gd name="T56" fmla="*/ 84 w 134"/>
                <a:gd name="T57" fmla="*/ 70 h 122"/>
                <a:gd name="T58" fmla="*/ 84 w 134"/>
                <a:gd name="T59" fmla="*/ 70 h 122"/>
                <a:gd name="T60" fmla="*/ 90 w 134"/>
                <a:gd name="T61" fmla="*/ 66 h 122"/>
                <a:gd name="T62" fmla="*/ 96 w 134"/>
                <a:gd name="T63" fmla="*/ 64 h 122"/>
                <a:gd name="T64" fmla="*/ 110 w 134"/>
                <a:gd name="T65" fmla="*/ 60 h 122"/>
                <a:gd name="T66" fmla="*/ 124 w 134"/>
                <a:gd name="T67" fmla="*/ 54 h 122"/>
                <a:gd name="T68" fmla="*/ 128 w 134"/>
                <a:gd name="T69" fmla="*/ 50 h 122"/>
                <a:gd name="T70" fmla="*/ 132 w 134"/>
                <a:gd name="T71" fmla="*/ 46 h 122"/>
                <a:gd name="T72" fmla="*/ 132 w 134"/>
                <a:gd name="T73" fmla="*/ 46 h 122"/>
                <a:gd name="T74" fmla="*/ 134 w 134"/>
                <a:gd name="T75" fmla="*/ 40 h 122"/>
                <a:gd name="T76" fmla="*/ 134 w 134"/>
                <a:gd name="T77" fmla="*/ 36 h 122"/>
                <a:gd name="T78" fmla="*/ 130 w 134"/>
                <a:gd name="T79" fmla="*/ 28 h 122"/>
                <a:gd name="T80" fmla="*/ 126 w 134"/>
                <a:gd name="T81" fmla="*/ 20 h 122"/>
                <a:gd name="T82" fmla="*/ 124 w 134"/>
                <a:gd name="T83" fmla="*/ 14 h 122"/>
                <a:gd name="T84" fmla="*/ 126 w 134"/>
                <a:gd name="T85" fmla="*/ 10 h 122"/>
                <a:gd name="T86" fmla="*/ 124 w 134"/>
                <a:gd name="T87" fmla="*/ 0 h 1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22"/>
                <a:gd name="T134" fmla="*/ 134 w 134"/>
                <a:gd name="T135" fmla="*/ 122 h 12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22">
                  <a:moveTo>
                    <a:pt x="124" y="0"/>
                  </a:moveTo>
                  <a:lnTo>
                    <a:pt x="124" y="0"/>
                  </a:lnTo>
                  <a:lnTo>
                    <a:pt x="106" y="0"/>
                  </a:lnTo>
                  <a:lnTo>
                    <a:pt x="90" y="2"/>
                  </a:lnTo>
                  <a:lnTo>
                    <a:pt x="74" y="8"/>
                  </a:lnTo>
                  <a:lnTo>
                    <a:pt x="60" y="16"/>
                  </a:lnTo>
                  <a:lnTo>
                    <a:pt x="52" y="22"/>
                  </a:lnTo>
                  <a:lnTo>
                    <a:pt x="42" y="26"/>
                  </a:lnTo>
                  <a:lnTo>
                    <a:pt x="22" y="36"/>
                  </a:lnTo>
                  <a:lnTo>
                    <a:pt x="12" y="42"/>
                  </a:lnTo>
                  <a:lnTo>
                    <a:pt x="4" y="48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4" y="80"/>
                  </a:lnTo>
                  <a:lnTo>
                    <a:pt x="10" y="94"/>
                  </a:lnTo>
                  <a:lnTo>
                    <a:pt x="18" y="110"/>
                  </a:lnTo>
                  <a:lnTo>
                    <a:pt x="26" y="118"/>
                  </a:lnTo>
                  <a:lnTo>
                    <a:pt x="30" y="122"/>
                  </a:lnTo>
                  <a:lnTo>
                    <a:pt x="36" y="122"/>
                  </a:lnTo>
                  <a:lnTo>
                    <a:pt x="40" y="122"/>
                  </a:lnTo>
                  <a:lnTo>
                    <a:pt x="44" y="120"/>
                  </a:lnTo>
                  <a:lnTo>
                    <a:pt x="52" y="114"/>
                  </a:lnTo>
                  <a:lnTo>
                    <a:pt x="60" y="104"/>
                  </a:lnTo>
                  <a:lnTo>
                    <a:pt x="72" y="84"/>
                  </a:lnTo>
                  <a:lnTo>
                    <a:pt x="78" y="76"/>
                  </a:lnTo>
                  <a:lnTo>
                    <a:pt x="84" y="70"/>
                  </a:lnTo>
                  <a:lnTo>
                    <a:pt x="90" y="66"/>
                  </a:lnTo>
                  <a:lnTo>
                    <a:pt x="96" y="64"/>
                  </a:lnTo>
                  <a:lnTo>
                    <a:pt x="110" y="60"/>
                  </a:lnTo>
                  <a:lnTo>
                    <a:pt x="124" y="54"/>
                  </a:lnTo>
                  <a:lnTo>
                    <a:pt x="128" y="50"/>
                  </a:lnTo>
                  <a:lnTo>
                    <a:pt x="132" y="46"/>
                  </a:lnTo>
                  <a:lnTo>
                    <a:pt x="134" y="40"/>
                  </a:lnTo>
                  <a:lnTo>
                    <a:pt x="134" y="36"/>
                  </a:lnTo>
                  <a:lnTo>
                    <a:pt x="130" y="28"/>
                  </a:lnTo>
                  <a:lnTo>
                    <a:pt x="126" y="20"/>
                  </a:lnTo>
                  <a:lnTo>
                    <a:pt x="124" y="14"/>
                  </a:lnTo>
                  <a:lnTo>
                    <a:pt x="126" y="10"/>
                  </a:lnTo>
                  <a:lnTo>
                    <a:pt x="1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3" name="Freeform 2097"/>
            <p:cNvSpPr>
              <a:spLocks/>
            </p:cNvSpPr>
            <p:nvPr/>
          </p:nvSpPr>
          <p:spPr bwMode="auto">
            <a:xfrm>
              <a:off x="3164415" y="2780283"/>
              <a:ext cx="1568907" cy="2437195"/>
            </a:xfrm>
            <a:custGeom>
              <a:avLst/>
              <a:gdLst>
                <a:gd name="T0" fmla="*/ 98 w 524"/>
                <a:gd name="T1" fmla="*/ 76 h 814"/>
                <a:gd name="T2" fmla="*/ 86 w 524"/>
                <a:gd name="T3" fmla="*/ 72 h 814"/>
                <a:gd name="T4" fmla="*/ 66 w 524"/>
                <a:gd name="T5" fmla="*/ 74 h 814"/>
                <a:gd name="T6" fmla="*/ 42 w 524"/>
                <a:gd name="T7" fmla="*/ 86 h 814"/>
                <a:gd name="T8" fmla="*/ 0 w 524"/>
                <a:gd name="T9" fmla="*/ 140 h 814"/>
                <a:gd name="T10" fmla="*/ 34 w 524"/>
                <a:gd name="T11" fmla="*/ 446 h 814"/>
                <a:gd name="T12" fmla="*/ 62 w 524"/>
                <a:gd name="T13" fmla="*/ 734 h 814"/>
                <a:gd name="T14" fmla="*/ 64 w 524"/>
                <a:gd name="T15" fmla="*/ 766 h 814"/>
                <a:gd name="T16" fmla="*/ 66 w 524"/>
                <a:gd name="T17" fmla="*/ 774 h 814"/>
                <a:gd name="T18" fmla="*/ 88 w 524"/>
                <a:gd name="T19" fmla="*/ 790 h 814"/>
                <a:gd name="T20" fmla="*/ 136 w 524"/>
                <a:gd name="T21" fmla="*/ 808 h 814"/>
                <a:gd name="T22" fmla="*/ 158 w 524"/>
                <a:gd name="T23" fmla="*/ 814 h 814"/>
                <a:gd name="T24" fmla="*/ 200 w 524"/>
                <a:gd name="T25" fmla="*/ 800 h 814"/>
                <a:gd name="T26" fmla="*/ 390 w 524"/>
                <a:gd name="T27" fmla="*/ 730 h 814"/>
                <a:gd name="T28" fmla="*/ 388 w 524"/>
                <a:gd name="T29" fmla="*/ 720 h 814"/>
                <a:gd name="T30" fmla="*/ 390 w 524"/>
                <a:gd name="T31" fmla="*/ 702 h 814"/>
                <a:gd name="T32" fmla="*/ 392 w 524"/>
                <a:gd name="T33" fmla="*/ 698 h 814"/>
                <a:gd name="T34" fmla="*/ 392 w 524"/>
                <a:gd name="T35" fmla="*/ 680 h 814"/>
                <a:gd name="T36" fmla="*/ 390 w 524"/>
                <a:gd name="T37" fmla="*/ 648 h 814"/>
                <a:gd name="T38" fmla="*/ 392 w 524"/>
                <a:gd name="T39" fmla="*/ 636 h 814"/>
                <a:gd name="T40" fmla="*/ 416 w 524"/>
                <a:gd name="T41" fmla="*/ 572 h 814"/>
                <a:gd name="T42" fmla="*/ 440 w 524"/>
                <a:gd name="T43" fmla="*/ 504 h 814"/>
                <a:gd name="T44" fmla="*/ 442 w 524"/>
                <a:gd name="T45" fmla="*/ 488 h 814"/>
                <a:gd name="T46" fmla="*/ 466 w 524"/>
                <a:gd name="T47" fmla="*/ 358 h 814"/>
                <a:gd name="T48" fmla="*/ 492 w 524"/>
                <a:gd name="T49" fmla="*/ 238 h 814"/>
                <a:gd name="T50" fmla="*/ 510 w 524"/>
                <a:gd name="T51" fmla="*/ 178 h 814"/>
                <a:gd name="T52" fmla="*/ 524 w 524"/>
                <a:gd name="T53" fmla="*/ 126 h 814"/>
                <a:gd name="T54" fmla="*/ 522 w 524"/>
                <a:gd name="T55" fmla="*/ 118 h 814"/>
                <a:gd name="T56" fmla="*/ 508 w 524"/>
                <a:gd name="T57" fmla="*/ 78 h 814"/>
                <a:gd name="T58" fmla="*/ 504 w 524"/>
                <a:gd name="T59" fmla="*/ 70 h 814"/>
                <a:gd name="T60" fmla="*/ 484 w 524"/>
                <a:gd name="T61" fmla="*/ 48 h 814"/>
                <a:gd name="T62" fmla="*/ 454 w 524"/>
                <a:gd name="T63" fmla="*/ 28 h 814"/>
                <a:gd name="T64" fmla="*/ 422 w 524"/>
                <a:gd name="T65" fmla="*/ 14 h 814"/>
                <a:gd name="T66" fmla="*/ 392 w 524"/>
                <a:gd name="T67" fmla="*/ 4 h 814"/>
                <a:gd name="T68" fmla="*/ 384 w 524"/>
                <a:gd name="T69" fmla="*/ 4 h 814"/>
                <a:gd name="T70" fmla="*/ 368 w 524"/>
                <a:gd name="T71" fmla="*/ 0 h 814"/>
                <a:gd name="T72" fmla="*/ 360 w 524"/>
                <a:gd name="T73" fmla="*/ 2 h 814"/>
                <a:gd name="T74" fmla="*/ 322 w 524"/>
                <a:gd name="T75" fmla="*/ 6 h 814"/>
                <a:gd name="T76" fmla="*/ 276 w 524"/>
                <a:gd name="T77" fmla="*/ 14 h 814"/>
                <a:gd name="T78" fmla="*/ 232 w 524"/>
                <a:gd name="T79" fmla="*/ 30 h 814"/>
                <a:gd name="T80" fmla="*/ 198 w 524"/>
                <a:gd name="T81" fmla="*/ 44 h 814"/>
                <a:gd name="T82" fmla="*/ 98 w 524"/>
                <a:gd name="T83" fmla="*/ 76 h 8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24"/>
                <a:gd name="T127" fmla="*/ 0 h 814"/>
                <a:gd name="T128" fmla="*/ 524 w 524"/>
                <a:gd name="T129" fmla="*/ 814 h 8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24" h="814">
                  <a:moveTo>
                    <a:pt x="98" y="76"/>
                  </a:moveTo>
                  <a:lnTo>
                    <a:pt x="98" y="76"/>
                  </a:lnTo>
                  <a:lnTo>
                    <a:pt x="92" y="74"/>
                  </a:lnTo>
                  <a:lnTo>
                    <a:pt x="86" y="72"/>
                  </a:lnTo>
                  <a:lnTo>
                    <a:pt x="76" y="72"/>
                  </a:lnTo>
                  <a:lnTo>
                    <a:pt x="66" y="74"/>
                  </a:lnTo>
                  <a:lnTo>
                    <a:pt x="54" y="78"/>
                  </a:lnTo>
                  <a:lnTo>
                    <a:pt x="42" y="86"/>
                  </a:lnTo>
                  <a:lnTo>
                    <a:pt x="28" y="98"/>
                  </a:lnTo>
                  <a:lnTo>
                    <a:pt x="0" y="140"/>
                  </a:lnTo>
                  <a:lnTo>
                    <a:pt x="34" y="446"/>
                  </a:lnTo>
                  <a:lnTo>
                    <a:pt x="56" y="660"/>
                  </a:lnTo>
                  <a:lnTo>
                    <a:pt x="62" y="734"/>
                  </a:lnTo>
                  <a:lnTo>
                    <a:pt x="64" y="766"/>
                  </a:lnTo>
                  <a:lnTo>
                    <a:pt x="64" y="770"/>
                  </a:lnTo>
                  <a:lnTo>
                    <a:pt x="66" y="774"/>
                  </a:lnTo>
                  <a:lnTo>
                    <a:pt x="74" y="782"/>
                  </a:lnTo>
                  <a:lnTo>
                    <a:pt x="88" y="790"/>
                  </a:lnTo>
                  <a:lnTo>
                    <a:pt x="104" y="796"/>
                  </a:lnTo>
                  <a:lnTo>
                    <a:pt x="136" y="808"/>
                  </a:lnTo>
                  <a:lnTo>
                    <a:pt x="158" y="814"/>
                  </a:lnTo>
                  <a:lnTo>
                    <a:pt x="172" y="810"/>
                  </a:lnTo>
                  <a:lnTo>
                    <a:pt x="200" y="800"/>
                  </a:lnTo>
                  <a:lnTo>
                    <a:pt x="278" y="772"/>
                  </a:lnTo>
                  <a:lnTo>
                    <a:pt x="390" y="730"/>
                  </a:lnTo>
                  <a:lnTo>
                    <a:pt x="388" y="720"/>
                  </a:lnTo>
                  <a:lnTo>
                    <a:pt x="388" y="710"/>
                  </a:lnTo>
                  <a:lnTo>
                    <a:pt x="390" y="702"/>
                  </a:lnTo>
                  <a:lnTo>
                    <a:pt x="392" y="698"/>
                  </a:lnTo>
                  <a:lnTo>
                    <a:pt x="392" y="692"/>
                  </a:lnTo>
                  <a:lnTo>
                    <a:pt x="392" y="680"/>
                  </a:lnTo>
                  <a:lnTo>
                    <a:pt x="390" y="664"/>
                  </a:lnTo>
                  <a:lnTo>
                    <a:pt x="390" y="648"/>
                  </a:lnTo>
                  <a:lnTo>
                    <a:pt x="392" y="636"/>
                  </a:lnTo>
                  <a:lnTo>
                    <a:pt x="398" y="618"/>
                  </a:lnTo>
                  <a:lnTo>
                    <a:pt x="416" y="572"/>
                  </a:lnTo>
                  <a:lnTo>
                    <a:pt x="434" y="524"/>
                  </a:lnTo>
                  <a:lnTo>
                    <a:pt x="440" y="504"/>
                  </a:lnTo>
                  <a:lnTo>
                    <a:pt x="442" y="488"/>
                  </a:lnTo>
                  <a:lnTo>
                    <a:pt x="450" y="438"/>
                  </a:lnTo>
                  <a:lnTo>
                    <a:pt x="466" y="358"/>
                  </a:lnTo>
                  <a:lnTo>
                    <a:pt x="482" y="280"/>
                  </a:lnTo>
                  <a:lnTo>
                    <a:pt x="492" y="238"/>
                  </a:lnTo>
                  <a:lnTo>
                    <a:pt x="510" y="178"/>
                  </a:lnTo>
                  <a:lnTo>
                    <a:pt x="520" y="144"/>
                  </a:lnTo>
                  <a:lnTo>
                    <a:pt x="524" y="126"/>
                  </a:lnTo>
                  <a:lnTo>
                    <a:pt x="522" y="118"/>
                  </a:lnTo>
                  <a:lnTo>
                    <a:pt x="518" y="106"/>
                  </a:lnTo>
                  <a:lnTo>
                    <a:pt x="508" y="78"/>
                  </a:lnTo>
                  <a:lnTo>
                    <a:pt x="504" y="70"/>
                  </a:lnTo>
                  <a:lnTo>
                    <a:pt x="498" y="64"/>
                  </a:lnTo>
                  <a:lnTo>
                    <a:pt x="484" y="48"/>
                  </a:lnTo>
                  <a:lnTo>
                    <a:pt x="468" y="36"/>
                  </a:lnTo>
                  <a:lnTo>
                    <a:pt x="454" y="28"/>
                  </a:lnTo>
                  <a:lnTo>
                    <a:pt x="422" y="14"/>
                  </a:lnTo>
                  <a:lnTo>
                    <a:pt x="404" y="8"/>
                  </a:lnTo>
                  <a:lnTo>
                    <a:pt x="392" y="4"/>
                  </a:lnTo>
                  <a:lnTo>
                    <a:pt x="384" y="4"/>
                  </a:lnTo>
                  <a:lnTo>
                    <a:pt x="376" y="2"/>
                  </a:lnTo>
                  <a:lnTo>
                    <a:pt x="368" y="0"/>
                  </a:lnTo>
                  <a:lnTo>
                    <a:pt x="360" y="2"/>
                  </a:lnTo>
                  <a:lnTo>
                    <a:pt x="344" y="4"/>
                  </a:lnTo>
                  <a:lnTo>
                    <a:pt x="322" y="6"/>
                  </a:lnTo>
                  <a:lnTo>
                    <a:pt x="296" y="10"/>
                  </a:lnTo>
                  <a:lnTo>
                    <a:pt x="276" y="14"/>
                  </a:lnTo>
                  <a:lnTo>
                    <a:pt x="232" y="30"/>
                  </a:lnTo>
                  <a:lnTo>
                    <a:pt x="198" y="44"/>
                  </a:lnTo>
                  <a:lnTo>
                    <a:pt x="98" y="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4" name="Freeform 2098"/>
            <p:cNvSpPr>
              <a:spLocks/>
            </p:cNvSpPr>
            <p:nvPr/>
          </p:nvSpPr>
          <p:spPr bwMode="auto">
            <a:xfrm>
              <a:off x="3607541" y="3211433"/>
              <a:ext cx="544926" cy="1568907"/>
            </a:xfrm>
            <a:custGeom>
              <a:avLst/>
              <a:gdLst>
                <a:gd name="T0" fmla="*/ 22 w 182"/>
                <a:gd name="T1" fmla="*/ 18 h 524"/>
                <a:gd name="T2" fmla="*/ 0 w 182"/>
                <a:gd name="T3" fmla="*/ 50 h 524"/>
                <a:gd name="T4" fmla="*/ 26 w 182"/>
                <a:gd name="T5" fmla="*/ 66 h 524"/>
                <a:gd name="T6" fmla="*/ 26 w 182"/>
                <a:gd name="T7" fmla="*/ 66 h 524"/>
                <a:gd name="T8" fmla="*/ 46 w 182"/>
                <a:gd name="T9" fmla="*/ 262 h 524"/>
                <a:gd name="T10" fmla="*/ 60 w 182"/>
                <a:gd name="T11" fmla="*/ 402 h 524"/>
                <a:gd name="T12" fmla="*/ 66 w 182"/>
                <a:gd name="T13" fmla="*/ 474 h 524"/>
                <a:gd name="T14" fmla="*/ 66 w 182"/>
                <a:gd name="T15" fmla="*/ 474 h 524"/>
                <a:gd name="T16" fmla="*/ 76 w 182"/>
                <a:gd name="T17" fmla="*/ 478 h 524"/>
                <a:gd name="T18" fmla="*/ 100 w 182"/>
                <a:gd name="T19" fmla="*/ 490 h 524"/>
                <a:gd name="T20" fmla="*/ 112 w 182"/>
                <a:gd name="T21" fmla="*/ 498 h 524"/>
                <a:gd name="T22" fmla="*/ 124 w 182"/>
                <a:gd name="T23" fmla="*/ 506 h 524"/>
                <a:gd name="T24" fmla="*/ 134 w 182"/>
                <a:gd name="T25" fmla="*/ 516 h 524"/>
                <a:gd name="T26" fmla="*/ 138 w 182"/>
                <a:gd name="T27" fmla="*/ 524 h 524"/>
                <a:gd name="T28" fmla="*/ 182 w 182"/>
                <a:gd name="T29" fmla="*/ 470 h 524"/>
                <a:gd name="T30" fmla="*/ 182 w 182"/>
                <a:gd name="T31" fmla="*/ 470 h 524"/>
                <a:gd name="T32" fmla="*/ 168 w 182"/>
                <a:gd name="T33" fmla="*/ 392 h 524"/>
                <a:gd name="T34" fmla="*/ 158 w 182"/>
                <a:gd name="T35" fmla="*/ 332 h 524"/>
                <a:gd name="T36" fmla="*/ 150 w 182"/>
                <a:gd name="T37" fmla="*/ 294 h 524"/>
                <a:gd name="T38" fmla="*/ 150 w 182"/>
                <a:gd name="T39" fmla="*/ 294 h 524"/>
                <a:gd name="T40" fmla="*/ 134 w 182"/>
                <a:gd name="T41" fmla="*/ 232 h 524"/>
                <a:gd name="T42" fmla="*/ 126 w 182"/>
                <a:gd name="T43" fmla="*/ 194 h 524"/>
                <a:gd name="T44" fmla="*/ 120 w 182"/>
                <a:gd name="T45" fmla="*/ 168 h 524"/>
                <a:gd name="T46" fmla="*/ 120 w 182"/>
                <a:gd name="T47" fmla="*/ 168 h 524"/>
                <a:gd name="T48" fmla="*/ 118 w 182"/>
                <a:gd name="T49" fmla="*/ 154 h 524"/>
                <a:gd name="T50" fmla="*/ 112 w 182"/>
                <a:gd name="T51" fmla="*/ 138 h 524"/>
                <a:gd name="T52" fmla="*/ 96 w 182"/>
                <a:gd name="T53" fmla="*/ 96 h 524"/>
                <a:gd name="T54" fmla="*/ 70 w 182"/>
                <a:gd name="T55" fmla="*/ 44 h 524"/>
                <a:gd name="T56" fmla="*/ 78 w 182"/>
                <a:gd name="T57" fmla="*/ 20 h 524"/>
                <a:gd name="T58" fmla="*/ 60 w 182"/>
                <a:gd name="T59" fmla="*/ 0 h 524"/>
                <a:gd name="T60" fmla="*/ 60 w 182"/>
                <a:gd name="T61" fmla="*/ 0 h 524"/>
                <a:gd name="T62" fmla="*/ 44 w 182"/>
                <a:gd name="T63" fmla="*/ 10 h 524"/>
                <a:gd name="T64" fmla="*/ 30 w 182"/>
                <a:gd name="T65" fmla="*/ 16 h 524"/>
                <a:gd name="T66" fmla="*/ 26 w 182"/>
                <a:gd name="T67" fmla="*/ 18 h 524"/>
                <a:gd name="T68" fmla="*/ 22 w 182"/>
                <a:gd name="T69" fmla="*/ 18 h 524"/>
                <a:gd name="T70" fmla="*/ 22 w 182"/>
                <a:gd name="T71" fmla="*/ 18 h 5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2"/>
                <a:gd name="T109" fmla="*/ 0 h 524"/>
                <a:gd name="T110" fmla="*/ 182 w 182"/>
                <a:gd name="T111" fmla="*/ 524 h 5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2" h="524">
                  <a:moveTo>
                    <a:pt x="22" y="18"/>
                  </a:moveTo>
                  <a:lnTo>
                    <a:pt x="0" y="50"/>
                  </a:lnTo>
                  <a:lnTo>
                    <a:pt x="26" y="66"/>
                  </a:lnTo>
                  <a:lnTo>
                    <a:pt x="46" y="262"/>
                  </a:lnTo>
                  <a:lnTo>
                    <a:pt x="60" y="402"/>
                  </a:lnTo>
                  <a:lnTo>
                    <a:pt x="66" y="474"/>
                  </a:lnTo>
                  <a:lnTo>
                    <a:pt x="76" y="478"/>
                  </a:lnTo>
                  <a:lnTo>
                    <a:pt x="100" y="490"/>
                  </a:lnTo>
                  <a:lnTo>
                    <a:pt x="112" y="498"/>
                  </a:lnTo>
                  <a:lnTo>
                    <a:pt x="124" y="506"/>
                  </a:lnTo>
                  <a:lnTo>
                    <a:pt x="134" y="516"/>
                  </a:lnTo>
                  <a:lnTo>
                    <a:pt x="138" y="524"/>
                  </a:lnTo>
                  <a:lnTo>
                    <a:pt x="182" y="470"/>
                  </a:lnTo>
                  <a:lnTo>
                    <a:pt x="168" y="392"/>
                  </a:lnTo>
                  <a:lnTo>
                    <a:pt x="158" y="332"/>
                  </a:lnTo>
                  <a:lnTo>
                    <a:pt x="150" y="294"/>
                  </a:lnTo>
                  <a:lnTo>
                    <a:pt x="134" y="232"/>
                  </a:lnTo>
                  <a:lnTo>
                    <a:pt x="126" y="194"/>
                  </a:lnTo>
                  <a:lnTo>
                    <a:pt x="120" y="168"/>
                  </a:lnTo>
                  <a:lnTo>
                    <a:pt x="118" y="154"/>
                  </a:lnTo>
                  <a:lnTo>
                    <a:pt x="112" y="138"/>
                  </a:lnTo>
                  <a:lnTo>
                    <a:pt x="96" y="96"/>
                  </a:lnTo>
                  <a:lnTo>
                    <a:pt x="70" y="44"/>
                  </a:lnTo>
                  <a:lnTo>
                    <a:pt x="78" y="20"/>
                  </a:lnTo>
                  <a:lnTo>
                    <a:pt x="60" y="0"/>
                  </a:lnTo>
                  <a:lnTo>
                    <a:pt x="44" y="10"/>
                  </a:lnTo>
                  <a:lnTo>
                    <a:pt x="30" y="16"/>
                  </a:lnTo>
                  <a:lnTo>
                    <a:pt x="26" y="18"/>
                  </a:lnTo>
                  <a:lnTo>
                    <a:pt x="22" y="1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5" name="Freeform 2100"/>
            <p:cNvSpPr>
              <a:spLocks noEditPoints="1"/>
            </p:cNvSpPr>
            <p:nvPr/>
          </p:nvSpPr>
          <p:spPr bwMode="auto">
            <a:xfrm>
              <a:off x="1218252" y="714356"/>
              <a:ext cx="5149847" cy="5006131"/>
            </a:xfrm>
            <a:custGeom>
              <a:avLst/>
              <a:gdLst>
                <a:gd name="T0" fmla="*/ 956 w 1720"/>
                <a:gd name="T1" fmla="*/ 1440 h 1672"/>
                <a:gd name="T2" fmla="*/ 890 w 1720"/>
                <a:gd name="T3" fmla="*/ 1446 h 1672"/>
                <a:gd name="T4" fmla="*/ 748 w 1720"/>
                <a:gd name="T5" fmla="*/ 1420 h 1672"/>
                <a:gd name="T6" fmla="*/ 718 w 1720"/>
                <a:gd name="T7" fmla="*/ 1118 h 1672"/>
                <a:gd name="T8" fmla="*/ 656 w 1720"/>
                <a:gd name="T9" fmla="*/ 822 h 1672"/>
                <a:gd name="T10" fmla="*/ 714 w 1720"/>
                <a:gd name="T11" fmla="*/ 766 h 1672"/>
                <a:gd name="T12" fmla="*/ 676 w 1720"/>
                <a:gd name="T13" fmla="*/ 778 h 1672"/>
                <a:gd name="T14" fmla="*/ 470 w 1720"/>
                <a:gd name="T15" fmla="*/ 594 h 1672"/>
                <a:gd name="T16" fmla="*/ 374 w 1720"/>
                <a:gd name="T17" fmla="*/ 996 h 1672"/>
                <a:gd name="T18" fmla="*/ 334 w 1720"/>
                <a:gd name="T19" fmla="*/ 1022 h 1672"/>
                <a:gd name="T20" fmla="*/ 336 w 1720"/>
                <a:gd name="T21" fmla="*/ 1100 h 1672"/>
                <a:gd name="T22" fmla="*/ 324 w 1720"/>
                <a:gd name="T23" fmla="*/ 1180 h 1672"/>
                <a:gd name="T24" fmla="*/ 380 w 1720"/>
                <a:gd name="T25" fmla="*/ 1268 h 1672"/>
                <a:gd name="T26" fmla="*/ 532 w 1720"/>
                <a:gd name="T27" fmla="*/ 1204 h 1672"/>
                <a:gd name="T28" fmla="*/ 590 w 1720"/>
                <a:gd name="T29" fmla="*/ 1236 h 1672"/>
                <a:gd name="T30" fmla="*/ 568 w 1720"/>
                <a:gd name="T31" fmla="*/ 1414 h 1672"/>
                <a:gd name="T32" fmla="*/ 582 w 1720"/>
                <a:gd name="T33" fmla="*/ 1532 h 1672"/>
                <a:gd name="T34" fmla="*/ 572 w 1720"/>
                <a:gd name="T35" fmla="*/ 1614 h 1672"/>
                <a:gd name="T36" fmla="*/ 1088 w 1720"/>
                <a:gd name="T37" fmla="*/ 1502 h 1672"/>
                <a:gd name="T38" fmla="*/ 1502 w 1720"/>
                <a:gd name="T39" fmla="*/ 844 h 1672"/>
                <a:gd name="T40" fmla="*/ 1340 w 1720"/>
                <a:gd name="T41" fmla="*/ 766 h 1672"/>
                <a:gd name="T42" fmla="*/ 1250 w 1720"/>
                <a:gd name="T43" fmla="*/ 694 h 1672"/>
                <a:gd name="T44" fmla="*/ 1264 w 1720"/>
                <a:gd name="T45" fmla="*/ 610 h 1672"/>
                <a:gd name="T46" fmla="*/ 1298 w 1720"/>
                <a:gd name="T47" fmla="*/ 520 h 1672"/>
                <a:gd name="T48" fmla="*/ 1360 w 1720"/>
                <a:gd name="T49" fmla="*/ 354 h 1672"/>
                <a:gd name="T50" fmla="*/ 1380 w 1720"/>
                <a:gd name="T51" fmla="*/ 280 h 1672"/>
                <a:gd name="T52" fmla="*/ 1318 w 1720"/>
                <a:gd name="T53" fmla="*/ 214 h 1672"/>
                <a:gd name="T54" fmla="*/ 1324 w 1720"/>
                <a:gd name="T55" fmla="*/ 136 h 1672"/>
                <a:gd name="T56" fmla="*/ 1242 w 1720"/>
                <a:gd name="T57" fmla="*/ 60 h 1672"/>
                <a:gd name="T58" fmla="*/ 1212 w 1720"/>
                <a:gd name="T59" fmla="*/ 16 h 1672"/>
                <a:gd name="T60" fmla="*/ 1184 w 1720"/>
                <a:gd name="T61" fmla="*/ 2 h 1672"/>
                <a:gd name="T62" fmla="*/ 1178 w 1720"/>
                <a:gd name="T63" fmla="*/ 48 h 1672"/>
                <a:gd name="T64" fmla="*/ 1216 w 1720"/>
                <a:gd name="T65" fmla="*/ 106 h 1672"/>
                <a:gd name="T66" fmla="*/ 1248 w 1720"/>
                <a:gd name="T67" fmla="*/ 140 h 1672"/>
                <a:gd name="T68" fmla="*/ 1226 w 1720"/>
                <a:gd name="T69" fmla="*/ 306 h 1672"/>
                <a:gd name="T70" fmla="*/ 1150 w 1720"/>
                <a:gd name="T71" fmla="*/ 514 h 1672"/>
                <a:gd name="T72" fmla="*/ 1102 w 1720"/>
                <a:gd name="T73" fmla="*/ 596 h 1672"/>
                <a:gd name="T74" fmla="*/ 1026 w 1720"/>
                <a:gd name="T75" fmla="*/ 580 h 1672"/>
                <a:gd name="T76" fmla="*/ 932 w 1720"/>
                <a:gd name="T77" fmla="*/ 654 h 1672"/>
                <a:gd name="T78" fmla="*/ 910 w 1720"/>
                <a:gd name="T79" fmla="*/ 648 h 1672"/>
                <a:gd name="T80" fmla="*/ 896 w 1720"/>
                <a:gd name="T81" fmla="*/ 612 h 1672"/>
                <a:gd name="T82" fmla="*/ 844 w 1720"/>
                <a:gd name="T83" fmla="*/ 536 h 1672"/>
                <a:gd name="T84" fmla="*/ 758 w 1720"/>
                <a:gd name="T85" fmla="*/ 536 h 1672"/>
                <a:gd name="T86" fmla="*/ 704 w 1720"/>
                <a:gd name="T87" fmla="*/ 598 h 1672"/>
                <a:gd name="T88" fmla="*/ 704 w 1720"/>
                <a:gd name="T89" fmla="*/ 672 h 1672"/>
                <a:gd name="T90" fmla="*/ 690 w 1720"/>
                <a:gd name="T91" fmla="*/ 686 h 1672"/>
                <a:gd name="T92" fmla="*/ 720 w 1720"/>
                <a:gd name="T93" fmla="*/ 736 h 1672"/>
                <a:gd name="T94" fmla="*/ 730 w 1720"/>
                <a:gd name="T95" fmla="*/ 766 h 1672"/>
                <a:gd name="T96" fmla="*/ 822 w 1720"/>
                <a:gd name="T97" fmla="*/ 844 h 1672"/>
                <a:gd name="T98" fmla="*/ 890 w 1720"/>
                <a:gd name="T99" fmla="*/ 764 h 1672"/>
                <a:gd name="T100" fmla="*/ 930 w 1720"/>
                <a:gd name="T101" fmla="*/ 728 h 1672"/>
                <a:gd name="T102" fmla="*/ 1000 w 1720"/>
                <a:gd name="T103" fmla="*/ 728 h 1672"/>
                <a:gd name="T104" fmla="*/ 1098 w 1720"/>
                <a:gd name="T105" fmla="*/ 772 h 1672"/>
                <a:gd name="T106" fmla="*/ 1058 w 1720"/>
                <a:gd name="T107" fmla="*/ 852 h 1672"/>
                <a:gd name="T108" fmla="*/ 1078 w 1720"/>
                <a:gd name="T109" fmla="*/ 996 h 1672"/>
                <a:gd name="T110" fmla="*/ 1064 w 1720"/>
                <a:gd name="T111" fmla="*/ 1090 h 1672"/>
                <a:gd name="T112" fmla="*/ 1054 w 1720"/>
                <a:gd name="T113" fmla="*/ 1222 h 1672"/>
                <a:gd name="T114" fmla="*/ 1038 w 1720"/>
                <a:gd name="T115" fmla="*/ 1348 h 1672"/>
                <a:gd name="T116" fmla="*/ 1124 w 1720"/>
                <a:gd name="T117" fmla="*/ 1276 h 1672"/>
                <a:gd name="T118" fmla="*/ 1390 w 1720"/>
                <a:gd name="T119" fmla="*/ 1142 h 1672"/>
                <a:gd name="T120" fmla="*/ 1532 w 1720"/>
                <a:gd name="T121" fmla="*/ 1078 h 1672"/>
                <a:gd name="T122" fmla="*/ 1640 w 1720"/>
                <a:gd name="T123" fmla="*/ 1022 h 1672"/>
                <a:gd name="T124" fmla="*/ 1610 w 1720"/>
                <a:gd name="T125" fmla="*/ 920 h 16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720"/>
                <a:gd name="T190" fmla="*/ 0 h 1672"/>
                <a:gd name="T191" fmla="*/ 1720 w 1720"/>
                <a:gd name="T192" fmla="*/ 1672 h 167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720" h="1672">
                  <a:moveTo>
                    <a:pt x="1054" y="1464"/>
                  </a:moveTo>
                  <a:lnTo>
                    <a:pt x="1046" y="1450"/>
                  </a:lnTo>
                  <a:lnTo>
                    <a:pt x="1040" y="1420"/>
                  </a:lnTo>
                  <a:lnTo>
                    <a:pt x="1036" y="1408"/>
                  </a:lnTo>
                  <a:lnTo>
                    <a:pt x="980" y="1432"/>
                  </a:lnTo>
                  <a:lnTo>
                    <a:pt x="956" y="1440"/>
                  </a:lnTo>
                  <a:lnTo>
                    <a:pt x="946" y="1442"/>
                  </a:lnTo>
                  <a:lnTo>
                    <a:pt x="938" y="1432"/>
                  </a:lnTo>
                  <a:lnTo>
                    <a:pt x="928" y="1434"/>
                  </a:lnTo>
                  <a:lnTo>
                    <a:pt x="916" y="1438"/>
                  </a:lnTo>
                  <a:lnTo>
                    <a:pt x="906" y="1440"/>
                  </a:lnTo>
                  <a:lnTo>
                    <a:pt x="890" y="1446"/>
                  </a:lnTo>
                  <a:lnTo>
                    <a:pt x="866" y="1450"/>
                  </a:lnTo>
                  <a:lnTo>
                    <a:pt x="852" y="1450"/>
                  </a:lnTo>
                  <a:lnTo>
                    <a:pt x="836" y="1450"/>
                  </a:lnTo>
                  <a:lnTo>
                    <a:pt x="774" y="1442"/>
                  </a:lnTo>
                  <a:lnTo>
                    <a:pt x="744" y="1438"/>
                  </a:lnTo>
                  <a:lnTo>
                    <a:pt x="748" y="1420"/>
                  </a:lnTo>
                  <a:lnTo>
                    <a:pt x="752" y="1396"/>
                  </a:lnTo>
                  <a:lnTo>
                    <a:pt x="754" y="1366"/>
                  </a:lnTo>
                  <a:lnTo>
                    <a:pt x="754" y="1326"/>
                  </a:lnTo>
                  <a:lnTo>
                    <a:pt x="752" y="1280"/>
                  </a:lnTo>
                  <a:lnTo>
                    <a:pt x="744" y="1226"/>
                  </a:lnTo>
                  <a:lnTo>
                    <a:pt x="732" y="1164"/>
                  </a:lnTo>
                  <a:lnTo>
                    <a:pt x="718" y="1118"/>
                  </a:lnTo>
                  <a:lnTo>
                    <a:pt x="688" y="1014"/>
                  </a:lnTo>
                  <a:lnTo>
                    <a:pt x="672" y="954"/>
                  </a:lnTo>
                  <a:lnTo>
                    <a:pt x="662" y="898"/>
                  </a:lnTo>
                  <a:lnTo>
                    <a:pt x="658" y="874"/>
                  </a:lnTo>
                  <a:lnTo>
                    <a:pt x="654" y="852"/>
                  </a:lnTo>
                  <a:lnTo>
                    <a:pt x="654" y="836"/>
                  </a:lnTo>
                  <a:lnTo>
                    <a:pt x="656" y="822"/>
                  </a:lnTo>
                  <a:lnTo>
                    <a:pt x="662" y="812"/>
                  </a:lnTo>
                  <a:lnTo>
                    <a:pt x="670" y="802"/>
                  </a:lnTo>
                  <a:lnTo>
                    <a:pt x="680" y="790"/>
                  </a:lnTo>
                  <a:lnTo>
                    <a:pt x="688" y="780"/>
                  </a:lnTo>
                  <a:lnTo>
                    <a:pt x="698" y="772"/>
                  </a:lnTo>
                  <a:lnTo>
                    <a:pt x="714" y="766"/>
                  </a:lnTo>
                  <a:lnTo>
                    <a:pt x="728" y="764"/>
                  </a:lnTo>
                  <a:lnTo>
                    <a:pt x="726" y="758"/>
                  </a:lnTo>
                  <a:lnTo>
                    <a:pt x="718" y="758"/>
                  </a:lnTo>
                  <a:lnTo>
                    <a:pt x="708" y="760"/>
                  </a:lnTo>
                  <a:lnTo>
                    <a:pt x="698" y="762"/>
                  </a:lnTo>
                  <a:lnTo>
                    <a:pt x="690" y="768"/>
                  </a:lnTo>
                  <a:lnTo>
                    <a:pt x="676" y="778"/>
                  </a:lnTo>
                  <a:lnTo>
                    <a:pt x="670" y="782"/>
                  </a:lnTo>
                  <a:lnTo>
                    <a:pt x="662" y="794"/>
                  </a:lnTo>
                  <a:lnTo>
                    <a:pt x="656" y="802"/>
                  </a:lnTo>
                  <a:lnTo>
                    <a:pt x="650" y="808"/>
                  </a:lnTo>
                  <a:lnTo>
                    <a:pt x="642" y="802"/>
                  </a:lnTo>
                  <a:lnTo>
                    <a:pt x="616" y="740"/>
                  </a:lnTo>
                  <a:lnTo>
                    <a:pt x="470" y="594"/>
                  </a:lnTo>
                  <a:lnTo>
                    <a:pt x="0" y="832"/>
                  </a:lnTo>
                  <a:lnTo>
                    <a:pt x="34" y="914"/>
                  </a:lnTo>
                  <a:lnTo>
                    <a:pt x="166" y="1082"/>
                  </a:lnTo>
                  <a:lnTo>
                    <a:pt x="346" y="992"/>
                  </a:lnTo>
                  <a:lnTo>
                    <a:pt x="368" y="994"/>
                  </a:lnTo>
                  <a:lnTo>
                    <a:pt x="374" y="996"/>
                  </a:lnTo>
                  <a:lnTo>
                    <a:pt x="374" y="1000"/>
                  </a:lnTo>
                  <a:lnTo>
                    <a:pt x="372" y="1004"/>
                  </a:lnTo>
                  <a:lnTo>
                    <a:pt x="356" y="1010"/>
                  </a:lnTo>
                  <a:lnTo>
                    <a:pt x="342" y="1014"/>
                  </a:lnTo>
                  <a:lnTo>
                    <a:pt x="338" y="1018"/>
                  </a:lnTo>
                  <a:lnTo>
                    <a:pt x="334" y="1022"/>
                  </a:lnTo>
                  <a:lnTo>
                    <a:pt x="332" y="1032"/>
                  </a:lnTo>
                  <a:lnTo>
                    <a:pt x="330" y="1044"/>
                  </a:lnTo>
                  <a:lnTo>
                    <a:pt x="330" y="1058"/>
                  </a:lnTo>
                  <a:lnTo>
                    <a:pt x="336" y="1074"/>
                  </a:lnTo>
                  <a:lnTo>
                    <a:pt x="338" y="1088"/>
                  </a:lnTo>
                  <a:lnTo>
                    <a:pt x="338" y="1094"/>
                  </a:lnTo>
                  <a:lnTo>
                    <a:pt x="336" y="1100"/>
                  </a:lnTo>
                  <a:lnTo>
                    <a:pt x="332" y="1108"/>
                  </a:lnTo>
                  <a:lnTo>
                    <a:pt x="330" y="1116"/>
                  </a:lnTo>
                  <a:lnTo>
                    <a:pt x="324" y="1138"/>
                  </a:lnTo>
                  <a:lnTo>
                    <a:pt x="322" y="1162"/>
                  </a:lnTo>
                  <a:lnTo>
                    <a:pt x="324" y="1172"/>
                  </a:lnTo>
                  <a:lnTo>
                    <a:pt x="324" y="1180"/>
                  </a:lnTo>
                  <a:lnTo>
                    <a:pt x="334" y="1196"/>
                  </a:lnTo>
                  <a:lnTo>
                    <a:pt x="348" y="1220"/>
                  </a:lnTo>
                  <a:lnTo>
                    <a:pt x="362" y="1242"/>
                  </a:lnTo>
                  <a:lnTo>
                    <a:pt x="368" y="1254"/>
                  </a:lnTo>
                  <a:lnTo>
                    <a:pt x="368" y="1262"/>
                  </a:lnTo>
                  <a:lnTo>
                    <a:pt x="374" y="1266"/>
                  </a:lnTo>
                  <a:lnTo>
                    <a:pt x="380" y="1268"/>
                  </a:lnTo>
                  <a:lnTo>
                    <a:pt x="390" y="1268"/>
                  </a:lnTo>
                  <a:lnTo>
                    <a:pt x="402" y="1266"/>
                  </a:lnTo>
                  <a:lnTo>
                    <a:pt x="414" y="1262"/>
                  </a:lnTo>
                  <a:lnTo>
                    <a:pt x="444" y="1250"/>
                  </a:lnTo>
                  <a:lnTo>
                    <a:pt x="472" y="1234"/>
                  </a:lnTo>
                  <a:lnTo>
                    <a:pt x="500" y="1220"/>
                  </a:lnTo>
                  <a:lnTo>
                    <a:pt x="532" y="1204"/>
                  </a:lnTo>
                  <a:lnTo>
                    <a:pt x="550" y="1196"/>
                  </a:lnTo>
                  <a:lnTo>
                    <a:pt x="562" y="1188"/>
                  </a:lnTo>
                  <a:lnTo>
                    <a:pt x="572" y="1182"/>
                  </a:lnTo>
                  <a:lnTo>
                    <a:pt x="578" y="1180"/>
                  </a:lnTo>
                  <a:lnTo>
                    <a:pt x="580" y="1182"/>
                  </a:lnTo>
                  <a:lnTo>
                    <a:pt x="582" y="1184"/>
                  </a:lnTo>
                  <a:lnTo>
                    <a:pt x="584" y="1192"/>
                  </a:lnTo>
                  <a:lnTo>
                    <a:pt x="590" y="1236"/>
                  </a:lnTo>
                  <a:lnTo>
                    <a:pt x="594" y="1262"/>
                  </a:lnTo>
                  <a:lnTo>
                    <a:pt x="594" y="1286"/>
                  </a:lnTo>
                  <a:lnTo>
                    <a:pt x="590" y="1308"/>
                  </a:lnTo>
                  <a:lnTo>
                    <a:pt x="584" y="1328"/>
                  </a:lnTo>
                  <a:lnTo>
                    <a:pt x="574" y="1368"/>
                  </a:lnTo>
                  <a:lnTo>
                    <a:pt x="570" y="1390"/>
                  </a:lnTo>
                  <a:lnTo>
                    <a:pt x="568" y="1414"/>
                  </a:lnTo>
                  <a:lnTo>
                    <a:pt x="570" y="1428"/>
                  </a:lnTo>
                  <a:lnTo>
                    <a:pt x="572" y="1448"/>
                  </a:lnTo>
                  <a:lnTo>
                    <a:pt x="578" y="1478"/>
                  </a:lnTo>
                  <a:lnTo>
                    <a:pt x="580" y="1502"/>
                  </a:lnTo>
                  <a:lnTo>
                    <a:pt x="582" y="1532"/>
                  </a:lnTo>
                  <a:lnTo>
                    <a:pt x="578" y="1546"/>
                  </a:lnTo>
                  <a:lnTo>
                    <a:pt x="574" y="1558"/>
                  </a:lnTo>
                  <a:lnTo>
                    <a:pt x="570" y="1572"/>
                  </a:lnTo>
                  <a:lnTo>
                    <a:pt x="570" y="1580"/>
                  </a:lnTo>
                  <a:lnTo>
                    <a:pt x="572" y="1586"/>
                  </a:lnTo>
                  <a:lnTo>
                    <a:pt x="574" y="1594"/>
                  </a:lnTo>
                  <a:lnTo>
                    <a:pt x="572" y="1614"/>
                  </a:lnTo>
                  <a:lnTo>
                    <a:pt x="560" y="1672"/>
                  </a:lnTo>
                  <a:lnTo>
                    <a:pt x="1146" y="1672"/>
                  </a:lnTo>
                  <a:lnTo>
                    <a:pt x="1136" y="1626"/>
                  </a:lnTo>
                  <a:lnTo>
                    <a:pt x="1122" y="1582"/>
                  </a:lnTo>
                  <a:lnTo>
                    <a:pt x="1106" y="1540"/>
                  </a:lnTo>
                  <a:lnTo>
                    <a:pt x="1098" y="1520"/>
                  </a:lnTo>
                  <a:lnTo>
                    <a:pt x="1088" y="1502"/>
                  </a:lnTo>
                  <a:lnTo>
                    <a:pt x="1068" y="1480"/>
                  </a:lnTo>
                  <a:lnTo>
                    <a:pt x="1054" y="1464"/>
                  </a:lnTo>
                  <a:close/>
                  <a:moveTo>
                    <a:pt x="1574" y="898"/>
                  </a:moveTo>
                  <a:lnTo>
                    <a:pt x="1574" y="898"/>
                  </a:lnTo>
                  <a:lnTo>
                    <a:pt x="1538" y="870"/>
                  </a:lnTo>
                  <a:lnTo>
                    <a:pt x="1502" y="844"/>
                  </a:lnTo>
                  <a:lnTo>
                    <a:pt x="1464" y="820"/>
                  </a:lnTo>
                  <a:lnTo>
                    <a:pt x="1444" y="810"/>
                  </a:lnTo>
                  <a:lnTo>
                    <a:pt x="1424" y="802"/>
                  </a:lnTo>
                  <a:lnTo>
                    <a:pt x="1380" y="786"/>
                  </a:lnTo>
                  <a:lnTo>
                    <a:pt x="1358" y="776"/>
                  </a:lnTo>
                  <a:lnTo>
                    <a:pt x="1340" y="766"/>
                  </a:lnTo>
                  <a:lnTo>
                    <a:pt x="1324" y="752"/>
                  </a:lnTo>
                  <a:lnTo>
                    <a:pt x="1310" y="740"/>
                  </a:lnTo>
                  <a:lnTo>
                    <a:pt x="1294" y="726"/>
                  </a:lnTo>
                  <a:lnTo>
                    <a:pt x="1276" y="716"/>
                  </a:lnTo>
                  <a:lnTo>
                    <a:pt x="1264" y="708"/>
                  </a:lnTo>
                  <a:lnTo>
                    <a:pt x="1256" y="702"/>
                  </a:lnTo>
                  <a:lnTo>
                    <a:pt x="1250" y="694"/>
                  </a:lnTo>
                  <a:lnTo>
                    <a:pt x="1250" y="688"/>
                  </a:lnTo>
                  <a:lnTo>
                    <a:pt x="1250" y="680"/>
                  </a:lnTo>
                  <a:lnTo>
                    <a:pt x="1252" y="670"/>
                  </a:lnTo>
                  <a:lnTo>
                    <a:pt x="1260" y="648"/>
                  </a:lnTo>
                  <a:lnTo>
                    <a:pt x="1262" y="634"/>
                  </a:lnTo>
                  <a:lnTo>
                    <a:pt x="1264" y="622"/>
                  </a:lnTo>
                  <a:lnTo>
                    <a:pt x="1264" y="610"/>
                  </a:lnTo>
                  <a:lnTo>
                    <a:pt x="1262" y="598"/>
                  </a:lnTo>
                  <a:lnTo>
                    <a:pt x="1262" y="588"/>
                  </a:lnTo>
                  <a:lnTo>
                    <a:pt x="1264" y="582"/>
                  </a:lnTo>
                  <a:lnTo>
                    <a:pt x="1270" y="568"/>
                  </a:lnTo>
                  <a:lnTo>
                    <a:pt x="1288" y="542"/>
                  </a:lnTo>
                  <a:lnTo>
                    <a:pt x="1298" y="520"/>
                  </a:lnTo>
                  <a:lnTo>
                    <a:pt x="1308" y="498"/>
                  </a:lnTo>
                  <a:lnTo>
                    <a:pt x="1314" y="474"/>
                  </a:lnTo>
                  <a:lnTo>
                    <a:pt x="1320" y="450"/>
                  </a:lnTo>
                  <a:lnTo>
                    <a:pt x="1328" y="426"/>
                  </a:lnTo>
                  <a:lnTo>
                    <a:pt x="1338" y="402"/>
                  </a:lnTo>
                  <a:lnTo>
                    <a:pt x="1350" y="378"/>
                  </a:lnTo>
                  <a:lnTo>
                    <a:pt x="1360" y="354"/>
                  </a:lnTo>
                  <a:lnTo>
                    <a:pt x="1370" y="330"/>
                  </a:lnTo>
                  <a:lnTo>
                    <a:pt x="1382" y="306"/>
                  </a:lnTo>
                  <a:lnTo>
                    <a:pt x="1388" y="294"/>
                  </a:lnTo>
                  <a:lnTo>
                    <a:pt x="1388" y="290"/>
                  </a:lnTo>
                  <a:lnTo>
                    <a:pt x="1386" y="286"/>
                  </a:lnTo>
                  <a:lnTo>
                    <a:pt x="1380" y="280"/>
                  </a:lnTo>
                  <a:lnTo>
                    <a:pt x="1366" y="270"/>
                  </a:lnTo>
                  <a:lnTo>
                    <a:pt x="1346" y="260"/>
                  </a:lnTo>
                  <a:lnTo>
                    <a:pt x="1330" y="250"/>
                  </a:lnTo>
                  <a:lnTo>
                    <a:pt x="1324" y="242"/>
                  </a:lnTo>
                  <a:lnTo>
                    <a:pt x="1320" y="236"/>
                  </a:lnTo>
                  <a:lnTo>
                    <a:pt x="1318" y="226"/>
                  </a:lnTo>
                  <a:lnTo>
                    <a:pt x="1318" y="214"/>
                  </a:lnTo>
                  <a:lnTo>
                    <a:pt x="1322" y="184"/>
                  </a:lnTo>
                  <a:lnTo>
                    <a:pt x="1322" y="170"/>
                  </a:lnTo>
                  <a:lnTo>
                    <a:pt x="1322" y="156"/>
                  </a:lnTo>
                  <a:lnTo>
                    <a:pt x="1324" y="150"/>
                  </a:lnTo>
                  <a:lnTo>
                    <a:pt x="1326" y="144"/>
                  </a:lnTo>
                  <a:lnTo>
                    <a:pt x="1324" y="136"/>
                  </a:lnTo>
                  <a:lnTo>
                    <a:pt x="1316" y="126"/>
                  </a:lnTo>
                  <a:lnTo>
                    <a:pt x="1292" y="102"/>
                  </a:lnTo>
                  <a:lnTo>
                    <a:pt x="1276" y="88"/>
                  </a:lnTo>
                  <a:lnTo>
                    <a:pt x="1260" y="74"/>
                  </a:lnTo>
                  <a:lnTo>
                    <a:pt x="1242" y="60"/>
                  </a:lnTo>
                  <a:lnTo>
                    <a:pt x="1234" y="48"/>
                  </a:lnTo>
                  <a:lnTo>
                    <a:pt x="1226" y="36"/>
                  </a:lnTo>
                  <a:lnTo>
                    <a:pt x="1222" y="24"/>
                  </a:lnTo>
                  <a:lnTo>
                    <a:pt x="1218" y="18"/>
                  </a:lnTo>
                  <a:lnTo>
                    <a:pt x="1216" y="16"/>
                  </a:lnTo>
                  <a:lnTo>
                    <a:pt x="1212" y="16"/>
                  </a:lnTo>
                  <a:lnTo>
                    <a:pt x="1210" y="10"/>
                  </a:lnTo>
                  <a:lnTo>
                    <a:pt x="1206" y="8"/>
                  </a:lnTo>
                  <a:lnTo>
                    <a:pt x="1200" y="8"/>
                  </a:lnTo>
                  <a:lnTo>
                    <a:pt x="1196" y="2"/>
                  </a:lnTo>
                  <a:lnTo>
                    <a:pt x="1192" y="0"/>
                  </a:lnTo>
                  <a:lnTo>
                    <a:pt x="1188" y="0"/>
                  </a:lnTo>
                  <a:lnTo>
                    <a:pt x="1184" y="2"/>
                  </a:lnTo>
                  <a:lnTo>
                    <a:pt x="1180" y="2"/>
                  </a:lnTo>
                  <a:lnTo>
                    <a:pt x="1178" y="2"/>
                  </a:lnTo>
                  <a:lnTo>
                    <a:pt x="1174" y="4"/>
                  </a:lnTo>
                  <a:lnTo>
                    <a:pt x="1174" y="30"/>
                  </a:lnTo>
                  <a:lnTo>
                    <a:pt x="1178" y="48"/>
                  </a:lnTo>
                  <a:lnTo>
                    <a:pt x="1182" y="56"/>
                  </a:lnTo>
                  <a:lnTo>
                    <a:pt x="1186" y="64"/>
                  </a:lnTo>
                  <a:lnTo>
                    <a:pt x="1192" y="76"/>
                  </a:lnTo>
                  <a:lnTo>
                    <a:pt x="1196" y="86"/>
                  </a:lnTo>
                  <a:lnTo>
                    <a:pt x="1204" y="96"/>
                  </a:lnTo>
                  <a:lnTo>
                    <a:pt x="1216" y="106"/>
                  </a:lnTo>
                  <a:lnTo>
                    <a:pt x="1220" y="112"/>
                  </a:lnTo>
                  <a:lnTo>
                    <a:pt x="1228" y="118"/>
                  </a:lnTo>
                  <a:lnTo>
                    <a:pt x="1234" y="122"/>
                  </a:lnTo>
                  <a:lnTo>
                    <a:pt x="1240" y="128"/>
                  </a:lnTo>
                  <a:lnTo>
                    <a:pt x="1244" y="134"/>
                  </a:lnTo>
                  <a:lnTo>
                    <a:pt x="1248" y="140"/>
                  </a:lnTo>
                  <a:lnTo>
                    <a:pt x="1254" y="156"/>
                  </a:lnTo>
                  <a:lnTo>
                    <a:pt x="1256" y="174"/>
                  </a:lnTo>
                  <a:lnTo>
                    <a:pt x="1256" y="192"/>
                  </a:lnTo>
                  <a:lnTo>
                    <a:pt x="1256" y="210"/>
                  </a:lnTo>
                  <a:lnTo>
                    <a:pt x="1250" y="240"/>
                  </a:lnTo>
                  <a:lnTo>
                    <a:pt x="1240" y="274"/>
                  </a:lnTo>
                  <a:lnTo>
                    <a:pt x="1226" y="306"/>
                  </a:lnTo>
                  <a:lnTo>
                    <a:pt x="1194" y="370"/>
                  </a:lnTo>
                  <a:lnTo>
                    <a:pt x="1180" y="400"/>
                  </a:lnTo>
                  <a:lnTo>
                    <a:pt x="1166" y="434"/>
                  </a:lnTo>
                  <a:lnTo>
                    <a:pt x="1156" y="466"/>
                  </a:lnTo>
                  <a:lnTo>
                    <a:pt x="1154" y="484"/>
                  </a:lnTo>
                  <a:lnTo>
                    <a:pt x="1152" y="502"/>
                  </a:lnTo>
                  <a:lnTo>
                    <a:pt x="1150" y="514"/>
                  </a:lnTo>
                  <a:lnTo>
                    <a:pt x="1144" y="526"/>
                  </a:lnTo>
                  <a:lnTo>
                    <a:pt x="1140" y="538"/>
                  </a:lnTo>
                  <a:lnTo>
                    <a:pt x="1132" y="548"/>
                  </a:lnTo>
                  <a:lnTo>
                    <a:pt x="1118" y="568"/>
                  </a:lnTo>
                  <a:lnTo>
                    <a:pt x="1112" y="578"/>
                  </a:lnTo>
                  <a:lnTo>
                    <a:pt x="1106" y="590"/>
                  </a:lnTo>
                  <a:lnTo>
                    <a:pt x="1102" y="596"/>
                  </a:lnTo>
                  <a:lnTo>
                    <a:pt x="1098" y="600"/>
                  </a:lnTo>
                  <a:lnTo>
                    <a:pt x="1094" y="604"/>
                  </a:lnTo>
                  <a:lnTo>
                    <a:pt x="1090" y="604"/>
                  </a:lnTo>
                  <a:lnTo>
                    <a:pt x="1078" y="602"/>
                  </a:lnTo>
                  <a:lnTo>
                    <a:pt x="1068" y="596"/>
                  </a:lnTo>
                  <a:lnTo>
                    <a:pt x="1044" y="584"/>
                  </a:lnTo>
                  <a:lnTo>
                    <a:pt x="1032" y="580"/>
                  </a:lnTo>
                  <a:lnTo>
                    <a:pt x="1026" y="580"/>
                  </a:lnTo>
                  <a:lnTo>
                    <a:pt x="1020" y="580"/>
                  </a:lnTo>
                  <a:lnTo>
                    <a:pt x="1002" y="588"/>
                  </a:lnTo>
                  <a:lnTo>
                    <a:pt x="984" y="598"/>
                  </a:lnTo>
                  <a:lnTo>
                    <a:pt x="970" y="610"/>
                  </a:lnTo>
                  <a:lnTo>
                    <a:pt x="956" y="624"/>
                  </a:lnTo>
                  <a:lnTo>
                    <a:pt x="942" y="638"/>
                  </a:lnTo>
                  <a:lnTo>
                    <a:pt x="932" y="654"/>
                  </a:lnTo>
                  <a:lnTo>
                    <a:pt x="920" y="670"/>
                  </a:lnTo>
                  <a:lnTo>
                    <a:pt x="912" y="688"/>
                  </a:lnTo>
                  <a:lnTo>
                    <a:pt x="916" y="670"/>
                  </a:lnTo>
                  <a:lnTo>
                    <a:pt x="916" y="660"/>
                  </a:lnTo>
                  <a:lnTo>
                    <a:pt x="914" y="652"/>
                  </a:lnTo>
                  <a:lnTo>
                    <a:pt x="910" y="648"/>
                  </a:lnTo>
                  <a:lnTo>
                    <a:pt x="908" y="646"/>
                  </a:lnTo>
                  <a:lnTo>
                    <a:pt x="902" y="648"/>
                  </a:lnTo>
                  <a:lnTo>
                    <a:pt x="896" y="650"/>
                  </a:lnTo>
                  <a:lnTo>
                    <a:pt x="896" y="652"/>
                  </a:lnTo>
                  <a:lnTo>
                    <a:pt x="898" y="638"/>
                  </a:lnTo>
                  <a:lnTo>
                    <a:pt x="898" y="624"/>
                  </a:lnTo>
                  <a:lnTo>
                    <a:pt x="896" y="612"/>
                  </a:lnTo>
                  <a:lnTo>
                    <a:pt x="894" y="598"/>
                  </a:lnTo>
                  <a:lnTo>
                    <a:pt x="890" y="588"/>
                  </a:lnTo>
                  <a:lnTo>
                    <a:pt x="886" y="576"/>
                  </a:lnTo>
                  <a:lnTo>
                    <a:pt x="880" y="566"/>
                  </a:lnTo>
                  <a:lnTo>
                    <a:pt x="872" y="558"/>
                  </a:lnTo>
                  <a:lnTo>
                    <a:pt x="864" y="550"/>
                  </a:lnTo>
                  <a:lnTo>
                    <a:pt x="856" y="542"/>
                  </a:lnTo>
                  <a:lnTo>
                    <a:pt x="844" y="536"/>
                  </a:lnTo>
                  <a:lnTo>
                    <a:pt x="834" y="532"/>
                  </a:lnTo>
                  <a:lnTo>
                    <a:pt x="822" y="530"/>
                  </a:lnTo>
                  <a:lnTo>
                    <a:pt x="808" y="528"/>
                  </a:lnTo>
                  <a:lnTo>
                    <a:pt x="794" y="528"/>
                  </a:lnTo>
                  <a:lnTo>
                    <a:pt x="780" y="530"/>
                  </a:lnTo>
                  <a:lnTo>
                    <a:pt x="768" y="532"/>
                  </a:lnTo>
                  <a:lnTo>
                    <a:pt x="758" y="536"/>
                  </a:lnTo>
                  <a:lnTo>
                    <a:pt x="748" y="542"/>
                  </a:lnTo>
                  <a:lnTo>
                    <a:pt x="738" y="548"/>
                  </a:lnTo>
                  <a:lnTo>
                    <a:pt x="728" y="556"/>
                  </a:lnTo>
                  <a:lnTo>
                    <a:pt x="720" y="564"/>
                  </a:lnTo>
                  <a:lnTo>
                    <a:pt x="714" y="574"/>
                  </a:lnTo>
                  <a:lnTo>
                    <a:pt x="708" y="584"/>
                  </a:lnTo>
                  <a:lnTo>
                    <a:pt x="704" y="598"/>
                  </a:lnTo>
                  <a:lnTo>
                    <a:pt x="702" y="614"/>
                  </a:lnTo>
                  <a:lnTo>
                    <a:pt x="700" y="630"/>
                  </a:lnTo>
                  <a:lnTo>
                    <a:pt x="702" y="644"/>
                  </a:lnTo>
                  <a:lnTo>
                    <a:pt x="706" y="662"/>
                  </a:lnTo>
                  <a:lnTo>
                    <a:pt x="706" y="668"/>
                  </a:lnTo>
                  <a:lnTo>
                    <a:pt x="704" y="672"/>
                  </a:lnTo>
                  <a:lnTo>
                    <a:pt x="702" y="672"/>
                  </a:lnTo>
                  <a:lnTo>
                    <a:pt x="698" y="670"/>
                  </a:lnTo>
                  <a:lnTo>
                    <a:pt x="694" y="672"/>
                  </a:lnTo>
                  <a:lnTo>
                    <a:pt x="692" y="672"/>
                  </a:lnTo>
                  <a:lnTo>
                    <a:pt x="690" y="676"/>
                  </a:lnTo>
                  <a:lnTo>
                    <a:pt x="690" y="686"/>
                  </a:lnTo>
                  <a:lnTo>
                    <a:pt x="692" y="694"/>
                  </a:lnTo>
                  <a:lnTo>
                    <a:pt x="694" y="704"/>
                  </a:lnTo>
                  <a:lnTo>
                    <a:pt x="700" y="712"/>
                  </a:lnTo>
                  <a:lnTo>
                    <a:pt x="710" y="728"/>
                  </a:lnTo>
                  <a:lnTo>
                    <a:pt x="716" y="734"/>
                  </a:lnTo>
                  <a:lnTo>
                    <a:pt x="718" y="736"/>
                  </a:lnTo>
                  <a:lnTo>
                    <a:pt x="720" y="736"/>
                  </a:lnTo>
                  <a:lnTo>
                    <a:pt x="722" y="734"/>
                  </a:lnTo>
                  <a:lnTo>
                    <a:pt x="724" y="736"/>
                  </a:lnTo>
                  <a:lnTo>
                    <a:pt x="728" y="744"/>
                  </a:lnTo>
                  <a:lnTo>
                    <a:pt x="730" y="752"/>
                  </a:lnTo>
                  <a:lnTo>
                    <a:pt x="730" y="760"/>
                  </a:lnTo>
                  <a:lnTo>
                    <a:pt x="730" y="766"/>
                  </a:lnTo>
                  <a:lnTo>
                    <a:pt x="732" y="774"/>
                  </a:lnTo>
                  <a:lnTo>
                    <a:pt x="746" y="796"/>
                  </a:lnTo>
                  <a:lnTo>
                    <a:pt x="764" y="816"/>
                  </a:lnTo>
                  <a:lnTo>
                    <a:pt x="776" y="828"/>
                  </a:lnTo>
                  <a:lnTo>
                    <a:pt x="792" y="838"/>
                  </a:lnTo>
                  <a:lnTo>
                    <a:pt x="808" y="842"/>
                  </a:lnTo>
                  <a:lnTo>
                    <a:pt x="822" y="844"/>
                  </a:lnTo>
                  <a:lnTo>
                    <a:pt x="836" y="840"/>
                  </a:lnTo>
                  <a:lnTo>
                    <a:pt x="848" y="834"/>
                  </a:lnTo>
                  <a:lnTo>
                    <a:pt x="858" y="824"/>
                  </a:lnTo>
                  <a:lnTo>
                    <a:pt x="868" y="810"/>
                  </a:lnTo>
                  <a:lnTo>
                    <a:pt x="878" y="796"/>
                  </a:lnTo>
                  <a:lnTo>
                    <a:pt x="886" y="774"/>
                  </a:lnTo>
                  <a:lnTo>
                    <a:pt x="890" y="764"/>
                  </a:lnTo>
                  <a:lnTo>
                    <a:pt x="896" y="756"/>
                  </a:lnTo>
                  <a:lnTo>
                    <a:pt x="902" y="750"/>
                  </a:lnTo>
                  <a:lnTo>
                    <a:pt x="914" y="742"/>
                  </a:lnTo>
                  <a:lnTo>
                    <a:pt x="924" y="738"/>
                  </a:lnTo>
                  <a:lnTo>
                    <a:pt x="930" y="734"/>
                  </a:lnTo>
                  <a:lnTo>
                    <a:pt x="930" y="728"/>
                  </a:lnTo>
                  <a:lnTo>
                    <a:pt x="934" y="726"/>
                  </a:lnTo>
                  <a:lnTo>
                    <a:pt x="942" y="722"/>
                  </a:lnTo>
                  <a:lnTo>
                    <a:pt x="952" y="720"/>
                  </a:lnTo>
                  <a:lnTo>
                    <a:pt x="964" y="722"/>
                  </a:lnTo>
                  <a:lnTo>
                    <a:pt x="984" y="726"/>
                  </a:lnTo>
                  <a:lnTo>
                    <a:pt x="994" y="728"/>
                  </a:lnTo>
                  <a:lnTo>
                    <a:pt x="1000" y="728"/>
                  </a:lnTo>
                  <a:lnTo>
                    <a:pt x="1010" y="730"/>
                  </a:lnTo>
                  <a:lnTo>
                    <a:pt x="1036" y="742"/>
                  </a:lnTo>
                  <a:lnTo>
                    <a:pt x="1060" y="756"/>
                  </a:lnTo>
                  <a:lnTo>
                    <a:pt x="1074" y="766"/>
                  </a:lnTo>
                  <a:lnTo>
                    <a:pt x="1086" y="770"/>
                  </a:lnTo>
                  <a:lnTo>
                    <a:pt x="1092" y="772"/>
                  </a:lnTo>
                  <a:lnTo>
                    <a:pt x="1098" y="772"/>
                  </a:lnTo>
                  <a:lnTo>
                    <a:pt x="1112" y="776"/>
                  </a:lnTo>
                  <a:lnTo>
                    <a:pt x="1096" y="792"/>
                  </a:lnTo>
                  <a:lnTo>
                    <a:pt x="1080" y="810"/>
                  </a:lnTo>
                  <a:lnTo>
                    <a:pt x="1066" y="832"/>
                  </a:lnTo>
                  <a:lnTo>
                    <a:pt x="1062" y="842"/>
                  </a:lnTo>
                  <a:lnTo>
                    <a:pt x="1058" y="852"/>
                  </a:lnTo>
                  <a:lnTo>
                    <a:pt x="1056" y="862"/>
                  </a:lnTo>
                  <a:lnTo>
                    <a:pt x="1056" y="872"/>
                  </a:lnTo>
                  <a:lnTo>
                    <a:pt x="1058" y="892"/>
                  </a:lnTo>
                  <a:lnTo>
                    <a:pt x="1062" y="912"/>
                  </a:lnTo>
                  <a:lnTo>
                    <a:pt x="1068" y="934"/>
                  </a:lnTo>
                  <a:lnTo>
                    <a:pt x="1074" y="956"/>
                  </a:lnTo>
                  <a:lnTo>
                    <a:pt x="1078" y="976"/>
                  </a:lnTo>
                  <a:lnTo>
                    <a:pt x="1078" y="996"/>
                  </a:lnTo>
                  <a:lnTo>
                    <a:pt x="1078" y="1006"/>
                  </a:lnTo>
                  <a:lnTo>
                    <a:pt x="1076" y="1016"/>
                  </a:lnTo>
                  <a:lnTo>
                    <a:pt x="1070" y="1034"/>
                  </a:lnTo>
                  <a:lnTo>
                    <a:pt x="1066" y="1052"/>
                  </a:lnTo>
                  <a:lnTo>
                    <a:pt x="1064" y="1070"/>
                  </a:lnTo>
                  <a:lnTo>
                    <a:pt x="1064" y="1090"/>
                  </a:lnTo>
                  <a:lnTo>
                    <a:pt x="1066" y="1138"/>
                  </a:lnTo>
                  <a:lnTo>
                    <a:pt x="1064" y="1164"/>
                  </a:lnTo>
                  <a:lnTo>
                    <a:pt x="1062" y="1176"/>
                  </a:lnTo>
                  <a:lnTo>
                    <a:pt x="1060" y="1184"/>
                  </a:lnTo>
                  <a:lnTo>
                    <a:pt x="1056" y="1192"/>
                  </a:lnTo>
                  <a:lnTo>
                    <a:pt x="1054" y="1202"/>
                  </a:lnTo>
                  <a:lnTo>
                    <a:pt x="1054" y="1222"/>
                  </a:lnTo>
                  <a:lnTo>
                    <a:pt x="1054" y="1244"/>
                  </a:lnTo>
                  <a:lnTo>
                    <a:pt x="1052" y="1254"/>
                  </a:lnTo>
                  <a:lnTo>
                    <a:pt x="1050" y="1262"/>
                  </a:lnTo>
                  <a:lnTo>
                    <a:pt x="1044" y="1288"/>
                  </a:lnTo>
                  <a:lnTo>
                    <a:pt x="1040" y="1312"/>
                  </a:lnTo>
                  <a:lnTo>
                    <a:pt x="1038" y="1336"/>
                  </a:lnTo>
                  <a:lnTo>
                    <a:pt x="1038" y="1348"/>
                  </a:lnTo>
                  <a:lnTo>
                    <a:pt x="1040" y="1360"/>
                  </a:lnTo>
                  <a:lnTo>
                    <a:pt x="1050" y="1344"/>
                  </a:lnTo>
                  <a:lnTo>
                    <a:pt x="1062" y="1330"/>
                  </a:lnTo>
                  <a:lnTo>
                    <a:pt x="1076" y="1314"/>
                  </a:lnTo>
                  <a:lnTo>
                    <a:pt x="1092" y="1300"/>
                  </a:lnTo>
                  <a:lnTo>
                    <a:pt x="1108" y="1288"/>
                  </a:lnTo>
                  <a:lnTo>
                    <a:pt x="1124" y="1276"/>
                  </a:lnTo>
                  <a:lnTo>
                    <a:pt x="1142" y="1264"/>
                  </a:lnTo>
                  <a:lnTo>
                    <a:pt x="1158" y="1256"/>
                  </a:lnTo>
                  <a:lnTo>
                    <a:pt x="1206" y="1234"/>
                  </a:lnTo>
                  <a:lnTo>
                    <a:pt x="1254" y="1210"/>
                  </a:lnTo>
                  <a:lnTo>
                    <a:pt x="1348" y="1162"/>
                  </a:lnTo>
                  <a:lnTo>
                    <a:pt x="1390" y="1142"/>
                  </a:lnTo>
                  <a:lnTo>
                    <a:pt x="1412" y="1132"/>
                  </a:lnTo>
                  <a:lnTo>
                    <a:pt x="1432" y="1118"/>
                  </a:lnTo>
                  <a:lnTo>
                    <a:pt x="1444" y="1112"/>
                  </a:lnTo>
                  <a:lnTo>
                    <a:pt x="1456" y="1106"/>
                  </a:lnTo>
                  <a:lnTo>
                    <a:pt x="1480" y="1096"/>
                  </a:lnTo>
                  <a:lnTo>
                    <a:pt x="1506" y="1086"/>
                  </a:lnTo>
                  <a:lnTo>
                    <a:pt x="1532" y="1078"/>
                  </a:lnTo>
                  <a:lnTo>
                    <a:pt x="1552" y="1068"/>
                  </a:lnTo>
                  <a:lnTo>
                    <a:pt x="1572" y="1054"/>
                  </a:lnTo>
                  <a:lnTo>
                    <a:pt x="1590" y="1042"/>
                  </a:lnTo>
                  <a:lnTo>
                    <a:pt x="1612" y="1032"/>
                  </a:lnTo>
                  <a:lnTo>
                    <a:pt x="1626" y="1028"/>
                  </a:lnTo>
                  <a:lnTo>
                    <a:pt x="1640" y="1022"/>
                  </a:lnTo>
                  <a:lnTo>
                    <a:pt x="1666" y="1008"/>
                  </a:lnTo>
                  <a:lnTo>
                    <a:pt x="1690" y="992"/>
                  </a:lnTo>
                  <a:lnTo>
                    <a:pt x="1716" y="978"/>
                  </a:lnTo>
                  <a:lnTo>
                    <a:pt x="1720" y="976"/>
                  </a:lnTo>
                  <a:lnTo>
                    <a:pt x="1646" y="940"/>
                  </a:lnTo>
                  <a:lnTo>
                    <a:pt x="1610" y="920"/>
                  </a:lnTo>
                  <a:lnTo>
                    <a:pt x="1592" y="910"/>
                  </a:lnTo>
                  <a:lnTo>
                    <a:pt x="1574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642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83"/>
          <p:cNvGrpSpPr>
            <a:grpSpLocks/>
          </p:cNvGrpSpPr>
          <p:nvPr/>
        </p:nvGrpSpPr>
        <p:grpSpPr bwMode="auto">
          <a:xfrm>
            <a:off x="4970428" y="2079718"/>
            <a:ext cx="1536299" cy="1781743"/>
            <a:chOff x="5572125" y="792163"/>
            <a:chExt cx="1341438" cy="1555750"/>
          </a:xfrm>
          <a:solidFill>
            <a:srgbClr val="00B0F0"/>
          </a:solidFill>
        </p:grpSpPr>
        <p:sp>
          <p:nvSpPr>
            <p:cNvPr id="72" name="Freeform 46"/>
            <p:cNvSpPr>
              <a:spLocks/>
            </p:cNvSpPr>
            <p:nvPr/>
          </p:nvSpPr>
          <p:spPr bwMode="auto">
            <a:xfrm>
              <a:off x="5572125" y="792163"/>
              <a:ext cx="1341438" cy="1555750"/>
            </a:xfrm>
            <a:custGeom>
              <a:avLst/>
              <a:gdLst>
                <a:gd name="T0" fmla="*/ 434975 w 845"/>
                <a:gd name="T1" fmla="*/ 817563 h 980"/>
                <a:gd name="T2" fmla="*/ 417513 w 845"/>
                <a:gd name="T3" fmla="*/ 1133475 h 980"/>
                <a:gd name="T4" fmla="*/ 369888 w 845"/>
                <a:gd name="T5" fmla="*/ 1376363 h 980"/>
                <a:gd name="T6" fmla="*/ 381000 w 845"/>
                <a:gd name="T7" fmla="*/ 1427163 h 980"/>
                <a:gd name="T8" fmla="*/ 452438 w 845"/>
                <a:gd name="T9" fmla="*/ 1476375 h 980"/>
                <a:gd name="T10" fmla="*/ 322263 w 845"/>
                <a:gd name="T11" fmla="*/ 1470025 h 980"/>
                <a:gd name="T12" fmla="*/ 269875 w 845"/>
                <a:gd name="T13" fmla="*/ 1463675 h 980"/>
                <a:gd name="T14" fmla="*/ 284163 w 845"/>
                <a:gd name="T15" fmla="*/ 1397000 h 980"/>
                <a:gd name="T16" fmla="*/ 301625 w 845"/>
                <a:gd name="T17" fmla="*/ 1065213 h 980"/>
                <a:gd name="T18" fmla="*/ 242888 w 845"/>
                <a:gd name="T19" fmla="*/ 1066800 h 980"/>
                <a:gd name="T20" fmla="*/ 119063 w 845"/>
                <a:gd name="T21" fmla="*/ 1431925 h 980"/>
                <a:gd name="T22" fmla="*/ 79375 w 845"/>
                <a:gd name="T23" fmla="*/ 1458913 h 980"/>
                <a:gd name="T24" fmla="*/ 14288 w 845"/>
                <a:gd name="T25" fmla="*/ 1479550 h 980"/>
                <a:gd name="T26" fmla="*/ 38100 w 845"/>
                <a:gd name="T27" fmla="*/ 1404938 h 980"/>
                <a:gd name="T28" fmla="*/ 82550 w 845"/>
                <a:gd name="T29" fmla="*/ 1158875 h 980"/>
                <a:gd name="T30" fmla="*/ 120650 w 845"/>
                <a:gd name="T31" fmla="*/ 920750 h 980"/>
                <a:gd name="T32" fmla="*/ 147638 w 845"/>
                <a:gd name="T33" fmla="*/ 668338 h 980"/>
                <a:gd name="T34" fmla="*/ 96838 w 845"/>
                <a:gd name="T35" fmla="*/ 506413 h 980"/>
                <a:gd name="T36" fmla="*/ 123825 w 845"/>
                <a:gd name="T37" fmla="*/ 388938 h 980"/>
                <a:gd name="T38" fmla="*/ 222250 w 845"/>
                <a:gd name="T39" fmla="*/ 338138 h 980"/>
                <a:gd name="T40" fmla="*/ 204788 w 845"/>
                <a:gd name="T41" fmla="*/ 280988 h 980"/>
                <a:gd name="T42" fmla="*/ 266700 w 845"/>
                <a:gd name="T43" fmla="*/ 184150 h 980"/>
                <a:gd name="T44" fmla="*/ 327025 w 845"/>
                <a:gd name="T45" fmla="*/ 192088 h 980"/>
                <a:gd name="T46" fmla="*/ 336550 w 845"/>
                <a:gd name="T47" fmla="*/ 234950 h 980"/>
                <a:gd name="T48" fmla="*/ 344488 w 845"/>
                <a:gd name="T49" fmla="*/ 333375 h 980"/>
                <a:gd name="T50" fmla="*/ 334963 w 845"/>
                <a:gd name="T51" fmla="*/ 374650 h 980"/>
                <a:gd name="T52" fmla="*/ 446088 w 845"/>
                <a:gd name="T53" fmla="*/ 428625 h 980"/>
                <a:gd name="T54" fmla="*/ 547688 w 845"/>
                <a:gd name="T55" fmla="*/ 495300 h 980"/>
                <a:gd name="T56" fmla="*/ 644525 w 845"/>
                <a:gd name="T57" fmla="*/ 412750 h 980"/>
                <a:gd name="T58" fmla="*/ 676275 w 845"/>
                <a:gd name="T59" fmla="*/ 327025 h 980"/>
                <a:gd name="T60" fmla="*/ 738188 w 845"/>
                <a:gd name="T61" fmla="*/ 227013 h 980"/>
                <a:gd name="T62" fmla="*/ 677863 w 845"/>
                <a:gd name="T63" fmla="*/ 195262 h 980"/>
                <a:gd name="T64" fmla="*/ 665163 w 845"/>
                <a:gd name="T65" fmla="*/ 168275 h 980"/>
                <a:gd name="T66" fmla="*/ 647700 w 845"/>
                <a:gd name="T67" fmla="*/ 127000 h 980"/>
                <a:gd name="T68" fmla="*/ 654050 w 845"/>
                <a:gd name="T69" fmla="*/ 55563 h 980"/>
                <a:gd name="T70" fmla="*/ 720725 w 845"/>
                <a:gd name="T71" fmla="*/ 1588 h 980"/>
                <a:gd name="T72" fmla="*/ 800100 w 845"/>
                <a:gd name="T73" fmla="*/ 44450 h 980"/>
                <a:gd name="T74" fmla="*/ 819150 w 845"/>
                <a:gd name="T75" fmla="*/ 160338 h 980"/>
                <a:gd name="T76" fmla="*/ 965200 w 845"/>
                <a:gd name="T77" fmla="*/ 190500 h 980"/>
                <a:gd name="T78" fmla="*/ 1087438 w 845"/>
                <a:gd name="T79" fmla="*/ 423863 h 980"/>
                <a:gd name="T80" fmla="*/ 1028700 w 845"/>
                <a:gd name="T81" fmla="*/ 488950 h 980"/>
                <a:gd name="T82" fmla="*/ 1095375 w 845"/>
                <a:gd name="T83" fmla="*/ 719138 h 980"/>
                <a:gd name="T84" fmla="*/ 1123950 w 845"/>
                <a:gd name="T85" fmla="*/ 920750 h 980"/>
                <a:gd name="T86" fmla="*/ 1289050 w 845"/>
                <a:gd name="T87" fmla="*/ 1331913 h 980"/>
                <a:gd name="T88" fmla="*/ 1339850 w 845"/>
                <a:gd name="T89" fmla="*/ 1443038 h 980"/>
                <a:gd name="T90" fmla="*/ 1290638 w 845"/>
                <a:gd name="T91" fmla="*/ 1541463 h 980"/>
                <a:gd name="T92" fmla="*/ 1243013 w 845"/>
                <a:gd name="T93" fmla="*/ 1500188 h 980"/>
                <a:gd name="T94" fmla="*/ 1209675 w 845"/>
                <a:gd name="T95" fmla="*/ 1419225 h 980"/>
                <a:gd name="T96" fmla="*/ 957263 w 845"/>
                <a:gd name="T97" fmla="*/ 885825 h 980"/>
                <a:gd name="T98" fmla="*/ 942975 w 845"/>
                <a:gd name="T99" fmla="*/ 1377950 h 980"/>
                <a:gd name="T100" fmla="*/ 928688 w 845"/>
                <a:gd name="T101" fmla="*/ 1511300 h 980"/>
                <a:gd name="T102" fmla="*/ 738188 w 845"/>
                <a:gd name="T103" fmla="*/ 1522413 h 980"/>
                <a:gd name="T104" fmla="*/ 755650 w 845"/>
                <a:gd name="T105" fmla="*/ 1487488 h 980"/>
                <a:gd name="T106" fmla="*/ 820738 w 845"/>
                <a:gd name="T107" fmla="*/ 1397000 h 980"/>
                <a:gd name="T108" fmla="*/ 828675 w 845"/>
                <a:gd name="T109" fmla="*/ 1179513 h 980"/>
                <a:gd name="T110" fmla="*/ 814388 w 845"/>
                <a:gd name="T111" fmla="*/ 1044575 h 980"/>
                <a:gd name="T112" fmla="*/ 768350 w 845"/>
                <a:gd name="T113" fmla="*/ 815975 h 980"/>
                <a:gd name="T114" fmla="*/ 752475 w 845"/>
                <a:gd name="T115" fmla="*/ 557213 h 980"/>
                <a:gd name="T116" fmla="*/ 725488 w 845"/>
                <a:gd name="T117" fmla="*/ 538163 h 980"/>
                <a:gd name="T118" fmla="*/ 668338 w 845"/>
                <a:gd name="T119" fmla="*/ 585788 h 980"/>
                <a:gd name="T120" fmla="*/ 514350 w 845"/>
                <a:gd name="T121" fmla="*/ 676275 h 980"/>
                <a:gd name="T122" fmla="*/ 458788 w 845"/>
                <a:gd name="T123" fmla="*/ 676275 h 980"/>
                <a:gd name="T124" fmla="*/ 428625 w 845"/>
                <a:gd name="T125" fmla="*/ 692150 h 98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45"/>
                <a:gd name="T190" fmla="*/ 0 h 980"/>
                <a:gd name="T191" fmla="*/ 845 w 845"/>
                <a:gd name="T192" fmla="*/ 980 h 98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45" h="980">
                  <a:moveTo>
                    <a:pt x="270" y="443"/>
                  </a:moveTo>
                  <a:lnTo>
                    <a:pt x="270" y="443"/>
                  </a:lnTo>
                  <a:lnTo>
                    <a:pt x="271" y="446"/>
                  </a:lnTo>
                  <a:lnTo>
                    <a:pt x="274" y="451"/>
                  </a:lnTo>
                  <a:lnTo>
                    <a:pt x="274" y="453"/>
                  </a:lnTo>
                  <a:lnTo>
                    <a:pt x="275" y="456"/>
                  </a:lnTo>
                  <a:lnTo>
                    <a:pt x="275" y="458"/>
                  </a:lnTo>
                  <a:lnTo>
                    <a:pt x="274" y="459"/>
                  </a:lnTo>
                  <a:lnTo>
                    <a:pt x="271" y="461"/>
                  </a:lnTo>
                  <a:lnTo>
                    <a:pt x="272" y="476"/>
                  </a:lnTo>
                  <a:lnTo>
                    <a:pt x="273" y="489"/>
                  </a:lnTo>
                  <a:lnTo>
                    <a:pt x="273" y="503"/>
                  </a:lnTo>
                  <a:lnTo>
                    <a:pt x="274" y="515"/>
                  </a:lnTo>
                  <a:lnTo>
                    <a:pt x="274" y="526"/>
                  </a:lnTo>
                  <a:lnTo>
                    <a:pt x="276" y="543"/>
                  </a:lnTo>
                  <a:lnTo>
                    <a:pt x="276" y="550"/>
                  </a:lnTo>
                  <a:lnTo>
                    <a:pt x="275" y="553"/>
                  </a:lnTo>
                  <a:lnTo>
                    <a:pt x="275" y="555"/>
                  </a:lnTo>
                  <a:lnTo>
                    <a:pt x="274" y="555"/>
                  </a:lnTo>
                  <a:lnTo>
                    <a:pt x="272" y="555"/>
                  </a:lnTo>
                  <a:lnTo>
                    <a:pt x="268" y="555"/>
                  </a:lnTo>
                  <a:lnTo>
                    <a:pt x="265" y="641"/>
                  </a:lnTo>
                  <a:lnTo>
                    <a:pt x="264" y="668"/>
                  </a:lnTo>
                  <a:lnTo>
                    <a:pt x="264" y="692"/>
                  </a:lnTo>
                  <a:lnTo>
                    <a:pt x="263" y="714"/>
                  </a:lnTo>
                  <a:lnTo>
                    <a:pt x="261" y="727"/>
                  </a:lnTo>
                  <a:lnTo>
                    <a:pt x="260" y="741"/>
                  </a:lnTo>
                  <a:lnTo>
                    <a:pt x="257" y="768"/>
                  </a:lnTo>
                  <a:lnTo>
                    <a:pt x="254" y="788"/>
                  </a:lnTo>
                  <a:lnTo>
                    <a:pt x="252" y="798"/>
                  </a:lnTo>
                  <a:lnTo>
                    <a:pt x="250" y="807"/>
                  </a:lnTo>
                  <a:lnTo>
                    <a:pt x="247" y="815"/>
                  </a:lnTo>
                  <a:lnTo>
                    <a:pt x="244" y="825"/>
                  </a:lnTo>
                  <a:lnTo>
                    <a:pt x="238" y="842"/>
                  </a:lnTo>
                  <a:lnTo>
                    <a:pt x="234" y="852"/>
                  </a:lnTo>
                  <a:lnTo>
                    <a:pt x="233" y="859"/>
                  </a:lnTo>
                  <a:lnTo>
                    <a:pt x="233" y="864"/>
                  </a:lnTo>
                  <a:lnTo>
                    <a:pt x="233" y="867"/>
                  </a:lnTo>
                  <a:lnTo>
                    <a:pt x="233" y="869"/>
                  </a:lnTo>
                  <a:lnTo>
                    <a:pt x="231" y="872"/>
                  </a:lnTo>
                  <a:lnTo>
                    <a:pt x="229" y="874"/>
                  </a:lnTo>
                  <a:lnTo>
                    <a:pt x="229" y="876"/>
                  </a:lnTo>
                  <a:lnTo>
                    <a:pt x="229" y="878"/>
                  </a:lnTo>
                  <a:lnTo>
                    <a:pt x="230" y="880"/>
                  </a:lnTo>
                  <a:lnTo>
                    <a:pt x="231" y="883"/>
                  </a:lnTo>
                  <a:lnTo>
                    <a:pt x="234" y="887"/>
                  </a:lnTo>
                  <a:lnTo>
                    <a:pt x="238" y="890"/>
                  </a:lnTo>
                  <a:lnTo>
                    <a:pt x="239" y="892"/>
                  </a:lnTo>
                  <a:lnTo>
                    <a:pt x="239" y="893"/>
                  </a:lnTo>
                  <a:lnTo>
                    <a:pt x="239" y="897"/>
                  </a:lnTo>
                  <a:lnTo>
                    <a:pt x="240" y="899"/>
                  </a:lnTo>
                  <a:lnTo>
                    <a:pt x="245" y="905"/>
                  </a:lnTo>
                  <a:lnTo>
                    <a:pt x="248" y="908"/>
                  </a:lnTo>
                  <a:lnTo>
                    <a:pt x="252" y="911"/>
                  </a:lnTo>
                  <a:lnTo>
                    <a:pt x="255" y="914"/>
                  </a:lnTo>
                  <a:lnTo>
                    <a:pt x="259" y="915"/>
                  </a:lnTo>
                  <a:lnTo>
                    <a:pt x="268" y="917"/>
                  </a:lnTo>
                  <a:lnTo>
                    <a:pt x="277" y="919"/>
                  </a:lnTo>
                  <a:lnTo>
                    <a:pt x="281" y="921"/>
                  </a:lnTo>
                  <a:lnTo>
                    <a:pt x="284" y="923"/>
                  </a:lnTo>
                  <a:lnTo>
                    <a:pt x="286" y="924"/>
                  </a:lnTo>
                  <a:lnTo>
                    <a:pt x="287" y="925"/>
                  </a:lnTo>
                  <a:lnTo>
                    <a:pt x="287" y="927"/>
                  </a:lnTo>
                  <a:lnTo>
                    <a:pt x="286" y="928"/>
                  </a:lnTo>
                  <a:lnTo>
                    <a:pt x="285" y="930"/>
                  </a:lnTo>
                  <a:lnTo>
                    <a:pt x="282" y="932"/>
                  </a:lnTo>
                  <a:lnTo>
                    <a:pt x="279" y="934"/>
                  </a:lnTo>
                  <a:lnTo>
                    <a:pt x="274" y="935"/>
                  </a:lnTo>
                  <a:lnTo>
                    <a:pt x="268" y="935"/>
                  </a:lnTo>
                  <a:lnTo>
                    <a:pt x="260" y="936"/>
                  </a:lnTo>
                  <a:lnTo>
                    <a:pt x="251" y="937"/>
                  </a:lnTo>
                  <a:lnTo>
                    <a:pt x="242" y="936"/>
                  </a:lnTo>
                  <a:lnTo>
                    <a:pt x="234" y="935"/>
                  </a:lnTo>
                  <a:lnTo>
                    <a:pt x="227" y="934"/>
                  </a:lnTo>
                  <a:lnTo>
                    <a:pt x="221" y="933"/>
                  </a:lnTo>
                  <a:lnTo>
                    <a:pt x="214" y="931"/>
                  </a:lnTo>
                  <a:lnTo>
                    <a:pt x="211" y="930"/>
                  </a:lnTo>
                  <a:lnTo>
                    <a:pt x="206" y="928"/>
                  </a:lnTo>
                  <a:lnTo>
                    <a:pt x="203" y="926"/>
                  </a:lnTo>
                  <a:lnTo>
                    <a:pt x="201" y="926"/>
                  </a:lnTo>
                  <a:lnTo>
                    <a:pt x="201" y="927"/>
                  </a:lnTo>
                  <a:lnTo>
                    <a:pt x="201" y="928"/>
                  </a:lnTo>
                  <a:lnTo>
                    <a:pt x="201" y="929"/>
                  </a:lnTo>
                  <a:lnTo>
                    <a:pt x="200" y="929"/>
                  </a:lnTo>
                  <a:lnTo>
                    <a:pt x="197" y="929"/>
                  </a:lnTo>
                  <a:lnTo>
                    <a:pt x="190" y="929"/>
                  </a:lnTo>
                  <a:lnTo>
                    <a:pt x="181" y="929"/>
                  </a:lnTo>
                  <a:lnTo>
                    <a:pt x="178" y="929"/>
                  </a:lnTo>
                  <a:lnTo>
                    <a:pt x="175" y="928"/>
                  </a:lnTo>
                  <a:lnTo>
                    <a:pt x="173" y="927"/>
                  </a:lnTo>
                  <a:lnTo>
                    <a:pt x="171" y="926"/>
                  </a:lnTo>
                  <a:lnTo>
                    <a:pt x="170" y="924"/>
                  </a:lnTo>
                  <a:lnTo>
                    <a:pt x="170" y="922"/>
                  </a:lnTo>
                  <a:lnTo>
                    <a:pt x="170" y="919"/>
                  </a:lnTo>
                  <a:lnTo>
                    <a:pt x="170" y="917"/>
                  </a:lnTo>
                  <a:lnTo>
                    <a:pt x="172" y="914"/>
                  </a:lnTo>
                  <a:lnTo>
                    <a:pt x="174" y="912"/>
                  </a:lnTo>
                  <a:lnTo>
                    <a:pt x="174" y="910"/>
                  </a:lnTo>
                  <a:lnTo>
                    <a:pt x="174" y="905"/>
                  </a:lnTo>
                  <a:lnTo>
                    <a:pt x="174" y="902"/>
                  </a:lnTo>
                  <a:lnTo>
                    <a:pt x="174" y="898"/>
                  </a:lnTo>
                  <a:lnTo>
                    <a:pt x="175" y="894"/>
                  </a:lnTo>
                  <a:lnTo>
                    <a:pt x="177" y="890"/>
                  </a:lnTo>
                  <a:lnTo>
                    <a:pt x="179" y="885"/>
                  </a:lnTo>
                  <a:lnTo>
                    <a:pt x="179" y="880"/>
                  </a:lnTo>
                  <a:lnTo>
                    <a:pt x="180" y="874"/>
                  </a:lnTo>
                  <a:lnTo>
                    <a:pt x="180" y="867"/>
                  </a:lnTo>
                  <a:lnTo>
                    <a:pt x="180" y="849"/>
                  </a:lnTo>
                  <a:lnTo>
                    <a:pt x="181" y="823"/>
                  </a:lnTo>
                  <a:lnTo>
                    <a:pt x="181" y="808"/>
                  </a:lnTo>
                  <a:lnTo>
                    <a:pt x="182" y="794"/>
                  </a:lnTo>
                  <a:lnTo>
                    <a:pt x="185" y="767"/>
                  </a:lnTo>
                  <a:lnTo>
                    <a:pt x="187" y="743"/>
                  </a:lnTo>
                  <a:lnTo>
                    <a:pt x="188" y="732"/>
                  </a:lnTo>
                  <a:lnTo>
                    <a:pt x="188" y="722"/>
                  </a:lnTo>
                  <a:lnTo>
                    <a:pt x="189" y="704"/>
                  </a:lnTo>
                  <a:lnTo>
                    <a:pt x="190" y="688"/>
                  </a:lnTo>
                  <a:lnTo>
                    <a:pt x="190" y="679"/>
                  </a:lnTo>
                  <a:lnTo>
                    <a:pt x="190" y="671"/>
                  </a:lnTo>
                  <a:lnTo>
                    <a:pt x="189" y="661"/>
                  </a:lnTo>
                  <a:lnTo>
                    <a:pt x="188" y="650"/>
                  </a:lnTo>
                  <a:lnTo>
                    <a:pt x="185" y="628"/>
                  </a:lnTo>
                  <a:lnTo>
                    <a:pt x="181" y="609"/>
                  </a:lnTo>
                  <a:lnTo>
                    <a:pt x="177" y="592"/>
                  </a:lnTo>
                  <a:lnTo>
                    <a:pt x="170" y="607"/>
                  </a:lnTo>
                  <a:lnTo>
                    <a:pt x="165" y="621"/>
                  </a:lnTo>
                  <a:lnTo>
                    <a:pt x="159" y="632"/>
                  </a:lnTo>
                  <a:lnTo>
                    <a:pt x="158" y="636"/>
                  </a:lnTo>
                  <a:lnTo>
                    <a:pt x="156" y="641"/>
                  </a:lnTo>
                  <a:lnTo>
                    <a:pt x="155" y="653"/>
                  </a:lnTo>
                  <a:lnTo>
                    <a:pt x="155" y="661"/>
                  </a:lnTo>
                  <a:lnTo>
                    <a:pt x="153" y="672"/>
                  </a:lnTo>
                  <a:lnTo>
                    <a:pt x="150" y="687"/>
                  </a:lnTo>
                  <a:lnTo>
                    <a:pt x="146" y="705"/>
                  </a:lnTo>
                  <a:lnTo>
                    <a:pt x="141" y="725"/>
                  </a:lnTo>
                  <a:lnTo>
                    <a:pt x="136" y="745"/>
                  </a:lnTo>
                  <a:lnTo>
                    <a:pt x="130" y="764"/>
                  </a:lnTo>
                  <a:lnTo>
                    <a:pt x="125" y="783"/>
                  </a:lnTo>
                  <a:lnTo>
                    <a:pt x="114" y="817"/>
                  </a:lnTo>
                  <a:lnTo>
                    <a:pt x="103" y="847"/>
                  </a:lnTo>
                  <a:lnTo>
                    <a:pt x="94" y="871"/>
                  </a:lnTo>
                  <a:lnTo>
                    <a:pt x="86" y="888"/>
                  </a:lnTo>
                  <a:lnTo>
                    <a:pt x="83" y="894"/>
                  </a:lnTo>
                  <a:lnTo>
                    <a:pt x="80" y="898"/>
                  </a:lnTo>
                  <a:lnTo>
                    <a:pt x="78" y="900"/>
                  </a:lnTo>
                  <a:lnTo>
                    <a:pt x="75" y="902"/>
                  </a:lnTo>
                  <a:lnTo>
                    <a:pt x="70" y="904"/>
                  </a:lnTo>
                  <a:lnTo>
                    <a:pt x="71" y="905"/>
                  </a:lnTo>
                  <a:lnTo>
                    <a:pt x="71" y="908"/>
                  </a:lnTo>
                  <a:lnTo>
                    <a:pt x="71" y="909"/>
                  </a:lnTo>
                  <a:lnTo>
                    <a:pt x="71" y="912"/>
                  </a:lnTo>
                  <a:lnTo>
                    <a:pt x="70" y="913"/>
                  </a:lnTo>
                  <a:lnTo>
                    <a:pt x="68" y="915"/>
                  </a:lnTo>
                  <a:lnTo>
                    <a:pt x="64" y="918"/>
                  </a:lnTo>
                  <a:lnTo>
                    <a:pt x="60" y="919"/>
                  </a:lnTo>
                  <a:lnTo>
                    <a:pt x="56" y="919"/>
                  </a:lnTo>
                  <a:lnTo>
                    <a:pt x="52" y="919"/>
                  </a:lnTo>
                  <a:lnTo>
                    <a:pt x="50" y="919"/>
                  </a:lnTo>
                  <a:lnTo>
                    <a:pt x="49" y="919"/>
                  </a:lnTo>
                  <a:lnTo>
                    <a:pt x="49" y="920"/>
                  </a:lnTo>
                  <a:lnTo>
                    <a:pt x="48" y="921"/>
                  </a:lnTo>
                  <a:lnTo>
                    <a:pt x="48" y="924"/>
                  </a:lnTo>
                  <a:lnTo>
                    <a:pt x="48" y="927"/>
                  </a:lnTo>
                  <a:lnTo>
                    <a:pt x="48" y="928"/>
                  </a:lnTo>
                  <a:lnTo>
                    <a:pt x="47" y="928"/>
                  </a:lnTo>
                  <a:lnTo>
                    <a:pt x="44" y="930"/>
                  </a:lnTo>
                  <a:lnTo>
                    <a:pt x="39" y="932"/>
                  </a:lnTo>
                  <a:lnTo>
                    <a:pt x="34" y="933"/>
                  </a:lnTo>
                  <a:lnTo>
                    <a:pt x="28" y="933"/>
                  </a:lnTo>
                  <a:lnTo>
                    <a:pt x="21" y="934"/>
                  </a:lnTo>
                  <a:lnTo>
                    <a:pt x="15" y="933"/>
                  </a:lnTo>
                  <a:lnTo>
                    <a:pt x="9" y="932"/>
                  </a:lnTo>
                  <a:lnTo>
                    <a:pt x="6" y="931"/>
                  </a:lnTo>
                  <a:lnTo>
                    <a:pt x="4" y="930"/>
                  </a:lnTo>
                  <a:lnTo>
                    <a:pt x="3" y="929"/>
                  </a:lnTo>
                  <a:lnTo>
                    <a:pt x="1" y="927"/>
                  </a:lnTo>
                  <a:lnTo>
                    <a:pt x="0" y="925"/>
                  </a:lnTo>
                  <a:lnTo>
                    <a:pt x="0" y="924"/>
                  </a:lnTo>
                  <a:lnTo>
                    <a:pt x="0" y="920"/>
                  </a:lnTo>
                  <a:lnTo>
                    <a:pt x="0" y="917"/>
                  </a:lnTo>
                  <a:lnTo>
                    <a:pt x="3" y="912"/>
                  </a:lnTo>
                  <a:lnTo>
                    <a:pt x="5" y="909"/>
                  </a:lnTo>
                  <a:lnTo>
                    <a:pt x="9" y="905"/>
                  </a:lnTo>
                  <a:lnTo>
                    <a:pt x="15" y="898"/>
                  </a:lnTo>
                  <a:lnTo>
                    <a:pt x="20" y="892"/>
                  </a:lnTo>
                  <a:lnTo>
                    <a:pt x="24" y="887"/>
                  </a:lnTo>
                  <a:lnTo>
                    <a:pt x="24" y="885"/>
                  </a:lnTo>
                  <a:lnTo>
                    <a:pt x="24" y="884"/>
                  </a:lnTo>
                  <a:lnTo>
                    <a:pt x="24" y="883"/>
                  </a:lnTo>
                  <a:lnTo>
                    <a:pt x="23" y="883"/>
                  </a:lnTo>
                  <a:lnTo>
                    <a:pt x="23" y="882"/>
                  </a:lnTo>
                  <a:lnTo>
                    <a:pt x="23" y="880"/>
                  </a:lnTo>
                  <a:lnTo>
                    <a:pt x="25" y="871"/>
                  </a:lnTo>
                  <a:lnTo>
                    <a:pt x="30" y="849"/>
                  </a:lnTo>
                  <a:lnTo>
                    <a:pt x="38" y="818"/>
                  </a:lnTo>
                  <a:lnTo>
                    <a:pt x="44" y="787"/>
                  </a:lnTo>
                  <a:lnTo>
                    <a:pt x="49" y="758"/>
                  </a:lnTo>
                  <a:lnTo>
                    <a:pt x="50" y="745"/>
                  </a:lnTo>
                  <a:lnTo>
                    <a:pt x="51" y="734"/>
                  </a:lnTo>
                  <a:lnTo>
                    <a:pt x="52" y="730"/>
                  </a:lnTo>
                  <a:lnTo>
                    <a:pt x="53" y="725"/>
                  </a:lnTo>
                  <a:lnTo>
                    <a:pt x="55" y="716"/>
                  </a:lnTo>
                  <a:lnTo>
                    <a:pt x="59" y="708"/>
                  </a:lnTo>
                  <a:lnTo>
                    <a:pt x="62" y="700"/>
                  </a:lnTo>
                  <a:lnTo>
                    <a:pt x="65" y="692"/>
                  </a:lnTo>
                  <a:lnTo>
                    <a:pt x="69" y="684"/>
                  </a:lnTo>
                  <a:lnTo>
                    <a:pt x="71" y="677"/>
                  </a:lnTo>
                  <a:lnTo>
                    <a:pt x="71" y="673"/>
                  </a:lnTo>
                  <a:lnTo>
                    <a:pt x="72" y="670"/>
                  </a:lnTo>
                  <a:lnTo>
                    <a:pt x="72" y="654"/>
                  </a:lnTo>
                  <a:lnTo>
                    <a:pt x="71" y="635"/>
                  </a:lnTo>
                  <a:lnTo>
                    <a:pt x="72" y="623"/>
                  </a:lnTo>
                  <a:lnTo>
                    <a:pt x="73" y="611"/>
                  </a:lnTo>
                  <a:lnTo>
                    <a:pt x="74" y="596"/>
                  </a:lnTo>
                  <a:lnTo>
                    <a:pt x="76" y="580"/>
                  </a:lnTo>
                  <a:lnTo>
                    <a:pt x="80" y="547"/>
                  </a:lnTo>
                  <a:lnTo>
                    <a:pt x="83" y="518"/>
                  </a:lnTo>
                  <a:lnTo>
                    <a:pt x="85" y="494"/>
                  </a:lnTo>
                  <a:lnTo>
                    <a:pt x="87" y="483"/>
                  </a:lnTo>
                  <a:lnTo>
                    <a:pt x="89" y="472"/>
                  </a:lnTo>
                  <a:lnTo>
                    <a:pt x="91" y="463"/>
                  </a:lnTo>
                  <a:lnTo>
                    <a:pt x="93" y="457"/>
                  </a:lnTo>
                  <a:lnTo>
                    <a:pt x="96" y="447"/>
                  </a:lnTo>
                  <a:lnTo>
                    <a:pt x="98" y="444"/>
                  </a:lnTo>
                  <a:lnTo>
                    <a:pt x="98" y="441"/>
                  </a:lnTo>
                  <a:lnTo>
                    <a:pt x="98" y="438"/>
                  </a:lnTo>
                  <a:lnTo>
                    <a:pt x="97" y="436"/>
                  </a:lnTo>
                  <a:lnTo>
                    <a:pt x="93" y="421"/>
                  </a:lnTo>
                  <a:lnTo>
                    <a:pt x="89" y="420"/>
                  </a:lnTo>
                  <a:lnTo>
                    <a:pt x="86" y="418"/>
                  </a:lnTo>
                  <a:lnTo>
                    <a:pt x="81" y="416"/>
                  </a:lnTo>
                  <a:lnTo>
                    <a:pt x="80" y="413"/>
                  </a:lnTo>
                  <a:lnTo>
                    <a:pt x="78" y="411"/>
                  </a:lnTo>
                  <a:lnTo>
                    <a:pt x="75" y="408"/>
                  </a:lnTo>
                  <a:lnTo>
                    <a:pt x="73" y="405"/>
                  </a:lnTo>
                  <a:lnTo>
                    <a:pt x="71" y="401"/>
                  </a:lnTo>
                  <a:lnTo>
                    <a:pt x="70" y="396"/>
                  </a:lnTo>
                  <a:lnTo>
                    <a:pt x="69" y="391"/>
                  </a:lnTo>
                  <a:lnTo>
                    <a:pt x="68" y="385"/>
                  </a:lnTo>
                  <a:lnTo>
                    <a:pt x="64" y="360"/>
                  </a:lnTo>
                  <a:lnTo>
                    <a:pt x="63" y="336"/>
                  </a:lnTo>
                  <a:lnTo>
                    <a:pt x="61" y="319"/>
                  </a:lnTo>
                  <a:lnTo>
                    <a:pt x="61" y="312"/>
                  </a:lnTo>
                  <a:lnTo>
                    <a:pt x="62" y="309"/>
                  </a:lnTo>
                  <a:lnTo>
                    <a:pt x="64" y="305"/>
                  </a:lnTo>
                  <a:lnTo>
                    <a:pt x="64" y="301"/>
                  </a:lnTo>
                  <a:lnTo>
                    <a:pt x="65" y="296"/>
                  </a:lnTo>
                  <a:lnTo>
                    <a:pt x="65" y="287"/>
                  </a:lnTo>
                  <a:lnTo>
                    <a:pt x="65" y="275"/>
                  </a:lnTo>
                  <a:lnTo>
                    <a:pt x="66" y="269"/>
                  </a:lnTo>
                  <a:lnTo>
                    <a:pt x="68" y="262"/>
                  </a:lnTo>
                  <a:lnTo>
                    <a:pt x="69" y="256"/>
                  </a:lnTo>
                  <a:lnTo>
                    <a:pt x="72" y="250"/>
                  </a:lnTo>
                  <a:lnTo>
                    <a:pt x="74" y="248"/>
                  </a:lnTo>
                  <a:lnTo>
                    <a:pt x="75" y="246"/>
                  </a:lnTo>
                  <a:lnTo>
                    <a:pt x="78" y="245"/>
                  </a:lnTo>
                  <a:lnTo>
                    <a:pt x="80" y="244"/>
                  </a:lnTo>
                  <a:lnTo>
                    <a:pt x="89" y="242"/>
                  </a:lnTo>
                  <a:lnTo>
                    <a:pt x="95" y="241"/>
                  </a:lnTo>
                  <a:lnTo>
                    <a:pt x="99" y="240"/>
                  </a:lnTo>
                  <a:lnTo>
                    <a:pt x="101" y="239"/>
                  </a:lnTo>
                  <a:lnTo>
                    <a:pt x="104" y="237"/>
                  </a:lnTo>
                  <a:lnTo>
                    <a:pt x="108" y="235"/>
                  </a:lnTo>
                  <a:lnTo>
                    <a:pt x="112" y="234"/>
                  </a:lnTo>
                  <a:lnTo>
                    <a:pt x="120" y="230"/>
                  </a:lnTo>
                  <a:lnTo>
                    <a:pt x="130" y="227"/>
                  </a:lnTo>
                  <a:lnTo>
                    <a:pt x="136" y="219"/>
                  </a:lnTo>
                  <a:lnTo>
                    <a:pt x="140" y="213"/>
                  </a:lnTo>
                  <a:lnTo>
                    <a:pt x="141" y="212"/>
                  </a:lnTo>
                  <a:lnTo>
                    <a:pt x="142" y="212"/>
                  </a:lnTo>
                  <a:lnTo>
                    <a:pt x="144" y="213"/>
                  </a:lnTo>
                  <a:lnTo>
                    <a:pt x="145" y="208"/>
                  </a:lnTo>
                  <a:lnTo>
                    <a:pt x="144" y="207"/>
                  </a:lnTo>
                  <a:lnTo>
                    <a:pt x="141" y="206"/>
                  </a:lnTo>
                  <a:lnTo>
                    <a:pt x="139" y="202"/>
                  </a:lnTo>
                  <a:lnTo>
                    <a:pt x="138" y="200"/>
                  </a:lnTo>
                  <a:lnTo>
                    <a:pt x="136" y="196"/>
                  </a:lnTo>
                  <a:lnTo>
                    <a:pt x="134" y="190"/>
                  </a:lnTo>
                  <a:lnTo>
                    <a:pt x="131" y="185"/>
                  </a:lnTo>
                  <a:lnTo>
                    <a:pt x="130" y="180"/>
                  </a:lnTo>
                  <a:lnTo>
                    <a:pt x="129" y="177"/>
                  </a:lnTo>
                  <a:lnTo>
                    <a:pt x="129" y="174"/>
                  </a:lnTo>
                  <a:lnTo>
                    <a:pt x="129" y="164"/>
                  </a:lnTo>
                  <a:lnTo>
                    <a:pt x="130" y="156"/>
                  </a:lnTo>
                  <a:lnTo>
                    <a:pt x="131" y="149"/>
                  </a:lnTo>
                  <a:lnTo>
                    <a:pt x="133" y="140"/>
                  </a:lnTo>
                  <a:lnTo>
                    <a:pt x="134" y="136"/>
                  </a:lnTo>
                  <a:lnTo>
                    <a:pt x="136" y="133"/>
                  </a:lnTo>
                  <a:lnTo>
                    <a:pt x="138" y="130"/>
                  </a:lnTo>
                  <a:lnTo>
                    <a:pt x="140" y="127"/>
                  </a:lnTo>
                  <a:lnTo>
                    <a:pt x="143" y="125"/>
                  </a:lnTo>
                  <a:lnTo>
                    <a:pt x="147" y="123"/>
                  </a:lnTo>
                  <a:lnTo>
                    <a:pt x="154" y="120"/>
                  </a:lnTo>
                  <a:lnTo>
                    <a:pt x="161" y="118"/>
                  </a:lnTo>
                  <a:lnTo>
                    <a:pt x="168" y="116"/>
                  </a:lnTo>
                  <a:lnTo>
                    <a:pt x="174" y="115"/>
                  </a:lnTo>
                  <a:lnTo>
                    <a:pt x="180" y="114"/>
                  </a:lnTo>
                  <a:lnTo>
                    <a:pt x="184" y="114"/>
                  </a:lnTo>
                  <a:lnTo>
                    <a:pt x="188" y="115"/>
                  </a:lnTo>
                  <a:lnTo>
                    <a:pt x="190" y="116"/>
                  </a:lnTo>
                  <a:lnTo>
                    <a:pt x="194" y="119"/>
                  </a:lnTo>
                  <a:lnTo>
                    <a:pt x="196" y="121"/>
                  </a:lnTo>
                  <a:lnTo>
                    <a:pt x="196" y="122"/>
                  </a:lnTo>
                  <a:lnTo>
                    <a:pt x="198" y="122"/>
                  </a:lnTo>
                  <a:lnTo>
                    <a:pt x="199" y="121"/>
                  </a:lnTo>
                  <a:lnTo>
                    <a:pt x="200" y="120"/>
                  </a:lnTo>
                  <a:lnTo>
                    <a:pt x="201" y="120"/>
                  </a:lnTo>
                  <a:lnTo>
                    <a:pt x="204" y="120"/>
                  </a:lnTo>
                  <a:lnTo>
                    <a:pt x="206" y="121"/>
                  </a:lnTo>
                  <a:lnTo>
                    <a:pt x="208" y="122"/>
                  </a:lnTo>
                  <a:lnTo>
                    <a:pt x="209" y="124"/>
                  </a:lnTo>
                  <a:lnTo>
                    <a:pt x="210" y="125"/>
                  </a:lnTo>
                  <a:lnTo>
                    <a:pt x="210" y="127"/>
                  </a:lnTo>
                  <a:lnTo>
                    <a:pt x="210" y="128"/>
                  </a:lnTo>
                  <a:lnTo>
                    <a:pt x="209" y="128"/>
                  </a:lnTo>
                  <a:lnTo>
                    <a:pt x="206" y="130"/>
                  </a:lnTo>
                  <a:lnTo>
                    <a:pt x="204" y="131"/>
                  </a:lnTo>
                  <a:lnTo>
                    <a:pt x="203" y="134"/>
                  </a:lnTo>
                  <a:lnTo>
                    <a:pt x="204" y="135"/>
                  </a:lnTo>
                  <a:lnTo>
                    <a:pt x="206" y="136"/>
                  </a:lnTo>
                  <a:lnTo>
                    <a:pt x="209" y="141"/>
                  </a:lnTo>
                  <a:lnTo>
                    <a:pt x="210" y="144"/>
                  </a:lnTo>
                  <a:lnTo>
                    <a:pt x="212" y="148"/>
                  </a:lnTo>
                  <a:lnTo>
                    <a:pt x="216" y="160"/>
                  </a:lnTo>
                  <a:lnTo>
                    <a:pt x="218" y="163"/>
                  </a:lnTo>
                  <a:lnTo>
                    <a:pt x="217" y="165"/>
                  </a:lnTo>
                  <a:lnTo>
                    <a:pt x="216" y="168"/>
                  </a:lnTo>
                  <a:lnTo>
                    <a:pt x="215" y="170"/>
                  </a:lnTo>
                  <a:lnTo>
                    <a:pt x="215" y="173"/>
                  </a:lnTo>
                  <a:lnTo>
                    <a:pt x="216" y="178"/>
                  </a:lnTo>
                  <a:lnTo>
                    <a:pt x="218" y="184"/>
                  </a:lnTo>
                  <a:lnTo>
                    <a:pt x="218" y="189"/>
                  </a:lnTo>
                  <a:lnTo>
                    <a:pt x="217" y="200"/>
                  </a:lnTo>
                  <a:lnTo>
                    <a:pt x="217" y="205"/>
                  </a:lnTo>
                  <a:lnTo>
                    <a:pt x="217" y="210"/>
                  </a:lnTo>
                  <a:lnTo>
                    <a:pt x="216" y="211"/>
                  </a:lnTo>
                  <a:lnTo>
                    <a:pt x="216" y="213"/>
                  </a:lnTo>
                  <a:lnTo>
                    <a:pt x="215" y="215"/>
                  </a:lnTo>
                  <a:lnTo>
                    <a:pt x="214" y="216"/>
                  </a:lnTo>
                  <a:lnTo>
                    <a:pt x="210" y="219"/>
                  </a:lnTo>
                  <a:lnTo>
                    <a:pt x="208" y="221"/>
                  </a:lnTo>
                  <a:lnTo>
                    <a:pt x="206" y="222"/>
                  </a:lnTo>
                  <a:lnTo>
                    <a:pt x="205" y="222"/>
                  </a:lnTo>
                  <a:lnTo>
                    <a:pt x="205" y="223"/>
                  </a:lnTo>
                  <a:lnTo>
                    <a:pt x="206" y="225"/>
                  </a:lnTo>
                  <a:lnTo>
                    <a:pt x="206" y="226"/>
                  </a:lnTo>
                  <a:lnTo>
                    <a:pt x="209" y="231"/>
                  </a:lnTo>
                  <a:lnTo>
                    <a:pt x="211" y="236"/>
                  </a:lnTo>
                  <a:lnTo>
                    <a:pt x="226" y="240"/>
                  </a:lnTo>
                  <a:lnTo>
                    <a:pt x="239" y="245"/>
                  </a:lnTo>
                  <a:lnTo>
                    <a:pt x="250" y="249"/>
                  </a:lnTo>
                  <a:lnTo>
                    <a:pt x="256" y="251"/>
                  </a:lnTo>
                  <a:lnTo>
                    <a:pt x="261" y="252"/>
                  </a:lnTo>
                  <a:lnTo>
                    <a:pt x="266" y="252"/>
                  </a:lnTo>
                  <a:lnTo>
                    <a:pt x="268" y="252"/>
                  </a:lnTo>
                  <a:lnTo>
                    <a:pt x="270" y="254"/>
                  </a:lnTo>
                  <a:lnTo>
                    <a:pt x="274" y="258"/>
                  </a:lnTo>
                  <a:lnTo>
                    <a:pt x="279" y="264"/>
                  </a:lnTo>
                  <a:lnTo>
                    <a:pt x="280" y="267"/>
                  </a:lnTo>
                  <a:lnTo>
                    <a:pt x="281" y="270"/>
                  </a:lnTo>
                  <a:lnTo>
                    <a:pt x="284" y="276"/>
                  </a:lnTo>
                  <a:lnTo>
                    <a:pt x="287" y="280"/>
                  </a:lnTo>
                  <a:lnTo>
                    <a:pt x="291" y="284"/>
                  </a:lnTo>
                  <a:lnTo>
                    <a:pt x="296" y="286"/>
                  </a:lnTo>
                  <a:lnTo>
                    <a:pt x="304" y="290"/>
                  </a:lnTo>
                  <a:lnTo>
                    <a:pt x="312" y="295"/>
                  </a:lnTo>
                  <a:lnTo>
                    <a:pt x="321" y="300"/>
                  </a:lnTo>
                  <a:lnTo>
                    <a:pt x="325" y="302"/>
                  </a:lnTo>
                  <a:lnTo>
                    <a:pt x="329" y="305"/>
                  </a:lnTo>
                  <a:lnTo>
                    <a:pt x="334" y="310"/>
                  </a:lnTo>
                  <a:lnTo>
                    <a:pt x="337" y="311"/>
                  </a:lnTo>
                  <a:lnTo>
                    <a:pt x="339" y="312"/>
                  </a:lnTo>
                  <a:lnTo>
                    <a:pt x="342" y="312"/>
                  </a:lnTo>
                  <a:lnTo>
                    <a:pt x="345" y="312"/>
                  </a:lnTo>
                  <a:lnTo>
                    <a:pt x="348" y="312"/>
                  </a:lnTo>
                  <a:lnTo>
                    <a:pt x="351" y="310"/>
                  </a:lnTo>
                  <a:lnTo>
                    <a:pt x="360" y="306"/>
                  </a:lnTo>
                  <a:lnTo>
                    <a:pt x="369" y="301"/>
                  </a:lnTo>
                  <a:lnTo>
                    <a:pt x="379" y="295"/>
                  </a:lnTo>
                  <a:lnTo>
                    <a:pt x="387" y="289"/>
                  </a:lnTo>
                  <a:lnTo>
                    <a:pt x="398" y="281"/>
                  </a:lnTo>
                  <a:lnTo>
                    <a:pt x="401" y="279"/>
                  </a:lnTo>
                  <a:lnTo>
                    <a:pt x="402" y="270"/>
                  </a:lnTo>
                  <a:lnTo>
                    <a:pt x="404" y="264"/>
                  </a:lnTo>
                  <a:lnTo>
                    <a:pt x="405" y="261"/>
                  </a:lnTo>
                  <a:lnTo>
                    <a:pt x="406" y="260"/>
                  </a:lnTo>
                  <a:lnTo>
                    <a:pt x="407" y="259"/>
                  </a:lnTo>
                  <a:lnTo>
                    <a:pt x="408" y="257"/>
                  </a:lnTo>
                  <a:lnTo>
                    <a:pt x="409" y="254"/>
                  </a:lnTo>
                  <a:lnTo>
                    <a:pt x="410" y="250"/>
                  </a:lnTo>
                  <a:lnTo>
                    <a:pt x="411" y="249"/>
                  </a:lnTo>
                  <a:lnTo>
                    <a:pt x="412" y="247"/>
                  </a:lnTo>
                  <a:lnTo>
                    <a:pt x="415" y="244"/>
                  </a:lnTo>
                  <a:lnTo>
                    <a:pt x="417" y="242"/>
                  </a:lnTo>
                  <a:lnTo>
                    <a:pt x="419" y="242"/>
                  </a:lnTo>
                  <a:lnTo>
                    <a:pt x="419" y="236"/>
                  </a:lnTo>
                  <a:lnTo>
                    <a:pt x="421" y="224"/>
                  </a:lnTo>
                  <a:lnTo>
                    <a:pt x="422" y="217"/>
                  </a:lnTo>
                  <a:lnTo>
                    <a:pt x="424" y="211"/>
                  </a:lnTo>
                  <a:lnTo>
                    <a:pt x="426" y="206"/>
                  </a:lnTo>
                  <a:lnTo>
                    <a:pt x="427" y="204"/>
                  </a:lnTo>
                  <a:lnTo>
                    <a:pt x="428" y="202"/>
                  </a:lnTo>
                  <a:lnTo>
                    <a:pt x="445" y="184"/>
                  </a:lnTo>
                  <a:lnTo>
                    <a:pt x="456" y="174"/>
                  </a:lnTo>
                  <a:lnTo>
                    <a:pt x="462" y="168"/>
                  </a:lnTo>
                  <a:lnTo>
                    <a:pt x="467" y="164"/>
                  </a:lnTo>
                  <a:lnTo>
                    <a:pt x="465" y="154"/>
                  </a:lnTo>
                  <a:lnTo>
                    <a:pt x="464" y="148"/>
                  </a:lnTo>
                  <a:lnTo>
                    <a:pt x="464" y="145"/>
                  </a:lnTo>
                  <a:lnTo>
                    <a:pt x="464" y="144"/>
                  </a:lnTo>
                  <a:lnTo>
                    <a:pt x="465" y="143"/>
                  </a:lnTo>
                  <a:lnTo>
                    <a:pt x="464" y="141"/>
                  </a:lnTo>
                  <a:lnTo>
                    <a:pt x="461" y="139"/>
                  </a:lnTo>
                  <a:lnTo>
                    <a:pt x="460" y="138"/>
                  </a:lnTo>
                  <a:lnTo>
                    <a:pt x="457" y="136"/>
                  </a:lnTo>
                  <a:lnTo>
                    <a:pt x="454" y="136"/>
                  </a:lnTo>
                  <a:lnTo>
                    <a:pt x="450" y="136"/>
                  </a:lnTo>
                  <a:lnTo>
                    <a:pt x="442" y="136"/>
                  </a:lnTo>
                  <a:lnTo>
                    <a:pt x="435" y="136"/>
                  </a:lnTo>
                  <a:lnTo>
                    <a:pt x="432" y="136"/>
                  </a:lnTo>
                  <a:lnTo>
                    <a:pt x="430" y="135"/>
                  </a:lnTo>
                  <a:lnTo>
                    <a:pt x="429" y="133"/>
                  </a:lnTo>
                  <a:lnTo>
                    <a:pt x="428" y="131"/>
                  </a:lnTo>
                  <a:lnTo>
                    <a:pt x="428" y="126"/>
                  </a:lnTo>
                  <a:lnTo>
                    <a:pt x="427" y="123"/>
                  </a:lnTo>
                  <a:lnTo>
                    <a:pt x="426" y="120"/>
                  </a:lnTo>
                  <a:lnTo>
                    <a:pt x="425" y="119"/>
                  </a:lnTo>
                  <a:lnTo>
                    <a:pt x="425" y="118"/>
                  </a:lnTo>
                  <a:lnTo>
                    <a:pt x="424" y="116"/>
                  </a:lnTo>
                  <a:lnTo>
                    <a:pt x="424" y="114"/>
                  </a:lnTo>
                  <a:lnTo>
                    <a:pt x="423" y="114"/>
                  </a:lnTo>
                  <a:lnTo>
                    <a:pt x="422" y="114"/>
                  </a:lnTo>
                  <a:lnTo>
                    <a:pt x="421" y="115"/>
                  </a:lnTo>
                  <a:lnTo>
                    <a:pt x="421" y="109"/>
                  </a:lnTo>
                  <a:lnTo>
                    <a:pt x="420" y="109"/>
                  </a:lnTo>
                  <a:lnTo>
                    <a:pt x="420" y="108"/>
                  </a:lnTo>
                  <a:lnTo>
                    <a:pt x="419" y="106"/>
                  </a:lnTo>
                  <a:lnTo>
                    <a:pt x="419" y="104"/>
                  </a:lnTo>
                  <a:lnTo>
                    <a:pt x="417" y="103"/>
                  </a:lnTo>
                  <a:lnTo>
                    <a:pt x="416" y="103"/>
                  </a:lnTo>
                  <a:lnTo>
                    <a:pt x="413" y="104"/>
                  </a:lnTo>
                  <a:lnTo>
                    <a:pt x="411" y="104"/>
                  </a:lnTo>
                  <a:lnTo>
                    <a:pt x="410" y="104"/>
                  </a:lnTo>
                  <a:lnTo>
                    <a:pt x="408" y="104"/>
                  </a:lnTo>
                  <a:lnTo>
                    <a:pt x="407" y="104"/>
                  </a:lnTo>
                  <a:lnTo>
                    <a:pt x="405" y="102"/>
                  </a:lnTo>
                  <a:lnTo>
                    <a:pt x="405" y="101"/>
                  </a:lnTo>
                  <a:lnTo>
                    <a:pt x="404" y="99"/>
                  </a:lnTo>
                  <a:lnTo>
                    <a:pt x="404" y="96"/>
                  </a:lnTo>
                  <a:lnTo>
                    <a:pt x="407" y="83"/>
                  </a:lnTo>
                  <a:lnTo>
                    <a:pt x="408" y="80"/>
                  </a:lnTo>
                  <a:lnTo>
                    <a:pt x="408" y="78"/>
                  </a:lnTo>
                  <a:lnTo>
                    <a:pt x="408" y="75"/>
                  </a:lnTo>
                  <a:lnTo>
                    <a:pt x="407" y="74"/>
                  </a:lnTo>
                  <a:lnTo>
                    <a:pt x="406" y="73"/>
                  </a:lnTo>
                  <a:lnTo>
                    <a:pt x="405" y="72"/>
                  </a:lnTo>
                  <a:lnTo>
                    <a:pt x="405" y="69"/>
                  </a:lnTo>
                  <a:lnTo>
                    <a:pt x="405" y="65"/>
                  </a:lnTo>
                  <a:lnTo>
                    <a:pt x="406" y="61"/>
                  </a:lnTo>
                  <a:lnTo>
                    <a:pt x="408" y="53"/>
                  </a:lnTo>
                  <a:lnTo>
                    <a:pt x="410" y="46"/>
                  </a:lnTo>
                  <a:lnTo>
                    <a:pt x="413" y="39"/>
                  </a:lnTo>
                  <a:lnTo>
                    <a:pt x="412" y="38"/>
                  </a:lnTo>
                  <a:lnTo>
                    <a:pt x="412" y="35"/>
                  </a:lnTo>
                  <a:lnTo>
                    <a:pt x="412" y="33"/>
                  </a:lnTo>
                  <a:lnTo>
                    <a:pt x="413" y="31"/>
                  </a:lnTo>
                  <a:lnTo>
                    <a:pt x="414" y="29"/>
                  </a:lnTo>
                  <a:lnTo>
                    <a:pt x="415" y="28"/>
                  </a:lnTo>
                  <a:lnTo>
                    <a:pt x="424" y="20"/>
                  </a:lnTo>
                  <a:lnTo>
                    <a:pt x="427" y="16"/>
                  </a:lnTo>
                  <a:lnTo>
                    <a:pt x="429" y="14"/>
                  </a:lnTo>
                  <a:lnTo>
                    <a:pt x="430" y="11"/>
                  </a:lnTo>
                  <a:lnTo>
                    <a:pt x="432" y="9"/>
                  </a:lnTo>
                  <a:lnTo>
                    <a:pt x="435" y="8"/>
                  </a:lnTo>
                  <a:lnTo>
                    <a:pt x="438" y="7"/>
                  </a:lnTo>
                  <a:lnTo>
                    <a:pt x="448" y="3"/>
                  </a:lnTo>
                  <a:lnTo>
                    <a:pt x="454" y="1"/>
                  </a:lnTo>
                  <a:lnTo>
                    <a:pt x="456" y="1"/>
                  </a:lnTo>
                  <a:lnTo>
                    <a:pt x="458" y="1"/>
                  </a:lnTo>
                  <a:lnTo>
                    <a:pt x="461" y="2"/>
                  </a:lnTo>
                  <a:lnTo>
                    <a:pt x="464" y="2"/>
                  </a:lnTo>
                  <a:lnTo>
                    <a:pt x="466" y="1"/>
                  </a:lnTo>
                  <a:lnTo>
                    <a:pt x="470" y="0"/>
                  </a:lnTo>
                  <a:lnTo>
                    <a:pt x="471" y="0"/>
                  </a:lnTo>
                  <a:lnTo>
                    <a:pt x="473" y="0"/>
                  </a:lnTo>
                  <a:lnTo>
                    <a:pt x="477" y="2"/>
                  </a:lnTo>
                  <a:lnTo>
                    <a:pt x="482" y="5"/>
                  </a:lnTo>
                  <a:lnTo>
                    <a:pt x="488" y="9"/>
                  </a:lnTo>
                  <a:lnTo>
                    <a:pt x="494" y="14"/>
                  </a:lnTo>
                  <a:lnTo>
                    <a:pt x="499" y="20"/>
                  </a:lnTo>
                  <a:lnTo>
                    <a:pt x="504" y="28"/>
                  </a:lnTo>
                  <a:lnTo>
                    <a:pt x="506" y="31"/>
                  </a:lnTo>
                  <a:lnTo>
                    <a:pt x="508" y="35"/>
                  </a:lnTo>
                  <a:lnTo>
                    <a:pt x="514" y="51"/>
                  </a:lnTo>
                  <a:lnTo>
                    <a:pt x="518" y="64"/>
                  </a:lnTo>
                  <a:lnTo>
                    <a:pt x="520" y="69"/>
                  </a:lnTo>
                  <a:lnTo>
                    <a:pt x="520" y="74"/>
                  </a:lnTo>
                  <a:lnTo>
                    <a:pt x="520" y="79"/>
                  </a:lnTo>
                  <a:lnTo>
                    <a:pt x="519" y="83"/>
                  </a:lnTo>
                  <a:lnTo>
                    <a:pt x="517" y="90"/>
                  </a:lnTo>
                  <a:lnTo>
                    <a:pt x="515" y="94"/>
                  </a:lnTo>
                  <a:lnTo>
                    <a:pt x="514" y="96"/>
                  </a:lnTo>
                  <a:lnTo>
                    <a:pt x="514" y="98"/>
                  </a:lnTo>
                  <a:lnTo>
                    <a:pt x="516" y="101"/>
                  </a:lnTo>
                  <a:lnTo>
                    <a:pt x="520" y="105"/>
                  </a:lnTo>
                  <a:lnTo>
                    <a:pt x="522" y="106"/>
                  </a:lnTo>
                  <a:lnTo>
                    <a:pt x="525" y="108"/>
                  </a:lnTo>
                  <a:lnTo>
                    <a:pt x="531" y="111"/>
                  </a:lnTo>
                  <a:lnTo>
                    <a:pt x="538" y="113"/>
                  </a:lnTo>
                  <a:lnTo>
                    <a:pt x="548" y="113"/>
                  </a:lnTo>
                  <a:lnTo>
                    <a:pt x="561" y="113"/>
                  </a:lnTo>
                  <a:lnTo>
                    <a:pt x="577" y="113"/>
                  </a:lnTo>
                  <a:lnTo>
                    <a:pt x="585" y="113"/>
                  </a:lnTo>
                  <a:lnTo>
                    <a:pt x="593" y="114"/>
                  </a:lnTo>
                  <a:lnTo>
                    <a:pt x="597" y="114"/>
                  </a:lnTo>
                  <a:lnTo>
                    <a:pt x="601" y="116"/>
                  </a:lnTo>
                  <a:lnTo>
                    <a:pt x="604" y="118"/>
                  </a:lnTo>
                  <a:lnTo>
                    <a:pt x="608" y="120"/>
                  </a:lnTo>
                  <a:lnTo>
                    <a:pt x="611" y="123"/>
                  </a:lnTo>
                  <a:lnTo>
                    <a:pt x="615" y="127"/>
                  </a:lnTo>
                  <a:lnTo>
                    <a:pt x="618" y="131"/>
                  </a:lnTo>
                  <a:lnTo>
                    <a:pt x="621" y="136"/>
                  </a:lnTo>
                  <a:lnTo>
                    <a:pt x="628" y="149"/>
                  </a:lnTo>
                  <a:lnTo>
                    <a:pt x="637" y="163"/>
                  </a:lnTo>
                  <a:lnTo>
                    <a:pt x="656" y="195"/>
                  </a:lnTo>
                  <a:lnTo>
                    <a:pt x="665" y="211"/>
                  </a:lnTo>
                  <a:lnTo>
                    <a:pt x="673" y="226"/>
                  </a:lnTo>
                  <a:lnTo>
                    <a:pt x="679" y="239"/>
                  </a:lnTo>
                  <a:lnTo>
                    <a:pt x="681" y="245"/>
                  </a:lnTo>
                  <a:lnTo>
                    <a:pt x="683" y="250"/>
                  </a:lnTo>
                  <a:lnTo>
                    <a:pt x="685" y="259"/>
                  </a:lnTo>
                  <a:lnTo>
                    <a:pt x="685" y="267"/>
                  </a:lnTo>
                  <a:lnTo>
                    <a:pt x="686" y="273"/>
                  </a:lnTo>
                  <a:lnTo>
                    <a:pt x="685" y="278"/>
                  </a:lnTo>
                  <a:lnTo>
                    <a:pt x="685" y="282"/>
                  </a:lnTo>
                  <a:lnTo>
                    <a:pt x="683" y="286"/>
                  </a:lnTo>
                  <a:lnTo>
                    <a:pt x="681" y="289"/>
                  </a:lnTo>
                  <a:lnTo>
                    <a:pt x="678" y="291"/>
                  </a:lnTo>
                  <a:lnTo>
                    <a:pt x="674" y="293"/>
                  </a:lnTo>
                  <a:lnTo>
                    <a:pt x="670" y="295"/>
                  </a:lnTo>
                  <a:lnTo>
                    <a:pt x="661" y="299"/>
                  </a:lnTo>
                  <a:lnTo>
                    <a:pt x="653" y="302"/>
                  </a:lnTo>
                  <a:lnTo>
                    <a:pt x="650" y="304"/>
                  </a:lnTo>
                  <a:lnTo>
                    <a:pt x="649" y="305"/>
                  </a:lnTo>
                  <a:lnTo>
                    <a:pt x="648" y="308"/>
                  </a:lnTo>
                  <a:lnTo>
                    <a:pt x="648" y="310"/>
                  </a:lnTo>
                  <a:lnTo>
                    <a:pt x="652" y="317"/>
                  </a:lnTo>
                  <a:lnTo>
                    <a:pt x="657" y="328"/>
                  </a:lnTo>
                  <a:lnTo>
                    <a:pt x="662" y="335"/>
                  </a:lnTo>
                  <a:lnTo>
                    <a:pt x="667" y="343"/>
                  </a:lnTo>
                  <a:lnTo>
                    <a:pt x="672" y="351"/>
                  </a:lnTo>
                  <a:lnTo>
                    <a:pt x="676" y="360"/>
                  </a:lnTo>
                  <a:lnTo>
                    <a:pt x="679" y="367"/>
                  </a:lnTo>
                  <a:lnTo>
                    <a:pt x="681" y="376"/>
                  </a:lnTo>
                  <a:lnTo>
                    <a:pt x="683" y="385"/>
                  </a:lnTo>
                  <a:lnTo>
                    <a:pt x="684" y="396"/>
                  </a:lnTo>
                  <a:lnTo>
                    <a:pt x="686" y="420"/>
                  </a:lnTo>
                  <a:lnTo>
                    <a:pt x="689" y="441"/>
                  </a:lnTo>
                  <a:lnTo>
                    <a:pt x="690" y="453"/>
                  </a:lnTo>
                  <a:lnTo>
                    <a:pt x="691" y="456"/>
                  </a:lnTo>
                  <a:lnTo>
                    <a:pt x="690" y="458"/>
                  </a:lnTo>
                  <a:lnTo>
                    <a:pt x="690" y="459"/>
                  </a:lnTo>
                  <a:lnTo>
                    <a:pt x="688" y="460"/>
                  </a:lnTo>
                  <a:lnTo>
                    <a:pt x="684" y="463"/>
                  </a:lnTo>
                  <a:lnTo>
                    <a:pt x="688" y="487"/>
                  </a:lnTo>
                  <a:lnTo>
                    <a:pt x="693" y="508"/>
                  </a:lnTo>
                  <a:lnTo>
                    <a:pt x="698" y="527"/>
                  </a:lnTo>
                  <a:lnTo>
                    <a:pt x="700" y="535"/>
                  </a:lnTo>
                  <a:lnTo>
                    <a:pt x="701" y="544"/>
                  </a:lnTo>
                  <a:lnTo>
                    <a:pt x="704" y="562"/>
                  </a:lnTo>
                  <a:lnTo>
                    <a:pt x="706" y="571"/>
                  </a:lnTo>
                  <a:lnTo>
                    <a:pt x="708" y="580"/>
                  </a:lnTo>
                  <a:lnTo>
                    <a:pt x="710" y="587"/>
                  </a:lnTo>
                  <a:lnTo>
                    <a:pt x="713" y="593"/>
                  </a:lnTo>
                  <a:lnTo>
                    <a:pt x="717" y="601"/>
                  </a:lnTo>
                  <a:lnTo>
                    <a:pt x="723" y="613"/>
                  </a:lnTo>
                  <a:lnTo>
                    <a:pt x="738" y="645"/>
                  </a:lnTo>
                  <a:lnTo>
                    <a:pt x="770" y="714"/>
                  </a:lnTo>
                  <a:lnTo>
                    <a:pt x="776" y="730"/>
                  </a:lnTo>
                  <a:lnTo>
                    <a:pt x="783" y="746"/>
                  </a:lnTo>
                  <a:lnTo>
                    <a:pt x="795" y="778"/>
                  </a:lnTo>
                  <a:lnTo>
                    <a:pt x="805" y="807"/>
                  </a:lnTo>
                  <a:lnTo>
                    <a:pt x="808" y="819"/>
                  </a:lnTo>
                  <a:lnTo>
                    <a:pt x="810" y="828"/>
                  </a:lnTo>
                  <a:lnTo>
                    <a:pt x="812" y="839"/>
                  </a:lnTo>
                  <a:lnTo>
                    <a:pt x="815" y="847"/>
                  </a:lnTo>
                  <a:lnTo>
                    <a:pt x="817" y="853"/>
                  </a:lnTo>
                  <a:lnTo>
                    <a:pt x="820" y="859"/>
                  </a:lnTo>
                  <a:lnTo>
                    <a:pt x="825" y="868"/>
                  </a:lnTo>
                  <a:lnTo>
                    <a:pt x="834" y="878"/>
                  </a:lnTo>
                  <a:lnTo>
                    <a:pt x="841" y="885"/>
                  </a:lnTo>
                  <a:lnTo>
                    <a:pt x="843" y="888"/>
                  </a:lnTo>
                  <a:lnTo>
                    <a:pt x="844" y="890"/>
                  </a:lnTo>
                  <a:lnTo>
                    <a:pt x="845" y="895"/>
                  </a:lnTo>
                  <a:lnTo>
                    <a:pt x="845" y="900"/>
                  </a:lnTo>
                  <a:lnTo>
                    <a:pt x="845" y="905"/>
                  </a:lnTo>
                  <a:lnTo>
                    <a:pt x="845" y="908"/>
                  </a:lnTo>
                  <a:lnTo>
                    <a:pt x="844" y="909"/>
                  </a:lnTo>
                  <a:lnTo>
                    <a:pt x="843" y="910"/>
                  </a:lnTo>
                  <a:lnTo>
                    <a:pt x="843" y="913"/>
                  </a:lnTo>
                  <a:lnTo>
                    <a:pt x="845" y="920"/>
                  </a:lnTo>
                  <a:lnTo>
                    <a:pt x="845" y="926"/>
                  </a:lnTo>
                  <a:lnTo>
                    <a:pt x="844" y="932"/>
                  </a:lnTo>
                  <a:lnTo>
                    <a:pt x="843" y="938"/>
                  </a:lnTo>
                  <a:lnTo>
                    <a:pt x="841" y="945"/>
                  </a:lnTo>
                  <a:lnTo>
                    <a:pt x="838" y="948"/>
                  </a:lnTo>
                  <a:lnTo>
                    <a:pt x="836" y="952"/>
                  </a:lnTo>
                  <a:lnTo>
                    <a:pt x="832" y="956"/>
                  </a:lnTo>
                  <a:lnTo>
                    <a:pt x="828" y="960"/>
                  </a:lnTo>
                  <a:lnTo>
                    <a:pt x="823" y="964"/>
                  </a:lnTo>
                  <a:lnTo>
                    <a:pt x="818" y="968"/>
                  </a:lnTo>
                  <a:lnTo>
                    <a:pt x="813" y="971"/>
                  </a:lnTo>
                  <a:lnTo>
                    <a:pt x="808" y="974"/>
                  </a:lnTo>
                  <a:lnTo>
                    <a:pt x="803" y="977"/>
                  </a:lnTo>
                  <a:lnTo>
                    <a:pt x="798" y="979"/>
                  </a:lnTo>
                  <a:lnTo>
                    <a:pt x="793" y="980"/>
                  </a:lnTo>
                  <a:lnTo>
                    <a:pt x="790" y="980"/>
                  </a:lnTo>
                  <a:lnTo>
                    <a:pt x="786" y="980"/>
                  </a:lnTo>
                  <a:lnTo>
                    <a:pt x="783" y="979"/>
                  </a:lnTo>
                  <a:lnTo>
                    <a:pt x="782" y="978"/>
                  </a:lnTo>
                  <a:lnTo>
                    <a:pt x="781" y="976"/>
                  </a:lnTo>
                  <a:lnTo>
                    <a:pt x="781" y="974"/>
                  </a:lnTo>
                  <a:lnTo>
                    <a:pt x="781" y="973"/>
                  </a:lnTo>
                  <a:lnTo>
                    <a:pt x="780" y="964"/>
                  </a:lnTo>
                  <a:lnTo>
                    <a:pt x="781" y="958"/>
                  </a:lnTo>
                  <a:lnTo>
                    <a:pt x="782" y="952"/>
                  </a:lnTo>
                  <a:lnTo>
                    <a:pt x="783" y="945"/>
                  </a:lnTo>
                  <a:lnTo>
                    <a:pt x="784" y="940"/>
                  </a:lnTo>
                  <a:lnTo>
                    <a:pt x="785" y="934"/>
                  </a:lnTo>
                  <a:lnTo>
                    <a:pt x="785" y="927"/>
                  </a:lnTo>
                  <a:lnTo>
                    <a:pt x="785" y="920"/>
                  </a:lnTo>
                  <a:lnTo>
                    <a:pt x="782" y="898"/>
                  </a:lnTo>
                  <a:lnTo>
                    <a:pt x="780" y="899"/>
                  </a:lnTo>
                  <a:lnTo>
                    <a:pt x="777" y="900"/>
                  </a:lnTo>
                  <a:lnTo>
                    <a:pt x="773" y="900"/>
                  </a:lnTo>
                  <a:lnTo>
                    <a:pt x="770" y="900"/>
                  </a:lnTo>
                  <a:lnTo>
                    <a:pt x="767" y="900"/>
                  </a:lnTo>
                  <a:lnTo>
                    <a:pt x="766" y="899"/>
                  </a:lnTo>
                  <a:lnTo>
                    <a:pt x="765" y="898"/>
                  </a:lnTo>
                  <a:lnTo>
                    <a:pt x="763" y="896"/>
                  </a:lnTo>
                  <a:lnTo>
                    <a:pt x="762" y="894"/>
                  </a:lnTo>
                  <a:lnTo>
                    <a:pt x="760" y="888"/>
                  </a:lnTo>
                  <a:lnTo>
                    <a:pt x="755" y="878"/>
                  </a:lnTo>
                  <a:lnTo>
                    <a:pt x="741" y="850"/>
                  </a:lnTo>
                  <a:lnTo>
                    <a:pt x="725" y="819"/>
                  </a:lnTo>
                  <a:lnTo>
                    <a:pt x="713" y="795"/>
                  </a:lnTo>
                  <a:lnTo>
                    <a:pt x="676" y="721"/>
                  </a:lnTo>
                  <a:lnTo>
                    <a:pt x="652" y="673"/>
                  </a:lnTo>
                  <a:lnTo>
                    <a:pt x="635" y="638"/>
                  </a:lnTo>
                  <a:lnTo>
                    <a:pt x="628" y="624"/>
                  </a:lnTo>
                  <a:lnTo>
                    <a:pt x="623" y="611"/>
                  </a:lnTo>
                  <a:lnTo>
                    <a:pt x="613" y="585"/>
                  </a:lnTo>
                  <a:lnTo>
                    <a:pt x="603" y="558"/>
                  </a:lnTo>
                  <a:lnTo>
                    <a:pt x="600" y="576"/>
                  </a:lnTo>
                  <a:lnTo>
                    <a:pt x="598" y="594"/>
                  </a:lnTo>
                  <a:lnTo>
                    <a:pt x="595" y="617"/>
                  </a:lnTo>
                  <a:lnTo>
                    <a:pt x="592" y="641"/>
                  </a:lnTo>
                  <a:lnTo>
                    <a:pt x="591" y="666"/>
                  </a:lnTo>
                  <a:lnTo>
                    <a:pt x="590" y="677"/>
                  </a:lnTo>
                  <a:lnTo>
                    <a:pt x="590" y="688"/>
                  </a:lnTo>
                  <a:lnTo>
                    <a:pt x="590" y="698"/>
                  </a:lnTo>
                  <a:lnTo>
                    <a:pt x="591" y="707"/>
                  </a:lnTo>
                  <a:lnTo>
                    <a:pt x="593" y="725"/>
                  </a:lnTo>
                  <a:lnTo>
                    <a:pt x="594" y="744"/>
                  </a:lnTo>
                  <a:lnTo>
                    <a:pt x="595" y="765"/>
                  </a:lnTo>
                  <a:lnTo>
                    <a:pt x="595" y="787"/>
                  </a:lnTo>
                  <a:lnTo>
                    <a:pt x="594" y="829"/>
                  </a:lnTo>
                  <a:lnTo>
                    <a:pt x="594" y="868"/>
                  </a:lnTo>
                  <a:lnTo>
                    <a:pt x="595" y="895"/>
                  </a:lnTo>
                  <a:lnTo>
                    <a:pt x="596" y="913"/>
                  </a:lnTo>
                  <a:lnTo>
                    <a:pt x="597" y="922"/>
                  </a:lnTo>
                  <a:lnTo>
                    <a:pt x="597" y="923"/>
                  </a:lnTo>
                  <a:lnTo>
                    <a:pt x="597" y="924"/>
                  </a:lnTo>
                  <a:lnTo>
                    <a:pt x="595" y="924"/>
                  </a:lnTo>
                  <a:lnTo>
                    <a:pt x="598" y="936"/>
                  </a:lnTo>
                  <a:lnTo>
                    <a:pt x="600" y="945"/>
                  </a:lnTo>
                  <a:lnTo>
                    <a:pt x="600" y="948"/>
                  </a:lnTo>
                  <a:lnTo>
                    <a:pt x="600" y="949"/>
                  </a:lnTo>
                  <a:lnTo>
                    <a:pt x="585" y="952"/>
                  </a:lnTo>
                  <a:lnTo>
                    <a:pt x="576" y="952"/>
                  </a:lnTo>
                  <a:lnTo>
                    <a:pt x="572" y="953"/>
                  </a:lnTo>
                  <a:lnTo>
                    <a:pt x="571" y="952"/>
                  </a:lnTo>
                  <a:lnTo>
                    <a:pt x="570" y="950"/>
                  </a:lnTo>
                  <a:lnTo>
                    <a:pt x="568" y="950"/>
                  </a:lnTo>
                  <a:lnTo>
                    <a:pt x="565" y="950"/>
                  </a:lnTo>
                  <a:lnTo>
                    <a:pt x="557" y="953"/>
                  </a:lnTo>
                  <a:lnTo>
                    <a:pt x="549" y="954"/>
                  </a:lnTo>
                  <a:lnTo>
                    <a:pt x="535" y="956"/>
                  </a:lnTo>
                  <a:lnTo>
                    <a:pt x="518" y="958"/>
                  </a:lnTo>
                  <a:lnTo>
                    <a:pt x="499" y="959"/>
                  </a:lnTo>
                  <a:lnTo>
                    <a:pt x="481" y="959"/>
                  </a:lnTo>
                  <a:lnTo>
                    <a:pt x="465" y="959"/>
                  </a:lnTo>
                  <a:lnTo>
                    <a:pt x="459" y="958"/>
                  </a:lnTo>
                  <a:lnTo>
                    <a:pt x="454" y="957"/>
                  </a:lnTo>
                  <a:lnTo>
                    <a:pt x="451" y="956"/>
                  </a:lnTo>
                  <a:lnTo>
                    <a:pt x="450" y="955"/>
                  </a:lnTo>
                  <a:lnTo>
                    <a:pt x="450" y="954"/>
                  </a:lnTo>
                  <a:lnTo>
                    <a:pt x="449" y="951"/>
                  </a:lnTo>
                  <a:lnTo>
                    <a:pt x="449" y="948"/>
                  </a:lnTo>
                  <a:lnTo>
                    <a:pt x="449" y="945"/>
                  </a:lnTo>
                  <a:lnTo>
                    <a:pt x="450" y="943"/>
                  </a:lnTo>
                  <a:lnTo>
                    <a:pt x="452" y="941"/>
                  </a:lnTo>
                  <a:lnTo>
                    <a:pt x="455" y="939"/>
                  </a:lnTo>
                  <a:lnTo>
                    <a:pt x="459" y="938"/>
                  </a:lnTo>
                  <a:lnTo>
                    <a:pt x="464" y="938"/>
                  </a:lnTo>
                  <a:lnTo>
                    <a:pt x="476" y="937"/>
                  </a:lnTo>
                  <a:lnTo>
                    <a:pt x="482" y="935"/>
                  </a:lnTo>
                  <a:lnTo>
                    <a:pt x="488" y="934"/>
                  </a:lnTo>
                  <a:lnTo>
                    <a:pt x="494" y="933"/>
                  </a:lnTo>
                  <a:lnTo>
                    <a:pt x="499" y="930"/>
                  </a:lnTo>
                  <a:lnTo>
                    <a:pt x="502" y="928"/>
                  </a:lnTo>
                  <a:lnTo>
                    <a:pt x="506" y="925"/>
                  </a:lnTo>
                  <a:lnTo>
                    <a:pt x="512" y="915"/>
                  </a:lnTo>
                  <a:lnTo>
                    <a:pt x="511" y="915"/>
                  </a:lnTo>
                  <a:lnTo>
                    <a:pt x="510" y="915"/>
                  </a:lnTo>
                  <a:lnTo>
                    <a:pt x="510" y="913"/>
                  </a:lnTo>
                  <a:lnTo>
                    <a:pt x="511" y="908"/>
                  </a:lnTo>
                  <a:lnTo>
                    <a:pt x="513" y="898"/>
                  </a:lnTo>
                  <a:lnTo>
                    <a:pt x="517" y="880"/>
                  </a:lnTo>
                  <a:lnTo>
                    <a:pt x="521" y="857"/>
                  </a:lnTo>
                  <a:lnTo>
                    <a:pt x="526" y="833"/>
                  </a:lnTo>
                  <a:lnTo>
                    <a:pt x="530" y="814"/>
                  </a:lnTo>
                  <a:lnTo>
                    <a:pt x="531" y="808"/>
                  </a:lnTo>
                  <a:lnTo>
                    <a:pt x="531" y="802"/>
                  </a:lnTo>
                  <a:lnTo>
                    <a:pt x="530" y="797"/>
                  </a:lnTo>
                  <a:lnTo>
                    <a:pt x="529" y="795"/>
                  </a:lnTo>
                  <a:lnTo>
                    <a:pt x="527" y="793"/>
                  </a:lnTo>
                  <a:lnTo>
                    <a:pt x="525" y="789"/>
                  </a:lnTo>
                  <a:lnTo>
                    <a:pt x="524" y="785"/>
                  </a:lnTo>
                  <a:lnTo>
                    <a:pt x="522" y="779"/>
                  </a:lnTo>
                  <a:lnTo>
                    <a:pt x="522" y="772"/>
                  </a:lnTo>
                  <a:lnTo>
                    <a:pt x="521" y="758"/>
                  </a:lnTo>
                  <a:lnTo>
                    <a:pt x="522" y="743"/>
                  </a:lnTo>
                  <a:lnTo>
                    <a:pt x="522" y="731"/>
                  </a:lnTo>
                  <a:lnTo>
                    <a:pt x="523" y="722"/>
                  </a:lnTo>
                  <a:lnTo>
                    <a:pt x="523" y="719"/>
                  </a:lnTo>
                  <a:lnTo>
                    <a:pt x="522" y="715"/>
                  </a:lnTo>
                  <a:lnTo>
                    <a:pt x="521" y="712"/>
                  </a:lnTo>
                  <a:lnTo>
                    <a:pt x="520" y="708"/>
                  </a:lnTo>
                  <a:lnTo>
                    <a:pt x="519" y="704"/>
                  </a:lnTo>
                  <a:lnTo>
                    <a:pt x="517" y="701"/>
                  </a:lnTo>
                  <a:lnTo>
                    <a:pt x="515" y="692"/>
                  </a:lnTo>
                  <a:lnTo>
                    <a:pt x="514" y="684"/>
                  </a:lnTo>
                  <a:lnTo>
                    <a:pt x="515" y="676"/>
                  </a:lnTo>
                  <a:lnTo>
                    <a:pt x="514" y="669"/>
                  </a:lnTo>
                  <a:lnTo>
                    <a:pt x="513" y="658"/>
                  </a:lnTo>
                  <a:lnTo>
                    <a:pt x="509" y="630"/>
                  </a:lnTo>
                  <a:lnTo>
                    <a:pt x="504" y="598"/>
                  </a:lnTo>
                  <a:lnTo>
                    <a:pt x="500" y="573"/>
                  </a:lnTo>
                  <a:lnTo>
                    <a:pt x="499" y="563"/>
                  </a:lnTo>
                  <a:lnTo>
                    <a:pt x="497" y="553"/>
                  </a:lnTo>
                  <a:lnTo>
                    <a:pt x="497" y="535"/>
                  </a:lnTo>
                  <a:lnTo>
                    <a:pt x="496" y="517"/>
                  </a:lnTo>
                  <a:lnTo>
                    <a:pt x="495" y="517"/>
                  </a:lnTo>
                  <a:lnTo>
                    <a:pt x="490" y="518"/>
                  </a:lnTo>
                  <a:lnTo>
                    <a:pt x="488" y="518"/>
                  </a:lnTo>
                  <a:lnTo>
                    <a:pt x="486" y="517"/>
                  </a:lnTo>
                  <a:lnTo>
                    <a:pt x="484" y="516"/>
                  </a:lnTo>
                  <a:lnTo>
                    <a:pt x="484" y="514"/>
                  </a:lnTo>
                  <a:lnTo>
                    <a:pt x="482" y="508"/>
                  </a:lnTo>
                  <a:lnTo>
                    <a:pt x="480" y="497"/>
                  </a:lnTo>
                  <a:lnTo>
                    <a:pt x="477" y="482"/>
                  </a:lnTo>
                  <a:lnTo>
                    <a:pt x="474" y="460"/>
                  </a:lnTo>
                  <a:lnTo>
                    <a:pt x="472" y="448"/>
                  </a:lnTo>
                  <a:lnTo>
                    <a:pt x="472" y="436"/>
                  </a:lnTo>
                  <a:lnTo>
                    <a:pt x="472" y="424"/>
                  </a:lnTo>
                  <a:lnTo>
                    <a:pt x="474" y="413"/>
                  </a:lnTo>
                  <a:lnTo>
                    <a:pt x="476" y="395"/>
                  </a:lnTo>
                  <a:lnTo>
                    <a:pt x="477" y="382"/>
                  </a:lnTo>
                  <a:lnTo>
                    <a:pt x="477" y="377"/>
                  </a:lnTo>
                  <a:lnTo>
                    <a:pt x="477" y="372"/>
                  </a:lnTo>
                  <a:lnTo>
                    <a:pt x="475" y="362"/>
                  </a:lnTo>
                  <a:lnTo>
                    <a:pt x="474" y="351"/>
                  </a:lnTo>
                  <a:lnTo>
                    <a:pt x="470" y="350"/>
                  </a:lnTo>
                  <a:lnTo>
                    <a:pt x="467" y="348"/>
                  </a:lnTo>
                  <a:lnTo>
                    <a:pt x="467" y="347"/>
                  </a:lnTo>
                  <a:lnTo>
                    <a:pt x="466" y="346"/>
                  </a:lnTo>
                  <a:lnTo>
                    <a:pt x="465" y="344"/>
                  </a:lnTo>
                  <a:lnTo>
                    <a:pt x="465" y="345"/>
                  </a:lnTo>
                  <a:lnTo>
                    <a:pt x="462" y="345"/>
                  </a:lnTo>
                  <a:lnTo>
                    <a:pt x="461" y="346"/>
                  </a:lnTo>
                  <a:lnTo>
                    <a:pt x="460" y="346"/>
                  </a:lnTo>
                  <a:lnTo>
                    <a:pt x="459" y="345"/>
                  </a:lnTo>
                  <a:lnTo>
                    <a:pt x="459" y="344"/>
                  </a:lnTo>
                  <a:lnTo>
                    <a:pt x="457" y="339"/>
                  </a:lnTo>
                  <a:lnTo>
                    <a:pt x="457" y="333"/>
                  </a:lnTo>
                  <a:lnTo>
                    <a:pt x="457" y="327"/>
                  </a:lnTo>
                  <a:lnTo>
                    <a:pt x="457" y="325"/>
                  </a:lnTo>
                  <a:lnTo>
                    <a:pt x="458" y="322"/>
                  </a:lnTo>
                  <a:lnTo>
                    <a:pt x="460" y="318"/>
                  </a:lnTo>
                  <a:lnTo>
                    <a:pt x="460" y="317"/>
                  </a:lnTo>
                  <a:lnTo>
                    <a:pt x="459" y="317"/>
                  </a:lnTo>
                  <a:lnTo>
                    <a:pt x="457" y="319"/>
                  </a:lnTo>
                  <a:lnTo>
                    <a:pt x="455" y="322"/>
                  </a:lnTo>
                  <a:lnTo>
                    <a:pt x="446" y="335"/>
                  </a:lnTo>
                  <a:lnTo>
                    <a:pt x="429" y="361"/>
                  </a:lnTo>
                  <a:lnTo>
                    <a:pt x="425" y="365"/>
                  </a:lnTo>
                  <a:lnTo>
                    <a:pt x="421" y="369"/>
                  </a:lnTo>
                  <a:lnTo>
                    <a:pt x="416" y="372"/>
                  </a:lnTo>
                  <a:lnTo>
                    <a:pt x="411" y="376"/>
                  </a:lnTo>
                  <a:lnTo>
                    <a:pt x="402" y="382"/>
                  </a:lnTo>
                  <a:lnTo>
                    <a:pt x="399" y="385"/>
                  </a:lnTo>
                  <a:lnTo>
                    <a:pt x="395" y="388"/>
                  </a:lnTo>
                  <a:lnTo>
                    <a:pt x="392" y="391"/>
                  </a:lnTo>
                  <a:lnTo>
                    <a:pt x="389" y="394"/>
                  </a:lnTo>
                  <a:lnTo>
                    <a:pt x="384" y="397"/>
                  </a:lnTo>
                  <a:lnTo>
                    <a:pt x="379" y="400"/>
                  </a:lnTo>
                  <a:lnTo>
                    <a:pt x="366" y="405"/>
                  </a:lnTo>
                  <a:lnTo>
                    <a:pt x="351" y="411"/>
                  </a:lnTo>
                  <a:lnTo>
                    <a:pt x="338" y="418"/>
                  </a:lnTo>
                  <a:lnTo>
                    <a:pt x="328" y="423"/>
                  </a:lnTo>
                  <a:lnTo>
                    <a:pt x="324" y="426"/>
                  </a:lnTo>
                  <a:lnTo>
                    <a:pt x="321" y="427"/>
                  </a:lnTo>
                  <a:lnTo>
                    <a:pt x="319" y="427"/>
                  </a:lnTo>
                  <a:lnTo>
                    <a:pt x="318" y="426"/>
                  </a:lnTo>
                  <a:lnTo>
                    <a:pt x="316" y="422"/>
                  </a:lnTo>
                  <a:lnTo>
                    <a:pt x="311" y="422"/>
                  </a:lnTo>
                  <a:lnTo>
                    <a:pt x="306" y="423"/>
                  </a:lnTo>
                  <a:lnTo>
                    <a:pt x="301" y="425"/>
                  </a:lnTo>
                  <a:lnTo>
                    <a:pt x="294" y="427"/>
                  </a:lnTo>
                  <a:lnTo>
                    <a:pt x="291" y="428"/>
                  </a:lnTo>
                  <a:lnTo>
                    <a:pt x="290" y="427"/>
                  </a:lnTo>
                  <a:lnTo>
                    <a:pt x="289" y="426"/>
                  </a:lnTo>
                  <a:lnTo>
                    <a:pt x="286" y="427"/>
                  </a:lnTo>
                  <a:lnTo>
                    <a:pt x="284" y="429"/>
                  </a:lnTo>
                  <a:lnTo>
                    <a:pt x="281" y="431"/>
                  </a:lnTo>
                  <a:lnTo>
                    <a:pt x="280" y="433"/>
                  </a:lnTo>
                  <a:lnTo>
                    <a:pt x="279" y="435"/>
                  </a:lnTo>
                  <a:lnTo>
                    <a:pt x="279" y="436"/>
                  </a:lnTo>
                  <a:lnTo>
                    <a:pt x="277" y="437"/>
                  </a:lnTo>
                  <a:lnTo>
                    <a:pt x="276" y="437"/>
                  </a:lnTo>
                  <a:lnTo>
                    <a:pt x="275" y="436"/>
                  </a:lnTo>
                  <a:lnTo>
                    <a:pt x="274" y="435"/>
                  </a:lnTo>
                  <a:lnTo>
                    <a:pt x="272" y="436"/>
                  </a:lnTo>
                  <a:lnTo>
                    <a:pt x="270" y="436"/>
                  </a:lnTo>
                  <a:lnTo>
                    <a:pt x="270" y="437"/>
                  </a:lnTo>
                  <a:lnTo>
                    <a:pt x="270" y="441"/>
                  </a:lnTo>
                  <a:lnTo>
                    <a:pt x="270" y="4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3" name="Freeform 47"/>
            <p:cNvSpPr>
              <a:spLocks/>
            </p:cNvSpPr>
            <p:nvPr/>
          </p:nvSpPr>
          <p:spPr bwMode="auto">
            <a:xfrm>
              <a:off x="5997575" y="1341438"/>
              <a:ext cx="109538" cy="80962"/>
            </a:xfrm>
            <a:custGeom>
              <a:avLst/>
              <a:gdLst>
                <a:gd name="T0" fmla="*/ 9525 w 69"/>
                <a:gd name="T1" fmla="*/ 80962 h 51"/>
                <a:gd name="T2" fmla="*/ 52388 w 69"/>
                <a:gd name="T3" fmla="*/ 63500 h 51"/>
                <a:gd name="T4" fmla="*/ 52388 w 69"/>
                <a:gd name="T5" fmla="*/ 63500 h 51"/>
                <a:gd name="T6" fmla="*/ 53975 w 69"/>
                <a:gd name="T7" fmla="*/ 60325 h 51"/>
                <a:gd name="T8" fmla="*/ 57150 w 69"/>
                <a:gd name="T9" fmla="*/ 57150 h 51"/>
                <a:gd name="T10" fmla="*/ 60325 w 69"/>
                <a:gd name="T11" fmla="*/ 55562 h 51"/>
                <a:gd name="T12" fmla="*/ 60325 w 69"/>
                <a:gd name="T13" fmla="*/ 55562 h 51"/>
                <a:gd name="T14" fmla="*/ 84138 w 69"/>
                <a:gd name="T15" fmla="*/ 46037 h 51"/>
                <a:gd name="T16" fmla="*/ 96838 w 69"/>
                <a:gd name="T17" fmla="*/ 39687 h 51"/>
                <a:gd name="T18" fmla="*/ 106363 w 69"/>
                <a:gd name="T19" fmla="*/ 33337 h 51"/>
                <a:gd name="T20" fmla="*/ 106363 w 69"/>
                <a:gd name="T21" fmla="*/ 33337 h 51"/>
                <a:gd name="T22" fmla="*/ 109538 w 69"/>
                <a:gd name="T23" fmla="*/ 31750 h 51"/>
                <a:gd name="T24" fmla="*/ 109538 w 69"/>
                <a:gd name="T25" fmla="*/ 30162 h 51"/>
                <a:gd name="T26" fmla="*/ 109538 w 69"/>
                <a:gd name="T27" fmla="*/ 28575 h 51"/>
                <a:gd name="T28" fmla="*/ 107950 w 69"/>
                <a:gd name="T29" fmla="*/ 28575 h 51"/>
                <a:gd name="T30" fmla="*/ 106363 w 69"/>
                <a:gd name="T31" fmla="*/ 25400 h 51"/>
                <a:gd name="T32" fmla="*/ 98425 w 69"/>
                <a:gd name="T33" fmla="*/ 23812 h 51"/>
                <a:gd name="T34" fmla="*/ 98425 w 69"/>
                <a:gd name="T35" fmla="*/ 23812 h 51"/>
                <a:gd name="T36" fmla="*/ 87313 w 69"/>
                <a:gd name="T37" fmla="*/ 22225 h 51"/>
                <a:gd name="T38" fmla="*/ 74613 w 69"/>
                <a:gd name="T39" fmla="*/ 20637 h 51"/>
                <a:gd name="T40" fmla="*/ 58738 w 69"/>
                <a:gd name="T41" fmla="*/ 17462 h 51"/>
                <a:gd name="T42" fmla="*/ 50800 w 69"/>
                <a:gd name="T43" fmla="*/ 15875 h 51"/>
                <a:gd name="T44" fmla="*/ 41275 w 69"/>
                <a:gd name="T45" fmla="*/ 14287 h 51"/>
                <a:gd name="T46" fmla="*/ 41275 w 69"/>
                <a:gd name="T47" fmla="*/ 14287 h 51"/>
                <a:gd name="T48" fmla="*/ 28575 w 69"/>
                <a:gd name="T49" fmla="*/ 7937 h 51"/>
                <a:gd name="T50" fmla="*/ 19050 w 69"/>
                <a:gd name="T51" fmla="*/ 4762 h 51"/>
                <a:gd name="T52" fmla="*/ 11113 w 69"/>
                <a:gd name="T53" fmla="*/ 0 h 51"/>
                <a:gd name="T54" fmla="*/ 11113 w 69"/>
                <a:gd name="T55" fmla="*/ 0 h 51"/>
                <a:gd name="T56" fmla="*/ 9525 w 69"/>
                <a:gd name="T57" fmla="*/ 15875 h 51"/>
                <a:gd name="T58" fmla="*/ 7938 w 69"/>
                <a:gd name="T59" fmla="*/ 30162 h 51"/>
                <a:gd name="T60" fmla="*/ 3175 w 69"/>
                <a:gd name="T61" fmla="*/ 46037 h 51"/>
                <a:gd name="T62" fmla="*/ 3175 w 69"/>
                <a:gd name="T63" fmla="*/ 46037 h 51"/>
                <a:gd name="T64" fmla="*/ 1588 w 69"/>
                <a:gd name="T65" fmla="*/ 57150 h 51"/>
                <a:gd name="T66" fmla="*/ 0 w 69"/>
                <a:gd name="T67" fmla="*/ 68262 h 51"/>
                <a:gd name="T68" fmla="*/ 0 w 69"/>
                <a:gd name="T69" fmla="*/ 74612 h 51"/>
                <a:gd name="T70" fmla="*/ 1588 w 69"/>
                <a:gd name="T71" fmla="*/ 77787 h 51"/>
                <a:gd name="T72" fmla="*/ 1588 w 69"/>
                <a:gd name="T73" fmla="*/ 77787 h 51"/>
                <a:gd name="T74" fmla="*/ 3175 w 69"/>
                <a:gd name="T75" fmla="*/ 79375 h 51"/>
                <a:gd name="T76" fmla="*/ 4763 w 69"/>
                <a:gd name="T77" fmla="*/ 80962 h 51"/>
                <a:gd name="T78" fmla="*/ 9525 w 69"/>
                <a:gd name="T79" fmla="*/ 80962 h 51"/>
                <a:gd name="T80" fmla="*/ 9525 w 69"/>
                <a:gd name="T81" fmla="*/ 80962 h 5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9"/>
                <a:gd name="T124" fmla="*/ 0 h 51"/>
                <a:gd name="T125" fmla="*/ 69 w 69"/>
                <a:gd name="T126" fmla="*/ 51 h 5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9" h="51">
                  <a:moveTo>
                    <a:pt x="6" y="51"/>
                  </a:moveTo>
                  <a:lnTo>
                    <a:pt x="33" y="40"/>
                  </a:lnTo>
                  <a:lnTo>
                    <a:pt x="34" y="38"/>
                  </a:lnTo>
                  <a:lnTo>
                    <a:pt x="36" y="36"/>
                  </a:lnTo>
                  <a:lnTo>
                    <a:pt x="38" y="35"/>
                  </a:lnTo>
                  <a:lnTo>
                    <a:pt x="53" y="29"/>
                  </a:lnTo>
                  <a:lnTo>
                    <a:pt x="61" y="25"/>
                  </a:lnTo>
                  <a:lnTo>
                    <a:pt x="67" y="21"/>
                  </a:lnTo>
                  <a:lnTo>
                    <a:pt x="69" y="20"/>
                  </a:lnTo>
                  <a:lnTo>
                    <a:pt x="69" y="19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7" y="16"/>
                  </a:lnTo>
                  <a:lnTo>
                    <a:pt x="62" y="15"/>
                  </a:lnTo>
                  <a:lnTo>
                    <a:pt x="55" y="14"/>
                  </a:lnTo>
                  <a:lnTo>
                    <a:pt x="47" y="13"/>
                  </a:lnTo>
                  <a:lnTo>
                    <a:pt x="37" y="11"/>
                  </a:lnTo>
                  <a:lnTo>
                    <a:pt x="32" y="10"/>
                  </a:lnTo>
                  <a:lnTo>
                    <a:pt x="26" y="9"/>
                  </a:lnTo>
                  <a:lnTo>
                    <a:pt x="18" y="5"/>
                  </a:lnTo>
                  <a:lnTo>
                    <a:pt x="12" y="3"/>
                  </a:lnTo>
                  <a:lnTo>
                    <a:pt x="7" y="0"/>
                  </a:lnTo>
                  <a:lnTo>
                    <a:pt x="6" y="10"/>
                  </a:lnTo>
                  <a:lnTo>
                    <a:pt x="5" y="19"/>
                  </a:lnTo>
                  <a:lnTo>
                    <a:pt x="2" y="29"/>
                  </a:lnTo>
                  <a:lnTo>
                    <a:pt x="1" y="36"/>
                  </a:lnTo>
                  <a:lnTo>
                    <a:pt x="0" y="43"/>
                  </a:lnTo>
                  <a:lnTo>
                    <a:pt x="0" y="47"/>
                  </a:lnTo>
                  <a:lnTo>
                    <a:pt x="1" y="49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6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4" name="Freeform 48"/>
            <p:cNvSpPr>
              <a:spLocks/>
            </p:cNvSpPr>
            <p:nvPr/>
          </p:nvSpPr>
          <p:spPr bwMode="auto">
            <a:xfrm>
              <a:off x="5795963" y="1120775"/>
              <a:ext cx="80962" cy="92075"/>
            </a:xfrm>
            <a:custGeom>
              <a:avLst/>
              <a:gdLst>
                <a:gd name="T0" fmla="*/ 0 w 51"/>
                <a:gd name="T1" fmla="*/ 6350 h 58"/>
                <a:gd name="T2" fmla="*/ 3175 w 51"/>
                <a:gd name="T3" fmla="*/ 0 h 58"/>
                <a:gd name="T4" fmla="*/ 3175 w 51"/>
                <a:gd name="T5" fmla="*/ 0 h 58"/>
                <a:gd name="T6" fmla="*/ 4762 w 51"/>
                <a:gd name="T7" fmla="*/ 1588 h 58"/>
                <a:gd name="T8" fmla="*/ 12700 w 51"/>
                <a:gd name="T9" fmla="*/ 6350 h 58"/>
                <a:gd name="T10" fmla="*/ 22225 w 51"/>
                <a:gd name="T11" fmla="*/ 14288 h 58"/>
                <a:gd name="T12" fmla="*/ 28575 w 51"/>
                <a:gd name="T13" fmla="*/ 15875 h 58"/>
                <a:gd name="T14" fmla="*/ 36512 w 51"/>
                <a:gd name="T15" fmla="*/ 19050 h 58"/>
                <a:gd name="T16" fmla="*/ 36512 w 51"/>
                <a:gd name="T17" fmla="*/ 19050 h 58"/>
                <a:gd name="T18" fmla="*/ 50800 w 51"/>
                <a:gd name="T19" fmla="*/ 25400 h 58"/>
                <a:gd name="T20" fmla="*/ 63500 w 51"/>
                <a:gd name="T21" fmla="*/ 33338 h 58"/>
                <a:gd name="T22" fmla="*/ 74612 w 51"/>
                <a:gd name="T23" fmla="*/ 39688 h 58"/>
                <a:gd name="T24" fmla="*/ 77787 w 51"/>
                <a:gd name="T25" fmla="*/ 42863 h 58"/>
                <a:gd name="T26" fmla="*/ 79375 w 51"/>
                <a:gd name="T27" fmla="*/ 44450 h 58"/>
                <a:gd name="T28" fmla="*/ 79375 w 51"/>
                <a:gd name="T29" fmla="*/ 44450 h 58"/>
                <a:gd name="T30" fmla="*/ 80962 w 51"/>
                <a:gd name="T31" fmla="*/ 47625 h 58"/>
                <a:gd name="T32" fmla="*/ 80962 w 51"/>
                <a:gd name="T33" fmla="*/ 47625 h 58"/>
                <a:gd name="T34" fmla="*/ 77787 w 51"/>
                <a:gd name="T35" fmla="*/ 52388 h 58"/>
                <a:gd name="T36" fmla="*/ 76200 w 51"/>
                <a:gd name="T37" fmla="*/ 55563 h 58"/>
                <a:gd name="T38" fmla="*/ 74612 w 51"/>
                <a:gd name="T39" fmla="*/ 58738 h 58"/>
                <a:gd name="T40" fmla="*/ 74612 w 51"/>
                <a:gd name="T41" fmla="*/ 58738 h 58"/>
                <a:gd name="T42" fmla="*/ 76200 w 51"/>
                <a:gd name="T43" fmla="*/ 60325 h 58"/>
                <a:gd name="T44" fmla="*/ 77787 w 51"/>
                <a:gd name="T45" fmla="*/ 61913 h 58"/>
                <a:gd name="T46" fmla="*/ 79375 w 51"/>
                <a:gd name="T47" fmla="*/ 66675 h 58"/>
                <a:gd name="T48" fmla="*/ 79375 w 51"/>
                <a:gd name="T49" fmla="*/ 69850 h 58"/>
                <a:gd name="T50" fmla="*/ 79375 w 51"/>
                <a:gd name="T51" fmla="*/ 69850 h 58"/>
                <a:gd name="T52" fmla="*/ 77787 w 51"/>
                <a:gd name="T53" fmla="*/ 84138 h 58"/>
                <a:gd name="T54" fmla="*/ 77787 w 51"/>
                <a:gd name="T55" fmla="*/ 92075 h 58"/>
                <a:gd name="T56" fmla="*/ 77787 w 51"/>
                <a:gd name="T57" fmla="*/ 92075 h 58"/>
                <a:gd name="T58" fmla="*/ 65087 w 51"/>
                <a:gd name="T59" fmla="*/ 77788 h 58"/>
                <a:gd name="T60" fmla="*/ 53975 w 51"/>
                <a:gd name="T61" fmla="*/ 63500 h 58"/>
                <a:gd name="T62" fmla="*/ 44450 w 51"/>
                <a:gd name="T63" fmla="*/ 52388 h 58"/>
                <a:gd name="T64" fmla="*/ 44450 w 51"/>
                <a:gd name="T65" fmla="*/ 52388 h 58"/>
                <a:gd name="T66" fmla="*/ 33337 w 51"/>
                <a:gd name="T67" fmla="*/ 39688 h 58"/>
                <a:gd name="T68" fmla="*/ 20637 w 51"/>
                <a:gd name="T69" fmla="*/ 28575 h 58"/>
                <a:gd name="T70" fmla="*/ 4762 w 51"/>
                <a:gd name="T71" fmla="*/ 12700 h 58"/>
                <a:gd name="T72" fmla="*/ 4762 w 51"/>
                <a:gd name="T73" fmla="*/ 12700 h 58"/>
                <a:gd name="T74" fmla="*/ 3175 w 51"/>
                <a:gd name="T75" fmla="*/ 11113 h 58"/>
                <a:gd name="T76" fmla="*/ 1587 w 51"/>
                <a:gd name="T77" fmla="*/ 7938 h 58"/>
                <a:gd name="T78" fmla="*/ 0 w 51"/>
                <a:gd name="T79" fmla="*/ 6350 h 58"/>
                <a:gd name="T80" fmla="*/ 0 w 51"/>
                <a:gd name="T81" fmla="*/ 6350 h 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1"/>
                <a:gd name="T124" fmla="*/ 0 h 58"/>
                <a:gd name="T125" fmla="*/ 51 w 51"/>
                <a:gd name="T126" fmla="*/ 58 h 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1" h="58">
                  <a:moveTo>
                    <a:pt x="0" y="4"/>
                  </a:moveTo>
                  <a:lnTo>
                    <a:pt x="2" y="0"/>
                  </a:lnTo>
                  <a:lnTo>
                    <a:pt x="3" y="1"/>
                  </a:lnTo>
                  <a:lnTo>
                    <a:pt x="8" y="4"/>
                  </a:lnTo>
                  <a:lnTo>
                    <a:pt x="14" y="9"/>
                  </a:lnTo>
                  <a:lnTo>
                    <a:pt x="18" y="10"/>
                  </a:lnTo>
                  <a:lnTo>
                    <a:pt x="23" y="12"/>
                  </a:lnTo>
                  <a:lnTo>
                    <a:pt x="32" y="16"/>
                  </a:lnTo>
                  <a:lnTo>
                    <a:pt x="40" y="21"/>
                  </a:lnTo>
                  <a:lnTo>
                    <a:pt x="47" y="25"/>
                  </a:lnTo>
                  <a:lnTo>
                    <a:pt x="49" y="27"/>
                  </a:lnTo>
                  <a:lnTo>
                    <a:pt x="50" y="28"/>
                  </a:lnTo>
                  <a:lnTo>
                    <a:pt x="51" y="30"/>
                  </a:lnTo>
                  <a:lnTo>
                    <a:pt x="49" y="33"/>
                  </a:lnTo>
                  <a:lnTo>
                    <a:pt x="48" y="35"/>
                  </a:lnTo>
                  <a:lnTo>
                    <a:pt x="47" y="37"/>
                  </a:lnTo>
                  <a:lnTo>
                    <a:pt x="48" y="38"/>
                  </a:lnTo>
                  <a:lnTo>
                    <a:pt x="49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49" y="53"/>
                  </a:lnTo>
                  <a:lnTo>
                    <a:pt x="49" y="58"/>
                  </a:lnTo>
                  <a:lnTo>
                    <a:pt x="41" y="49"/>
                  </a:lnTo>
                  <a:lnTo>
                    <a:pt x="34" y="40"/>
                  </a:lnTo>
                  <a:lnTo>
                    <a:pt x="28" y="33"/>
                  </a:lnTo>
                  <a:lnTo>
                    <a:pt x="21" y="25"/>
                  </a:lnTo>
                  <a:lnTo>
                    <a:pt x="13" y="18"/>
                  </a:lnTo>
                  <a:lnTo>
                    <a:pt x="3" y="8"/>
                  </a:lnTo>
                  <a:lnTo>
                    <a:pt x="2" y="7"/>
                  </a:lnTo>
                  <a:lnTo>
                    <a:pt x="1" y="5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5" name="Freeform 49"/>
            <p:cNvSpPr>
              <a:spLocks/>
            </p:cNvSpPr>
            <p:nvPr/>
          </p:nvSpPr>
          <p:spPr bwMode="auto">
            <a:xfrm>
              <a:off x="5883275" y="1147763"/>
              <a:ext cx="39688" cy="119062"/>
            </a:xfrm>
            <a:custGeom>
              <a:avLst/>
              <a:gdLst>
                <a:gd name="T0" fmla="*/ 0 w 25"/>
                <a:gd name="T1" fmla="*/ 17462 h 75"/>
                <a:gd name="T2" fmla="*/ 0 w 25"/>
                <a:gd name="T3" fmla="*/ 17462 h 75"/>
                <a:gd name="T4" fmla="*/ 3175 w 25"/>
                <a:gd name="T5" fmla="*/ 14287 h 75"/>
                <a:gd name="T6" fmla="*/ 9525 w 25"/>
                <a:gd name="T7" fmla="*/ 4762 h 75"/>
                <a:gd name="T8" fmla="*/ 9525 w 25"/>
                <a:gd name="T9" fmla="*/ 4762 h 75"/>
                <a:gd name="T10" fmla="*/ 11113 w 25"/>
                <a:gd name="T11" fmla="*/ 1587 h 75"/>
                <a:gd name="T12" fmla="*/ 12700 w 25"/>
                <a:gd name="T13" fmla="*/ 0 h 75"/>
                <a:gd name="T14" fmla="*/ 14288 w 25"/>
                <a:gd name="T15" fmla="*/ 0 h 75"/>
                <a:gd name="T16" fmla="*/ 14288 w 25"/>
                <a:gd name="T17" fmla="*/ 0 h 75"/>
                <a:gd name="T18" fmla="*/ 15875 w 25"/>
                <a:gd name="T19" fmla="*/ 3175 h 75"/>
                <a:gd name="T20" fmla="*/ 15875 w 25"/>
                <a:gd name="T21" fmla="*/ 3175 h 75"/>
                <a:gd name="T22" fmla="*/ 17463 w 25"/>
                <a:gd name="T23" fmla="*/ 12700 h 75"/>
                <a:gd name="T24" fmla="*/ 22225 w 25"/>
                <a:gd name="T25" fmla="*/ 28575 h 75"/>
                <a:gd name="T26" fmla="*/ 26988 w 25"/>
                <a:gd name="T27" fmla="*/ 47625 h 75"/>
                <a:gd name="T28" fmla="*/ 30163 w 25"/>
                <a:gd name="T29" fmla="*/ 63500 h 75"/>
                <a:gd name="T30" fmla="*/ 30163 w 25"/>
                <a:gd name="T31" fmla="*/ 63500 h 75"/>
                <a:gd name="T32" fmla="*/ 36513 w 25"/>
                <a:gd name="T33" fmla="*/ 90487 h 75"/>
                <a:gd name="T34" fmla="*/ 38100 w 25"/>
                <a:gd name="T35" fmla="*/ 101600 h 75"/>
                <a:gd name="T36" fmla="*/ 39688 w 25"/>
                <a:gd name="T37" fmla="*/ 109537 h 75"/>
                <a:gd name="T38" fmla="*/ 39688 w 25"/>
                <a:gd name="T39" fmla="*/ 109537 h 75"/>
                <a:gd name="T40" fmla="*/ 39688 w 25"/>
                <a:gd name="T41" fmla="*/ 119062 h 75"/>
                <a:gd name="T42" fmla="*/ 39688 w 25"/>
                <a:gd name="T43" fmla="*/ 119062 h 75"/>
                <a:gd name="T44" fmla="*/ 38100 w 25"/>
                <a:gd name="T45" fmla="*/ 114300 h 75"/>
                <a:gd name="T46" fmla="*/ 36513 w 25"/>
                <a:gd name="T47" fmla="*/ 100012 h 75"/>
                <a:gd name="T48" fmla="*/ 31750 w 25"/>
                <a:gd name="T49" fmla="*/ 84137 h 75"/>
                <a:gd name="T50" fmla="*/ 30163 w 25"/>
                <a:gd name="T51" fmla="*/ 76200 h 75"/>
                <a:gd name="T52" fmla="*/ 26988 w 25"/>
                <a:gd name="T53" fmla="*/ 68262 h 75"/>
                <a:gd name="T54" fmla="*/ 26988 w 25"/>
                <a:gd name="T55" fmla="*/ 68262 h 75"/>
                <a:gd name="T56" fmla="*/ 12700 w 25"/>
                <a:gd name="T57" fmla="*/ 47625 h 75"/>
                <a:gd name="T58" fmla="*/ 7938 w 25"/>
                <a:gd name="T59" fmla="*/ 39687 h 75"/>
                <a:gd name="T60" fmla="*/ 7938 w 25"/>
                <a:gd name="T61" fmla="*/ 34925 h 75"/>
                <a:gd name="T62" fmla="*/ 7938 w 25"/>
                <a:gd name="T63" fmla="*/ 34925 h 75"/>
                <a:gd name="T64" fmla="*/ 7938 w 25"/>
                <a:gd name="T65" fmla="*/ 26987 h 75"/>
                <a:gd name="T66" fmla="*/ 6350 w 25"/>
                <a:gd name="T67" fmla="*/ 23812 h 75"/>
                <a:gd name="T68" fmla="*/ 6350 w 25"/>
                <a:gd name="T69" fmla="*/ 22225 h 75"/>
                <a:gd name="T70" fmla="*/ 4763 w 25"/>
                <a:gd name="T71" fmla="*/ 20637 h 75"/>
                <a:gd name="T72" fmla="*/ 4763 w 25"/>
                <a:gd name="T73" fmla="*/ 20637 h 75"/>
                <a:gd name="T74" fmla="*/ 0 w 25"/>
                <a:gd name="T75" fmla="*/ 17462 h 75"/>
                <a:gd name="T76" fmla="*/ 0 w 25"/>
                <a:gd name="T77" fmla="*/ 17462 h 75"/>
                <a:gd name="T78" fmla="*/ 0 w 25"/>
                <a:gd name="T79" fmla="*/ 17462 h 7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"/>
                <a:gd name="T121" fmla="*/ 0 h 75"/>
                <a:gd name="T122" fmla="*/ 25 w 25"/>
                <a:gd name="T123" fmla="*/ 75 h 7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" h="75">
                  <a:moveTo>
                    <a:pt x="0" y="11"/>
                  </a:moveTo>
                  <a:lnTo>
                    <a:pt x="0" y="11"/>
                  </a:lnTo>
                  <a:lnTo>
                    <a:pt x="2" y="9"/>
                  </a:lnTo>
                  <a:lnTo>
                    <a:pt x="6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2"/>
                  </a:lnTo>
                  <a:lnTo>
                    <a:pt x="11" y="8"/>
                  </a:lnTo>
                  <a:lnTo>
                    <a:pt x="14" y="18"/>
                  </a:lnTo>
                  <a:lnTo>
                    <a:pt x="17" y="30"/>
                  </a:lnTo>
                  <a:lnTo>
                    <a:pt x="19" y="40"/>
                  </a:lnTo>
                  <a:lnTo>
                    <a:pt x="23" y="57"/>
                  </a:lnTo>
                  <a:lnTo>
                    <a:pt x="24" y="64"/>
                  </a:lnTo>
                  <a:lnTo>
                    <a:pt x="25" y="69"/>
                  </a:lnTo>
                  <a:lnTo>
                    <a:pt x="25" y="75"/>
                  </a:lnTo>
                  <a:lnTo>
                    <a:pt x="24" y="72"/>
                  </a:lnTo>
                  <a:lnTo>
                    <a:pt x="23" y="63"/>
                  </a:lnTo>
                  <a:lnTo>
                    <a:pt x="20" y="53"/>
                  </a:lnTo>
                  <a:lnTo>
                    <a:pt x="19" y="48"/>
                  </a:lnTo>
                  <a:lnTo>
                    <a:pt x="17" y="43"/>
                  </a:lnTo>
                  <a:lnTo>
                    <a:pt x="8" y="30"/>
                  </a:lnTo>
                  <a:lnTo>
                    <a:pt x="5" y="25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6" name="Freeform 50"/>
            <p:cNvSpPr>
              <a:spLocks/>
            </p:cNvSpPr>
            <p:nvPr/>
          </p:nvSpPr>
          <p:spPr bwMode="auto">
            <a:xfrm>
              <a:off x="5857875" y="1406525"/>
              <a:ext cx="47625" cy="88900"/>
            </a:xfrm>
            <a:custGeom>
              <a:avLst/>
              <a:gdLst>
                <a:gd name="T0" fmla="*/ 0 w 30"/>
                <a:gd name="T1" fmla="*/ 84138 h 56"/>
                <a:gd name="T2" fmla="*/ 33338 w 30"/>
                <a:gd name="T3" fmla="*/ 88900 h 56"/>
                <a:gd name="T4" fmla="*/ 33338 w 30"/>
                <a:gd name="T5" fmla="*/ 88900 h 56"/>
                <a:gd name="T6" fmla="*/ 36513 w 30"/>
                <a:gd name="T7" fmla="*/ 79375 h 56"/>
                <a:gd name="T8" fmla="*/ 39688 w 30"/>
                <a:gd name="T9" fmla="*/ 69850 h 56"/>
                <a:gd name="T10" fmla="*/ 41275 w 30"/>
                <a:gd name="T11" fmla="*/ 63500 h 56"/>
                <a:gd name="T12" fmla="*/ 41275 w 30"/>
                <a:gd name="T13" fmla="*/ 63500 h 56"/>
                <a:gd name="T14" fmla="*/ 41275 w 30"/>
                <a:gd name="T15" fmla="*/ 55563 h 56"/>
                <a:gd name="T16" fmla="*/ 39688 w 30"/>
                <a:gd name="T17" fmla="*/ 55563 h 56"/>
                <a:gd name="T18" fmla="*/ 39688 w 30"/>
                <a:gd name="T19" fmla="*/ 55563 h 56"/>
                <a:gd name="T20" fmla="*/ 41275 w 30"/>
                <a:gd name="T21" fmla="*/ 39688 h 56"/>
                <a:gd name="T22" fmla="*/ 42863 w 30"/>
                <a:gd name="T23" fmla="*/ 26988 h 56"/>
                <a:gd name="T24" fmla="*/ 46038 w 30"/>
                <a:gd name="T25" fmla="*/ 15875 h 56"/>
                <a:gd name="T26" fmla="*/ 46038 w 30"/>
                <a:gd name="T27" fmla="*/ 15875 h 56"/>
                <a:gd name="T28" fmla="*/ 47625 w 30"/>
                <a:gd name="T29" fmla="*/ 3175 h 56"/>
                <a:gd name="T30" fmla="*/ 47625 w 30"/>
                <a:gd name="T31" fmla="*/ 3175 h 56"/>
                <a:gd name="T32" fmla="*/ 47625 w 30"/>
                <a:gd name="T33" fmla="*/ 1588 h 56"/>
                <a:gd name="T34" fmla="*/ 44450 w 30"/>
                <a:gd name="T35" fmla="*/ 0 h 56"/>
                <a:gd name="T36" fmla="*/ 44450 w 30"/>
                <a:gd name="T37" fmla="*/ 0 h 56"/>
                <a:gd name="T38" fmla="*/ 23813 w 30"/>
                <a:gd name="T39" fmla="*/ 0 h 56"/>
                <a:gd name="T40" fmla="*/ 23813 w 30"/>
                <a:gd name="T41" fmla="*/ 0 h 56"/>
                <a:gd name="T42" fmla="*/ 22225 w 30"/>
                <a:gd name="T43" fmla="*/ 7938 h 56"/>
                <a:gd name="T44" fmla="*/ 19050 w 30"/>
                <a:gd name="T45" fmla="*/ 17463 h 56"/>
                <a:gd name="T46" fmla="*/ 14288 w 30"/>
                <a:gd name="T47" fmla="*/ 30163 h 56"/>
                <a:gd name="T48" fmla="*/ 14288 w 30"/>
                <a:gd name="T49" fmla="*/ 30163 h 56"/>
                <a:gd name="T50" fmla="*/ 12700 w 30"/>
                <a:gd name="T51" fmla="*/ 36513 h 56"/>
                <a:gd name="T52" fmla="*/ 9525 w 30"/>
                <a:gd name="T53" fmla="*/ 46037 h 56"/>
                <a:gd name="T54" fmla="*/ 4763 w 30"/>
                <a:gd name="T55" fmla="*/ 61913 h 56"/>
                <a:gd name="T56" fmla="*/ 0 w 30"/>
                <a:gd name="T57" fmla="*/ 84138 h 56"/>
                <a:gd name="T58" fmla="*/ 0 w 30"/>
                <a:gd name="T59" fmla="*/ 84138 h 5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0"/>
                <a:gd name="T91" fmla="*/ 0 h 56"/>
                <a:gd name="T92" fmla="*/ 30 w 30"/>
                <a:gd name="T93" fmla="*/ 56 h 5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0" h="56">
                  <a:moveTo>
                    <a:pt x="0" y="53"/>
                  </a:moveTo>
                  <a:lnTo>
                    <a:pt x="21" y="56"/>
                  </a:lnTo>
                  <a:lnTo>
                    <a:pt x="23" y="50"/>
                  </a:lnTo>
                  <a:lnTo>
                    <a:pt x="25" y="44"/>
                  </a:lnTo>
                  <a:lnTo>
                    <a:pt x="26" y="40"/>
                  </a:lnTo>
                  <a:lnTo>
                    <a:pt x="26" y="35"/>
                  </a:lnTo>
                  <a:lnTo>
                    <a:pt x="25" y="35"/>
                  </a:lnTo>
                  <a:lnTo>
                    <a:pt x="26" y="25"/>
                  </a:lnTo>
                  <a:lnTo>
                    <a:pt x="27" y="17"/>
                  </a:lnTo>
                  <a:lnTo>
                    <a:pt x="29" y="10"/>
                  </a:lnTo>
                  <a:lnTo>
                    <a:pt x="30" y="2"/>
                  </a:lnTo>
                  <a:lnTo>
                    <a:pt x="30" y="1"/>
                  </a:lnTo>
                  <a:lnTo>
                    <a:pt x="28" y="0"/>
                  </a:lnTo>
                  <a:lnTo>
                    <a:pt x="15" y="0"/>
                  </a:lnTo>
                  <a:lnTo>
                    <a:pt x="14" y="5"/>
                  </a:lnTo>
                  <a:lnTo>
                    <a:pt x="12" y="11"/>
                  </a:lnTo>
                  <a:lnTo>
                    <a:pt x="9" y="19"/>
                  </a:lnTo>
                  <a:lnTo>
                    <a:pt x="8" y="23"/>
                  </a:lnTo>
                  <a:lnTo>
                    <a:pt x="6" y="29"/>
                  </a:lnTo>
                  <a:lnTo>
                    <a:pt x="3" y="39"/>
                  </a:lnTo>
                  <a:lnTo>
                    <a:pt x="0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7" name="Freeform 51"/>
            <p:cNvSpPr>
              <a:spLocks/>
            </p:cNvSpPr>
            <p:nvPr/>
          </p:nvSpPr>
          <p:spPr bwMode="auto">
            <a:xfrm>
              <a:off x="6007100" y="1404938"/>
              <a:ext cx="65088" cy="66675"/>
            </a:xfrm>
            <a:custGeom>
              <a:avLst/>
              <a:gdLst>
                <a:gd name="T0" fmla="*/ 0 w 41"/>
                <a:gd name="T1" fmla="*/ 17462 h 42"/>
                <a:gd name="T2" fmla="*/ 42863 w 41"/>
                <a:gd name="T3" fmla="*/ 0 h 42"/>
                <a:gd name="T4" fmla="*/ 42863 w 41"/>
                <a:gd name="T5" fmla="*/ 0 h 42"/>
                <a:gd name="T6" fmla="*/ 49213 w 41"/>
                <a:gd name="T7" fmla="*/ 11112 h 42"/>
                <a:gd name="T8" fmla="*/ 52388 w 41"/>
                <a:gd name="T9" fmla="*/ 22225 h 42"/>
                <a:gd name="T10" fmla="*/ 57150 w 41"/>
                <a:gd name="T11" fmla="*/ 31750 h 42"/>
                <a:gd name="T12" fmla="*/ 57150 w 41"/>
                <a:gd name="T13" fmla="*/ 31750 h 42"/>
                <a:gd name="T14" fmla="*/ 58738 w 41"/>
                <a:gd name="T15" fmla="*/ 42862 h 42"/>
                <a:gd name="T16" fmla="*/ 61913 w 41"/>
                <a:gd name="T17" fmla="*/ 50800 h 42"/>
                <a:gd name="T18" fmla="*/ 65088 w 41"/>
                <a:gd name="T19" fmla="*/ 57150 h 42"/>
                <a:gd name="T20" fmla="*/ 65088 w 41"/>
                <a:gd name="T21" fmla="*/ 57150 h 42"/>
                <a:gd name="T22" fmla="*/ 58738 w 41"/>
                <a:gd name="T23" fmla="*/ 57150 h 42"/>
                <a:gd name="T24" fmla="*/ 50800 w 41"/>
                <a:gd name="T25" fmla="*/ 58738 h 42"/>
                <a:gd name="T26" fmla="*/ 42863 w 41"/>
                <a:gd name="T27" fmla="*/ 60325 h 42"/>
                <a:gd name="T28" fmla="*/ 42863 w 41"/>
                <a:gd name="T29" fmla="*/ 60325 h 42"/>
                <a:gd name="T30" fmla="*/ 30163 w 41"/>
                <a:gd name="T31" fmla="*/ 65088 h 42"/>
                <a:gd name="T32" fmla="*/ 26988 w 41"/>
                <a:gd name="T33" fmla="*/ 66675 h 42"/>
                <a:gd name="T34" fmla="*/ 26988 w 41"/>
                <a:gd name="T35" fmla="*/ 66675 h 42"/>
                <a:gd name="T36" fmla="*/ 23813 w 41"/>
                <a:gd name="T37" fmla="*/ 63500 h 42"/>
                <a:gd name="T38" fmla="*/ 19050 w 41"/>
                <a:gd name="T39" fmla="*/ 57150 h 42"/>
                <a:gd name="T40" fmla="*/ 15875 w 41"/>
                <a:gd name="T41" fmla="*/ 50800 h 42"/>
                <a:gd name="T42" fmla="*/ 15875 w 41"/>
                <a:gd name="T43" fmla="*/ 50800 h 42"/>
                <a:gd name="T44" fmla="*/ 11113 w 41"/>
                <a:gd name="T45" fmla="*/ 38100 h 42"/>
                <a:gd name="T46" fmla="*/ 7938 w 41"/>
                <a:gd name="T47" fmla="*/ 33338 h 42"/>
                <a:gd name="T48" fmla="*/ 4763 w 41"/>
                <a:gd name="T49" fmla="*/ 28575 h 42"/>
                <a:gd name="T50" fmla="*/ 4763 w 41"/>
                <a:gd name="T51" fmla="*/ 28575 h 42"/>
                <a:gd name="T52" fmla="*/ 1588 w 41"/>
                <a:gd name="T53" fmla="*/ 23812 h 42"/>
                <a:gd name="T54" fmla="*/ 0 w 41"/>
                <a:gd name="T55" fmla="*/ 22225 h 42"/>
                <a:gd name="T56" fmla="*/ 0 w 41"/>
                <a:gd name="T57" fmla="*/ 17462 h 42"/>
                <a:gd name="T58" fmla="*/ 0 w 41"/>
                <a:gd name="T59" fmla="*/ 17462 h 4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1"/>
                <a:gd name="T91" fmla="*/ 0 h 42"/>
                <a:gd name="T92" fmla="*/ 41 w 41"/>
                <a:gd name="T93" fmla="*/ 42 h 4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1" h="42">
                  <a:moveTo>
                    <a:pt x="0" y="11"/>
                  </a:moveTo>
                  <a:lnTo>
                    <a:pt x="27" y="0"/>
                  </a:lnTo>
                  <a:lnTo>
                    <a:pt x="31" y="7"/>
                  </a:lnTo>
                  <a:lnTo>
                    <a:pt x="33" y="14"/>
                  </a:lnTo>
                  <a:lnTo>
                    <a:pt x="36" y="20"/>
                  </a:lnTo>
                  <a:lnTo>
                    <a:pt x="37" y="27"/>
                  </a:lnTo>
                  <a:lnTo>
                    <a:pt x="39" y="32"/>
                  </a:lnTo>
                  <a:lnTo>
                    <a:pt x="41" y="36"/>
                  </a:lnTo>
                  <a:lnTo>
                    <a:pt x="37" y="36"/>
                  </a:lnTo>
                  <a:lnTo>
                    <a:pt x="32" y="37"/>
                  </a:lnTo>
                  <a:lnTo>
                    <a:pt x="27" y="38"/>
                  </a:lnTo>
                  <a:lnTo>
                    <a:pt x="19" y="41"/>
                  </a:lnTo>
                  <a:lnTo>
                    <a:pt x="17" y="42"/>
                  </a:lnTo>
                  <a:lnTo>
                    <a:pt x="15" y="40"/>
                  </a:lnTo>
                  <a:lnTo>
                    <a:pt x="12" y="36"/>
                  </a:lnTo>
                  <a:lnTo>
                    <a:pt x="10" y="32"/>
                  </a:lnTo>
                  <a:lnTo>
                    <a:pt x="7" y="24"/>
                  </a:lnTo>
                  <a:lnTo>
                    <a:pt x="5" y="21"/>
                  </a:lnTo>
                  <a:lnTo>
                    <a:pt x="3" y="18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8" name="Freeform 52"/>
            <p:cNvSpPr>
              <a:spLocks/>
            </p:cNvSpPr>
            <p:nvPr/>
          </p:nvSpPr>
          <p:spPr bwMode="auto">
            <a:xfrm>
              <a:off x="6196013" y="1238250"/>
              <a:ext cx="11112" cy="23813"/>
            </a:xfrm>
            <a:custGeom>
              <a:avLst/>
              <a:gdLst>
                <a:gd name="T0" fmla="*/ 1587 w 7"/>
                <a:gd name="T1" fmla="*/ 6350 h 15"/>
                <a:gd name="T2" fmla="*/ 1587 w 7"/>
                <a:gd name="T3" fmla="*/ 6350 h 15"/>
                <a:gd name="T4" fmla="*/ 4762 w 7"/>
                <a:gd name="T5" fmla="*/ 1588 h 15"/>
                <a:gd name="T6" fmla="*/ 7937 w 7"/>
                <a:gd name="T7" fmla="*/ 0 h 15"/>
                <a:gd name="T8" fmla="*/ 9525 w 7"/>
                <a:gd name="T9" fmla="*/ 0 h 15"/>
                <a:gd name="T10" fmla="*/ 9525 w 7"/>
                <a:gd name="T11" fmla="*/ 0 h 15"/>
                <a:gd name="T12" fmla="*/ 11112 w 7"/>
                <a:gd name="T13" fmla="*/ 12700 h 15"/>
                <a:gd name="T14" fmla="*/ 11112 w 7"/>
                <a:gd name="T15" fmla="*/ 12700 h 15"/>
                <a:gd name="T16" fmla="*/ 6350 w 7"/>
                <a:gd name="T17" fmla="*/ 17463 h 15"/>
                <a:gd name="T18" fmla="*/ 3175 w 7"/>
                <a:gd name="T19" fmla="*/ 22225 h 15"/>
                <a:gd name="T20" fmla="*/ 1587 w 7"/>
                <a:gd name="T21" fmla="*/ 23813 h 15"/>
                <a:gd name="T22" fmla="*/ 1587 w 7"/>
                <a:gd name="T23" fmla="*/ 23813 h 15"/>
                <a:gd name="T24" fmla="*/ 0 w 7"/>
                <a:gd name="T25" fmla="*/ 22225 h 15"/>
                <a:gd name="T26" fmla="*/ 0 w 7"/>
                <a:gd name="T27" fmla="*/ 17463 h 15"/>
                <a:gd name="T28" fmla="*/ 0 w 7"/>
                <a:gd name="T29" fmla="*/ 11113 h 15"/>
                <a:gd name="T30" fmla="*/ 0 w 7"/>
                <a:gd name="T31" fmla="*/ 11113 h 15"/>
                <a:gd name="T32" fmla="*/ 0 w 7"/>
                <a:gd name="T33" fmla="*/ 7938 h 15"/>
                <a:gd name="T34" fmla="*/ 1587 w 7"/>
                <a:gd name="T35" fmla="*/ 6350 h 15"/>
                <a:gd name="T36" fmla="*/ 1587 w 7"/>
                <a:gd name="T37" fmla="*/ 6350 h 1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"/>
                <a:gd name="T58" fmla="*/ 0 h 15"/>
                <a:gd name="T59" fmla="*/ 7 w 7"/>
                <a:gd name="T60" fmla="*/ 15 h 1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" h="15">
                  <a:moveTo>
                    <a:pt x="1" y="4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5" y="0"/>
                  </a:lnTo>
                  <a:lnTo>
                    <a:pt x="6" y="0"/>
                  </a:lnTo>
                  <a:lnTo>
                    <a:pt x="7" y="8"/>
                  </a:lnTo>
                  <a:lnTo>
                    <a:pt x="4" y="11"/>
                  </a:lnTo>
                  <a:lnTo>
                    <a:pt x="2" y="14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79" name="Freeform 53"/>
            <p:cNvSpPr>
              <a:spLocks/>
            </p:cNvSpPr>
            <p:nvPr/>
          </p:nvSpPr>
          <p:spPr bwMode="auto">
            <a:xfrm>
              <a:off x="6407150" y="1244600"/>
              <a:ext cx="44450" cy="65088"/>
            </a:xfrm>
            <a:custGeom>
              <a:avLst/>
              <a:gdLst>
                <a:gd name="T0" fmla="*/ 0 w 28"/>
                <a:gd name="T1" fmla="*/ 14288 h 41"/>
                <a:gd name="T2" fmla="*/ 0 w 28"/>
                <a:gd name="T3" fmla="*/ 14288 h 41"/>
                <a:gd name="T4" fmla="*/ 0 w 28"/>
                <a:gd name="T5" fmla="*/ 12700 h 41"/>
                <a:gd name="T6" fmla="*/ 1588 w 28"/>
                <a:gd name="T7" fmla="*/ 9525 h 41"/>
                <a:gd name="T8" fmla="*/ 3175 w 28"/>
                <a:gd name="T9" fmla="*/ 7938 h 41"/>
                <a:gd name="T10" fmla="*/ 4763 w 28"/>
                <a:gd name="T11" fmla="*/ 6350 h 41"/>
                <a:gd name="T12" fmla="*/ 7938 w 28"/>
                <a:gd name="T13" fmla="*/ 4763 h 41"/>
                <a:gd name="T14" fmla="*/ 7938 w 28"/>
                <a:gd name="T15" fmla="*/ 4763 h 41"/>
                <a:gd name="T16" fmla="*/ 14288 w 28"/>
                <a:gd name="T17" fmla="*/ 1588 h 41"/>
                <a:gd name="T18" fmla="*/ 19050 w 28"/>
                <a:gd name="T19" fmla="*/ 1588 h 41"/>
                <a:gd name="T20" fmla="*/ 22225 w 28"/>
                <a:gd name="T21" fmla="*/ 0 h 41"/>
                <a:gd name="T22" fmla="*/ 23812 w 28"/>
                <a:gd name="T23" fmla="*/ 1588 h 41"/>
                <a:gd name="T24" fmla="*/ 25400 w 28"/>
                <a:gd name="T25" fmla="*/ 1588 h 41"/>
                <a:gd name="T26" fmla="*/ 26988 w 28"/>
                <a:gd name="T27" fmla="*/ 4763 h 41"/>
                <a:gd name="T28" fmla="*/ 26988 w 28"/>
                <a:gd name="T29" fmla="*/ 4763 h 41"/>
                <a:gd name="T30" fmla="*/ 33338 w 28"/>
                <a:gd name="T31" fmla="*/ 19050 h 41"/>
                <a:gd name="T32" fmla="*/ 36513 w 28"/>
                <a:gd name="T33" fmla="*/ 31750 h 41"/>
                <a:gd name="T34" fmla="*/ 39688 w 28"/>
                <a:gd name="T35" fmla="*/ 44450 h 41"/>
                <a:gd name="T36" fmla="*/ 39688 w 28"/>
                <a:gd name="T37" fmla="*/ 44450 h 41"/>
                <a:gd name="T38" fmla="*/ 44450 w 28"/>
                <a:gd name="T39" fmla="*/ 65088 h 41"/>
                <a:gd name="T40" fmla="*/ 44450 w 28"/>
                <a:gd name="T41" fmla="*/ 65088 h 41"/>
                <a:gd name="T42" fmla="*/ 39688 w 28"/>
                <a:gd name="T43" fmla="*/ 63500 h 41"/>
                <a:gd name="T44" fmla="*/ 34925 w 28"/>
                <a:gd name="T45" fmla="*/ 63500 h 41"/>
                <a:gd name="T46" fmla="*/ 28575 w 28"/>
                <a:gd name="T47" fmla="*/ 65088 h 41"/>
                <a:gd name="T48" fmla="*/ 28575 w 28"/>
                <a:gd name="T49" fmla="*/ 65088 h 41"/>
                <a:gd name="T50" fmla="*/ 15875 w 28"/>
                <a:gd name="T51" fmla="*/ 65088 h 41"/>
                <a:gd name="T52" fmla="*/ 14288 w 28"/>
                <a:gd name="T53" fmla="*/ 65088 h 41"/>
                <a:gd name="T54" fmla="*/ 14288 w 28"/>
                <a:gd name="T55" fmla="*/ 65088 h 41"/>
                <a:gd name="T56" fmla="*/ 14288 w 28"/>
                <a:gd name="T57" fmla="*/ 65088 h 41"/>
                <a:gd name="T58" fmla="*/ 19050 w 28"/>
                <a:gd name="T59" fmla="*/ 60325 h 41"/>
                <a:gd name="T60" fmla="*/ 22225 w 28"/>
                <a:gd name="T61" fmla="*/ 57150 h 41"/>
                <a:gd name="T62" fmla="*/ 22225 w 28"/>
                <a:gd name="T63" fmla="*/ 55563 h 41"/>
                <a:gd name="T64" fmla="*/ 23812 w 28"/>
                <a:gd name="T65" fmla="*/ 55563 h 41"/>
                <a:gd name="T66" fmla="*/ 23812 w 28"/>
                <a:gd name="T67" fmla="*/ 55563 h 41"/>
                <a:gd name="T68" fmla="*/ 22225 w 28"/>
                <a:gd name="T69" fmla="*/ 52388 h 41"/>
                <a:gd name="T70" fmla="*/ 20638 w 28"/>
                <a:gd name="T71" fmla="*/ 47625 h 41"/>
                <a:gd name="T72" fmla="*/ 15875 w 28"/>
                <a:gd name="T73" fmla="*/ 33338 h 41"/>
                <a:gd name="T74" fmla="*/ 15875 w 28"/>
                <a:gd name="T75" fmla="*/ 33338 h 41"/>
                <a:gd name="T76" fmla="*/ 12700 w 28"/>
                <a:gd name="T77" fmla="*/ 23813 h 41"/>
                <a:gd name="T78" fmla="*/ 7938 w 28"/>
                <a:gd name="T79" fmla="*/ 15875 h 41"/>
                <a:gd name="T80" fmla="*/ 6350 w 28"/>
                <a:gd name="T81" fmla="*/ 11113 h 41"/>
                <a:gd name="T82" fmla="*/ 4763 w 28"/>
                <a:gd name="T83" fmla="*/ 11113 h 41"/>
                <a:gd name="T84" fmla="*/ 4763 w 28"/>
                <a:gd name="T85" fmla="*/ 11113 h 41"/>
                <a:gd name="T86" fmla="*/ 4763 w 28"/>
                <a:gd name="T87" fmla="*/ 11113 h 41"/>
                <a:gd name="T88" fmla="*/ 0 w 28"/>
                <a:gd name="T89" fmla="*/ 14288 h 41"/>
                <a:gd name="T90" fmla="*/ 0 w 28"/>
                <a:gd name="T91" fmla="*/ 14288 h 4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8"/>
                <a:gd name="T139" fmla="*/ 0 h 41"/>
                <a:gd name="T140" fmla="*/ 28 w 28"/>
                <a:gd name="T141" fmla="*/ 41 h 41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8" h="41">
                  <a:moveTo>
                    <a:pt x="0" y="9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1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5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4" y="0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7" y="3"/>
                  </a:lnTo>
                  <a:lnTo>
                    <a:pt x="21" y="12"/>
                  </a:lnTo>
                  <a:lnTo>
                    <a:pt x="23" y="20"/>
                  </a:lnTo>
                  <a:lnTo>
                    <a:pt x="25" y="28"/>
                  </a:lnTo>
                  <a:lnTo>
                    <a:pt x="28" y="41"/>
                  </a:lnTo>
                  <a:lnTo>
                    <a:pt x="25" y="40"/>
                  </a:lnTo>
                  <a:lnTo>
                    <a:pt x="22" y="40"/>
                  </a:lnTo>
                  <a:lnTo>
                    <a:pt x="18" y="41"/>
                  </a:lnTo>
                  <a:lnTo>
                    <a:pt x="10" y="41"/>
                  </a:lnTo>
                  <a:lnTo>
                    <a:pt x="9" y="41"/>
                  </a:lnTo>
                  <a:lnTo>
                    <a:pt x="12" y="38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5"/>
                  </a:lnTo>
                  <a:lnTo>
                    <a:pt x="14" y="33"/>
                  </a:lnTo>
                  <a:lnTo>
                    <a:pt x="13" y="30"/>
                  </a:lnTo>
                  <a:lnTo>
                    <a:pt x="10" y="21"/>
                  </a:lnTo>
                  <a:lnTo>
                    <a:pt x="8" y="15"/>
                  </a:lnTo>
                  <a:lnTo>
                    <a:pt x="5" y="10"/>
                  </a:lnTo>
                  <a:lnTo>
                    <a:pt x="4" y="7"/>
                  </a:lnTo>
                  <a:lnTo>
                    <a:pt x="3" y="7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0" name="Freeform 54"/>
            <p:cNvSpPr>
              <a:spLocks/>
            </p:cNvSpPr>
            <p:nvPr/>
          </p:nvSpPr>
          <p:spPr bwMode="auto">
            <a:xfrm>
              <a:off x="6353175" y="1379538"/>
              <a:ext cx="15875" cy="49212"/>
            </a:xfrm>
            <a:custGeom>
              <a:avLst/>
              <a:gdLst>
                <a:gd name="T0" fmla="*/ 7938 w 10"/>
                <a:gd name="T1" fmla="*/ 0 h 31"/>
                <a:gd name="T2" fmla="*/ 7938 w 10"/>
                <a:gd name="T3" fmla="*/ 0 h 31"/>
                <a:gd name="T4" fmla="*/ 3175 w 10"/>
                <a:gd name="T5" fmla="*/ 19050 h 31"/>
                <a:gd name="T6" fmla="*/ 1588 w 10"/>
                <a:gd name="T7" fmla="*/ 33337 h 31"/>
                <a:gd name="T8" fmla="*/ 0 w 10"/>
                <a:gd name="T9" fmla="*/ 38100 h 31"/>
                <a:gd name="T10" fmla="*/ 1588 w 10"/>
                <a:gd name="T11" fmla="*/ 41275 h 31"/>
                <a:gd name="T12" fmla="*/ 1588 w 10"/>
                <a:gd name="T13" fmla="*/ 41275 h 31"/>
                <a:gd name="T14" fmla="*/ 4762 w 10"/>
                <a:gd name="T15" fmla="*/ 46037 h 31"/>
                <a:gd name="T16" fmla="*/ 6350 w 10"/>
                <a:gd name="T17" fmla="*/ 47625 h 31"/>
                <a:gd name="T18" fmla="*/ 7938 w 10"/>
                <a:gd name="T19" fmla="*/ 49212 h 31"/>
                <a:gd name="T20" fmla="*/ 11112 w 10"/>
                <a:gd name="T21" fmla="*/ 47625 h 31"/>
                <a:gd name="T22" fmla="*/ 11112 w 10"/>
                <a:gd name="T23" fmla="*/ 47625 h 31"/>
                <a:gd name="T24" fmla="*/ 15875 w 10"/>
                <a:gd name="T25" fmla="*/ 44450 h 31"/>
                <a:gd name="T26" fmla="*/ 7938 w 10"/>
                <a:gd name="T27" fmla="*/ 0 h 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"/>
                <a:gd name="T43" fmla="*/ 0 h 31"/>
                <a:gd name="T44" fmla="*/ 10 w 10"/>
                <a:gd name="T45" fmla="*/ 31 h 3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" h="31">
                  <a:moveTo>
                    <a:pt x="5" y="0"/>
                  </a:moveTo>
                  <a:lnTo>
                    <a:pt x="5" y="0"/>
                  </a:lnTo>
                  <a:lnTo>
                    <a:pt x="2" y="12"/>
                  </a:lnTo>
                  <a:lnTo>
                    <a:pt x="1" y="21"/>
                  </a:lnTo>
                  <a:lnTo>
                    <a:pt x="0" y="24"/>
                  </a:lnTo>
                  <a:lnTo>
                    <a:pt x="1" y="26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10" y="28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1" name="Freeform 55"/>
            <p:cNvSpPr>
              <a:spLocks/>
            </p:cNvSpPr>
            <p:nvPr/>
          </p:nvSpPr>
          <p:spPr bwMode="auto">
            <a:xfrm>
              <a:off x="6308725" y="944563"/>
              <a:ext cx="90488" cy="242887"/>
            </a:xfrm>
            <a:custGeom>
              <a:avLst/>
              <a:gdLst>
                <a:gd name="T0" fmla="*/ 15875 w 57"/>
                <a:gd name="T1" fmla="*/ 242887 h 153"/>
                <a:gd name="T2" fmla="*/ 4763 w 57"/>
                <a:gd name="T3" fmla="*/ 179387 h 153"/>
                <a:gd name="T4" fmla="*/ 3175 w 57"/>
                <a:gd name="T5" fmla="*/ 158750 h 153"/>
                <a:gd name="T6" fmla="*/ 3175 w 57"/>
                <a:gd name="T7" fmla="*/ 146050 h 153"/>
                <a:gd name="T8" fmla="*/ 6350 w 57"/>
                <a:gd name="T9" fmla="*/ 127000 h 153"/>
                <a:gd name="T10" fmla="*/ 1588 w 57"/>
                <a:gd name="T11" fmla="*/ 87312 h 153"/>
                <a:gd name="T12" fmla="*/ 0 w 57"/>
                <a:gd name="T13" fmla="*/ 80962 h 153"/>
                <a:gd name="T14" fmla="*/ 1588 w 57"/>
                <a:gd name="T15" fmla="*/ 73025 h 153"/>
                <a:gd name="T16" fmla="*/ 6350 w 57"/>
                <a:gd name="T17" fmla="*/ 77787 h 153"/>
                <a:gd name="T18" fmla="*/ 12700 w 57"/>
                <a:gd name="T19" fmla="*/ 82550 h 153"/>
                <a:gd name="T20" fmla="*/ 14288 w 57"/>
                <a:gd name="T21" fmla="*/ 80962 h 153"/>
                <a:gd name="T22" fmla="*/ 17463 w 57"/>
                <a:gd name="T23" fmla="*/ 74612 h 153"/>
                <a:gd name="T24" fmla="*/ 26988 w 57"/>
                <a:gd name="T25" fmla="*/ 55562 h 153"/>
                <a:gd name="T26" fmla="*/ 36513 w 57"/>
                <a:gd name="T27" fmla="*/ 42862 h 153"/>
                <a:gd name="T28" fmla="*/ 57150 w 57"/>
                <a:gd name="T29" fmla="*/ 19050 h 153"/>
                <a:gd name="T30" fmla="*/ 66675 w 57"/>
                <a:gd name="T31" fmla="*/ 9525 h 153"/>
                <a:gd name="T32" fmla="*/ 90488 w 57"/>
                <a:gd name="T33" fmla="*/ 12700 h 153"/>
                <a:gd name="T34" fmla="*/ 88900 w 57"/>
                <a:gd name="T35" fmla="*/ 14287 h 153"/>
                <a:gd name="T36" fmla="*/ 79375 w 57"/>
                <a:gd name="T37" fmla="*/ 28575 h 153"/>
                <a:gd name="T38" fmla="*/ 71438 w 57"/>
                <a:gd name="T39" fmla="*/ 44450 h 153"/>
                <a:gd name="T40" fmla="*/ 66675 w 57"/>
                <a:gd name="T41" fmla="*/ 55562 h 153"/>
                <a:gd name="T42" fmla="*/ 41275 w 57"/>
                <a:gd name="T43" fmla="*/ 160337 h 153"/>
                <a:gd name="T44" fmla="*/ 38100 w 57"/>
                <a:gd name="T45" fmla="*/ 155575 h 153"/>
                <a:gd name="T46" fmla="*/ 36513 w 57"/>
                <a:gd name="T47" fmla="*/ 146050 h 153"/>
                <a:gd name="T48" fmla="*/ 36513 w 57"/>
                <a:gd name="T49" fmla="*/ 141287 h 153"/>
                <a:gd name="T50" fmla="*/ 36513 w 57"/>
                <a:gd name="T51" fmla="*/ 131762 h 153"/>
                <a:gd name="T52" fmla="*/ 31750 w 57"/>
                <a:gd name="T53" fmla="*/ 109537 h 153"/>
                <a:gd name="T54" fmla="*/ 31750 w 57"/>
                <a:gd name="T55" fmla="*/ 106362 h 153"/>
                <a:gd name="T56" fmla="*/ 31750 w 57"/>
                <a:gd name="T57" fmla="*/ 95250 h 153"/>
                <a:gd name="T58" fmla="*/ 34925 w 57"/>
                <a:gd name="T59" fmla="*/ 90487 h 153"/>
                <a:gd name="T60" fmla="*/ 26988 w 57"/>
                <a:gd name="T61" fmla="*/ 73025 h 153"/>
                <a:gd name="T62" fmla="*/ 23813 w 57"/>
                <a:gd name="T63" fmla="*/ 76200 h 153"/>
                <a:gd name="T64" fmla="*/ 15875 w 57"/>
                <a:gd name="T65" fmla="*/ 82550 h 153"/>
                <a:gd name="T66" fmla="*/ 9525 w 57"/>
                <a:gd name="T67" fmla="*/ 85725 h 153"/>
                <a:gd name="T68" fmla="*/ 6350 w 57"/>
                <a:gd name="T69" fmla="*/ 85725 h 153"/>
                <a:gd name="T70" fmla="*/ 6350 w 57"/>
                <a:gd name="T71" fmla="*/ 98425 h 153"/>
                <a:gd name="T72" fmla="*/ 7938 w 57"/>
                <a:gd name="T73" fmla="*/ 106362 h 153"/>
                <a:gd name="T74" fmla="*/ 7938 w 57"/>
                <a:gd name="T75" fmla="*/ 127000 h 153"/>
                <a:gd name="T76" fmla="*/ 6350 w 57"/>
                <a:gd name="T77" fmla="*/ 150812 h 153"/>
                <a:gd name="T78" fmla="*/ 9525 w 57"/>
                <a:gd name="T79" fmla="*/ 179387 h 153"/>
                <a:gd name="T80" fmla="*/ 12700 w 57"/>
                <a:gd name="T81" fmla="*/ 207962 h 153"/>
                <a:gd name="T82" fmla="*/ 15875 w 57"/>
                <a:gd name="T83" fmla="*/ 242887 h 15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7"/>
                <a:gd name="T127" fmla="*/ 0 h 153"/>
                <a:gd name="T128" fmla="*/ 57 w 57"/>
                <a:gd name="T129" fmla="*/ 153 h 15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7" h="153">
                  <a:moveTo>
                    <a:pt x="10" y="153"/>
                  </a:moveTo>
                  <a:lnTo>
                    <a:pt x="10" y="153"/>
                  </a:lnTo>
                  <a:lnTo>
                    <a:pt x="6" y="130"/>
                  </a:lnTo>
                  <a:lnTo>
                    <a:pt x="3" y="113"/>
                  </a:lnTo>
                  <a:lnTo>
                    <a:pt x="2" y="105"/>
                  </a:lnTo>
                  <a:lnTo>
                    <a:pt x="2" y="100"/>
                  </a:lnTo>
                  <a:lnTo>
                    <a:pt x="2" y="92"/>
                  </a:lnTo>
                  <a:lnTo>
                    <a:pt x="3" y="86"/>
                  </a:lnTo>
                  <a:lnTo>
                    <a:pt x="4" y="80"/>
                  </a:lnTo>
                  <a:lnTo>
                    <a:pt x="1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1" y="46"/>
                  </a:lnTo>
                  <a:lnTo>
                    <a:pt x="4" y="49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9" y="51"/>
                  </a:lnTo>
                  <a:lnTo>
                    <a:pt x="10" y="50"/>
                  </a:lnTo>
                  <a:lnTo>
                    <a:pt x="11" y="47"/>
                  </a:lnTo>
                  <a:lnTo>
                    <a:pt x="14" y="41"/>
                  </a:lnTo>
                  <a:lnTo>
                    <a:pt x="17" y="35"/>
                  </a:lnTo>
                  <a:lnTo>
                    <a:pt x="23" y="27"/>
                  </a:lnTo>
                  <a:lnTo>
                    <a:pt x="30" y="19"/>
                  </a:lnTo>
                  <a:lnTo>
                    <a:pt x="36" y="12"/>
                  </a:lnTo>
                  <a:lnTo>
                    <a:pt x="42" y="6"/>
                  </a:lnTo>
                  <a:lnTo>
                    <a:pt x="50" y="0"/>
                  </a:lnTo>
                  <a:lnTo>
                    <a:pt x="57" y="8"/>
                  </a:lnTo>
                  <a:lnTo>
                    <a:pt x="56" y="9"/>
                  </a:lnTo>
                  <a:lnTo>
                    <a:pt x="52" y="14"/>
                  </a:lnTo>
                  <a:lnTo>
                    <a:pt x="50" y="18"/>
                  </a:lnTo>
                  <a:lnTo>
                    <a:pt x="47" y="23"/>
                  </a:lnTo>
                  <a:lnTo>
                    <a:pt x="45" y="28"/>
                  </a:lnTo>
                  <a:lnTo>
                    <a:pt x="42" y="35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4" y="98"/>
                  </a:lnTo>
                  <a:lnTo>
                    <a:pt x="23" y="94"/>
                  </a:lnTo>
                  <a:lnTo>
                    <a:pt x="23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3" y="83"/>
                  </a:lnTo>
                  <a:lnTo>
                    <a:pt x="22" y="77"/>
                  </a:lnTo>
                  <a:lnTo>
                    <a:pt x="20" y="69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0"/>
                  </a:lnTo>
                  <a:lnTo>
                    <a:pt x="22" y="57"/>
                  </a:lnTo>
                  <a:lnTo>
                    <a:pt x="24" y="50"/>
                  </a:lnTo>
                  <a:lnTo>
                    <a:pt x="17" y="46"/>
                  </a:lnTo>
                  <a:lnTo>
                    <a:pt x="15" y="48"/>
                  </a:lnTo>
                  <a:lnTo>
                    <a:pt x="13" y="50"/>
                  </a:lnTo>
                  <a:lnTo>
                    <a:pt x="10" y="52"/>
                  </a:lnTo>
                  <a:lnTo>
                    <a:pt x="6" y="54"/>
                  </a:lnTo>
                  <a:lnTo>
                    <a:pt x="4" y="54"/>
                  </a:lnTo>
                  <a:lnTo>
                    <a:pt x="4" y="57"/>
                  </a:lnTo>
                  <a:lnTo>
                    <a:pt x="4" y="62"/>
                  </a:lnTo>
                  <a:lnTo>
                    <a:pt x="5" y="67"/>
                  </a:lnTo>
                  <a:lnTo>
                    <a:pt x="5" y="73"/>
                  </a:lnTo>
                  <a:lnTo>
                    <a:pt x="5" y="80"/>
                  </a:lnTo>
                  <a:lnTo>
                    <a:pt x="4" y="88"/>
                  </a:lnTo>
                  <a:lnTo>
                    <a:pt x="4" y="95"/>
                  </a:lnTo>
                  <a:lnTo>
                    <a:pt x="6" y="113"/>
                  </a:lnTo>
                  <a:lnTo>
                    <a:pt x="8" y="131"/>
                  </a:lnTo>
                  <a:lnTo>
                    <a:pt x="10" y="1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4813503" y="3321586"/>
            <a:ext cx="1693225" cy="774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813503" y="1888146"/>
            <a:ext cx="1693225" cy="1992030"/>
            <a:chOff x="4813503" y="1901172"/>
            <a:chExt cx="1693225" cy="1992030"/>
          </a:xfrm>
        </p:grpSpPr>
        <p:sp>
          <p:nvSpPr>
            <p:cNvPr id="18" name="Rectangle 17"/>
            <p:cNvSpPr/>
            <p:nvPr/>
          </p:nvSpPr>
          <p:spPr>
            <a:xfrm>
              <a:off x="4813503" y="1901172"/>
              <a:ext cx="1693225" cy="199203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4898164" y="3474892"/>
              <a:ext cx="1523903" cy="338629"/>
            </a:xfrm>
            <a:custGeom>
              <a:avLst/>
              <a:gdLst>
                <a:gd name="connsiteX0" fmla="*/ 0 w 1523903"/>
                <a:gd name="connsiteY0" fmla="*/ 0 h 338629"/>
                <a:gd name="connsiteX1" fmla="*/ 1523903 w 1523903"/>
                <a:gd name="connsiteY1" fmla="*/ 0 h 338629"/>
                <a:gd name="connsiteX2" fmla="*/ 1523903 w 1523903"/>
                <a:gd name="connsiteY2" fmla="*/ 338629 h 338629"/>
                <a:gd name="connsiteX3" fmla="*/ 0 w 1523903"/>
                <a:gd name="connsiteY3" fmla="*/ 338629 h 338629"/>
                <a:gd name="connsiteX4" fmla="*/ 0 w 1523903"/>
                <a:gd name="connsiteY4" fmla="*/ 0 h 3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338629">
                  <a:moveTo>
                    <a:pt x="0" y="0"/>
                  </a:moveTo>
                  <a:lnTo>
                    <a:pt x="1523903" y="0"/>
                  </a:lnTo>
                  <a:lnTo>
                    <a:pt x="1523903" y="338629"/>
                  </a:lnTo>
                  <a:lnTo>
                    <a:pt x="0" y="338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500" b="1" dirty="0" smtClean="0">
                  <a:solidFill>
                    <a:schemeClr val="bg1"/>
                  </a:solidFill>
                  <a:latin typeface="+mj-ea"/>
                </a:rPr>
                <a:t>Part3 </a:t>
              </a:r>
              <a:r>
                <a:rPr lang="zh-CN" altLang="en-US" sz="1500" b="1" kern="1200" dirty="0" smtClean="0">
                  <a:solidFill>
                    <a:schemeClr val="bg1"/>
                  </a:solidFill>
                </a:rPr>
                <a:t>淡化权威</a:t>
              </a:r>
              <a:endParaRPr lang="en-US" sz="15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4898164" y="3275673"/>
              <a:ext cx="1523903" cy="199218"/>
            </a:xfrm>
            <a:custGeom>
              <a:avLst/>
              <a:gdLst>
                <a:gd name="connsiteX0" fmla="*/ 0 w 1523903"/>
                <a:gd name="connsiteY0" fmla="*/ 0 h 199218"/>
                <a:gd name="connsiteX1" fmla="*/ 1523903 w 1523903"/>
                <a:gd name="connsiteY1" fmla="*/ 0 h 199218"/>
                <a:gd name="connsiteX2" fmla="*/ 1523903 w 1523903"/>
                <a:gd name="connsiteY2" fmla="*/ 199218 h 199218"/>
                <a:gd name="connsiteX3" fmla="*/ 0 w 1523903"/>
                <a:gd name="connsiteY3" fmla="*/ 199218 h 199218"/>
                <a:gd name="connsiteX4" fmla="*/ 0 w 1523903"/>
                <a:gd name="connsiteY4" fmla="*/ 0 h 19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199218">
                  <a:moveTo>
                    <a:pt x="0" y="0"/>
                  </a:moveTo>
                  <a:lnTo>
                    <a:pt x="1523903" y="0"/>
                  </a:lnTo>
                  <a:lnTo>
                    <a:pt x="1523903" y="199218"/>
                  </a:lnTo>
                  <a:lnTo>
                    <a:pt x="0" y="1992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9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0" y="133350"/>
            <a:ext cx="9144000" cy="97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61038" y="1888146"/>
            <a:ext cx="1693225" cy="1992030"/>
            <a:chOff x="461038" y="1901172"/>
            <a:chExt cx="1693225" cy="1992030"/>
          </a:xfrm>
        </p:grpSpPr>
        <p:sp>
          <p:nvSpPr>
            <p:cNvPr id="10" name="Rectangle 9"/>
            <p:cNvSpPr/>
            <p:nvPr/>
          </p:nvSpPr>
          <p:spPr>
            <a:xfrm>
              <a:off x="461038" y="1901172"/>
              <a:ext cx="1693225" cy="199203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545699" y="3474892"/>
              <a:ext cx="1523903" cy="338629"/>
            </a:xfrm>
            <a:custGeom>
              <a:avLst/>
              <a:gdLst>
                <a:gd name="connsiteX0" fmla="*/ 0 w 1523903"/>
                <a:gd name="connsiteY0" fmla="*/ 0 h 338629"/>
                <a:gd name="connsiteX1" fmla="*/ 1523903 w 1523903"/>
                <a:gd name="connsiteY1" fmla="*/ 0 h 338629"/>
                <a:gd name="connsiteX2" fmla="*/ 1523903 w 1523903"/>
                <a:gd name="connsiteY2" fmla="*/ 338629 h 338629"/>
                <a:gd name="connsiteX3" fmla="*/ 0 w 1523903"/>
                <a:gd name="connsiteY3" fmla="*/ 338629 h 338629"/>
                <a:gd name="connsiteX4" fmla="*/ 0 w 1523903"/>
                <a:gd name="connsiteY4" fmla="*/ 0 h 3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338629">
                  <a:moveTo>
                    <a:pt x="0" y="0"/>
                  </a:moveTo>
                  <a:lnTo>
                    <a:pt x="1523903" y="0"/>
                  </a:lnTo>
                  <a:lnTo>
                    <a:pt x="1523903" y="338629"/>
                  </a:lnTo>
                  <a:lnTo>
                    <a:pt x="0" y="338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500" b="1" kern="1200" dirty="0" smtClean="0">
                  <a:solidFill>
                    <a:schemeClr val="bg1"/>
                  </a:solidFill>
                  <a:latin typeface="+mj-ea"/>
                  <a:ea typeface="+mj-ea"/>
                </a:rPr>
                <a:t>Part1 </a:t>
              </a:r>
              <a:r>
                <a:rPr lang="zh-CN" altLang="en-US" sz="1500" b="1" kern="1200" dirty="0" smtClean="0">
                  <a:solidFill>
                    <a:schemeClr val="bg1"/>
                  </a:solidFill>
                </a:rPr>
                <a:t>代际差异</a:t>
              </a:r>
              <a:endParaRPr lang="en-US" sz="15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45699" y="3275673"/>
              <a:ext cx="1523903" cy="199218"/>
            </a:xfrm>
            <a:custGeom>
              <a:avLst/>
              <a:gdLst>
                <a:gd name="connsiteX0" fmla="*/ 0 w 1523903"/>
                <a:gd name="connsiteY0" fmla="*/ 0 h 199218"/>
                <a:gd name="connsiteX1" fmla="*/ 1523903 w 1523903"/>
                <a:gd name="connsiteY1" fmla="*/ 0 h 199218"/>
                <a:gd name="connsiteX2" fmla="*/ 1523903 w 1523903"/>
                <a:gd name="connsiteY2" fmla="*/ 199218 h 199218"/>
                <a:gd name="connsiteX3" fmla="*/ 0 w 1523903"/>
                <a:gd name="connsiteY3" fmla="*/ 199218 h 199218"/>
                <a:gd name="connsiteX4" fmla="*/ 0 w 1523903"/>
                <a:gd name="connsiteY4" fmla="*/ 0 h 19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199218">
                  <a:moveTo>
                    <a:pt x="0" y="0"/>
                  </a:moveTo>
                  <a:lnTo>
                    <a:pt x="1523903" y="0"/>
                  </a:lnTo>
                  <a:lnTo>
                    <a:pt x="1523903" y="199218"/>
                  </a:lnTo>
                  <a:lnTo>
                    <a:pt x="0" y="1992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900" kern="120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590800" y="1888146"/>
            <a:ext cx="1693225" cy="1992030"/>
            <a:chOff x="2637270" y="1901172"/>
            <a:chExt cx="1693225" cy="1992030"/>
          </a:xfrm>
        </p:grpSpPr>
        <p:sp>
          <p:nvSpPr>
            <p:cNvPr id="14" name="Rectangle 13"/>
            <p:cNvSpPr/>
            <p:nvPr/>
          </p:nvSpPr>
          <p:spPr>
            <a:xfrm>
              <a:off x="2637270" y="1901172"/>
              <a:ext cx="1693225" cy="199203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2721932" y="3474892"/>
              <a:ext cx="1523903" cy="338629"/>
            </a:xfrm>
            <a:custGeom>
              <a:avLst/>
              <a:gdLst>
                <a:gd name="connsiteX0" fmla="*/ 0 w 1523903"/>
                <a:gd name="connsiteY0" fmla="*/ 0 h 338629"/>
                <a:gd name="connsiteX1" fmla="*/ 1523903 w 1523903"/>
                <a:gd name="connsiteY1" fmla="*/ 0 h 338629"/>
                <a:gd name="connsiteX2" fmla="*/ 1523903 w 1523903"/>
                <a:gd name="connsiteY2" fmla="*/ 338629 h 338629"/>
                <a:gd name="connsiteX3" fmla="*/ 0 w 1523903"/>
                <a:gd name="connsiteY3" fmla="*/ 338629 h 338629"/>
                <a:gd name="connsiteX4" fmla="*/ 0 w 1523903"/>
                <a:gd name="connsiteY4" fmla="*/ 0 h 3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338629">
                  <a:moveTo>
                    <a:pt x="0" y="0"/>
                  </a:moveTo>
                  <a:lnTo>
                    <a:pt x="1523903" y="0"/>
                  </a:lnTo>
                  <a:lnTo>
                    <a:pt x="1523903" y="338629"/>
                  </a:lnTo>
                  <a:lnTo>
                    <a:pt x="0" y="338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500" b="1" dirty="0" smtClean="0">
                  <a:solidFill>
                    <a:schemeClr val="bg1"/>
                  </a:solidFill>
                  <a:latin typeface="+mj-ea"/>
                </a:rPr>
                <a:t>Part2 </a:t>
              </a:r>
              <a:r>
                <a:rPr lang="zh-CN" altLang="en-US" sz="1500" b="1" kern="1200" dirty="0" smtClean="0">
                  <a:solidFill>
                    <a:schemeClr val="bg1"/>
                  </a:solidFill>
                </a:rPr>
                <a:t>软化冲突</a:t>
              </a:r>
              <a:endParaRPr lang="en-US" sz="15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721932" y="3275673"/>
              <a:ext cx="1523903" cy="199218"/>
            </a:xfrm>
            <a:custGeom>
              <a:avLst/>
              <a:gdLst>
                <a:gd name="connsiteX0" fmla="*/ 0 w 1523903"/>
                <a:gd name="connsiteY0" fmla="*/ 0 h 199218"/>
                <a:gd name="connsiteX1" fmla="*/ 1523903 w 1523903"/>
                <a:gd name="connsiteY1" fmla="*/ 0 h 199218"/>
                <a:gd name="connsiteX2" fmla="*/ 1523903 w 1523903"/>
                <a:gd name="connsiteY2" fmla="*/ 199218 h 199218"/>
                <a:gd name="connsiteX3" fmla="*/ 0 w 1523903"/>
                <a:gd name="connsiteY3" fmla="*/ 199218 h 199218"/>
                <a:gd name="connsiteX4" fmla="*/ 0 w 1523903"/>
                <a:gd name="connsiteY4" fmla="*/ 0 h 19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199218">
                  <a:moveTo>
                    <a:pt x="0" y="0"/>
                  </a:moveTo>
                  <a:lnTo>
                    <a:pt x="1523903" y="0"/>
                  </a:lnTo>
                  <a:lnTo>
                    <a:pt x="1523903" y="199218"/>
                  </a:lnTo>
                  <a:lnTo>
                    <a:pt x="0" y="1992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9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dirty="0">
                <a:solidFill>
                  <a:srgbClr val="00B0F0"/>
                </a:solidFill>
              </a:rPr>
              <a:t>目录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33350"/>
            <a:ext cx="11430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993574" y="1888146"/>
            <a:ext cx="1693225" cy="1992030"/>
            <a:chOff x="6993574" y="1875120"/>
            <a:chExt cx="1693225" cy="1992030"/>
          </a:xfrm>
        </p:grpSpPr>
        <p:sp>
          <p:nvSpPr>
            <p:cNvPr id="22" name="Rectangle 21"/>
            <p:cNvSpPr/>
            <p:nvPr/>
          </p:nvSpPr>
          <p:spPr>
            <a:xfrm>
              <a:off x="6993574" y="1875120"/>
              <a:ext cx="1693225" cy="199203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7074397" y="3275673"/>
              <a:ext cx="1523903" cy="537848"/>
            </a:xfrm>
            <a:custGeom>
              <a:avLst/>
              <a:gdLst>
                <a:gd name="connsiteX0" fmla="*/ 0 w 1523903"/>
                <a:gd name="connsiteY0" fmla="*/ 0 h 537848"/>
                <a:gd name="connsiteX1" fmla="*/ 1523903 w 1523903"/>
                <a:gd name="connsiteY1" fmla="*/ 0 h 537848"/>
                <a:gd name="connsiteX2" fmla="*/ 1523903 w 1523903"/>
                <a:gd name="connsiteY2" fmla="*/ 537848 h 537848"/>
                <a:gd name="connsiteX3" fmla="*/ 0 w 1523903"/>
                <a:gd name="connsiteY3" fmla="*/ 537848 h 537848"/>
                <a:gd name="connsiteX4" fmla="*/ 0 w 1523903"/>
                <a:gd name="connsiteY4" fmla="*/ 0 h 537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537848">
                  <a:moveTo>
                    <a:pt x="0" y="0"/>
                  </a:moveTo>
                  <a:lnTo>
                    <a:pt x="1523903" y="0"/>
                  </a:lnTo>
                  <a:lnTo>
                    <a:pt x="1523903" y="537848"/>
                  </a:lnTo>
                  <a:lnTo>
                    <a:pt x="0" y="5378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>
                <a:solidFill>
                  <a:schemeClr val="bg1"/>
                </a:solidFill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7078234" y="3451973"/>
              <a:ext cx="1523903" cy="338629"/>
            </a:xfrm>
            <a:custGeom>
              <a:avLst/>
              <a:gdLst>
                <a:gd name="connsiteX0" fmla="*/ 0 w 1523903"/>
                <a:gd name="connsiteY0" fmla="*/ 0 h 338629"/>
                <a:gd name="connsiteX1" fmla="*/ 1523903 w 1523903"/>
                <a:gd name="connsiteY1" fmla="*/ 0 h 338629"/>
                <a:gd name="connsiteX2" fmla="*/ 1523903 w 1523903"/>
                <a:gd name="connsiteY2" fmla="*/ 338629 h 338629"/>
                <a:gd name="connsiteX3" fmla="*/ 0 w 1523903"/>
                <a:gd name="connsiteY3" fmla="*/ 338629 h 338629"/>
                <a:gd name="connsiteX4" fmla="*/ 0 w 1523903"/>
                <a:gd name="connsiteY4" fmla="*/ 0 h 3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3903" h="338629">
                  <a:moveTo>
                    <a:pt x="0" y="0"/>
                  </a:moveTo>
                  <a:lnTo>
                    <a:pt x="1523903" y="0"/>
                  </a:lnTo>
                  <a:lnTo>
                    <a:pt x="1523903" y="338629"/>
                  </a:lnTo>
                  <a:lnTo>
                    <a:pt x="0" y="338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500" b="1" dirty="0" smtClean="0">
                  <a:solidFill>
                    <a:schemeClr val="bg1"/>
                  </a:solidFill>
                  <a:latin typeface="+mj-ea"/>
                </a:rPr>
                <a:t>Part4 </a:t>
              </a:r>
              <a:r>
                <a:rPr lang="zh-CN" altLang="en-US" sz="1500" b="1" kern="1200" dirty="0" smtClean="0">
                  <a:solidFill>
                    <a:schemeClr val="bg1"/>
                  </a:solidFill>
                </a:rPr>
                <a:t>强化边界</a:t>
              </a:r>
              <a:endParaRPr lang="en-US" sz="1500" b="1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0" y="0"/>
            <a:ext cx="9144000" cy="9715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 smtClean="0"/>
              <a:t>目录</a:t>
            </a:r>
            <a:endParaRPr lang="en-US" sz="3600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571500" y="2188939"/>
            <a:ext cx="1282325" cy="1144811"/>
            <a:chOff x="1510770" y="3790174"/>
            <a:chExt cx="1466850" cy="1309548"/>
          </a:xfrm>
        </p:grpSpPr>
        <p:grpSp>
          <p:nvGrpSpPr>
            <p:cNvPr id="45" name="组合 1274"/>
            <p:cNvGrpSpPr>
              <a:grpSpLocks/>
            </p:cNvGrpSpPr>
            <p:nvPr/>
          </p:nvGrpSpPr>
          <p:grpSpPr bwMode="auto">
            <a:xfrm>
              <a:off x="1510770" y="3826547"/>
              <a:ext cx="928688" cy="1273175"/>
              <a:chOff x="4032250" y="298450"/>
              <a:chExt cx="3397250" cy="4657725"/>
            </a:xfrm>
            <a:solidFill>
              <a:srgbClr val="00B0F0"/>
            </a:solidFill>
          </p:grpSpPr>
          <p:sp>
            <p:nvSpPr>
              <p:cNvPr id="46" name="Freeform 4778"/>
              <p:cNvSpPr>
                <a:spLocks/>
              </p:cNvSpPr>
              <p:nvPr/>
            </p:nvSpPr>
            <p:spPr bwMode="auto">
              <a:xfrm>
                <a:off x="4032250" y="298450"/>
                <a:ext cx="3397250" cy="4657725"/>
              </a:xfrm>
              <a:custGeom>
                <a:avLst/>
                <a:gdLst>
                  <a:gd name="T0" fmla="*/ 716 w 2140"/>
                  <a:gd name="T1" fmla="*/ 1888 h 2934"/>
                  <a:gd name="T2" fmla="*/ 716 w 2140"/>
                  <a:gd name="T3" fmla="*/ 2006 h 2934"/>
                  <a:gd name="T4" fmla="*/ 708 w 2140"/>
                  <a:gd name="T5" fmla="*/ 2132 h 2934"/>
                  <a:gd name="T6" fmla="*/ 716 w 2140"/>
                  <a:gd name="T7" fmla="*/ 2643 h 2934"/>
                  <a:gd name="T8" fmla="*/ 716 w 2140"/>
                  <a:gd name="T9" fmla="*/ 2674 h 2934"/>
                  <a:gd name="T10" fmla="*/ 740 w 2140"/>
                  <a:gd name="T11" fmla="*/ 2690 h 2934"/>
                  <a:gd name="T12" fmla="*/ 2124 w 2140"/>
                  <a:gd name="T13" fmla="*/ 2934 h 2934"/>
                  <a:gd name="T14" fmla="*/ 2140 w 2140"/>
                  <a:gd name="T15" fmla="*/ 2887 h 2934"/>
                  <a:gd name="T16" fmla="*/ 2101 w 2140"/>
                  <a:gd name="T17" fmla="*/ 2674 h 2934"/>
                  <a:gd name="T18" fmla="*/ 1951 w 2140"/>
                  <a:gd name="T19" fmla="*/ 2604 h 2934"/>
                  <a:gd name="T20" fmla="*/ 1873 w 2140"/>
                  <a:gd name="T21" fmla="*/ 2611 h 2934"/>
                  <a:gd name="T22" fmla="*/ 1762 w 2140"/>
                  <a:gd name="T23" fmla="*/ 2619 h 2934"/>
                  <a:gd name="T24" fmla="*/ 1786 w 2140"/>
                  <a:gd name="T25" fmla="*/ 2588 h 2934"/>
                  <a:gd name="T26" fmla="*/ 1817 w 2140"/>
                  <a:gd name="T27" fmla="*/ 2423 h 2934"/>
                  <a:gd name="T28" fmla="*/ 1857 w 2140"/>
                  <a:gd name="T29" fmla="*/ 1998 h 2934"/>
                  <a:gd name="T30" fmla="*/ 1857 w 2140"/>
                  <a:gd name="T31" fmla="*/ 1801 h 2934"/>
                  <a:gd name="T32" fmla="*/ 1833 w 2140"/>
                  <a:gd name="T33" fmla="*/ 1447 h 2934"/>
                  <a:gd name="T34" fmla="*/ 1794 w 2140"/>
                  <a:gd name="T35" fmla="*/ 1211 h 2934"/>
                  <a:gd name="T36" fmla="*/ 1707 w 2140"/>
                  <a:gd name="T37" fmla="*/ 928 h 2934"/>
                  <a:gd name="T38" fmla="*/ 1613 w 2140"/>
                  <a:gd name="T39" fmla="*/ 834 h 2934"/>
                  <a:gd name="T40" fmla="*/ 1259 w 2140"/>
                  <a:gd name="T41" fmla="*/ 621 h 2934"/>
                  <a:gd name="T42" fmla="*/ 1220 w 2140"/>
                  <a:gd name="T43" fmla="*/ 606 h 2934"/>
                  <a:gd name="T44" fmla="*/ 1220 w 2140"/>
                  <a:gd name="T45" fmla="*/ 543 h 2934"/>
                  <a:gd name="T46" fmla="*/ 1196 w 2140"/>
                  <a:gd name="T47" fmla="*/ 456 h 2934"/>
                  <a:gd name="T48" fmla="*/ 1220 w 2140"/>
                  <a:gd name="T49" fmla="*/ 197 h 2934"/>
                  <a:gd name="T50" fmla="*/ 1188 w 2140"/>
                  <a:gd name="T51" fmla="*/ 126 h 2934"/>
                  <a:gd name="T52" fmla="*/ 1031 w 2140"/>
                  <a:gd name="T53" fmla="*/ 16 h 2934"/>
                  <a:gd name="T54" fmla="*/ 897 w 2140"/>
                  <a:gd name="T55" fmla="*/ 16 h 2934"/>
                  <a:gd name="T56" fmla="*/ 795 w 2140"/>
                  <a:gd name="T57" fmla="*/ 47 h 2934"/>
                  <a:gd name="T58" fmla="*/ 661 w 2140"/>
                  <a:gd name="T59" fmla="*/ 134 h 2934"/>
                  <a:gd name="T60" fmla="*/ 630 w 2140"/>
                  <a:gd name="T61" fmla="*/ 173 h 2934"/>
                  <a:gd name="T62" fmla="*/ 677 w 2140"/>
                  <a:gd name="T63" fmla="*/ 236 h 2934"/>
                  <a:gd name="T64" fmla="*/ 700 w 2140"/>
                  <a:gd name="T65" fmla="*/ 393 h 2934"/>
                  <a:gd name="T66" fmla="*/ 700 w 2140"/>
                  <a:gd name="T67" fmla="*/ 495 h 2934"/>
                  <a:gd name="T68" fmla="*/ 716 w 2140"/>
                  <a:gd name="T69" fmla="*/ 535 h 2934"/>
                  <a:gd name="T70" fmla="*/ 763 w 2140"/>
                  <a:gd name="T71" fmla="*/ 558 h 2934"/>
                  <a:gd name="T72" fmla="*/ 795 w 2140"/>
                  <a:gd name="T73" fmla="*/ 661 h 2934"/>
                  <a:gd name="T74" fmla="*/ 826 w 2140"/>
                  <a:gd name="T75" fmla="*/ 700 h 2934"/>
                  <a:gd name="T76" fmla="*/ 928 w 2140"/>
                  <a:gd name="T77" fmla="*/ 716 h 2934"/>
                  <a:gd name="T78" fmla="*/ 779 w 2140"/>
                  <a:gd name="T79" fmla="*/ 881 h 2934"/>
                  <a:gd name="T80" fmla="*/ 748 w 2140"/>
                  <a:gd name="T81" fmla="*/ 999 h 2934"/>
                  <a:gd name="T82" fmla="*/ 637 w 2140"/>
                  <a:gd name="T83" fmla="*/ 1306 h 2934"/>
                  <a:gd name="T84" fmla="*/ 559 w 2140"/>
                  <a:gd name="T85" fmla="*/ 1290 h 2934"/>
                  <a:gd name="T86" fmla="*/ 417 w 2140"/>
                  <a:gd name="T87" fmla="*/ 1188 h 2934"/>
                  <a:gd name="T88" fmla="*/ 323 w 2140"/>
                  <a:gd name="T89" fmla="*/ 1078 h 2934"/>
                  <a:gd name="T90" fmla="*/ 213 w 2140"/>
                  <a:gd name="T91" fmla="*/ 1078 h 2934"/>
                  <a:gd name="T92" fmla="*/ 32 w 2140"/>
                  <a:gd name="T93" fmla="*/ 952 h 2934"/>
                  <a:gd name="T94" fmla="*/ 0 w 2140"/>
                  <a:gd name="T95" fmla="*/ 960 h 2934"/>
                  <a:gd name="T96" fmla="*/ 63 w 2140"/>
                  <a:gd name="T97" fmla="*/ 1062 h 2934"/>
                  <a:gd name="T98" fmla="*/ 55 w 2140"/>
                  <a:gd name="T99" fmla="*/ 1085 h 2934"/>
                  <a:gd name="T100" fmla="*/ 79 w 2140"/>
                  <a:gd name="T101" fmla="*/ 1164 h 2934"/>
                  <a:gd name="T102" fmla="*/ 142 w 2140"/>
                  <a:gd name="T103" fmla="*/ 1219 h 2934"/>
                  <a:gd name="T104" fmla="*/ 150 w 2140"/>
                  <a:gd name="T105" fmla="*/ 1251 h 2934"/>
                  <a:gd name="T106" fmla="*/ 181 w 2140"/>
                  <a:gd name="T107" fmla="*/ 1314 h 2934"/>
                  <a:gd name="T108" fmla="*/ 252 w 2140"/>
                  <a:gd name="T109" fmla="*/ 1361 h 2934"/>
                  <a:gd name="T110" fmla="*/ 244 w 2140"/>
                  <a:gd name="T111" fmla="*/ 1463 h 2934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2140"/>
                  <a:gd name="T169" fmla="*/ 0 h 2934"/>
                  <a:gd name="T170" fmla="*/ 2140 w 2140"/>
                  <a:gd name="T171" fmla="*/ 2934 h 2934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2140" h="2934">
                    <a:moveTo>
                      <a:pt x="708" y="1644"/>
                    </a:moveTo>
                    <a:lnTo>
                      <a:pt x="708" y="1644"/>
                    </a:lnTo>
                    <a:lnTo>
                      <a:pt x="716" y="1652"/>
                    </a:lnTo>
                    <a:lnTo>
                      <a:pt x="716" y="1660"/>
                    </a:lnTo>
                    <a:lnTo>
                      <a:pt x="716" y="1888"/>
                    </a:lnTo>
                    <a:lnTo>
                      <a:pt x="716" y="1911"/>
                    </a:lnTo>
                    <a:lnTo>
                      <a:pt x="716" y="1982"/>
                    </a:lnTo>
                    <a:lnTo>
                      <a:pt x="716" y="2006"/>
                    </a:lnTo>
                    <a:lnTo>
                      <a:pt x="724" y="2084"/>
                    </a:lnTo>
                    <a:lnTo>
                      <a:pt x="716" y="2108"/>
                    </a:lnTo>
                    <a:lnTo>
                      <a:pt x="708" y="2132"/>
                    </a:lnTo>
                    <a:lnTo>
                      <a:pt x="708" y="2155"/>
                    </a:lnTo>
                    <a:lnTo>
                      <a:pt x="716" y="2163"/>
                    </a:lnTo>
                    <a:lnTo>
                      <a:pt x="716" y="2187"/>
                    </a:lnTo>
                    <a:lnTo>
                      <a:pt x="716" y="2643"/>
                    </a:lnTo>
                    <a:lnTo>
                      <a:pt x="716" y="2667"/>
                    </a:lnTo>
                    <a:lnTo>
                      <a:pt x="716" y="2674"/>
                    </a:lnTo>
                    <a:lnTo>
                      <a:pt x="724" y="2674"/>
                    </a:lnTo>
                    <a:lnTo>
                      <a:pt x="740" y="2682"/>
                    </a:lnTo>
                    <a:lnTo>
                      <a:pt x="740" y="2690"/>
                    </a:lnTo>
                    <a:lnTo>
                      <a:pt x="732" y="2910"/>
                    </a:lnTo>
                    <a:lnTo>
                      <a:pt x="732" y="2918"/>
                    </a:lnTo>
                    <a:lnTo>
                      <a:pt x="748" y="2934"/>
                    </a:lnTo>
                    <a:lnTo>
                      <a:pt x="2124" y="2934"/>
                    </a:lnTo>
                    <a:lnTo>
                      <a:pt x="2140" y="2926"/>
                    </a:lnTo>
                    <a:lnTo>
                      <a:pt x="2140" y="2910"/>
                    </a:lnTo>
                    <a:lnTo>
                      <a:pt x="2140" y="2887"/>
                    </a:lnTo>
                    <a:lnTo>
                      <a:pt x="2132" y="2761"/>
                    </a:lnTo>
                    <a:lnTo>
                      <a:pt x="2124" y="2714"/>
                    </a:lnTo>
                    <a:lnTo>
                      <a:pt x="2116" y="2690"/>
                    </a:lnTo>
                    <a:lnTo>
                      <a:pt x="2101" y="2674"/>
                    </a:lnTo>
                    <a:lnTo>
                      <a:pt x="2077" y="2667"/>
                    </a:lnTo>
                    <a:lnTo>
                      <a:pt x="1951" y="2604"/>
                    </a:lnTo>
                    <a:lnTo>
                      <a:pt x="1935" y="2604"/>
                    </a:lnTo>
                    <a:lnTo>
                      <a:pt x="1912" y="2604"/>
                    </a:lnTo>
                    <a:lnTo>
                      <a:pt x="1896" y="2604"/>
                    </a:lnTo>
                    <a:lnTo>
                      <a:pt x="1873" y="2611"/>
                    </a:lnTo>
                    <a:lnTo>
                      <a:pt x="1762" y="2651"/>
                    </a:lnTo>
                    <a:lnTo>
                      <a:pt x="1755" y="2651"/>
                    </a:lnTo>
                    <a:lnTo>
                      <a:pt x="1755" y="2643"/>
                    </a:lnTo>
                    <a:lnTo>
                      <a:pt x="1762" y="2619"/>
                    </a:lnTo>
                    <a:lnTo>
                      <a:pt x="1778" y="2604"/>
                    </a:lnTo>
                    <a:lnTo>
                      <a:pt x="1786" y="2596"/>
                    </a:lnTo>
                    <a:lnTo>
                      <a:pt x="1786" y="2588"/>
                    </a:lnTo>
                    <a:lnTo>
                      <a:pt x="1802" y="2517"/>
                    </a:lnTo>
                    <a:lnTo>
                      <a:pt x="1802" y="2486"/>
                    </a:lnTo>
                    <a:lnTo>
                      <a:pt x="1817" y="2423"/>
                    </a:lnTo>
                    <a:lnTo>
                      <a:pt x="1825" y="2399"/>
                    </a:lnTo>
                    <a:lnTo>
                      <a:pt x="1833" y="2187"/>
                    </a:lnTo>
                    <a:lnTo>
                      <a:pt x="1833" y="2163"/>
                    </a:lnTo>
                    <a:lnTo>
                      <a:pt x="1857" y="1998"/>
                    </a:lnTo>
                    <a:lnTo>
                      <a:pt x="1865" y="1966"/>
                    </a:lnTo>
                    <a:lnTo>
                      <a:pt x="1857" y="1825"/>
                    </a:lnTo>
                    <a:lnTo>
                      <a:pt x="1857" y="1801"/>
                    </a:lnTo>
                    <a:lnTo>
                      <a:pt x="1849" y="1605"/>
                    </a:lnTo>
                    <a:lnTo>
                      <a:pt x="1849" y="1573"/>
                    </a:lnTo>
                    <a:lnTo>
                      <a:pt x="1833" y="1447"/>
                    </a:lnTo>
                    <a:lnTo>
                      <a:pt x="1833" y="1424"/>
                    </a:lnTo>
                    <a:lnTo>
                      <a:pt x="1802" y="1266"/>
                    </a:lnTo>
                    <a:lnTo>
                      <a:pt x="1794" y="1235"/>
                    </a:lnTo>
                    <a:lnTo>
                      <a:pt x="1794" y="1211"/>
                    </a:lnTo>
                    <a:lnTo>
                      <a:pt x="1794" y="1188"/>
                    </a:lnTo>
                    <a:lnTo>
                      <a:pt x="1707" y="928"/>
                    </a:lnTo>
                    <a:lnTo>
                      <a:pt x="1692" y="904"/>
                    </a:lnTo>
                    <a:lnTo>
                      <a:pt x="1668" y="873"/>
                    </a:lnTo>
                    <a:lnTo>
                      <a:pt x="1637" y="849"/>
                    </a:lnTo>
                    <a:lnTo>
                      <a:pt x="1613" y="834"/>
                    </a:lnTo>
                    <a:lnTo>
                      <a:pt x="1345" y="700"/>
                    </a:lnTo>
                    <a:lnTo>
                      <a:pt x="1330" y="684"/>
                    </a:lnTo>
                    <a:lnTo>
                      <a:pt x="1259" y="621"/>
                    </a:lnTo>
                    <a:lnTo>
                      <a:pt x="1227" y="613"/>
                    </a:lnTo>
                    <a:lnTo>
                      <a:pt x="1220" y="606"/>
                    </a:lnTo>
                    <a:lnTo>
                      <a:pt x="1212" y="606"/>
                    </a:lnTo>
                    <a:lnTo>
                      <a:pt x="1220" y="606"/>
                    </a:lnTo>
                    <a:lnTo>
                      <a:pt x="1227" y="598"/>
                    </a:lnTo>
                    <a:lnTo>
                      <a:pt x="1227" y="590"/>
                    </a:lnTo>
                    <a:lnTo>
                      <a:pt x="1227" y="566"/>
                    </a:lnTo>
                    <a:lnTo>
                      <a:pt x="1220" y="543"/>
                    </a:lnTo>
                    <a:lnTo>
                      <a:pt x="1204" y="503"/>
                    </a:lnTo>
                    <a:lnTo>
                      <a:pt x="1196" y="480"/>
                    </a:lnTo>
                    <a:lnTo>
                      <a:pt x="1196" y="456"/>
                    </a:lnTo>
                    <a:lnTo>
                      <a:pt x="1196" y="433"/>
                    </a:lnTo>
                    <a:lnTo>
                      <a:pt x="1212" y="393"/>
                    </a:lnTo>
                    <a:lnTo>
                      <a:pt x="1220" y="362"/>
                    </a:lnTo>
                    <a:lnTo>
                      <a:pt x="1220" y="197"/>
                    </a:lnTo>
                    <a:lnTo>
                      <a:pt x="1212" y="173"/>
                    </a:lnTo>
                    <a:lnTo>
                      <a:pt x="1204" y="149"/>
                    </a:lnTo>
                    <a:lnTo>
                      <a:pt x="1188" y="126"/>
                    </a:lnTo>
                    <a:lnTo>
                      <a:pt x="1094" y="31"/>
                    </a:lnTo>
                    <a:lnTo>
                      <a:pt x="1070" y="23"/>
                    </a:lnTo>
                    <a:lnTo>
                      <a:pt x="1031" y="16"/>
                    </a:lnTo>
                    <a:lnTo>
                      <a:pt x="1007" y="16"/>
                    </a:lnTo>
                    <a:lnTo>
                      <a:pt x="968" y="0"/>
                    </a:lnTo>
                    <a:lnTo>
                      <a:pt x="944" y="0"/>
                    </a:lnTo>
                    <a:lnTo>
                      <a:pt x="897" y="16"/>
                    </a:lnTo>
                    <a:lnTo>
                      <a:pt x="873" y="23"/>
                    </a:lnTo>
                    <a:lnTo>
                      <a:pt x="818" y="31"/>
                    </a:lnTo>
                    <a:lnTo>
                      <a:pt x="795" y="47"/>
                    </a:lnTo>
                    <a:lnTo>
                      <a:pt x="724" y="86"/>
                    </a:lnTo>
                    <a:lnTo>
                      <a:pt x="685" y="102"/>
                    </a:lnTo>
                    <a:lnTo>
                      <a:pt x="661" y="134"/>
                    </a:lnTo>
                    <a:lnTo>
                      <a:pt x="645" y="141"/>
                    </a:lnTo>
                    <a:lnTo>
                      <a:pt x="637" y="149"/>
                    </a:lnTo>
                    <a:lnTo>
                      <a:pt x="630" y="173"/>
                    </a:lnTo>
                    <a:lnTo>
                      <a:pt x="630" y="189"/>
                    </a:lnTo>
                    <a:lnTo>
                      <a:pt x="637" y="204"/>
                    </a:lnTo>
                    <a:lnTo>
                      <a:pt x="669" y="212"/>
                    </a:lnTo>
                    <a:lnTo>
                      <a:pt x="677" y="236"/>
                    </a:lnTo>
                    <a:lnTo>
                      <a:pt x="677" y="362"/>
                    </a:lnTo>
                    <a:lnTo>
                      <a:pt x="692" y="385"/>
                    </a:lnTo>
                    <a:lnTo>
                      <a:pt x="700" y="393"/>
                    </a:lnTo>
                    <a:lnTo>
                      <a:pt x="716" y="409"/>
                    </a:lnTo>
                    <a:lnTo>
                      <a:pt x="716" y="417"/>
                    </a:lnTo>
                    <a:lnTo>
                      <a:pt x="716" y="440"/>
                    </a:lnTo>
                    <a:lnTo>
                      <a:pt x="700" y="495"/>
                    </a:lnTo>
                    <a:lnTo>
                      <a:pt x="700" y="527"/>
                    </a:lnTo>
                    <a:lnTo>
                      <a:pt x="708" y="527"/>
                    </a:lnTo>
                    <a:lnTo>
                      <a:pt x="716" y="535"/>
                    </a:lnTo>
                    <a:lnTo>
                      <a:pt x="724" y="543"/>
                    </a:lnTo>
                    <a:lnTo>
                      <a:pt x="740" y="543"/>
                    </a:lnTo>
                    <a:lnTo>
                      <a:pt x="748" y="551"/>
                    </a:lnTo>
                    <a:lnTo>
                      <a:pt x="763" y="558"/>
                    </a:lnTo>
                    <a:lnTo>
                      <a:pt x="771" y="606"/>
                    </a:lnTo>
                    <a:lnTo>
                      <a:pt x="795" y="637"/>
                    </a:lnTo>
                    <a:lnTo>
                      <a:pt x="795" y="661"/>
                    </a:lnTo>
                    <a:lnTo>
                      <a:pt x="810" y="684"/>
                    </a:lnTo>
                    <a:lnTo>
                      <a:pt x="818" y="692"/>
                    </a:lnTo>
                    <a:lnTo>
                      <a:pt x="826" y="700"/>
                    </a:lnTo>
                    <a:lnTo>
                      <a:pt x="842" y="708"/>
                    </a:lnTo>
                    <a:lnTo>
                      <a:pt x="913" y="700"/>
                    </a:lnTo>
                    <a:lnTo>
                      <a:pt x="921" y="708"/>
                    </a:lnTo>
                    <a:lnTo>
                      <a:pt x="928" y="716"/>
                    </a:lnTo>
                    <a:lnTo>
                      <a:pt x="936" y="739"/>
                    </a:lnTo>
                    <a:lnTo>
                      <a:pt x="944" y="755"/>
                    </a:lnTo>
                    <a:lnTo>
                      <a:pt x="936" y="763"/>
                    </a:lnTo>
                    <a:lnTo>
                      <a:pt x="779" y="881"/>
                    </a:lnTo>
                    <a:lnTo>
                      <a:pt x="771" y="912"/>
                    </a:lnTo>
                    <a:lnTo>
                      <a:pt x="755" y="975"/>
                    </a:lnTo>
                    <a:lnTo>
                      <a:pt x="748" y="999"/>
                    </a:lnTo>
                    <a:lnTo>
                      <a:pt x="653" y="1251"/>
                    </a:lnTo>
                    <a:lnTo>
                      <a:pt x="645" y="1274"/>
                    </a:lnTo>
                    <a:lnTo>
                      <a:pt x="637" y="1306"/>
                    </a:lnTo>
                    <a:lnTo>
                      <a:pt x="637" y="1314"/>
                    </a:lnTo>
                    <a:lnTo>
                      <a:pt x="622" y="1314"/>
                    </a:lnTo>
                    <a:lnTo>
                      <a:pt x="606" y="1314"/>
                    </a:lnTo>
                    <a:lnTo>
                      <a:pt x="559" y="1290"/>
                    </a:lnTo>
                    <a:lnTo>
                      <a:pt x="543" y="1274"/>
                    </a:lnTo>
                    <a:lnTo>
                      <a:pt x="433" y="1196"/>
                    </a:lnTo>
                    <a:lnTo>
                      <a:pt x="417" y="1188"/>
                    </a:lnTo>
                    <a:lnTo>
                      <a:pt x="409" y="1164"/>
                    </a:lnTo>
                    <a:lnTo>
                      <a:pt x="346" y="1093"/>
                    </a:lnTo>
                    <a:lnTo>
                      <a:pt x="323" y="1078"/>
                    </a:lnTo>
                    <a:lnTo>
                      <a:pt x="268" y="1070"/>
                    </a:lnTo>
                    <a:lnTo>
                      <a:pt x="244" y="1070"/>
                    </a:lnTo>
                    <a:lnTo>
                      <a:pt x="213" y="1078"/>
                    </a:lnTo>
                    <a:lnTo>
                      <a:pt x="189" y="1085"/>
                    </a:lnTo>
                    <a:lnTo>
                      <a:pt x="157" y="1078"/>
                    </a:lnTo>
                    <a:lnTo>
                      <a:pt x="134" y="1070"/>
                    </a:lnTo>
                    <a:lnTo>
                      <a:pt x="32" y="952"/>
                    </a:lnTo>
                    <a:lnTo>
                      <a:pt x="24" y="952"/>
                    </a:lnTo>
                    <a:lnTo>
                      <a:pt x="16" y="952"/>
                    </a:lnTo>
                    <a:lnTo>
                      <a:pt x="0" y="960"/>
                    </a:lnTo>
                    <a:lnTo>
                      <a:pt x="8" y="983"/>
                    </a:lnTo>
                    <a:lnTo>
                      <a:pt x="63" y="1046"/>
                    </a:lnTo>
                    <a:lnTo>
                      <a:pt x="71" y="1054"/>
                    </a:lnTo>
                    <a:lnTo>
                      <a:pt x="63" y="1062"/>
                    </a:lnTo>
                    <a:lnTo>
                      <a:pt x="55" y="1070"/>
                    </a:lnTo>
                    <a:lnTo>
                      <a:pt x="55" y="1085"/>
                    </a:lnTo>
                    <a:lnTo>
                      <a:pt x="63" y="1109"/>
                    </a:lnTo>
                    <a:lnTo>
                      <a:pt x="79" y="1133"/>
                    </a:lnTo>
                    <a:lnTo>
                      <a:pt x="87" y="1148"/>
                    </a:lnTo>
                    <a:lnTo>
                      <a:pt x="79" y="1164"/>
                    </a:lnTo>
                    <a:lnTo>
                      <a:pt x="102" y="1180"/>
                    </a:lnTo>
                    <a:lnTo>
                      <a:pt x="126" y="1203"/>
                    </a:lnTo>
                    <a:lnTo>
                      <a:pt x="142" y="1219"/>
                    </a:lnTo>
                    <a:lnTo>
                      <a:pt x="142" y="1227"/>
                    </a:lnTo>
                    <a:lnTo>
                      <a:pt x="150" y="1251"/>
                    </a:lnTo>
                    <a:lnTo>
                      <a:pt x="165" y="1274"/>
                    </a:lnTo>
                    <a:lnTo>
                      <a:pt x="165" y="1290"/>
                    </a:lnTo>
                    <a:lnTo>
                      <a:pt x="181" y="1314"/>
                    </a:lnTo>
                    <a:lnTo>
                      <a:pt x="197" y="1329"/>
                    </a:lnTo>
                    <a:lnTo>
                      <a:pt x="205" y="1329"/>
                    </a:lnTo>
                    <a:lnTo>
                      <a:pt x="220" y="1345"/>
                    </a:lnTo>
                    <a:lnTo>
                      <a:pt x="252" y="1361"/>
                    </a:lnTo>
                    <a:lnTo>
                      <a:pt x="252" y="1369"/>
                    </a:lnTo>
                    <a:lnTo>
                      <a:pt x="260" y="1376"/>
                    </a:lnTo>
                    <a:lnTo>
                      <a:pt x="244" y="1463"/>
                    </a:lnTo>
                    <a:lnTo>
                      <a:pt x="244" y="1471"/>
                    </a:lnTo>
                    <a:lnTo>
                      <a:pt x="252" y="1479"/>
                    </a:lnTo>
                    <a:lnTo>
                      <a:pt x="708" y="16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47" name="Freeform 4779"/>
              <p:cNvSpPr>
                <a:spLocks/>
              </p:cNvSpPr>
              <p:nvPr/>
            </p:nvSpPr>
            <p:spPr bwMode="auto">
              <a:xfrm>
                <a:off x="5356225" y="1173163"/>
                <a:ext cx="674688" cy="1560513"/>
              </a:xfrm>
              <a:custGeom>
                <a:avLst/>
                <a:gdLst>
                  <a:gd name="T0" fmla="*/ 150 w 425"/>
                  <a:gd name="T1" fmla="*/ 235 h 983"/>
                  <a:gd name="T2" fmla="*/ 370 w 425"/>
                  <a:gd name="T3" fmla="*/ 31 h 983"/>
                  <a:gd name="T4" fmla="*/ 386 w 425"/>
                  <a:gd name="T5" fmla="*/ 0 h 983"/>
                  <a:gd name="T6" fmla="*/ 393 w 425"/>
                  <a:gd name="T7" fmla="*/ 0 h 983"/>
                  <a:gd name="T8" fmla="*/ 409 w 425"/>
                  <a:gd name="T9" fmla="*/ 55 h 983"/>
                  <a:gd name="T10" fmla="*/ 425 w 425"/>
                  <a:gd name="T11" fmla="*/ 62 h 983"/>
                  <a:gd name="T12" fmla="*/ 315 w 425"/>
                  <a:gd name="T13" fmla="*/ 283 h 983"/>
                  <a:gd name="T14" fmla="*/ 283 w 425"/>
                  <a:gd name="T15" fmla="*/ 322 h 983"/>
                  <a:gd name="T16" fmla="*/ 268 w 425"/>
                  <a:gd name="T17" fmla="*/ 409 h 983"/>
                  <a:gd name="T18" fmla="*/ 220 w 425"/>
                  <a:gd name="T19" fmla="*/ 597 h 983"/>
                  <a:gd name="T20" fmla="*/ 181 w 425"/>
                  <a:gd name="T21" fmla="*/ 747 h 983"/>
                  <a:gd name="T22" fmla="*/ 157 w 425"/>
                  <a:gd name="T23" fmla="*/ 888 h 983"/>
                  <a:gd name="T24" fmla="*/ 150 w 425"/>
                  <a:gd name="T25" fmla="*/ 881 h 983"/>
                  <a:gd name="T26" fmla="*/ 173 w 425"/>
                  <a:gd name="T27" fmla="*/ 393 h 983"/>
                  <a:gd name="T28" fmla="*/ 212 w 425"/>
                  <a:gd name="T29" fmla="*/ 353 h 983"/>
                  <a:gd name="T30" fmla="*/ 150 w 425"/>
                  <a:gd name="T31" fmla="*/ 291 h 983"/>
                  <a:gd name="T32" fmla="*/ 110 w 425"/>
                  <a:gd name="T33" fmla="*/ 298 h 983"/>
                  <a:gd name="T34" fmla="*/ 87 w 425"/>
                  <a:gd name="T35" fmla="*/ 338 h 983"/>
                  <a:gd name="T36" fmla="*/ 118 w 425"/>
                  <a:gd name="T37" fmla="*/ 401 h 983"/>
                  <a:gd name="T38" fmla="*/ 16 w 425"/>
                  <a:gd name="T39" fmla="*/ 951 h 983"/>
                  <a:gd name="T40" fmla="*/ 8 w 425"/>
                  <a:gd name="T41" fmla="*/ 983 h 983"/>
                  <a:gd name="T42" fmla="*/ 0 w 425"/>
                  <a:gd name="T43" fmla="*/ 975 h 983"/>
                  <a:gd name="T44" fmla="*/ 0 w 425"/>
                  <a:gd name="T45" fmla="*/ 802 h 983"/>
                  <a:gd name="T46" fmla="*/ 32 w 425"/>
                  <a:gd name="T47" fmla="*/ 613 h 983"/>
                  <a:gd name="T48" fmla="*/ 55 w 425"/>
                  <a:gd name="T49" fmla="*/ 409 h 983"/>
                  <a:gd name="T50" fmla="*/ 55 w 425"/>
                  <a:gd name="T51" fmla="*/ 361 h 983"/>
                  <a:gd name="T52" fmla="*/ 87 w 425"/>
                  <a:gd name="T53" fmla="*/ 275 h 983"/>
                  <a:gd name="T54" fmla="*/ 79 w 425"/>
                  <a:gd name="T55" fmla="*/ 212 h 983"/>
                  <a:gd name="T56" fmla="*/ 102 w 425"/>
                  <a:gd name="T57" fmla="*/ 196 h 983"/>
                  <a:gd name="T58" fmla="*/ 150 w 425"/>
                  <a:gd name="T59" fmla="*/ 235 h 98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25"/>
                  <a:gd name="T91" fmla="*/ 0 h 983"/>
                  <a:gd name="T92" fmla="*/ 425 w 425"/>
                  <a:gd name="T93" fmla="*/ 983 h 98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25" h="983">
                    <a:moveTo>
                      <a:pt x="150" y="235"/>
                    </a:moveTo>
                    <a:lnTo>
                      <a:pt x="370" y="31"/>
                    </a:lnTo>
                    <a:lnTo>
                      <a:pt x="386" y="0"/>
                    </a:lnTo>
                    <a:lnTo>
                      <a:pt x="393" y="0"/>
                    </a:lnTo>
                    <a:lnTo>
                      <a:pt x="409" y="55"/>
                    </a:lnTo>
                    <a:lnTo>
                      <a:pt x="425" y="62"/>
                    </a:lnTo>
                    <a:lnTo>
                      <a:pt x="315" y="283"/>
                    </a:lnTo>
                    <a:lnTo>
                      <a:pt x="283" y="322"/>
                    </a:lnTo>
                    <a:lnTo>
                      <a:pt x="268" y="409"/>
                    </a:lnTo>
                    <a:lnTo>
                      <a:pt x="220" y="597"/>
                    </a:lnTo>
                    <a:lnTo>
                      <a:pt x="181" y="747"/>
                    </a:lnTo>
                    <a:lnTo>
                      <a:pt x="157" y="888"/>
                    </a:lnTo>
                    <a:lnTo>
                      <a:pt x="150" y="881"/>
                    </a:lnTo>
                    <a:lnTo>
                      <a:pt x="173" y="393"/>
                    </a:lnTo>
                    <a:lnTo>
                      <a:pt x="212" y="353"/>
                    </a:lnTo>
                    <a:lnTo>
                      <a:pt x="150" y="291"/>
                    </a:lnTo>
                    <a:lnTo>
                      <a:pt x="110" y="298"/>
                    </a:lnTo>
                    <a:lnTo>
                      <a:pt x="87" y="338"/>
                    </a:lnTo>
                    <a:lnTo>
                      <a:pt x="118" y="401"/>
                    </a:lnTo>
                    <a:lnTo>
                      <a:pt x="16" y="951"/>
                    </a:lnTo>
                    <a:lnTo>
                      <a:pt x="8" y="983"/>
                    </a:lnTo>
                    <a:lnTo>
                      <a:pt x="0" y="975"/>
                    </a:lnTo>
                    <a:lnTo>
                      <a:pt x="0" y="802"/>
                    </a:lnTo>
                    <a:lnTo>
                      <a:pt x="32" y="613"/>
                    </a:lnTo>
                    <a:lnTo>
                      <a:pt x="55" y="409"/>
                    </a:lnTo>
                    <a:lnTo>
                      <a:pt x="55" y="361"/>
                    </a:lnTo>
                    <a:lnTo>
                      <a:pt x="87" y="275"/>
                    </a:lnTo>
                    <a:lnTo>
                      <a:pt x="79" y="212"/>
                    </a:lnTo>
                    <a:lnTo>
                      <a:pt x="102" y="196"/>
                    </a:lnTo>
                    <a:lnTo>
                      <a:pt x="150" y="23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48" name="组合 1356"/>
            <p:cNvGrpSpPr>
              <a:grpSpLocks/>
            </p:cNvGrpSpPr>
            <p:nvPr/>
          </p:nvGrpSpPr>
          <p:grpSpPr bwMode="auto">
            <a:xfrm>
              <a:off x="2236283" y="3790174"/>
              <a:ext cx="741337" cy="1301860"/>
              <a:chOff x="2206625" y="357188"/>
              <a:chExt cx="2544763" cy="4468812"/>
            </a:xfrm>
            <a:solidFill>
              <a:srgbClr val="00B0F0"/>
            </a:solidFill>
          </p:grpSpPr>
          <p:sp>
            <p:nvSpPr>
              <p:cNvPr id="49" name="Freeform 2124"/>
              <p:cNvSpPr>
                <a:spLocks noEditPoints="1"/>
              </p:cNvSpPr>
              <p:nvPr/>
            </p:nvSpPr>
            <p:spPr bwMode="auto">
              <a:xfrm>
                <a:off x="2206625" y="357188"/>
                <a:ext cx="2544763" cy="4468812"/>
              </a:xfrm>
              <a:custGeom>
                <a:avLst/>
                <a:gdLst>
                  <a:gd name="T0" fmla="*/ 1458 w 1603"/>
                  <a:gd name="T1" fmla="*/ 2416 h 2815"/>
                  <a:gd name="T2" fmla="*/ 1373 w 1603"/>
                  <a:gd name="T3" fmla="*/ 2125 h 2815"/>
                  <a:gd name="T4" fmla="*/ 1350 w 1603"/>
                  <a:gd name="T5" fmla="*/ 1565 h 2815"/>
                  <a:gd name="T6" fmla="*/ 1435 w 1603"/>
                  <a:gd name="T7" fmla="*/ 1695 h 2815"/>
                  <a:gd name="T8" fmla="*/ 1565 w 1603"/>
                  <a:gd name="T9" fmla="*/ 1526 h 2815"/>
                  <a:gd name="T10" fmla="*/ 1580 w 1603"/>
                  <a:gd name="T11" fmla="*/ 1197 h 2815"/>
                  <a:gd name="T12" fmla="*/ 1534 w 1603"/>
                  <a:gd name="T13" fmla="*/ 1028 h 2815"/>
                  <a:gd name="T14" fmla="*/ 1550 w 1603"/>
                  <a:gd name="T15" fmla="*/ 744 h 2815"/>
                  <a:gd name="T16" fmla="*/ 1527 w 1603"/>
                  <a:gd name="T17" fmla="*/ 690 h 2815"/>
                  <a:gd name="T18" fmla="*/ 1534 w 1603"/>
                  <a:gd name="T19" fmla="*/ 660 h 2815"/>
                  <a:gd name="T20" fmla="*/ 1488 w 1603"/>
                  <a:gd name="T21" fmla="*/ 598 h 2815"/>
                  <a:gd name="T22" fmla="*/ 1419 w 1603"/>
                  <a:gd name="T23" fmla="*/ 483 h 2815"/>
                  <a:gd name="T24" fmla="*/ 1412 w 1603"/>
                  <a:gd name="T25" fmla="*/ 453 h 2815"/>
                  <a:gd name="T26" fmla="*/ 1250 w 1603"/>
                  <a:gd name="T27" fmla="*/ 698 h 2815"/>
                  <a:gd name="T28" fmla="*/ 1281 w 1603"/>
                  <a:gd name="T29" fmla="*/ 752 h 2815"/>
                  <a:gd name="T30" fmla="*/ 1358 w 1603"/>
                  <a:gd name="T31" fmla="*/ 736 h 2815"/>
                  <a:gd name="T32" fmla="*/ 1396 w 1603"/>
                  <a:gd name="T33" fmla="*/ 913 h 2815"/>
                  <a:gd name="T34" fmla="*/ 1427 w 1603"/>
                  <a:gd name="T35" fmla="*/ 997 h 2815"/>
                  <a:gd name="T36" fmla="*/ 1404 w 1603"/>
                  <a:gd name="T37" fmla="*/ 1005 h 2815"/>
                  <a:gd name="T38" fmla="*/ 1366 w 1603"/>
                  <a:gd name="T39" fmla="*/ 1074 h 2815"/>
                  <a:gd name="T40" fmla="*/ 1312 w 1603"/>
                  <a:gd name="T41" fmla="*/ 890 h 2815"/>
                  <a:gd name="T42" fmla="*/ 1082 w 1603"/>
                  <a:gd name="T43" fmla="*/ 752 h 2815"/>
                  <a:gd name="T44" fmla="*/ 1074 w 1603"/>
                  <a:gd name="T45" fmla="*/ 667 h 2815"/>
                  <a:gd name="T46" fmla="*/ 1189 w 1603"/>
                  <a:gd name="T47" fmla="*/ 683 h 2815"/>
                  <a:gd name="T48" fmla="*/ 1319 w 1603"/>
                  <a:gd name="T49" fmla="*/ 522 h 2815"/>
                  <a:gd name="T50" fmla="*/ 1427 w 1603"/>
                  <a:gd name="T51" fmla="*/ 361 h 2815"/>
                  <a:gd name="T52" fmla="*/ 1412 w 1603"/>
                  <a:gd name="T53" fmla="*/ 92 h 2815"/>
                  <a:gd name="T54" fmla="*/ 1312 w 1603"/>
                  <a:gd name="T55" fmla="*/ 31 h 2815"/>
                  <a:gd name="T56" fmla="*/ 1151 w 1603"/>
                  <a:gd name="T57" fmla="*/ 0 h 2815"/>
                  <a:gd name="T58" fmla="*/ 959 w 1603"/>
                  <a:gd name="T59" fmla="*/ 54 h 2815"/>
                  <a:gd name="T60" fmla="*/ 790 w 1603"/>
                  <a:gd name="T61" fmla="*/ 261 h 2815"/>
                  <a:gd name="T62" fmla="*/ 721 w 1603"/>
                  <a:gd name="T63" fmla="*/ 499 h 2815"/>
                  <a:gd name="T64" fmla="*/ 614 w 1603"/>
                  <a:gd name="T65" fmla="*/ 506 h 2815"/>
                  <a:gd name="T66" fmla="*/ 713 w 1603"/>
                  <a:gd name="T67" fmla="*/ 621 h 2815"/>
                  <a:gd name="T68" fmla="*/ 713 w 1603"/>
                  <a:gd name="T69" fmla="*/ 713 h 2815"/>
                  <a:gd name="T70" fmla="*/ 736 w 1603"/>
                  <a:gd name="T71" fmla="*/ 713 h 2815"/>
                  <a:gd name="T72" fmla="*/ 376 w 1603"/>
                  <a:gd name="T73" fmla="*/ 974 h 2815"/>
                  <a:gd name="T74" fmla="*/ 269 w 1603"/>
                  <a:gd name="T75" fmla="*/ 1534 h 2815"/>
                  <a:gd name="T76" fmla="*/ 292 w 1603"/>
                  <a:gd name="T77" fmla="*/ 2263 h 2815"/>
                  <a:gd name="T78" fmla="*/ 338 w 1603"/>
                  <a:gd name="T79" fmla="*/ 2485 h 2815"/>
                  <a:gd name="T80" fmla="*/ 414 w 1603"/>
                  <a:gd name="T81" fmla="*/ 2531 h 2815"/>
                  <a:gd name="T82" fmla="*/ 1404 w 1603"/>
                  <a:gd name="T83" fmla="*/ 537 h 2815"/>
                  <a:gd name="T84" fmla="*/ 1404 w 1603"/>
                  <a:gd name="T85" fmla="*/ 537 h 2815"/>
                  <a:gd name="T86" fmla="*/ 1389 w 1603"/>
                  <a:gd name="T87" fmla="*/ 629 h 2815"/>
                  <a:gd name="T88" fmla="*/ 1396 w 1603"/>
                  <a:gd name="T89" fmla="*/ 721 h 2815"/>
                  <a:gd name="T90" fmla="*/ 1358 w 1603"/>
                  <a:gd name="T91" fmla="*/ 652 h 2815"/>
                  <a:gd name="T92" fmla="*/ 1458 w 1603"/>
                  <a:gd name="T93" fmla="*/ 713 h 2815"/>
                  <a:gd name="T94" fmla="*/ 1435 w 1603"/>
                  <a:gd name="T95" fmla="*/ 790 h 2815"/>
                  <a:gd name="T96" fmla="*/ 483 w 1603"/>
                  <a:gd name="T97" fmla="*/ 1749 h 2815"/>
                  <a:gd name="T98" fmla="*/ 499 w 1603"/>
                  <a:gd name="T99" fmla="*/ 1572 h 2815"/>
                  <a:gd name="T100" fmla="*/ 667 w 1603"/>
                  <a:gd name="T101" fmla="*/ 1764 h 2815"/>
                  <a:gd name="T102" fmla="*/ 583 w 1603"/>
                  <a:gd name="T103" fmla="*/ 2040 h 2815"/>
                  <a:gd name="T104" fmla="*/ 591 w 1603"/>
                  <a:gd name="T105" fmla="*/ 2148 h 2815"/>
                  <a:gd name="T106" fmla="*/ 460 w 1603"/>
                  <a:gd name="T107" fmla="*/ 1833 h 2815"/>
                  <a:gd name="T108" fmla="*/ 445 w 1603"/>
                  <a:gd name="T109" fmla="*/ 1772 h 281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603"/>
                  <a:gd name="T166" fmla="*/ 0 h 2815"/>
                  <a:gd name="T167" fmla="*/ 1603 w 1603"/>
                  <a:gd name="T168" fmla="*/ 2815 h 2815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603" h="2815">
                    <a:moveTo>
                      <a:pt x="38" y="2815"/>
                    </a:moveTo>
                    <a:lnTo>
                      <a:pt x="1496" y="2815"/>
                    </a:lnTo>
                    <a:lnTo>
                      <a:pt x="1496" y="2669"/>
                    </a:lnTo>
                    <a:lnTo>
                      <a:pt x="1481" y="2539"/>
                    </a:lnTo>
                    <a:lnTo>
                      <a:pt x="1458" y="2416"/>
                    </a:lnTo>
                    <a:lnTo>
                      <a:pt x="1427" y="2309"/>
                    </a:lnTo>
                    <a:lnTo>
                      <a:pt x="1381" y="2171"/>
                    </a:lnTo>
                    <a:lnTo>
                      <a:pt x="1373" y="2132"/>
                    </a:lnTo>
                    <a:lnTo>
                      <a:pt x="1373" y="2125"/>
                    </a:lnTo>
                    <a:lnTo>
                      <a:pt x="1335" y="2025"/>
                    </a:lnTo>
                    <a:lnTo>
                      <a:pt x="1296" y="1902"/>
                    </a:lnTo>
                    <a:lnTo>
                      <a:pt x="1304" y="1841"/>
                    </a:lnTo>
                    <a:lnTo>
                      <a:pt x="1319" y="1718"/>
                    </a:lnTo>
                    <a:lnTo>
                      <a:pt x="1350" y="1565"/>
                    </a:lnTo>
                    <a:lnTo>
                      <a:pt x="1366" y="1595"/>
                    </a:lnTo>
                    <a:lnTo>
                      <a:pt x="1396" y="1664"/>
                    </a:lnTo>
                    <a:lnTo>
                      <a:pt x="1412" y="1680"/>
                    </a:lnTo>
                    <a:lnTo>
                      <a:pt x="1435" y="1695"/>
                    </a:lnTo>
                    <a:lnTo>
                      <a:pt x="1458" y="1695"/>
                    </a:lnTo>
                    <a:lnTo>
                      <a:pt x="1473" y="1695"/>
                    </a:lnTo>
                    <a:lnTo>
                      <a:pt x="1496" y="1664"/>
                    </a:lnTo>
                    <a:lnTo>
                      <a:pt x="1527" y="1618"/>
                    </a:lnTo>
                    <a:lnTo>
                      <a:pt x="1565" y="1526"/>
                    </a:lnTo>
                    <a:lnTo>
                      <a:pt x="1573" y="1457"/>
                    </a:lnTo>
                    <a:lnTo>
                      <a:pt x="1573" y="1350"/>
                    </a:lnTo>
                    <a:lnTo>
                      <a:pt x="1580" y="1250"/>
                    </a:lnTo>
                    <a:lnTo>
                      <a:pt x="1580" y="1197"/>
                    </a:lnTo>
                    <a:lnTo>
                      <a:pt x="1603" y="1066"/>
                    </a:lnTo>
                    <a:lnTo>
                      <a:pt x="1534" y="1035"/>
                    </a:lnTo>
                    <a:lnTo>
                      <a:pt x="1534" y="1028"/>
                    </a:lnTo>
                    <a:lnTo>
                      <a:pt x="1527" y="982"/>
                    </a:lnTo>
                    <a:lnTo>
                      <a:pt x="1527" y="928"/>
                    </a:lnTo>
                    <a:lnTo>
                      <a:pt x="1542" y="798"/>
                    </a:lnTo>
                    <a:lnTo>
                      <a:pt x="1550" y="744"/>
                    </a:lnTo>
                    <a:lnTo>
                      <a:pt x="1550" y="729"/>
                    </a:lnTo>
                    <a:lnTo>
                      <a:pt x="1542" y="713"/>
                    </a:lnTo>
                    <a:lnTo>
                      <a:pt x="1527" y="698"/>
                    </a:lnTo>
                    <a:lnTo>
                      <a:pt x="1527" y="690"/>
                    </a:lnTo>
                    <a:lnTo>
                      <a:pt x="1534" y="683"/>
                    </a:lnTo>
                    <a:lnTo>
                      <a:pt x="1542" y="667"/>
                    </a:lnTo>
                    <a:lnTo>
                      <a:pt x="1542" y="660"/>
                    </a:lnTo>
                    <a:lnTo>
                      <a:pt x="1534" y="660"/>
                    </a:lnTo>
                    <a:lnTo>
                      <a:pt x="1511" y="660"/>
                    </a:lnTo>
                    <a:lnTo>
                      <a:pt x="1496" y="606"/>
                    </a:lnTo>
                    <a:lnTo>
                      <a:pt x="1488" y="598"/>
                    </a:lnTo>
                    <a:lnTo>
                      <a:pt x="1481" y="598"/>
                    </a:lnTo>
                    <a:lnTo>
                      <a:pt x="1465" y="591"/>
                    </a:lnTo>
                    <a:lnTo>
                      <a:pt x="1458" y="583"/>
                    </a:lnTo>
                    <a:lnTo>
                      <a:pt x="1419" y="483"/>
                    </a:lnTo>
                    <a:lnTo>
                      <a:pt x="1442" y="391"/>
                    </a:lnTo>
                    <a:lnTo>
                      <a:pt x="1435" y="384"/>
                    </a:lnTo>
                    <a:lnTo>
                      <a:pt x="1427" y="399"/>
                    </a:lnTo>
                    <a:lnTo>
                      <a:pt x="1412" y="453"/>
                    </a:lnTo>
                    <a:lnTo>
                      <a:pt x="1381" y="445"/>
                    </a:lnTo>
                    <a:lnTo>
                      <a:pt x="1335" y="606"/>
                    </a:lnTo>
                    <a:lnTo>
                      <a:pt x="1281" y="660"/>
                    </a:lnTo>
                    <a:lnTo>
                      <a:pt x="1250" y="698"/>
                    </a:lnTo>
                    <a:lnTo>
                      <a:pt x="1235" y="721"/>
                    </a:lnTo>
                    <a:lnTo>
                      <a:pt x="1243" y="736"/>
                    </a:lnTo>
                    <a:lnTo>
                      <a:pt x="1258" y="744"/>
                    </a:lnTo>
                    <a:lnTo>
                      <a:pt x="1281" y="752"/>
                    </a:lnTo>
                    <a:lnTo>
                      <a:pt x="1304" y="721"/>
                    </a:lnTo>
                    <a:lnTo>
                      <a:pt x="1343" y="667"/>
                    </a:lnTo>
                    <a:lnTo>
                      <a:pt x="1350" y="698"/>
                    </a:lnTo>
                    <a:lnTo>
                      <a:pt x="1358" y="736"/>
                    </a:lnTo>
                    <a:lnTo>
                      <a:pt x="1366" y="790"/>
                    </a:lnTo>
                    <a:lnTo>
                      <a:pt x="1381" y="844"/>
                    </a:lnTo>
                    <a:lnTo>
                      <a:pt x="1389" y="890"/>
                    </a:lnTo>
                    <a:lnTo>
                      <a:pt x="1396" y="913"/>
                    </a:lnTo>
                    <a:lnTo>
                      <a:pt x="1412" y="928"/>
                    </a:lnTo>
                    <a:lnTo>
                      <a:pt x="1427" y="951"/>
                    </a:lnTo>
                    <a:lnTo>
                      <a:pt x="1435" y="959"/>
                    </a:lnTo>
                    <a:lnTo>
                      <a:pt x="1427" y="997"/>
                    </a:lnTo>
                    <a:lnTo>
                      <a:pt x="1419" y="997"/>
                    </a:lnTo>
                    <a:lnTo>
                      <a:pt x="1396" y="997"/>
                    </a:lnTo>
                    <a:lnTo>
                      <a:pt x="1404" y="1005"/>
                    </a:lnTo>
                    <a:lnTo>
                      <a:pt x="1412" y="1020"/>
                    </a:lnTo>
                    <a:lnTo>
                      <a:pt x="1396" y="1082"/>
                    </a:lnTo>
                    <a:lnTo>
                      <a:pt x="1381" y="1120"/>
                    </a:lnTo>
                    <a:lnTo>
                      <a:pt x="1366" y="1074"/>
                    </a:lnTo>
                    <a:lnTo>
                      <a:pt x="1350" y="1012"/>
                    </a:lnTo>
                    <a:lnTo>
                      <a:pt x="1335" y="943"/>
                    </a:lnTo>
                    <a:lnTo>
                      <a:pt x="1327" y="913"/>
                    </a:lnTo>
                    <a:lnTo>
                      <a:pt x="1312" y="890"/>
                    </a:lnTo>
                    <a:lnTo>
                      <a:pt x="1289" y="867"/>
                    </a:lnTo>
                    <a:lnTo>
                      <a:pt x="1197" y="821"/>
                    </a:lnTo>
                    <a:lnTo>
                      <a:pt x="1105" y="767"/>
                    </a:lnTo>
                    <a:lnTo>
                      <a:pt x="1082" y="752"/>
                    </a:lnTo>
                    <a:lnTo>
                      <a:pt x="1059" y="729"/>
                    </a:lnTo>
                    <a:lnTo>
                      <a:pt x="1051" y="713"/>
                    </a:lnTo>
                    <a:lnTo>
                      <a:pt x="1066" y="683"/>
                    </a:lnTo>
                    <a:lnTo>
                      <a:pt x="1074" y="667"/>
                    </a:lnTo>
                    <a:lnTo>
                      <a:pt x="1105" y="690"/>
                    </a:lnTo>
                    <a:lnTo>
                      <a:pt x="1143" y="706"/>
                    </a:lnTo>
                    <a:lnTo>
                      <a:pt x="1166" y="706"/>
                    </a:lnTo>
                    <a:lnTo>
                      <a:pt x="1189" y="683"/>
                    </a:lnTo>
                    <a:lnTo>
                      <a:pt x="1220" y="637"/>
                    </a:lnTo>
                    <a:lnTo>
                      <a:pt x="1266" y="598"/>
                    </a:lnTo>
                    <a:lnTo>
                      <a:pt x="1296" y="560"/>
                    </a:lnTo>
                    <a:lnTo>
                      <a:pt x="1319" y="522"/>
                    </a:lnTo>
                    <a:lnTo>
                      <a:pt x="1335" y="468"/>
                    </a:lnTo>
                    <a:lnTo>
                      <a:pt x="1381" y="376"/>
                    </a:lnTo>
                    <a:lnTo>
                      <a:pt x="1412" y="391"/>
                    </a:lnTo>
                    <a:lnTo>
                      <a:pt x="1427" y="361"/>
                    </a:lnTo>
                    <a:lnTo>
                      <a:pt x="1442" y="284"/>
                    </a:lnTo>
                    <a:lnTo>
                      <a:pt x="1450" y="238"/>
                    </a:lnTo>
                    <a:lnTo>
                      <a:pt x="1442" y="184"/>
                    </a:lnTo>
                    <a:lnTo>
                      <a:pt x="1435" y="138"/>
                    </a:lnTo>
                    <a:lnTo>
                      <a:pt x="1412" y="92"/>
                    </a:lnTo>
                    <a:lnTo>
                      <a:pt x="1404" y="92"/>
                    </a:lnTo>
                    <a:lnTo>
                      <a:pt x="1396" y="84"/>
                    </a:lnTo>
                    <a:lnTo>
                      <a:pt x="1358" y="54"/>
                    </a:lnTo>
                    <a:lnTo>
                      <a:pt x="1312" y="31"/>
                    </a:lnTo>
                    <a:lnTo>
                      <a:pt x="1243" y="8"/>
                    </a:lnTo>
                    <a:lnTo>
                      <a:pt x="1212" y="8"/>
                    </a:lnTo>
                    <a:lnTo>
                      <a:pt x="1181" y="8"/>
                    </a:lnTo>
                    <a:lnTo>
                      <a:pt x="1151" y="0"/>
                    </a:lnTo>
                    <a:lnTo>
                      <a:pt x="1105" y="0"/>
                    </a:lnTo>
                    <a:lnTo>
                      <a:pt x="1051" y="15"/>
                    </a:lnTo>
                    <a:lnTo>
                      <a:pt x="1020" y="31"/>
                    </a:lnTo>
                    <a:lnTo>
                      <a:pt x="997" y="46"/>
                    </a:lnTo>
                    <a:lnTo>
                      <a:pt x="959" y="54"/>
                    </a:lnTo>
                    <a:lnTo>
                      <a:pt x="928" y="61"/>
                    </a:lnTo>
                    <a:lnTo>
                      <a:pt x="890" y="77"/>
                    </a:lnTo>
                    <a:lnTo>
                      <a:pt x="859" y="100"/>
                    </a:lnTo>
                    <a:lnTo>
                      <a:pt x="829" y="138"/>
                    </a:lnTo>
                    <a:lnTo>
                      <a:pt x="806" y="192"/>
                    </a:lnTo>
                    <a:lnTo>
                      <a:pt x="790" y="261"/>
                    </a:lnTo>
                    <a:lnTo>
                      <a:pt x="782" y="345"/>
                    </a:lnTo>
                    <a:lnTo>
                      <a:pt x="775" y="391"/>
                    </a:lnTo>
                    <a:lnTo>
                      <a:pt x="759" y="445"/>
                    </a:lnTo>
                    <a:lnTo>
                      <a:pt x="736" y="483"/>
                    </a:lnTo>
                    <a:lnTo>
                      <a:pt x="721" y="499"/>
                    </a:lnTo>
                    <a:lnTo>
                      <a:pt x="706" y="514"/>
                    </a:lnTo>
                    <a:lnTo>
                      <a:pt x="690" y="522"/>
                    </a:lnTo>
                    <a:lnTo>
                      <a:pt x="667" y="522"/>
                    </a:lnTo>
                    <a:lnTo>
                      <a:pt x="644" y="514"/>
                    </a:lnTo>
                    <a:lnTo>
                      <a:pt x="614" y="506"/>
                    </a:lnTo>
                    <a:lnTo>
                      <a:pt x="614" y="529"/>
                    </a:lnTo>
                    <a:lnTo>
                      <a:pt x="621" y="545"/>
                    </a:lnTo>
                    <a:lnTo>
                      <a:pt x="629" y="568"/>
                    </a:lnTo>
                    <a:lnTo>
                      <a:pt x="644" y="591"/>
                    </a:lnTo>
                    <a:lnTo>
                      <a:pt x="675" y="606"/>
                    </a:lnTo>
                    <a:lnTo>
                      <a:pt x="713" y="621"/>
                    </a:lnTo>
                    <a:lnTo>
                      <a:pt x="775" y="621"/>
                    </a:lnTo>
                    <a:lnTo>
                      <a:pt x="713" y="690"/>
                    </a:lnTo>
                    <a:lnTo>
                      <a:pt x="706" y="706"/>
                    </a:lnTo>
                    <a:lnTo>
                      <a:pt x="713" y="713"/>
                    </a:lnTo>
                    <a:lnTo>
                      <a:pt x="713" y="729"/>
                    </a:lnTo>
                    <a:lnTo>
                      <a:pt x="729" y="713"/>
                    </a:lnTo>
                    <a:lnTo>
                      <a:pt x="736" y="713"/>
                    </a:lnTo>
                    <a:lnTo>
                      <a:pt x="591" y="805"/>
                    </a:lnTo>
                    <a:lnTo>
                      <a:pt x="445" y="882"/>
                    </a:lnTo>
                    <a:lnTo>
                      <a:pt x="422" y="913"/>
                    </a:lnTo>
                    <a:lnTo>
                      <a:pt x="399" y="943"/>
                    </a:lnTo>
                    <a:lnTo>
                      <a:pt x="376" y="974"/>
                    </a:lnTo>
                    <a:lnTo>
                      <a:pt x="361" y="1012"/>
                    </a:lnTo>
                    <a:lnTo>
                      <a:pt x="338" y="1097"/>
                    </a:lnTo>
                    <a:lnTo>
                      <a:pt x="322" y="1189"/>
                    </a:lnTo>
                    <a:lnTo>
                      <a:pt x="292" y="1335"/>
                    </a:lnTo>
                    <a:lnTo>
                      <a:pt x="269" y="1534"/>
                    </a:lnTo>
                    <a:lnTo>
                      <a:pt x="246" y="1703"/>
                    </a:lnTo>
                    <a:lnTo>
                      <a:pt x="230" y="1795"/>
                    </a:lnTo>
                    <a:lnTo>
                      <a:pt x="230" y="1879"/>
                    </a:lnTo>
                    <a:lnTo>
                      <a:pt x="253" y="2017"/>
                    </a:lnTo>
                    <a:lnTo>
                      <a:pt x="292" y="2263"/>
                    </a:lnTo>
                    <a:lnTo>
                      <a:pt x="299" y="2324"/>
                    </a:lnTo>
                    <a:lnTo>
                      <a:pt x="307" y="2393"/>
                    </a:lnTo>
                    <a:lnTo>
                      <a:pt x="315" y="2454"/>
                    </a:lnTo>
                    <a:lnTo>
                      <a:pt x="330" y="2478"/>
                    </a:lnTo>
                    <a:lnTo>
                      <a:pt x="338" y="2485"/>
                    </a:lnTo>
                    <a:lnTo>
                      <a:pt x="361" y="2485"/>
                    </a:lnTo>
                    <a:lnTo>
                      <a:pt x="391" y="2493"/>
                    </a:lnTo>
                    <a:lnTo>
                      <a:pt x="407" y="2508"/>
                    </a:lnTo>
                    <a:lnTo>
                      <a:pt x="414" y="2531"/>
                    </a:lnTo>
                    <a:lnTo>
                      <a:pt x="414" y="2562"/>
                    </a:lnTo>
                    <a:lnTo>
                      <a:pt x="54" y="2577"/>
                    </a:lnTo>
                    <a:lnTo>
                      <a:pt x="61" y="2623"/>
                    </a:lnTo>
                    <a:lnTo>
                      <a:pt x="0" y="2631"/>
                    </a:lnTo>
                    <a:lnTo>
                      <a:pt x="38" y="2815"/>
                    </a:lnTo>
                    <a:close/>
                    <a:moveTo>
                      <a:pt x="1404" y="537"/>
                    </a:moveTo>
                    <a:lnTo>
                      <a:pt x="1404" y="537"/>
                    </a:lnTo>
                    <a:lnTo>
                      <a:pt x="1419" y="575"/>
                    </a:lnTo>
                    <a:lnTo>
                      <a:pt x="1396" y="560"/>
                    </a:lnTo>
                    <a:lnTo>
                      <a:pt x="1404" y="537"/>
                    </a:lnTo>
                    <a:close/>
                    <a:moveTo>
                      <a:pt x="1373" y="614"/>
                    </a:moveTo>
                    <a:lnTo>
                      <a:pt x="1373" y="614"/>
                    </a:lnTo>
                    <a:lnTo>
                      <a:pt x="1381" y="606"/>
                    </a:lnTo>
                    <a:lnTo>
                      <a:pt x="1419" y="637"/>
                    </a:lnTo>
                    <a:lnTo>
                      <a:pt x="1389" y="629"/>
                    </a:lnTo>
                    <a:lnTo>
                      <a:pt x="1373" y="621"/>
                    </a:lnTo>
                    <a:lnTo>
                      <a:pt x="1373" y="614"/>
                    </a:lnTo>
                    <a:close/>
                    <a:moveTo>
                      <a:pt x="1396" y="721"/>
                    </a:moveTo>
                    <a:lnTo>
                      <a:pt x="1396" y="721"/>
                    </a:lnTo>
                    <a:lnTo>
                      <a:pt x="1381" y="683"/>
                    </a:lnTo>
                    <a:lnTo>
                      <a:pt x="1366" y="660"/>
                    </a:lnTo>
                    <a:lnTo>
                      <a:pt x="1366" y="652"/>
                    </a:lnTo>
                    <a:lnTo>
                      <a:pt x="1358" y="652"/>
                    </a:lnTo>
                    <a:lnTo>
                      <a:pt x="1366" y="637"/>
                    </a:lnTo>
                    <a:lnTo>
                      <a:pt x="1412" y="667"/>
                    </a:lnTo>
                    <a:lnTo>
                      <a:pt x="1442" y="690"/>
                    </a:lnTo>
                    <a:lnTo>
                      <a:pt x="1458" y="713"/>
                    </a:lnTo>
                    <a:lnTo>
                      <a:pt x="1458" y="729"/>
                    </a:lnTo>
                    <a:lnTo>
                      <a:pt x="1450" y="752"/>
                    </a:lnTo>
                    <a:lnTo>
                      <a:pt x="1435" y="790"/>
                    </a:lnTo>
                    <a:lnTo>
                      <a:pt x="1427" y="790"/>
                    </a:lnTo>
                    <a:lnTo>
                      <a:pt x="1419" y="767"/>
                    </a:lnTo>
                    <a:lnTo>
                      <a:pt x="1396" y="721"/>
                    </a:lnTo>
                    <a:close/>
                    <a:moveTo>
                      <a:pt x="483" y="1749"/>
                    </a:moveTo>
                    <a:lnTo>
                      <a:pt x="483" y="1749"/>
                    </a:lnTo>
                    <a:lnTo>
                      <a:pt x="483" y="1733"/>
                    </a:lnTo>
                    <a:lnTo>
                      <a:pt x="476" y="1718"/>
                    </a:lnTo>
                    <a:lnTo>
                      <a:pt x="468" y="1703"/>
                    </a:lnTo>
                    <a:lnTo>
                      <a:pt x="468" y="1687"/>
                    </a:lnTo>
                    <a:lnTo>
                      <a:pt x="499" y="1572"/>
                    </a:lnTo>
                    <a:lnTo>
                      <a:pt x="545" y="1381"/>
                    </a:lnTo>
                    <a:lnTo>
                      <a:pt x="598" y="1511"/>
                    </a:lnTo>
                    <a:lnTo>
                      <a:pt x="644" y="1641"/>
                    </a:lnTo>
                    <a:lnTo>
                      <a:pt x="660" y="1710"/>
                    </a:lnTo>
                    <a:lnTo>
                      <a:pt x="667" y="1764"/>
                    </a:lnTo>
                    <a:lnTo>
                      <a:pt x="675" y="1818"/>
                    </a:lnTo>
                    <a:lnTo>
                      <a:pt x="667" y="1864"/>
                    </a:lnTo>
                    <a:lnTo>
                      <a:pt x="652" y="1910"/>
                    </a:lnTo>
                    <a:lnTo>
                      <a:pt x="621" y="1964"/>
                    </a:lnTo>
                    <a:lnTo>
                      <a:pt x="583" y="2040"/>
                    </a:lnTo>
                    <a:lnTo>
                      <a:pt x="545" y="2086"/>
                    </a:lnTo>
                    <a:lnTo>
                      <a:pt x="606" y="2079"/>
                    </a:lnTo>
                    <a:lnTo>
                      <a:pt x="591" y="2148"/>
                    </a:lnTo>
                    <a:lnTo>
                      <a:pt x="552" y="2293"/>
                    </a:lnTo>
                    <a:lnTo>
                      <a:pt x="499" y="2033"/>
                    </a:lnTo>
                    <a:lnTo>
                      <a:pt x="460" y="1856"/>
                    </a:lnTo>
                    <a:lnTo>
                      <a:pt x="460" y="1833"/>
                    </a:lnTo>
                    <a:lnTo>
                      <a:pt x="468" y="1818"/>
                    </a:lnTo>
                    <a:lnTo>
                      <a:pt x="468" y="1803"/>
                    </a:lnTo>
                    <a:lnTo>
                      <a:pt x="460" y="1795"/>
                    </a:lnTo>
                    <a:lnTo>
                      <a:pt x="453" y="1780"/>
                    </a:lnTo>
                    <a:lnTo>
                      <a:pt x="445" y="1772"/>
                    </a:lnTo>
                    <a:lnTo>
                      <a:pt x="468" y="1772"/>
                    </a:lnTo>
                    <a:lnTo>
                      <a:pt x="476" y="1764"/>
                    </a:lnTo>
                    <a:lnTo>
                      <a:pt x="483" y="17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50" name="Freeform 2125"/>
              <p:cNvSpPr>
                <a:spLocks/>
              </p:cNvSpPr>
              <p:nvPr/>
            </p:nvSpPr>
            <p:spPr bwMode="auto">
              <a:xfrm>
                <a:off x="3327400" y="1331913"/>
                <a:ext cx="790575" cy="766762"/>
              </a:xfrm>
              <a:custGeom>
                <a:avLst/>
                <a:gdLst>
                  <a:gd name="T0" fmla="*/ 353 w 498"/>
                  <a:gd name="T1" fmla="*/ 184 h 483"/>
                  <a:gd name="T2" fmla="*/ 353 w 498"/>
                  <a:gd name="T3" fmla="*/ 92 h 483"/>
                  <a:gd name="T4" fmla="*/ 406 w 498"/>
                  <a:gd name="T5" fmla="*/ 153 h 483"/>
                  <a:gd name="T6" fmla="*/ 498 w 498"/>
                  <a:gd name="T7" fmla="*/ 283 h 483"/>
                  <a:gd name="T8" fmla="*/ 376 w 498"/>
                  <a:gd name="T9" fmla="*/ 237 h 483"/>
                  <a:gd name="T10" fmla="*/ 383 w 498"/>
                  <a:gd name="T11" fmla="*/ 283 h 483"/>
                  <a:gd name="T12" fmla="*/ 383 w 498"/>
                  <a:gd name="T13" fmla="*/ 352 h 483"/>
                  <a:gd name="T14" fmla="*/ 360 w 498"/>
                  <a:gd name="T15" fmla="*/ 483 h 483"/>
                  <a:gd name="T16" fmla="*/ 307 w 498"/>
                  <a:gd name="T17" fmla="*/ 429 h 483"/>
                  <a:gd name="T18" fmla="*/ 222 w 498"/>
                  <a:gd name="T19" fmla="*/ 360 h 483"/>
                  <a:gd name="T20" fmla="*/ 199 w 498"/>
                  <a:gd name="T21" fmla="*/ 283 h 483"/>
                  <a:gd name="T22" fmla="*/ 161 w 498"/>
                  <a:gd name="T23" fmla="*/ 222 h 483"/>
                  <a:gd name="T24" fmla="*/ 53 w 498"/>
                  <a:gd name="T25" fmla="*/ 345 h 483"/>
                  <a:gd name="T26" fmla="*/ 0 w 498"/>
                  <a:gd name="T27" fmla="*/ 84 h 483"/>
                  <a:gd name="T28" fmla="*/ 69 w 498"/>
                  <a:gd name="T29" fmla="*/ 0 h 483"/>
                  <a:gd name="T30" fmla="*/ 130 w 498"/>
                  <a:gd name="T31" fmla="*/ 92 h 483"/>
                  <a:gd name="T32" fmla="*/ 207 w 498"/>
                  <a:gd name="T33" fmla="*/ 207 h 483"/>
                  <a:gd name="T34" fmla="*/ 261 w 498"/>
                  <a:gd name="T35" fmla="*/ 291 h 483"/>
                  <a:gd name="T36" fmla="*/ 314 w 498"/>
                  <a:gd name="T37" fmla="*/ 383 h 483"/>
                  <a:gd name="T38" fmla="*/ 353 w 498"/>
                  <a:gd name="T39" fmla="*/ 460 h 483"/>
                  <a:gd name="T40" fmla="*/ 345 w 498"/>
                  <a:gd name="T41" fmla="*/ 352 h 483"/>
                  <a:gd name="T42" fmla="*/ 345 w 498"/>
                  <a:gd name="T43" fmla="*/ 253 h 483"/>
                  <a:gd name="T44" fmla="*/ 353 w 498"/>
                  <a:gd name="T45" fmla="*/ 184 h 48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98"/>
                  <a:gd name="T70" fmla="*/ 0 h 483"/>
                  <a:gd name="T71" fmla="*/ 498 w 498"/>
                  <a:gd name="T72" fmla="*/ 483 h 48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98" h="483">
                    <a:moveTo>
                      <a:pt x="353" y="184"/>
                    </a:moveTo>
                    <a:lnTo>
                      <a:pt x="353" y="92"/>
                    </a:lnTo>
                    <a:lnTo>
                      <a:pt x="406" y="153"/>
                    </a:lnTo>
                    <a:lnTo>
                      <a:pt x="498" y="283"/>
                    </a:lnTo>
                    <a:lnTo>
                      <a:pt x="376" y="237"/>
                    </a:lnTo>
                    <a:lnTo>
                      <a:pt x="383" y="283"/>
                    </a:lnTo>
                    <a:lnTo>
                      <a:pt x="383" y="352"/>
                    </a:lnTo>
                    <a:lnTo>
                      <a:pt x="360" y="483"/>
                    </a:lnTo>
                    <a:lnTo>
                      <a:pt x="307" y="429"/>
                    </a:lnTo>
                    <a:lnTo>
                      <a:pt x="222" y="360"/>
                    </a:lnTo>
                    <a:lnTo>
                      <a:pt x="199" y="283"/>
                    </a:lnTo>
                    <a:lnTo>
                      <a:pt x="161" y="222"/>
                    </a:lnTo>
                    <a:lnTo>
                      <a:pt x="53" y="345"/>
                    </a:lnTo>
                    <a:lnTo>
                      <a:pt x="0" y="84"/>
                    </a:lnTo>
                    <a:lnTo>
                      <a:pt x="69" y="0"/>
                    </a:lnTo>
                    <a:lnTo>
                      <a:pt x="130" y="92"/>
                    </a:lnTo>
                    <a:lnTo>
                      <a:pt x="207" y="207"/>
                    </a:lnTo>
                    <a:lnTo>
                      <a:pt x="261" y="291"/>
                    </a:lnTo>
                    <a:lnTo>
                      <a:pt x="314" y="383"/>
                    </a:lnTo>
                    <a:lnTo>
                      <a:pt x="353" y="460"/>
                    </a:lnTo>
                    <a:lnTo>
                      <a:pt x="345" y="352"/>
                    </a:lnTo>
                    <a:lnTo>
                      <a:pt x="345" y="253"/>
                    </a:lnTo>
                    <a:lnTo>
                      <a:pt x="353" y="18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</p:grpSp>
      <p:grpSp>
        <p:nvGrpSpPr>
          <p:cNvPr id="52" name="组合 1359"/>
          <p:cNvGrpSpPr>
            <a:grpSpLocks/>
          </p:cNvGrpSpPr>
          <p:nvPr/>
        </p:nvGrpSpPr>
        <p:grpSpPr bwMode="auto">
          <a:xfrm>
            <a:off x="2675462" y="2290374"/>
            <a:ext cx="1514578" cy="1043376"/>
            <a:chOff x="1025526" y="428625"/>
            <a:chExt cx="6246812" cy="4303713"/>
          </a:xfrm>
          <a:solidFill>
            <a:srgbClr val="00B0F0"/>
          </a:solidFill>
        </p:grpSpPr>
        <p:sp>
          <p:nvSpPr>
            <p:cNvPr id="53" name="Freeform 2990"/>
            <p:cNvSpPr>
              <a:spLocks/>
            </p:cNvSpPr>
            <p:nvPr/>
          </p:nvSpPr>
          <p:spPr bwMode="auto">
            <a:xfrm>
              <a:off x="1947863" y="3709988"/>
              <a:ext cx="25400" cy="38100"/>
            </a:xfrm>
            <a:custGeom>
              <a:avLst/>
              <a:gdLst>
                <a:gd name="T0" fmla="*/ 0 w 16"/>
                <a:gd name="T1" fmla="*/ 0 h 24"/>
                <a:gd name="T2" fmla="*/ 0 w 16"/>
                <a:gd name="T3" fmla="*/ 0 h 24"/>
                <a:gd name="T4" fmla="*/ 8 w 16"/>
                <a:gd name="T5" fmla="*/ 0 h 24"/>
                <a:gd name="T6" fmla="*/ 16 w 16"/>
                <a:gd name="T7" fmla="*/ 8 h 24"/>
                <a:gd name="T8" fmla="*/ 16 w 16"/>
                <a:gd name="T9" fmla="*/ 16 h 24"/>
                <a:gd name="T10" fmla="*/ 16 w 16"/>
                <a:gd name="T11" fmla="*/ 24 h 24"/>
                <a:gd name="T12" fmla="*/ 16 w 16"/>
                <a:gd name="T13" fmla="*/ 24 h 24"/>
                <a:gd name="T14" fmla="*/ 0 w 16"/>
                <a:gd name="T15" fmla="*/ 16 h 24"/>
                <a:gd name="T16" fmla="*/ 0 w 16"/>
                <a:gd name="T17" fmla="*/ 0 h 24"/>
                <a:gd name="T18" fmla="*/ 0 w 16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24"/>
                <a:gd name="T32" fmla="*/ 16 w 16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24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4" name="Freeform 2991"/>
            <p:cNvSpPr>
              <a:spLocks/>
            </p:cNvSpPr>
            <p:nvPr/>
          </p:nvSpPr>
          <p:spPr bwMode="auto">
            <a:xfrm>
              <a:off x="1997076" y="3722688"/>
              <a:ext cx="25400" cy="36513"/>
            </a:xfrm>
            <a:custGeom>
              <a:avLst/>
              <a:gdLst>
                <a:gd name="T0" fmla="*/ 0 w 16"/>
                <a:gd name="T1" fmla="*/ 0 h 23"/>
                <a:gd name="T2" fmla="*/ 0 w 16"/>
                <a:gd name="T3" fmla="*/ 0 h 23"/>
                <a:gd name="T4" fmla="*/ 16 w 16"/>
                <a:gd name="T5" fmla="*/ 8 h 23"/>
                <a:gd name="T6" fmla="*/ 16 w 16"/>
                <a:gd name="T7" fmla="*/ 23 h 23"/>
                <a:gd name="T8" fmla="*/ 16 w 16"/>
                <a:gd name="T9" fmla="*/ 23 h 23"/>
                <a:gd name="T10" fmla="*/ 8 w 16"/>
                <a:gd name="T11" fmla="*/ 23 h 23"/>
                <a:gd name="T12" fmla="*/ 0 w 16"/>
                <a:gd name="T13" fmla="*/ 16 h 23"/>
                <a:gd name="T14" fmla="*/ 0 w 16"/>
                <a:gd name="T15" fmla="*/ 8 h 23"/>
                <a:gd name="T16" fmla="*/ 0 w 16"/>
                <a:gd name="T17" fmla="*/ 0 h 23"/>
                <a:gd name="T18" fmla="*/ 0 w 16"/>
                <a:gd name="T19" fmla="*/ 0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23"/>
                <a:gd name="T32" fmla="*/ 16 w 16"/>
                <a:gd name="T33" fmla="*/ 23 h 2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23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16" y="23"/>
                  </a:lnTo>
                  <a:lnTo>
                    <a:pt x="8" y="23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5" name="Freeform 2992"/>
            <p:cNvSpPr>
              <a:spLocks noEditPoints="1"/>
            </p:cNvSpPr>
            <p:nvPr/>
          </p:nvSpPr>
          <p:spPr bwMode="auto">
            <a:xfrm>
              <a:off x="1152526" y="2560638"/>
              <a:ext cx="1374775" cy="1514475"/>
            </a:xfrm>
            <a:custGeom>
              <a:avLst/>
              <a:gdLst>
                <a:gd name="T0" fmla="*/ 572 w 866"/>
                <a:gd name="T1" fmla="*/ 88 h 954"/>
                <a:gd name="T2" fmla="*/ 493 w 866"/>
                <a:gd name="T3" fmla="*/ 159 h 954"/>
                <a:gd name="T4" fmla="*/ 580 w 866"/>
                <a:gd name="T5" fmla="*/ 143 h 954"/>
                <a:gd name="T6" fmla="*/ 652 w 866"/>
                <a:gd name="T7" fmla="*/ 151 h 954"/>
                <a:gd name="T8" fmla="*/ 604 w 866"/>
                <a:gd name="T9" fmla="*/ 215 h 954"/>
                <a:gd name="T10" fmla="*/ 739 w 866"/>
                <a:gd name="T11" fmla="*/ 167 h 954"/>
                <a:gd name="T12" fmla="*/ 763 w 866"/>
                <a:gd name="T13" fmla="*/ 255 h 954"/>
                <a:gd name="T14" fmla="*/ 779 w 866"/>
                <a:gd name="T15" fmla="*/ 302 h 954"/>
                <a:gd name="T16" fmla="*/ 819 w 866"/>
                <a:gd name="T17" fmla="*/ 445 h 954"/>
                <a:gd name="T18" fmla="*/ 866 w 866"/>
                <a:gd name="T19" fmla="*/ 509 h 954"/>
                <a:gd name="T20" fmla="*/ 811 w 866"/>
                <a:gd name="T21" fmla="*/ 589 h 954"/>
                <a:gd name="T22" fmla="*/ 795 w 866"/>
                <a:gd name="T23" fmla="*/ 628 h 954"/>
                <a:gd name="T24" fmla="*/ 691 w 866"/>
                <a:gd name="T25" fmla="*/ 716 h 954"/>
                <a:gd name="T26" fmla="*/ 612 w 866"/>
                <a:gd name="T27" fmla="*/ 716 h 954"/>
                <a:gd name="T28" fmla="*/ 509 w 866"/>
                <a:gd name="T29" fmla="*/ 700 h 954"/>
                <a:gd name="T30" fmla="*/ 453 w 866"/>
                <a:gd name="T31" fmla="*/ 899 h 954"/>
                <a:gd name="T32" fmla="*/ 191 w 866"/>
                <a:gd name="T33" fmla="*/ 946 h 954"/>
                <a:gd name="T34" fmla="*/ 381 w 866"/>
                <a:gd name="T35" fmla="*/ 716 h 954"/>
                <a:gd name="T36" fmla="*/ 246 w 866"/>
                <a:gd name="T37" fmla="*/ 708 h 954"/>
                <a:gd name="T38" fmla="*/ 230 w 866"/>
                <a:gd name="T39" fmla="*/ 628 h 954"/>
                <a:gd name="T40" fmla="*/ 191 w 866"/>
                <a:gd name="T41" fmla="*/ 636 h 954"/>
                <a:gd name="T42" fmla="*/ 24 w 866"/>
                <a:gd name="T43" fmla="*/ 620 h 954"/>
                <a:gd name="T44" fmla="*/ 71 w 866"/>
                <a:gd name="T45" fmla="*/ 533 h 954"/>
                <a:gd name="T46" fmla="*/ 87 w 866"/>
                <a:gd name="T47" fmla="*/ 493 h 954"/>
                <a:gd name="T48" fmla="*/ 191 w 866"/>
                <a:gd name="T49" fmla="*/ 493 h 954"/>
                <a:gd name="T50" fmla="*/ 63 w 866"/>
                <a:gd name="T51" fmla="*/ 445 h 954"/>
                <a:gd name="T52" fmla="*/ 159 w 866"/>
                <a:gd name="T53" fmla="*/ 390 h 954"/>
                <a:gd name="T54" fmla="*/ 79 w 866"/>
                <a:gd name="T55" fmla="*/ 366 h 954"/>
                <a:gd name="T56" fmla="*/ 191 w 866"/>
                <a:gd name="T57" fmla="*/ 286 h 954"/>
                <a:gd name="T58" fmla="*/ 214 w 866"/>
                <a:gd name="T59" fmla="*/ 159 h 954"/>
                <a:gd name="T60" fmla="*/ 270 w 866"/>
                <a:gd name="T61" fmla="*/ 120 h 954"/>
                <a:gd name="T62" fmla="*/ 262 w 866"/>
                <a:gd name="T63" fmla="*/ 40 h 954"/>
                <a:gd name="T64" fmla="*/ 381 w 866"/>
                <a:gd name="T65" fmla="*/ 80 h 954"/>
                <a:gd name="T66" fmla="*/ 397 w 866"/>
                <a:gd name="T67" fmla="*/ 32 h 954"/>
                <a:gd name="T68" fmla="*/ 493 w 866"/>
                <a:gd name="T69" fmla="*/ 32 h 954"/>
                <a:gd name="T70" fmla="*/ 477 w 866"/>
                <a:gd name="T71" fmla="*/ 48 h 954"/>
                <a:gd name="T72" fmla="*/ 524 w 866"/>
                <a:gd name="T73" fmla="*/ 80 h 954"/>
                <a:gd name="T74" fmla="*/ 421 w 866"/>
                <a:gd name="T75" fmla="*/ 88 h 954"/>
                <a:gd name="T76" fmla="*/ 318 w 866"/>
                <a:gd name="T77" fmla="*/ 112 h 954"/>
                <a:gd name="T78" fmla="*/ 389 w 866"/>
                <a:gd name="T79" fmla="*/ 112 h 954"/>
                <a:gd name="T80" fmla="*/ 524 w 866"/>
                <a:gd name="T81" fmla="*/ 112 h 954"/>
                <a:gd name="T82" fmla="*/ 381 w 866"/>
                <a:gd name="T83" fmla="*/ 151 h 954"/>
                <a:gd name="T84" fmla="*/ 310 w 866"/>
                <a:gd name="T85" fmla="*/ 247 h 954"/>
                <a:gd name="T86" fmla="*/ 683 w 866"/>
                <a:gd name="T87" fmla="*/ 239 h 954"/>
                <a:gd name="T88" fmla="*/ 413 w 866"/>
                <a:gd name="T89" fmla="*/ 286 h 954"/>
                <a:gd name="T90" fmla="*/ 683 w 866"/>
                <a:gd name="T91" fmla="*/ 294 h 954"/>
                <a:gd name="T92" fmla="*/ 143 w 866"/>
                <a:gd name="T93" fmla="*/ 358 h 954"/>
                <a:gd name="T94" fmla="*/ 477 w 866"/>
                <a:gd name="T95" fmla="*/ 382 h 954"/>
                <a:gd name="T96" fmla="*/ 660 w 866"/>
                <a:gd name="T97" fmla="*/ 374 h 954"/>
                <a:gd name="T98" fmla="*/ 660 w 866"/>
                <a:gd name="T99" fmla="*/ 422 h 954"/>
                <a:gd name="T100" fmla="*/ 183 w 866"/>
                <a:gd name="T101" fmla="*/ 438 h 954"/>
                <a:gd name="T102" fmla="*/ 437 w 866"/>
                <a:gd name="T103" fmla="*/ 445 h 954"/>
                <a:gd name="T104" fmla="*/ 294 w 866"/>
                <a:gd name="T105" fmla="*/ 461 h 954"/>
                <a:gd name="T106" fmla="*/ 604 w 866"/>
                <a:gd name="T107" fmla="*/ 525 h 954"/>
                <a:gd name="T108" fmla="*/ 572 w 866"/>
                <a:gd name="T109" fmla="*/ 501 h 954"/>
                <a:gd name="T110" fmla="*/ 222 w 866"/>
                <a:gd name="T111" fmla="*/ 541 h 954"/>
                <a:gd name="T112" fmla="*/ 127 w 866"/>
                <a:gd name="T113" fmla="*/ 565 h 954"/>
                <a:gd name="T114" fmla="*/ 517 w 866"/>
                <a:gd name="T115" fmla="*/ 604 h 954"/>
                <a:gd name="T116" fmla="*/ 334 w 866"/>
                <a:gd name="T117" fmla="*/ 589 h 954"/>
                <a:gd name="T118" fmla="*/ 731 w 866"/>
                <a:gd name="T119" fmla="*/ 620 h 954"/>
                <a:gd name="T120" fmla="*/ 707 w 866"/>
                <a:gd name="T121" fmla="*/ 644 h 9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6"/>
                <a:gd name="T184" fmla="*/ 0 h 954"/>
                <a:gd name="T185" fmla="*/ 866 w 866"/>
                <a:gd name="T186" fmla="*/ 954 h 95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6" h="954">
                  <a:moveTo>
                    <a:pt x="604" y="56"/>
                  </a:moveTo>
                  <a:lnTo>
                    <a:pt x="604" y="56"/>
                  </a:lnTo>
                  <a:lnTo>
                    <a:pt x="604" y="64"/>
                  </a:lnTo>
                  <a:lnTo>
                    <a:pt x="596" y="64"/>
                  </a:lnTo>
                  <a:lnTo>
                    <a:pt x="588" y="64"/>
                  </a:lnTo>
                  <a:lnTo>
                    <a:pt x="588" y="72"/>
                  </a:lnTo>
                  <a:lnTo>
                    <a:pt x="596" y="80"/>
                  </a:lnTo>
                  <a:lnTo>
                    <a:pt x="620" y="96"/>
                  </a:lnTo>
                  <a:lnTo>
                    <a:pt x="620" y="104"/>
                  </a:lnTo>
                  <a:lnTo>
                    <a:pt x="612" y="112"/>
                  </a:lnTo>
                  <a:lnTo>
                    <a:pt x="596" y="104"/>
                  </a:lnTo>
                  <a:lnTo>
                    <a:pt x="596" y="96"/>
                  </a:lnTo>
                  <a:lnTo>
                    <a:pt x="588" y="88"/>
                  </a:lnTo>
                  <a:lnTo>
                    <a:pt x="572" y="88"/>
                  </a:lnTo>
                  <a:lnTo>
                    <a:pt x="572" y="80"/>
                  </a:lnTo>
                  <a:lnTo>
                    <a:pt x="564" y="72"/>
                  </a:lnTo>
                  <a:lnTo>
                    <a:pt x="556" y="72"/>
                  </a:lnTo>
                  <a:lnTo>
                    <a:pt x="548" y="80"/>
                  </a:lnTo>
                  <a:lnTo>
                    <a:pt x="548" y="96"/>
                  </a:lnTo>
                  <a:lnTo>
                    <a:pt x="564" y="112"/>
                  </a:lnTo>
                  <a:lnTo>
                    <a:pt x="588" y="120"/>
                  </a:lnTo>
                  <a:lnTo>
                    <a:pt x="580" y="128"/>
                  </a:lnTo>
                  <a:lnTo>
                    <a:pt x="556" y="128"/>
                  </a:lnTo>
                  <a:lnTo>
                    <a:pt x="548" y="143"/>
                  </a:lnTo>
                  <a:lnTo>
                    <a:pt x="540" y="151"/>
                  </a:lnTo>
                  <a:lnTo>
                    <a:pt x="509" y="159"/>
                  </a:lnTo>
                  <a:lnTo>
                    <a:pt x="493" y="159"/>
                  </a:lnTo>
                  <a:lnTo>
                    <a:pt x="477" y="151"/>
                  </a:lnTo>
                  <a:lnTo>
                    <a:pt x="469" y="159"/>
                  </a:lnTo>
                  <a:lnTo>
                    <a:pt x="469" y="167"/>
                  </a:lnTo>
                  <a:lnTo>
                    <a:pt x="477" y="167"/>
                  </a:lnTo>
                  <a:lnTo>
                    <a:pt x="493" y="167"/>
                  </a:lnTo>
                  <a:lnTo>
                    <a:pt x="493" y="183"/>
                  </a:lnTo>
                  <a:lnTo>
                    <a:pt x="501" y="191"/>
                  </a:lnTo>
                  <a:lnTo>
                    <a:pt x="517" y="183"/>
                  </a:lnTo>
                  <a:lnTo>
                    <a:pt x="517" y="167"/>
                  </a:lnTo>
                  <a:lnTo>
                    <a:pt x="532" y="175"/>
                  </a:lnTo>
                  <a:lnTo>
                    <a:pt x="548" y="167"/>
                  </a:lnTo>
                  <a:lnTo>
                    <a:pt x="580" y="159"/>
                  </a:lnTo>
                  <a:lnTo>
                    <a:pt x="580" y="151"/>
                  </a:lnTo>
                  <a:lnTo>
                    <a:pt x="580" y="143"/>
                  </a:lnTo>
                  <a:lnTo>
                    <a:pt x="588" y="135"/>
                  </a:lnTo>
                  <a:lnTo>
                    <a:pt x="588" y="128"/>
                  </a:lnTo>
                  <a:lnTo>
                    <a:pt x="604" y="128"/>
                  </a:lnTo>
                  <a:lnTo>
                    <a:pt x="612" y="120"/>
                  </a:lnTo>
                  <a:lnTo>
                    <a:pt x="620" y="120"/>
                  </a:lnTo>
                  <a:lnTo>
                    <a:pt x="628" y="120"/>
                  </a:lnTo>
                  <a:lnTo>
                    <a:pt x="636" y="112"/>
                  </a:lnTo>
                  <a:lnTo>
                    <a:pt x="644" y="104"/>
                  </a:lnTo>
                  <a:lnTo>
                    <a:pt x="660" y="112"/>
                  </a:lnTo>
                  <a:lnTo>
                    <a:pt x="668" y="120"/>
                  </a:lnTo>
                  <a:lnTo>
                    <a:pt x="660" y="135"/>
                  </a:lnTo>
                  <a:lnTo>
                    <a:pt x="652" y="143"/>
                  </a:lnTo>
                  <a:lnTo>
                    <a:pt x="652" y="151"/>
                  </a:lnTo>
                  <a:lnTo>
                    <a:pt x="660" y="159"/>
                  </a:lnTo>
                  <a:lnTo>
                    <a:pt x="660" y="167"/>
                  </a:lnTo>
                  <a:lnTo>
                    <a:pt x="652" y="175"/>
                  </a:lnTo>
                  <a:lnTo>
                    <a:pt x="644" y="183"/>
                  </a:lnTo>
                  <a:lnTo>
                    <a:pt x="636" y="183"/>
                  </a:lnTo>
                  <a:lnTo>
                    <a:pt x="636" y="175"/>
                  </a:lnTo>
                  <a:lnTo>
                    <a:pt x="628" y="175"/>
                  </a:lnTo>
                  <a:lnTo>
                    <a:pt x="620" y="183"/>
                  </a:lnTo>
                  <a:lnTo>
                    <a:pt x="620" y="191"/>
                  </a:lnTo>
                  <a:lnTo>
                    <a:pt x="628" y="199"/>
                  </a:lnTo>
                  <a:lnTo>
                    <a:pt x="628" y="207"/>
                  </a:lnTo>
                  <a:lnTo>
                    <a:pt x="604" y="215"/>
                  </a:lnTo>
                  <a:lnTo>
                    <a:pt x="612" y="231"/>
                  </a:lnTo>
                  <a:lnTo>
                    <a:pt x="628" y="239"/>
                  </a:lnTo>
                  <a:lnTo>
                    <a:pt x="644" y="239"/>
                  </a:lnTo>
                  <a:lnTo>
                    <a:pt x="660" y="231"/>
                  </a:lnTo>
                  <a:lnTo>
                    <a:pt x="652" y="223"/>
                  </a:lnTo>
                  <a:lnTo>
                    <a:pt x="644" y="215"/>
                  </a:lnTo>
                  <a:lnTo>
                    <a:pt x="652" y="199"/>
                  </a:lnTo>
                  <a:lnTo>
                    <a:pt x="660" y="191"/>
                  </a:lnTo>
                  <a:lnTo>
                    <a:pt x="691" y="175"/>
                  </a:lnTo>
                  <a:lnTo>
                    <a:pt x="691" y="159"/>
                  </a:lnTo>
                  <a:lnTo>
                    <a:pt x="715" y="167"/>
                  </a:lnTo>
                  <a:lnTo>
                    <a:pt x="731" y="167"/>
                  </a:lnTo>
                  <a:lnTo>
                    <a:pt x="739" y="167"/>
                  </a:lnTo>
                  <a:lnTo>
                    <a:pt x="739" y="175"/>
                  </a:lnTo>
                  <a:lnTo>
                    <a:pt x="723" y="183"/>
                  </a:lnTo>
                  <a:lnTo>
                    <a:pt x="707" y="183"/>
                  </a:lnTo>
                  <a:lnTo>
                    <a:pt x="699" y="183"/>
                  </a:lnTo>
                  <a:lnTo>
                    <a:pt x="691" y="191"/>
                  </a:lnTo>
                  <a:lnTo>
                    <a:pt x="699" y="199"/>
                  </a:lnTo>
                  <a:lnTo>
                    <a:pt x="707" y="215"/>
                  </a:lnTo>
                  <a:lnTo>
                    <a:pt x="715" y="215"/>
                  </a:lnTo>
                  <a:lnTo>
                    <a:pt x="723" y="207"/>
                  </a:lnTo>
                  <a:lnTo>
                    <a:pt x="731" y="199"/>
                  </a:lnTo>
                  <a:lnTo>
                    <a:pt x="739" y="199"/>
                  </a:lnTo>
                  <a:lnTo>
                    <a:pt x="739" y="231"/>
                  </a:lnTo>
                  <a:lnTo>
                    <a:pt x="739" y="247"/>
                  </a:lnTo>
                  <a:lnTo>
                    <a:pt x="739" y="263"/>
                  </a:lnTo>
                  <a:lnTo>
                    <a:pt x="763" y="255"/>
                  </a:lnTo>
                  <a:lnTo>
                    <a:pt x="779" y="247"/>
                  </a:lnTo>
                  <a:lnTo>
                    <a:pt x="787" y="231"/>
                  </a:lnTo>
                  <a:lnTo>
                    <a:pt x="795" y="223"/>
                  </a:lnTo>
                  <a:lnTo>
                    <a:pt x="803" y="223"/>
                  </a:lnTo>
                  <a:lnTo>
                    <a:pt x="811" y="231"/>
                  </a:lnTo>
                  <a:lnTo>
                    <a:pt x="803" y="239"/>
                  </a:lnTo>
                  <a:lnTo>
                    <a:pt x="795" y="247"/>
                  </a:lnTo>
                  <a:lnTo>
                    <a:pt x="787" y="247"/>
                  </a:lnTo>
                  <a:lnTo>
                    <a:pt x="787" y="263"/>
                  </a:lnTo>
                  <a:lnTo>
                    <a:pt x="779" y="271"/>
                  </a:lnTo>
                  <a:lnTo>
                    <a:pt x="763" y="286"/>
                  </a:lnTo>
                  <a:lnTo>
                    <a:pt x="771" y="294"/>
                  </a:lnTo>
                  <a:lnTo>
                    <a:pt x="771" y="302"/>
                  </a:lnTo>
                  <a:lnTo>
                    <a:pt x="779" y="302"/>
                  </a:lnTo>
                  <a:lnTo>
                    <a:pt x="795" y="302"/>
                  </a:lnTo>
                  <a:lnTo>
                    <a:pt x="787" y="318"/>
                  </a:lnTo>
                  <a:lnTo>
                    <a:pt x="779" y="326"/>
                  </a:lnTo>
                  <a:lnTo>
                    <a:pt x="779" y="334"/>
                  </a:lnTo>
                  <a:lnTo>
                    <a:pt x="787" y="350"/>
                  </a:lnTo>
                  <a:lnTo>
                    <a:pt x="771" y="366"/>
                  </a:lnTo>
                  <a:lnTo>
                    <a:pt x="779" y="382"/>
                  </a:lnTo>
                  <a:lnTo>
                    <a:pt x="795" y="390"/>
                  </a:lnTo>
                  <a:lnTo>
                    <a:pt x="803" y="390"/>
                  </a:lnTo>
                  <a:lnTo>
                    <a:pt x="819" y="382"/>
                  </a:lnTo>
                  <a:lnTo>
                    <a:pt x="795" y="414"/>
                  </a:lnTo>
                  <a:lnTo>
                    <a:pt x="811" y="430"/>
                  </a:lnTo>
                  <a:lnTo>
                    <a:pt x="819" y="445"/>
                  </a:lnTo>
                  <a:lnTo>
                    <a:pt x="834" y="438"/>
                  </a:lnTo>
                  <a:lnTo>
                    <a:pt x="842" y="438"/>
                  </a:lnTo>
                  <a:lnTo>
                    <a:pt x="850" y="438"/>
                  </a:lnTo>
                  <a:lnTo>
                    <a:pt x="850" y="453"/>
                  </a:lnTo>
                  <a:lnTo>
                    <a:pt x="842" y="453"/>
                  </a:lnTo>
                  <a:lnTo>
                    <a:pt x="834" y="461"/>
                  </a:lnTo>
                  <a:lnTo>
                    <a:pt x="834" y="469"/>
                  </a:lnTo>
                  <a:lnTo>
                    <a:pt x="842" y="477"/>
                  </a:lnTo>
                  <a:lnTo>
                    <a:pt x="850" y="485"/>
                  </a:lnTo>
                  <a:lnTo>
                    <a:pt x="850" y="493"/>
                  </a:lnTo>
                  <a:lnTo>
                    <a:pt x="866" y="493"/>
                  </a:lnTo>
                  <a:lnTo>
                    <a:pt x="866" y="501"/>
                  </a:lnTo>
                  <a:lnTo>
                    <a:pt x="866" y="509"/>
                  </a:lnTo>
                  <a:lnTo>
                    <a:pt x="858" y="509"/>
                  </a:lnTo>
                  <a:lnTo>
                    <a:pt x="850" y="509"/>
                  </a:lnTo>
                  <a:lnTo>
                    <a:pt x="842" y="509"/>
                  </a:lnTo>
                  <a:lnTo>
                    <a:pt x="842" y="533"/>
                  </a:lnTo>
                  <a:lnTo>
                    <a:pt x="842" y="549"/>
                  </a:lnTo>
                  <a:lnTo>
                    <a:pt x="842" y="557"/>
                  </a:lnTo>
                  <a:lnTo>
                    <a:pt x="842" y="565"/>
                  </a:lnTo>
                  <a:lnTo>
                    <a:pt x="842" y="589"/>
                  </a:lnTo>
                  <a:lnTo>
                    <a:pt x="827" y="589"/>
                  </a:lnTo>
                  <a:lnTo>
                    <a:pt x="827" y="581"/>
                  </a:lnTo>
                  <a:lnTo>
                    <a:pt x="819" y="581"/>
                  </a:lnTo>
                  <a:lnTo>
                    <a:pt x="811" y="581"/>
                  </a:lnTo>
                  <a:lnTo>
                    <a:pt x="811" y="589"/>
                  </a:lnTo>
                  <a:lnTo>
                    <a:pt x="811" y="596"/>
                  </a:lnTo>
                  <a:lnTo>
                    <a:pt x="811" y="604"/>
                  </a:lnTo>
                  <a:lnTo>
                    <a:pt x="803" y="596"/>
                  </a:lnTo>
                  <a:lnTo>
                    <a:pt x="795" y="589"/>
                  </a:lnTo>
                  <a:lnTo>
                    <a:pt x="771" y="589"/>
                  </a:lnTo>
                  <a:lnTo>
                    <a:pt x="755" y="581"/>
                  </a:lnTo>
                  <a:lnTo>
                    <a:pt x="739" y="581"/>
                  </a:lnTo>
                  <a:lnTo>
                    <a:pt x="731" y="596"/>
                  </a:lnTo>
                  <a:lnTo>
                    <a:pt x="731" y="604"/>
                  </a:lnTo>
                  <a:lnTo>
                    <a:pt x="739" y="612"/>
                  </a:lnTo>
                  <a:lnTo>
                    <a:pt x="779" y="612"/>
                  </a:lnTo>
                  <a:lnTo>
                    <a:pt x="795" y="628"/>
                  </a:lnTo>
                  <a:lnTo>
                    <a:pt x="819" y="636"/>
                  </a:lnTo>
                  <a:lnTo>
                    <a:pt x="811" y="636"/>
                  </a:lnTo>
                  <a:lnTo>
                    <a:pt x="803" y="636"/>
                  </a:lnTo>
                  <a:lnTo>
                    <a:pt x="771" y="668"/>
                  </a:lnTo>
                  <a:lnTo>
                    <a:pt x="755" y="676"/>
                  </a:lnTo>
                  <a:lnTo>
                    <a:pt x="723" y="676"/>
                  </a:lnTo>
                  <a:lnTo>
                    <a:pt x="715" y="684"/>
                  </a:lnTo>
                  <a:lnTo>
                    <a:pt x="707" y="692"/>
                  </a:lnTo>
                  <a:lnTo>
                    <a:pt x="699" y="692"/>
                  </a:lnTo>
                  <a:lnTo>
                    <a:pt x="668" y="684"/>
                  </a:lnTo>
                  <a:lnTo>
                    <a:pt x="652" y="684"/>
                  </a:lnTo>
                  <a:lnTo>
                    <a:pt x="636" y="692"/>
                  </a:lnTo>
                  <a:lnTo>
                    <a:pt x="691" y="716"/>
                  </a:lnTo>
                  <a:lnTo>
                    <a:pt x="699" y="708"/>
                  </a:lnTo>
                  <a:lnTo>
                    <a:pt x="715" y="708"/>
                  </a:lnTo>
                  <a:lnTo>
                    <a:pt x="723" y="716"/>
                  </a:lnTo>
                  <a:lnTo>
                    <a:pt x="723" y="732"/>
                  </a:lnTo>
                  <a:lnTo>
                    <a:pt x="731" y="740"/>
                  </a:lnTo>
                  <a:lnTo>
                    <a:pt x="739" y="748"/>
                  </a:lnTo>
                  <a:lnTo>
                    <a:pt x="739" y="755"/>
                  </a:lnTo>
                  <a:lnTo>
                    <a:pt x="715" y="755"/>
                  </a:lnTo>
                  <a:lnTo>
                    <a:pt x="699" y="748"/>
                  </a:lnTo>
                  <a:lnTo>
                    <a:pt x="683" y="740"/>
                  </a:lnTo>
                  <a:lnTo>
                    <a:pt x="668" y="748"/>
                  </a:lnTo>
                  <a:lnTo>
                    <a:pt x="636" y="732"/>
                  </a:lnTo>
                  <a:lnTo>
                    <a:pt x="612" y="716"/>
                  </a:lnTo>
                  <a:lnTo>
                    <a:pt x="588" y="724"/>
                  </a:lnTo>
                  <a:lnTo>
                    <a:pt x="572" y="732"/>
                  </a:lnTo>
                  <a:lnTo>
                    <a:pt x="564" y="724"/>
                  </a:lnTo>
                  <a:lnTo>
                    <a:pt x="564" y="716"/>
                  </a:lnTo>
                  <a:lnTo>
                    <a:pt x="572" y="692"/>
                  </a:lnTo>
                  <a:lnTo>
                    <a:pt x="564" y="692"/>
                  </a:lnTo>
                  <a:lnTo>
                    <a:pt x="556" y="684"/>
                  </a:lnTo>
                  <a:lnTo>
                    <a:pt x="548" y="684"/>
                  </a:lnTo>
                  <a:lnTo>
                    <a:pt x="548" y="692"/>
                  </a:lnTo>
                  <a:lnTo>
                    <a:pt x="548" y="700"/>
                  </a:lnTo>
                  <a:lnTo>
                    <a:pt x="548" y="708"/>
                  </a:lnTo>
                  <a:lnTo>
                    <a:pt x="532" y="700"/>
                  </a:lnTo>
                  <a:lnTo>
                    <a:pt x="517" y="700"/>
                  </a:lnTo>
                  <a:lnTo>
                    <a:pt x="509" y="700"/>
                  </a:lnTo>
                  <a:lnTo>
                    <a:pt x="509" y="708"/>
                  </a:lnTo>
                  <a:lnTo>
                    <a:pt x="501" y="716"/>
                  </a:lnTo>
                  <a:lnTo>
                    <a:pt x="493" y="716"/>
                  </a:lnTo>
                  <a:lnTo>
                    <a:pt x="485" y="700"/>
                  </a:lnTo>
                  <a:lnTo>
                    <a:pt x="485" y="692"/>
                  </a:lnTo>
                  <a:lnTo>
                    <a:pt x="469" y="684"/>
                  </a:lnTo>
                  <a:lnTo>
                    <a:pt x="461" y="692"/>
                  </a:lnTo>
                  <a:lnTo>
                    <a:pt x="469" y="708"/>
                  </a:lnTo>
                  <a:lnTo>
                    <a:pt x="469" y="716"/>
                  </a:lnTo>
                  <a:lnTo>
                    <a:pt x="469" y="724"/>
                  </a:lnTo>
                  <a:lnTo>
                    <a:pt x="453" y="732"/>
                  </a:lnTo>
                  <a:lnTo>
                    <a:pt x="437" y="732"/>
                  </a:lnTo>
                  <a:lnTo>
                    <a:pt x="445" y="811"/>
                  </a:lnTo>
                  <a:lnTo>
                    <a:pt x="453" y="899"/>
                  </a:lnTo>
                  <a:lnTo>
                    <a:pt x="469" y="906"/>
                  </a:lnTo>
                  <a:lnTo>
                    <a:pt x="485" y="914"/>
                  </a:lnTo>
                  <a:lnTo>
                    <a:pt x="509" y="922"/>
                  </a:lnTo>
                  <a:lnTo>
                    <a:pt x="556" y="922"/>
                  </a:lnTo>
                  <a:lnTo>
                    <a:pt x="612" y="922"/>
                  </a:lnTo>
                  <a:lnTo>
                    <a:pt x="652" y="930"/>
                  </a:lnTo>
                  <a:lnTo>
                    <a:pt x="683" y="938"/>
                  </a:lnTo>
                  <a:lnTo>
                    <a:pt x="676" y="946"/>
                  </a:lnTo>
                  <a:lnTo>
                    <a:pt x="676" y="954"/>
                  </a:lnTo>
                  <a:lnTo>
                    <a:pt x="660" y="946"/>
                  </a:lnTo>
                  <a:lnTo>
                    <a:pt x="429" y="946"/>
                  </a:lnTo>
                  <a:lnTo>
                    <a:pt x="191" y="946"/>
                  </a:lnTo>
                  <a:lnTo>
                    <a:pt x="199" y="938"/>
                  </a:lnTo>
                  <a:lnTo>
                    <a:pt x="214" y="930"/>
                  </a:lnTo>
                  <a:lnTo>
                    <a:pt x="246" y="922"/>
                  </a:lnTo>
                  <a:lnTo>
                    <a:pt x="302" y="922"/>
                  </a:lnTo>
                  <a:lnTo>
                    <a:pt x="318" y="914"/>
                  </a:lnTo>
                  <a:lnTo>
                    <a:pt x="373" y="922"/>
                  </a:lnTo>
                  <a:lnTo>
                    <a:pt x="397" y="922"/>
                  </a:lnTo>
                  <a:lnTo>
                    <a:pt x="413" y="906"/>
                  </a:lnTo>
                  <a:lnTo>
                    <a:pt x="413" y="843"/>
                  </a:lnTo>
                  <a:lnTo>
                    <a:pt x="413" y="787"/>
                  </a:lnTo>
                  <a:lnTo>
                    <a:pt x="413" y="748"/>
                  </a:lnTo>
                  <a:lnTo>
                    <a:pt x="397" y="732"/>
                  </a:lnTo>
                  <a:lnTo>
                    <a:pt x="381" y="716"/>
                  </a:lnTo>
                  <a:lnTo>
                    <a:pt x="365" y="724"/>
                  </a:lnTo>
                  <a:lnTo>
                    <a:pt x="350" y="716"/>
                  </a:lnTo>
                  <a:lnTo>
                    <a:pt x="310" y="716"/>
                  </a:lnTo>
                  <a:lnTo>
                    <a:pt x="302" y="716"/>
                  </a:lnTo>
                  <a:lnTo>
                    <a:pt x="294" y="708"/>
                  </a:lnTo>
                  <a:lnTo>
                    <a:pt x="286" y="700"/>
                  </a:lnTo>
                  <a:lnTo>
                    <a:pt x="278" y="708"/>
                  </a:lnTo>
                  <a:lnTo>
                    <a:pt x="278" y="724"/>
                  </a:lnTo>
                  <a:lnTo>
                    <a:pt x="262" y="724"/>
                  </a:lnTo>
                  <a:lnTo>
                    <a:pt x="254" y="724"/>
                  </a:lnTo>
                  <a:lnTo>
                    <a:pt x="246" y="732"/>
                  </a:lnTo>
                  <a:lnTo>
                    <a:pt x="238" y="740"/>
                  </a:lnTo>
                  <a:lnTo>
                    <a:pt x="238" y="724"/>
                  </a:lnTo>
                  <a:lnTo>
                    <a:pt x="246" y="708"/>
                  </a:lnTo>
                  <a:lnTo>
                    <a:pt x="262" y="700"/>
                  </a:lnTo>
                  <a:lnTo>
                    <a:pt x="270" y="684"/>
                  </a:lnTo>
                  <a:lnTo>
                    <a:pt x="262" y="676"/>
                  </a:lnTo>
                  <a:lnTo>
                    <a:pt x="254" y="676"/>
                  </a:lnTo>
                  <a:lnTo>
                    <a:pt x="262" y="652"/>
                  </a:lnTo>
                  <a:lnTo>
                    <a:pt x="278" y="636"/>
                  </a:lnTo>
                  <a:lnTo>
                    <a:pt x="270" y="620"/>
                  </a:lnTo>
                  <a:lnTo>
                    <a:pt x="254" y="620"/>
                  </a:lnTo>
                  <a:lnTo>
                    <a:pt x="238" y="612"/>
                  </a:lnTo>
                  <a:lnTo>
                    <a:pt x="222" y="604"/>
                  </a:lnTo>
                  <a:lnTo>
                    <a:pt x="214" y="612"/>
                  </a:lnTo>
                  <a:lnTo>
                    <a:pt x="214" y="620"/>
                  </a:lnTo>
                  <a:lnTo>
                    <a:pt x="230" y="628"/>
                  </a:lnTo>
                  <a:lnTo>
                    <a:pt x="246" y="628"/>
                  </a:lnTo>
                  <a:lnTo>
                    <a:pt x="262" y="628"/>
                  </a:lnTo>
                  <a:lnTo>
                    <a:pt x="254" y="644"/>
                  </a:lnTo>
                  <a:lnTo>
                    <a:pt x="246" y="652"/>
                  </a:lnTo>
                  <a:lnTo>
                    <a:pt x="238" y="660"/>
                  </a:lnTo>
                  <a:lnTo>
                    <a:pt x="230" y="668"/>
                  </a:lnTo>
                  <a:lnTo>
                    <a:pt x="222" y="668"/>
                  </a:lnTo>
                  <a:lnTo>
                    <a:pt x="214" y="668"/>
                  </a:lnTo>
                  <a:lnTo>
                    <a:pt x="199" y="668"/>
                  </a:lnTo>
                  <a:lnTo>
                    <a:pt x="191" y="660"/>
                  </a:lnTo>
                  <a:lnTo>
                    <a:pt x="199" y="660"/>
                  </a:lnTo>
                  <a:lnTo>
                    <a:pt x="206" y="644"/>
                  </a:lnTo>
                  <a:lnTo>
                    <a:pt x="199" y="636"/>
                  </a:lnTo>
                  <a:lnTo>
                    <a:pt x="191" y="636"/>
                  </a:lnTo>
                  <a:lnTo>
                    <a:pt x="151" y="644"/>
                  </a:lnTo>
                  <a:lnTo>
                    <a:pt x="135" y="644"/>
                  </a:lnTo>
                  <a:lnTo>
                    <a:pt x="119" y="644"/>
                  </a:lnTo>
                  <a:lnTo>
                    <a:pt x="87" y="652"/>
                  </a:lnTo>
                  <a:lnTo>
                    <a:pt x="55" y="652"/>
                  </a:lnTo>
                  <a:lnTo>
                    <a:pt x="16" y="644"/>
                  </a:lnTo>
                  <a:lnTo>
                    <a:pt x="16" y="628"/>
                  </a:lnTo>
                  <a:lnTo>
                    <a:pt x="16" y="620"/>
                  </a:lnTo>
                  <a:lnTo>
                    <a:pt x="8" y="612"/>
                  </a:lnTo>
                  <a:lnTo>
                    <a:pt x="0" y="612"/>
                  </a:lnTo>
                  <a:lnTo>
                    <a:pt x="0" y="604"/>
                  </a:lnTo>
                  <a:lnTo>
                    <a:pt x="8" y="604"/>
                  </a:lnTo>
                  <a:lnTo>
                    <a:pt x="16" y="612"/>
                  </a:lnTo>
                  <a:lnTo>
                    <a:pt x="24" y="620"/>
                  </a:lnTo>
                  <a:lnTo>
                    <a:pt x="63" y="620"/>
                  </a:lnTo>
                  <a:lnTo>
                    <a:pt x="79" y="620"/>
                  </a:lnTo>
                  <a:lnTo>
                    <a:pt x="87" y="612"/>
                  </a:lnTo>
                  <a:lnTo>
                    <a:pt x="87" y="596"/>
                  </a:lnTo>
                  <a:lnTo>
                    <a:pt x="79" y="589"/>
                  </a:lnTo>
                  <a:lnTo>
                    <a:pt x="63" y="581"/>
                  </a:lnTo>
                  <a:lnTo>
                    <a:pt x="71" y="573"/>
                  </a:lnTo>
                  <a:lnTo>
                    <a:pt x="79" y="557"/>
                  </a:lnTo>
                  <a:lnTo>
                    <a:pt x="71" y="557"/>
                  </a:lnTo>
                  <a:lnTo>
                    <a:pt x="63" y="549"/>
                  </a:lnTo>
                  <a:lnTo>
                    <a:pt x="55" y="549"/>
                  </a:lnTo>
                  <a:lnTo>
                    <a:pt x="55" y="541"/>
                  </a:lnTo>
                  <a:lnTo>
                    <a:pt x="63" y="533"/>
                  </a:lnTo>
                  <a:lnTo>
                    <a:pt x="71" y="533"/>
                  </a:lnTo>
                  <a:lnTo>
                    <a:pt x="71" y="525"/>
                  </a:lnTo>
                  <a:lnTo>
                    <a:pt x="87" y="525"/>
                  </a:lnTo>
                  <a:lnTo>
                    <a:pt x="103" y="525"/>
                  </a:lnTo>
                  <a:lnTo>
                    <a:pt x="103" y="517"/>
                  </a:lnTo>
                  <a:lnTo>
                    <a:pt x="95" y="517"/>
                  </a:lnTo>
                  <a:lnTo>
                    <a:pt x="79" y="509"/>
                  </a:lnTo>
                  <a:lnTo>
                    <a:pt x="71" y="517"/>
                  </a:lnTo>
                  <a:lnTo>
                    <a:pt x="71" y="525"/>
                  </a:lnTo>
                  <a:lnTo>
                    <a:pt x="63" y="517"/>
                  </a:lnTo>
                  <a:lnTo>
                    <a:pt x="55" y="509"/>
                  </a:lnTo>
                  <a:lnTo>
                    <a:pt x="48" y="501"/>
                  </a:lnTo>
                  <a:lnTo>
                    <a:pt x="55" y="485"/>
                  </a:lnTo>
                  <a:lnTo>
                    <a:pt x="79" y="493"/>
                  </a:lnTo>
                  <a:lnTo>
                    <a:pt x="87" y="493"/>
                  </a:lnTo>
                  <a:lnTo>
                    <a:pt x="103" y="485"/>
                  </a:lnTo>
                  <a:lnTo>
                    <a:pt x="111" y="501"/>
                  </a:lnTo>
                  <a:lnTo>
                    <a:pt x="119" y="509"/>
                  </a:lnTo>
                  <a:lnTo>
                    <a:pt x="135" y="509"/>
                  </a:lnTo>
                  <a:lnTo>
                    <a:pt x="143" y="501"/>
                  </a:lnTo>
                  <a:lnTo>
                    <a:pt x="151" y="509"/>
                  </a:lnTo>
                  <a:lnTo>
                    <a:pt x="151" y="517"/>
                  </a:lnTo>
                  <a:lnTo>
                    <a:pt x="159" y="517"/>
                  </a:lnTo>
                  <a:lnTo>
                    <a:pt x="191" y="509"/>
                  </a:lnTo>
                  <a:lnTo>
                    <a:pt x="206" y="485"/>
                  </a:lnTo>
                  <a:lnTo>
                    <a:pt x="199" y="485"/>
                  </a:lnTo>
                  <a:lnTo>
                    <a:pt x="191" y="493"/>
                  </a:lnTo>
                  <a:lnTo>
                    <a:pt x="175" y="493"/>
                  </a:lnTo>
                  <a:lnTo>
                    <a:pt x="175" y="485"/>
                  </a:lnTo>
                  <a:lnTo>
                    <a:pt x="183" y="477"/>
                  </a:lnTo>
                  <a:lnTo>
                    <a:pt x="191" y="477"/>
                  </a:lnTo>
                  <a:lnTo>
                    <a:pt x="191" y="469"/>
                  </a:lnTo>
                  <a:lnTo>
                    <a:pt x="183" y="461"/>
                  </a:lnTo>
                  <a:lnTo>
                    <a:pt x="167" y="461"/>
                  </a:lnTo>
                  <a:lnTo>
                    <a:pt x="151" y="477"/>
                  </a:lnTo>
                  <a:lnTo>
                    <a:pt x="135" y="469"/>
                  </a:lnTo>
                  <a:lnTo>
                    <a:pt x="127" y="453"/>
                  </a:lnTo>
                  <a:lnTo>
                    <a:pt x="95" y="453"/>
                  </a:lnTo>
                  <a:lnTo>
                    <a:pt x="71" y="453"/>
                  </a:lnTo>
                  <a:lnTo>
                    <a:pt x="63" y="445"/>
                  </a:lnTo>
                  <a:lnTo>
                    <a:pt x="55" y="438"/>
                  </a:lnTo>
                  <a:lnTo>
                    <a:pt x="48" y="430"/>
                  </a:lnTo>
                  <a:lnTo>
                    <a:pt x="40" y="422"/>
                  </a:lnTo>
                  <a:lnTo>
                    <a:pt x="40" y="414"/>
                  </a:lnTo>
                  <a:lnTo>
                    <a:pt x="48" y="414"/>
                  </a:lnTo>
                  <a:lnTo>
                    <a:pt x="55" y="414"/>
                  </a:lnTo>
                  <a:lnTo>
                    <a:pt x="63" y="414"/>
                  </a:lnTo>
                  <a:lnTo>
                    <a:pt x="79" y="398"/>
                  </a:lnTo>
                  <a:lnTo>
                    <a:pt x="95" y="398"/>
                  </a:lnTo>
                  <a:lnTo>
                    <a:pt x="95" y="406"/>
                  </a:lnTo>
                  <a:lnTo>
                    <a:pt x="111" y="414"/>
                  </a:lnTo>
                  <a:lnTo>
                    <a:pt x="143" y="414"/>
                  </a:lnTo>
                  <a:lnTo>
                    <a:pt x="159" y="406"/>
                  </a:lnTo>
                  <a:lnTo>
                    <a:pt x="159" y="390"/>
                  </a:lnTo>
                  <a:lnTo>
                    <a:pt x="159" y="374"/>
                  </a:lnTo>
                  <a:lnTo>
                    <a:pt x="151" y="374"/>
                  </a:lnTo>
                  <a:lnTo>
                    <a:pt x="143" y="382"/>
                  </a:lnTo>
                  <a:lnTo>
                    <a:pt x="135" y="382"/>
                  </a:lnTo>
                  <a:lnTo>
                    <a:pt x="119" y="350"/>
                  </a:lnTo>
                  <a:lnTo>
                    <a:pt x="103" y="350"/>
                  </a:lnTo>
                  <a:lnTo>
                    <a:pt x="95" y="358"/>
                  </a:lnTo>
                  <a:lnTo>
                    <a:pt x="103" y="358"/>
                  </a:lnTo>
                  <a:lnTo>
                    <a:pt x="103" y="366"/>
                  </a:lnTo>
                  <a:lnTo>
                    <a:pt x="103" y="374"/>
                  </a:lnTo>
                  <a:lnTo>
                    <a:pt x="95" y="374"/>
                  </a:lnTo>
                  <a:lnTo>
                    <a:pt x="79" y="374"/>
                  </a:lnTo>
                  <a:lnTo>
                    <a:pt x="79" y="366"/>
                  </a:lnTo>
                  <a:lnTo>
                    <a:pt x="95" y="358"/>
                  </a:lnTo>
                  <a:lnTo>
                    <a:pt x="87" y="342"/>
                  </a:lnTo>
                  <a:lnTo>
                    <a:pt x="95" y="326"/>
                  </a:lnTo>
                  <a:lnTo>
                    <a:pt x="87" y="318"/>
                  </a:lnTo>
                  <a:lnTo>
                    <a:pt x="79" y="302"/>
                  </a:lnTo>
                  <a:lnTo>
                    <a:pt x="119" y="286"/>
                  </a:lnTo>
                  <a:lnTo>
                    <a:pt x="151" y="271"/>
                  </a:lnTo>
                  <a:lnTo>
                    <a:pt x="159" y="279"/>
                  </a:lnTo>
                  <a:lnTo>
                    <a:pt x="159" y="294"/>
                  </a:lnTo>
                  <a:lnTo>
                    <a:pt x="183" y="302"/>
                  </a:lnTo>
                  <a:lnTo>
                    <a:pt x="191" y="302"/>
                  </a:lnTo>
                  <a:lnTo>
                    <a:pt x="191" y="294"/>
                  </a:lnTo>
                  <a:lnTo>
                    <a:pt x="191" y="286"/>
                  </a:lnTo>
                  <a:lnTo>
                    <a:pt x="183" y="286"/>
                  </a:lnTo>
                  <a:lnTo>
                    <a:pt x="175" y="279"/>
                  </a:lnTo>
                  <a:lnTo>
                    <a:pt x="175" y="263"/>
                  </a:lnTo>
                  <a:lnTo>
                    <a:pt x="183" y="255"/>
                  </a:lnTo>
                  <a:lnTo>
                    <a:pt x="175" y="239"/>
                  </a:lnTo>
                  <a:lnTo>
                    <a:pt x="175" y="215"/>
                  </a:lnTo>
                  <a:lnTo>
                    <a:pt x="199" y="215"/>
                  </a:lnTo>
                  <a:lnTo>
                    <a:pt x="222" y="199"/>
                  </a:lnTo>
                  <a:lnTo>
                    <a:pt x="230" y="191"/>
                  </a:lnTo>
                  <a:lnTo>
                    <a:pt x="238" y="183"/>
                  </a:lnTo>
                  <a:lnTo>
                    <a:pt x="238" y="175"/>
                  </a:lnTo>
                  <a:lnTo>
                    <a:pt x="230" y="167"/>
                  </a:lnTo>
                  <a:lnTo>
                    <a:pt x="214" y="159"/>
                  </a:lnTo>
                  <a:lnTo>
                    <a:pt x="214" y="151"/>
                  </a:lnTo>
                  <a:lnTo>
                    <a:pt x="222" y="151"/>
                  </a:lnTo>
                  <a:lnTo>
                    <a:pt x="238" y="151"/>
                  </a:lnTo>
                  <a:lnTo>
                    <a:pt x="246" y="143"/>
                  </a:lnTo>
                  <a:lnTo>
                    <a:pt x="262" y="151"/>
                  </a:lnTo>
                  <a:lnTo>
                    <a:pt x="278" y="151"/>
                  </a:lnTo>
                  <a:lnTo>
                    <a:pt x="286" y="151"/>
                  </a:lnTo>
                  <a:lnTo>
                    <a:pt x="286" y="143"/>
                  </a:lnTo>
                  <a:lnTo>
                    <a:pt x="278" y="135"/>
                  </a:lnTo>
                  <a:lnTo>
                    <a:pt x="270" y="128"/>
                  </a:lnTo>
                  <a:lnTo>
                    <a:pt x="270" y="120"/>
                  </a:lnTo>
                  <a:lnTo>
                    <a:pt x="254" y="112"/>
                  </a:lnTo>
                  <a:lnTo>
                    <a:pt x="254" y="96"/>
                  </a:lnTo>
                  <a:lnTo>
                    <a:pt x="246" y="88"/>
                  </a:lnTo>
                  <a:lnTo>
                    <a:pt x="222" y="80"/>
                  </a:lnTo>
                  <a:lnTo>
                    <a:pt x="222" y="64"/>
                  </a:lnTo>
                  <a:lnTo>
                    <a:pt x="230" y="56"/>
                  </a:lnTo>
                  <a:lnTo>
                    <a:pt x="246" y="64"/>
                  </a:lnTo>
                  <a:lnTo>
                    <a:pt x="254" y="72"/>
                  </a:lnTo>
                  <a:lnTo>
                    <a:pt x="270" y="64"/>
                  </a:lnTo>
                  <a:lnTo>
                    <a:pt x="262" y="56"/>
                  </a:lnTo>
                  <a:lnTo>
                    <a:pt x="262" y="40"/>
                  </a:lnTo>
                  <a:lnTo>
                    <a:pt x="254" y="32"/>
                  </a:lnTo>
                  <a:lnTo>
                    <a:pt x="246" y="32"/>
                  </a:lnTo>
                  <a:lnTo>
                    <a:pt x="246" y="24"/>
                  </a:lnTo>
                  <a:lnTo>
                    <a:pt x="262" y="32"/>
                  </a:lnTo>
                  <a:lnTo>
                    <a:pt x="278" y="40"/>
                  </a:lnTo>
                  <a:lnTo>
                    <a:pt x="294" y="64"/>
                  </a:lnTo>
                  <a:lnTo>
                    <a:pt x="326" y="72"/>
                  </a:lnTo>
                  <a:lnTo>
                    <a:pt x="334" y="72"/>
                  </a:lnTo>
                  <a:lnTo>
                    <a:pt x="350" y="72"/>
                  </a:lnTo>
                  <a:lnTo>
                    <a:pt x="350" y="80"/>
                  </a:lnTo>
                  <a:lnTo>
                    <a:pt x="350" y="88"/>
                  </a:lnTo>
                  <a:lnTo>
                    <a:pt x="397" y="96"/>
                  </a:lnTo>
                  <a:lnTo>
                    <a:pt x="381" y="80"/>
                  </a:lnTo>
                  <a:lnTo>
                    <a:pt x="365" y="64"/>
                  </a:lnTo>
                  <a:lnTo>
                    <a:pt x="397" y="64"/>
                  </a:lnTo>
                  <a:lnTo>
                    <a:pt x="421" y="80"/>
                  </a:lnTo>
                  <a:lnTo>
                    <a:pt x="437" y="72"/>
                  </a:lnTo>
                  <a:lnTo>
                    <a:pt x="461" y="64"/>
                  </a:lnTo>
                  <a:lnTo>
                    <a:pt x="469" y="48"/>
                  </a:lnTo>
                  <a:lnTo>
                    <a:pt x="469" y="40"/>
                  </a:lnTo>
                  <a:lnTo>
                    <a:pt x="453" y="40"/>
                  </a:lnTo>
                  <a:lnTo>
                    <a:pt x="445" y="40"/>
                  </a:lnTo>
                  <a:lnTo>
                    <a:pt x="437" y="56"/>
                  </a:lnTo>
                  <a:lnTo>
                    <a:pt x="397" y="56"/>
                  </a:lnTo>
                  <a:lnTo>
                    <a:pt x="397" y="40"/>
                  </a:lnTo>
                  <a:lnTo>
                    <a:pt x="397" y="32"/>
                  </a:lnTo>
                  <a:lnTo>
                    <a:pt x="405" y="24"/>
                  </a:lnTo>
                  <a:lnTo>
                    <a:pt x="405" y="8"/>
                  </a:lnTo>
                  <a:lnTo>
                    <a:pt x="413" y="8"/>
                  </a:lnTo>
                  <a:lnTo>
                    <a:pt x="421" y="16"/>
                  </a:lnTo>
                  <a:lnTo>
                    <a:pt x="437" y="32"/>
                  </a:lnTo>
                  <a:lnTo>
                    <a:pt x="445" y="24"/>
                  </a:lnTo>
                  <a:lnTo>
                    <a:pt x="453" y="24"/>
                  </a:lnTo>
                  <a:lnTo>
                    <a:pt x="453" y="16"/>
                  </a:lnTo>
                  <a:lnTo>
                    <a:pt x="461" y="8"/>
                  </a:lnTo>
                  <a:lnTo>
                    <a:pt x="469" y="0"/>
                  </a:lnTo>
                  <a:lnTo>
                    <a:pt x="477" y="8"/>
                  </a:lnTo>
                  <a:lnTo>
                    <a:pt x="477" y="16"/>
                  </a:lnTo>
                  <a:lnTo>
                    <a:pt x="485" y="24"/>
                  </a:lnTo>
                  <a:lnTo>
                    <a:pt x="493" y="32"/>
                  </a:lnTo>
                  <a:lnTo>
                    <a:pt x="501" y="24"/>
                  </a:lnTo>
                  <a:lnTo>
                    <a:pt x="509" y="32"/>
                  </a:lnTo>
                  <a:lnTo>
                    <a:pt x="524" y="32"/>
                  </a:lnTo>
                  <a:lnTo>
                    <a:pt x="532" y="32"/>
                  </a:lnTo>
                  <a:lnTo>
                    <a:pt x="532" y="40"/>
                  </a:lnTo>
                  <a:lnTo>
                    <a:pt x="524" y="48"/>
                  </a:lnTo>
                  <a:lnTo>
                    <a:pt x="517" y="56"/>
                  </a:lnTo>
                  <a:lnTo>
                    <a:pt x="501" y="48"/>
                  </a:lnTo>
                  <a:lnTo>
                    <a:pt x="493" y="40"/>
                  </a:lnTo>
                  <a:lnTo>
                    <a:pt x="485" y="40"/>
                  </a:lnTo>
                  <a:lnTo>
                    <a:pt x="477" y="40"/>
                  </a:lnTo>
                  <a:lnTo>
                    <a:pt x="477" y="48"/>
                  </a:lnTo>
                  <a:lnTo>
                    <a:pt x="485" y="56"/>
                  </a:lnTo>
                  <a:lnTo>
                    <a:pt x="477" y="72"/>
                  </a:lnTo>
                  <a:lnTo>
                    <a:pt x="477" y="80"/>
                  </a:lnTo>
                  <a:lnTo>
                    <a:pt x="477" y="88"/>
                  </a:lnTo>
                  <a:lnTo>
                    <a:pt x="485" y="96"/>
                  </a:lnTo>
                  <a:lnTo>
                    <a:pt x="501" y="104"/>
                  </a:lnTo>
                  <a:lnTo>
                    <a:pt x="509" y="96"/>
                  </a:lnTo>
                  <a:lnTo>
                    <a:pt x="501" y="80"/>
                  </a:lnTo>
                  <a:lnTo>
                    <a:pt x="493" y="72"/>
                  </a:lnTo>
                  <a:lnTo>
                    <a:pt x="493" y="64"/>
                  </a:lnTo>
                  <a:lnTo>
                    <a:pt x="501" y="64"/>
                  </a:lnTo>
                  <a:lnTo>
                    <a:pt x="509" y="64"/>
                  </a:lnTo>
                  <a:lnTo>
                    <a:pt x="524" y="80"/>
                  </a:lnTo>
                  <a:lnTo>
                    <a:pt x="540" y="72"/>
                  </a:lnTo>
                  <a:lnTo>
                    <a:pt x="548" y="56"/>
                  </a:lnTo>
                  <a:lnTo>
                    <a:pt x="564" y="48"/>
                  </a:lnTo>
                  <a:lnTo>
                    <a:pt x="572" y="40"/>
                  </a:lnTo>
                  <a:lnTo>
                    <a:pt x="572" y="48"/>
                  </a:lnTo>
                  <a:lnTo>
                    <a:pt x="572" y="56"/>
                  </a:lnTo>
                  <a:lnTo>
                    <a:pt x="588" y="64"/>
                  </a:lnTo>
                  <a:lnTo>
                    <a:pt x="588" y="56"/>
                  </a:lnTo>
                  <a:lnTo>
                    <a:pt x="588" y="48"/>
                  </a:lnTo>
                  <a:lnTo>
                    <a:pt x="588" y="40"/>
                  </a:lnTo>
                  <a:lnTo>
                    <a:pt x="596" y="40"/>
                  </a:lnTo>
                  <a:lnTo>
                    <a:pt x="604" y="56"/>
                  </a:lnTo>
                  <a:close/>
                  <a:moveTo>
                    <a:pt x="421" y="88"/>
                  </a:moveTo>
                  <a:lnTo>
                    <a:pt x="421" y="88"/>
                  </a:lnTo>
                  <a:lnTo>
                    <a:pt x="429" y="104"/>
                  </a:lnTo>
                  <a:lnTo>
                    <a:pt x="445" y="112"/>
                  </a:lnTo>
                  <a:lnTo>
                    <a:pt x="453" y="112"/>
                  </a:lnTo>
                  <a:lnTo>
                    <a:pt x="453" y="96"/>
                  </a:lnTo>
                  <a:lnTo>
                    <a:pt x="445" y="88"/>
                  </a:lnTo>
                  <a:lnTo>
                    <a:pt x="437" y="80"/>
                  </a:lnTo>
                  <a:lnTo>
                    <a:pt x="421" y="88"/>
                  </a:lnTo>
                  <a:close/>
                  <a:moveTo>
                    <a:pt x="294" y="112"/>
                  </a:moveTo>
                  <a:lnTo>
                    <a:pt x="294" y="112"/>
                  </a:lnTo>
                  <a:lnTo>
                    <a:pt x="302" y="120"/>
                  </a:lnTo>
                  <a:lnTo>
                    <a:pt x="318" y="120"/>
                  </a:lnTo>
                  <a:lnTo>
                    <a:pt x="318" y="112"/>
                  </a:lnTo>
                  <a:lnTo>
                    <a:pt x="326" y="112"/>
                  </a:lnTo>
                  <a:lnTo>
                    <a:pt x="310" y="104"/>
                  </a:lnTo>
                  <a:lnTo>
                    <a:pt x="294" y="96"/>
                  </a:lnTo>
                  <a:lnTo>
                    <a:pt x="286" y="88"/>
                  </a:lnTo>
                  <a:lnTo>
                    <a:pt x="270" y="88"/>
                  </a:lnTo>
                  <a:lnTo>
                    <a:pt x="270" y="96"/>
                  </a:lnTo>
                  <a:lnTo>
                    <a:pt x="278" y="104"/>
                  </a:lnTo>
                  <a:lnTo>
                    <a:pt x="294" y="112"/>
                  </a:lnTo>
                  <a:close/>
                  <a:moveTo>
                    <a:pt x="413" y="120"/>
                  </a:moveTo>
                  <a:lnTo>
                    <a:pt x="413" y="120"/>
                  </a:lnTo>
                  <a:lnTo>
                    <a:pt x="397" y="104"/>
                  </a:lnTo>
                  <a:lnTo>
                    <a:pt x="389" y="96"/>
                  </a:lnTo>
                  <a:lnTo>
                    <a:pt x="381" y="104"/>
                  </a:lnTo>
                  <a:lnTo>
                    <a:pt x="381" y="112"/>
                  </a:lnTo>
                  <a:lnTo>
                    <a:pt x="389" y="112"/>
                  </a:lnTo>
                  <a:lnTo>
                    <a:pt x="405" y="128"/>
                  </a:lnTo>
                  <a:lnTo>
                    <a:pt x="413" y="143"/>
                  </a:lnTo>
                  <a:lnTo>
                    <a:pt x="421" y="143"/>
                  </a:lnTo>
                  <a:lnTo>
                    <a:pt x="429" y="143"/>
                  </a:lnTo>
                  <a:lnTo>
                    <a:pt x="429" y="135"/>
                  </a:lnTo>
                  <a:lnTo>
                    <a:pt x="421" y="128"/>
                  </a:lnTo>
                  <a:lnTo>
                    <a:pt x="413" y="120"/>
                  </a:lnTo>
                  <a:close/>
                  <a:moveTo>
                    <a:pt x="509" y="112"/>
                  </a:moveTo>
                  <a:lnTo>
                    <a:pt x="509" y="112"/>
                  </a:lnTo>
                  <a:lnTo>
                    <a:pt x="517" y="120"/>
                  </a:lnTo>
                  <a:lnTo>
                    <a:pt x="532" y="128"/>
                  </a:lnTo>
                  <a:lnTo>
                    <a:pt x="540" y="120"/>
                  </a:lnTo>
                  <a:lnTo>
                    <a:pt x="540" y="112"/>
                  </a:lnTo>
                  <a:lnTo>
                    <a:pt x="524" y="112"/>
                  </a:lnTo>
                  <a:lnTo>
                    <a:pt x="509" y="112"/>
                  </a:lnTo>
                  <a:close/>
                  <a:moveTo>
                    <a:pt x="501" y="135"/>
                  </a:moveTo>
                  <a:lnTo>
                    <a:pt x="501" y="135"/>
                  </a:lnTo>
                  <a:lnTo>
                    <a:pt x="501" y="128"/>
                  </a:lnTo>
                  <a:lnTo>
                    <a:pt x="493" y="120"/>
                  </a:lnTo>
                  <a:lnTo>
                    <a:pt x="493" y="135"/>
                  </a:lnTo>
                  <a:lnTo>
                    <a:pt x="501" y="135"/>
                  </a:lnTo>
                  <a:close/>
                  <a:moveTo>
                    <a:pt x="358" y="159"/>
                  </a:moveTo>
                  <a:lnTo>
                    <a:pt x="358" y="159"/>
                  </a:lnTo>
                  <a:lnTo>
                    <a:pt x="365" y="167"/>
                  </a:lnTo>
                  <a:lnTo>
                    <a:pt x="381" y="167"/>
                  </a:lnTo>
                  <a:lnTo>
                    <a:pt x="389" y="167"/>
                  </a:lnTo>
                  <a:lnTo>
                    <a:pt x="397" y="159"/>
                  </a:lnTo>
                  <a:lnTo>
                    <a:pt x="389" y="151"/>
                  </a:lnTo>
                  <a:lnTo>
                    <a:pt x="381" y="151"/>
                  </a:lnTo>
                  <a:lnTo>
                    <a:pt x="358" y="159"/>
                  </a:lnTo>
                  <a:close/>
                  <a:moveTo>
                    <a:pt x="445" y="167"/>
                  </a:moveTo>
                  <a:lnTo>
                    <a:pt x="445" y="167"/>
                  </a:lnTo>
                  <a:lnTo>
                    <a:pt x="445" y="151"/>
                  </a:lnTo>
                  <a:lnTo>
                    <a:pt x="437" y="151"/>
                  </a:lnTo>
                  <a:lnTo>
                    <a:pt x="429" y="143"/>
                  </a:lnTo>
                  <a:lnTo>
                    <a:pt x="429" y="159"/>
                  </a:lnTo>
                  <a:lnTo>
                    <a:pt x="445" y="167"/>
                  </a:lnTo>
                  <a:close/>
                  <a:moveTo>
                    <a:pt x="334" y="247"/>
                  </a:moveTo>
                  <a:lnTo>
                    <a:pt x="334" y="247"/>
                  </a:lnTo>
                  <a:lnTo>
                    <a:pt x="334" y="231"/>
                  </a:lnTo>
                  <a:lnTo>
                    <a:pt x="326" y="231"/>
                  </a:lnTo>
                  <a:lnTo>
                    <a:pt x="302" y="223"/>
                  </a:lnTo>
                  <a:lnTo>
                    <a:pt x="302" y="239"/>
                  </a:lnTo>
                  <a:lnTo>
                    <a:pt x="310" y="247"/>
                  </a:lnTo>
                  <a:lnTo>
                    <a:pt x="334" y="247"/>
                  </a:lnTo>
                  <a:close/>
                  <a:moveTo>
                    <a:pt x="254" y="255"/>
                  </a:moveTo>
                  <a:lnTo>
                    <a:pt x="254" y="255"/>
                  </a:lnTo>
                  <a:lnTo>
                    <a:pt x="262" y="247"/>
                  </a:lnTo>
                  <a:lnTo>
                    <a:pt x="270" y="239"/>
                  </a:lnTo>
                  <a:lnTo>
                    <a:pt x="254" y="231"/>
                  </a:lnTo>
                  <a:lnTo>
                    <a:pt x="246" y="231"/>
                  </a:lnTo>
                  <a:lnTo>
                    <a:pt x="246" y="239"/>
                  </a:lnTo>
                  <a:lnTo>
                    <a:pt x="254" y="255"/>
                  </a:lnTo>
                  <a:close/>
                  <a:moveTo>
                    <a:pt x="668" y="255"/>
                  </a:moveTo>
                  <a:lnTo>
                    <a:pt x="668" y="255"/>
                  </a:lnTo>
                  <a:lnTo>
                    <a:pt x="676" y="263"/>
                  </a:lnTo>
                  <a:lnTo>
                    <a:pt x="683" y="255"/>
                  </a:lnTo>
                  <a:lnTo>
                    <a:pt x="683" y="247"/>
                  </a:lnTo>
                  <a:lnTo>
                    <a:pt x="683" y="239"/>
                  </a:lnTo>
                  <a:lnTo>
                    <a:pt x="668" y="239"/>
                  </a:lnTo>
                  <a:lnTo>
                    <a:pt x="668" y="255"/>
                  </a:lnTo>
                  <a:close/>
                  <a:moveTo>
                    <a:pt x="596" y="255"/>
                  </a:moveTo>
                  <a:lnTo>
                    <a:pt x="596" y="255"/>
                  </a:lnTo>
                  <a:lnTo>
                    <a:pt x="604" y="263"/>
                  </a:lnTo>
                  <a:lnTo>
                    <a:pt x="612" y="271"/>
                  </a:lnTo>
                  <a:lnTo>
                    <a:pt x="620" y="294"/>
                  </a:lnTo>
                  <a:lnTo>
                    <a:pt x="628" y="286"/>
                  </a:lnTo>
                  <a:lnTo>
                    <a:pt x="636" y="271"/>
                  </a:lnTo>
                  <a:lnTo>
                    <a:pt x="620" y="247"/>
                  </a:lnTo>
                  <a:lnTo>
                    <a:pt x="604" y="247"/>
                  </a:lnTo>
                  <a:lnTo>
                    <a:pt x="596" y="255"/>
                  </a:lnTo>
                  <a:close/>
                  <a:moveTo>
                    <a:pt x="413" y="286"/>
                  </a:moveTo>
                  <a:lnTo>
                    <a:pt x="413" y="286"/>
                  </a:lnTo>
                  <a:lnTo>
                    <a:pt x="421" y="286"/>
                  </a:lnTo>
                  <a:lnTo>
                    <a:pt x="429" y="279"/>
                  </a:lnTo>
                  <a:lnTo>
                    <a:pt x="429" y="263"/>
                  </a:lnTo>
                  <a:lnTo>
                    <a:pt x="413" y="263"/>
                  </a:lnTo>
                  <a:lnTo>
                    <a:pt x="413" y="271"/>
                  </a:lnTo>
                  <a:lnTo>
                    <a:pt x="405" y="279"/>
                  </a:lnTo>
                  <a:lnTo>
                    <a:pt x="413" y="286"/>
                  </a:lnTo>
                  <a:close/>
                  <a:moveTo>
                    <a:pt x="691" y="302"/>
                  </a:moveTo>
                  <a:lnTo>
                    <a:pt x="691" y="302"/>
                  </a:lnTo>
                  <a:lnTo>
                    <a:pt x="707" y="294"/>
                  </a:lnTo>
                  <a:lnTo>
                    <a:pt x="707" y="286"/>
                  </a:lnTo>
                  <a:lnTo>
                    <a:pt x="707" y="279"/>
                  </a:lnTo>
                  <a:lnTo>
                    <a:pt x="691" y="279"/>
                  </a:lnTo>
                  <a:lnTo>
                    <a:pt x="683" y="286"/>
                  </a:lnTo>
                  <a:lnTo>
                    <a:pt x="683" y="294"/>
                  </a:lnTo>
                  <a:lnTo>
                    <a:pt x="691" y="302"/>
                  </a:lnTo>
                  <a:close/>
                  <a:moveTo>
                    <a:pt x="358" y="326"/>
                  </a:moveTo>
                  <a:lnTo>
                    <a:pt x="358" y="326"/>
                  </a:lnTo>
                  <a:lnTo>
                    <a:pt x="373" y="326"/>
                  </a:lnTo>
                  <a:lnTo>
                    <a:pt x="373" y="310"/>
                  </a:lnTo>
                  <a:lnTo>
                    <a:pt x="373" y="302"/>
                  </a:lnTo>
                  <a:lnTo>
                    <a:pt x="365" y="302"/>
                  </a:lnTo>
                  <a:lnTo>
                    <a:pt x="358" y="310"/>
                  </a:lnTo>
                  <a:lnTo>
                    <a:pt x="358" y="318"/>
                  </a:lnTo>
                  <a:lnTo>
                    <a:pt x="358" y="326"/>
                  </a:lnTo>
                  <a:close/>
                  <a:moveTo>
                    <a:pt x="135" y="334"/>
                  </a:moveTo>
                  <a:lnTo>
                    <a:pt x="135" y="334"/>
                  </a:lnTo>
                  <a:lnTo>
                    <a:pt x="135" y="350"/>
                  </a:lnTo>
                  <a:lnTo>
                    <a:pt x="143" y="358"/>
                  </a:lnTo>
                  <a:lnTo>
                    <a:pt x="159" y="358"/>
                  </a:lnTo>
                  <a:lnTo>
                    <a:pt x="159" y="342"/>
                  </a:lnTo>
                  <a:lnTo>
                    <a:pt x="159" y="326"/>
                  </a:lnTo>
                  <a:lnTo>
                    <a:pt x="143" y="326"/>
                  </a:lnTo>
                  <a:lnTo>
                    <a:pt x="135" y="334"/>
                  </a:lnTo>
                  <a:close/>
                  <a:moveTo>
                    <a:pt x="477" y="382"/>
                  </a:moveTo>
                  <a:lnTo>
                    <a:pt x="477" y="382"/>
                  </a:lnTo>
                  <a:lnTo>
                    <a:pt x="469" y="366"/>
                  </a:lnTo>
                  <a:lnTo>
                    <a:pt x="469" y="358"/>
                  </a:lnTo>
                  <a:lnTo>
                    <a:pt x="453" y="342"/>
                  </a:lnTo>
                  <a:lnTo>
                    <a:pt x="445" y="350"/>
                  </a:lnTo>
                  <a:lnTo>
                    <a:pt x="445" y="366"/>
                  </a:lnTo>
                  <a:lnTo>
                    <a:pt x="453" y="382"/>
                  </a:lnTo>
                  <a:lnTo>
                    <a:pt x="477" y="382"/>
                  </a:lnTo>
                  <a:close/>
                  <a:moveTo>
                    <a:pt x="596" y="374"/>
                  </a:moveTo>
                  <a:lnTo>
                    <a:pt x="596" y="374"/>
                  </a:lnTo>
                  <a:lnTo>
                    <a:pt x="604" y="374"/>
                  </a:lnTo>
                  <a:lnTo>
                    <a:pt x="612" y="366"/>
                  </a:lnTo>
                  <a:lnTo>
                    <a:pt x="604" y="358"/>
                  </a:lnTo>
                  <a:lnTo>
                    <a:pt x="596" y="358"/>
                  </a:lnTo>
                  <a:lnTo>
                    <a:pt x="596" y="374"/>
                  </a:lnTo>
                  <a:close/>
                  <a:moveTo>
                    <a:pt x="620" y="414"/>
                  </a:moveTo>
                  <a:lnTo>
                    <a:pt x="620" y="414"/>
                  </a:lnTo>
                  <a:lnTo>
                    <a:pt x="644" y="414"/>
                  </a:lnTo>
                  <a:lnTo>
                    <a:pt x="636" y="398"/>
                  </a:lnTo>
                  <a:lnTo>
                    <a:pt x="644" y="390"/>
                  </a:lnTo>
                  <a:lnTo>
                    <a:pt x="652" y="382"/>
                  </a:lnTo>
                  <a:lnTo>
                    <a:pt x="660" y="374"/>
                  </a:lnTo>
                  <a:lnTo>
                    <a:pt x="644" y="374"/>
                  </a:lnTo>
                  <a:lnTo>
                    <a:pt x="628" y="374"/>
                  </a:lnTo>
                  <a:lnTo>
                    <a:pt x="628" y="390"/>
                  </a:lnTo>
                  <a:lnTo>
                    <a:pt x="620" y="398"/>
                  </a:lnTo>
                  <a:lnTo>
                    <a:pt x="604" y="390"/>
                  </a:lnTo>
                  <a:lnTo>
                    <a:pt x="596" y="390"/>
                  </a:lnTo>
                  <a:lnTo>
                    <a:pt x="596" y="398"/>
                  </a:lnTo>
                  <a:lnTo>
                    <a:pt x="620" y="398"/>
                  </a:lnTo>
                  <a:lnTo>
                    <a:pt x="620" y="406"/>
                  </a:lnTo>
                  <a:lnTo>
                    <a:pt x="620" y="414"/>
                  </a:lnTo>
                  <a:close/>
                  <a:moveTo>
                    <a:pt x="644" y="430"/>
                  </a:moveTo>
                  <a:lnTo>
                    <a:pt x="644" y="430"/>
                  </a:lnTo>
                  <a:lnTo>
                    <a:pt x="668" y="430"/>
                  </a:lnTo>
                  <a:lnTo>
                    <a:pt x="660" y="422"/>
                  </a:lnTo>
                  <a:lnTo>
                    <a:pt x="652" y="414"/>
                  </a:lnTo>
                  <a:lnTo>
                    <a:pt x="644" y="422"/>
                  </a:lnTo>
                  <a:lnTo>
                    <a:pt x="644" y="430"/>
                  </a:lnTo>
                  <a:close/>
                  <a:moveTo>
                    <a:pt x="310" y="453"/>
                  </a:moveTo>
                  <a:lnTo>
                    <a:pt x="310" y="453"/>
                  </a:lnTo>
                  <a:lnTo>
                    <a:pt x="326" y="453"/>
                  </a:lnTo>
                  <a:lnTo>
                    <a:pt x="334" y="445"/>
                  </a:lnTo>
                  <a:lnTo>
                    <a:pt x="326" y="430"/>
                  </a:lnTo>
                  <a:lnTo>
                    <a:pt x="310" y="430"/>
                  </a:lnTo>
                  <a:lnTo>
                    <a:pt x="302" y="438"/>
                  </a:lnTo>
                  <a:lnTo>
                    <a:pt x="310" y="453"/>
                  </a:lnTo>
                  <a:close/>
                  <a:moveTo>
                    <a:pt x="191" y="445"/>
                  </a:moveTo>
                  <a:lnTo>
                    <a:pt x="191" y="445"/>
                  </a:lnTo>
                  <a:lnTo>
                    <a:pt x="183" y="438"/>
                  </a:lnTo>
                  <a:lnTo>
                    <a:pt x="175" y="438"/>
                  </a:lnTo>
                  <a:lnTo>
                    <a:pt x="151" y="438"/>
                  </a:lnTo>
                  <a:lnTo>
                    <a:pt x="151" y="445"/>
                  </a:lnTo>
                  <a:lnTo>
                    <a:pt x="167" y="453"/>
                  </a:lnTo>
                  <a:lnTo>
                    <a:pt x="183" y="453"/>
                  </a:lnTo>
                  <a:lnTo>
                    <a:pt x="191" y="445"/>
                  </a:lnTo>
                  <a:close/>
                  <a:moveTo>
                    <a:pt x="429" y="469"/>
                  </a:moveTo>
                  <a:lnTo>
                    <a:pt x="429" y="469"/>
                  </a:lnTo>
                  <a:lnTo>
                    <a:pt x="437" y="477"/>
                  </a:lnTo>
                  <a:lnTo>
                    <a:pt x="437" y="485"/>
                  </a:lnTo>
                  <a:lnTo>
                    <a:pt x="445" y="493"/>
                  </a:lnTo>
                  <a:lnTo>
                    <a:pt x="453" y="493"/>
                  </a:lnTo>
                  <a:lnTo>
                    <a:pt x="445" y="469"/>
                  </a:lnTo>
                  <a:lnTo>
                    <a:pt x="453" y="445"/>
                  </a:lnTo>
                  <a:lnTo>
                    <a:pt x="437" y="445"/>
                  </a:lnTo>
                  <a:lnTo>
                    <a:pt x="429" y="445"/>
                  </a:lnTo>
                  <a:lnTo>
                    <a:pt x="429" y="461"/>
                  </a:lnTo>
                  <a:lnTo>
                    <a:pt x="429" y="469"/>
                  </a:lnTo>
                  <a:close/>
                  <a:moveTo>
                    <a:pt x="222" y="477"/>
                  </a:moveTo>
                  <a:lnTo>
                    <a:pt x="222" y="477"/>
                  </a:lnTo>
                  <a:lnTo>
                    <a:pt x="238" y="477"/>
                  </a:lnTo>
                  <a:lnTo>
                    <a:pt x="238" y="461"/>
                  </a:lnTo>
                  <a:lnTo>
                    <a:pt x="238" y="453"/>
                  </a:lnTo>
                  <a:lnTo>
                    <a:pt x="230" y="445"/>
                  </a:lnTo>
                  <a:lnTo>
                    <a:pt x="230" y="461"/>
                  </a:lnTo>
                  <a:lnTo>
                    <a:pt x="222" y="477"/>
                  </a:lnTo>
                  <a:close/>
                  <a:moveTo>
                    <a:pt x="262" y="469"/>
                  </a:moveTo>
                  <a:lnTo>
                    <a:pt x="262" y="469"/>
                  </a:lnTo>
                  <a:lnTo>
                    <a:pt x="278" y="469"/>
                  </a:lnTo>
                  <a:lnTo>
                    <a:pt x="294" y="461"/>
                  </a:lnTo>
                  <a:lnTo>
                    <a:pt x="278" y="453"/>
                  </a:lnTo>
                  <a:lnTo>
                    <a:pt x="262" y="453"/>
                  </a:lnTo>
                  <a:lnTo>
                    <a:pt x="262" y="469"/>
                  </a:lnTo>
                  <a:close/>
                  <a:moveTo>
                    <a:pt x="612" y="485"/>
                  </a:moveTo>
                  <a:lnTo>
                    <a:pt x="612" y="485"/>
                  </a:lnTo>
                  <a:lnTo>
                    <a:pt x="604" y="485"/>
                  </a:lnTo>
                  <a:lnTo>
                    <a:pt x="596" y="485"/>
                  </a:lnTo>
                  <a:lnTo>
                    <a:pt x="596" y="501"/>
                  </a:lnTo>
                  <a:lnTo>
                    <a:pt x="604" y="509"/>
                  </a:lnTo>
                  <a:lnTo>
                    <a:pt x="604" y="501"/>
                  </a:lnTo>
                  <a:lnTo>
                    <a:pt x="612" y="501"/>
                  </a:lnTo>
                  <a:lnTo>
                    <a:pt x="620" y="501"/>
                  </a:lnTo>
                  <a:lnTo>
                    <a:pt x="604" y="509"/>
                  </a:lnTo>
                  <a:lnTo>
                    <a:pt x="604" y="525"/>
                  </a:lnTo>
                  <a:lnTo>
                    <a:pt x="620" y="525"/>
                  </a:lnTo>
                  <a:lnTo>
                    <a:pt x="628" y="509"/>
                  </a:lnTo>
                  <a:lnTo>
                    <a:pt x="636" y="501"/>
                  </a:lnTo>
                  <a:lnTo>
                    <a:pt x="644" y="493"/>
                  </a:lnTo>
                  <a:lnTo>
                    <a:pt x="644" y="469"/>
                  </a:lnTo>
                  <a:lnTo>
                    <a:pt x="620" y="477"/>
                  </a:lnTo>
                  <a:lnTo>
                    <a:pt x="612" y="485"/>
                  </a:lnTo>
                  <a:close/>
                  <a:moveTo>
                    <a:pt x="524" y="485"/>
                  </a:moveTo>
                  <a:lnTo>
                    <a:pt x="524" y="485"/>
                  </a:lnTo>
                  <a:lnTo>
                    <a:pt x="532" y="493"/>
                  </a:lnTo>
                  <a:lnTo>
                    <a:pt x="532" y="501"/>
                  </a:lnTo>
                  <a:lnTo>
                    <a:pt x="564" y="509"/>
                  </a:lnTo>
                  <a:lnTo>
                    <a:pt x="572" y="501"/>
                  </a:lnTo>
                  <a:lnTo>
                    <a:pt x="572" y="485"/>
                  </a:lnTo>
                  <a:lnTo>
                    <a:pt x="548" y="485"/>
                  </a:lnTo>
                  <a:lnTo>
                    <a:pt x="524" y="485"/>
                  </a:lnTo>
                  <a:close/>
                  <a:moveTo>
                    <a:pt x="286" y="517"/>
                  </a:moveTo>
                  <a:lnTo>
                    <a:pt x="286" y="517"/>
                  </a:lnTo>
                  <a:lnTo>
                    <a:pt x="286" y="525"/>
                  </a:lnTo>
                  <a:lnTo>
                    <a:pt x="302" y="525"/>
                  </a:lnTo>
                  <a:lnTo>
                    <a:pt x="302" y="517"/>
                  </a:lnTo>
                  <a:lnTo>
                    <a:pt x="294" y="509"/>
                  </a:lnTo>
                  <a:lnTo>
                    <a:pt x="286" y="517"/>
                  </a:lnTo>
                  <a:close/>
                  <a:moveTo>
                    <a:pt x="206" y="533"/>
                  </a:moveTo>
                  <a:lnTo>
                    <a:pt x="206" y="533"/>
                  </a:lnTo>
                  <a:lnTo>
                    <a:pt x="206" y="541"/>
                  </a:lnTo>
                  <a:lnTo>
                    <a:pt x="222" y="541"/>
                  </a:lnTo>
                  <a:lnTo>
                    <a:pt x="230" y="533"/>
                  </a:lnTo>
                  <a:lnTo>
                    <a:pt x="230" y="525"/>
                  </a:lnTo>
                  <a:lnTo>
                    <a:pt x="214" y="525"/>
                  </a:lnTo>
                  <a:lnTo>
                    <a:pt x="206" y="533"/>
                  </a:lnTo>
                  <a:close/>
                  <a:moveTo>
                    <a:pt x="636" y="549"/>
                  </a:moveTo>
                  <a:lnTo>
                    <a:pt x="636" y="549"/>
                  </a:lnTo>
                  <a:lnTo>
                    <a:pt x="644" y="565"/>
                  </a:lnTo>
                  <a:lnTo>
                    <a:pt x="652" y="565"/>
                  </a:lnTo>
                  <a:lnTo>
                    <a:pt x="660" y="549"/>
                  </a:lnTo>
                  <a:lnTo>
                    <a:pt x="636" y="549"/>
                  </a:lnTo>
                  <a:close/>
                  <a:moveTo>
                    <a:pt x="111" y="565"/>
                  </a:moveTo>
                  <a:lnTo>
                    <a:pt x="111" y="565"/>
                  </a:lnTo>
                  <a:lnTo>
                    <a:pt x="119" y="573"/>
                  </a:lnTo>
                  <a:lnTo>
                    <a:pt x="127" y="565"/>
                  </a:lnTo>
                  <a:lnTo>
                    <a:pt x="143" y="565"/>
                  </a:lnTo>
                  <a:lnTo>
                    <a:pt x="135" y="549"/>
                  </a:lnTo>
                  <a:lnTo>
                    <a:pt x="127" y="549"/>
                  </a:lnTo>
                  <a:lnTo>
                    <a:pt x="111" y="557"/>
                  </a:lnTo>
                  <a:lnTo>
                    <a:pt x="111" y="565"/>
                  </a:lnTo>
                  <a:close/>
                  <a:moveTo>
                    <a:pt x="501" y="581"/>
                  </a:moveTo>
                  <a:lnTo>
                    <a:pt x="501" y="581"/>
                  </a:lnTo>
                  <a:lnTo>
                    <a:pt x="493" y="573"/>
                  </a:lnTo>
                  <a:lnTo>
                    <a:pt x="477" y="573"/>
                  </a:lnTo>
                  <a:lnTo>
                    <a:pt x="477" y="589"/>
                  </a:lnTo>
                  <a:lnTo>
                    <a:pt x="485" y="596"/>
                  </a:lnTo>
                  <a:lnTo>
                    <a:pt x="493" y="589"/>
                  </a:lnTo>
                  <a:lnTo>
                    <a:pt x="501" y="581"/>
                  </a:lnTo>
                  <a:close/>
                  <a:moveTo>
                    <a:pt x="517" y="604"/>
                  </a:moveTo>
                  <a:lnTo>
                    <a:pt x="517" y="604"/>
                  </a:lnTo>
                  <a:lnTo>
                    <a:pt x="524" y="604"/>
                  </a:lnTo>
                  <a:lnTo>
                    <a:pt x="532" y="596"/>
                  </a:lnTo>
                  <a:lnTo>
                    <a:pt x="540" y="589"/>
                  </a:lnTo>
                  <a:lnTo>
                    <a:pt x="532" y="581"/>
                  </a:lnTo>
                  <a:lnTo>
                    <a:pt x="524" y="581"/>
                  </a:lnTo>
                  <a:lnTo>
                    <a:pt x="517" y="589"/>
                  </a:lnTo>
                  <a:lnTo>
                    <a:pt x="517" y="604"/>
                  </a:lnTo>
                  <a:close/>
                  <a:moveTo>
                    <a:pt x="286" y="604"/>
                  </a:moveTo>
                  <a:lnTo>
                    <a:pt x="286" y="604"/>
                  </a:lnTo>
                  <a:lnTo>
                    <a:pt x="294" y="612"/>
                  </a:lnTo>
                  <a:lnTo>
                    <a:pt x="310" y="604"/>
                  </a:lnTo>
                  <a:lnTo>
                    <a:pt x="334" y="596"/>
                  </a:lnTo>
                  <a:lnTo>
                    <a:pt x="334" y="589"/>
                  </a:lnTo>
                  <a:lnTo>
                    <a:pt x="326" y="589"/>
                  </a:lnTo>
                  <a:lnTo>
                    <a:pt x="310" y="589"/>
                  </a:lnTo>
                  <a:lnTo>
                    <a:pt x="294" y="589"/>
                  </a:lnTo>
                  <a:lnTo>
                    <a:pt x="286" y="604"/>
                  </a:lnTo>
                  <a:close/>
                  <a:moveTo>
                    <a:pt x="564" y="636"/>
                  </a:moveTo>
                  <a:lnTo>
                    <a:pt x="564" y="636"/>
                  </a:lnTo>
                  <a:lnTo>
                    <a:pt x="580" y="636"/>
                  </a:lnTo>
                  <a:lnTo>
                    <a:pt x="588" y="636"/>
                  </a:lnTo>
                  <a:lnTo>
                    <a:pt x="596" y="636"/>
                  </a:lnTo>
                  <a:lnTo>
                    <a:pt x="596" y="620"/>
                  </a:lnTo>
                  <a:lnTo>
                    <a:pt x="580" y="612"/>
                  </a:lnTo>
                  <a:lnTo>
                    <a:pt x="564" y="620"/>
                  </a:lnTo>
                  <a:lnTo>
                    <a:pt x="564" y="636"/>
                  </a:lnTo>
                  <a:close/>
                  <a:moveTo>
                    <a:pt x="755" y="620"/>
                  </a:moveTo>
                  <a:lnTo>
                    <a:pt x="755" y="620"/>
                  </a:lnTo>
                  <a:lnTo>
                    <a:pt x="731" y="620"/>
                  </a:lnTo>
                  <a:lnTo>
                    <a:pt x="731" y="628"/>
                  </a:lnTo>
                  <a:lnTo>
                    <a:pt x="739" y="628"/>
                  </a:lnTo>
                  <a:lnTo>
                    <a:pt x="747" y="628"/>
                  </a:lnTo>
                  <a:lnTo>
                    <a:pt x="755" y="620"/>
                  </a:lnTo>
                  <a:close/>
                  <a:moveTo>
                    <a:pt x="660" y="660"/>
                  </a:moveTo>
                  <a:lnTo>
                    <a:pt x="660" y="660"/>
                  </a:lnTo>
                  <a:lnTo>
                    <a:pt x="644" y="628"/>
                  </a:lnTo>
                  <a:lnTo>
                    <a:pt x="628" y="628"/>
                  </a:lnTo>
                  <a:lnTo>
                    <a:pt x="636" y="652"/>
                  </a:lnTo>
                  <a:lnTo>
                    <a:pt x="644" y="668"/>
                  </a:lnTo>
                  <a:lnTo>
                    <a:pt x="660" y="660"/>
                  </a:lnTo>
                  <a:close/>
                  <a:moveTo>
                    <a:pt x="707" y="644"/>
                  </a:moveTo>
                  <a:lnTo>
                    <a:pt x="707" y="644"/>
                  </a:lnTo>
                  <a:lnTo>
                    <a:pt x="699" y="644"/>
                  </a:lnTo>
                  <a:lnTo>
                    <a:pt x="683" y="636"/>
                  </a:lnTo>
                  <a:lnTo>
                    <a:pt x="683" y="652"/>
                  </a:lnTo>
                  <a:lnTo>
                    <a:pt x="691" y="660"/>
                  </a:lnTo>
                  <a:lnTo>
                    <a:pt x="707" y="660"/>
                  </a:lnTo>
                  <a:lnTo>
                    <a:pt x="707" y="644"/>
                  </a:lnTo>
                  <a:close/>
                  <a:moveTo>
                    <a:pt x="310" y="660"/>
                  </a:moveTo>
                  <a:lnTo>
                    <a:pt x="310" y="660"/>
                  </a:lnTo>
                  <a:lnTo>
                    <a:pt x="302" y="652"/>
                  </a:lnTo>
                  <a:lnTo>
                    <a:pt x="294" y="644"/>
                  </a:lnTo>
                  <a:lnTo>
                    <a:pt x="294" y="660"/>
                  </a:lnTo>
                  <a:lnTo>
                    <a:pt x="310" y="6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6" name="Freeform 3090"/>
            <p:cNvSpPr>
              <a:spLocks/>
            </p:cNvSpPr>
            <p:nvPr/>
          </p:nvSpPr>
          <p:spPr bwMode="auto">
            <a:xfrm>
              <a:off x="1025526" y="1665288"/>
              <a:ext cx="2208213" cy="3067050"/>
            </a:xfrm>
            <a:custGeom>
              <a:avLst/>
              <a:gdLst>
                <a:gd name="T0" fmla="*/ 1328 w 1391"/>
                <a:gd name="T1" fmla="*/ 1137 h 1932"/>
                <a:gd name="T2" fmla="*/ 1352 w 1391"/>
                <a:gd name="T3" fmla="*/ 1725 h 1932"/>
                <a:gd name="T4" fmla="*/ 1391 w 1391"/>
                <a:gd name="T5" fmla="*/ 1932 h 1932"/>
                <a:gd name="T6" fmla="*/ 151 w 1391"/>
                <a:gd name="T7" fmla="*/ 1908 h 1932"/>
                <a:gd name="T8" fmla="*/ 151 w 1391"/>
                <a:gd name="T9" fmla="*/ 1876 h 1932"/>
                <a:gd name="T10" fmla="*/ 151 w 1391"/>
                <a:gd name="T11" fmla="*/ 1860 h 1932"/>
                <a:gd name="T12" fmla="*/ 143 w 1391"/>
                <a:gd name="T13" fmla="*/ 1836 h 1932"/>
                <a:gd name="T14" fmla="*/ 56 w 1391"/>
                <a:gd name="T15" fmla="*/ 1653 h 1932"/>
                <a:gd name="T16" fmla="*/ 48 w 1391"/>
                <a:gd name="T17" fmla="*/ 1622 h 1932"/>
                <a:gd name="T18" fmla="*/ 24 w 1391"/>
                <a:gd name="T19" fmla="*/ 1423 h 1932"/>
                <a:gd name="T20" fmla="*/ 8 w 1391"/>
                <a:gd name="T21" fmla="*/ 1137 h 1932"/>
                <a:gd name="T22" fmla="*/ 8 w 1391"/>
                <a:gd name="T23" fmla="*/ 1105 h 1932"/>
                <a:gd name="T24" fmla="*/ 0 w 1391"/>
                <a:gd name="T25" fmla="*/ 1025 h 1932"/>
                <a:gd name="T26" fmla="*/ 0 w 1391"/>
                <a:gd name="T27" fmla="*/ 906 h 1932"/>
                <a:gd name="T28" fmla="*/ 8 w 1391"/>
                <a:gd name="T29" fmla="*/ 874 h 1932"/>
                <a:gd name="T30" fmla="*/ 24 w 1391"/>
                <a:gd name="T31" fmla="*/ 835 h 1932"/>
                <a:gd name="T32" fmla="*/ 32 w 1391"/>
                <a:gd name="T33" fmla="*/ 795 h 1932"/>
                <a:gd name="T34" fmla="*/ 32 w 1391"/>
                <a:gd name="T35" fmla="*/ 771 h 1932"/>
                <a:gd name="T36" fmla="*/ 24 w 1391"/>
                <a:gd name="T37" fmla="*/ 739 h 1932"/>
                <a:gd name="T38" fmla="*/ 16 w 1391"/>
                <a:gd name="T39" fmla="*/ 684 h 1932"/>
                <a:gd name="T40" fmla="*/ 16 w 1391"/>
                <a:gd name="T41" fmla="*/ 596 h 1932"/>
                <a:gd name="T42" fmla="*/ 16 w 1391"/>
                <a:gd name="T43" fmla="*/ 564 h 1932"/>
                <a:gd name="T44" fmla="*/ 16 w 1391"/>
                <a:gd name="T45" fmla="*/ 501 h 1932"/>
                <a:gd name="T46" fmla="*/ 24 w 1391"/>
                <a:gd name="T47" fmla="*/ 469 h 1932"/>
                <a:gd name="T48" fmla="*/ 120 w 1391"/>
                <a:gd name="T49" fmla="*/ 302 h 1932"/>
                <a:gd name="T50" fmla="*/ 167 w 1391"/>
                <a:gd name="T51" fmla="*/ 254 h 1932"/>
                <a:gd name="T52" fmla="*/ 271 w 1391"/>
                <a:gd name="T53" fmla="*/ 191 h 1932"/>
                <a:gd name="T54" fmla="*/ 374 w 1391"/>
                <a:gd name="T55" fmla="*/ 127 h 1932"/>
                <a:gd name="T56" fmla="*/ 406 w 1391"/>
                <a:gd name="T57" fmla="*/ 111 h 1932"/>
                <a:gd name="T58" fmla="*/ 453 w 1391"/>
                <a:gd name="T59" fmla="*/ 95 h 1932"/>
                <a:gd name="T60" fmla="*/ 485 w 1391"/>
                <a:gd name="T61" fmla="*/ 64 h 1932"/>
                <a:gd name="T62" fmla="*/ 517 w 1391"/>
                <a:gd name="T63" fmla="*/ 8 h 1932"/>
                <a:gd name="T64" fmla="*/ 557 w 1391"/>
                <a:gd name="T65" fmla="*/ 0 h 1932"/>
                <a:gd name="T66" fmla="*/ 859 w 1391"/>
                <a:gd name="T67" fmla="*/ 199 h 1932"/>
                <a:gd name="T68" fmla="*/ 875 w 1391"/>
                <a:gd name="T69" fmla="*/ 199 h 1932"/>
                <a:gd name="T70" fmla="*/ 891 w 1391"/>
                <a:gd name="T71" fmla="*/ 143 h 1932"/>
                <a:gd name="T72" fmla="*/ 938 w 1391"/>
                <a:gd name="T73" fmla="*/ 87 h 1932"/>
                <a:gd name="T74" fmla="*/ 946 w 1391"/>
                <a:gd name="T75" fmla="*/ 79 h 1932"/>
                <a:gd name="T76" fmla="*/ 1010 w 1391"/>
                <a:gd name="T77" fmla="*/ 95 h 1932"/>
                <a:gd name="T78" fmla="*/ 1034 w 1391"/>
                <a:gd name="T79" fmla="*/ 111 h 1932"/>
                <a:gd name="T80" fmla="*/ 1185 w 1391"/>
                <a:gd name="T81" fmla="*/ 175 h 1932"/>
                <a:gd name="T82" fmla="*/ 1248 w 1391"/>
                <a:gd name="T83" fmla="*/ 215 h 1932"/>
                <a:gd name="T84" fmla="*/ 1272 w 1391"/>
                <a:gd name="T85" fmla="*/ 238 h 1932"/>
                <a:gd name="T86" fmla="*/ 1288 w 1391"/>
                <a:gd name="T87" fmla="*/ 286 h 1932"/>
                <a:gd name="T88" fmla="*/ 1352 w 1391"/>
                <a:gd name="T89" fmla="*/ 493 h 1932"/>
                <a:gd name="T90" fmla="*/ 1368 w 1391"/>
                <a:gd name="T91" fmla="*/ 652 h 1932"/>
                <a:gd name="T92" fmla="*/ 1352 w 1391"/>
                <a:gd name="T93" fmla="*/ 723 h 1932"/>
                <a:gd name="T94" fmla="*/ 1328 w 1391"/>
                <a:gd name="T95" fmla="*/ 1137 h 19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391"/>
                <a:gd name="T145" fmla="*/ 0 h 1932"/>
                <a:gd name="T146" fmla="*/ 1391 w 1391"/>
                <a:gd name="T147" fmla="*/ 1932 h 193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391" h="1932">
                  <a:moveTo>
                    <a:pt x="1328" y="1137"/>
                  </a:moveTo>
                  <a:lnTo>
                    <a:pt x="1328" y="1137"/>
                  </a:lnTo>
                  <a:lnTo>
                    <a:pt x="1336" y="1399"/>
                  </a:lnTo>
                  <a:lnTo>
                    <a:pt x="1352" y="1725"/>
                  </a:lnTo>
                  <a:lnTo>
                    <a:pt x="1391" y="1932"/>
                  </a:lnTo>
                  <a:lnTo>
                    <a:pt x="151" y="1932"/>
                  </a:lnTo>
                  <a:lnTo>
                    <a:pt x="151" y="1908"/>
                  </a:lnTo>
                  <a:lnTo>
                    <a:pt x="151" y="1876"/>
                  </a:lnTo>
                  <a:lnTo>
                    <a:pt x="151" y="1860"/>
                  </a:lnTo>
                  <a:lnTo>
                    <a:pt x="143" y="1836"/>
                  </a:lnTo>
                  <a:lnTo>
                    <a:pt x="56" y="1653"/>
                  </a:lnTo>
                  <a:lnTo>
                    <a:pt x="48" y="1622"/>
                  </a:lnTo>
                  <a:lnTo>
                    <a:pt x="32" y="1518"/>
                  </a:lnTo>
                  <a:lnTo>
                    <a:pt x="24" y="1423"/>
                  </a:lnTo>
                  <a:lnTo>
                    <a:pt x="8" y="1319"/>
                  </a:lnTo>
                  <a:lnTo>
                    <a:pt x="8" y="1137"/>
                  </a:lnTo>
                  <a:lnTo>
                    <a:pt x="8" y="1105"/>
                  </a:lnTo>
                  <a:lnTo>
                    <a:pt x="0" y="1025"/>
                  </a:lnTo>
                  <a:lnTo>
                    <a:pt x="0" y="994"/>
                  </a:lnTo>
                  <a:lnTo>
                    <a:pt x="0" y="906"/>
                  </a:lnTo>
                  <a:lnTo>
                    <a:pt x="8" y="874"/>
                  </a:lnTo>
                  <a:lnTo>
                    <a:pt x="24" y="835"/>
                  </a:lnTo>
                  <a:lnTo>
                    <a:pt x="32" y="803"/>
                  </a:lnTo>
                  <a:lnTo>
                    <a:pt x="32" y="795"/>
                  </a:lnTo>
                  <a:lnTo>
                    <a:pt x="32" y="771"/>
                  </a:lnTo>
                  <a:lnTo>
                    <a:pt x="24" y="739"/>
                  </a:lnTo>
                  <a:lnTo>
                    <a:pt x="16" y="684"/>
                  </a:lnTo>
                  <a:lnTo>
                    <a:pt x="16" y="652"/>
                  </a:lnTo>
                  <a:lnTo>
                    <a:pt x="16" y="596"/>
                  </a:lnTo>
                  <a:lnTo>
                    <a:pt x="16" y="564"/>
                  </a:lnTo>
                  <a:lnTo>
                    <a:pt x="16" y="501"/>
                  </a:lnTo>
                  <a:lnTo>
                    <a:pt x="24" y="469"/>
                  </a:lnTo>
                  <a:lnTo>
                    <a:pt x="72" y="374"/>
                  </a:lnTo>
                  <a:lnTo>
                    <a:pt x="120" y="302"/>
                  </a:lnTo>
                  <a:lnTo>
                    <a:pt x="143" y="278"/>
                  </a:lnTo>
                  <a:lnTo>
                    <a:pt x="167" y="254"/>
                  </a:lnTo>
                  <a:lnTo>
                    <a:pt x="271" y="191"/>
                  </a:lnTo>
                  <a:lnTo>
                    <a:pt x="294" y="175"/>
                  </a:lnTo>
                  <a:lnTo>
                    <a:pt x="374" y="127"/>
                  </a:lnTo>
                  <a:lnTo>
                    <a:pt x="406" y="111"/>
                  </a:lnTo>
                  <a:lnTo>
                    <a:pt x="453" y="95"/>
                  </a:lnTo>
                  <a:lnTo>
                    <a:pt x="469" y="79"/>
                  </a:lnTo>
                  <a:lnTo>
                    <a:pt x="485" y="64"/>
                  </a:lnTo>
                  <a:lnTo>
                    <a:pt x="517" y="8"/>
                  </a:lnTo>
                  <a:lnTo>
                    <a:pt x="533" y="0"/>
                  </a:lnTo>
                  <a:lnTo>
                    <a:pt x="557" y="0"/>
                  </a:lnTo>
                  <a:lnTo>
                    <a:pt x="859" y="199"/>
                  </a:lnTo>
                  <a:lnTo>
                    <a:pt x="875" y="207"/>
                  </a:lnTo>
                  <a:lnTo>
                    <a:pt x="875" y="199"/>
                  </a:lnTo>
                  <a:lnTo>
                    <a:pt x="891" y="143"/>
                  </a:lnTo>
                  <a:lnTo>
                    <a:pt x="899" y="119"/>
                  </a:lnTo>
                  <a:lnTo>
                    <a:pt x="938" y="87"/>
                  </a:lnTo>
                  <a:lnTo>
                    <a:pt x="946" y="79"/>
                  </a:lnTo>
                  <a:lnTo>
                    <a:pt x="962" y="79"/>
                  </a:lnTo>
                  <a:lnTo>
                    <a:pt x="1010" y="95"/>
                  </a:lnTo>
                  <a:lnTo>
                    <a:pt x="1034" y="111"/>
                  </a:lnTo>
                  <a:lnTo>
                    <a:pt x="1185" y="175"/>
                  </a:lnTo>
                  <a:lnTo>
                    <a:pt x="1209" y="191"/>
                  </a:lnTo>
                  <a:lnTo>
                    <a:pt x="1248" y="215"/>
                  </a:lnTo>
                  <a:lnTo>
                    <a:pt x="1272" y="238"/>
                  </a:lnTo>
                  <a:lnTo>
                    <a:pt x="1288" y="286"/>
                  </a:lnTo>
                  <a:lnTo>
                    <a:pt x="1336" y="413"/>
                  </a:lnTo>
                  <a:lnTo>
                    <a:pt x="1352" y="493"/>
                  </a:lnTo>
                  <a:lnTo>
                    <a:pt x="1368" y="572"/>
                  </a:lnTo>
                  <a:lnTo>
                    <a:pt x="1368" y="652"/>
                  </a:lnTo>
                  <a:lnTo>
                    <a:pt x="1368" y="692"/>
                  </a:lnTo>
                  <a:lnTo>
                    <a:pt x="1352" y="723"/>
                  </a:lnTo>
                  <a:lnTo>
                    <a:pt x="1328" y="1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7" name="Freeform 3091"/>
            <p:cNvSpPr>
              <a:spLocks/>
            </p:cNvSpPr>
            <p:nvPr/>
          </p:nvSpPr>
          <p:spPr bwMode="auto">
            <a:xfrm>
              <a:off x="4029076" y="3167063"/>
              <a:ext cx="530225" cy="555625"/>
            </a:xfrm>
            <a:custGeom>
              <a:avLst/>
              <a:gdLst>
                <a:gd name="T0" fmla="*/ 302 w 334"/>
                <a:gd name="T1" fmla="*/ 48 h 350"/>
                <a:gd name="T2" fmla="*/ 302 w 334"/>
                <a:gd name="T3" fmla="*/ 48 h 350"/>
                <a:gd name="T4" fmla="*/ 271 w 334"/>
                <a:gd name="T5" fmla="*/ 40 h 350"/>
                <a:gd name="T6" fmla="*/ 231 w 334"/>
                <a:gd name="T7" fmla="*/ 24 h 350"/>
                <a:gd name="T8" fmla="*/ 231 w 334"/>
                <a:gd name="T9" fmla="*/ 24 h 350"/>
                <a:gd name="T10" fmla="*/ 199 w 334"/>
                <a:gd name="T11" fmla="*/ 8 h 350"/>
                <a:gd name="T12" fmla="*/ 159 w 334"/>
                <a:gd name="T13" fmla="*/ 0 h 350"/>
                <a:gd name="T14" fmla="*/ 159 w 334"/>
                <a:gd name="T15" fmla="*/ 0 h 350"/>
                <a:gd name="T16" fmla="*/ 64 w 334"/>
                <a:gd name="T17" fmla="*/ 40 h 350"/>
                <a:gd name="T18" fmla="*/ 64 w 334"/>
                <a:gd name="T19" fmla="*/ 40 h 350"/>
                <a:gd name="T20" fmla="*/ 40 w 334"/>
                <a:gd name="T21" fmla="*/ 48 h 350"/>
                <a:gd name="T22" fmla="*/ 24 w 334"/>
                <a:gd name="T23" fmla="*/ 56 h 350"/>
                <a:gd name="T24" fmla="*/ 24 w 334"/>
                <a:gd name="T25" fmla="*/ 56 h 350"/>
                <a:gd name="T26" fmla="*/ 16 w 334"/>
                <a:gd name="T27" fmla="*/ 63 h 350"/>
                <a:gd name="T28" fmla="*/ 8 w 334"/>
                <a:gd name="T29" fmla="*/ 87 h 350"/>
                <a:gd name="T30" fmla="*/ 8 w 334"/>
                <a:gd name="T31" fmla="*/ 127 h 350"/>
                <a:gd name="T32" fmla="*/ 8 w 334"/>
                <a:gd name="T33" fmla="*/ 127 h 350"/>
                <a:gd name="T34" fmla="*/ 0 w 334"/>
                <a:gd name="T35" fmla="*/ 238 h 350"/>
                <a:gd name="T36" fmla="*/ 0 w 334"/>
                <a:gd name="T37" fmla="*/ 238 h 350"/>
                <a:gd name="T38" fmla="*/ 0 w 334"/>
                <a:gd name="T39" fmla="*/ 262 h 350"/>
                <a:gd name="T40" fmla="*/ 8 w 334"/>
                <a:gd name="T41" fmla="*/ 270 h 350"/>
                <a:gd name="T42" fmla="*/ 16 w 334"/>
                <a:gd name="T43" fmla="*/ 278 h 350"/>
                <a:gd name="T44" fmla="*/ 16 w 334"/>
                <a:gd name="T45" fmla="*/ 278 h 350"/>
                <a:gd name="T46" fmla="*/ 24 w 334"/>
                <a:gd name="T47" fmla="*/ 286 h 350"/>
                <a:gd name="T48" fmla="*/ 24 w 334"/>
                <a:gd name="T49" fmla="*/ 286 h 350"/>
                <a:gd name="T50" fmla="*/ 80 w 334"/>
                <a:gd name="T51" fmla="*/ 310 h 350"/>
                <a:gd name="T52" fmla="*/ 80 w 334"/>
                <a:gd name="T53" fmla="*/ 310 h 350"/>
                <a:gd name="T54" fmla="*/ 96 w 334"/>
                <a:gd name="T55" fmla="*/ 318 h 350"/>
                <a:gd name="T56" fmla="*/ 120 w 334"/>
                <a:gd name="T57" fmla="*/ 318 h 350"/>
                <a:gd name="T58" fmla="*/ 120 w 334"/>
                <a:gd name="T59" fmla="*/ 318 h 350"/>
                <a:gd name="T60" fmla="*/ 135 w 334"/>
                <a:gd name="T61" fmla="*/ 334 h 350"/>
                <a:gd name="T62" fmla="*/ 151 w 334"/>
                <a:gd name="T63" fmla="*/ 342 h 350"/>
                <a:gd name="T64" fmla="*/ 151 w 334"/>
                <a:gd name="T65" fmla="*/ 342 h 350"/>
                <a:gd name="T66" fmla="*/ 175 w 334"/>
                <a:gd name="T67" fmla="*/ 350 h 350"/>
                <a:gd name="T68" fmla="*/ 175 w 334"/>
                <a:gd name="T69" fmla="*/ 350 h 350"/>
                <a:gd name="T70" fmla="*/ 191 w 334"/>
                <a:gd name="T71" fmla="*/ 350 h 350"/>
                <a:gd name="T72" fmla="*/ 207 w 334"/>
                <a:gd name="T73" fmla="*/ 334 h 350"/>
                <a:gd name="T74" fmla="*/ 207 w 334"/>
                <a:gd name="T75" fmla="*/ 334 h 350"/>
                <a:gd name="T76" fmla="*/ 247 w 334"/>
                <a:gd name="T77" fmla="*/ 318 h 350"/>
                <a:gd name="T78" fmla="*/ 294 w 334"/>
                <a:gd name="T79" fmla="*/ 310 h 350"/>
                <a:gd name="T80" fmla="*/ 294 w 334"/>
                <a:gd name="T81" fmla="*/ 310 h 350"/>
                <a:gd name="T82" fmla="*/ 310 w 334"/>
                <a:gd name="T83" fmla="*/ 310 h 350"/>
                <a:gd name="T84" fmla="*/ 318 w 334"/>
                <a:gd name="T85" fmla="*/ 302 h 350"/>
                <a:gd name="T86" fmla="*/ 318 w 334"/>
                <a:gd name="T87" fmla="*/ 302 h 350"/>
                <a:gd name="T88" fmla="*/ 326 w 334"/>
                <a:gd name="T89" fmla="*/ 294 h 350"/>
                <a:gd name="T90" fmla="*/ 326 w 334"/>
                <a:gd name="T91" fmla="*/ 278 h 350"/>
                <a:gd name="T92" fmla="*/ 326 w 334"/>
                <a:gd name="T93" fmla="*/ 246 h 350"/>
                <a:gd name="T94" fmla="*/ 326 w 334"/>
                <a:gd name="T95" fmla="*/ 246 h 350"/>
                <a:gd name="T96" fmla="*/ 326 w 334"/>
                <a:gd name="T97" fmla="*/ 199 h 350"/>
                <a:gd name="T98" fmla="*/ 326 w 334"/>
                <a:gd name="T99" fmla="*/ 199 h 350"/>
                <a:gd name="T100" fmla="*/ 326 w 334"/>
                <a:gd name="T101" fmla="*/ 167 h 350"/>
                <a:gd name="T102" fmla="*/ 334 w 334"/>
                <a:gd name="T103" fmla="*/ 143 h 350"/>
                <a:gd name="T104" fmla="*/ 334 w 334"/>
                <a:gd name="T105" fmla="*/ 143 h 350"/>
                <a:gd name="T106" fmla="*/ 326 w 334"/>
                <a:gd name="T107" fmla="*/ 95 h 350"/>
                <a:gd name="T108" fmla="*/ 302 w 334"/>
                <a:gd name="T109" fmla="*/ 48 h 35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34"/>
                <a:gd name="T166" fmla="*/ 0 h 350"/>
                <a:gd name="T167" fmla="*/ 334 w 334"/>
                <a:gd name="T168" fmla="*/ 350 h 35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34" h="350">
                  <a:moveTo>
                    <a:pt x="302" y="48"/>
                  </a:moveTo>
                  <a:lnTo>
                    <a:pt x="302" y="48"/>
                  </a:lnTo>
                  <a:lnTo>
                    <a:pt x="271" y="40"/>
                  </a:lnTo>
                  <a:lnTo>
                    <a:pt x="231" y="24"/>
                  </a:lnTo>
                  <a:lnTo>
                    <a:pt x="199" y="8"/>
                  </a:lnTo>
                  <a:lnTo>
                    <a:pt x="159" y="0"/>
                  </a:lnTo>
                  <a:lnTo>
                    <a:pt x="64" y="40"/>
                  </a:lnTo>
                  <a:lnTo>
                    <a:pt x="40" y="48"/>
                  </a:lnTo>
                  <a:lnTo>
                    <a:pt x="24" y="56"/>
                  </a:lnTo>
                  <a:lnTo>
                    <a:pt x="16" y="63"/>
                  </a:lnTo>
                  <a:lnTo>
                    <a:pt x="8" y="87"/>
                  </a:lnTo>
                  <a:lnTo>
                    <a:pt x="8" y="127"/>
                  </a:lnTo>
                  <a:lnTo>
                    <a:pt x="0" y="238"/>
                  </a:lnTo>
                  <a:lnTo>
                    <a:pt x="0" y="262"/>
                  </a:lnTo>
                  <a:lnTo>
                    <a:pt x="8" y="270"/>
                  </a:lnTo>
                  <a:lnTo>
                    <a:pt x="16" y="278"/>
                  </a:lnTo>
                  <a:lnTo>
                    <a:pt x="24" y="286"/>
                  </a:lnTo>
                  <a:lnTo>
                    <a:pt x="80" y="310"/>
                  </a:lnTo>
                  <a:lnTo>
                    <a:pt x="96" y="318"/>
                  </a:lnTo>
                  <a:lnTo>
                    <a:pt x="120" y="318"/>
                  </a:lnTo>
                  <a:lnTo>
                    <a:pt x="135" y="334"/>
                  </a:lnTo>
                  <a:lnTo>
                    <a:pt x="151" y="342"/>
                  </a:lnTo>
                  <a:lnTo>
                    <a:pt x="175" y="350"/>
                  </a:lnTo>
                  <a:lnTo>
                    <a:pt x="191" y="350"/>
                  </a:lnTo>
                  <a:lnTo>
                    <a:pt x="207" y="334"/>
                  </a:lnTo>
                  <a:lnTo>
                    <a:pt x="247" y="318"/>
                  </a:lnTo>
                  <a:lnTo>
                    <a:pt x="294" y="310"/>
                  </a:lnTo>
                  <a:lnTo>
                    <a:pt x="310" y="310"/>
                  </a:lnTo>
                  <a:lnTo>
                    <a:pt x="318" y="302"/>
                  </a:lnTo>
                  <a:lnTo>
                    <a:pt x="326" y="294"/>
                  </a:lnTo>
                  <a:lnTo>
                    <a:pt x="326" y="278"/>
                  </a:lnTo>
                  <a:lnTo>
                    <a:pt x="326" y="246"/>
                  </a:lnTo>
                  <a:lnTo>
                    <a:pt x="326" y="199"/>
                  </a:lnTo>
                  <a:lnTo>
                    <a:pt x="326" y="167"/>
                  </a:lnTo>
                  <a:lnTo>
                    <a:pt x="334" y="143"/>
                  </a:lnTo>
                  <a:lnTo>
                    <a:pt x="326" y="95"/>
                  </a:lnTo>
                  <a:lnTo>
                    <a:pt x="30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8" name="Freeform 3092"/>
            <p:cNvSpPr>
              <a:spLocks/>
            </p:cNvSpPr>
            <p:nvPr/>
          </p:nvSpPr>
          <p:spPr bwMode="auto">
            <a:xfrm>
              <a:off x="2981326" y="2573338"/>
              <a:ext cx="1098550" cy="1136650"/>
            </a:xfrm>
            <a:custGeom>
              <a:avLst/>
              <a:gdLst>
                <a:gd name="T0" fmla="*/ 56 w 692"/>
                <a:gd name="T1" fmla="*/ 48 h 716"/>
                <a:gd name="T2" fmla="*/ 72 w 692"/>
                <a:gd name="T3" fmla="*/ 24 h 716"/>
                <a:gd name="T4" fmla="*/ 88 w 692"/>
                <a:gd name="T5" fmla="*/ 16 h 716"/>
                <a:gd name="T6" fmla="*/ 112 w 692"/>
                <a:gd name="T7" fmla="*/ 0 h 716"/>
                <a:gd name="T8" fmla="*/ 128 w 692"/>
                <a:gd name="T9" fmla="*/ 8 h 716"/>
                <a:gd name="T10" fmla="*/ 128 w 692"/>
                <a:gd name="T11" fmla="*/ 8 h 716"/>
                <a:gd name="T12" fmla="*/ 167 w 692"/>
                <a:gd name="T13" fmla="*/ 32 h 716"/>
                <a:gd name="T14" fmla="*/ 191 w 692"/>
                <a:gd name="T15" fmla="*/ 56 h 716"/>
                <a:gd name="T16" fmla="*/ 191 w 692"/>
                <a:gd name="T17" fmla="*/ 56 h 716"/>
                <a:gd name="T18" fmla="*/ 303 w 692"/>
                <a:gd name="T19" fmla="*/ 215 h 716"/>
                <a:gd name="T20" fmla="*/ 310 w 692"/>
                <a:gd name="T21" fmla="*/ 247 h 716"/>
                <a:gd name="T22" fmla="*/ 326 w 692"/>
                <a:gd name="T23" fmla="*/ 278 h 716"/>
                <a:gd name="T24" fmla="*/ 350 w 692"/>
                <a:gd name="T25" fmla="*/ 310 h 716"/>
                <a:gd name="T26" fmla="*/ 374 w 692"/>
                <a:gd name="T27" fmla="*/ 326 h 716"/>
                <a:gd name="T28" fmla="*/ 430 w 692"/>
                <a:gd name="T29" fmla="*/ 342 h 716"/>
                <a:gd name="T30" fmla="*/ 597 w 692"/>
                <a:gd name="T31" fmla="*/ 382 h 716"/>
                <a:gd name="T32" fmla="*/ 621 w 692"/>
                <a:gd name="T33" fmla="*/ 390 h 716"/>
                <a:gd name="T34" fmla="*/ 636 w 692"/>
                <a:gd name="T35" fmla="*/ 390 h 716"/>
                <a:gd name="T36" fmla="*/ 676 w 692"/>
                <a:gd name="T37" fmla="*/ 398 h 716"/>
                <a:gd name="T38" fmla="*/ 684 w 692"/>
                <a:gd name="T39" fmla="*/ 406 h 716"/>
                <a:gd name="T40" fmla="*/ 684 w 692"/>
                <a:gd name="T41" fmla="*/ 596 h 716"/>
                <a:gd name="T42" fmla="*/ 692 w 692"/>
                <a:gd name="T43" fmla="*/ 628 h 716"/>
                <a:gd name="T44" fmla="*/ 692 w 692"/>
                <a:gd name="T45" fmla="*/ 644 h 716"/>
                <a:gd name="T46" fmla="*/ 692 w 692"/>
                <a:gd name="T47" fmla="*/ 676 h 716"/>
                <a:gd name="T48" fmla="*/ 676 w 692"/>
                <a:gd name="T49" fmla="*/ 700 h 716"/>
                <a:gd name="T50" fmla="*/ 636 w 692"/>
                <a:gd name="T51" fmla="*/ 716 h 716"/>
                <a:gd name="T52" fmla="*/ 525 w 692"/>
                <a:gd name="T53" fmla="*/ 700 h 716"/>
                <a:gd name="T54" fmla="*/ 493 w 692"/>
                <a:gd name="T55" fmla="*/ 700 h 716"/>
                <a:gd name="T56" fmla="*/ 422 w 692"/>
                <a:gd name="T57" fmla="*/ 692 h 716"/>
                <a:gd name="T58" fmla="*/ 326 w 692"/>
                <a:gd name="T59" fmla="*/ 684 h 716"/>
                <a:gd name="T60" fmla="*/ 303 w 692"/>
                <a:gd name="T61" fmla="*/ 676 h 716"/>
                <a:gd name="T62" fmla="*/ 287 w 692"/>
                <a:gd name="T63" fmla="*/ 668 h 716"/>
                <a:gd name="T64" fmla="*/ 263 w 692"/>
                <a:gd name="T65" fmla="*/ 652 h 716"/>
                <a:gd name="T66" fmla="*/ 223 w 692"/>
                <a:gd name="T67" fmla="*/ 628 h 716"/>
                <a:gd name="T68" fmla="*/ 191 w 692"/>
                <a:gd name="T69" fmla="*/ 620 h 716"/>
                <a:gd name="T70" fmla="*/ 175 w 692"/>
                <a:gd name="T71" fmla="*/ 612 h 716"/>
                <a:gd name="T72" fmla="*/ 128 w 692"/>
                <a:gd name="T73" fmla="*/ 588 h 716"/>
                <a:gd name="T74" fmla="*/ 104 w 692"/>
                <a:gd name="T75" fmla="*/ 565 h 716"/>
                <a:gd name="T76" fmla="*/ 8 w 692"/>
                <a:gd name="T77" fmla="*/ 469 h 716"/>
                <a:gd name="T78" fmla="*/ 0 w 692"/>
                <a:gd name="T79" fmla="*/ 437 h 71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92"/>
                <a:gd name="T121" fmla="*/ 0 h 716"/>
                <a:gd name="T122" fmla="*/ 692 w 692"/>
                <a:gd name="T123" fmla="*/ 716 h 71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92" h="716">
                  <a:moveTo>
                    <a:pt x="56" y="48"/>
                  </a:moveTo>
                  <a:lnTo>
                    <a:pt x="56" y="48"/>
                  </a:lnTo>
                  <a:lnTo>
                    <a:pt x="64" y="32"/>
                  </a:lnTo>
                  <a:lnTo>
                    <a:pt x="72" y="24"/>
                  </a:lnTo>
                  <a:lnTo>
                    <a:pt x="88" y="16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8" y="8"/>
                  </a:lnTo>
                  <a:lnTo>
                    <a:pt x="152" y="32"/>
                  </a:lnTo>
                  <a:lnTo>
                    <a:pt x="167" y="32"/>
                  </a:lnTo>
                  <a:lnTo>
                    <a:pt x="191" y="56"/>
                  </a:lnTo>
                  <a:lnTo>
                    <a:pt x="207" y="88"/>
                  </a:lnTo>
                  <a:lnTo>
                    <a:pt x="303" y="215"/>
                  </a:lnTo>
                  <a:lnTo>
                    <a:pt x="310" y="247"/>
                  </a:lnTo>
                  <a:lnTo>
                    <a:pt x="326" y="278"/>
                  </a:lnTo>
                  <a:lnTo>
                    <a:pt x="342" y="302"/>
                  </a:lnTo>
                  <a:lnTo>
                    <a:pt x="350" y="310"/>
                  </a:lnTo>
                  <a:lnTo>
                    <a:pt x="374" y="326"/>
                  </a:lnTo>
                  <a:lnTo>
                    <a:pt x="430" y="342"/>
                  </a:lnTo>
                  <a:lnTo>
                    <a:pt x="462" y="350"/>
                  </a:lnTo>
                  <a:lnTo>
                    <a:pt x="597" y="382"/>
                  </a:lnTo>
                  <a:lnTo>
                    <a:pt x="621" y="390"/>
                  </a:lnTo>
                  <a:lnTo>
                    <a:pt x="636" y="390"/>
                  </a:lnTo>
                  <a:lnTo>
                    <a:pt x="668" y="398"/>
                  </a:lnTo>
                  <a:lnTo>
                    <a:pt x="676" y="398"/>
                  </a:lnTo>
                  <a:lnTo>
                    <a:pt x="684" y="406"/>
                  </a:lnTo>
                  <a:lnTo>
                    <a:pt x="692" y="422"/>
                  </a:lnTo>
                  <a:lnTo>
                    <a:pt x="684" y="596"/>
                  </a:lnTo>
                  <a:lnTo>
                    <a:pt x="692" y="628"/>
                  </a:lnTo>
                  <a:lnTo>
                    <a:pt x="692" y="644"/>
                  </a:lnTo>
                  <a:lnTo>
                    <a:pt x="692" y="676"/>
                  </a:lnTo>
                  <a:lnTo>
                    <a:pt x="692" y="684"/>
                  </a:lnTo>
                  <a:lnTo>
                    <a:pt x="676" y="700"/>
                  </a:lnTo>
                  <a:lnTo>
                    <a:pt x="652" y="716"/>
                  </a:lnTo>
                  <a:lnTo>
                    <a:pt x="636" y="716"/>
                  </a:lnTo>
                  <a:lnTo>
                    <a:pt x="613" y="708"/>
                  </a:lnTo>
                  <a:lnTo>
                    <a:pt x="525" y="700"/>
                  </a:lnTo>
                  <a:lnTo>
                    <a:pt x="493" y="700"/>
                  </a:lnTo>
                  <a:lnTo>
                    <a:pt x="422" y="692"/>
                  </a:lnTo>
                  <a:lnTo>
                    <a:pt x="390" y="692"/>
                  </a:lnTo>
                  <a:lnTo>
                    <a:pt x="326" y="684"/>
                  </a:lnTo>
                  <a:lnTo>
                    <a:pt x="303" y="676"/>
                  </a:lnTo>
                  <a:lnTo>
                    <a:pt x="287" y="668"/>
                  </a:lnTo>
                  <a:lnTo>
                    <a:pt x="263" y="652"/>
                  </a:lnTo>
                  <a:lnTo>
                    <a:pt x="247" y="636"/>
                  </a:lnTo>
                  <a:lnTo>
                    <a:pt x="223" y="628"/>
                  </a:lnTo>
                  <a:lnTo>
                    <a:pt x="191" y="620"/>
                  </a:lnTo>
                  <a:lnTo>
                    <a:pt x="175" y="612"/>
                  </a:lnTo>
                  <a:lnTo>
                    <a:pt x="144" y="596"/>
                  </a:lnTo>
                  <a:lnTo>
                    <a:pt x="128" y="588"/>
                  </a:lnTo>
                  <a:lnTo>
                    <a:pt x="104" y="565"/>
                  </a:lnTo>
                  <a:lnTo>
                    <a:pt x="8" y="469"/>
                  </a:lnTo>
                  <a:lnTo>
                    <a:pt x="8" y="453"/>
                  </a:lnTo>
                  <a:lnTo>
                    <a:pt x="0" y="437"/>
                  </a:lnTo>
                  <a:lnTo>
                    <a:pt x="5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9" name="Freeform 3093"/>
            <p:cNvSpPr>
              <a:spLocks/>
            </p:cNvSpPr>
            <p:nvPr/>
          </p:nvSpPr>
          <p:spPr bwMode="auto">
            <a:xfrm>
              <a:off x="1884363" y="1589088"/>
              <a:ext cx="895350" cy="1185863"/>
            </a:xfrm>
            <a:custGeom>
              <a:avLst/>
              <a:gdLst>
                <a:gd name="T0" fmla="*/ 358 w 564"/>
                <a:gd name="T1" fmla="*/ 88 h 747"/>
                <a:gd name="T2" fmla="*/ 389 w 564"/>
                <a:gd name="T3" fmla="*/ 104 h 747"/>
                <a:gd name="T4" fmla="*/ 397 w 564"/>
                <a:gd name="T5" fmla="*/ 104 h 747"/>
                <a:gd name="T6" fmla="*/ 445 w 564"/>
                <a:gd name="T7" fmla="*/ 127 h 747"/>
                <a:gd name="T8" fmla="*/ 453 w 564"/>
                <a:gd name="T9" fmla="*/ 239 h 747"/>
                <a:gd name="T10" fmla="*/ 525 w 564"/>
                <a:gd name="T11" fmla="*/ 453 h 747"/>
                <a:gd name="T12" fmla="*/ 540 w 564"/>
                <a:gd name="T13" fmla="*/ 525 h 747"/>
                <a:gd name="T14" fmla="*/ 564 w 564"/>
                <a:gd name="T15" fmla="*/ 740 h 747"/>
                <a:gd name="T16" fmla="*/ 525 w 564"/>
                <a:gd name="T17" fmla="*/ 660 h 747"/>
                <a:gd name="T18" fmla="*/ 525 w 564"/>
                <a:gd name="T19" fmla="*/ 660 h 747"/>
                <a:gd name="T20" fmla="*/ 509 w 564"/>
                <a:gd name="T21" fmla="*/ 708 h 747"/>
                <a:gd name="T22" fmla="*/ 493 w 564"/>
                <a:gd name="T23" fmla="*/ 740 h 747"/>
                <a:gd name="T24" fmla="*/ 485 w 564"/>
                <a:gd name="T25" fmla="*/ 747 h 747"/>
                <a:gd name="T26" fmla="*/ 477 w 564"/>
                <a:gd name="T27" fmla="*/ 747 h 747"/>
                <a:gd name="T28" fmla="*/ 477 w 564"/>
                <a:gd name="T29" fmla="*/ 747 h 747"/>
                <a:gd name="T30" fmla="*/ 461 w 564"/>
                <a:gd name="T31" fmla="*/ 732 h 747"/>
                <a:gd name="T32" fmla="*/ 437 w 564"/>
                <a:gd name="T33" fmla="*/ 708 h 747"/>
                <a:gd name="T34" fmla="*/ 421 w 564"/>
                <a:gd name="T35" fmla="*/ 676 h 747"/>
                <a:gd name="T36" fmla="*/ 262 w 564"/>
                <a:gd name="T37" fmla="*/ 302 h 747"/>
                <a:gd name="T38" fmla="*/ 262 w 564"/>
                <a:gd name="T39" fmla="*/ 302 h 747"/>
                <a:gd name="T40" fmla="*/ 207 w 564"/>
                <a:gd name="T41" fmla="*/ 247 h 747"/>
                <a:gd name="T42" fmla="*/ 143 w 564"/>
                <a:gd name="T43" fmla="*/ 183 h 747"/>
                <a:gd name="T44" fmla="*/ 143 w 564"/>
                <a:gd name="T45" fmla="*/ 183 h 747"/>
                <a:gd name="T46" fmla="*/ 32 w 564"/>
                <a:gd name="T47" fmla="*/ 88 h 747"/>
                <a:gd name="T48" fmla="*/ 0 w 564"/>
                <a:gd name="T49" fmla="*/ 56 h 747"/>
                <a:gd name="T50" fmla="*/ 32 w 564"/>
                <a:gd name="T51" fmla="*/ 0 h 747"/>
                <a:gd name="T52" fmla="*/ 358 w 564"/>
                <a:gd name="T53" fmla="*/ 88 h 74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564"/>
                <a:gd name="T82" fmla="*/ 0 h 747"/>
                <a:gd name="T83" fmla="*/ 564 w 564"/>
                <a:gd name="T84" fmla="*/ 747 h 74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564" h="747">
                  <a:moveTo>
                    <a:pt x="358" y="88"/>
                  </a:moveTo>
                  <a:lnTo>
                    <a:pt x="389" y="104"/>
                  </a:lnTo>
                  <a:lnTo>
                    <a:pt x="397" y="104"/>
                  </a:lnTo>
                  <a:lnTo>
                    <a:pt x="445" y="127"/>
                  </a:lnTo>
                  <a:lnTo>
                    <a:pt x="453" y="239"/>
                  </a:lnTo>
                  <a:lnTo>
                    <a:pt x="525" y="453"/>
                  </a:lnTo>
                  <a:lnTo>
                    <a:pt x="540" y="525"/>
                  </a:lnTo>
                  <a:lnTo>
                    <a:pt x="564" y="740"/>
                  </a:lnTo>
                  <a:lnTo>
                    <a:pt x="525" y="660"/>
                  </a:lnTo>
                  <a:lnTo>
                    <a:pt x="509" y="708"/>
                  </a:lnTo>
                  <a:lnTo>
                    <a:pt x="493" y="740"/>
                  </a:lnTo>
                  <a:lnTo>
                    <a:pt x="485" y="747"/>
                  </a:lnTo>
                  <a:lnTo>
                    <a:pt x="477" y="747"/>
                  </a:lnTo>
                  <a:lnTo>
                    <a:pt x="461" y="732"/>
                  </a:lnTo>
                  <a:lnTo>
                    <a:pt x="437" y="708"/>
                  </a:lnTo>
                  <a:lnTo>
                    <a:pt x="421" y="676"/>
                  </a:lnTo>
                  <a:lnTo>
                    <a:pt x="262" y="302"/>
                  </a:lnTo>
                  <a:lnTo>
                    <a:pt x="207" y="247"/>
                  </a:lnTo>
                  <a:lnTo>
                    <a:pt x="143" y="183"/>
                  </a:lnTo>
                  <a:lnTo>
                    <a:pt x="32" y="88"/>
                  </a:lnTo>
                  <a:lnTo>
                    <a:pt x="0" y="56"/>
                  </a:lnTo>
                  <a:lnTo>
                    <a:pt x="32" y="0"/>
                  </a:lnTo>
                  <a:lnTo>
                    <a:pt x="358" y="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0" name="Freeform 3094"/>
            <p:cNvSpPr>
              <a:spLocks/>
            </p:cNvSpPr>
            <p:nvPr/>
          </p:nvSpPr>
          <p:spPr bwMode="auto">
            <a:xfrm>
              <a:off x="1731963" y="428625"/>
              <a:ext cx="1111250" cy="1438275"/>
            </a:xfrm>
            <a:custGeom>
              <a:avLst/>
              <a:gdLst>
                <a:gd name="T0" fmla="*/ 501 w 700"/>
                <a:gd name="T1" fmla="*/ 843 h 906"/>
                <a:gd name="T2" fmla="*/ 501 w 700"/>
                <a:gd name="T3" fmla="*/ 858 h 906"/>
                <a:gd name="T4" fmla="*/ 454 w 700"/>
                <a:gd name="T5" fmla="*/ 898 h 906"/>
                <a:gd name="T6" fmla="*/ 446 w 700"/>
                <a:gd name="T7" fmla="*/ 906 h 906"/>
                <a:gd name="T8" fmla="*/ 382 w 700"/>
                <a:gd name="T9" fmla="*/ 882 h 906"/>
                <a:gd name="T10" fmla="*/ 350 w 700"/>
                <a:gd name="T11" fmla="*/ 866 h 906"/>
                <a:gd name="T12" fmla="*/ 215 w 700"/>
                <a:gd name="T13" fmla="*/ 795 h 906"/>
                <a:gd name="T14" fmla="*/ 152 w 700"/>
                <a:gd name="T15" fmla="*/ 755 h 906"/>
                <a:gd name="T16" fmla="*/ 136 w 700"/>
                <a:gd name="T17" fmla="*/ 739 h 906"/>
                <a:gd name="T18" fmla="*/ 128 w 700"/>
                <a:gd name="T19" fmla="*/ 715 h 906"/>
                <a:gd name="T20" fmla="*/ 128 w 700"/>
                <a:gd name="T21" fmla="*/ 644 h 906"/>
                <a:gd name="T22" fmla="*/ 120 w 700"/>
                <a:gd name="T23" fmla="*/ 580 h 906"/>
                <a:gd name="T24" fmla="*/ 104 w 700"/>
                <a:gd name="T25" fmla="*/ 556 h 906"/>
                <a:gd name="T26" fmla="*/ 80 w 700"/>
                <a:gd name="T27" fmla="*/ 525 h 906"/>
                <a:gd name="T28" fmla="*/ 32 w 700"/>
                <a:gd name="T29" fmla="*/ 429 h 906"/>
                <a:gd name="T30" fmla="*/ 0 w 700"/>
                <a:gd name="T31" fmla="*/ 302 h 906"/>
                <a:gd name="T32" fmla="*/ 16 w 700"/>
                <a:gd name="T33" fmla="*/ 199 h 906"/>
                <a:gd name="T34" fmla="*/ 40 w 700"/>
                <a:gd name="T35" fmla="*/ 159 h 906"/>
                <a:gd name="T36" fmla="*/ 104 w 700"/>
                <a:gd name="T37" fmla="*/ 79 h 906"/>
                <a:gd name="T38" fmla="*/ 175 w 700"/>
                <a:gd name="T39" fmla="*/ 32 h 906"/>
                <a:gd name="T40" fmla="*/ 271 w 700"/>
                <a:gd name="T41" fmla="*/ 0 h 906"/>
                <a:gd name="T42" fmla="*/ 469 w 700"/>
                <a:gd name="T43" fmla="*/ 16 h 906"/>
                <a:gd name="T44" fmla="*/ 589 w 700"/>
                <a:gd name="T45" fmla="*/ 87 h 906"/>
                <a:gd name="T46" fmla="*/ 597 w 700"/>
                <a:gd name="T47" fmla="*/ 111 h 906"/>
                <a:gd name="T48" fmla="*/ 589 w 700"/>
                <a:gd name="T49" fmla="*/ 143 h 906"/>
                <a:gd name="T50" fmla="*/ 581 w 700"/>
                <a:gd name="T51" fmla="*/ 167 h 906"/>
                <a:gd name="T52" fmla="*/ 581 w 700"/>
                <a:gd name="T53" fmla="*/ 175 h 906"/>
                <a:gd name="T54" fmla="*/ 644 w 700"/>
                <a:gd name="T55" fmla="*/ 294 h 906"/>
                <a:gd name="T56" fmla="*/ 652 w 700"/>
                <a:gd name="T57" fmla="*/ 318 h 906"/>
                <a:gd name="T58" fmla="*/ 652 w 700"/>
                <a:gd name="T59" fmla="*/ 318 h 906"/>
                <a:gd name="T60" fmla="*/ 660 w 700"/>
                <a:gd name="T61" fmla="*/ 342 h 906"/>
                <a:gd name="T62" fmla="*/ 660 w 700"/>
                <a:gd name="T63" fmla="*/ 366 h 906"/>
                <a:gd name="T64" fmla="*/ 692 w 700"/>
                <a:gd name="T65" fmla="*/ 477 h 906"/>
                <a:gd name="T66" fmla="*/ 700 w 700"/>
                <a:gd name="T67" fmla="*/ 501 h 906"/>
                <a:gd name="T68" fmla="*/ 700 w 700"/>
                <a:gd name="T69" fmla="*/ 509 h 906"/>
                <a:gd name="T70" fmla="*/ 676 w 700"/>
                <a:gd name="T71" fmla="*/ 525 h 906"/>
                <a:gd name="T72" fmla="*/ 668 w 700"/>
                <a:gd name="T73" fmla="*/ 533 h 906"/>
                <a:gd name="T74" fmla="*/ 668 w 700"/>
                <a:gd name="T75" fmla="*/ 588 h 906"/>
                <a:gd name="T76" fmla="*/ 660 w 700"/>
                <a:gd name="T77" fmla="*/ 620 h 906"/>
                <a:gd name="T78" fmla="*/ 660 w 700"/>
                <a:gd name="T79" fmla="*/ 628 h 906"/>
                <a:gd name="T80" fmla="*/ 660 w 700"/>
                <a:gd name="T81" fmla="*/ 652 h 906"/>
                <a:gd name="T82" fmla="*/ 660 w 700"/>
                <a:gd name="T83" fmla="*/ 699 h 906"/>
                <a:gd name="T84" fmla="*/ 660 w 700"/>
                <a:gd name="T85" fmla="*/ 731 h 906"/>
                <a:gd name="T86" fmla="*/ 660 w 700"/>
                <a:gd name="T87" fmla="*/ 731 h 906"/>
                <a:gd name="T88" fmla="*/ 636 w 700"/>
                <a:gd name="T89" fmla="*/ 755 h 906"/>
                <a:gd name="T90" fmla="*/ 597 w 700"/>
                <a:gd name="T91" fmla="*/ 779 h 906"/>
                <a:gd name="T92" fmla="*/ 517 w 700"/>
                <a:gd name="T93" fmla="*/ 787 h 906"/>
                <a:gd name="T94" fmla="*/ 485 w 700"/>
                <a:gd name="T95" fmla="*/ 779 h 9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00"/>
                <a:gd name="T145" fmla="*/ 0 h 906"/>
                <a:gd name="T146" fmla="*/ 700 w 700"/>
                <a:gd name="T147" fmla="*/ 906 h 9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00" h="906">
                  <a:moveTo>
                    <a:pt x="485" y="779"/>
                  </a:moveTo>
                  <a:lnTo>
                    <a:pt x="501" y="843"/>
                  </a:lnTo>
                  <a:lnTo>
                    <a:pt x="501" y="858"/>
                  </a:lnTo>
                  <a:lnTo>
                    <a:pt x="493" y="866"/>
                  </a:lnTo>
                  <a:lnTo>
                    <a:pt x="454" y="898"/>
                  </a:lnTo>
                  <a:lnTo>
                    <a:pt x="446" y="906"/>
                  </a:lnTo>
                  <a:lnTo>
                    <a:pt x="430" y="898"/>
                  </a:lnTo>
                  <a:lnTo>
                    <a:pt x="382" y="882"/>
                  </a:lnTo>
                  <a:lnTo>
                    <a:pt x="350" y="866"/>
                  </a:lnTo>
                  <a:lnTo>
                    <a:pt x="215" y="795"/>
                  </a:lnTo>
                  <a:lnTo>
                    <a:pt x="183" y="779"/>
                  </a:lnTo>
                  <a:lnTo>
                    <a:pt x="152" y="755"/>
                  </a:lnTo>
                  <a:lnTo>
                    <a:pt x="136" y="739"/>
                  </a:lnTo>
                  <a:lnTo>
                    <a:pt x="128" y="715"/>
                  </a:lnTo>
                  <a:lnTo>
                    <a:pt x="128" y="644"/>
                  </a:lnTo>
                  <a:lnTo>
                    <a:pt x="128" y="612"/>
                  </a:lnTo>
                  <a:lnTo>
                    <a:pt x="120" y="580"/>
                  </a:lnTo>
                  <a:lnTo>
                    <a:pt x="104" y="556"/>
                  </a:lnTo>
                  <a:lnTo>
                    <a:pt x="80" y="525"/>
                  </a:lnTo>
                  <a:lnTo>
                    <a:pt x="56" y="485"/>
                  </a:lnTo>
                  <a:lnTo>
                    <a:pt x="32" y="429"/>
                  </a:lnTo>
                  <a:lnTo>
                    <a:pt x="8" y="374"/>
                  </a:lnTo>
                  <a:lnTo>
                    <a:pt x="0" y="302"/>
                  </a:lnTo>
                  <a:lnTo>
                    <a:pt x="8" y="231"/>
                  </a:lnTo>
                  <a:lnTo>
                    <a:pt x="16" y="199"/>
                  </a:lnTo>
                  <a:lnTo>
                    <a:pt x="40" y="159"/>
                  </a:lnTo>
                  <a:lnTo>
                    <a:pt x="56" y="135"/>
                  </a:lnTo>
                  <a:lnTo>
                    <a:pt x="104" y="79"/>
                  </a:lnTo>
                  <a:lnTo>
                    <a:pt x="136" y="56"/>
                  </a:lnTo>
                  <a:lnTo>
                    <a:pt x="175" y="32"/>
                  </a:lnTo>
                  <a:lnTo>
                    <a:pt x="215" y="8"/>
                  </a:lnTo>
                  <a:lnTo>
                    <a:pt x="271" y="0"/>
                  </a:lnTo>
                  <a:lnTo>
                    <a:pt x="469" y="16"/>
                  </a:lnTo>
                  <a:lnTo>
                    <a:pt x="589" y="87"/>
                  </a:lnTo>
                  <a:lnTo>
                    <a:pt x="597" y="111"/>
                  </a:lnTo>
                  <a:lnTo>
                    <a:pt x="589" y="143"/>
                  </a:lnTo>
                  <a:lnTo>
                    <a:pt x="581" y="167"/>
                  </a:lnTo>
                  <a:lnTo>
                    <a:pt x="581" y="175"/>
                  </a:lnTo>
                  <a:lnTo>
                    <a:pt x="589" y="191"/>
                  </a:lnTo>
                  <a:lnTo>
                    <a:pt x="644" y="294"/>
                  </a:lnTo>
                  <a:lnTo>
                    <a:pt x="652" y="318"/>
                  </a:lnTo>
                  <a:lnTo>
                    <a:pt x="660" y="342"/>
                  </a:lnTo>
                  <a:lnTo>
                    <a:pt x="660" y="366"/>
                  </a:lnTo>
                  <a:lnTo>
                    <a:pt x="660" y="389"/>
                  </a:lnTo>
                  <a:lnTo>
                    <a:pt x="692" y="477"/>
                  </a:lnTo>
                  <a:lnTo>
                    <a:pt x="700" y="501"/>
                  </a:lnTo>
                  <a:lnTo>
                    <a:pt x="700" y="509"/>
                  </a:lnTo>
                  <a:lnTo>
                    <a:pt x="692" y="517"/>
                  </a:lnTo>
                  <a:lnTo>
                    <a:pt x="676" y="525"/>
                  </a:lnTo>
                  <a:lnTo>
                    <a:pt x="668" y="533"/>
                  </a:lnTo>
                  <a:lnTo>
                    <a:pt x="660" y="548"/>
                  </a:lnTo>
                  <a:lnTo>
                    <a:pt x="668" y="588"/>
                  </a:lnTo>
                  <a:lnTo>
                    <a:pt x="660" y="620"/>
                  </a:lnTo>
                  <a:lnTo>
                    <a:pt x="660" y="628"/>
                  </a:lnTo>
                  <a:lnTo>
                    <a:pt x="660" y="652"/>
                  </a:lnTo>
                  <a:lnTo>
                    <a:pt x="660" y="684"/>
                  </a:lnTo>
                  <a:lnTo>
                    <a:pt x="660" y="699"/>
                  </a:lnTo>
                  <a:lnTo>
                    <a:pt x="660" y="731"/>
                  </a:lnTo>
                  <a:lnTo>
                    <a:pt x="636" y="755"/>
                  </a:lnTo>
                  <a:lnTo>
                    <a:pt x="628" y="763"/>
                  </a:lnTo>
                  <a:lnTo>
                    <a:pt x="597" y="779"/>
                  </a:lnTo>
                  <a:lnTo>
                    <a:pt x="549" y="787"/>
                  </a:lnTo>
                  <a:lnTo>
                    <a:pt x="517" y="787"/>
                  </a:lnTo>
                  <a:lnTo>
                    <a:pt x="485" y="7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1" name="Freeform 3095"/>
            <p:cNvSpPr>
              <a:spLocks/>
            </p:cNvSpPr>
            <p:nvPr/>
          </p:nvSpPr>
          <p:spPr bwMode="auto">
            <a:xfrm>
              <a:off x="2414588" y="1816100"/>
              <a:ext cx="403225" cy="1198563"/>
            </a:xfrm>
            <a:custGeom>
              <a:avLst/>
              <a:gdLst>
                <a:gd name="T0" fmla="*/ 32 w 254"/>
                <a:gd name="T1" fmla="*/ 0 h 755"/>
                <a:gd name="T2" fmla="*/ 71 w 254"/>
                <a:gd name="T3" fmla="*/ 40 h 755"/>
                <a:gd name="T4" fmla="*/ 71 w 254"/>
                <a:gd name="T5" fmla="*/ 72 h 755"/>
                <a:gd name="T6" fmla="*/ 238 w 254"/>
                <a:gd name="T7" fmla="*/ 445 h 755"/>
                <a:gd name="T8" fmla="*/ 254 w 254"/>
                <a:gd name="T9" fmla="*/ 565 h 755"/>
                <a:gd name="T10" fmla="*/ 254 w 254"/>
                <a:gd name="T11" fmla="*/ 604 h 755"/>
                <a:gd name="T12" fmla="*/ 238 w 254"/>
                <a:gd name="T13" fmla="*/ 628 h 755"/>
                <a:gd name="T14" fmla="*/ 238 w 254"/>
                <a:gd name="T15" fmla="*/ 628 h 755"/>
                <a:gd name="T16" fmla="*/ 230 w 254"/>
                <a:gd name="T17" fmla="*/ 692 h 755"/>
                <a:gd name="T18" fmla="*/ 222 w 254"/>
                <a:gd name="T19" fmla="*/ 740 h 755"/>
                <a:gd name="T20" fmla="*/ 206 w 254"/>
                <a:gd name="T21" fmla="*/ 755 h 755"/>
                <a:gd name="T22" fmla="*/ 206 w 254"/>
                <a:gd name="T23" fmla="*/ 755 h 755"/>
                <a:gd name="T24" fmla="*/ 151 w 254"/>
                <a:gd name="T25" fmla="*/ 684 h 755"/>
                <a:gd name="T26" fmla="*/ 87 w 254"/>
                <a:gd name="T27" fmla="*/ 597 h 755"/>
                <a:gd name="T28" fmla="*/ 87 w 254"/>
                <a:gd name="T29" fmla="*/ 597 h 755"/>
                <a:gd name="T30" fmla="*/ 71 w 254"/>
                <a:gd name="T31" fmla="*/ 565 h 755"/>
                <a:gd name="T32" fmla="*/ 55 w 254"/>
                <a:gd name="T33" fmla="*/ 517 h 755"/>
                <a:gd name="T34" fmla="*/ 39 w 254"/>
                <a:gd name="T35" fmla="*/ 453 h 755"/>
                <a:gd name="T36" fmla="*/ 39 w 254"/>
                <a:gd name="T37" fmla="*/ 453 h 755"/>
                <a:gd name="T38" fmla="*/ 24 w 254"/>
                <a:gd name="T39" fmla="*/ 96 h 755"/>
                <a:gd name="T40" fmla="*/ 0 w 254"/>
                <a:gd name="T41" fmla="*/ 72 h 755"/>
                <a:gd name="T42" fmla="*/ 8 w 254"/>
                <a:gd name="T43" fmla="*/ 16 h 755"/>
                <a:gd name="T44" fmla="*/ 32 w 254"/>
                <a:gd name="T45" fmla="*/ 0 h 7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54"/>
                <a:gd name="T70" fmla="*/ 0 h 755"/>
                <a:gd name="T71" fmla="*/ 254 w 254"/>
                <a:gd name="T72" fmla="*/ 755 h 7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54" h="755">
                  <a:moveTo>
                    <a:pt x="32" y="0"/>
                  </a:moveTo>
                  <a:lnTo>
                    <a:pt x="71" y="40"/>
                  </a:lnTo>
                  <a:lnTo>
                    <a:pt x="71" y="72"/>
                  </a:lnTo>
                  <a:lnTo>
                    <a:pt x="238" y="445"/>
                  </a:lnTo>
                  <a:lnTo>
                    <a:pt x="254" y="565"/>
                  </a:lnTo>
                  <a:lnTo>
                    <a:pt x="254" y="604"/>
                  </a:lnTo>
                  <a:lnTo>
                    <a:pt x="238" y="628"/>
                  </a:lnTo>
                  <a:lnTo>
                    <a:pt x="230" y="692"/>
                  </a:lnTo>
                  <a:lnTo>
                    <a:pt x="222" y="740"/>
                  </a:lnTo>
                  <a:lnTo>
                    <a:pt x="206" y="755"/>
                  </a:lnTo>
                  <a:lnTo>
                    <a:pt x="151" y="684"/>
                  </a:lnTo>
                  <a:lnTo>
                    <a:pt x="87" y="597"/>
                  </a:lnTo>
                  <a:lnTo>
                    <a:pt x="71" y="565"/>
                  </a:lnTo>
                  <a:lnTo>
                    <a:pt x="55" y="517"/>
                  </a:lnTo>
                  <a:lnTo>
                    <a:pt x="39" y="453"/>
                  </a:lnTo>
                  <a:lnTo>
                    <a:pt x="24" y="96"/>
                  </a:lnTo>
                  <a:lnTo>
                    <a:pt x="0" y="72"/>
                  </a:lnTo>
                  <a:lnTo>
                    <a:pt x="8" y="1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2" name="Freeform 3096"/>
            <p:cNvSpPr>
              <a:spLocks/>
            </p:cNvSpPr>
            <p:nvPr/>
          </p:nvSpPr>
          <p:spPr bwMode="auto">
            <a:xfrm>
              <a:off x="4483101" y="3014663"/>
              <a:ext cx="1376363" cy="795338"/>
            </a:xfrm>
            <a:custGeom>
              <a:avLst/>
              <a:gdLst>
                <a:gd name="T0" fmla="*/ 867 w 867"/>
                <a:gd name="T1" fmla="*/ 382 h 501"/>
                <a:gd name="T2" fmla="*/ 827 w 867"/>
                <a:gd name="T3" fmla="*/ 414 h 501"/>
                <a:gd name="T4" fmla="*/ 827 w 867"/>
                <a:gd name="T5" fmla="*/ 414 h 501"/>
                <a:gd name="T6" fmla="*/ 779 w 867"/>
                <a:gd name="T7" fmla="*/ 430 h 501"/>
                <a:gd name="T8" fmla="*/ 716 w 867"/>
                <a:gd name="T9" fmla="*/ 446 h 501"/>
                <a:gd name="T10" fmla="*/ 716 w 867"/>
                <a:gd name="T11" fmla="*/ 446 h 501"/>
                <a:gd name="T12" fmla="*/ 517 w 867"/>
                <a:gd name="T13" fmla="*/ 469 h 501"/>
                <a:gd name="T14" fmla="*/ 398 w 867"/>
                <a:gd name="T15" fmla="*/ 485 h 501"/>
                <a:gd name="T16" fmla="*/ 263 w 867"/>
                <a:gd name="T17" fmla="*/ 477 h 501"/>
                <a:gd name="T18" fmla="*/ 112 w 867"/>
                <a:gd name="T19" fmla="*/ 501 h 501"/>
                <a:gd name="T20" fmla="*/ 16 w 867"/>
                <a:gd name="T21" fmla="*/ 493 h 501"/>
                <a:gd name="T22" fmla="*/ 16 w 867"/>
                <a:gd name="T23" fmla="*/ 493 h 501"/>
                <a:gd name="T24" fmla="*/ 0 w 867"/>
                <a:gd name="T25" fmla="*/ 334 h 501"/>
                <a:gd name="T26" fmla="*/ 0 w 867"/>
                <a:gd name="T27" fmla="*/ 215 h 501"/>
                <a:gd name="T28" fmla="*/ 8 w 867"/>
                <a:gd name="T29" fmla="*/ 159 h 501"/>
                <a:gd name="T30" fmla="*/ 24 w 867"/>
                <a:gd name="T31" fmla="*/ 128 h 501"/>
                <a:gd name="T32" fmla="*/ 151 w 867"/>
                <a:gd name="T33" fmla="*/ 120 h 501"/>
                <a:gd name="T34" fmla="*/ 263 w 867"/>
                <a:gd name="T35" fmla="*/ 120 h 501"/>
                <a:gd name="T36" fmla="*/ 398 w 867"/>
                <a:gd name="T37" fmla="*/ 120 h 501"/>
                <a:gd name="T38" fmla="*/ 493 w 867"/>
                <a:gd name="T39" fmla="*/ 104 h 501"/>
                <a:gd name="T40" fmla="*/ 581 w 867"/>
                <a:gd name="T41" fmla="*/ 96 h 501"/>
                <a:gd name="T42" fmla="*/ 581 w 867"/>
                <a:gd name="T43" fmla="*/ 96 h 501"/>
                <a:gd name="T44" fmla="*/ 605 w 867"/>
                <a:gd name="T45" fmla="*/ 80 h 501"/>
                <a:gd name="T46" fmla="*/ 636 w 867"/>
                <a:gd name="T47" fmla="*/ 64 h 501"/>
                <a:gd name="T48" fmla="*/ 636 w 867"/>
                <a:gd name="T49" fmla="*/ 64 h 501"/>
                <a:gd name="T50" fmla="*/ 724 w 867"/>
                <a:gd name="T51" fmla="*/ 24 h 501"/>
                <a:gd name="T52" fmla="*/ 803 w 867"/>
                <a:gd name="T53" fmla="*/ 0 h 501"/>
                <a:gd name="T54" fmla="*/ 867 w 867"/>
                <a:gd name="T55" fmla="*/ 382 h 50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67"/>
                <a:gd name="T85" fmla="*/ 0 h 501"/>
                <a:gd name="T86" fmla="*/ 867 w 867"/>
                <a:gd name="T87" fmla="*/ 501 h 50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67" h="501">
                  <a:moveTo>
                    <a:pt x="867" y="382"/>
                  </a:moveTo>
                  <a:lnTo>
                    <a:pt x="827" y="414"/>
                  </a:lnTo>
                  <a:lnTo>
                    <a:pt x="779" y="430"/>
                  </a:lnTo>
                  <a:lnTo>
                    <a:pt x="716" y="446"/>
                  </a:lnTo>
                  <a:lnTo>
                    <a:pt x="517" y="469"/>
                  </a:lnTo>
                  <a:lnTo>
                    <a:pt x="398" y="485"/>
                  </a:lnTo>
                  <a:lnTo>
                    <a:pt x="263" y="477"/>
                  </a:lnTo>
                  <a:lnTo>
                    <a:pt x="112" y="501"/>
                  </a:lnTo>
                  <a:lnTo>
                    <a:pt x="16" y="493"/>
                  </a:lnTo>
                  <a:lnTo>
                    <a:pt x="0" y="334"/>
                  </a:lnTo>
                  <a:lnTo>
                    <a:pt x="0" y="215"/>
                  </a:lnTo>
                  <a:lnTo>
                    <a:pt x="8" y="159"/>
                  </a:lnTo>
                  <a:lnTo>
                    <a:pt x="24" y="128"/>
                  </a:lnTo>
                  <a:lnTo>
                    <a:pt x="151" y="120"/>
                  </a:lnTo>
                  <a:lnTo>
                    <a:pt x="263" y="120"/>
                  </a:lnTo>
                  <a:lnTo>
                    <a:pt x="398" y="120"/>
                  </a:lnTo>
                  <a:lnTo>
                    <a:pt x="493" y="104"/>
                  </a:lnTo>
                  <a:lnTo>
                    <a:pt x="581" y="96"/>
                  </a:lnTo>
                  <a:lnTo>
                    <a:pt x="605" y="80"/>
                  </a:lnTo>
                  <a:lnTo>
                    <a:pt x="636" y="64"/>
                  </a:lnTo>
                  <a:lnTo>
                    <a:pt x="724" y="24"/>
                  </a:lnTo>
                  <a:lnTo>
                    <a:pt x="803" y="0"/>
                  </a:lnTo>
                  <a:lnTo>
                    <a:pt x="86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3" name="Freeform 3097"/>
            <p:cNvSpPr>
              <a:spLocks/>
            </p:cNvSpPr>
            <p:nvPr/>
          </p:nvSpPr>
          <p:spPr bwMode="auto">
            <a:xfrm>
              <a:off x="5430838" y="492125"/>
              <a:ext cx="1841500" cy="4240213"/>
            </a:xfrm>
            <a:custGeom>
              <a:avLst/>
              <a:gdLst>
                <a:gd name="T0" fmla="*/ 39 w 1160"/>
                <a:gd name="T1" fmla="*/ 2671 h 2671"/>
                <a:gd name="T2" fmla="*/ 47 w 1160"/>
                <a:gd name="T3" fmla="*/ 2353 h 2671"/>
                <a:gd name="T4" fmla="*/ 8 w 1160"/>
                <a:gd name="T5" fmla="*/ 2130 h 2671"/>
                <a:gd name="T6" fmla="*/ 8 w 1160"/>
                <a:gd name="T7" fmla="*/ 1892 h 2671"/>
                <a:gd name="T8" fmla="*/ 127 w 1160"/>
                <a:gd name="T9" fmla="*/ 1470 h 2671"/>
                <a:gd name="T10" fmla="*/ 151 w 1160"/>
                <a:gd name="T11" fmla="*/ 1367 h 2671"/>
                <a:gd name="T12" fmla="*/ 270 w 1160"/>
                <a:gd name="T13" fmla="*/ 1128 h 2671"/>
                <a:gd name="T14" fmla="*/ 349 w 1160"/>
                <a:gd name="T15" fmla="*/ 969 h 2671"/>
                <a:gd name="T16" fmla="*/ 429 w 1160"/>
                <a:gd name="T17" fmla="*/ 850 h 2671"/>
                <a:gd name="T18" fmla="*/ 413 w 1160"/>
                <a:gd name="T19" fmla="*/ 771 h 2671"/>
                <a:gd name="T20" fmla="*/ 397 w 1160"/>
                <a:gd name="T21" fmla="*/ 747 h 2671"/>
                <a:gd name="T22" fmla="*/ 341 w 1160"/>
                <a:gd name="T23" fmla="*/ 739 h 2671"/>
                <a:gd name="T24" fmla="*/ 246 w 1160"/>
                <a:gd name="T25" fmla="*/ 723 h 2671"/>
                <a:gd name="T26" fmla="*/ 222 w 1160"/>
                <a:gd name="T27" fmla="*/ 699 h 2671"/>
                <a:gd name="T28" fmla="*/ 214 w 1160"/>
                <a:gd name="T29" fmla="*/ 604 h 2671"/>
                <a:gd name="T30" fmla="*/ 214 w 1160"/>
                <a:gd name="T31" fmla="*/ 548 h 2671"/>
                <a:gd name="T32" fmla="*/ 214 w 1160"/>
                <a:gd name="T33" fmla="*/ 516 h 2671"/>
                <a:gd name="T34" fmla="*/ 190 w 1160"/>
                <a:gd name="T35" fmla="*/ 501 h 2671"/>
                <a:gd name="T36" fmla="*/ 167 w 1160"/>
                <a:gd name="T37" fmla="*/ 493 h 2671"/>
                <a:gd name="T38" fmla="*/ 190 w 1160"/>
                <a:gd name="T39" fmla="*/ 445 h 2671"/>
                <a:gd name="T40" fmla="*/ 230 w 1160"/>
                <a:gd name="T41" fmla="*/ 373 h 2671"/>
                <a:gd name="T42" fmla="*/ 246 w 1160"/>
                <a:gd name="T43" fmla="*/ 342 h 2671"/>
                <a:gd name="T44" fmla="*/ 238 w 1160"/>
                <a:gd name="T45" fmla="*/ 270 h 2671"/>
                <a:gd name="T46" fmla="*/ 270 w 1160"/>
                <a:gd name="T47" fmla="*/ 175 h 2671"/>
                <a:gd name="T48" fmla="*/ 302 w 1160"/>
                <a:gd name="T49" fmla="*/ 143 h 2671"/>
                <a:gd name="T50" fmla="*/ 310 w 1160"/>
                <a:gd name="T51" fmla="*/ 111 h 2671"/>
                <a:gd name="T52" fmla="*/ 326 w 1160"/>
                <a:gd name="T53" fmla="*/ 63 h 2671"/>
                <a:gd name="T54" fmla="*/ 389 w 1160"/>
                <a:gd name="T55" fmla="*/ 16 h 2671"/>
                <a:gd name="T56" fmla="*/ 532 w 1160"/>
                <a:gd name="T57" fmla="*/ 0 h 2671"/>
                <a:gd name="T58" fmla="*/ 675 w 1160"/>
                <a:gd name="T59" fmla="*/ 24 h 2671"/>
                <a:gd name="T60" fmla="*/ 787 w 1160"/>
                <a:gd name="T61" fmla="*/ 55 h 2671"/>
                <a:gd name="T62" fmla="*/ 826 w 1160"/>
                <a:gd name="T63" fmla="*/ 71 h 2671"/>
                <a:gd name="T64" fmla="*/ 882 w 1160"/>
                <a:gd name="T65" fmla="*/ 159 h 2671"/>
                <a:gd name="T66" fmla="*/ 914 w 1160"/>
                <a:gd name="T67" fmla="*/ 278 h 2671"/>
                <a:gd name="T68" fmla="*/ 906 w 1160"/>
                <a:gd name="T69" fmla="*/ 429 h 2671"/>
                <a:gd name="T70" fmla="*/ 882 w 1160"/>
                <a:gd name="T71" fmla="*/ 485 h 2671"/>
                <a:gd name="T72" fmla="*/ 834 w 1160"/>
                <a:gd name="T73" fmla="*/ 572 h 2671"/>
                <a:gd name="T74" fmla="*/ 810 w 1160"/>
                <a:gd name="T75" fmla="*/ 644 h 2671"/>
                <a:gd name="T76" fmla="*/ 906 w 1160"/>
                <a:gd name="T77" fmla="*/ 779 h 2671"/>
                <a:gd name="T78" fmla="*/ 1057 w 1160"/>
                <a:gd name="T79" fmla="*/ 969 h 2671"/>
                <a:gd name="T80" fmla="*/ 1128 w 1160"/>
                <a:gd name="T81" fmla="*/ 1105 h 2671"/>
                <a:gd name="T82" fmla="*/ 1136 w 1160"/>
                <a:gd name="T83" fmla="*/ 1327 h 2671"/>
                <a:gd name="T84" fmla="*/ 1105 w 1160"/>
                <a:gd name="T85" fmla="*/ 1701 h 2671"/>
                <a:gd name="T86" fmla="*/ 1081 w 1160"/>
                <a:gd name="T87" fmla="*/ 1899 h 2671"/>
                <a:gd name="T88" fmla="*/ 1136 w 1160"/>
                <a:gd name="T89" fmla="*/ 2043 h 2671"/>
                <a:gd name="T90" fmla="*/ 1121 w 1160"/>
                <a:gd name="T91" fmla="*/ 2170 h 2671"/>
                <a:gd name="T92" fmla="*/ 1121 w 1160"/>
                <a:gd name="T93" fmla="*/ 2408 h 2671"/>
                <a:gd name="T94" fmla="*/ 1136 w 1160"/>
                <a:gd name="T95" fmla="*/ 2567 h 267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60"/>
                <a:gd name="T145" fmla="*/ 0 h 2671"/>
                <a:gd name="T146" fmla="*/ 1160 w 1160"/>
                <a:gd name="T147" fmla="*/ 2671 h 267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60" h="2671">
                  <a:moveTo>
                    <a:pt x="1160" y="2671"/>
                  </a:moveTo>
                  <a:lnTo>
                    <a:pt x="39" y="2671"/>
                  </a:lnTo>
                  <a:lnTo>
                    <a:pt x="39" y="2527"/>
                  </a:lnTo>
                  <a:lnTo>
                    <a:pt x="39" y="2424"/>
                  </a:lnTo>
                  <a:lnTo>
                    <a:pt x="47" y="2353"/>
                  </a:lnTo>
                  <a:lnTo>
                    <a:pt x="31" y="2233"/>
                  </a:lnTo>
                  <a:lnTo>
                    <a:pt x="8" y="2130"/>
                  </a:lnTo>
                  <a:lnTo>
                    <a:pt x="0" y="2027"/>
                  </a:lnTo>
                  <a:lnTo>
                    <a:pt x="8" y="1939"/>
                  </a:lnTo>
                  <a:lnTo>
                    <a:pt x="8" y="1892"/>
                  </a:lnTo>
                  <a:lnTo>
                    <a:pt x="16" y="1860"/>
                  </a:lnTo>
                  <a:lnTo>
                    <a:pt x="143" y="1589"/>
                  </a:lnTo>
                  <a:lnTo>
                    <a:pt x="127" y="1470"/>
                  </a:lnTo>
                  <a:lnTo>
                    <a:pt x="135" y="1438"/>
                  </a:lnTo>
                  <a:lnTo>
                    <a:pt x="151" y="1367"/>
                  </a:lnTo>
                  <a:lnTo>
                    <a:pt x="198" y="1264"/>
                  </a:lnTo>
                  <a:lnTo>
                    <a:pt x="230" y="1192"/>
                  </a:lnTo>
                  <a:lnTo>
                    <a:pt x="270" y="1128"/>
                  </a:lnTo>
                  <a:lnTo>
                    <a:pt x="286" y="1097"/>
                  </a:lnTo>
                  <a:lnTo>
                    <a:pt x="310" y="1017"/>
                  </a:lnTo>
                  <a:lnTo>
                    <a:pt x="349" y="969"/>
                  </a:lnTo>
                  <a:lnTo>
                    <a:pt x="405" y="906"/>
                  </a:lnTo>
                  <a:lnTo>
                    <a:pt x="429" y="866"/>
                  </a:lnTo>
                  <a:lnTo>
                    <a:pt x="429" y="850"/>
                  </a:lnTo>
                  <a:lnTo>
                    <a:pt x="421" y="795"/>
                  </a:lnTo>
                  <a:lnTo>
                    <a:pt x="413" y="771"/>
                  </a:lnTo>
                  <a:lnTo>
                    <a:pt x="405" y="755"/>
                  </a:lnTo>
                  <a:lnTo>
                    <a:pt x="397" y="747"/>
                  </a:lnTo>
                  <a:lnTo>
                    <a:pt x="373" y="747"/>
                  </a:lnTo>
                  <a:lnTo>
                    <a:pt x="341" y="739"/>
                  </a:lnTo>
                  <a:lnTo>
                    <a:pt x="286" y="739"/>
                  </a:lnTo>
                  <a:lnTo>
                    <a:pt x="262" y="731"/>
                  </a:lnTo>
                  <a:lnTo>
                    <a:pt x="246" y="723"/>
                  </a:lnTo>
                  <a:lnTo>
                    <a:pt x="230" y="715"/>
                  </a:lnTo>
                  <a:lnTo>
                    <a:pt x="222" y="699"/>
                  </a:lnTo>
                  <a:lnTo>
                    <a:pt x="214" y="667"/>
                  </a:lnTo>
                  <a:lnTo>
                    <a:pt x="214" y="636"/>
                  </a:lnTo>
                  <a:lnTo>
                    <a:pt x="214" y="604"/>
                  </a:lnTo>
                  <a:lnTo>
                    <a:pt x="206" y="580"/>
                  </a:lnTo>
                  <a:lnTo>
                    <a:pt x="214" y="548"/>
                  </a:lnTo>
                  <a:lnTo>
                    <a:pt x="214" y="532"/>
                  </a:lnTo>
                  <a:lnTo>
                    <a:pt x="214" y="516"/>
                  </a:lnTo>
                  <a:lnTo>
                    <a:pt x="206" y="508"/>
                  </a:lnTo>
                  <a:lnTo>
                    <a:pt x="190" y="501"/>
                  </a:lnTo>
                  <a:lnTo>
                    <a:pt x="175" y="501"/>
                  </a:lnTo>
                  <a:lnTo>
                    <a:pt x="167" y="493"/>
                  </a:lnTo>
                  <a:lnTo>
                    <a:pt x="167" y="477"/>
                  </a:lnTo>
                  <a:lnTo>
                    <a:pt x="175" y="469"/>
                  </a:lnTo>
                  <a:lnTo>
                    <a:pt x="190" y="445"/>
                  </a:lnTo>
                  <a:lnTo>
                    <a:pt x="214" y="405"/>
                  </a:lnTo>
                  <a:lnTo>
                    <a:pt x="230" y="373"/>
                  </a:lnTo>
                  <a:lnTo>
                    <a:pt x="246" y="357"/>
                  </a:lnTo>
                  <a:lnTo>
                    <a:pt x="246" y="342"/>
                  </a:lnTo>
                  <a:lnTo>
                    <a:pt x="238" y="310"/>
                  </a:lnTo>
                  <a:lnTo>
                    <a:pt x="238" y="270"/>
                  </a:lnTo>
                  <a:lnTo>
                    <a:pt x="246" y="230"/>
                  </a:lnTo>
                  <a:lnTo>
                    <a:pt x="270" y="175"/>
                  </a:lnTo>
                  <a:lnTo>
                    <a:pt x="294" y="151"/>
                  </a:lnTo>
                  <a:lnTo>
                    <a:pt x="302" y="143"/>
                  </a:lnTo>
                  <a:lnTo>
                    <a:pt x="310" y="127"/>
                  </a:lnTo>
                  <a:lnTo>
                    <a:pt x="310" y="111"/>
                  </a:lnTo>
                  <a:lnTo>
                    <a:pt x="310" y="95"/>
                  </a:lnTo>
                  <a:lnTo>
                    <a:pt x="326" y="63"/>
                  </a:lnTo>
                  <a:lnTo>
                    <a:pt x="341" y="39"/>
                  </a:lnTo>
                  <a:lnTo>
                    <a:pt x="389" y="16"/>
                  </a:lnTo>
                  <a:lnTo>
                    <a:pt x="437" y="0"/>
                  </a:lnTo>
                  <a:lnTo>
                    <a:pt x="485" y="0"/>
                  </a:lnTo>
                  <a:lnTo>
                    <a:pt x="532" y="0"/>
                  </a:lnTo>
                  <a:lnTo>
                    <a:pt x="620" y="8"/>
                  </a:lnTo>
                  <a:lnTo>
                    <a:pt x="675" y="24"/>
                  </a:lnTo>
                  <a:lnTo>
                    <a:pt x="715" y="32"/>
                  </a:lnTo>
                  <a:lnTo>
                    <a:pt x="747" y="39"/>
                  </a:lnTo>
                  <a:lnTo>
                    <a:pt x="787" y="55"/>
                  </a:lnTo>
                  <a:lnTo>
                    <a:pt x="818" y="63"/>
                  </a:lnTo>
                  <a:lnTo>
                    <a:pt x="826" y="71"/>
                  </a:lnTo>
                  <a:lnTo>
                    <a:pt x="842" y="87"/>
                  </a:lnTo>
                  <a:lnTo>
                    <a:pt x="882" y="159"/>
                  </a:lnTo>
                  <a:lnTo>
                    <a:pt x="906" y="214"/>
                  </a:lnTo>
                  <a:lnTo>
                    <a:pt x="914" y="246"/>
                  </a:lnTo>
                  <a:lnTo>
                    <a:pt x="914" y="278"/>
                  </a:lnTo>
                  <a:lnTo>
                    <a:pt x="914" y="349"/>
                  </a:lnTo>
                  <a:lnTo>
                    <a:pt x="906" y="429"/>
                  </a:lnTo>
                  <a:lnTo>
                    <a:pt x="898" y="453"/>
                  </a:lnTo>
                  <a:lnTo>
                    <a:pt x="882" y="485"/>
                  </a:lnTo>
                  <a:lnTo>
                    <a:pt x="850" y="540"/>
                  </a:lnTo>
                  <a:lnTo>
                    <a:pt x="834" y="572"/>
                  </a:lnTo>
                  <a:lnTo>
                    <a:pt x="818" y="596"/>
                  </a:lnTo>
                  <a:lnTo>
                    <a:pt x="810" y="612"/>
                  </a:lnTo>
                  <a:lnTo>
                    <a:pt x="810" y="644"/>
                  </a:lnTo>
                  <a:lnTo>
                    <a:pt x="826" y="683"/>
                  </a:lnTo>
                  <a:lnTo>
                    <a:pt x="866" y="755"/>
                  </a:lnTo>
                  <a:lnTo>
                    <a:pt x="906" y="779"/>
                  </a:lnTo>
                  <a:lnTo>
                    <a:pt x="993" y="882"/>
                  </a:lnTo>
                  <a:lnTo>
                    <a:pt x="1057" y="969"/>
                  </a:lnTo>
                  <a:lnTo>
                    <a:pt x="1105" y="1041"/>
                  </a:lnTo>
                  <a:lnTo>
                    <a:pt x="1128" y="1105"/>
                  </a:lnTo>
                  <a:lnTo>
                    <a:pt x="1136" y="1160"/>
                  </a:lnTo>
                  <a:lnTo>
                    <a:pt x="1128" y="1264"/>
                  </a:lnTo>
                  <a:lnTo>
                    <a:pt x="1136" y="1327"/>
                  </a:lnTo>
                  <a:lnTo>
                    <a:pt x="1128" y="1415"/>
                  </a:lnTo>
                  <a:lnTo>
                    <a:pt x="1105" y="1645"/>
                  </a:lnTo>
                  <a:lnTo>
                    <a:pt x="1105" y="1701"/>
                  </a:lnTo>
                  <a:lnTo>
                    <a:pt x="1081" y="1772"/>
                  </a:lnTo>
                  <a:lnTo>
                    <a:pt x="1081" y="1899"/>
                  </a:lnTo>
                  <a:lnTo>
                    <a:pt x="1097" y="1923"/>
                  </a:lnTo>
                  <a:lnTo>
                    <a:pt x="1121" y="2003"/>
                  </a:lnTo>
                  <a:lnTo>
                    <a:pt x="1136" y="2043"/>
                  </a:lnTo>
                  <a:lnTo>
                    <a:pt x="1136" y="2090"/>
                  </a:lnTo>
                  <a:lnTo>
                    <a:pt x="1136" y="2130"/>
                  </a:lnTo>
                  <a:lnTo>
                    <a:pt x="1121" y="2170"/>
                  </a:lnTo>
                  <a:lnTo>
                    <a:pt x="1105" y="2305"/>
                  </a:lnTo>
                  <a:lnTo>
                    <a:pt x="1121" y="2408"/>
                  </a:lnTo>
                  <a:lnTo>
                    <a:pt x="1136" y="2496"/>
                  </a:lnTo>
                  <a:lnTo>
                    <a:pt x="1136" y="2567"/>
                  </a:lnTo>
                  <a:lnTo>
                    <a:pt x="1160" y="26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4" name="Freeform 3098"/>
            <p:cNvSpPr>
              <a:spLocks/>
            </p:cNvSpPr>
            <p:nvPr/>
          </p:nvSpPr>
          <p:spPr bwMode="auto">
            <a:xfrm>
              <a:off x="5695951" y="1501775"/>
              <a:ext cx="1109663" cy="1109663"/>
            </a:xfrm>
            <a:custGeom>
              <a:avLst/>
              <a:gdLst>
                <a:gd name="T0" fmla="*/ 492 w 699"/>
                <a:gd name="T1" fmla="*/ 222 h 699"/>
                <a:gd name="T2" fmla="*/ 492 w 699"/>
                <a:gd name="T3" fmla="*/ 222 h 699"/>
                <a:gd name="T4" fmla="*/ 389 w 699"/>
                <a:gd name="T5" fmla="*/ 286 h 699"/>
                <a:gd name="T6" fmla="*/ 341 w 699"/>
                <a:gd name="T7" fmla="*/ 326 h 699"/>
                <a:gd name="T8" fmla="*/ 302 w 699"/>
                <a:gd name="T9" fmla="*/ 365 h 699"/>
                <a:gd name="T10" fmla="*/ 302 w 699"/>
                <a:gd name="T11" fmla="*/ 365 h 699"/>
                <a:gd name="T12" fmla="*/ 230 w 699"/>
                <a:gd name="T13" fmla="*/ 461 h 699"/>
                <a:gd name="T14" fmla="*/ 167 w 699"/>
                <a:gd name="T15" fmla="*/ 556 h 699"/>
                <a:gd name="T16" fmla="*/ 135 w 699"/>
                <a:gd name="T17" fmla="*/ 596 h 699"/>
                <a:gd name="T18" fmla="*/ 95 w 699"/>
                <a:gd name="T19" fmla="*/ 636 h 699"/>
                <a:gd name="T20" fmla="*/ 47 w 699"/>
                <a:gd name="T21" fmla="*/ 667 h 699"/>
                <a:gd name="T22" fmla="*/ 0 w 699"/>
                <a:gd name="T23" fmla="*/ 699 h 699"/>
                <a:gd name="T24" fmla="*/ 0 w 699"/>
                <a:gd name="T25" fmla="*/ 699 h 699"/>
                <a:gd name="T26" fmla="*/ 39 w 699"/>
                <a:gd name="T27" fmla="*/ 604 h 699"/>
                <a:gd name="T28" fmla="*/ 103 w 699"/>
                <a:gd name="T29" fmla="*/ 492 h 699"/>
                <a:gd name="T30" fmla="*/ 119 w 699"/>
                <a:gd name="T31" fmla="*/ 461 h 699"/>
                <a:gd name="T32" fmla="*/ 143 w 699"/>
                <a:gd name="T33" fmla="*/ 381 h 699"/>
                <a:gd name="T34" fmla="*/ 182 w 699"/>
                <a:gd name="T35" fmla="*/ 333 h 699"/>
                <a:gd name="T36" fmla="*/ 238 w 699"/>
                <a:gd name="T37" fmla="*/ 270 h 699"/>
                <a:gd name="T38" fmla="*/ 262 w 699"/>
                <a:gd name="T39" fmla="*/ 230 h 699"/>
                <a:gd name="T40" fmla="*/ 262 w 699"/>
                <a:gd name="T41" fmla="*/ 214 h 699"/>
                <a:gd name="T42" fmla="*/ 262 w 699"/>
                <a:gd name="T43" fmla="*/ 214 h 699"/>
                <a:gd name="T44" fmla="*/ 254 w 699"/>
                <a:gd name="T45" fmla="*/ 198 h 699"/>
                <a:gd name="T46" fmla="*/ 254 w 699"/>
                <a:gd name="T47" fmla="*/ 198 h 699"/>
                <a:gd name="T48" fmla="*/ 310 w 699"/>
                <a:gd name="T49" fmla="*/ 167 h 699"/>
                <a:gd name="T50" fmla="*/ 357 w 699"/>
                <a:gd name="T51" fmla="*/ 143 h 699"/>
                <a:gd name="T52" fmla="*/ 461 w 699"/>
                <a:gd name="T53" fmla="*/ 103 h 699"/>
                <a:gd name="T54" fmla="*/ 461 w 699"/>
                <a:gd name="T55" fmla="*/ 103 h 699"/>
                <a:gd name="T56" fmla="*/ 532 w 699"/>
                <a:gd name="T57" fmla="*/ 63 h 699"/>
                <a:gd name="T58" fmla="*/ 564 w 699"/>
                <a:gd name="T59" fmla="*/ 39 h 699"/>
                <a:gd name="T60" fmla="*/ 596 w 699"/>
                <a:gd name="T61" fmla="*/ 31 h 699"/>
                <a:gd name="T62" fmla="*/ 596 w 699"/>
                <a:gd name="T63" fmla="*/ 31 h 699"/>
                <a:gd name="T64" fmla="*/ 620 w 699"/>
                <a:gd name="T65" fmla="*/ 16 h 699"/>
                <a:gd name="T66" fmla="*/ 651 w 699"/>
                <a:gd name="T67" fmla="*/ 0 h 699"/>
                <a:gd name="T68" fmla="*/ 651 w 699"/>
                <a:gd name="T69" fmla="*/ 0 h 699"/>
                <a:gd name="T70" fmla="*/ 651 w 699"/>
                <a:gd name="T71" fmla="*/ 8 h 699"/>
                <a:gd name="T72" fmla="*/ 699 w 699"/>
                <a:gd name="T73" fmla="*/ 111 h 699"/>
                <a:gd name="T74" fmla="*/ 699 w 699"/>
                <a:gd name="T75" fmla="*/ 111 h 699"/>
                <a:gd name="T76" fmla="*/ 675 w 699"/>
                <a:gd name="T77" fmla="*/ 127 h 699"/>
                <a:gd name="T78" fmla="*/ 651 w 699"/>
                <a:gd name="T79" fmla="*/ 143 h 699"/>
                <a:gd name="T80" fmla="*/ 651 w 699"/>
                <a:gd name="T81" fmla="*/ 143 h 699"/>
                <a:gd name="T82" fmla="*/ 492 w 699"/>
                <a:gd name="T83" fmla="*/ 222 h 699"/>
                <a:gd name="T84" fmla="*/ 492 w 699"/>
                <a:gd name="T85" fmla="*/ 222 h 69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99"/>
                <a:gd name="T130" fmla="*/ 0 h 699"/>
                <a:gd name="T131" fmla="*/ 699 w 699"/>
                <a:gd name="T132" fmla="*/ 699 h 69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99" h="699">
                  <a:moveTo>
                    <a:pt x="492" y="222"/>
                  </a:moveTo>
                  <a:lnTo>
                    <a:pt x="492" y="222"/>
                  </a:lnTo>
                  <a:lnTo>
                    <a:pt x="389" y="286"/>
                  </a:lnTo>
                  <a:lnTo>
                    <a:pt x="341" y="326"/>
                  </a:lnTo>
                  <a:lnTo>
                    <a:pt x="302" y="365"/>
                  </a:lnTo>
                  <a:lnTo>
                    <a:pt x="230" y="461"/>
                  </a:lnTo>
                  <a:lnTo>
                    <a:pt x="167" y="556"/>
                  </a:lnTo>
                  <a:lnTo>
                    <a:pt x="135" y="596"/>
                  </a:lnTo>
                  <a:lnTo>
                    <a:pt x="95" y="636"/>
                  </a:lnTo>
                  <a:lnTo>
                    <a:pt x="47" y="667"/>
                  </a:lnTo>
                  <a:lnTo>
                    <a:pt x="0" y="699"/>
                  </a:lnTo>
                  <a:lnTo>
                    <a:pt x="39" y="604"/>
                  </a:lnTo>
                  <a:lnTo>
                    <a:pt x="103" y="492"/>
                  </a:lnTo>
                  <a:lnTo>
                    <a:pt x="119" y="461"/>
                  </a:lnTo>
                  <a:lnTo>
                    <a:pt x="143" y="381"/>
                  </a:lnTo>
                  <a:lnTo>
                    <a:pt x="182" y="333"/>
                  </a:lnTo>
                  <a:lnTo>
                    <a:pt x="238" y="270"/>
                  </a:lnTo>
                  <a:lnTo>
                    <a:pt x="262" y="230"/>
                  </a:lnTo>
                  <a:lnTo>
                    <a:pt x="262" y="214"/>
                  </a:lnTo>
                  <a:lnTo>
                    <a:pt x="254" y="198"/>
                  </a:lnTo>
                  <a:lnTo>
                    <a:pt x="310" y="167"/>
                  </a:lnTo>
                  <a:lnTo>
                    <a:pt x="357" y="143"/>
                  </a:lnTo>
                  <a:lnTo>
                    <a:pt x="461" y="103"/>
                  </a:lnTo>
                  <a:lnTo>
                    <a:pt x="532" y="63"/>
                  </a:lnTo>
                  <a:lnTo>
                    <a:pt x="564" y="39"/>
                  </a:lnTo>
                  <a:lnTo>
                    <a:pt x="596" y="31"/>
                  </a:lnTo>
                  <a:lnTo>
                    <a:pt x="620" y="16"/>
                  </a:lnTo>
                  <a:lnTo>
                    <a:pt x="651" y="0"/>
                  </a:lnTo>
                  <a:lnTo>
                    <a:pt x="651" y="8"/>
                  </a:lnTo>
                  <a:lnTo>
                    <a:pt x="699" y="111"/>
                  </a:lnTo>
                  <a:lnTo>
                    <a:pt x="675" y="127"/>
                  </a:lnTo>
                  <a:lnTo>
                    <a:pt x="651" y="143"/>
                  </a:lnTo>
                  <a:lnTo>
                    <a:pt x="492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65" name="Freeform 3099"/>
            <p:cNvSpPr>
              <a:spLocks/>
            </p:cNvSpPr>
            <p:nvPr/>
          </p:nvSpPr>
          <p:spPr bwMode="auto">
            <a:xfrm>
              <a:off x="5632451" y="1803400"/>
              <a:ext cx="530225" cy="1009650"/>
            </a:xfrm>
            <a:custGeom>
              <a:avLst/>
              <a:gdLst>
                <a:gd name="T0" fmla="*/ 302 w 334"/>
                <a:gd name="T1" fmla="*/ 0 h 636"/>
                <a:gd name="T2" fmla="*/ 302 w 334"/>
                <a:gd name="T3" fmla="*/ 0 h 636"/>
                <a:gd name="T4" fmla="*/ 326 w 334"/>
                <a:gd name="T5" fmla="*/ 56 h 636"/>
                <a:gd name="T6" fmla="*/ 334 w 334"/>
                <a:gd name="T7" fmla="*/ 80 h 636"/>
                <a:gd name="T8" fmla="*/ 318 w 334"/>
                <a:gd name="T9" fmla="*/ 112 h 636"/>
                <a:gd name="T10" fmla="*/ 318 w 334"/>
                <a:gd name="T11" fmla="*/ 112 h 636"/>
                <a:gd name="T12" fmla="*/ 310 w 334"/>
                <a:gd name="T13" fmla="*/ 120 h 636"/>
                <a:gd name="T14" fmla="*/ 294 w 334"/>
                <a:gd name="T15" fmla="*/ 128 h 636"/>
                <a:gd name="T16" fmla="*/ 270 w 334"/>
                <a:gd name="T17" fmla="*/ 136 h 636"/>
                <a:gd name="T18" fmla="*/ 262 w 334"/>
                <a:gd name="T19" fmla="*/ 151 h 636"/>
                <a:gd name="T20" fmla="*/ 262 w 334"/>
                <a:gd name="T21" fmla="*/ 151 h 636"/>
                <a:gd name="T22" fmla="*/ 246 w 334"/>
                <a:gd name="T23" fmla="*/ 167 h 636"/>
                <a:gd name="T24" fmla="*/ 238 w 334"/>
                <a:gd name="T25" fmla="*/ 191 h 636"/>
                <a:gd name="T26" fmla="*/ 222 w 334"/>
                <a:gd name="T27" fmla="*/ 239 h 636"/>
                <a:gd name="T28" fmla="*/ 222 w 334"/>
                <a:gd name="T29" fmla="*/ 239 h 636"/>
                <a:gd name="T30" fmla="*/ 175 w 334"/>
                <a:gd name="T31" fmla="*/ 326 h 636"/>
                <a:gd name="T32" fmla="*/ 135 w 334"/>
                <a:gd name="T33" fmla="*/ 406 h 636"/>
                <a:gd name="T34" fmla="*/ 135 w 334"/>
                <a:gd name="T35" fmla="*/ 406 h 636"/>
                <a:gd name="T36" fmla="*/ 119 w 334"/>
                <a:gd name="T37" fmla="*/ 453 h 636"/>
                <a:gd name="T38" fmla="*/ 111 w 334"/>
                <a:gd name="T39" fmla="*/ 501 h 636"/>
                <a:gd name="T40" fmla="*/ 111 w 334"/>
                <a:gd name="T41" fmla="*/ 501 h 636"/>
                <a:gd name="T42" fmla="*/ 95 w 334"/>
                <a:gd name="T43" fmla="*/ 533 h 636"/>
                <a:gd name="T44" fmla="*/ 63 w 334"/>
                <a:gd name="T45" fmla="*/ 581 h 636"/>
                <a:gd name="T46" fmla="*/ 32 w 334"/>
                <a:gd name="T47" fmla="*/ 620 h 636"/>
                <a:gd name="T48" fmla="*/ 16 w 334"/>
                <a:gd name="T49" fmla="*/ 636 h 636"/>
                <a:gd name="T50" fmla="*/ 0 w 334"/>
                <a:gd name="T51" fmla="*/ 636 h 636"/>
                <a:gd name="T52" fmla="*/ 0 w 334"/>
                <a:gd name="T53" fmla="*/ 636 h 636"/>
                <a:gd name="T54" fmla="*/ 0 w 334"/>
                <a:gd name="T55" fmla="*/ 581 h 636"/>
                <a:gd name="T56" fmla="*/ 8 w 334"/>
                <a:gd name="T57" fmla="*/ 533 h 636"/>
                <a:gd name="T58" fmla="*/ 24 w 334"/>
                <a:gd name="T59" fmla="*/ 485 h 636"/>
                <a:gd name="T60" fmla="*/ 48 w 334"/>
                <a:gd name="T61" fmla="*/ 438 h 636"/>
                <a:gd name="T62" fmla="*/ 103 w 334"/>
                <a:gd name="T63" fmla="*/ 350 h 636"/>
                <a:gd name="T64" fmla="*/ 151 w 334"/>
                <a:gd name="T65" fmla="*/ 271 h 636"/>
                <a:gd name="T66" fmla="*/ 151 w 334"/>
                <a:gd name="T67" fmla="*/ 271 h 636"/>
                <a:gd name="T68" fmla="*/ 191 w 334"/>
                <a:gd name="T69" fmla="*/ 191 h 636"/>
                <a:gd name="T70" fmla="*/ 230 w 334"/>
                <a:gd name="T71" fmla="*/ 120 h 636"/>
                <a:gd name="T72" fmla="*/ 230 w 334"/>
                <a:gd name="T73" fmla="*/ 120 h 636"/>
                <a:gd name="T74" fmla="*/ 254 w 334"/>
                <a:gd name="T75" fmla="*/ 96 h 636"/>
                <a:gd name="T76" fmla="*/ 270 w 334"/>
                <a:gd name="T77" fmla="*/ 72 h 636"/>
                <a:gd name="T78" fmla="*/ 270 w 334"/>
                <a:gd name="T79" fmla="*/ 72 h 636"/>
                <a:gd name="T80" fmla="*/ 270 w 334"/>
                <a:gd name="T81" fmla="*/ 56 h 636"/>
                <a:gd name="T82" fmla="*/ 270 w 334"/>
                <a:gd name="T83" fmla="*/ 40 h 636"/>
                <a:gd name="T84" fmla="*/ 278 w 334"/>
                <a:gd name="T85" fmla="*/ 24 h 636"/>
                <a:gd name="T86" fmla="*/ 286 w 334"/>
                <a:gd name="T87" fmla="*/ 16 h 636"/>
                <a:gd name="T88" fmla="*/ 302 w 334"/>
                <a:gd name="T89" fmla="*/ 0 h 6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4"/>
                <a:gd name="T136" fmla="*/ 0 h 636"/>
                <a:gd name="T137" fmla="*/ 334 w 334"/>
                <a:gd name="T138" fmla="*/ 636 h 6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4" h="636">
                  <a:moveTo>
                    <a:pt x="302" y="0"/>
                  </a:moveTo>
                  <a:lnTo>
                    <a:pt x="302" y="0"/>
                  </a:lnTo>
                  <a:lnTo>
                    <a:pt x="326" y="56"/>
                  </a:lnTo>
                  <a:lnTo>
                    <a:pt x="334" y="80"/>
                  </a:lnTo>
                  <a:lnTo>
                    <a:pt x="318" y="112"/>
                  </a:lnTo>
                  <a:lnTo>
                    <a:pt x="310" y="120"/>
                  </a:lnTo>
                  <a:lnTo>
                    <a:pt x="294" y="128"/>
                  </a:lnTo>
                  <a:lnTo>
                    <a:pt x="270" y="136"/>
                  </a:lnTo>
                  <a:lnTo>
                    <a:pt x="262" y="151"/>
                  </a:lnTo>
                  <a:lnTo>
                    <a:pt x="246" y="167"/>
                  </a:lnTo>
                  <a:lnTo>
                    <a:pt x="238" y="191"/>
                  </a:lnTo>
                  <a:lnTo>
                    <a:pt x="222" y="239"/>
                  </a:lnTo>
                  <a:lnTo>
                    <a:pt x="175" y="326"/>
                  </a:lnTo>
                  <a:lnTo>
                    <a:pt x="135" y="406"/>
                  </a:lnTo>
                  <a:lnTo>
                    <a:pt x="119" y="453"/>
                  </a:lnTo>
                  <a:lnTo>
                    <a:pt x="111" y="501"/>
                  </a:lnTo>
                  <a:lnTo>
                    <a:pt x="95" y="533"/>
                  </a:lnTo>
                  <a:lnTo>
                    <a:pt x="63" y="581"/>
                  </a:lnTo>
                  <a:lnTo>
                    <a:pt x="32" y="620"/>
                  </a:lnTo>
                  <a:lnTo>
                    <a:pt x="16" y="636"/>
                  </a:lnTo>
                  <a:lnTo>
                    <a:pt x="0" y="636"/>
                  </a:lnTo>
                  <a:lnTo>
                    <a:pt x="0" y="581"/>
                  </a:lnTo>
                  <a:lnTo>
                    <a:pt x="8" y="533"/>
                  </a:lnTo>
                  <a:lnTo>
                    <a:pt x="24" y="485"/>
                  </a:lnTo>
                  <a:lnTo>
                    <a:pt x="48" y="438"/>
                  </a:lnTo>
                  <a:lnTo>
                    <a:pt x="103" y="350"/>
                  </a:lnTo>
                  <a:lnTo>
                    <a:pt x="151" y="271"/>
                  </a:lnTo>
                  <a:lnTo>
                    <a:pt x="191" y="191"/>
                  </a:lnTo>
                  <a:lnTo>
                    <a:pt x="230" y="120"/>
                  </a:lnTo>
                  <a:lnTo>
                    <a:pt x="254" y="96"/>
                  </a:lnTo>
                  <a:lnTo>
                    <a:pt x="270" y="72"/>
                  </a:lnTo>
                  <a:lnTo>
                    <a:pt x="270" y="56"/>
                  </a:lnTo>
                  <a:lnTo>
                    <a:pt x="270" y="40"/>
                  </a:lnTo>
                  <a:lnTo>
                    <a:pt x="278" y="24"/>
                  </a:lnTo>
                  <a:lnTo>
                    <a:pt x="286" y="16"/>
                  </a:lnTo>
                  <a:lnTo>
                    <a:pt x="3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  <p:grpSp>
        <p:nvGrpSpPr>
          <p:cNvPr id="83" name="组合 3114"/>
          <p:cNvGrpSpPr>
            <a:grpSpLocks/>
          </p:cNvGrpSpPr>
          <p:nvPr/>
        </p:nvGrpSpPr>
        <p:grpSpPr bwMode="auto">
          <a:xfrm>
            <a:off x="7146441" y="2067454"/>
            <a:ext cx="1416534" cy="1266296"/>
            <a:chOff x="1266825" y="928688"/>
            <a:chExt cx="5797550" cy="5184775"/>
          </a:xfrm>
          <a:solidFill>
            <a:srgbClr val="00B0F0"/>
          </a:solidFill>
        </p:grpSpPr>
        <p:sp>
          <p:nvSpPr>
            <p:cNvPr id="84" name="Freeform 5168"/>
            <p:cNvSpPr>
              <a:spLocks/>
            </p:cNvSpPr>
            <p:nvPr/>
          </p:nvSpPr>
          <p:spPr bwMode="auto">
            <a:xfrm>
              <a:off x="1277938" y="928688"/>
              <a:ext cx="3463925" cy="4857750"/>
            </a:xfrm>
            <a:custGeom>
              <a:avLst/>
              <a:gdLst>
                <a:gd name="T0" fmla="*/ 825 w 2182"/>
                <a:gd name="T1" fmla="*/ 2987 h 3060"/>
                <a:gd name="T2" fmla="*/ 831 w 2182"/>
                <a:gd name="T3" fmla="*/ 2894 h 3060"/>
                <a:gd name="T4" fmla="*/ 878 w 2182"/>
                <a:gd name="T5" fmla="*/ 2754 h 3060"/>
                <a:gd name="T6" fmla="*/ 911 w 2182"/>
                <a:gd name="T7" fmla="*/ 2627 h 3060"/>
                <a:gd name="T8" fmla="*/ 858 w 2182"/>
                <a:gd name="T9" fmla="*/ 2528 h 3060"/>
                <a:gd name="T10" fmla="*/ 931 w 2182"/>
                <a:gd name="T11" fmla="*/ 2321 h 3060"/>
                <a:gd name="T12" fmla="*/ 945 w 2182"/>
                <a:gd name="T13" fmla="*/ 2155 h 3060"/>
                <a:gd name="T14" fmla="*/ 911 w 2182"/>
                <a:gd name="T15" fmla="*/ 2069 h 3060"/>
                <a:gd name="T16" fmla="*/ 765 w 2182"/>
                <a:gd name="T17" fmla="*/ 1849 h 3060"/>
                <a:gd name="T18" fmla="*/ 712 w 2182"/>
                <a:gd name="T19" fmla="*/ 2055 h 3060"/>
                <a:gd name="T20" fmla="*/ 685 w 2182"/>
                <a:gd name="T21" fmla="*/ 2129 h 3060"/>
                <a:gd name="T22" fmla="*/ 685 w 2182"/>
                <a:gd name="T23" fmla="*/ 2215 h 3060"/>
                <a:gd name="T24" fmla="*/ 652 w 2182"/>
                <a:gd name="T25" fmla="*/ 2348 h 3060"/>
                <a:gd name="T26" fmla="*/ 625 w 2182"/>
                <a:gd name="T27" fmla="*/ 2488 h 3060"/>
                <a:gd name="T28" fmla="*/ 599 w 2182"/>
                <a:gd name="T29" fmla="*/ 2588 h 3060"/>
                <a:gd name="T30" fmla="*/ 552 w 2182"/>
                <a:gd name="T31" fmla="*/ 2780 h 3060"/>
                <a:gd name="T32" fmla="*/ 565 w 2182"/>
                <a:gd name="T33" fmla="*/ 2993 h 3060"/>
                <a:gd name="T34" fmla="*/ 612 w 2182"/>
                <a:gd name="T35" fmla="*/ 3053 h 3060"/>
                <a:gd name="T36" fmla="*/ 505 w 2182"/>
                <a:gd name="T37" fmla="*/ 3027 h 3060"/>
                <a:gd name="T38" fmla="*/ 412 w 2182"/>
                <a:gd name="T39" fmla="*/ 2933 h 3060"/>
                <a:gd name="T40" fmla="*/ 206 w 2182"/>
                <a:gd name="T41" fmla="*/ 3040 h 3060"/>
                <a:gd name="T42" fmla="*/ 80 w 2182"/>
                <a:gd name="T43" fmla="*/ 3007 h 3060"/>
                <a:gd name="T44" fmla="*/ 299 w 2182"/>
                <a:gd name="T45" fmla="*/ 2840 h 3060"/>
                <a:gd name="T46" fmla="*/ 372 w 2182"/>
                <a:gd name="T47" fmla="*/ 2554 h 3060"/>
                <a:gd name="T48" fmla="*/ 339 w 2182"/>
                <a:gd name="T49" fmla="*/ 2461 h 3060"/>
                <a:gd name="T50" fmla="*/ 306 w 2182"/>
                <a:gd name="T51" fmla="*/ 2368 h 3060"/>
                <a:gd name="T52" fmla="*/ 313 w 2182"/>
                <a:gd name="T53" fmla="*/ 2188 h 3060"/>
                <a:gd name="T54" fmla="*/ 339 w 2182"/>
                <a:gd name="T55" fmla="*/ 2102 h 3060"/>
                <a:gd name="T56" fmla="*/ 339 w 2182"/>
                <a:gd name="T57" fmla="*/ 1823 h 3060"/>
                <a:gd name="T58" fmla="*/ 432 w 2182"/>
                <a:gd name="T59" fmla="*/ 1111 h 3060"/>
                <a:gd name="T60" fmla="*/ 599 w 2182"/>
                <a:gd name="T61" fmla="*/ 865 h 3060"/>
                <a:gd name="T62" fmla="*/ 792 w 2182"/>
                <a:gd name="T63" fmla="*/ 758 h 3060"/>
                <a:gd name="T64" fmla="*/ 984 w 2182"/>
                <a:gd name="T65" fmla="*/ 698 h 3060"/>
                <a:gd name="T66" fmla="*/ 1011 w 2182"/>
                <a:gd name="T67" fmla="*/ 565 h 3060"/>
                <a:gd name="T68" fmla="*/ 945 w 2182"/>
                <a:gd name="T69" fmla="*/ 353 h 3060"/>
                <a:gd name="T70" fmla="*/ 964 w 2182"/>
                <a:gd name="T71" fmla="*/ 153 h 3060"/>
                <a:gd name="T72" fmla="*/ 1117 w 2182"/>
                <a:gd name="T73" fmla="*/ 20 h 3060"/>
                <a:gd name="T74" fmla="*/ 1350 w 2182"/>
                <a:gd name="T75" fmla="*/ 20 h 3060"/>
                <a:gd name="T76" fmla="*/ 1384 w 2182"/>
                <a:gd name="T77" fmla="*/ 13 h 3060"/>
                <a:gd name="T78" fmla="*/ 1457 w 2182"/>
                <a:gd name="T79" fmla="*/ 13 h 3060"/>
                <a:gd name="T80" fmla="*/ 1490 w 2182"/>
                <a:gd name="T81" fmla="*/ 180 h 3060"/>
                <a:gd name="T82" fmla="*/ 1537 w 2182"/>
                <a:gd name="T83" fmla="*/ 386 h 3060"/>
                <a:gd name="T84" fmla="*/ 1537 w 2182"/>
                <a:gd name="T85" fmla="*/ 472 h 3060"/>
                <a:gd name="T86" fmla="*/ 1490 w 2182"/>
                <a:gd name="T87" fmla="*/ 652 h 3060"/>
                <a:gd name="T88" fmla="*/ 1537 w 2182"/>
                <a:gd name="T89" fmla="*/ 705 h 3060"/>
                <a:gd name="T90" fmla="*/ 1663 w 2182"/>
                <a:gd name="T91" fmla="*/ 745 h 3060"/>
                <a:gd name="T92" fmla="*/ 1783 w 2182"/>
                <a:gd name="T93" fmla="*/ 805 h 3060"/>
                <a:gd name="T94" fmla="*/ 1876 w 2182"/>
                <a:gd name="T95" fmla="*/ 891 h 3060"/>
                <a:gd name="T96" fmla="*/ 1976 w 2182"/>
                <a:gd name="T97" fmla="*/ 1051 h 3060"/>
                <a:gd name="T98" fmla="*/ 2035 w 2182"/>
                <a:gd name="T99" fmla="*/ 1257 h 3060"/>
                <a:gd name="T100" fmla="*/ 2122 w 2182"/>
                <a:gd name="T101" fmla="*/ 1423 h 3060"/>
                <a:gd name="T102" fmla="*/ 2175 w 2182"/>
                <a:gd name="T103" fmla="*/ 1656 h 3060"/>
                <a:gd name="T104" fmla="*/ 2182 w 2182"/>
                <a:gd name="T105" fmla="*/ 1796 h 3060"/>
                <a:gd name="T106" fmla="*/ 2122 w 2182"/>
                <a:gd name="T107" fmla="*/ 2062 h 3060"/>
                <a:gd name="T108" fmla="*/ 2109 w 2182"/>
                <a:gd name="T109" fmla="*/ 2195 h 3060"/>
                <a:gd name="T110" fmla="*/ 2069 w 2182"/>
                <a:gd name="T111" fmla="*/ 2301 h 3060"/>
                <a:gd name="T112" fmla="*/ 2042 w 2182"/>
                <a:gd name="T113" fmla="*/ 2687 h 306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182"/>
                <a:gd name="T172" fmla="*/ 0 h 3060"/>
                <a:gd name="T173" fmla="*/ 2182 w 2182"/>
                <a:gd name="T174" fmla="*/ 3060 h 306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182" h="3060">
                  <a:moveTo>
                    <a:pt x="2002" y="3053"/>
                  </a:moveTo>
                  <a:lnTo>
                    <a:pt x="1430" y="3053"/>
                  </a:lnTo>
                  <a:lnTo>
                    <a:pt x="1430" y="3007"/>
                  </a:lnTo>
                  <a:lnTo>
                    <a:pt x="1404" y="3033"/>
                  </a:lnTo>
                  <a:lnTo>
                    <a:pt x="1404" y="3053"/>
                  </a:lnTo>
                  <a:lnTo>
                    <a:pt x="825" y="3053"/>
                  </a:lnTo>
                  <a:lnTo>
                    <a:pt x="825" y="2987"/>
                  </a:lnTo>
                  <a:lnTo>
                    <a:pt x="838" y="2953"/>
                  </a:lnTo>
                  <a:lnTo>
                    <a:pt x="838" y="2920"/>
                  </a:lnTo>
                  <a:lnTo>
                    <a:pt x="838" y="2913"/>
                  </a:lnTo>
                  <a:lnTo>
                    <a:pt x="831" y="2900"/>
                  </a:lnTo>
                  <a:lnTo>
                    <a:pt x="831" y="2894"/>
                  </a:lnTo>
                  <a:lnTo>
                    <a:pt x="825" y="2880"/>
                  </a:lnTo>
                  <a:lnTo>
                    <a:pt x="831" y="2854"/>
                  </a:lnTo>
                  <a:lnTo>
                    <a:pt x="838" y="2827"/>
                  </a:lnTo>
                  <a:lnTo>
                    <a:pt x="845" y="2814"/>
                  </a:lnTo>
                  <a:lnTo>
                    <a:pt x="865" y="2780"/>
                  </a:lnTo>
                  <a:lnTo>
                    <a:pt x="878" y="2754"/>
                  </a:lnTo>
                  <a:lnTo>
                    <a:pt x="878" y="2714"/>
                  </a:lnTo>
                  <a:lnTo>
                    <a:pt x="885" y="2694"/>
                  </a:lnTo>
                  <a:lnTo>
                    <a:pt x="891" y="2661"/>
                  </a:lnTo>
                  <a:lnTo>
                    <a:pt x="911" y="2627"/>
                  </a:lnTo>
                  <a:lnTo>
                    <a:pt x="911" y="2601"/>
                  </a:lnTo>
                  <a:lnTo>
                    <a:pt x="911" y="2588"/>
                  </a:lnTo>
                  <a:lnTo>
                    <a:pt x="905" y="2568"/>
                  </a:lnTo>
                  <a:lnTo>
                    <a:pt x="885" y="2554"/>
                  </a:lnTo>
                  <a:lnTo>
                    <a:pt x="871" y="2541"/>
                  </a:lnTo>
                  <a:lnTo>
                    <a:pt x="858" y="2528"/>
                  </a:lnTo>
                  <a:lnTo>
                    <a:pt x="845" y="2508"/>
                  </a:lnTo>
                  <a:lnTo>
                    <a:pt x="845" y="2481"/>
                  </a:lnTo>
                  <a:lnTo>
                    <a:pt x="851" y="2448"/>
                  </a:lnTo>
                  <a:lnTo>
                    <a:pt x="865" y="2415"/>
                  </a:lnTo>
                  <a:lnTo>
                    <a:pt x="905" y="2348"/>
                  </a:lnTo>
                  <a:lnTo>
                    <a:pt x="931" y="2321"/>
                  </a:lnTo>
                  <a:lnTo>
                    <a:pt x="945" y="2315"/>
                  </a:lnTo>
                  <a:lnTo>
                    <a:pt x="978" y="2282"/>
                  </a:lnTo>
                  <a:lnTo>
                    <a:pt x="978" y="2202"/>
                  </a:lnTo>
                  <a:lnTo>
                    <a:pt x="958" y="2175"/>
                  </a:lnTo>
                  <a:lnTo>
                    <a:pt x="945" y="2155"/>
                  </a:lnTo>
                  <a:lnTo>
                    <a:pt x="945" y="2149"/>
                  </a:lnTo>
                  <a:lnTo>
                    <a:pt x="945" y="2142"/>
                  </a:lnTo>
                  <a:lnTo>
                    <a:pt x="958" y="2135"/>
                  </a:lnTo>
                  <a:lnTo>
                    <a:pt x="938" y="2109"/>
                  </a:lnTo>
                  <a:lnTo>
                    <a:pt x="911" y="2069"/>
                  </a:lnTo>
                  <a:lnTo>
                    <a:pt x="885" y="2022"/>
                  </a:lnTo>
                  <a:lnTo>
                    <a:pt x="858" y="1942"/>
                  </a:lnTo>
                  <a:lnTo>
                    <a:pt x="825" y="1843"/>
                  </a:lnTo>
                  <a:lnTo>
                    <a:pt x="792" y="1729"/>
                  </a:lnTo>
                  <a:lnTo>
                    <a:pt x="765" y="1849"/>
                  </a:lnTo>
                  <a:lnTo>
                    <a:pt x="745" y="1942"/>
                  </a:lnTo>
                  <a:lnTo>
                    <a:pt x="732" y="1976"/>
                  </a:lnTo>
                  <a:lnTo>
                    <a:pt x="725" y="1989"/>
                  </a:lnTo>
                  <a:lnTo>
                    <a:pt x="718" y="2022"/>
                  </a:lnTo>
                  <a:lnTo>
                    <a:pt x="712" y="2055"/>
                  </a:lnTo>
                  <a:lnTo>
                    <a:pt x="705" y="2069"/>
                  </a:lnTo>
                  <a:lnTo>
                    <a:pt x="698" y="2082"/>
                  </a:lnTo>
                  <a:lnTo>
                    <a:pt x="698" y="2089"/>
                  </a:lnTo>
                  <a:lnTo>
                    <a:pt x="705" y="2102"/>
                  </a:lnTo>
                  <a:lnTo>
                    <a:pt x="698" y="2115"/>
                  </a:lnTo>
                  <a:lnTo>
                    <a:pt x="685" y="2129"/>
                  </a:lnTo>
                  <a:lnTo>
                    <a:pt x="678" y="2155"/>
                  </a:lnTo>
                  <a:lnTo>
                    <a:pt x="678" y="2175"/>
                  </a:lnTo>
                  <a:lnTo>
                    <a:pt x="685" y="2188"/>
                  </a:lnTo>
                  <a:lnTo>
                    <a:pt x="685" y="2202"/>
                  </a:lnTo>
                  <a:lnTo>
                    <a:pt x="685" y="2215"/>
                  </a:lnTo>
                  <a:lnTo>
                    <a:pt x="672" y="2235"/>
                  </a:lnTo>
                  <a:lnTo>
                    <a:pt x="665" y="2248"/>
                  </a:lnTo>
                  <a:lnTo>
                    <a:pt x="652" y="2268"/>
                  </a:lnTo>
                  <a:lnTo>
                    <a:pt x="652" y="2301"/>
                  </a:lnTo>
                  <a:lnTo>
                    <a:pt x="652" y="2348"/>
                  </a:lnTo>
                  <a:lnTo>
                    <a:pt x="645" y="2381"/>
                  </a:lnTo>
                  <a:lnTo>
                    <a:pt x="645" y="2401"/>
                  </a:lnTo>
                  <a:lnTo>
                    <a:pt x="639" y="2408"/>
                  </a:lnTo>
                  <a:lnTo>
                    <a:pt x="632" y="2428"/>
                  </a:lnTo>
                  <a:lnTo>
                    <a:pt x="632" y="2454"/>
                  </a:lnTo>
                  <a:lnTo>
                    <a:pt x="625" y="2488"/>
                  </a:lnTo>
                  <a:lnTo>
                    <a:pt x="632" y="2534"/>
                  </a:lnTo>
                  <a:lnTo>
                    <a:pt x="625" y="2568"/>
                  </a:lnTo>
                  <a:lnTo>
                    <a:pt x="619" y="2581"/>
                  </a:lnTo>
                  <a:lnTo>
                    <a:pt x="612" y="2588"/>
                  </a:lnTo>
                  <a:lnTo>
                    <a:pt x="599" y="2588"/>
                  </a:lnTo>
                  <a:lnTo>
                    <a:pt x="592" y="2594"/>
                  </a:lnTo>
                  <a:lnTo>
                    <a:pt x="579" y="2621"/>
                  </a:lnTo>
                  <a:lnTo>
                    <a:pt x="565" y="2647"/>
                  </a:lnTo>
                  <a:lnTo>
                    <a:pt x="559" y="2681"/>
                  </a:lnTo>
                  <a:lnTo>
                    <a:pt x="552" y="2747"/>
                  </a:lnTo>
                  <a:lnTo>
                    <a:pt x="552" y="2780"/>
                  </a:lnTo>
                  <a:lnTo>
                    <a:pt x="559" y="2827"/>
                  </a:lnTo>
                  <a:lnTo>
                    <a:pt x="559" y="2867"/>
                  </a:lnTo>
                  <a:lnTo>
                    <a:pt x="552" y="2900"/>
                  </a:lnTo>
                  <a:lnTo>
                    <a:pt x="545" y="2927"/>
                  </a:lnTo>
                  <a:lnTo>
                    <a:pt x="545" y="2960"/>
                  </a:lnTo>
                  <a:lnTo>
                    <a:pt x="565" y="2993"/>
                  </a:lnTo>
                  <a:lnTo>
                    <a:pt x="579" y="3020"/>
                  </a:lnTo>
                  <a:lnTo>
                    <a:pt x="585" y="3027"/>
                  </a:lnTo>
                  <a:lnTo>
                    <a:pt x="605" y="3040"/>
                  </a:lnTo>
                  <a:lnTo>
                    <a:pt x="612" y="3046"/>
                  </a:lnTo>
                  <a:lnTo>
                    <a:pt x="612" y="3053"/>
                  </a:lnTo>
                  <a:lnTo>
                    <a:pt x="605" y="3060"/>
                  </a:lnTo>
                  <a:lnTo>
                    <a:pt x="572" y="3060"/>
                  </a:lnTo>
                  <a:lnTo>
                    <a:pt x="545" y="3060"/>
                  </a:lnTo>
                  <a:lnTo>
                    <a:pt x="525" y="3053"/>
                  </a:lnTo>
                  <a:lnTo>
                    <a:pt x="505" y="3027"/>
                  </a:lnTo>
                  <a:lnTo>
                    <a:pt x="492" y="2993"/>
                  </a:lnTo>
                  <a:lnTo>
                    <a:pt x="486" y="2973"/>
                  </a:lnTo>
                  <a:lnTo>
                    <a:pt x="472" y="2953"/>
                  </a:lnTo>
                  <a:lnTo>
                    <a:pt x="446" y="2940"/>
                  </a:lnTo>
                  <a:lnTo>
                    <a:pt x="412" y="2933"/>
                  </a:lnTo>
                  <a:lnTo>
                    <a:pt x="386" y="2933"/>
                  </a:lnTo>
                  <a:lnTo>
                    <a:pt x="359" y="2947"/>
                  </a:lnTo>
                  <a:lnTo>
                    <a:pt x="333" y="2960"/>
                  </a:lnTo>
                  <a:lnTo>
                    <a:pt x="306" y="2980"/>
                  </a:lnTo>
                  <a:lnTo>
                    <a:pt x="259" y="3013"/>
                  </a:lnTo>
                  <a:lnTo>
                    <a:pt x="206" y="3040"/>
                  </a:lnTo>
                  <a:lnTo>
                    <a:pt x="146" y="3060"/>
                  </a:lnTo>
                  <a:lnTo>
                    <a:pt x="80" y="3060"/>
                  </a:lnTo>
                  <a:lnTo>
                    <a:pt x="60" y="3060"/>
                  </a:lnTo>
                  <a:lnTo>
                    <a:pt x="13" y="3060"/>
                  </a:lnTo>
                  <a:lnTo>
                    <a:pt x="0" y="3046"/>
                  </a:lnTo>
                  <a:lnTo>
                    <a:pt x="27" y="3020"/>
                  </a:lnTo>
                  <a:lnTo>
                    <a:pt x="80" y="3007"/>
                  </a:lnTo>
                  <a:lnTo>
                    <a:pt x="140" y="2953"/>
                  </a:lnTo>
                  <a:lnTo>
                    <a:pt x="199" y="2894"/>
                  </a:lnTo>
                  <a:lnTo>
                    <a:pt x="299" y="2840"/>
                  </a:lnTo>
                  <a:lnTo>
                    <a:pt x="326" y="2820"/>
                  </a:lnTo>
                  <a:lnTo>
                    <a:pt x="339" y="2800"/>
                  </a:lnTo>
                  <a:lnTo>
                    <a:pt x="346" y="2780"/>
                  </a:lnTo>
                  <a:lnTo>
                    <a:pt x="352" y="2741"/>
                  </a:lnTo>
                  <a:lnTo>
                    <a:pt x="386" y="2581"/>
                  </a:lnTo>
                  <a:lnTo>
                    <a:pt x="372" y="2554"/>
                  </a:lnTo>
                  <a:lnTo>
                    <a:pt x="359" y="2514"/>
                  </a:lnTo>
                  <a:lnTo>
                    <a:pt x="352" y="2501"/>
                  </a:lnTo>
                  <a:lnTo>
                    <a:pt x="339" y="2468"/>
                  </a:lnTo>
                  <a:lnTo>
                    <a:pt x="339" y="2461"/>
                  </a:lnTo>
                  <a:lnTo>
                    <a:pt x="333" y="2435"/>
                  </a:lnTo>
                  <a:lnTo>
                    <a:pt x="326" y="2401"/>
                  </a:lnTo>
                  <a:lnTo>
                    <a:pt x="326" y="2395"/>
                  </a:lnTo>
                  <a:lnTo>
                    <a:pt x="319" y="2388"/>
                  </a:lnTo>
                  <a:lnTo>
                    <a:pt x="313" y="2375"/>
                  </a:lnTo>
                  <a:lnTo>
                    <a:pt x="306" y="2368"/>
                  </a:lnTo>
                  <a:lnTo>
                    <a:pt x="293" y="2301"/>
                  </a:lnTo>
                  <a:lnTo>
                    <a:pt x="293" y="2262"/>
                  </a:lnTo>
                  <a:lnTo>
                    <a:pt x="293" y="2242"/>
                  </a:lnTo>
                  <a:lnTo>
                    <a:pt x="299" y="2222"/>
                  </a:lnTo>
                  <a:lnTo>
                    <a:pt x="313" y="2188"/>
                  </a:lnTo>
                  <a:lnTo>
                    <a:pt x="319" y="2168"/>
                  </a:lnTo>
                  <a:lnTo>
                    <a:pt x="326" y="2149"/>
                  </a:lnTo>
                  <a:lnTo>
                    <a:pt x="319" y="2135"/>
                  </a:lnTo>
                  <a:lnTo>
                    <a:pt x="326" y="2122"/>
                  </a:lnTo>
                  <a:lnTo>
                    <a:pt x="339" y="2102"/>
                  </a:lnTo>
                  <a:lnTo>
                    <a:pt x="346" y="2095"/>
                  </a:lnTo>
                  <a:lnTo>
                    <a:pt x="339" y="2082"/>
                  </a:lnTo>
                  <a:lnTo>
                    <a:pt x="339" y="2049"/>
                  </a:lnTo>
                  <a:lnTo>
                    <a:pt x="333" y="1969"/>
                  </a:lnTo>
                  <a:lnTo>
                    <a:pt x="333" y="1882"/>
                  </a:lnTo>
                  <a:lnTo>
                    <a:pt x="339" y="1823"/>
                  </a:lnTo>
                  <a:lnTo>
                    <a:pt x="352" y="1763"/>
                  </a:lnTo>
                  <a:lnTo>
                    <a:pt x="386" y="1443"/>
                  </a:lnTo>
                  <a:lnTo>
                    <a:pt x="412" y="1237"/>
                  </a:lnTo>
                  <a:lnTo>
                    <a:pt x="426" y="1144"/>
                  </a:lnTo>
                  <a:lnTo>
                    <a:pt x="432" y="1111"/>
                  </a:lnTo>
                  <a:lnTo>
                    <a:pt x="446" y="1058"/>
                  </a:lnTo>
                  <a:lnTo>
                    <a:pt x="472" y="991"/>
                  </a:lnTo>
                  <a:lnTo>
                    <a:pt x="486" y="965"/>
                  </a:lnTo>
                  <a:lnTo>
                    <a:pt x="505" y="938"/>
                  </a:lnTo>
                  <a:lnTo>
                    <a:pt x="552" y="898"/>
                  </a:lnTo>
                  <a:lnTo>
                    <a:pt x="599" y="865"/>
                  </a:lnTo>
                  <a:lnTo>
                    <a:pt x="645" y="838"/>
                  </a:lnTo>
                  <a:lnTo>
                    <a:pt x="692" y="812"/>
                  </a:lnTo>
                  <a:lnTo>
                    <a:pt x="752" y="778"/>
                  </a:lnTo>
                  <a:lnTo>
                    <a:pt x="772" y="765"/>
                  </a:lnTo>
                  <a:lnTo>
                    <a:pt x="792" y="758"/>
                  </a:lnTo>
                  <a:lnTo>
                    <a:pt x="818" y="745"/>
                  </a:lnTo>
                  <a:lnTo>
                    <a:pt x="878" y="732"/>
                  </a:lnTo>
                  <a:lnTo>
                    <a:pt x="945" y="712"/>
                  </a:lnTo>
                  <a:lnTo>
                    <a:pt x="964" y="712"/>
                  </a:lnTo>
                  <a:lnTo>
                    <a:pt x="984" y="698"/>
                  </a:lnTo>
                  <a:lnTo>
                    <a:pt x="1018" y="672"/>
                  </a:lnTo>
                  <a:lnTo>
                    <a:pt x="1024" y="639"/>
                  </a:lnTo>
                  <a:lnTo>
                    <a:pt x="1038" y="592"/>
                  </a:lnTo>
                  <a:lnTo>
                    <a:pt x="1031" y="579"/>
                  </a:lnTo>
                  <a:lnTo>
                    <a:pt x="1011" y="565"/>
                  </a:lnTo>
                  <a:lnTo>
                    <a:pt x="998" y="545"/>
                  </a:lnTo>
                  <a:lnTo>
                    <a:pt x="991" y="532"/>
                  </a:lnTo>
                  <a:lnTo>
                    <a:pt x="991" y="486"/>
                  </a:lnTo>
                  <a:lnTo>
                    <a:pt x="978" y="439"/>
                  </a:lnTo>
                  <a:lnTo>
                    <a:pt x="945" y="353"/>
                  </a:lnTo>
                  <a:lnTo>
                    <a:pt x="938" y="326"/>
                  </a:lnTo>
                  <a:lnTo>
                    <a:pt x="938" y="306"/>
                  </a:lnTo>
                  <a:lnTo>
                    <a:pt x="938" y="273"/>
                  </a:lnTo>
                  <a:lnTo>
                    <a:pt x="951" y="193"/>
                  </a:lnTo>
                  <a:lnTo>
                    <a:pt x="964" y="153"/>
                  </a:lnTo>
                  <a:lnTo>
                    <a:pt x="998" y="113"/>
                  </a:lnTo>
                  <a:lnTo>
                    <a:pt x="1024" y="86"/>
                  </a:lnTo>
                  <a:lnTo>
                    <a:pt x="1058" y="67"/>
                  </a:lnTo>
                  <a:lnTo>
                    <a:pt x="1084" y="40"/>
                  </a:lnTo>
                  <a:lnTo>
                    <a:pt x="1117" y="20"/>
                  </a:lnTo>
                  <a:lnTo>
                    <a:pt x="1151" y="7"/>
                  </a:lnTo>
                  <a:lnTo>
                    <a:pt x="1197" y="0"/>
                  </a:lnTo>
                  <a:lnTo>
                    <a:pt x="1277" y="0"/>
                  </a:lnTo>
                  <a:lnTo>
                    <a:pt x="1330" y="7"/>
                  </a:lnTo>
                  <a:lnTo>
                    <a:pt x="1344" y="13"/>
                  </a:lnTo>
                  <a:lnTo>
                    <a:pt x="1350" y="20"/>
                  </a:lnTo>
                  <a:lnTo>
                    <a:pt x="1357" y="27"/>
                  </a:lnTo>
                  <a:lnTo>
                    <a:pt x="1364" y="20"/>
                  </a:lnTo>
                  <a:lnTo>
                    <a:pt x="1377" y="7"/>
                  </a:lnTo>
                  <a:lnTo>
                    <a:pt x="1384" y="7"/>
                  </a:lnTo>
                  <a:lnTo>
                    <a:pt x="1384" y="13"/>
                  </a:lnTo>
                  <a:lnTo>
                    <a:pt x="1390" y="33"/>
                  </a:lnTo>
                  <a:lnTo>
                    <a:pt x="1404" y="7"/>
                  </a:lnTo>
                  <a:lnTo>
                    <a:pt x="1417" y="20"/>
                  </a:lnTo>
                  <a:lnTo>
                    <a:pt x="1430" y="13"/>
                  </a:lnTo>
                  <a:lnTo>
                    <a:pt x="1450" y="13"/>
                  </a:lnTo>
                  <a:lnTo>
                    <a:pt x="1457" y="13"/>
                  </a:lnTo>
                  <a:lnTo>
                    <a:pt x="1463" y="27"/>
                  </a:lnTo>
                  <a:lnTo>
                    <a:pt x="1463" y="100"/>
                  </a:lnTo>
                  <a:lnTo>
                    <a:pt x="1470" y="146"/>
                  </a:lnTo>
                  <a:lnTo>
                    <a:pt x="1477" y="166"/>
                  </a:lnTo>
                  <a:lnTo>
                    <a:pt x="1490" y="180"/>
                  </a:lnTo>
                  <a:lnTo>
                    <a:pt x="1510" y="206"/>
                  </a:lnTo>
                  <a:lnTo>
                    <a:pt x="1523" y="253"/>
                  </a:lnTo>
                  <a:lnTo>
                    <a:pt x="1530" y="286"/>
                  </a:lnTo>
                  <a:lnTo>
                    <a:pt x="1537" y="326"/>
                  </a:lnTo>
                  <a:lnTo>
                    <a:pt x="1537" y="359"/>
                  </a:lnTo>
                  <a:lnTo>
                    <a:pt x="1543" y="372"/>
                  </a:lnTo>
                  <a:lnTo>
                    <a:pt x="1537" y="386"/>
                  </a:lnTo>
                  <a:lnTo>
                    <a:pt x="1523" y="399"/>
                  </a:lnTo>
                  <a:lnTo>
                    <a:pt x="1517" y="426"/>
                  </a:lnTo>
                  <a:lnTo>
                    <a:pt x="1523" y="452"/>
                  </a:lnTo>
                  <a:lnTo>
                    <a:pt x="1537" y="472"/>
                  </a:lnTo>
                  <a:lnTo>
                    <a:pt x="1537" y="479"/>
                  </a:lnTo>
                  <a:lnTo>
                    <a:pt x="1537" y="506"/>
                  </a:lnTo>
                  <a:lnTo>
                    <a:pt x="1530" y="539"/>
                  </a:lnTo>
                  <a:lnTo>
                    <a:pt x="1510" y="585"/>
                  </a:lnTo>
                  <a:lnTo>
                    <a:pt x="1497" y="632"/>
                  </a:lnTo>
                  <a:lnTo>
                    <a:pt x="1490" y="652"/>
                  </a:lnTo>
                  <a:lnTo>
                    <a:pt x="1490" y="665"/>
                  </a:lnTo>
                  <a:lnTo>
                    <a:pt x="1490" y="672"/>
                  </a:lnTo>
                  <a:lnTo>
                    <a:pt x="1490" y="698"/>
                  </a:lnTo>
                  <a:lnTo>
                    <a:pt x="1510" y="698"/>
                  </a:lnTo>
                  <a:lnTo>
                    <a:pt x="1523" y="698"/>
                  </a:lnTo>
                  <a:lnTo>
                    <a:pt x="1537" y="705"/>
                  </a:lnTo>
                  <a:lnTo>
                    <a:pt x="1557" y="712"/>
                  </a:lnTo>
                  <a:lnTo>
                    <a:pt x="1570" y="718"/>
                  </a:lnTo>
                  <a:lnTo>
                    <a:pt x="1610" y="718"/>
                  </a:lnTo>
                  <a:lnTo>
                    <a:pt x="1623" y="725"/>
                  </a:lnTo>
                  <a:lnTo>
                    <a:pt x="1663" y="745"/>
                  </a:lnTo>
                  <a:lnTo>
                    <a:pt x="1676" y="758"/>
                  </a:lnTo>
                  <a:lnTo>
                    <a:pt x="1690" y="765"/>
                  </a:lnTo>
                  <a:lnTo>
                    <a:pt x="1716" y="765"/>
                  </a:lnTo>
                  <a:lnTo>
                    <a:pt x="1736" y="778"/>
                  </a:lnTo>
                  <a:lnTo>
                    <a:pt x="1783" y="805"/>
                  </a:lnTo>
                  <a:lnTo>
                    <a:pt x="1816" y="831"/>
                  </a:lnTo>
                  <a:lnTo>
                    <a:pt x="1829" y="845"/>
                  </a:lnTo>
                  <a:lnTo>
                    <a:pt x="1836" y="851"/>
                  </a:lnTo>
                  <a:lnTo>
                    <a:pt x="1843" y="871"/>
                  </a:lnTo>
                  <a:lnTo>
                    <a:pt x="1856" y="878"/>
                  </a:lnTo>
                  <a:lnTo>
                    <a:pt x="1876" y="891"/>
                  </a:lnTo>
                  <a:lnTo>
                    <a:pt x="1909" y="931"/>
                  </a:lnTo>
                  <a:lnTo>
                    <a:pt x="1936" y="958"/>
                  </a:lnTo>
                  <a:lnTo>
                    <a:pt x="1942" y="984"/>
                  </a:lnTo>
                  <a:lnTo>
                    <a:pt x="1956" y="1011"/>
                  </a:lnTo>
                  <a:lnTo>
                    <a:pt x="1976" y="1051"/>
                  </a:lnTo>
                  <a:lnTo>
                    <a:pt x="1989" y="1091"/>
                  </a:lnTo>
                  <a:lnTo>
                    <a:pt x="2002" y="1131"/>
                  </a:lnTo>
                  <a:lnTo>
                    <a:pt x="2009" y="1164"/>
                  </a:lnTo>
                  <a:lnTo>
                    <a:pt x="2022" y="1204"/>
                  </a:lnTo>
                  <a:lnTo>
                    <a:pt x="2035" y="1257"/>
                  </a:lnTo>
                  <a:lnTo>
                    <a:pt x="2049" y="1277"/>
                  </a:lnTo>
                  <a:lnTo>
                    <a:pt x="2069" y="1304"/>
                  </a:lnTo>
                  <a:lnTo>
                    <a:pt x="2089" y="1337"/>
                  </a:lnTo>
                  <a:lnTo>
                    <a:pt x="2095" y="1357"/>
                  </a:lnTo>
                  <a:lnTo>
                    <a:pt x="2109" y="1397"/>
                  </a:lnTo>
                  <a:lnTo>
                    <a:pt x="2122" y="1423"/>
                  </a:lnTo>
                  <a:lnTo>
                    <a:pt x="2135" y="1457"/>
                  </a:lnTo>
                  <a:lnTo>
                    <a:pt x="2142" y="1477"/>
                  </a:lnTo>
                  <a:lnTo>
                    <a:pt x="2169" y="1576"/>
                  </a:lnTo>
                  <a:lnTo>
                    <a:pt x="2169" y="1603"/>
                  </a:lnTo>
                  <a:lnTo>
                    <a:pt x="2175" y="1656"/>
                  </a:lnTo>
                  <a:lnTo>
                    <a:pt x="2169" y="1716"/>
                  </a:lnTo>
                  <a:lnTo>
                    <a:pt x="2169" y="1736"/>
                  </a:lnTo>
                  <a:lnTo>
                    <a:pt x="2175" y="1749"/>
                  </a:lnTo>
                  <a:lnTo>
                    <a:pt x="2182" y="1769"/>
                  </a:lnTo>
                  <a:lnTo>
                    <a:pt x="2182" y="1796"/>
                  </a:lnTo>
                  <a:lnTo>
                    <a:pt x="2182" y="1916"/>
                  </a:lnTo>
                  <a:lnTo>
                    <a:pt x="2169" y="1976"/>
                  </a:lnTo>
                  <a:lnTo>
                    <a:pt x="2149" y="2022"/>
                  </a:lnTo>
                  <a:lnTo>
                    <a:pt x="2135" y="2042"/>
                  </a:lnTo>
                  <a:lnTo>
                    <a:pt x="2122" y="2062"/>
                  </a:lnTo>
                  <a:lnTo>
                    <a:pt x="2109" y="2075"/>
                  </a:lnTo>
                  <a:lnTo>
                    <a:pt x="2102" y="2095"/>
                  </a:lnTo>
                  <a:lnTo>
                    <a:pt x="2102" y="2129"/>
                  </a:lnTo>
                  <a:lnTo>
                    <a:pt x="2109" y="2182"/>
                  </a:lnTo>
                  <a:lnTo>
                    <a:pt x="2109" y="2195"/>
                  </a:lnTo>
                  <a:lnTo>
                    <a:pt x="2102" y="2208"/>
                  </a:lnTo>
                  <a:lnTo>
                    <a:pt x="2095" y="2222"/>
                  </a:lnTo>
                  <a:lnTo>
                    <a:pt x="2089" y="2242"/>
                  </a:lnTo>
                  <a:lnTo>
                    <a:pt x="2089" y="2262"/>
                  </a:lnTo>
                  <a:lnTo>
                    <a:pt x="2075" y="2282"/>
                  </a:lnTo>
                  <a:lnTo>
                    <a:pt x="2069" y="2301"/>
                  </a:lnTo>
                  <a:lnTo>
                    <a:pt x="2055" y="2295"/>
                  </a:lnTo>
                  <a:lnTo>
                    <a:pt x="2042" y="2395"/>
                  </a:lnTo>
                  <a:lnTo>
                    <a:pt x="2035" y="2474"/>
                  </a:lnTo>
                  <a:lnTo>
                    <a:pt x="2035" y="2528"/>
                  </a:lnTo>
                  <a:lnTo>
                    <a:pt x="2042" y="2687"/>
                  </a:lnTo>
                  <a:lnTo>
                    <a:pt x="2022" y="2900"/>
                  </a:lnTo>
                  <a:lnTo>
                    <a:pt x="2002" y="30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5" name="Freeform 5169"/>
            <p:cNvSpPr>
              <a:spLocks/>
            </p:cNvSpPr>
            <p:nvPr/>
          </p:nvSpPr>
          <p:spPr bwMode="auto">
            <a:xfrm>
              <a:off x="3389313" y="2132013"/>
              <a:ext cx="306387" cy="2428875"/>
            </a:xfrm>
            <a:custGeom>
              <a:avLst/>
              <a:gdLst>
                <a:gd name="T0" fmla="*/ 40 w 193"/>
                <a:gd name="T1" fmla="*/ 0 h 1530"/>
                <a:gd name="T2" fmla="*/ 7 w 193"/>
                <a:gd name="T3" fmla="*/ 80 h 1530"/>
                <a:gd name="T4" fmla="*/ 7 w 193"/>
                <a:gd name="T5" fmla="*/ 80 h 1530"/>
                <a:gd name="T6" fmla="*/ 14 w 193"/>
                <a:gd name="T7" fmla="*/ 87 h 1530"/>
                <a:gd name="T8" fmla="*/ 27 w 193"/>
                <a:gd name="T9" fmla="*/ 107 h 1530"/>
                <a:gd name="T10" fmla="*/ 34 w 193"/>
                <a:gd name="T11" fmla="*/ 140 h 1530"/>
                <a:gd name="T12" fmla="*/ 34 w 193"/>
                <a:gd name="T13" fmla="*/ 160 h 1530"/>
                <a:gd name="T14" fmla="*/ 27 w 193"/>
                <a:gd name="T15" fmla="*/ 180 h 1530"/>
                <a:gd name="T16" fmla="*/ 27 w 193"/>
                <a:gd name="T17" fmla="*/ 180 h 1530"/>
                <a:gd name="T18" fmla="*/ 7 w 193"/>
                <a:gd name="T19" fmla="*/ 226 h 1530"/>
                <a:gd name="T20" fmla="*/ 0 w 193"/>
                <a:gd name="T21" fmla="*/ 266 h 1530"/>
                <a:gd name="T22" fmla="*/ 0 w 193"/>
                <a:gd name="T23" fmla="*/ 346 h 1530"/>
                <a:gd name="T24" fmla="*/ 0 w 193"/>
                <a:gd name="T25" fmla="*/ 346 h 1530"/>
                <a:gd name="T26" fmla="*/ 0 w 193"/>
                <a:gd name="T27" fmla="*/ 1417 h 1530"/>
                <a:gd name="T28" fmla="*/ 100 w 193"/>
                <a:gd name="T29" fmla="*/ 1524 h 1530"/>
                <a:gd name="T30" fmla="*/ 100 w 193"/>
                <a:gd name="T31" fmla="*/ 1524 h 1530"/>
                <a:gd name="T32" fmla="*/ 107 w 193"/>
                <a:gd name="T33" fmla="*/ 1530 h 1530"/>
                <a:gd name="T34" fmla="*/ 120 w 193"/>
                <a:gd name="T35" fmla="*/ 1524 h 1530"/>
                <a:gd name="T36" fmla="*/ 140 w 193"/>
                <a:gd name="T37" fmla="*/ 1510 h 1530"/>
                <a:gd name="T38" fmla="*/ 140 w 193"/>
                <a:gd name="T39" fmla="*/ 1510 h 1530"/>
                <a:gd name="T40" fmla="*/ 187 w 193"/>
                <a:gd name="T41" fmla="*/ 1444 h 1530"/>
                <a:gd name="T42" fmla="*/ 187 w 193"/>
                <a:gd name="T43" fmla="*/ 1444 h 1530"/>
                <a:gd name="T44" fmla="*/ 193 w 193"/>
                <a:gd name="T45" fmla="*/ 1424 h 1530"/>
                <a:gd name="T46" fmla="*/ 187 w 193"/>
                <a:gd name="T47" fmla="*/ 1324 h 1530"/>
                <a:gd name="T48" fmla="*/ 187 w 193"/>
                <a:gd name="T49" fmla="*/ 1324 h 1530"/>
                <a:gd name="T50" fmla="*/ 140 w 193"/>
                <a:gd name="T51" fmla="*/ 253 h 1530"/>
                <a:gd name="T52" fmla="*/ 140 w 193"/>
                <a:gd name="T53" fmla="*/ 253 h 1530"/>
                <a:gd name="T54" fmla="*/ 133 w 193"/>
                <a:gd name="T55" fmla="*/ 233 h 1530"/>
                <a:gd name="T56" fmla="*/ 120 w 193"/>
                <a:gd name="T57" fmla="*/ 200 h 1530"/>
                <a:gd name="T58" fmla="*/ 120 w 193"/>
                <a:gd name="T59" fmla="*/ 200 h 1530"/>
                <a:gd name="T60" fmla="*/ 100 w 193"/>
                <a:gd name="T61" fmla="*/ 180 h 1530"/>
                <a:gd name="T62" fmla="*/ 93 w 193"/>
                <a:gd name="T63" fmla="*/ 173 h 1530"/>
                <a:gd name="T64" fmla="*/ 87 w 193"/>
                <a:gd name="T65" fmla="*/ 160 h 1530"/>
                <a:gd name="T66" fmla="*/ 87 w 193"/>
                <a:gd name="T67" fmla="*/ 160 h 1530"/>
                <a:gd name="T68" fmla="*/ 87 w 193"/>
                <a:gd name="T69" fmla="*/ 113 h 1530"/>
                <a:gd name="T70" fmla="*/ 93 w 193"/>
                <a:gd name="T71" fmla="*/ 80 h 1530"/>
                <a:gd name="T72" fmla="*/ 93 w 193"/>
                <a:gd name="T73" fmla="*/ 80 h 1530"/>
                <a:gd name="T74" fmla="*/ 93 w 193"/>
                <a:gd name="T75" fmla="*/ 80 h 1530"/>
                <a:gd name="T76" fmla="*/ 80 w 193"/>
                <a:gd name="T77" fmla="*/ 54 h 1530"/>
                <a:gd name="T78" fmla="*/ 80 w 193"/>
                <a:gd name="T79" fmla="*/ 54 h 1530"/>
                <a:gd name="T80" fmla="*/ 47 w 193"/>
                <a:gd name="T81" fmla="*/ 14 h 1530"/>
                <a:gd name="T82" fmla="*/ 40 w 193"/>
                <a:gd name="T83" fmla="*/ 0 h 15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93"/>
                <a:gd name="T127" fmla="*/ 0 h 1530"/>
                <a:gd name="T128" fmla="*/ 193 w 193"/>
                <a:gd name="T129" fmla="*/ 1530 h 15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93" h="1530">
                  <a:moveTo>
                    <a:pt x="40" y="0"/>
                  </a:moveTo>
                  <a:lnTo>
                    <a:pt x="7" y="80"/>
                  </a:lnTo>
                  <a:lnTo>
                    <a:pt x="14" y="87"/>
                  </a:lnTo>
                  <a:lnTo>
                    <a:pt x="27" y="107"/>
                  </a:lnTo>
                  <a:lnTo>
                    <a:pt x="34" y="140"/>
                  </a:lnTo>
                  <a:lnTo>
                    <a:pt x="34" y="160"/>
                  </a:lnTo>
                  <a:lnTo>
                    <a:pt x="27" y="180"/>
                  </a:lnTo>
                  <a:lnTo>
                    <a:pt x="7" y="226"/>
                  </a:lnTo>
                  <a:lnTo>
                    <a:pt x="0" y="266"/>
                  </a:lnTo>
                  <a:lnTo>
                    <a:pt x="0" y="346"/>
                  </a:lnTo>
                  <a:lnTo>
                    <a:pt x="0" y="1417"/>
                  </a:lnTo>
                  <a:lnTo>
                    <a:pt x="100" y="1524"/>
                  </a:lnTo>
                  <a:lnTo>
                    <a:pt x="107" y="1530"/>
                  </a:lnTo>
                  <a:lnTo>
                    <a:pt x="120" y="1524"/>
                  </a:lnTo>
                  <a:lnTo>
                    <a:pt x="140" y="1510"/>
                  </a:lnTo>
                  <a:lnTo>
                    <a:pt x="187" y="1444"/>
                  </a:lnTo>
                  <a:lnTo>
                    <a:pt x="193" y="1424"/>
                  </a:lnTo>
                  <a:lnTo>
                    <a:pt x="187" y="1324"/>
                  </a:lnTo>
                  <a:lnTo>
                    <a:pt x="140" y="253"/>
                  </a:lnTo>
                  <a:lnTo>
                    <a:pt x="133" y="233"/>
                  </a:lnTo>
                  <a:lnTo>
                    <a:pt x="120" y="200"/>
                  </a:lnTo>
                  <a:lnTo>
                    <a:pt x="100" y="180"/>
                  </a:lnTo>
                  <a:lnTo>
                    <a:pt x="93" y="173"/>
                  </a:lnTo>
                  <a:lnTo>
                    <a:pt x="87" y="160"/>
                  </a:lnTo>
                  <a:lnTo>
                    <a:pt x="87" y="113"/>
                  </a:lnTo>
                  <a:lnTo>
                    <a:pt x="93" y="80"/>
                  </a:lnTo>
                  <a:lnTo>
                    <a:pt x="80" y="54"/>
                  </a:lnTo>
                  <a:lnTo>
                    <a:pt x="47" y="14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6" name="Rectangle 5170"/>
            <p:cNvSpPr>
              <a:spLocks noChangeArrowheads="1"/>
            </p:cNvSpPr>
            <p:nvPr/>
          </p:nvSpPr>
          <p:spPr bwMode="auto">
            <a:xfrm>
              <a:off x="1266825" y="5764213"/>
              <a:ext cx="5797550" cy="349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7" name="Freeform 5171"/>
            <p:cNvSpPr>
              <a:spLocks/>
            </p:cNvSpPr>
            <p:nvPr/>
          </p:nvSpPr>
          <p:spPr bwMode="auto">
            <a:xfrm>
              <a:off x="5459413" y="4962526"/>
              <a:ext cx="476250" cy="801688"/>
            </a:xfrm>
            <a:custGeom>
              <a:avLst/>
              <a:gdLst>
                <a:gd name="T0" fmla="*/ 240 w 300"/>
                <a:gd name="T1" fmla="*/ 505 h 505"/>
                <a:gd name="T2" fmla="*/ 0 w 300"/>
                <a:gd name="T3" fmla="*/ 505 h 505"/>
                <a:gd name="T4" fmla="*/ 87 w 300"/>
                <a:gd name="T5" fmla="*/ 0 h 505"/>
                <a:gd name="T6" fmla="*/ 300 w 300"/>
                <a:gd name="T7" fmla="*/ 0 h 505"/>
                <a:gd name="T8" fmla="*/ 240 w 300"/>
                <a:gd name="T9" fmla="*/ 505 h 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505"/>
                <a:gd name="T17" fmla="*/ 300 w 300"/>
                <a:gd name="T18" fmla="*/ 505 h 5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505">
                  <a:moveTo>
                    <a:pt x="240" y="505"/>
                  </a:moveTo>
                  <a:lnTo>
                    <a:pt x="0" y="505"/>
                  </a:lnTo>
                  <a:lnTo>
                    <a:pt x="87" y="0"/>
                  </a:lnTo>
                  <a:lnTo>
                    <a:pt x="300" y="0"/>
                  </a:lnTo>
                  <a:lnTo>
                    <a:pt x="240" y="5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8" name="Freeform 5172"/>
            <p:cNvSpPr>
              <a:spLocks/>
            </p:cNvSpPr>
            <p:nvPr/>
          </p:nvSpPr>
          <p:spPr bwMode="auto">
            <a:xfrm>
              <a:off x="4994275" y="3811588"/>
              <a:ext cx="1763712" cy="1836738"/>
            </a:xfrm>
            <a:custGeom>
              <a:avLst/>
              <a:gdLst>
                <a:gd name="T0" fmla="*/ 1111 w 1111"/>
                <a:gd name="T1" fmla="*/ 40 h 1157"/>
                <a:gd name="T2" fmla="*/ 1052 w 1111"/>
                <a:gd name="T3" fmla="*/ 13 h 1157"/>
                <a:gd name="T4" fmla="*/ 153 w 1111"/>
                <a:gd name="T5" fmla="*/ 0 h 1157"/>
                <a:gd name="T6" fmla="*/ 153 w 1111"/>
                <a:gd name="T7" fmla="*/ 0 h 1157"/>
                <a:gd name="T8" fmla="*/ 94 w 1111"/>
                <a:gd name="T9" fmla="*/ 0 h 1157"/>
                <a:gd name="T10" fmla="*/ 0 w 1111"/>
                <a:gd name="T11" fmla="*/ 758 h 1157"/>
                <a:gd name="T12" fmla="*/ 899 w 1111"/>
                <a:gd name="T13" fmla="*/ 1157 h 1157"/>
                <a:gd name="T14" fmla="*/ 958 w 1111"/>
                <a:gd name="T15" fmla="*/ 1157 h 1157"/>
                <a:gd name="T16" fmla="*/ 1111 w 1111"/>
                <a:gd name="T17" fmla="*/ 40 h 1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11"/>
                <a:gd name="T28" fmla="*/ 0 h 1157"/>
                <a:gd name="T29" fmla="*/ 1111 w 1111"/>
                <a:gd name="T30" fmla="*/ 1157 h 1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11" h="1157">
                  <a:moveTo>
                    <a:pt x="1111" y="40"/>
                  </a:moveTo>
                  <a:lnTo>
                    <a:pt x="1052" y="13"/>
                  </a:lnTo>
                  <a:lnTo>
                    <a:pt x="153" y="0"/>
                  </a:lnTo>
                  <a:lnTo>
                    <a:pt x="94" y="0"/>
                  </a:lnTo>
                  <a:lnTo>
                    <a:pt x="0" y="758"/>
                  </a:lnTo>
                  <a:lnTo>
                    <a:pt x="899" y="1157"/>
                  </a:lnTo>
                  <a:lnTo>
                    <a:pt x="958" y="1157"/>
                  </a:lnTo>
                  <a:lnTo>
                    <a:pt x="111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89" name="Freeform 5173"/>
            <p:cNvSpPr>
              <a:spLocks/>
            </p:cNvSpPr>
            <p:nvPr/>
          </p:nvSpPr>
          <p:spPr bwMode="auto">
            <a:xfrm>
              <a:off x="5111750" y="3938588"/>
              <a:ext cx="1339850" cy="1435100"/>
            </a:xfrm>
            <a:custGeom>
              <a:avLst/>
              <a:gdLst>
                <a:gd name="T0" fmla="*/ 725 w 844"/>
                <a:gd name="T1" fmla="*/ 904 h 904"/>
                <a:gd name="T2" fmla="*/ 0 w 844"/>
                <a:gd name="T3" fmla="*/ 625 h 904"/>
                <a:gd name="T4" fmla="*/ 79 w 844"/>
                <a:gd name="T5" fmla="*/ 0 h 904"/>
                <a:gd name="T6" fmla="*/ 844 w 844"/>
                <a:gd name="T7" fmla="*/ 46 h 904"/>
                <a:gd name="T8" fmla="*/ 725 w 844"/>
                <a:gd name="T9" fmla="*/ 904 h 9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4"/>
                <a:gd name="T16" fmla="*/ 0 h 904"/>
                <a:gd name="T17" fmla="*/ 844 w 844"/>
                <a:gd name="T18" fmla="*/ 904 h 9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4" h="904">
                  <a:moveTo>
                    <a:pt x="725" y="904"/>
                  </a:moveTo>
                  <a:lnTo>
                    <a:pt x="0" y="625"/>
                  </a:lnTo>
                  <a:lnTo>
                    <a:pt x="79" y="0"/>
                  </a:lnTo>
                  <a:lnTo>
                    <a:pt x="844" y="46"/>
                  </a:lnTo>
                  <a:lnTo>
                    <a:pt x="725" y="9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90" name="Freeform 5174"/>
            <p:cNvSpPr>
              <a:spLocks/>
            </p:cNvSpPr>
            <p:nvPr/>
          </p:nvSpPr>
          <p:spPr bwMode="auto">
            <a:xfrm>
              <a:off x="4932363" y="5564188"/>
              <a:ext cx="1530350" cy="422275"/>
            </a:xfrm>
            <a:custGeom>
              <a:avLst/>
              <a:gdLst>
                <a:gd name="T0" fmla="*/ 957 w 964"/>
                <a:gd name="T1" fmla="*/ 266 h 266"/>
                <a:gd name="T2" fmla="*/ 957 w 964"/>
                <a:gd name="T3" fmla="*/ 266 h 266"/>
                <a:gd name="T4" fmla="*/ 964 w 964"/>
                <a:gd name="T5" fmla="*/ 246 h 266"/>
                <a:gd name="T6" fmla="*/ 964 w 964"/>
                <a:gd name="T7" fmla="*/ 226 h 266"/>
                <a:gd name="T8" fmla="*/ 964 w 964"/>
                <a:gd name="T9" fmla="*/ 226 h 266"/>
                <a:gd name="T10" fmla="*/ 964 w 964"/>
                <a:gd name="T11" fmla="*/ 200 h 266"/>
                <a:gd name="T12" fmla="*/ 951 w 964"/>
                <a:gd name="T13" fmla="*/ 180 h 266"/>
                <a:gd name="T14" fmla="*/ 944 w 964"/>
                <a:gd name="T15" fmla="*/ 160 h 266"/>
                <a:gd name="T16" fmla="*/ 924 w 964"/>
                <a:gd name="T17" fmla="*/ 140 h 266"/>
                <a:gd name="T18" fmla="*/ 884 w 964"/>
                <a:gd name="T19" fmla="*/ 100 h 266"/>
                <a:gd name="T20" fmla="*/ 824 w 964"/>
                <a:gd name="T21" fmla="*/ 67 h 266"/>
                <a:gd name="T22" fmla="*/ 751 w 964"/>
                <a:gd name="T23" fmla="*/ 40 h 266"/>
                <a:gd name="T24" fmla="*/ 671 w 964"/>
                <a:gd name="T25" fmla="*/ 20 h 266"/>
                <a:gd name="T26" fmla="*/ 578 w 964"/>
                <a:gd name="T27" fmla="*/ 7 h 266"/>
                <a:gd name="T28" fmla="*/ 479 w 964"/>
                <a:gd name="T29" fmla="*/ 0 h 266"/>
                <a:gd name="T30" fmla="*/ 479 w 964"/>
                <a:gd name="T31" fmla="*/ 0 h 266"/>
                <a:gd name="T32" fmla="*/ 385 w 964"/>
                <a:gd name="T33" fmla="*/ 7 h 266"/>
                <a:gd name="T34" fmla="*/ 292 w 964"/>
                <a:gd name="T35" fmla="*/ 20 h 266"/>
                <a:gd name="T36" fmla="*/ 212 w 964"/>
                <a:gd name="T37" fmla="*/ 40 h 266"/>
                <a:gd name="T38" fmla="*/ 139 w 964"/>
                <a:gd name="T39" fmla="*/ 67 h 266"/>
                <a:gd name="T40" fmla="*/ 79 w 964"/>
                <a:gd name="T41" fmla="*/ 100 h 266"/>
                <a:gd name="T42" fmla="*/ 39 w 964"/>
                <a:gd name="T43" fmla="*/ 140 h 266"/>
                <a:gd name="T44" fmla="*/ 20 w 964"/>
                <a:gd name="T45" fmla="*/ 160 h 266"/>
                <a:gd name="T46" fmla="*/ 6 w 964"/>
                <a:gd name="T47" fmla="*/ 180 h 266"/>
                <a:gd name="T48" fmla="*/ 0 w 964"/>
                <a:gd name="T49" fmla="*/ 200 h 266"/>
                <a:gd name="T50" fmla="*/ 0 w 964"/>
                <a:gd name="T51" fmla="*/ 226 h 266"/>
                <a:gd name="T52" fmla="*/ 0 w 964"/>
                <a:gd name="T53" fmla="*/ 226 h 266"/>
                <a:gd name="T54" fmla="*/ 0 w 964"/>
                <a:gd name="T55" fmla="*/ 246 h 266"/>
                <a:gd name="T56" fmla="*/ 6 w 964"/>
                <a:gd name="T57" fmla="*/ 266 h 266"/>
                <a:gd name="T58" fmla="*/ 957 w 964"/>
                <a:gd name="T59" fmla="*/ 266 h 26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964"/>
                <a:gd name="T91" fmla="*/ 0 h 266"/>
                <a:gd name="T92" fmla="*/ 964 w 964"/>
                <a:gd name="T93" fmla="*/ 266 h 26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964" h="266">
                  <a:moveTo>
                    <a:pt x="957" y="266"/>
                  </a:moveTo>
                  <a:lnTo>
                    <a:pt x="957" y="266"/>
                  </a:lnTo>
                  <a:lnTo>
                    <a:pt x="964" y="246"/>
                  </a:lnTo>
                  <a:lnTo>
                    <a:pt x="964" y="226"/>
                  </a:lnTo>
                  <a:lnTo>
                    <a:pt x="964" y="200"/>
                  </a:lnTo>
                  <a:lnTo>
                    <a:pt x="951" y="180"/>
                  </a:lnTo>
                  <a:lnTo>
                    <a:pt x="944" y="160"/>
                  </a:lnTo>
                  <a:lnTo>
                    <a:pt x="924" y="140"/>
                  </a:lnTo>
                  <a:lnTo>
                    <a:pt x="884" y="100"/>
                  </a:lnTo>
                  <a:lnTo>
                    <a:pt x="824" y="67"/>
                  </a:lnTo>
                  <a:lnTo>
                    <a:pt x="751" y="40"/>
                  </a:lnTo>
                  <a:lnTo>
                    <a:pt x="671" y="20"/>
                  </a:lnTo>
                  <a:lnTo>
                    <a:pt x="578" y="7"/>
                  </a:lnTo>
                  <a:lnTo>
                    <a:pt x="479" y="0"/>
                  </a:lnTo>
                  <a:lnTo>
                    <a:pt x="385" y="7"/>
                  </a:lnTo>
                  <a:lnTo>
                    <a:pt x="292" y="20"/>
                  </a:lnTo>
                  <a:lnTo>
                    <a:pt x="212" y="40"/>
                  </a:lnTo>
                  <a:lnTo>
                    <a:pt x="139" y="67"/>
                  </a:lnTo>
                  <a:lnTo>
                    <a:pt x="79" y="100"/>
                  </a:lnTo>
                  <a:lnTo>
                    <a:pt x="39" y="140"/>
                  </a:lnTo>
                  <a:lnTo>
                    <a:pt x="20" y="160"/>
                  </a:lnTo>
                  <a:lnTo>
                    <a:pt x="6" y="180"/>
                  </a:lnTo>
                  <a:lnTo>
                    <a:pt x="0" y="200"/>
                  </a:lnTo>
                  <a:lnTo>
                    <a:pt x="0" y="226"/>
                  </a:lnTo>
                  <a:lnTo>
                    <a:pt x="0" y="246"/>
                  </a:lnTo>
                  <a:lnTo>
                    <a:pt x="6" y="266"/>
                  </a:lnTo>
                  <a:lnTo>
                    <a:pt x="957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35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95400" y="1276350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6600" dirty="0">
                <a:solidFill>
                  <a:prstClr val="white"/>
                </a:solidFill>
              </a:rPr>
              <a:t>Part 1</a:t>
            </a:r>
          </a:p>
          <a:p>
            <a:pPr lvl="0"/>
            <a:r>
              <a:rPr lang="zh-CN" altLang="en-US" sz="4800" b="1" dirty="0">
                <a:solidFill>
                  <a:prstClr val="white"/>
                </a:solidFill>
              </a:rPr>
              <a:t>代际差异</a:t>
            </a:r>
            <a:endParaRPr lang="en-US" sz="4800" b="1" dirty="0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226237" y="2394183"/>
            <a:ext cx="3079563" cy="2749317"/>
            <a:chOff x="1510770" y="3790174"/>
            <a:chExt cx="1466850" cy="1309548"/>
          </a:xfrm>
        </p:grpSpPr>
        <p:grpSp>
          <p:nvGrpSpPr>
            <p:cNvPr id="7" name="组合 1274"/>
            <p:cNvGrpSpPr>
              <a:grpSpLocks/>
            </p:cNvGrpSpPr>
            <p:nvPr/>
          </p:nvGrpSpPr>
          <p:grpSpPr bwMode="auto">
            <a:xfrm>
              <a:off x="1510770" y="3826547"/>
              <a:ext cx="928688" cy="1273175"/>
              <a:chOff x="4032250" y="298450"/>
              <a:chExt cx="3397250" cy="4657725"/>
            </a:xfrm>
            <a:solidFill>
              <a:srgbClr val="00B0F0"/>
            </a:solidFill>
          </p:grpSpPr>
          <p:sp>
            <p:nvSpPr>
              <p:cNvPr id="14" name="Freeform 4778"/>
              <p:cNvSpPr>
                <a:spLocks/>
              </p:cNvSpPr>
              <p:nvPr/>
            </p:nvSpPr>
            <p:spPr bwMode="auto">
              <a:xfrm>
                <a:off x="4032250" y="298450"/>
                <a:ext cx="3397250" cy="4657725"/>
              </a:xfrm>
              <a:custGeom>
                <a:avLst/>
                <a:gdLst>
                  <a:gd name="T0" fmla="*/ 716 w 2140"/>
                  <a:gd name="T1" fmla="*/ 1888 h 2934"/>
                  <a:gd name="T2" fmla="*/ 716 w 2140"/>
                  <a:gd name="T3" fmla="*/ 2006 h 2934"/>
                  <a:gd name="T4" fmla="*/ 708 w 2140"/>
                  <a:gd name="T5" fmla="*/ 2132 h 2934"/>
                  <a:gd name="T6" fmla="*/ 716 w 2140"/>
                  <a:gd name="T7" fmla="*/ 2643 h 2934"/>
                  <a:gd name="T8" fmla="*/ 716 w 2140"/>
                  <a:gd name="T9" fmla="*/ 2674 h 2934"/>
                  <a:gd name="T10" fmla="*/ 740 w 2140"/>
                  <a:gd name="T11" fmla="*/ 2690 h 2934"/>
                  <a:gd name="T12" fmla="*/ 2124 w 2140"/>
                  <a:gd name="T13" fmla="*/ 2934 h 2934"/>
                  <a:gd name="T14" fmla="*/ 2140 w 2140"/>
                  <a:gd name="T15" fmla="*/ 2887 h 2934"/>
                  <a:gd name="T16" fmla="*/ 2101 w 2140"/>
                  <a:gd name="T17" fmla="*/ 2674 h 2934"/>
                  <a:gd name="T18" fmla="*/ 1951 w 2140"/>
                  <a:gd name="T19" fmla="*/ 2604 h 2934"/>
                  <a:gd name="T20" fmla="*/ 1873 w 2140"/>
                  <a:gd name="T21" fmla="*/ 2611 h 2934"/>
                  <a:gd name="T22" fmla="*/ 1762 w 2140"/>
                  <a:gd name="T23" fmla="*/ 2619 h 2934"/>
                  <a:gd name="T24" fmla="*/ 1786 w 2140"/>
                  <a:gd name="T25" fmla="*/ 2588 h 2934"/>
                  <a:gd name="T26" fmla="*/ 1817 w 2140"/>
                  <a:gd name="T27" fmla="*/ 2423 h 2934"/>
                  <a:gd name="T28" fmla="*/ 1857 w 2140"/>
                  <a:gd name="T29" fmla="*/ 1998 h 2934"/>
                  <a:gd name="T30" fmla="*/ 1857 w 2140"/>
                  <a:gd name="T31" fmla="*/ 1801 h 2934"/>
                  <a:gd name="T32" fmla="*/ 1833 w 2140"/>
                  <a:gd name="T33" fmla="*/ 1447 h 2934"/>
                  <a:gd name="T34" fmla="*/ 1794 w 2140"/>
                  <a:gd name="T35" fmla="*/ 1211 h 2934"/>
                  <a:gd name="T36" fmla="*/ 1707 w 2140"/>
                  <a:gd name="T37" fmla="*/ 928 h 2934"/>
                  <a:gd name="T38" fmla="*/ 1613 w 2140"/>
                  <a:gd name="T39" fmla="*/ 834 h 2934"/>
                  <a:gd name="T40" fmla="*/ 1259 w 2140"/>
                  <a:gd name="T41" fmla="*/ 621 h 2934"/>
                  <a:gd name="T42" fmla="*/ 1220 w 2140"/>
                  <a:gd name="T43" fmla="*/ 606 h 2934"/>
                  <a:gd name="T44" fmla="*/ 1220 w 2140"/>
                  <a:gd name="T45" fmla="*/ 543 h 2934"/>
                  <a:gd name="T46" fmla="*/ 1196 w 2140"/>
                  <a:gd name="T47" fmla="*/ 456 h 2934"/>
                  <a:gd name="T48" fmla="*/ 1220 w 2140"/>
                  <a:gd name="T49" fmla="*/ 197 h 2934"/>
                  <a:gd name="T50" fmla="*/ 1188 w 2140"/>
                  <a:gd name="T51" fmla="*/ 126 h 2934"/>
                  <a:gd name="T52" fmla="*/ 1031 w 2140"/>
                  <a:gd name="T53" fmla="*/ 16 h 2934"/>
                  <a:gd name="T54" fmla="*/ 897 w 2140"/>
                  <a:gd name="T55" fmla="*/ 16 h 2934"/>
                  <a:gd name="T56" fmla="*/ 795 w 2140"/>
                  <a:gd name="T57" fmla="*/ 47 h 2934"/>
                  <a:gd name="T58" fmla="*/ 661 w 2140"/>
                  <a:gd name="T59" fmla="*/ 134 h 2934"/>
                  <a:gd name="T60" fmla="*/ 630 w 2140"/>
                  <a:gd name="T61" fmla="*/ 173 h 2934"/>
                  <a:gd name="T62" fmla="*/ 677 w 2140"/>
                  <a:gd name="T63" fmla="*/ 236 h 2934"/>
                  <a:gd name="T64" fmla="*/ 700 w 2140"/>
                  <a:gd name="T65" fmla="*/ 393 h 2934"/>
                  <a:gd name="T66" fmla="*/ 700 w 2140"/>
                  <a:gd name="T67" fmla="*/ 495 h 2934"/>
                  <a:gd name="T68" fmla="*/ 716 w 2140"/>
                  <a:gd name="T69" fmla="*/ 535 h 2934"/>
                  <a:gd name="T70" fmla="*/ 763 w 2140"/>
                  <a:gd name="T71" fmla="*/ 558 h 2934"/>
                  <a:gd name="T72" fmla="*/ 795 w 2140"/>
                  <a:gd name="T73" fmla="*/ 661 h 2934"/>
                  <a:gd name="T74" fmla="*/ 826 w 2140"/>
                  <a:gd name="T75" fmla="*/ 700 h 2934"/>
                  <a:gd name="T76" fmla="*/ 928 w 2140"/>
                  <a:gd name="T77" fmla="*/ 716 h 2934"/>
                  <a:gd name="T78" fmla="*/ 779 w 2140"/>
                  <a:gd name="T79" fmla="*/ 881 h 2934"/>
                  <a:gd name="T80" fmla="*/ 748 w 2140"/>
                  <a:gd name="T81" fmla="*/ 999 h 2934"/>
                  <a:gd name="T82" fmla="*/ 637 w 2140"/>
                  <a:gd name="T83" fmla="*/ 1306 h 2934"/>
                  <a:gd name="T84" fmla="*/ 559 w 2140"/>
                  <a:gd name="T85" fmla="*/ 1290 h 2934"/>
                  <a:gd name="T86" fmla="*/ 417 w 2140"/>
                  <a:gd name="T87" fmla="*/ 1188 h 2934"/>
                  <a:gd name="T88" fmla="*/ 323 w 2140"/>
                  <a:gd name="T89" fmla="*/ 1078 h 2934"/>
                  <a:gd name="T90" fmla="*/ 213 w 2140"/>
                  <a:gd name="T91" fmla="*/ 1078 h 2934"/>
                  <a:gd name="T92" fmla="*/ 32 w 2140"/>
                  <a:gd name="T93" fmla="*/ 952 h 2934"/>
                  <a:gd name="T94" fmla="*/ 0 w 2140"/>
                  <a:gd name="T95" fmla="*/ 960 h 2934"/>
                  <a:gd name="T96" fmla="*/ 63 w 2140"/>
                  <a:gd name="T97" fmla="*/ 1062 h 2934"/>
                  <a:gd name="T98" fmla="*/ 55 w 2140"/>
                  <a:gd name="T99" fmla="*/ 1085 h 2934"/>
                  <a:gd name="T100" fmla="*/ 79 w 2140"/>
                  <a:gd name="T101" fmla="*/ 1164 h 2934"/>
                  <a:gd name="T102" fmla="*/ 142 w 2140"/>
                  <a:gd name="T103" fmla="*/ 1219 h 2934"/>
                  <a:gd name="T104" fmla="*/ 150 w 2140"/>
                  <a:gd name="T105" fmla="*/ 1251 h 2934"/>
                  <a:gd name="T106" fmla="*/ 181 w 2140"/>
                  <a:gd name="T107" fmla="*/ 1314 h 2934"/>
                  <a:gd name="T108" fmla="*/ 252 w 2140"/>
                  <a:gd name="T109" fmla="*/ 1361 h 2934"/>
                  <a:gd name="T110" fmla="*/ 244 w 2140"/>
                  <a:gd name="T111" fmla="*/ 1463 h 2934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2140"/>
                  <a:gd name="T169" fmla="*/ 0 h 2934"/>
                  <a:gd name="T170" fmla="*/ 2140 w 2140"/>
                  <a:gd name="T171" fmla="*/ 2934 h 2934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2140" h="2934">
                    <a:moveTo>
                      <a:pt x="708" y="1644"/>
                    </a:moveTo>
                    <a:lnTo>
                      <a:pt x="708" y="1644"/>
                    </a:lnTo>
                    <a:lnTo>
                      <a:pt x="716" y="1652"/>
                    </a:lnTo>
                    <a:lnTo>
                      <a:pt x="716" y="1660"/>
                    </a:lnTo>
                    <a:lnTo>
                      <a:pt x="716" y="1888"/>
                    </a:lnTo>
                    <a:lnTo>
                      <a:pt x="716" y="1911"/>
                    </a:lnTo>
                    <a:lnTo>
                      <a:pt x="716" y="1982"/>
                    </a:lnTo>
                    <a:lnTo>
                      <a:pt x="716" y="2006"/>
                    </a:lnTo>
                    <a:lnTo>
                      <a:pt x="724" y="2084"/>
                    </a:lnTo>
                    <a:lnTo>
                      <a:pt x="716" y="2108"/>
                    </a:lnTo>
                    <a:lnTo>
                      <a:pt x="708" y="2132"/>
                    </a:lnTo>
                    <a:lnTo>
                      <a:pt x="708" y="2155"/>
                    </a:lnTo>
                    <a:lnTo>
                      <a:pt x="716" y="2163"/>
                    </a:lnTo>
                    <a:lnTo>
                      <a:pt x="716" y="2187"/>
                    </a:lnTo>
                    <a:lnTo>
                      <a:pt x="716" y="2643"/>
                    </a:lnTo>
                    <a:lnTo>
                      <a:pt x="716" y="2667"/>
                    </a:lnTo>
                    <a:lnTo>
                      <a:pt x="716" y="2674"/>
                    </a:lnTo>
                    <a:lnTo>
                      <a:pt x="724" y="2674"/>
                    </a:lnTo>
                    <a:lnTo>
                      <a:pt x="740" y="2682"/>
                    </a:lnTo>
                    <a:lnTo>
                      <a:pt x="740" y="2690"/>
                    </a:lnTo>
                    <a:lnTo>
                      <a:pt x="732" y="2910"/>
                    </a:lnTo>
                    <a:lnTo>
                      <a:pt x="732" y="2918"/>
                    </a:lnTo>
                    <a:lnTo>
                      <a:pt x="748" y="2934"/>
                    </a:lnTo>
                    <a:lnTo>
                      <a:pt x="2124" y="2934"/>
                    </a:lnTo>
                    <a:lnTo>
                      <a:pt x="2140" y="2926"/>
                    </a:lnTo>
                    <a:lnTo>
                      <a:pt x="2140" y="2910"/>
                    </a:lnTo>
                    <a:lnTo>
                      <a:pt x="2140" y="2887"/>
                    </a:lnTo>
                    <a:lnTo>
                      <a:pt x="2132" y="2761"/>
                    </a:lnTo>
                    <a:lnTo>
                      <a:pt x="2124" y="2714"/>
                    </a:lnTo>
                    <a:lnTo>
                      <a:pt x="2116" y="2690"/>
                    </a:lnTo>
                    <a:lnTo>
                      <a:pt x="2101" y="2674"/>
                    </a:lnTo>
                    <a:lnTo>
                      <a:pt x="2077" y="2667"/>
                    </a:lnTo>
                    <a:lnTo>
                      <a:pt x="1951" y="2604"/>
                    </a:lnTo>
                    <a:lnTo>
                      <a:pt x="1935" y="2604"/>
                    </a:lnTo>
                    <a:lnTo>
                      <a:pt x="1912" y="2604"/>
                    </a:lnTo>
                    <a:lnTo>
                      <a:pt x="1896" y="2604"/>
                    </a:lnTo>
                    <a:lnTo>
                      <a:pt x="1873" y="2611"/>
                    </a:lnTo>
                    <a:lnTo>
                      <a:pt x="1762" y="2651"/>
                    </a:lnTo>
                    <a:lnTo>
                      <a:pt x="1755" y="2651"/>
                    </a:lnTo>
                    <a:lnTo>
                      <a:pt x="1755" y="2643"/>
                    </a:lnTo>
                    <a:lnTo>
                      <a:pt x="1762" y="2619"/>
                    </a:lnTo>
                    <a:lnTo>
                      <a:pt x="1778" y="2604"/>
                    </a:lnTo>
                    <a:lnTo>
                      <a:pt x="1786" y="2596"/>
                    </a:lnTo>
                    <a:lnTo>
                      <a:pt x="1786" y="2588"/>
                    </a:lnTo>
                    <a:lnTo>
                      <a:pt x="1802" y="2517"/>
                    </a:lnTo>
                    <a:lnTo>
                      <a:pt x="1802" y="2486"/>
                    </a:lnTo>
                    <a:lnTo>
                      <a:pt x="1817" y="2423"/>
                    </a:lnTo>
                    <a:lnTo>
                      <a:pt x="1825" y="2399"/>
                    </a:lnTo>
                    <a:lnTo>
                      <a:pt x="1833" y="2187"/>
                    </a:lnTo>
                    <a:lnTo>
                      <a:pt x="1833" y="2163"/>
                    </a:lnTo>
                    <a:lnTo>
                      <a:pt x="1857" y="1998"/>
                    </a:lnTo>
                    <a:lnTo>
                      <a:pt x="1865" y="1966"/>
                    </a:lnTo>
                    <a:lnTo>
                      <a:pt x="1857" y="1825"/>
                    </a:lnTo>
                    <a:lnTo>
                      <a:pt x="1857" y="1801"/>
                    </a:lnTo>
                    <a:lnTo>
                      <a:pt x="1849" y="1605"/>
                    </a:lnTo>
                    <a:lnTo>
                      <a:pt x="1849" y="1573"/>
                    </a:lnTo>
                    <a:lnTo>
                      <a:pt x="1833" y="1447"/>
                    </a:lnTo>
                    <a:lnTo>
                      <a:pt x="1833" y="1424"/>
                    </a:lnTo>
                    <a:lnTo>
                      <a:pt x="1802" y="1266"/>
                    </a:lnTo>
                    <a:lnTo>
                      <a:pt x="1794" y="1235"/>
                    </a:lnTo>
                    <a:lnTo>
                      <a:pt x="1794" y="1211"/>
                    </a:lnTo>
                    <a:lnTo>
                      <a:pt x="1794" y="1188"/>
                    </a:lnTo>
                    <a:lnTo>
                      <a:pt x="1707" y="928"/>
                    </a:lnTo>
                    <a:lnTo>
                      <a:pt x="1692" y="904"/>
                    </a:lnTo>
                    <a:lnTo>
                      <a:pt x="1668" y="873"/>
                    </a:lnTo>
                    <a:lnTo>
                      <a:pt x="1637" y="849"/>
                    </a:lnTo>
                    <a:lnTo>
                      <a:pt x="1613" y="834"/>
                    </a:lnTo>
                    <a:lnTo>
                      <a:pt x="1345" y="700"/>
                    </a:lnTo>
                    <a:lnTo>
                      <a:pt x="1330" y="684"/>
                    </a:lnTo>
                    <a:lnTo>
                      <a:pt x="1259" y="621"/>
                    </a:lnTo>
                    <a:lnTo>
                      <a:pt x="1227" y="613"/>
                    </a:lnTo>
                    <a:lnTo>
                      <a:pt x="1220" y="606"/>
                    </a:lnTo>
                    <a:lnTo>
                      <a:pt x="1212" y="606"/>
                    </a:lnTo>
                    <a:lnTo>
                      <a:pt x="1220" y="606"/>
                    </a:lnTo>
                    <a:lnTo>
                      <a:pt x="1227" y="598"/>
                    </a:lnTo>
                    <a:lnTo>
                      <a:pt x="1227" y="590"/>
                    </a:lnTo>
                    <a:lnTo>
                      <a:pt x="1227" y="566"/>
                    </a:lnTo>
                    <a:lnTo>
                      <a:pt x="1220" y="543"/>
                    </a:lnTo>
                    <a:lnTo>
                      <a:pt x="1204" y="503"/>
                    </a:lnTo>
                    <a:lnTo>
                      <a:pt x="1196" y="480"/>
                    </a:lnTo>
                    <a:lnTo>
                      <a:pt x="1196" y="456"/>
                    </a:lnTo>
                    <a:lnTo>
                      <a:pt x="1196" y="433"/>
                    </a:lnTo>
                    <a:lnTo>
                      <a:pt x="1212" y="393"/>
                    </a:lnTo>
                    <a:lnTo>
                      <a:pt x="1220" y="362"/>
                    </a:lnTo>
                    <a:lnTo>
                      <a:pt x="1220" y="197"/>
                    </a:lnTo>
                    <a:lnTo>
                      <a:pt x="1212" y="173"/>
                    </a:lnTo>
                    <a:lnTo>
                      <a:pt x="1204" y="149"/>
                    </a:lnTo>
                    <a:lnTo>
                      <a:pt x="1188" y="126"/>
                    </a:lnTo>
                    <a:lnTo>
                      <a:pt x="1094" y="31"/>
                    </a:lnTo>
                    <a:lnTo>
                      <a:pt x="1070" y="23"/>
                    </a:lnTo>
                    <a:lnTo>
                      <a:pt x="1031" y="16"/>
                    </a:lnTo>
                    <a:lnTo>
                      <a:pt x="1007" y="16"/>
                    </a:lnTo>
                    <a:lnTo>
                      <a:pt x="968" y="0"/>
                    </a:lnTo>
                    <a:lnTo>
                      <a:pt x="944" y="0"/>
                    </a:lnTo>
                    <a:lnTo>
                      <a:pt x="897" y="16"/>
                    </a:lnTo>
                    <a:lnTo>
                      <a:pt x="873" y="23"/>
                    </a:lnTo>
                    <a:lnTo>
                      <a:pt x="818" y="31"/>
                    </a:lnTo>
                    <a:lnTo>
                      <a:pt x="795" y="47"/>
                    </a:lnTo>
                    <a:lnTo>
                      <a:pt x="724" y="86"/>
                    </a:lnTo>
                    <a:lnTo>
                      <a:pt x="685" y="102"/>
                    </a:lnTo>
                    <a:lnTo>
                      <a:pt x="661" y="134"/>
                    </a:lnTo>
                    <a:lnTo>
                      <a:pt x="645" y="141"/>
                    </a:lnTo>
                    <a:lnTo>
                      <a:pt x="637" y="149"/>
                    </a:lnTo>
                    <a:lnTo>
                      <a:pt x="630" y="173"/>
                    </a:lnTo>
                    <a:lnTo>
                      <a:pt x="630" y="189"/>
                    </a:lnTo>
                    <a:lnTo>
                      <a:pt x="637" y="204"/>
                    </a:lnTo>
                    <a:lnTo>
                      <a:pt x="669" y="212"/>
                    </a:lnTo>
                    <a:lnTo>
                      <a:pt x="677" y="236"/>
                    </a:lnTo>
                    <a:lnTo>
                      <a:pt x="677" y="362"/>
                    </a:lnTo>
                    <a:lnTo>
                      <a:pt x="692" y="385"/>
                    </a:lnTo>
                    <a:lnTo>
                      <a:pt x="700" y="393"/>
                    </a:lnTo>
                    <a:lnTo>
                      <a:pt x="716" y="409"/>
                    </a:lnTo>
                    <a:lnTo>
                      <a:pt x="716" y="417"/>
                    </a:lnTo>
                    <a:lnTo>
                      <a:pt x="716" y="440"/>
                    </a:lnTo>
                    <a:lnTo>
                      <a:pt x="700" y="495"/>
                    </a:lnTo>
                    <a:lnTo>
                      <a:pt x="700" y="527"/>
                    </a:lnTo>
                    <a:lnTo>
                      <a:pt x="708" y="527"/>
                    </a:lnTo>
                    <a:lnTo>
                      <a:pt x="716" y="535"/>
                    </a:lnTo>
                    <a:lnTo>
                      <a:pt x="724" y="543"/>
                    </a:lnTo>
                    <a:lnTo>
                      <a:pt x="740" y="543"/>
                    </a:lnTo>
                    <a:lnTo>
                      <a:pt x="748" y="551"/>
                    </a:lnTo>
                    <a:lnTo>
                      <a:pt x="763" y="558"/>
                    </a:lnTo>
                    <a:lnTo>
                      <a:pt x="771" y="606"/>
                    </a:lnTo>
                    <a:lnTo>
                      <a:pt x="795" y="637"/>
                    </a:lnTo>
                    <a:lnTo>
                      <a:pt x="795" y="661"/>
                    </a:lnTo>
                    <a:lnTo>
                      <a:pt x="810" y="684"/>
                    </a:lnTo>
                    <a:lnTo>
                      <a:pt x="818" y="692"/>
                    </a:lnTo>
                    <a:lnTo>
                      <a:pt x="826" y="700"/>
                    </a:lnTo>
                    <a:lnTo>
                      <a:pt x="842" y="708"/>
                    </a:lnTo>
                    <a:lnTo>
                      <a:pt x="913" y="700"/>
                    </a:lnTo>
                    <a:lnTo>
                      <a:pt x="921" y="708"/>
                    </a:lnTo>
                    <a:lnTo>
                      <a:pt x="928" y="716"/>
                    </a:lnTo>
                    <a:lnTo>
                      <a:pt x="936" y="739"/>
                    </a:lnTo>
                    <a:lnTo>
                      <a:pt x="944" y="755"/>
                    </a:lnTo>
                    <a:lnTo>
                      <a:pt x="936" y="763"/>
                    </a:lnTo>
                    <a:lnTo>
                      <a:pt x="779" y="881"/>
                    </a:lnTo>
                    <a:lnTo>
                      <a:pt x="771" y="912"/>
                    </a:lnTo>
                    <a:lnTo>
                      <a:pt x="755" y="975"/>
                    </a:lnTo>
                    <a:lnTo>
                      <a:pt x="748" y="999"/>
                    </a:lnTo>
                    <a:lnTo>
                      <a:pt x="653" y="1251"/>
                    </a:lnTo>
                    <a:lnTo>
                      <a:pt x="645" y="1274"/>
                    </a:lnTo>
                    <a:lnTo>
                      <a:pt x="637" y="1306"/>
                    </a:lnTo>
                    <a:lnTo>
                      <a:pt x="637" y="1314"/>
                    </a:lnTo>
                    <a:lnTo>
                      <a:pt x="622" y="1314"/>
                    </a:lnTo>
                    <a:lnTo>
                      <a:pt x="606" y="1314"/>
                    </a:lnTo>
                    <a:lnTo>
                      <a:pt x="559" y="1290"/>
                    </a:lnTo>
                    <a:lnTo>
                      <a:pt x="543" y="1274"/>
                    </a:lnTo>
                    <a:lnTo>
                      <a:pt x="433" y="1196"/>
                    </a:lnTo>
                    <a:lnTo>
                      <a:pt x="417" y="1188"/>
                    </a:lnTo>
                    <a:lnTo>
                      <a:pt x="409" y="1164"/>
                    </a:lnTo>
                    <a:lnTo>
                      <a:pt x="346" y="1093"/>
                    </a:lnTo>
                    <a:lnTo>
                      <a:pt x="323" y="1078"/>
                    </a:lnTo>
                    <a:lnTo>
                      <a:pt x="268" y="1070"/>
                    </a:lnTo>
                    <a:lnTo>
                      <a:pt x="244" y="1070"/>
                    </a:lnTo>
                    <a:lnTo>
                      <a:pt x="213" y="1078"/>
                    </a:lnTo>
                    <a:lnTo>
                      <a:pt x="189" y="1085"/>
                    </a:lnTo>
                    <a:lnTo>
                      <a:pt x="157" y="1078"/>
                    </a:lnTo>
                    <a:lnTo>
                      <a:pt x="134" y="1070"/>
                    </a:lnTo>
                    <a:lnTo>
                      <a:pt x="32" y="952"/>
                    </a:lnTo>
                    <a:lnTo>
                      <a:pt x="24" y="952"/>
                    </a:lnTo>
                    <a:lnTo>
                      <a:pt x="16" y="952"/>
                    </a:lnTo>
                    <a:lnTo>
                      <a:pt x="0" y="960"/>
                    </a:lnTo>
                    <a:lnTo>
                      <a:pt x="8" y="983"/>
                    </a:lnTo>
                    <a:lnTo>
                      <a:pt x="63" y="1046"/>
                    </a:lnTo>
                    <a:lnTo>
                      <a:pt x="71" y="1054"/>
                    </a:lnTo>
                    <a:lnTo>
                      <a:pt x="63" y="1062"/>
                    </a:lnTo>
                    <a:lnTo>
                      <a:pt x="55" y="1070"/>
                    </a:lnTo>
                    <a:lnTo>
                      <a:pt x="55" y="1085"/>
                    </a:lnTo>
                    <a:lnTo>
                      <a:pt x="63" y="1109"/>
                    </a:lnTo>
                    <a:lnTo>
                      <a:pt x="79" y="1133"/>
                    </a:lnTo>
                    <a:lnTo>
                      <a:pt x="87" y="1148"/>
                    </a:lnTo>
                    <a:lnTo>
                      <a:pt x="79" y="1164"/>
                    </a:lnTo>
                    <a:lnTo>
                      <a:pt x="102" y="1180"/>
                    </a:lnTo>
                    <a:lnTo>
                      <a:pt x="126" y="1203"/>
                    </a:lnTo>
                    <a:lnTo>
                      <a:pt x="142" y="1219"/>
                    </a:lnTo>
                    <a:lnTo>
                      <a:pt x="142" y="1227"/>
                    </a:lnTo>
                    <a:lnTo>
                      <a:pt x="150" y="1251"/>
                    </a:lnTo>
                    <a:lnTo>
                      <a:pt x="165" y="1274"/>
                    </a:lnTo>
                    <a:lnTo>
                      <a:pt x="165" y="1290"/>
                    </a:lnTo>
                    <a:lnTo>
                      <a:pt x="181" y="1314"/>
                    </a:lnTo>
                    <a:lnTo>
                      <a:pt x="197" y="1329"/>
                    </a:lnTo>
                    <a:lnTo>
                      <a:pt x="205" y="1329"/>
                    </a:lnTo>
                    <a:lnTo>
                      <a:pt x="220" y="1345"/>
                    </a:lnTo>
                    <a:lnTo>
                      <a:pt x="252" y="1361"/>
                    </a:lnTo>
                    <a:lnTo>
                      <a:pt x="252" y="1369"/>
                    </a:lnTo>
                    <a:lnTo>
                      <a:pt x="260" y="1376"/>
                    </a:lnTo>
                    <a:lnTo>
                      <a:pt x="244" y="1463"/>
                    </a:lnTo>
                    <a:lnTo>
                      <a:pt x="244" y="1471"/>
                    </a:lnTo>
                    <a:lnTo>
                      <a:pt x="252" y="1479"/>
                    </a:lnTo>
                    <a:lnTo>
                      <a:pt x="708" y="16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15" name="Freeform 4779"/>
              <p:cNvSpPr>
                <a:spLocks/>
              </p:cNvSpPr>
              <p:nvPr/>
            </p:nvSpPr>
            <p:spPr bwMode="auto">
              <a:xfrm>
                <a:off x="5356225" y="1173163"/>
                <a:ext cx="674688" cy="1560513"/>
              </a:xfrm>
              <a:custGeom>
                <a:avLst/>
                <a:gdLst>
                  <a:gd name="T0" fmla="*/ 150 w 425"/>
                  <a:gd name="T1" fmla="*/ 235 h 983"/>
                  <a:gd name="T2" fmla="*/ 370 w 425"/>
                  <a:gd name="T3" fmla="*/ 31 h 983"/>
                  <a:gd name="T4" fmla="*/ 386 w 425"/>
                  <a:gd name="T5" fmla="*/ 0 h 983"/>
                  <a:gd name="T6" fmla="*/ 393 w 425"/>
                  <a:gd name="T7" fmla="*/ 0 h 983"/>
                  <a:gd name="T8" fmla="*/ 409 w 425"/>
                  <a:gd name="T9" fmla="*/ 55 h 983"/>
                  <a:gd name="T10" fmla="*/ 425 w 425"/>
                  <a:gd name="T11" fmla="*/ 62 h 983"/>
                  <a:gd name="T12" fmla="*/ 315 w 425"/>
                  <a:gd name="T13" fmla="*/ 283 h 983"/>
                  <a:gd name="T14" fmla="*/ 283 w 425"/>
                  <a:gd name="T15" fmla="*/ 322 h 983"/>
                  <a:gd name="T16" fmla="*/ 268 w 425"/>
                  <a:gd name="T17" fmla="*/ 409 h 983"/>
                  <a:gd name="T18" fmla="*/ 220 w 425"/>
                  <a:gd name="T19" fmla="*/ 597 h 983"/>
                  <a:gd name="T20" fmla="*/ 181 w 425"/>
                  <a:gd name="T21" fmla="*/ 747 h 983"/>
                  <a:gd name="T22" fmla="*/ 157 w 425"/>
                  <a:gd name="T23" fmla="*/ 888 h 983"/>
                  <a:gd name="T24" fmla="*/ 150 w 425"/>
                  <a:gd name="T25" fmla="*/ 881 h 983"/>
                  <a:gd name="T26" fmla="*/ 173 w 425"/>
                  <a:gd name="T27" fmla="*/ 393 h 983"/>
                  <a:gd name="T28" fmla="*/ 212 w 425"/>
                  <a:gd name="T29" fmla="*/ 353 h 983"/>
                  <a:gd name="T30" fmla="*/ 150 w 425"/>
                  <a:gd name="T31" fmla="*/ 291 h 983"/>
                  <a:gd name="T32" fmla="*/ 110 w 425"/>
                  <a:gd name="T33" fmla="*/ 298 h 983"/>
                  <a:gd name="T34" fmla="*/ 87 w 425"/>
                  <a:gd name="T35" fmla="*/ 338 h 983"/>
                  <a:gd name="T36" fmla="*/ 118 w 425"/>
                  <a:gd name="T37" fmla="*/ 401 h 983"/>
                  <a:gd name="T38" fmla="*/ 16 w 425"/>
                  <a:gd name="T39" fmla="*/ 951 h 983"/>
                  <a:gd name="T40" fmla="*/ 8 w 425"/>
                  <a:gd name="T41" fmla="*/ 983 h 983"/>
                  <a:gd name="T42" fmla="*/ 0 w 425"/>
                  <a:gd name="T43" fmla="*/ 975 h 983"/>
                  <a:gd name="T44" fmla="*/ 0 w 425"/>
                  <a:gd name="T45" fmla="*/ 802 h 983"/>
                  <a:gd name="T46" fmla="*/ 32 w 425"/>
                  <a:gd name="T47" fmla="*/ 613 h 983"/>
                  <a:gd name="T48" fmla="*/ 55 w 425"/>
                  <a:gd name="T49" fmla="*/ 409 h 983"/>
                  <a:gd name="T50" fmla="*/ 55 w 425"/>
                  <a:gd name="T51" fmla="*/ 361 h 983"/>
                  <a:gd name="T52" fmla="*/ 87 w 425"/>
                  <a:gd name="T53" fmla="*/ 275 h 983"/>
                  <a:gd name="T54" fmla="*/ 79 w 425"/>
                  <a:gd name="T55" fmla="*/ 212 h 983"/>
                  <a:gd name="T56" fmla="*/ 102 w 425"/>
                  <a:gd name="T57" fmla="*/ 196 h 983"/>
                  <a:gd name="T58" fmla="*/ 150 w 425"/>
                  <a:gd name="T59" fmla="*/ 235 h 98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25"/>
                  <a:gd name="T91" fmla="*/ 0 h 983"/>
                  <a:gd name="T92" fmla="*/ 425 w 425"/>
                  <a:gd name="T93" fmla="*/ 983 h 98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25" h="983">
                    <a:moveTo>
                      <a:pt x="150" y="235"/>
                    </a:moveTo>
                    <a:lnTo>
                      <a:pt x="370" y="31"/>
                    </a:lnTo>
                    <a:lnTo>
                      <a:pt x="386" y="0"/>
                    </a:lnTo>
                    <a:lnTo>
                      <a:pt x="393" y="0"/>
                    </a:lnTo>
                    <a:lnTo>
                      <a:pt x="409" y="55"/>
                    </a:lnTo>
                    <a:lnTo>
                      <a:pt x="425" y="62"/>
                    </a:lnTo>
                    <a:lnTo>
                      <a:pt x="315" y="283"/>
                    </a:lnTo>
                    <a:lnTo>
                      <a:pt x="283" y="322"/>
                    </a:lnTo>
                    <a:lnTo>
                      <a:pt x="268" y="409"/>
                    </a:lnTo>
                    <a:lnTo>
                      <a:pt x="220" y="597"/>
                    </a:lnTo>
                    <a:lnTo>
                      <a:pt x="181" y="747"/>
                    </a:lnTo>
                    <a:lnTo>
                      <a:pt x="157" y="888"/>
                    </a:lnTo>
                    <a:lnTo>
                      <a:pt x="150" y="881"/>
                    </a:lnTo>
                    <a:lnTo>
                      <a:pt x="173" y="393"/>
                    </a:lnTo>
                    <a:lnTo>
                      <a:pt x="212" y="353"/>
                    </a:lnTo>
                    <a:lnTo>
                      <a:pt x="150" y="291"/>
                    </a:lnTo>
                    <a:lnTo>
                      <a:pt x="110" y="298"/>
                    </a:lnTo>
                    <a:lnTo>
                      <a:pt x="87" y="338"/>
                    </a:lnTo>
                    <a:lnTo>
                      <a:pt x="118" y="401"/>
                    </a:lnTo>
                    <a:lnTo>
                      <a:pt x="16" y="951"/>
                    </a:lnTo>
                    <a:lnTo>
                      <a:pt x="8" y="983"/>
                    </a:lnTo>
                    <a:lnTo>
                      <a:pt x="0" y="975"/>
                    </a:lnTo>
                    <a:lnTo>
                      <a:pt x="0" y="802"/>
                    </a:lnTo>
                    <a:lnTo>
                      <a:pt x="32" y="613"/>
                    </a:lnTo>
                    <a:lnTo>
                      <a:pt x="55" y="409"/>
                    </a:lnTo>
                    <a:lnTo>
                      <a:pt x="55" y="361"/>
                    </a:lnTo>
                    <a:lnTo>
                      <a:pt x="87" y="275"/>
                    </a:lnTo>
                    <a:lnTo>
                      <a:pt x="79" y="212"/>
                    </a:lnTo>
                    <a:lnTo>
                      <a:pt x="102" y="196"/>
                    </a:lnTo>
                    <a:lnTo>
                      <a:pt x="150" y="23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8" name="组合 1356"/>
            <p:cNvGrpSpPr>
              <a:grpSpLocks/>
            </p:cNvGrpSpPr>
            <p:nvPr/>
          </p:nvGrpSpPr>
          <p:grpSpPr bwMode="auto">
            <a:xfrm>
              <a:off x="2236283" y="3790174"/>
              <a:ext cx="741337" cy="1301860"/>
              <a:chOff x="2206625" y="357188"/>
              <a:chExt cx="2544763" cy="4468812"/>
            </a:xfrm>
            <a:solidFill>
              <a:srgbClr val="00B0F0"/>
            </a:solidFill>
          </p:grpSpPr>
          <p:sp>
            <p:nvSpPr>
              <p:cNvPr id="11" name="Freeform 2124"/>
              <p:cNvSpPr>
                <a:spLocks noEditPoints="1"/>
              </p:cNvSpPr>
              <p:nvPr/>
            </p:nvSpPr>
            <p:spPr bwMode="auto">
              <a:xfrm>
                <a:off x="2206625" y="357188"/>
                <a:ext cx="2544763" cy="4468812"/>
              </a:xfrm>
              <a:custGeom>
                <a:avLst/>
                <a:gdLst>
                  <a:gd name="T0" fmla="*/ 1458 w 1603"/>
                  <a:gd name="T1" fmla="*/ 2416 h 2815"/>
                  <a:gd name="T2" fmla="*/ 1373 w 1603"/>
                  <a:gd name="T3" fmla="*/ 2125 h 2815"/>
                  <a:gd name="T4" fmla="*/ 1350 w 1603"/>
                  <a:gd name="T5" fmla="*/ 1565 h 2815"/>
                  <a:gd name="T6" fmla="*/ 1435 w 1603"/>
                  <a:gd name="T7" fmla="*/ 1695 h 2815"/>
                  <a:gd name="T8" fmla="*/ 1565 w 1603"/>
                  <a:gd name="T9" fmla="*/ 1526 h 2815"/>
                  <a:gd name="T10" fmla="*/ 1580 w 1603"/>
                  <a:gd name="T11" fmla="*/ 1197 h 2815"/>
                  <a:gd name="T12" fmla="*/ 1534 w 1603"/>
                  <a:gd name="T13" fmla="*/ 1028 h 2815"/>
                  <a:gd name="T14" fmla="*/ 1550 w 1603"/>
                  <a:gd name="T15" fmla="*/ 744 h 2815"/>
                  <a:gd name="T16" fmla="*/ 1527 w 1603"/>
                  <a:gd name="T17" fmla="*/ 690 h 2815"/>
                  <a:gd name="T18" fmla="*/ 1534 w 1603"/>
                  <a:gd name="T19" fmla="*/ 660 h 2815"/>
                  <a:gd name="T20" fmla="*/ 1488 w 1603"/>
                  <a:gd name="T21" fmla="*/ 598 h 2815"/>
                  <a:gd name="T22" fmla="*/ 1419 w 1603"/>
                  <a:gd name="T23" fmla="*/ 483 h 2815"/>
                  <a:gd name="T24" fmla="*/ 1412 w 1603"/>
                  <a:gd name="T25" fmla="*/ 453 h 2815"/>
                  <a:gd name="T26" fmla="*/ 1250 w 1603"/>
                  <a:gd name="T27" fmla="*/ 698 h 2815"/>
                  <a:gd name="T28" fmla="*/ 1281 w 1603"/>
                  <a:gd name="T29" fmla="*/ 752 h 2815"/>
                  <a:gd name="T30" fmla="*/ 1358 w 1603"/>
                  <a:gd name="T31" fmla="*/ 736 h 2815"/>
                  <a:gd name="T32" fmla="*/ 1396 w 1603"/>
                  <a:gd name="T33" fmla="*/ 913 h 2815"/>
                  <a:gd name="T34" fmla="*/ 1427 w 1603"/>
                  <a:gd name="T35" fmla="*/ 997 h 2815"/>
                  <a:gd name="T36" fmla="*/ 1404 w 1603"/>
                  <a:gd name="T37" fmla="*/ 1005 h 2815"/>
                  <a:gd name="T38" fmla="*/ 1366 w 1603"/>
                  <a:gd name="T39" fmla="*/ 1074 h 2815"/>
                  <a:gd name="T40" fmla="*/ 1312 w 1603"/>
                  <a:gd name="T41" fmla="*/ 890 h 2815"/>
                  <a:gd name="T42" fmla="*/ 1082 w 1603"/>
                  <a:gd name="T43" fmla="*/ 752 h 2815"/>
                  <a:gd name="T44" fmla="*/ 1074 w 1603"/>
                  <a:gd name="T45" fmla="*/ 667 h 2815"/>
                  <a:gd name="T46" fmla="*/ 1189 w 1603"/>
                  <a:gd name="T47" fmla="*/ 683 h 2815"/>
                  <a:gd name="T48" fmla="*/ 1319 w 1603"/>
                  <a:gd name="T49" fmla="*/ 522 h 2815"/>
                  <a:gd name="T50" fmla="*/ 1427 w 1603"/>
                  <a:gd name="T51" fmla="*/ 361 h 2815"/>
                  <a:gd name="T52" fmla="*/ 1412 w 1603"/>
                  <a:gd name="T53" fmla="*/ 92 h 2815"/>
                  <a:gd name="T54" fmla="*/ 1312 w 1603"/>
                  <a:gd name="T55" fmla="*/ 31 h 2815"/>
                  <a:gd name="T56" fmla="*/ 1151 w 1603"/>
                  <a:gd name="T57" fmla="*/ 0 h 2815"/>
                  <a:gd name="T58" fmla="*/ 959 w 1603"/>
                  <a:gd name="T59" fmla="*/ 54 h 2815"/>
                  <a:gd name="T60" fmla="*/ 790 w 1603"/>
                  <a:gd name="T61" fmla="*/ 261 h 2815"/>
                  <a:gd name="T62" fmla="*/ 721 w 1603"/>
                  <a:gd name="T63" fmla="*/ 499 h 2815"/>
                  <a:gd name="T64" fmla="*/ 614 w 1603"/>
                  <a:gd name="T65" fmla="*/ 506 h 2815"/>
                  <a:gd name="T66" fmla="*/ 713 w 1603"/>
                  <a:gd name="T67" fmla="*/ 621 h 2815"/>
                  <a:gd name="T68" fmla="*/ 713 w 1603"/>
                  <a:gd name="T69" fmla="*/ 713 h 2815"/>
                  <a:gd name="T70" fmla="*/ 736 w 1603"/>
                  <a:gd name="T71" fmla="*/ 713 h 2815"/>
                  <a:gd name="T72" fmla="*/ 376 w 1603"/>
                  <a:gd name="T73" fmla="*/ 974 h 2815"/>
                  <a:gd name="T74" fmla="*/ 269 w 1603"/>
                  <a:gd name="T75" fmla="*/ 1534 h 2815"/>
                  <a:gd name="T76" fmla="*/ 292 w 1603"/>
                  <a:gd name="T77" fmla="*/ 2263 h 2815"/>
                  <a:gd name="T78" fmla="*/ 338 w 1603"/>
                  <a:gd name="T79" fmla="*/ 2485 h 2815"/>
                  <a:gd name="T80" fmla="*/ 414 w 1603"/>
                  <a:gd name="T81" fmla="*/ 2531 h 2815"/>
                  <a:gd name="T82" fmla="*/ 1404 w 1603"/>
                  <a:gd name="T83" fmla="*/ 537 h 2815"/>
                  <a:gd name="T84" fmla="*/ 1404 w 1603"/>
                  <a:gd name="T85" fmla="*/ 537 h 2815"/>
                  <a:gd name="T86" fmla="*/ 1389 w 1603"/>
                  <a:gd name="T87" fmla="*/ 629 h 2815"/>
                  <a:gd name="T88" fmla="*/ 1396 w 1603"/>
                  <a:gd name="T89" fmla="*/ 721 h 2815"/>
                  <a:gd name="T90" fmla="*/ 1358 w 1603"/>
                  <a:gd name="T91" fmla="*/ 652 h 2815"/>
                  <a:gd name="T92" fmla="*/ 1458 w 1603"/>
                  <a:gd name="T93" fmla="*/ 713 h 2815"/>
                  <a:gd name="T94" fmla="*/ 1435 w 1603"/>
                  <a:gd name="T95" fmla="*/ 790 h 2815"/>
                  <a:gd name="T96" fmla="*/ 483 w 1603"/>
                  <a:gd name="T97" fmla="*/ 1749 h 2815"/>
                  <a:gd name="T98" fmla="*/ 499 w 1603"/>
                  <a:gd name="T99" fmla="*/ 1572 h 2815"/>
                  <a:gd name="T100" fmla="*/ 667 w 1603"/>
                  <a:gd name="T101" fmla="*/ 1764 h 2815"/>
                  <a:gd name="T102" fmla="*/ 583 w 1603"/>
                  <a:gd name="T103" fmla="*/ 2040 h 2815"/>
                  <a:gd name="T104" fmla="*/ 591 w 1603"/>
                  <a:gd name="T105" fmla="*/ 2148 h 2815"/>
                  <a:gd name="T106" fmla="*/ 460 w 1603"/>
                  <a:gd name="T107" fmla="*/ 1833 h 2815"/>
                  <a:gd name="T108" fmla="*/ 445 w 1603"/>
                  <a:gd name="T109" fmla="*/ 1772 h 281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603"/>
                  <a:gd name="T166" fmla="*/ 0 h 2815"/>
                  <a:gd name="T167" fmla="*/ 1603 w 1603"/>
                  <a:gd name="T168" fmla="*/ 2815 h 2815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603" h="2815">
                    <a:moveTo>
                      <a:pt x="38" y="2815"/>
                    </a:moveTo>
                    <a:lnTo>
                      <a:pt x="1496" y="2815"/>
                    </a:lnTo>
                    <a:lnTo>
                      <a:pt x="1496" y="2669"/>
                    </a:lnTo>
                    <a:lnTo>
                      <a:pt x="1481" y="2539"/>
                    </a:lnTo>
                    <a:lnTo>
                      <a:pt x="1458" y="2416"/>
                    </a:lnTo>
                    <a:lnTo>
                      <a:pt x="1427" y="2309"/>
                    </a:lnTo>
                    <a:lnTo>
                      <a:pt x="1381" y="2171"/>
                    </a:lnTo>
                    <a:lnTo>
                      <a:pt x="1373" y="2132"/>
                    </a:lnTo>
                    <a:lnTo>
                      <a:pt x="1373" y="2125"/>
                    </a:lnTo>
                    <a:lnTo>
                      <a:pt x="1335" y="2025"/>
                    </a:lnTo>
                    <a:lnTo>
                      <a:pt x="1296" y="1902"/>
                    </a:lnTo>
                    <a:lnTo>
                      <a:pt x="1304" y="1841"/>
                    </a:lnTo>
                    <a:lnTo>
                      <a:pt x="1319" y="1718"/>
                    </a:lnTo>
                    <a:lnTo>
                      <a:pt x="1350" y="1565"/>
                    </a:lnTo>
                    <a:lnTo>
                      <a:pt x="1366" y="1595"/>
                    </a:lnTo>
                    <a:lnTo>
                      <a:pt x="1396" y="1664"/>
                    </a:lnTo>
                    <a:lnTo>
                      <a:pt x="1412" y="1680"/>
                    </a:lnTo>
                    <a:lnTo>
                      <a:pt x="1435" y="1695"/>
                    </a:lnTo>
                    <a:lnTo>
                      <a:pt x="1458" y="1695"/>
                    </a:lnTo>
                    <a:lnTo>
                      <a:pt x="1473" y="1695"/>
                    </a:lnTo>
                    <a:lnTo>
                      <a:pt x="1496" y="1664"/>
                    </a:lnTo>
                    <a:lnTo>
                      <a:pt x="1527" y="1618"/>
                    </a:lnTo>
                    <a:lnTo>
                      <a:pt x="1565" y="1526"/>
                    </a:lnTo>
                    <a:lnTo>
                      <a:pt x="1573" y="1457"/>
                    </a:lnTo>
                    <a:lnTo>
                      <a:pt x="1573" y="1350"/>
                    </a:lnTo>
                    <a:lnTo>
                      <a:pt x="1580" y="1250"/>
                    </a:lnTo>
                    <a:lnTo>
                      <a:pt x="1580" y="1197"/>
                    </a:lnTo>
                    <a:lnTo>
                      <a:pt x="1603" y="1066"/>
                    </a:lnTo>
                    <a:lnTo>
                      <a:pt x="1534" y="1035"/>
                    </a:lnTo>
                    <a:lnTo>
                      <a:pt x="1534" y="1028"/>
                    </a:lnTo>
                    <a:lnTo>
                      <a:pt x="1527" y="982"/>
                    </a:lnTo>
                    <a:lnTo>
                      <a:pt x="1527" y="928"/>
                    </a:lnTo>
                    <a:lnTo>
                      <a:pt x="1542" y="798"/>
                    </a:lnTo>
                    <a:lnTo>
                      <a:pt x="1550" y="744"/>
                    </a:lnTo>
                    <a:lnTo>
                      <a:pt x="1550" y="729"/>
                    </a:lnTo>
                    <a:lnTo>
                      <a:pt x="1542" y="713"/>
                    </a:lnTo>
                    <a:lnTo>
                      <a:pt x="1527" y="698"/>
                    </a:lnTo>
                    <a:lnTo>
                      <a:pt x="1527" y="690"/>
                    </a:lnTo>
                    <a:lnTo>
                      <a:pt x="1534" y="683"/>
                    </a:lnTo>
                    <a:lnTo>
                      <a:pt x="1542" y="667"/>
                    </a:lnTo>
                    <a:lnTo>
                      <a:pt x="1542" y="660"/>
                    </a:lnTo>
                    <a:lnTo>
                      <a:pt x="1534" y="660"/>
                    </a:lnTo>
                    <a:lnTo>
                      <a:pt x="1511" y="660"/>
                    </a:lnTo>
                    <a:lnTo>
                      <a:pt x="1496" y="606"/>
                    </a:lnTo>
                    <a:lnTo>
                      <a:pt x="1488" y="598"/>
                    </a:lnTo>
                    <a:lnTo>
                      <a:pt x="1481" y="598"/>
                    </a:lnTo>
                    <a:lnTo>
                      <a:pt x="1465" y="591"/>
                    </a:lnTo>
                    <a:lnTo>
                      <a:pt x="1458" y="583"/>
                    </a:lnTo>
                    <a:lnTo>
                      <a:pt x="1419" y="483"/>
                    </a:lnTo>
                    <a:lnTo>
                      <a:pt x="1442" y="391"/>
                    </a:lnTo>
                    <a:lnTo>
                      <a:pt x="1435" y="384"/>
                    </a:lnTo>
                    <a:lnTo>
                      <a:pt x="1427" y="399"/>
                    </a:lnTo>
                    <a:lnTo>
                      <a:pt x="1412" y="453"/>
                    </a:lnTo>
                    <a:lnTo>
                      <a:pt x="1381" y="445"/>
                    </a:lnTo>
                    <a:lnTo>
                      <a:pt x="1335" y="606"/>
                    </a:lnTo>
                    <a:lnTo>
                      <a:pt x="1281" y="660"/>
                    </a:lnTo>
                    <a:lnTo>
                      <a:pt x="1250" y="698"/>
                    </a:lnTo>
                    <a:lnTo>
                      <a:pt x="1235" y="721"/>
                    </a:lnTo>
                    <a:lnTo>
                      <a:pt x="1243" y="736"/>
                    </a:lnTo>
                    <a:lnTo>
                      <a:pt x="1258" y="744"/>
                    </a:lnTo>
                    <a:lnTo>
                      <a:pt x="1281" y="752"/>
                    </a:lnTo>
                    <a:lnTo>
                      <a:pt x="1304" y="721"/>
                    </a:lnTo>
                    <a:lnTo>
                      <a:pt x="1343" y="667"/>
                    </a:lnTo>
                    <a:lnTo>
                      <a:pt x="1350" y="698"/>
                    </a:lnTo>
                    <a:lnTo>
                      <a:pt x="1358" y="736"/>
                    </a:lnTo>
                    <a:lnTo>
                      <a:pt x="1366" y="790"/>
                    </a:lnTo>
                    <a:lnTo>
                      <a:pt x="1381" y="844"/>
                    </a:lnTo>
                    <a:lnTo>
                      <a:pt x="1389" y="890"/>
                    </a:lnTo>
                    <a:lnTo>
                      <a:pt x="1396" y="913"/>
                    </a:lnTo>
                    <a:lnTo>
                      <a:pt x="1412" y="928"/>
                    </a:lnTo>
                    <a:lnTo>
                      <a:pt x="1427" y="951"/>
                    </a:lnTo>
                    <a:lnTo>
                      <a:pt x="1435" y="959"/>
                    </a:lnTo>
                    <a:lnTo>
                      <a:pt x="1427" y="997"/>
                    </a:lnTo>
                    <a:lnTo>
                      <a:pt x="1419" y="997"/>
                    </a:lnTo>
                    <a:lnTo>
                      <a:pt x="1396" y="997"/>
                    </a:lnTo>
                    <a:lnTo>
                      <a:pt x="1404" y="1005"/>
                    </a:lnTo>
                    <a:lnTo>
                      <a:pt x="1412" y="1020"/>
                    </a:lnTo>
                    <a:lnTo>
                      <a:pt x="1396" y="1082"/>
                    </a:lnTo>
                    <a:lnTo>
                      <a:pt x="1381" y="1120"/>
                    </a:lnTo>
                    <a:lnTo>
                      <a:pt x="1366" y="1074"/>
                    </a:lnTo>
                    <a:lnTo>
                      <a:pt x="1350" y="1012"/>
                    </a:lnTo>
                    <a:lnTo>
                      <a:pt x="1335" y="943"/>
                    </a:lnTo>
                    <a:lnTo>
                      <a:pt x="1327" y="913"/>
                    </a:lnTo>
                    <a:lnTo>
                      <a:pt x="1312" y="890"/>
                    </a:lnTo>
                    <a:lnTo>
                      <a:pt x="1289" y="867"/>
                    </a:lnTo>
                    <a:lnTo>
                      <a:pt x="1197" y="821"/>
                    </a:lnTo>
                    <a:lnTo>
                      <a:pt x="1105" y="767"/>
                    </a:lnTo>
                    <a:lnTo>
                      <a:pt x="1082" y="752"/>
                    </a:lnTo>
                    <a:lnTo>
                      <a:pt x="1059" y="729"/>
                    </a:lnTo>
                    <a:lnTo>
                      <a:pt x="1051" y="713"/>
                    </a:lnTo>
                    <a:lnTo>
                      <a:pt x="1066" y="683"/>
                    </a:lnTo>
                    <a:lnTo>
                      <a:pt x="1074" y="667"/>
                    </a:lnTo>
                    <a:lnTo>
                      <a:pt x="1105" y="690"/>
                    </a:lnTo>
                    <a:lnTo>
                      <a:pt x="1143" y="706"/>
                    </a:lnTo>
                    <a:lnTo>
                      <a:pt x="1166" y="706"/>
                    </a:lnTo>
                    <a:lnTo>
                      <a:pt x="1189" y="683"/>
                    </a:lnTo>
                    <a:lnTo>
                      <a:pt x="1220" y="637"/>
                    </a:lnTo>
                    <a:lnTo>
                      <a:pt x="1266" y="598"/>
                    </a:lnTo>
                    <a:lnTo>
                      <a:pt x="1296" y="560"/>
                    </a:lnTo>
                    <a:lnTo>
                      <a:pt x="1319" y="522"/>
                    </a:lnTo>
                    <a:lnTo>
                      <a:pt x="1335" y="468"/>
                    </a:lnTo>
                    <a:lnTo>
                      <a:pt x="1381" y="376"/>
                    </a:lnTo>
                    <a:lnTo>
                      <a:pt x="1412" y="391"/>
                    </a:lnTo>
                    <a:lnTo>
                      <a:pt x="1427" y="361"/>
                    </a:lnTo>
                    <a:lnTo>
                      <a:pt x="1442" y="284"/>
                    </a:lnTo>
                    <a:lnTo>
                      <a:pt x="1450" y="238"/>
                    </a:lnTo>
                    <a:lnTo>
                      <a:pt x="1442" y="184"/>
                    </a:lnTo>
                    <a:lnTo>
                      <a:pt x="1435" y="138"/>
                    </a:lnTo>
                    <a:lnTo>
                      <a:pt x="1412" y="92"/>
                    </a:lnTo>
                    <a:lnTo>
                      <a:pt x="1404" y="92"/>
                    </a:lnTo>
                    <a:lnTo>
                      <a:pt x="1396" y="84"/>
                    </a:lnTo>
                    <a:lnTo>
                      <a:pt x="1358" y="54"/>
                    </a:lnTo>
                    <a:lnTo>
                      <a:pt x="1312" y="31"/>
                    </a:lnTo>
                    <a:lnTo>
                      <a:pt x="1243" y="8"/>
                    </a:lnTo>
                    <a:lnTo>
                      <a:pt x="1212" y="8"/>
                    </a:lnTo>
                    <a:lnTo>
                      <a:pt x="1181" y="8"/>
                    </a:lnTo>
                    <a:lnTo>
                      <a:pt x="1151" y="0"/>
                    </a:lnTo>
                    <a:lnTo>
                      <a:pt x="1105" y="0"/>
                    </a:lnTo>
                    <a:lnTo>
                      <a:pt x="1051" y="15"/>
                    </a:lnTo>
                    <a:lnTo>
                      <a:pt x="1020" y="31"/>
                    </a:lnTo>
                    <a:lnTo>
                      <a:pt x="997" y="46"/>
                    </a:lnTo>
                    <a:lnTo>
                      <a:pt x="959" y="54"/>
                    </a:lnTo>
                    <a:lnTo>
                      <a:pt x="928" y="61"/>
                    </a:lnTo>
                    <a:lnTo>
                      <a:pt x="890" y="77"/>
                    </a:lnTo>
                    <a:lnTo>
                      <a:pt x="859" y="100"/>
                    </a:lnTo>
                    <a:lnTo>
                      <a:pt x="829" y="138"/>
                    </a:lnTo>
                    <a:lnTo>
                      <a:pt x="806" y="192"/>
                    </a:lnTo>
                    <a:lnTo>
                      <a:pt x="790" y="261"/>
                    </a:lnTo>
                    <a:lnTo>
                      <a:pt x="782" y="345"/>
                    </a:lnTo>
                    <a:lnTo>
                      <a:pt x="775" y="391"/>
                    </a:lnTo>
                    <a:lnTo>
                      <a:pt x="759" y="445"/>
                    </a:lnTo>
                    <a:lnTo>
                      <a:pt x="736" y="483"/>
                    </a:lnTo>
                    <a:lnTo>
                      <a:pt x="721" y="499"/>
                    </a:lnTo>
                    <a:lnTo>
                      <a:pt x="706" y="514"/>
                    </a:lnTo>
                    <a:lnTo>
                      <a:pt x="690" y="522"/>
                    </a:lnTo>
                    <a:lnTo>
                      <a:pt x="667" y="522"/>
                    </a:lnTo>
                    <a:lnTo>
                      <a:pt x="644" y="514"/>
                    </a:lnTo>
                    <a:lnTo>
                      <a:pt x="614" y="506"/>
                    </a:lnTo>
                    <a:lnTo>
                      <a:pt x="614" y="529"/>
                    </a:lnTo>
                    <a:lnTo>
                      <a:pt x="621" y="545"/>
                    </a:lnTo>
                    <a:lnTo>
                      <a:pt x="629" y="568"/>
                    </a:lnTo>
                    <a:lnTo>
                      <a:pt x="644" y="591"/>
                    </a:lnTo>
                    <a:lnTo>
                      <a:pt x="675" y="606"/>
                    </a:lnTo>
                    <a:lnTo>
                      <a:pt x="713" y="621"/>
                    </a:lnTo>
                    <a:lnTo>
                      <a:pt x="775" y="621"/>
                    </a:lnTo>
                    <a:lnTo>
                      <a:pt x="713" y="690"/>
                    </a:lnTo>
                    <a:lnTo>
                      <a:pt x="706" y="706"/>
                    </a:lnTo>
                    <a:lnTo>
                      <a:pt x="713" y="713"/>
                    </a:lnTo>
                    <a:lnTo>
                      <a:pt x="713" y="729"/>
                    </a:lnTo>
                    <a:lnTo>
                      <a:pt x="729" y="713"/>
                    </a:lnTo>
                    <a:lnTo>
                      <a:pt x="736" y="713"/>
                    </a:lnTo>
                    <a:lnTo>
                      <a:pt x="591" y="805"/>
                    </a:lnTo>
                    <a:lnTo>
                      <a:pt x="445" y="882"/>
                    </a:lnTo>
                    <a:lnTo>
                      <a:pt x="422" y="913"/>
                    </a:lnTo>
                    <a:lnTo>
                      <a:pt x="399" y="943"/>
                    </a:lnTo>
                    <a:lnTo>
                      <a:pt x="376" y="974"/>
                    </a:lnTo>
                    <a:lnTo>
                      <a:pt x="361" y="1012"/>
                    </a:lnTo>
                    <a:lnTo>
                      <a:pt x="338" y="1097"/>
                    </a:lnTo>
                    <a:lnTo>
                      <a:pt x="322" y="1189"/>
                    </a:lnTo>
                    <a:lnTo>
                      <a:pt x="292" y="1335"/>
                    </a:lnTo>
                    <a:lnTo>
                      <a:pt x="269" y="1534"/>
                    </a:lnTo>
                    <a:lnTo>
                      <a:pt x="246" y="1703"/>
                    </a:lnTo>
                    <a:lnTo>
                      <a:pt x="230" y="1795"/>
                    </a:lnTo>
                    <a:lnTo>
                      <a:pt x="230" y="1879"/>
                    </a:lnTo>
                    <a:lnTo>
                      <a:pt x="253" y="2017"/>
                    </a:lnTo>
                    <a:lnTo>
                      <a:pt x="292" y="2263"/>
                    </a:lnTo>
                    <a:lnTo>
                      <a:pt x="299" y="2324"/>
                    </a:lnTo>
                    <a:lnTo>
                      <a:pt x="307" y="2393"/>
                    </a:lnTo>
                    <a:lnTo>
                      <a:pt x="315" y="2454"/>
                    </a:lnTo>
                    <a:lnTo>
                      <a:pt x="330" y="2478"/>
                    </a:lnTo>
                    <a:lnTo>
                      <a:pt x="338" y="2485"/>
                    </a:lnTo>
                    <a:lnTo>
                      <a:pt x="361" y="2485"/>
                    </a:lnTo>
                    <a:lnTo>
                      <a:pt x="391" y="2493"/>
                    </a:lnTo>
                    <a:lnTo>
                      <a:pt x="407" y="2508"/>
                    </a:lnTo>
                    <a:lnTo>
                      <a:pt x="414" y="2531"/>
                    </a:lnTo>
                    <a:lnTo>
                      <a:pt x="414" y="2562"/>
                    </a:lnTo>
                    <a:lnTo>
                      <a:pt x="54" y="2577"/>
                    </a:lnTo>
                    <a:lnTo>
                      <a:pt x="61" y="2623"/>
                    </a:lnTo>
                    <a:lnTo>
                      <a:pt x="0" y="2631"/>
                    </a:lnTo>
                    <a:lnTo>
                      <a:pt x="38" y="2815"/>
                    </a:lnTo>
                    <a:close/>
                    <a:moveTo>
                      <a:pt x="1404" y="537"/>
                    </a:moveTo>
                    <a:lnTo>
                      <a:pt x="1404" y="537"/>
                    </a:lnTo>
                    <a:lnTo>
                      <a:pt x="1419" y="575"/>
                    </a:lnTo>
                    <a:lnTo>
                      <a:pt x="1396" y="560"/>
                    </a:lnTo>
                    <a:lnTo>
                      <a:pt x="1404" y="537"/>
                    </a:lnTo>
                    <a:close/>
                    <a:moveTo>
                      <a:pt x="1373" y="614"/>
                    </a:moveTo>
                    <a:lnTo>
                      <a:pt x="1373" y="614"/>
                    </a:lnTo>
                    <a:lnTo>
                      <a:pt x="1381" y="606"/>
                    </a:lnTo>
                    <a:lnTo>
                      <a:pt x="1419" y="637"/>
                    </a:lnTo>
                    <a:lnTo>
                      <a:pt x="1389" y="629"/>
                    </a:lnTo>
                    <a:lnTo>
                      <a:pt x="1373" y="621"/>
                    </a:lnTo>
                    <a:lnTo>
                      <a:pt x="1373" y="614"/>
                    </a:lnTo>
                    <a:close/>
                    <a:moveTo>
                      <a:pt x="1396" y="721"/>
                    </a:moveTo>
                    <a:lnTo>
                      <a:pt x="1396" y="721"/>
                    </a:lnTo>
                    <a:lnTo>
                      <a:pt x="1381" y="683"/>
                    </a:lnTo>
                    <a:lnTo>
                      <a:pt x="1366" y="660"/>
                    </a:lnTo>
                    <a:lnTo>
                      <a:pt x="1366" y="652"/>
                    </a:lnTo>
                    <a:lnTo>
                      <a:pt x="1358" y="652"/>
                    </a:lnTo>
                    <a:lnTo>
                      <a:pt x="1366" y="637"/>
                    </a:lnTo>
                    <a:lnTo>
                      <a:pt x="1412" y="667"/>
                    </a:lnTo>
                    <a:lnTo>
                      <a:pt x="1442" y="690"/>
                    </a:lnTo>
                    <a:lnTo>
                      <a:pt x="1458" y="713"/>
                    </a:lnTo>
                    <a:lnTo>
                      <a:pt x="1458" y="729"/>
                    </a:lnTo>
                    <a:lnTo>
                      <a:pt x="1450" y="752"/>
                    </a:lnTo>
                    <a:lnTo>
                      <a:pt x="1435" y="790"/>
                    </a:lnTo>
                    <a:lnTo>
                      <a:pt x="1427" y="790"/>
                    </a:lnTo>
                    <a:lnTo>
                      <a:pt x="1419" y="767"/>
                    </a:lnTo>
                    <a:lnTo>
                      <a:pt x="1396" y="721"/>
                    </a:lnTo>
                    <a:close/>
                    <a:moveTo>
                      <a:pt x="483" y="1749"/>
                    </a:moveTo>
                    <a:lnTo>
                      <a:pt x="483" y="1749"/>
                    </a:lnTo>
                    <a:lnTo>
                      <a:pt x="483" y="1733"/>
                    </a:lnTo>
                    <a:lnTo>
                      <a:pt x="476" y="1718"/>
                    </a:lnTo>
                    <a:lnTo>
                      <a:pt x="468" y="1703"/>
                    </a:lnTo>
                    <a:lnTo>
                      <a:pt x="468" y="1687"/>
                    </a:lnTo>
                    <a:lnTo>
                      <a:pt x="499" y="1572"/>
                    </a:lnTo>
                    <a:lnTo>
                      <a:pt x="545" y="1381"/>
                    </a:lnTo>
                    <a:lnTo>
                      <a:pt x="598" y="1511"/>
                    </a:lnTo>
                    <a:lnTo>
                      <a:pt x="644" y="1641"/>
                    </a:lnTo>
                    <a:lnTo>
                      <a:pt x="660" y="1710"/>
                    </a:lnTo>
                    <a:lnTo>
                      <a:pt x="667" y="1764"/>
                    </a:lnTo>
                    <a:lnTo>
                      <a:pt x="675" y="1818"/>
                    </a:lnTo>
                    <a:lnTo>
                      <a:pt x="667" y="1864"/>
                    </a:lnTo>
                    <a:lnTo>
                      <a:pt x="652" y="1910"/>
                    </a:lnTo>
                    <a:lnTo>
                      <a:pt x="621" y="1964"/>
                    </a:lnTo>
                    <a:lnTo>
                      <a:pt x="583" y="2040"/>
                    </a:lnTo>
                    <a:lnTo>
                      <a:pt x="545" y="2086"/>
                    </a:lnTo>
                    <a:lnTo>
                      <a:pt x="606" y="2079"/>
                    </a:lnTo>
                    <a:lnTo>
                      <a:pt x="591" y="2148"/>
                    </a:lnTo>
                    <a:lnTo>
                      <a:pt x="552" y="2293"/>
                    </a:lnTo>
                    <a:lnTo>
                      <a:pt x="499" y="2033"/>
                    </a:lnTo>
                    <a:lnTo>
                      <a:pt x="460" y="1856"/>
                    </a:lnTo>
                    <a:lnTo>
                      <a:pt x="460" y="1833"/>
                    </a:lnTo>
                    <a:lnTo>
                      <a:pt x="468" y="1818"/>
                    </a:lnTo>
                    <a:lnTo>
                      <a:pt x="468" y="1803"/>
                    </a:lnTo>
                    <a:lnTo>
                      <a:pt x="460" y="1795"/>
                    </a:lnTo>
                    <a:lnTo>
                      <a:pt x="453" y="1780"/>
                    </a:lnTo>
                    <a:lnTo>
                      <a:pt x="445" y="1772"/>
                    </a:lnTo>
                    <a:lnTo>
                      <a:pt x="468" y="1772"/>
                    </a:lnTo>
                    <a:lnTo>
                      <a:pt x="476" y="1764"/>
                    </a:lnTo>
                    <a:lnTo>
                      <a:pt x="483" y="17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12" name="Freeform 2125"/>
              <p:cNvSpPr>
                <a:spLocks/>
              </p:cNvSpPr>
              <p:nvPr/>
            </p:nvSpPr>
            <p:spPr bwMode="auto">
              <a:xfrm>
                <a:off x="3327400" y="1331913"/>
                <a:ext cx="790575" cy="766762"/>
              </a:xfrm>
              <a:custGeom>
                <a:avLst/>
                <a:gdLst>
                  <a:gd name="T0" fmla="*/ 353 w 498"/>
                  <a:gd name="T1" fmla="*/ 184 h 483"/>
                  <a:gd name="T2" fmla="*/ 353 w 498"/>
                  <a:gd name="T3" fmla="*/ 92 h 483"/>
                  <a:gd name="T4" fmla="*/ 406 w 498"/>
                  <a:gd name="T5" fmla="*/ 153 h 483"/>
                  <a:gd name="T6" fmla="*/ 498 w 498"/>
                  <a:gd name="T7" fmla="*/ 283 h 483"/>
                  <a:gd name="T8" fmla="*/ 376 w 498"/>
                  <a:gd name="T9" fmla="*/ 237 h 483"/>
                  <a:gd name="T10" fmla="*/ 383 w 498"/>
                  <a:gd name="T11" fmla="*/ 283 h 483"/>
                  <a:gd name="T12" fmla="*/ 383 w 498"/>
                  <a:gd name="T13" fmla="*/ 352 h 483"/>
                  <a:gd name="T14" fmla="*/ 360 w 498"/>
                  <a:gd name="T15" fmla="*/ 483 h 483"/>
                  <a:gd name="T16" fmla="*/ 307 w 498"/>
                  <a:gd name="T17" fmla="*/ 429 h 483"/>
                  <a:gd name="T18" fmla="*/ 222 w 498"/>
                  <a:gd name="T19" fmla="*/ 360 h 483"/>
                  <a:gd name="T20" fmla="*/ 199 w 498"/>
                  <a:gd name="T21" fmla="*/ 283 h 483"/>
                  <a:gd name="T22" fmla="*/ 161 w 498"/>
                  <a:gd name="T23" fmla="*/ 222 h 483"/>
                  <a:gd name="T24" fmla="*/ 53 w 498"/>
                  <a:gd name="T25" fmla="*/ 345 h 483"/>
                  <a:gd name="T26" fmla="*/ 0 w 498"/>
                  <a:gd name="T27" fmla="*/ 84 h 483"/>
                  <a:gd name="T28" fmla="*/ 69 w 498"/>
                  <a:gd name="T29" fmla="*/ 0 h 483"/>
                  <a:gd name="T30" fmla="*/ 130 w 498"/>
                  <a:gd name="T31" fmla="*/ 92 h 483"/>
                  <a:gd name="T32" fmla="*/ 207 w 498"/>
                  <a:gd name="T33" fmla="*/ 207 h 483"/>
                  <a:gd name="T34" fmla="*/ 261 w 498"/>
                  <a:gd name="T35" fmla="*/ 291 h 483"/>
                  <a:gd name="T36" fmla="*/ 314 w 498"/>
                  <a:gd name="T37" fmla="*/ 383 h 483"/>
                  <a:gd name="T38" fmla="*/ 353 w 498"/>
                  <a:gd name="T39" fmla="*/ 460 h 483"/>
                  <a:gd name="T40" fmla="*/ 345 w 498"/>
                  <a:gd name="T41" fmla="*/ 352 h 483"/>
                  <a:gd name="T42" fmla="*/ 345 w 498"/>
                  <a:gd name="T43" fmla="*/ 253 h 483"/>
                  <a:gd name="T44" fmla="*/ 353 w 498"/>
                  <a:gd name="T45" fmla="*/ 184 h 48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98"/>
                  <a:gd name="T70" fmla="*/ 0 h 483"/>
                  <a:gd name="T71" fmla="*/ 498 w 498"/>
                  <a:gd name="T72" fmla="*/ 483 h 48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98" h="483">
                    <a:moveTo>
                      <a:pt x="353" y="184"/>
                    </a:moveTo>
                    <a:lnTo>
                      <a:pt x="353" y="92"/>
                    </a:lnTo>
                    <a:lnTo>
                      <a:pt x="406" y="153"/>
                    </a:lnTo>
                    <a:lnTo>
                      <a:pt x="498" y="283"/>
                    </a:lnTo>
                    <a:lnTo>
                      <a:pt x="376" y="237"/>
                    </a:lnTo>
                    <a:lnTo>
                      <a:pt x="383" y="283"/>
                    </a:lnTo>
                    <a:lnTo>
                      <a:pt x="383" y="352"/>
                    </a:lnTo>
                    <a:lnTo>
                      <a:pt x="360" y="483"/>
                    </a:lnTo>
                    <a:lnTo>
                      <a:pt x="307" y="429"/>
                    </a:lnTo>
                    <a:lnTo>
                      <a:pt x="222" y="360"/>
                    </a:lnTo>
                    <a:lnTo>
                      <a:pt x="199" y="283"/>
                    </a:lnTo>
                    <a:lnTo>
                      <a:pt x="161" y="222"/>
                    </a:lnTo>
                    <a:lnTo>
                      <a:pt x="53" y="345"/>
                    </a:lnTo>
                    <a:lnTo>
                      <a:pt x="0" y="84"/>
                    </a:lnTo>
                    <a:lnTo>
                      <a:pt x="69" y="0"/>
                    </a:lnTo>
                    <a:lnTo>
                      <a:pt x="130" y="92"/>
                    </a:lnTo>
                    <a:lnTo>
                      <a:pt x="207" y="207"/>
                    </a:lnTo>
                    <a:lnTo>
                      <a:pt x="261" y="291"/>
                    </a:lnTo>
                    <a:lnTo>
                      <a:pt x="314" y="383"/>
                    </a:lnTo>
                    <a:lnTo>
                      <a:pt x="353" y="460"/>
                    </a:lnTo>
                    <a:lnTo>
                      <a:pt x="345" y="352"/>
                    </a:lnTo>
                    <a:lnTo>
                      <a:pt x="345" y="253"/>
                    </a:lnTo>
                    <a:lnTo>
                      <a:pt x="353" y="18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51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smtClean="0"/>
              <a:t>1. </a:t>
            </a:r>
            <a:r>
              <a:rPr lang="zh-CN" altLang="en-US" sz="2400" dirty="0" smtClean="0"/>
              <a:t>不</a:t>
            </a:r>
            <a:r>
              <a:rPr lang="zh-CN" altLang="en-US" sz="2400" dirty="0"/>
              <a:t>同年代之间的差异和冲突，在</a:t>
            </a:r>
            <a:r>
              <a:rPr lang="en-US" altLang="zh-CN" sz="2400" dirty="0"/>
              <a:t>90</a:t>
            </a:r>
            <a:r>
              <a:rPr lang="zh-CN" altLang="en-US" sz="2400" dirty="0"/>
              <a:t>后这一代表现得特别明显。</a:t>
            </a:r>
            <a:endParaRPr lang="en-US"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29269455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790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48000" y="1428750"/>
            <a:ext cx="2923237" cy="3505200"/>
            <a:chOff x="3078607" y="1352550"/>
            <a:chExt cx="2986786" cy="3581400"/>
          </a:xfrm>
        </p:grpSpPr>
        <p:sp>
          <p:nvSpPr>
            <p:cNvPr id="8" name="Freeform 7"/>
            <p:cNvSpPr/>
            <p:nvPr/>
          </p:nvSpPr>
          <p:spPr>
            <a:xfrm>
              <a:off x="3078607" y="1444052"/>
              <a:ext cx="1221867" cy="678815"/>
            </a:xfrm>
            <a:custGeom>
              <a:avLst/>
              <a:gdLst>
                <a:gd name="connsiteX0" fmla="*/ 0 w 1221867"/>
                <a:gd name="connsiteY0" fmla="*/ 67882 h 678815"/>
                <a:gd name="connsiteX1" fmla="*/ 67882 w 1221867"/>
                <a:gd name="connsiteY1" fmla="*/ 0 h 678815"/>
                <a:gd name="connsiteX2" fmla="*/ 1153986 w 1221867"/>
                <a:gd name="connsiteY2" fmla="*/ 0 h 678815"/>
                <a:gd name="connsiteX3" fmla="*/ 1221868 w 1221867"/>
                <a:gd name="connsiteY3" fmla="*/ 67882 h 678815"/>
                <a:gd name="connsiteX4" fmla="*/ 1221867 w 1221867"/>
                <a:gd name="connsiteY4" fmla="*/ 610934 h 678815"/>
                <a:gd name="connsiteX5" fmla="*/ 1153985 w 1221867"/>
                <a:gd name="connsiteY5" fmla="*/ 678816 h 678815"/>
                <a:gd name="connsiteX6" fmla="*/ 67882 w 1221867"/>
                <a:gd name="connsiteY6" fmla="*/ 678815 h 678815"/>
                <a:gd name="connsiteX7" fmla="*/ 0 w 1221867"/>
                <a:gd name="connsiteY7" fmla="*/ 610933 h 678815"/>
                <a:gd name="connsiteX8" fmla="*/ 0 w 1221867"/>
                <a:gd name="connsiteY8" fmla="*/ 67882 h 6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678815">
                  <a:moveTo>
                    <a:pt x="0" y="67882"/>
                  </a:moveTo>
                  <a:cubicBezTo>
                    <a:pt x="0" y="30392"/>
                    <a:pt x="30392" y="0"/>
                    <a:pt x="67882" y="0"/>
                  </a:cubicBezTo>
                  <a:lnTo>
                    <a:pt x="1153986" y="0"/>
                  </a:lnTo>
                  <a:cubicBezTo>
                    <a:pt x="1191476" y="0"/>
                    <a:pt x="1221868" y="30392"/>
                    <a:pt x="1221868" y="67882"/>
                  </a:cubicBezTo>
                  <a:cubicBezTo>
                    <a:pt x="1221868" y="248899"/>
                    <a:pt x="1221867" y="429917"/>
                    <a:pt x="1221867" y="610934"/>
                  </a:cubicBezTo>
                  <a:cubicBezTo>
                    <a:pt x="1221867" y="648424"/>
                    <a:pt x="1191475" y="678816"/>
                    <a:pt x="1153985" y="678816"/>
                  </a:cubicBezTo>
                  <a:lnTo>
                    <a:pt x="67882" y="678815"/>
                  </a:lnTo>
                  <a:cubicBezTo>
                    <a:pt x="30392" y="678815"/>
                    <a:pt x="0" y="648423"/>
                    <a:pt x="0" y="610933"/>
                  </a:cubicBezTo>
                  <a:lnTo>
                    <a:pt x="0" y="67882"/>
                  </a:lnTo>
                  <a:close/>
                </a:path>
              </a:pathLst>
            </a:custGeom>
            <a:solidFill>
              <a:schemeClr val="bg1">
                <a:lumMod val="5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512" tIns="107512" rIns="107512" bIns="107512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b="0" kern="1200" dirty="0" smtClean="0">
                  <a:solidFill>
                    <a:schemeClr val="bg1"/>
                  </a:solidFill>
                </a:rPr>
                <a:t>90</a:t>
              </a:r>
              <a:r>
                <a:rPr lang="zh-CN" altLang="en-US" sz="2300" b="0" kern="1200" dirty="0" smtClean="0">
                  <a:solidFill>
                    <a:schemeClr val="bg1"/>
                  </a:solidFill>
                </a:rPr>
                <a:t>前</a:t>
              </a:r>
              <a:endParaRPr lang="en-US" sz="2300" b="0" kern="1200" dirty="0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843526" y="1352550"/>
              <a:ext cx="1221867" cy="678815"/>
            </a:xfrm>
            <a:custGeom>
              <a:avLst/>
              <a:gdLst>
                <a:gd name="connsiteX0" fmla="*/ 0 w 1221867"/>
                <a:gd name="connsiteY0" fmla="*/ 67882 h 678815"/>
                <a:gd name="connsiteX1" fmla="*/ 67882 w 1221867"/>
                <a:gd name="connsiteY1" fmla="*/ 0 h 678815"/>
                <a:gd name="connsiteX2" fmla="*/ 1153986 w 1221867"/>
                <a:gd name="connsiteY2" fmla="*/ 0 h 678815"/>
                <a:gd name="connsiteX3" fmla="*/ 1221868 w 1221867"/>
                <a:gd name="connsiteY3" fmla="*/ 67882 h 678815"/>
                <a:gd name="connsiteX4" fmla="*/ 1221867 w 1221867"/>
                <a:gd name="connsiteY4" fmla="*/ 610934 h 678815"/>
                <a:gd name="connsiteX5" fmla="*/ 1153985 w 1221867"/>
                <a:gd name="connsiteY5" fmla="*/ 678816 h 678815"/>
                <a:gd name="connsiteX6" fmla="*/ 67882 w 1221867"/>
                <a:gd name="connsiteY6" fmla="*/ 678815 h 678815"/>
                <a:gd name="connsiteX7" fmla="*/ 0 w 1221867"/>
                <a:gd name="connsiteY7" fmla="*/ 610933 h 678815"/>
                <a:gd name="connsiteX8" fmla="*/ 0 w 1221867"/>
                <a:gd name="connsiteY8" fmla="*/ 67882 h 6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678815">
                  <a:moveTo>
                    <a:pt x="0" y="67882"/>
                  </a:moveTo>
                  <a:cubicBezTo>
                    <a:pt x="0" y="30392"/>
                    <a:pt x="30392" y="0"/>
                    <a:pt x="67882" y="0"/>
                  </a:cubicBezTo>
                  <a:lnTo>
                    <a:pt x="1153986" y="0"/>
                  </a:lnTo>
                  <a:cubicBezTo>
                    <a:pt x="1191476" y="0"/>
                    <a:pt x="1221868" y="30392"/>
                    <a:pt x="1221868" y="67882"/>
                  </a:cubicBezTo>
                  <a:cubicBezTo>
                    <a:pt x="1221868" y="248899"/>
                    <a:pt x="1221867" y="429917"/>
                    <a:pt x="1221867" y="610934"/>
                  </a:cubicBezTo>
                  <a:cubicBezTo>
                    <a:pt x="1221867" y="648424"/>
                    <a:pt x="1191475" y="678816"/>
                    <a:pt x="1153985" y="678816"/>
                  </a:cubicBezTo>
                  <a:lnTo>
                    <a:pt x="67882" y="678815"/>
                  </a:lnTo>
                  <a:cubicBezTo>
                    <a:pt x="30392" y="678815"/>
                    <a:pt x="0" y="648423"/>
                    <a:pt x="0" y="610933"/>
                  </a:cubicBezTo>
                  <a:lnTo>
                    <a:pt x="0" y="67882"/>
                  </a:lnTo>
                  <a:close/>
                </a:path>
              </a:pathLst>
            </a:custGeom>
            <a:solidFill>
              <a:schemeClr val="bg1">
                <a:lumMod val="5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512" tIns="107512" rIns="107512" bIns="107512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b="0" kern="1200" dirty="0" smtClean="0">
                  <a:solidFill>
                    <a:schemeClr val="bg1"/>
                  </a:solidFill>
                </a:rPr>
                <a:t>90</a:t>
              </a:r>
              <a:r>
                <a:rPr lang="zh-CN" altLang="en-US" sz="2300" b="0" kern="1200" dirty="0" smtClean="0">
                  <a:solidFill>
                    <a:schemeClr val="bg1"/>
                  </a:solidFill>
                </a:rPr>
                <a:t>后</a:t>
              </a:r>
              <a:endParaRPr lang="en-US" sz="2300" b="0" kern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317444" y="4424839"/>
              <a:ext cx="509111" cy="509111"/>
            </a:xfrm>
            <a:prstGeom prst="triangle">
              <a:avLst/>
            </a:prstGeom>
            <a:solidFill>
              <a:schemeClr val="bg1">
                <a:lumMod val="5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Rectangle 10"/>
            <p:cNvSpPr/>
            <p:nvPr/>
          </p:nvSpPr>
          <p:spPr>
            <a:xfrm rot="21239504">
              <a:off x="3207471" y="4178444"/>
              <a:ext cx="2754886" cy="213824"/>
            </a:xfrm>
            <a:prstGeom prst="rect">
              <a:avLst/>
            </a:prstGeom>
            <a:solidFill>
              <a:schemeClr val="bg1">
                <a:lumMod val="6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4843526" y="3373146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高兴</a:t>
              </a:r>
              <a:endParaRPr lang="en-US" sz="1800" kern="1200" dirty="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4843526" y="2762213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对话</a:t>
              </a:r>
              <a:endParaRPr lang="en-US" sz="1800" kern="1200"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843526" y="2151279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权利</a:t>
              </a:r>
              <a:endParaRPr lang="en-US" sz="1800" kern="1200" dirty="0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3078607" y="3464648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高薪</a:t>
              </a:r>
              <a:endParaRPr lang="en-US" sz="1800" kern="1200" dirty="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3078607" y="2853715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控制</a:t>
              </a:r>
              <a:endParaRPr lang="en-US" sz="1800" kern="1200" dirty="0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3078607" y="2242781"/>
              <a:ext cx="1221867" cy="570204"/>
            </a:xfrm>
            <a:custGeom>
              <a:avLst/>
              <a:gdLst>
                <a:gd name="connsiteX0" fmla="*/ 0 w 1221867"/>
                <a:gd name="connsiteY0" fmla="*/ 95036 h 570204"/>
                <a:gd name="connsiteX1" fmla="*/ 95036 w 1221867"/>
                <a:gd name="connsiteY1" fmla="*/ 0 h 570204"/>
                <a:gd name="connsiteX2" fmla="*/ 1126831 w 1221867"/>
                <a:gd name="connsiteY2" fmla="*/ 0 h 570204"/>
                <a:gd name="connsiteX3" fmla="*/ 1221867 w 1221867"/>
                <a:gd name="connsiteY3" fmla="*/ 95036 h 570204"/>
                <a:gd name="connsiteX4" fmla="*/ 1221867 w 1221867"/>
                <a:gd name="connsiteY4" fmla="*/ 475168 h 570204"/>
                <a:gd name="connsiteX5" fmla="*/ 1126831 w 1221867"/>
                <a:gd name="connsiteY5" fmla="*/ 570204 h 570204"/>
                <a:gd name="connsiteX6" fmla="*/ 95036 w 1221867"/>
                <a:gd name="connsiteY6" fmla="*/ 570204 h 570204"/>
                <a:gd name="connsiteX7" fmla="*/ 0 w 1221867"/>
                <a:gd name="connsiteY7" fmla="*/ 475168 h 570204"/>
                <a:gd name="connsiteX8" fmla="*/ 0 w 1221867"/>
                <a:gd name="connsiteY8" fmla="*/ 95036 h 57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867" h="570204">
                  <a:moveTo>
                    <a:pt x="0" y="95036"/>
                  </a:moveTo>
                  <a:cubicBezTo>
                    <a:pt x="0" y="42549"/>
                    <a:pt x="42549" y="0"/>
                    <a:pt x="95036" y="0"/>
                  </a:cubicBezTo>
                  <a:lnTo>
                    <a:pt x="1126831" y="0"/>
                  </a:lnTo>
                  <a:cubicBezTo>
                    <a:pt x="1179318" y="0"/>
                    <a:pt x="1221867" y="42549"/>
                    <a:pt x="1221867" y="95036"/>
                  </a:cubicBezTo>
                  <a:lnTo>
                    <a:pt x="1221867" y="475168"/>
                  </a:lnTo>
                  <a:cubicBezTo>
                    <a:pt x="1221867" y="527655"/>
                    <a:pt x="1179318" y="570204"/>
                    <a:pt x="1126831" y="570204"/>
                  </a:cubicBezTo>
                  <a:lnTo>
                    <a:pt x="95036" y="570204"/>
                  </a:lnTo>
                  <a:cubicBezTo>
                    <a:pt x="42549" y="570204"/>
                    <a:pt x="0" y="527655"/>
                    <a:pt x="0" y="475168"/>
                  </a:cubicBezTo>
                  <a:lnTo>
                    <a:pt x="0" y="950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415" tIns="96415" rIns="96415" bIns="96415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kern="1200" dirty="0" smtClean="0"/>
                <a:t>利益</a:t>
              </a:r>
              <a:endParaRPr lang="en-US" sz="1800" kern="12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巨大的差异和冲突，如何平衡？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9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95400" y="1276350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6600" dirty="0">
                <a:solidFill>
                  <a:prstClr val="white"/>
                </a:solidFill>
              </a:rPr>
              <a:t>Part </a:t>
            </a:r>
            <a:r>
              <a:rPr lang="en-US" sz="6600" dirty="0" smtClean="0">
                <a:solidFill>
                  <a:prstClr val="white"/>
                </a:solidFill>
              </a:rPr>
              <a:t>2</a:t>
            </a:r>
            <a:endParaRPr lang="en-US" sz="6600" dirty="0">
              <a:solidFill>
                <a:prstClr val="white"/>
              </a:solidFill>
            </a:endParaRPr>
          </a:p>
          <a:p>
            <a:pPr lvl="0"/>
            <a:r>
              <a:rPr lang="zh-CN" altLang="en-US" sz="4800" b="1" dirty="0">
                <a:solidFill>
                  <a:prstClr val="white"/>
                </a:solidFill>
              </a:rPr>
              <a:t>软</a:t>
            </a:r>
            <a:r>
              <a:rPr lang="zh-CN" altLang="en-US" sz="4800" b="1" dirty="0" smtClean="0">
                <a:solidFill>
                  <a:prstClr val="white"/>
                </a:solidFill>
              </a:rPr>
              <a:t>化冲突</a:t>
            </a:r>
            <a:endParaRPr lang="en-US" sz="4800" b="1" dirty="0">
              <a:solidFill>
                <a:prstClr val="white"/>
              </a:solidFill>
            </a:endParaRPr>
          </a:p>
        </p:txBody>
      </p:sp>
      <p:grpSp>
        <p:nvGrpSpPr>
          <p:cNvPr id="7" name="组合 1359"/>
          <p:cNvGrpSpPr>
            <a:grpSpLocks/>
          </p:cNvGrpSpPr>
          <p:nvPr/>
        </p:nvGrpSpPr>
        <p:grpSpPr bwMode="auto">
          <a:xfrm>
            <a:off x="5105400" y="2921977"/>
            <a:ext cx="3252445" cy="2240573"/>
            <a:chOff x="1025526" y="428625"/>
            <a:chExt cx="6246812" cy="4303713"/>
          </a:xfrm>
          <a:solidFill>
            <a:srgbClr val="00B0F0"/>
          </a:solidFill>
        </p:grpSpPr>
        <p:sp>
          <p:nvSpPr>
            <p:cNvPr id="8" name="Freeform 2990"/>
            <p:cNvSpPr>
              <a:spLocks/>
            </p:cNvSpPr>
            <p:nvPr/>
          </p:nvSpPr>
          <p:spPr bwMode="auto">
            <a:xfrm>
              <a:off x="1947863" y="3709988"/>
              <a:ext cx="25400" cy="38100"/>
            </a:xfrm>
            <a:custGeom>
              <a:avLst/>
              <a:gdLst>
                <a:gd name="T0" fmla="*/ 0 w 16"/>
                <a:gd name="T1" fmla="*/ 0 h 24"/>
                <a:gd name="T2" fmla="*/ 0 w 16"/>
                <a:gd name="T3" fmla="*/ 0 h 24"/>
                <a:gd name="T4" fmla="*/ 8 w 16"/>
                <a:gd name="T5" fmla="*/ 0 h 24"/>
                <a:gd name="T6" fmla="*/ 16 w 16"/>
                <a:gd name="T7" fmla="*/ 8 h 24"/>
                <a:gd name="T8" fmla="*/ 16 w 16"/>
                <a:gd name="T9" fmla="*/ 16 h 24"/>
                <a:gd name="T10" fmla="*/ 16 w 16"/>
                <a:gd name="T11" fmla="*/ 24 h 24"/>
                <a:gd name="T12" fmla="*/ 16 w 16"/>
                <a:gd name="T13" fmla="*/ 24 h 24"/>
                <a:gd name="T14" fmla="*/ 0 w 16"/>
                <a:gd name="T15" fmla="*/ 16 h 24"/>
                <a:gd name="T16" fmla="*/ 0 w 16"/>
                <a:gd name="T17" fmla="*/ 0 h 24"/>
                <a:gd name="T18" fmla="*/ 0 w 16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24"/>
                <a:gd name="T32" fmla="*/ 16 w 16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24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1" name="Freeform 2991"/>
            <p:cNvSpPr>
              <a:spLocks/>
            </p:cNvSpPr>
            <p:nvPr/>
          </p:nvSpPr>
          <p:spPr bwMode="auto">
            <a:xfrm>
              <a:off x="1997076" y="3722688"/>
              <a:ext cx="25400" cy="36513"/>
            </a:xfrm>
            <a:custGeom>
              <a:avLst/>
              <a:gdLst>
                <a:gd name="T0" fmla="*/ 0 w 16"/>
                <a:gd name="T1" fmla="*/ 0 h 23"/>
                <a:gd name="T2" fmla="*/ 0 w 16"/>
                <a:gd name="T3" fmla="*/ 0 h 23"/>
                <a:gd name="T4" fmla="*/ 16 w 16"/>
                <a:gd name="T5" fmla="*/ 8 h 23"/>
                <a:gd name="T6" fmla="*/ 16 w 16"/>
                <a:gd name="T7" fmla="*/ 23 h 23"/>
                <a:gd name="T8" fmla="*/ 16 w 16"/>
                <a:gd name="T9" fmla="*/ 23 h 23"/>
                <a:gd name="T10" fmla="*/ 8 w 16"/>
                <a:gd name="T11" fmla="*/ 23 h 23"/>
                <a:gd name="T12" fmla="*/ 0 w 16"/>
                <a:gd name="T13" fmla="*/ 16 h 23"/>
                <a:gd name="T14" fmla="*/ 0 w 16"/>
                <a:gd name="T15" fmla="*/ 8 h 23"/>
                <a:gd name="T16" fmla="*/ 0 w 16"/>
                <a:gd name="T17" fmla="*/ 0 h 23"/>
                <a:gd name="T18" fmla="*/ 0 w 16"/>
                <a:gd name="T19" fmla="*/ 0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23"/>
                <a:gd name="T32" fmla="*/ 16 w 16"/>
                <a:gd name="T33" fmla="*/ 23 h 2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23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16" y="23"/>
                  </a:lnTo>
                  <a:lnTo>
                    <a:pt x="8" y="23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2" name="Freeform 2992"/>
            <p:cNvSpPr>
              <a:spLocks noEditPoints="1"/>
            </p:cNvSpPr>
            <p:nvPr/>
          </p:nvSpPr>
          <p:spPr bwMode="auto">
            <a:xfrm>
              <a:off x="1152526" y="2560638"/>
              <a:ext cx="1374775" cy="1514475"/>
            </a:xfrm>
            <a:custGeom>
              <a:avLst/>
              <a:gdLst>
                <a:gd name="T0" fmla="*/ 572 w 866"/>
                <a:gd name="T1" fmla="*/ 88 h 954"/>
                <a:gd name="T2" fmla="*/ 493 w 866"/>
                <a:gd name="T3" fmla="*/ 159 h 954"/>
                <a:gd name="T4" fmla="*/ 580 w 866"/>
                <a:gd name="T5" fmla="*/ 143 h 954"/>
                <a:gd name="T6" fmla="*/ 652 w 866"/>
                <a:gd name="T7" fmla="*/ 151 h 954"/>
                <a:gd name="T8" fmla="*/ 604 w 866"/>
                <a:gd name="T9" fmla="*/ 215 h 954"/>
                <a:gd name="T10" fmla="*/ 739 w 866"/>
                <a:gd name="T11" fmla="*/ 167 h 954"/>
                <a:gd name="T12" fmla="*/ 763 w 866"/>
                <a:gd name="T13" fmla="*/ 255 h 954"/>
                <a:gd name="T14" fmla="*/ 779 w 866"/>
                <a:gd name="T15" fmla="*/ 302 h 954"/>
                <a:gd name="T16" fmla="*/ 819 w 866"/>
                <a:gd name="T17" fmla="*/ 445 h 954"/>
                <a:gd name="T18" fmla="*/ 866 w 866"/>
                <a:gd name="T19" fmla="*/ 509 h 954"/>
                <a:gd name="T20" fmla="*/ 811 w 866"/>
                <a:gd name="T21" fmla="*/ 589 h 954"/>
                <a:gd name="T22" fmla="*/ 795 w 866"/>
                <a:gd name="T23" fmla="*/ 628 h 954"/>
                <a:gd name="T24" fmla="*/ 691 w 866"/>
                <a:gd name="T25" fmla="*/ 716 h 954"/>
                <a:gd name="T26" fmla="*/ 612 w 866"/>
                <a:gd name="T27" fmla="*/ 716 h 954"/>
                <a:gd name="T28" fmla="*/ 509 w 866"/>
                <a:gd name="T29" fmla="*/ 700 h 954"/>
                <a:gd name="T30" fmla="*/ 453 w 866"/>
                <a:gd name="T31" fmla="*/ 899 h 954"/>
                <a:gd name="T32" fmla="*/ 191 w 866"/>
                <a:gd name="T33" fmla="*/ 946 h 954"/>
                <a:gd name="T34" fmla="*/ 381 w 866"/>
                <a:gd name="T35" fmla="*/ 716 h 954"/>
                <a:gd name="T36" fmla="*/ 246 w 866"/>
                <a:gd name="T37" fmla="*/ 708 h 954"/>
                <a:gd name="T38" fmla="*/ 230 w 866"/>
                <a:gd name="T39" fmla="*/ 628 h 954"/>
                <a:gd name="T40" fmla="*/ 191 w 866"/>
                <a:gd name="T41" fmla="*/ 636 h 954"/>
                <a:gd name="T42" fmla="*/ 24 w 866"/>
                <a:gd name="T43" fmla="*/ 620 h 954"/>
                <a:gd name="T44" fmla="*/ 71 w 866"/>
                <a:gd name="T45" fmla="*/ 533 h 954"/>
                <a:gd name="T46" fmla="*/ 87 w 866"/>
                <a:gd name="T47" fmla="*/ 493 h 954"/>
                <a:gd name="T48" fmla="*/ 191 w 866"/>
                <a:gd name="T49" fmla="*/ 493 h 954"/>
                <a:gd name="T50" fmla="*/ 63 w 866"/>
                <a:gd name="T51" fmla="*/ 445 h 954"/>
                <a:gd name="T52" fmla="*/ 159 w 866"/>
                <a:gd name="T53" fmla="*/ 390 h 954"/>
                <a:gd name="T54" fmla="*/ 79 w 866"/>
                <a:gd name="T55" fmla="*/ 366 h 954"/>
                <a:gd name="T56" fmla="*/ 191 w 866"/>
                <a:gd name="T57" fmla="*/ 286 h 954"/>
                <a:gd name="T58" fmla="*/ 214 w 866"/>
                <a:gd name="T59" fmla="*/ 159 h 954"/>
                <a:gd name="T60" fmla="*/ 270 w 866"/>
                <a:gd name="T61" fmla="*/ 120 h 954"/>
                <a:gd name="T62" fmla="*/ 262 w 866"/>
                <a:gd name="T63" fmla="*/ 40 h 954"/>
                <a:gd name="T64" fmla="*/ 381 w 866"/>
                <a:gd name="T65" fmla="*/ 80 h 954"/>
                <a:gd name="T66" fmla="*/ 397 w 866"/>
                <a:gd name="T67" fmla="*/ 32 h 954"/>
                <a:gd name="T68" fmla="*/ 493 w 866"/>
                <a:gd name="T69" fmla="*/ 32 h 954"/>
                <a:gd name="T70" fmla="*/ 477 w 866"/>
                <a:gd name="T71" fmla="*/ 48 h 954"/>
                <a:gd name="T72" fmla="*/ 524 w 866"/>
                <a:gd name="T73" fmla="*/ 80 h 954"/>
                <a:gd name="T74" fmla="*/ 421 w 866"/>
                <a:gd name="T75" fmla="*/ 88 h 954"/>
                <a:gd name="T76" fmla="*/ 318 w 866"/>
                <a:gd name="T77" fmla="*/ 112 h 954"/>
                <a:gd name="T78" fmla="*/ 389 w 866"/>
                <a:gd name="T79" fmla="*/ 112 h 954"/>
                <a:gd name="T80" fmla="*/ 524 w 866"/>
                <a:gd name="T81" fmla="*/ 112 h 954"/>
                <a:gd name="T82" fmla="*/ 381 w 866"/>
                <a:gd name="T83" fmla="*/ 151 h 954"/>
                <a:gd name="T84" fmla="*/ 310 w 866"/>
                <a:gd name="T85" fmla="*/ 247 h 954"/>
                <a:gd name="T86" fmla="*/ 683 w 866"/>
                <a:gd name="T87" fmla="*/ 239 h 954"/>
                <a:gd name="T88" fmla="*/ 413 w 866"/>
                <a:gd name="T89" fmla="*/ 286 h 954"/>
                <a:gd name="T90" fmla="*/ 683 w 866"/>
                <a:gd name="T91" fmla="*/ 294 h 954"/>
                <a:gd name="T92" fmla="*/ 143 w 866"/>
                <a:gd name="T93" fmla="*/ 358 h 954"/>
                <a:gd name="T94" fmla="*/ 477 w 866"/>
                <a:gd name="T95" fmla="*/ 382 h 954"/>
                <a:gd name="T96" fmla="*/ 660 w 866"/>
                <a:gd name="T97" fmla="*/ 374 h 954"/>
                <a:gd name="T98" fmla="*/ 660 w 866"/>
                <a:gd name="T99" fmla="*/ 422 h 954"/>
                <a:gd name="T100" fmla="*/ 183 w 866"/>
                <a:gd name="T101" fmla="*/ 438 h 954"/>
                <a:gd name="T102" fmla="*/ 437 w 866"/>
                <a:gd name="T103" fmla="*/ 445 h 954"/>
                <a:gd name="T104" fmla="*/ 294 w 866"/>
                <a:gd name="T105" fmla="*/ 461 h 954"/>
                <a:gd name="T106" fmla="*/ 604 w 866"/>
                <a:gd name="T107" fmla="*/ 525 h 954"/>
                <a:gd name="T108" fmla="*/ 572 w 866"/>
                <a:gd name="T109" fmla="*/ 501 h 954"/>
                <a:gd name="T110" fmla="*/ 222 w 866"/>
                <a:gd name="T111" fmla="*/ 541 h 954"/>
                <a:gd name="T112" fmla="*/ 127 w 866"/>
                <a:gd name="T113" fmla="*/ 565 h 954"/>
                <a:gd name="T114" fmla="*/ 517 w 866"/>
                <a:gd name="T115" fmla="*/ 604 h 954"/>
                <a:gd name="T116" fmla="*/ 334 w 866"/>
                <a:gd name="T117" fmla="*/ 589 h 954"/>
                <a:gd name="T118" fmla="*/ 731 w 866"/>
                <a:gd name="T119" fmla="*/ 620 h 954"/>
                <a:gd name="T120" fmla="*/ 707 w 866"/>
                <a:gd name="T121" fmla="*/ 644 h 9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6"/>
                <a:gd name="T184" fmla="*/ 0 h 954"/>
                <a:gd name="T185" fmla="*/ 866 w 866"/>
                <a:gd name="T186" fmla="*/ 954 h 95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6" h="954">
                  <a:moveTo>
                    <a:pt x="604" y="56"/>
                  </a:moveTo>
                  <a:lnTo>
                    <a:pt x="604" y="56"/>
                  </a:lnTo>
                  <a:lnTo>
                    <a:pt x="604" y="64"/>
                  </a:lnTo>
                  <a:lnTo>
                    <a:pt x="596" y="64"/>
                  </a:lnTo>
                  <a:lnTo>
                    <a:pt x="588" y="64"/>
                  </a:lnTo>
                  <a:lnTo>
                    <a:pt x="588" y="72"/>
                  </a:lnTo>
                  <a:lnTo>
                    <a:pt x="596" y="80"/>
                  </a:lnTo>
                  <a:lnTo>
                    <a:pt x="620" y="96"/>
                  </a:lnTo>
                  <a:lnTo>
                    <a:pt x="620" y="104"/>
                  </a:lnTo>
                  <a:lnTo>
                    <a:pt x="612" y="112"/>
                  </a:lnTo>
                  <a:lnTo>
                    <a:pt x="596" y="104"/>
                  </a:lnTo>
                  <a:lnTo>
                    <a:pt x="596" y="96"/>
                  </a:lnTo>
                  <a:lnTo>
                    <a:pt x="588" y="88"/>
                  </a:lnTo>
                  <a:lnTo>
                    <a:pt x="572" y="88"/>
                  </a:lnTo>
                  <a:lnTo>
                    <a:pt x="572" y="80"/>
                  </a:lnTo>
                  <a:lnTo>
                    <a:pt x="564" y="72"/>
                  </a:lnTo>
                  <a:lnTo>
                    <a:pt x="556" y="72"/>
                  </a:lnTo>
                  <a:lnTo>
                    <a:pt x="548" y="80"/>
                  </a:lnTo>
                  <a:lnTo>
                    <a:pt x="548" y="96"/>
                  </a:lnTo>
                  <a:lnTo>
                    <a:pt x="564" y="112"/>
                  </a:lnTo>
                  <a:lnTo>
                    <a:pt x="588" y="120"/>
                  </a:lnTo>
                  <a:lnTo>
                    <a:pt x="580" y="128"/>
                  </a:lnTo>
                  <a:lnTo>
                    <a:pt x="556" y="128"/>
                  </a:lnTo>
                  <a:lnTo>
                    <a:pt x="548" y="143"/>
                  </a:lnTo>
                  <a:lnTo>
                    <a:pt x="540" y="151"/>
                  </a:lnTo>
                  <a:lnTo>
                    <a:pt x="509" y="159"/>
                  </a:lnTo>
                  <a:lnTo>
                    <a:pt x="493" y="159"/>
                  </a:lnTo>
                  <a:lnTo>
                    <a:pt x="477" y="151"/>
                  </a:lnTo>
                  <a:lnTo>
                    <a:pt x="469" y="159"/>
                  </a:lnTo>
                  <a:lnTo>
                    <a:pt x="469" y="167"/>
                  </a:lnTo>
                  <a:lnTo>
                    <a:pt x="477" y="167"/>
                  </a:lnTo>
                  <a:lnTo>
                    <a:pt x="493" y="167"/>
                  </a:lnTo>
                  <a:lnTo>
                    <a:pt x="493" y="183"/>
                  </a:lnTo>
                  <a:lnTo>
                    <a:pt x="501" y="191"/>
                  </a:lnTo>
                  <a:lnTo>
                    <a:pt x="517" y="183"/>
                  </a:lnTo>
                  <a:lnTo>
                    <a:pt x="517" y="167"/>
                  </a:lnTo>
                  <a:lnTo>
                    <a:pt x="532" y="175"/>
                  </a:lnTo>
                  <a:lnTo>
                    <a:pt x="548" y="167"/>
                  </a:lnTo>
                  <a:lnTo>
                    <a:pt x="580" y="159"/>
                  </a:lnTo>
                  <a:lnTo>
                    <a:pt x="580" y="151"/>
                  </a:lnTo>
                  <a:lnTo>
                    <a:pt x="580" y="143"/>
                  </a:lnTo>
                  <a:lnTo>
                    <a:pt x="588" y="135"/>
                  </a:lnTo>
                  <a:lnTo>
                    <a:pt x="588" y="128"/>
                  </a:lnTo>
                  <a:lnTo>
                    <a:pt x="604" y="128"/>
                  </a:lnTo>
                  <a:lnTo>
                    <a:pt x="612" y="120"/>
                  </a:lnTo>
                  <a:lnTo>
                    <a:pt x="620" y="120"/>
                  </a:lnTo>
                  <a:lnTo>
                    <a:pt x="628" y="120"/>
                  </a:lnTo>
                  <a:lnTo>
                    <a:pt x="636" y="112"/>
                  </a:lnTo>
                  <a:lnTo>
                    <a:pt x="644" y="104"/>
                  </a:lnTo>
                  <a:lnTo>
                    <a:pt x="660" y="112"/>
                  </a:lnTo>
                  <a:lnTo>
                    <a:pt x="668" y="120"/>
                  </a:lnTo>
                  <a:lnTo>
                    <a:pt x="660" y="135"/>
                  </a:lnTo>
                  <a:lnTo>
                    <a:pt x="652" y="143"/>
                  </a:lnTo>
                  <a:lnTo>
                    <a:pt x="652" y="151"/>
                  </a:lnTo>
                  <a:lnTo>
                    <a:pt x="660" y="159"/>
                  </a:lnTo>
                  <a:lnTo>
                    <a:pt x="660" y="167"/>
                  </a:lnTo>
                  <a:lnTo>
                    <a:pt x="652" y="175"/>
                  </a:lnTo>
                  <a:lnTo>
                    <a:pt x="644" y="183"/>
                  </a:lnTo>
                  <a:lnTo>
                    <a:pt x="636" y="183"/>
                  </a:lnTo>
                  <a:lnTo>
                    <a:pt x="636" y="175"/>
                  </a:lnTo>
                  <a:lnTo>
                    <a:pt x="628" y="175"/>
                  </a:lnTo>
                  <a:lnTo>
                    <a:pt x="620" y="183"/>
                  </a:lnTo>
                  <a:lnTo>
                    <a:pt x="620" y="191"/>
                  </a:lnTo>
                  <a:lnTo>
                    <a:pt x="628" y="199"/>
                  </a:lnTo>
                  <a:lnTo>
                    <a:pt x="628" y="207"/>
                  </a:lnTo>
                  <a:lnTo>
                    <a:pt x="604" y="215"/>
                  </a:lnTo>
                  <a:lnTo>
                    <a:pt x="612" y="231"/>
                  </a:lnTo>
                  <a:lnTo>
                    <a:pt x="628" y="239"/>
                  </a:lnTo>
                  <a:lnTo>
                    <a:pt x="644" y="239"/>
                  </a:lnTo>
                  <a:lnTo>
                    <a:pt x="660" y="231"/>
                  </a:lnTo>
                  <a:lnTo>
                    <a:pt x="652" y="223"/>
                  </a:lnTo>
                  <a:lnTo>
                    <a:pt x="644" y="215"/>
                  </a:lnTo>
                  <a:lnTo>
                    <a:pt x="652" y="199"/>
                  </a:lnTo>
                  <a:lnTo>
                    <a:pt x="660" y="191"/>
                  </a:lnTo>
                  <a:lnTo>
                    <a:pt x="691" y="175"/>
                  </a:lnTo>
                  <a:lnTo>
                    <a:pt x="691" y="159"/>
                  </a:lnTo>
                  <a:lnTo>
                    <a:pt x="715" y="167"/>
                  </a:lnTo>
                  <a:lnTo>
                    <a:pt x="731" y="167"/>
                  </a:lnTo>
                  <a:lnTo>
                    <a:pt x="739" y="167"/>
                  </a:lnTo>
                  <a:lnTo>
                    <a:pt x="739" y="175"/>
                  </a:lnTo>
                  <a:lnTo>
                    <a:pt x="723" y="183"/>
                  </a:lnTo>
                  <a:lnTo>
                    <a:pt x="707" y="183"/>
                  </a:lnTo>
                  <a:lnTo>
                    <a:pt x="699" y="183"/>
                  </a:lnTo>
                  <a:lnTo>
                    <a:pt x="691" y="191"/>
                  </a:lnTo>
                  <a:lnTo>
                    <a:pt x="699" y="199"/>
                  </a:lnTo>
                  <a:lnTo>
                    <a:pt x="707" y="215"/>
                  </a:lnTo>
                  <a:lnTo>
                    <a:pt x="715" y="215"/>
                  </a:lnTo>
                  <a:lnTo>
                    <a:pt x="723" y="207"/>
                  </a:lnTo>
                  <a:lnTo>
                    <a:pt x="731" y="199"/>
                  </a:lnTo>
                  <a:lnTo>
                    <a:pt x="739" y="199"/>
                  </a:lnTo>
                  <a:lnTo>
                    <a:pt x="739" y="231"/>
                  </a:lnTo>
                  <a:lnTo>
                    <a:pt x="739" y="247"/>
                  </a:lnTo>
                  <a:lnTo>
                    <a:pt x="739" y="263"/>
                  </a:lnTo>
                  <a:lnTo>
                    <a:pt x="763" y="255"/>
                  </a:lnTo>
                  <a:lnTo>
                    <a:pt x="779" y="247"/>
                  </a:lnTo>
                  <a:lnTo>
                    <a:pt x="787" y="231"/>
                  </a:lnTo>
                  <a:lnTo>
                    <a:pt x="795" y="223"/>
                  </a:lnTo>
                  <a:lnTo>
                    <a:pt x="803" y="223"/>
                  </a:lnTo>
                  <a:lnTo>
                    <a:pt x="811" y="231"/>
                  </a:lnTo>
                  <a:lnTo>
                    <a:pt x="803" y="239"/>
                  </a:lnTo>
                  <a:lnTo>
                    <a:pt x="795" y="247"/>
                  </a:lnTo>
                  <a:lnTo>
                    <a:pt x="787" y="247"/>
                  </a:lnTo>
                  <a:lnTo>
                    <a:pt x="787" y="263"/>
                  </a:lnTo>
                  <a:lnTo>
                    <a:pt x="779" y="271"/>
                  </a:lnTo>
                  <a:lnTo>
                    <a:pt x="763" y="286"/>
                  </a:lnTo>
                  <a:lnTo>
                    <a:pt x="771" y="294"/>
                  </a:lnTo>
                  <a:lnTo>
                    <a:pt x="771" y="302"/>
                  </a:lnTo>
                  <a:lnTo>
                    <a:pt x="779" y="302"/>
                  </a:lnTo>
                  <a:lnTo>
                    <a:pt x="795" y="302"/>
                  </a:lnTo>
                  <a:lnTo>
                    <a:pt x="787" y="318"/>
                  </a:lnTo>
                  <a:lnTo>
                    <a:pt x="779" y="326"/>
                  </a:lnTo>
                  <a:lnTo>
                    <a:pt x="779" y="334"/>
                  </a:lnTo>
                  <a:lnTo>
                    <a:pt x="787" y="350"/>
                  </a:lnTo>
                  <a:lnTo>
                    <a:pt x="771" y="366"/>
                  </a:lnTo>
                  <a:lnTo>
                    <a:pt x="779" y="382"/>
                  </a:lnTo>
                  <a:lnTo>
                    <a:pt x="795" y="390"/>
                  </a:lnTo>
                  <a:lnTo>
                    <a:pt x="803" y="390"/>
                  </a:lnTo>
                  <a:lnTo>
                    <a:pt x="819" y="382"/>
                  </a:lnTo>
                  <a:lnTo>
                    <a:pt x="795" y="414"/>
                  </a:lnTo>
                  <a:lnTo>
                    <a:pt x="811" y="430"/>
                  </a:lnTo>
                  <a:lnTo>
                    <a:pt x="819" y="445"/>
                  </a:lnTo>
                  <a:lnTo>
                    <a:pt x="834" y="438"/>
                  </a:lnTo>
                  <a:lnTo>
                    <a:pt x="842" y="438"/>
                  </a:lnTo>
                  <a:lnTo>
                    <a:pt x="850" y="438"/>
                  </a:lnTo>
                  <a:lnTo>
                    <a:pt x="850" y="453"/>
                  </a:lnTo>
                  <a:lnTo>
                    <a:pt x="842" y="453"/>
                  </a:lnTo>
                  <a:lnTo>
                    <a:pt x="834" y="461"/>
                  </a:lnTo>
                  <a:lnTo>
                    <a:pt x="834" y="469"/>
                  </a:lnTo>
                  <a:lnTo>
                    <a:pt x="842" y="477"/>
                  </a:lnTo>
                  <a:lnTo>
                    <a:pt x="850" y="485"/>
                  </a:lnTo>
                  <a:lnTo>
                    <a:pt x="850" y="493"/>
                  </a:lnTo>
                  <a:lnTo>
                    <a:pt x="866" y="493"/>
                  </a:lnTo>
                  <a:lnTo>
                    <a:pt x="866" y="501"/>
                  </a:lnTo>
                  <a:lnTo>
                    <a:pt x="866" y="509"/>
                  </a:lnTo>
                  <a:lnTo>
                    <a:pt x="858" y="509"/>
                  </a:lnTo>
                  <a:lnTo>
                    <a:pt x="850" y="509"/>
                  </a:lnTo>
                  <a:lnTo>
                    <a:pt x="842" y="509"/>
                  </a:lnTo>
                  <a:lnTo>
                    <a:pt x="842" y="533"/>
                  </a:lnTo>
                  <a:lnTo>
                    <a:pt x="842" y="549"/>
                  </a:lnTo>
                  <a:lnTo>
                    <a:pt x="842" y="557"/>
                  </a:lnTo>
                  <a:lnTo>
                    <a:pt x="842" y="565"/>
                  </a:lnTo>
                  <a:lnTo>
                    <a:pt x="842" y="589"/>
                  </a:lnTo>
                  <a:lnTo>
                    <a:pt x="827" y="589"/>
                  </a:lnTo>
                  <a:lnTo>
                    <a:pt x="827" y="581"/>
                  </a:lnTo>
                  <a:lnTo>
                    <a:pt x="819" y="581"/>
                  </a:lnTo>
                  <a:lnTo>
                    <a:pt x="811" y="581"/>
                  </a:lnTo>
                  <a:lnTo>
                    <a:pt x="811" y="589"/>
                  </a:lnTo>
                  <a:lnTo>
                    <a:pt x="811" y="596"/>
                  </a:lnTo>
                  <a:lnTo>
                    <a:pt x="811" y="604"/>
                  </a:lnTo>
                  <a:lnTo>
                    <a:pt x="803" y="596"/>
                  </a:lnTo>
                  <a:lnTo>
                    <a:pt x="795" y="589"/>
                  </a:lnTo>
                  <a:lnTo>
                    <a:pt x="771" y="589"/>
                  </a:lnTo>
                  <a:lnTo>
                    <a:pt x="755" y="581"/>
                  </a:lnTo>
                  <a:lnTo>
                    <a:pt x="739" y="581"/>
                  </a:lnTo>
                  <a:lnTo>
                    <a:pt x="731" y="596"/>
                  </a:lnTo>
                  <a:lnTo>
                    <a:pt x="731" y="604"/>
                  </a:lnTo>
                  <a:lnTo>
                    <a:pt x="739" y="612"/>
                  </a:lnTo>
                  <a:lnTo>
                    <a:pt x="779" y="612"/>
                  </a:lnTo>
                  <a:lnTo>
                    <a:pt x="795" y="628"/>
                  </a:lnTo>
                  <a:lnTo>
                    <a:pt x="819" y="636"/>
                  </a:lnTo>
                  <a:lnTo>
                    <a:pt x="811" y="636"/>
                  </a:lnTo>
                  <a:lnTo>
                    <a:pt x="803" y="636"/>
                  </a:lnTo>
                  <a:lnTo>
                    <a:pt x="771" y="668"/>
                  </a:lnTo>
                  <a:lnTo>
                    <a:pt x="755" y="676"/>
                  </a:lnTo>
                  <a:lnTo>
                    <a:pt x="723" y="676"/>
                  </a:lnTo>
                  <a:lnTo>
                    <a:pt x="715" y="684"/>
                  </a:lnTo>
                  <a:lnTo>
                    <a:pt x="707" y="692"/>
                  </a:lnTo>
                  <a:lnTo>
                    <a:pt x="699" y="692"/>
                  </a:lnTo>
                  <a:lnTo>
                    <a:pt x="668" y="684"/>
                  </a:lnTo>
                  <a:lnTo>
                    <a:pt x="652" y="684"/>
                  </a:lnTo>
                  <a:lnTo>
                    <a:pt x="636" y="692"/>
                  </a:lnTo>
                  <a:lnTo>
                    <a:pt x="691" y="716"/>
                  </a:lnTo>
                  <a:lnTo>
                    <a:pt x="699" y="708"/>
                  </a:lnTo>
                  <a:lnTo>
                    <a:pt x="715" y="708"/>
                  </a:lnTo>
                  <a:lnTo>
                    <a:pt x="723" y="716"/>
                  </a:lnTo>
                  <a:lnTo>
                    <a:pt x="723" y="732"/>
                  </a:lnTo>
                  <a:lnTo>
                    <a:pt x="731" y="740"/>
                  </a:lnTo>
                  <a:lnTo>
                    <a:pt x="739" y="748"/>
                  </a:lnTo>
                  <a:lnTo>
                    <a:pt x="739" y="755"/>
                  </a:lnTo>
                  <a:lnTo>
                    <a:pt x="715" y="755"/>
                  </a:lnTo>
                  <a:lnTo>
                    <a:pt x="699" y="748"/>
                  </a:lnTo>
                  <a:lnTo>
                    <a:pt x="683" y="740"/>
                  </a:lnTo>
                  <a:lnTo>
                    <a:pt x="668" y="748"/>
                  </a:lnTo>
                  <a:lnTo>
                    <a:pt x="636" y="732"/>
                  </a:lnTo>
                  <a:lnTo>
                    <a:pt x="612" y="716"/>
                  </a:lnTo>
                  <a:lnTo>
                    <a:pt x="588" y="724"/>
                  </a:lnTo>
                  <a:lnTo>
                    <a:pt x="572" y="732"/>
                  </a:lnTo>
                  <a:lnTo>
                    <a:pt x="564" y="724"/>
                  </a:lnTo>
                  <a:lnTo>
                    <a:pt x="564" y="716"/>
                  </a:lnTo>
                  <a:lnTo>
                    <a:pt x="572" y="692"/>
                  </a:lnTo>
                  <a:lnTo>
                    <a:pt x="564" y="692"/>
                  </a:lnTo>
                  <a:lnTo>
                    <a:pt x="556" y="684"/>
                  </a:lnTo>
                  <a:lnTo>
                    <a:pt x="548" y="684"/>
                  </a:lnTo>
                  <a:lnTo>
                    <a:pt x="548" y="692"/>
                  </a:lnTo>
                  <a:lnTo>
                    <a:pt x="548" y="700"/>
                  </a:lnTo>
                  <a:lnTo>
                    <a:pt x="548" y="708"/>
                  </a:lnTo>
                  <a:lnTo>
                    <a:pt x="532" y="700"/>
                  </a:lnTo>
                  <a:lnTo>
                    <a:pt x="517" y="700"/>
                  </a:lnTo>
                  <a:lnTo>
                    <a:pt x="509" y="700"/>
                  </a:lnTo>
                  <a:lnTo>
                    <a:pt x="509" y="708"/>
                  </a:lnTo>
                  <a:lnTo>
                    <a:pt x="501" y="716"/>
                  </a:lnTo>
                  <a:lnTo>
                    <a:pt x="493" y="716"/>
                  </a:lnTo>
                  <a:lnTo>
                    <a:pt x="485" y="700"/>
                  </a:lnTo>
                  <a:lnTo>
                    <a:pt x="485" y="692"/>
                  </a:lnTo>
                  <a:lnTo>
                    <a:pt x="469" y="684"/>
                  </a:lnTo>
                  <a:lnTo>
                    <a:pt x="461" y="692"/>
                  </a:lnTo>
                  <a:lnTo>
                    <a:pt x="469" y="708"/>
                  </a:lnTo>
                  <a:lnTo>
                    <a:pt x="469" y="716"/>
                  </a:lnTo>
                  <a:lnTo>
                    <a:pt x="469" y="724"/>
                  </a:lnTo>
                  <a:lnTo>
                    <a:pt x="453" y="732"/>
                  </a:lnTo>
                  <a:lnTo>
                    <a:pt x="437" y="732"/>
                  </a:lnTo>
                  <a:lnTo>
                    <a:pt x="445" y="811"/>
                  </a:lnTo>
                  <a:lnTo>
                    <a:pt x="453" y="899"/>
                  </a:lnTo>
                  <a:lnTo>
                    <a:pt x="469" y="906"/>
                  </a:lnTo>
                  <a:lnTo>
                    <a:pt x="485" y="914"/>
                  </a:lnTo>
                  <a:lnTo>
                    <a:pt x="509" y="922"/>
                  </a:lnTo>
                  <a:lnTo>
                    <a:pt x="556" y="922"/>
                  </a:lnTo>
                  <a:lnTo>
                    <a:pt x="612" y="922"/>
                  </a:lnTo>
                  <a:lnTo>
                    <a:pt x="652" y="930"/>
                  </a:lnTo>
                  <a:lnTo>
                    <a:pt x="683" y="938"/>
                  </a:lnTo>
                  <a:lnTo>
                    <a:pt x="676" y="946"/>
                  </a:lnTo>
                  <a:lnTo>
                    <a:pt x="676" y="954"/>
                  </a:lnTo>
                  <a:lnTo>
                    <a:pt x="660" y="946"/>
                  </a:lnTo>
                  <a:lnTo>
                    <a:pt x="429" y="946"/>
                  </a:lnTo>
                  <a:lnTo>
                    <a:pt x="191" y="946"/>
                  </a:lnTo>
                  <a:lnTo>
                    <a:pt x="199" y="938"/>
                  </a:lnTo>
                  <a:lnTo>
                    <a:pt x="214" y="930"/>
                  </a:lnTo>
                  <a:lnTo>
                    <a:pt x="246" y="922"/>
                  </a:lnTo>
                  <a:lnTo>
                    <a:pt x="302" y="922"/>
                  </a:lnTo>
                  <a:lnTo>
                    <a:pt x="318" y="914"/>
                  </a:lnTo>
                  <a:lnTo>
                    <a:pt x="373" y="922"/>
                  </a:lnTo>
                  <a:lnTo>
                    <a:pt x="397" y="922"/>
                  </a:lnTo>
                  <a:lnTo>
                    <a:pt x="413" y="906"/>
                  </a:lnTo>
                  <a:lnTo>
                    <a:pt x="413" y="843"/>
                  </a:lnTo>
                  <a:lnTo>
                    <a:pt x="413" y="787"/>
                  </a:lnTo>
                  <a:lnTo>
                    <a:pt x="413" y="748"/>
                  </a:lnTo>
                  <a:lnTo>
                    <a:pt x="397" y="732"/>
                  </a:lnTo>
                  <a:lnTo>
                    <a:pt x="381" y="716"/>
                  </a:lnTo>
                  <a:lnTo>
                    <a:pt x="365" y="724"/>
                  </a:lnTo>
                  <a:lnTo>
                    <a:pt x="350" y="716"/>
                  </a:lnTo>
                  <a:lnTo>
                    <a:pt x="310" y="716"/>
                  </a:lnTo>
                  <a:lnTo>
                    <a:pt x="302" y="716"/>
                  </a:lnTo>
                  <a:lnTo>
                    <a:pt x="294" y="708"/>
                  </a:lnTo>
                  <a:lnTo>
                    <a:pt x="286" y="700"/>
                  </a:lnTo>
                  <a:lnTo>
                    <a:pt x="278" y="708"/>
                  </a:lnTo>
                  <a:lnTo>
                    <a:pt x="278" y="724"/>
                  </a:lnTo>
                  <a:lnTo>
                    <a:pt x="262" y="724"/>
                  </a:lnTo>
                  <a:lnTo>
                    <a:pt x="254" y="724"/>
                  </a:lnTo>
                  <a:lnTo>
                    <a:pt x="246" y="732"/>
                  </a:lnTo>
                  <a:lnTo>
                    <a:pt x="238" y="740"/>
                  </a:lnTo>
                  <a:lnTo>
                    <a:pt x="238" y="724"/>
                  </a:lnTo>
                  <a:lnTo>
                    <a:pt x="246" y="708"/>
                  </a:lnTo>
                  <a:lnTo>
                    <a:pt x="262" y="700"/>
                  </a:lnTo>
                  <a:lnTo>
                    <a:pt x="270" y="684"/>
                  </a:lnTo>
                  <a:lnTo>
                    <a:pt x="262" y="676"/>
                  </a:lnTo>
                  <a:lnTo>
                    <a:pt x="254" y="676"/>
                  </a:lnTo>
                  <a:lnTo>
                    <a:pt x="262" y="652"/>
                  </a:lnTo>
                  <a:lnTo>
                    <a:pt x="278" y="636"/>
                  </a:lnTo>
                  <a:lnTo>
                    <a:pt x="270" y="620"/>
                  </a:lnTo>
                  <a:lnTo>
                    <a:pt x="254" y="620"/>
                  </a:lnTo>
                  <a:lnTo>
                    <a:pt x="238" y="612"/>
                  </a:lnTo>
                  <a:lnTo>
                    <a:pt x="222" y="604"/>
                  </a:lnTo>
                  <a:lnTo>
                    <a:pt x="214" y="612"/>
                  </a:lnTo>
                  <a:lnTo>
                    <a:pt x="214" y="620"/>
                  </a:lnTo>
                  <a:lnTo>
                    <a:pt x="230" y="628"/>
                  </a:lnTo>
                  <a:lnTo>
                    <a:pt x="246" y="628"/>
                  </a:lnTo>
                  <a:lnTo>
                    <a:pt x="262" y="628"/>
                  </a:lnTo>
                  <a:lnTo>
                    <a:pt x="254" y="644"/>
                  </a:lnTo>
                  <a:lnTo>
                    <a:pt x="246" y="652"/>
                  </a:lnTo>
                  <a:lnTo>
                    <a:pt x="238" y="660"/>
                  </a:lnTo>
                  <a:lnTo>
                    <a:pt x="230" y="668"/>
                  </a:lnTo>
                  <a:lnTo>
                    <a:pt x="222" y="668"/>
                  </a:lnTo>
                  <a:lnTo>
                    <a:pt x="214" y="668"/>
                  </a:lnTo>
                  <a:lnTo>
                    <a:pt x="199" y="668"/>
                  </a:lnTo>
                  <a:lnTo>
                    <a:pt x="191" y="660"/>
                  </a:lnTo>
                  <a:lnTo>
                    <a:pt x="199" y="660"/>
                  </a:lnTo>
                  <a:lnTo>
                    <a:pt x="206" y="644"/>
                  </a:lnTo>
                  <a:lnTo>
                    <a:pt x="199" y="636"/>
                  </a:lnTo>
                  <a:lnTo>
                    <a:pt x="191" y="636"/>
                  </a:lnTo>
                  <a:lnTo>
                    <a:pt x="151" y="644"/>
                  </a:lnTo>
                  <a:lnTo>
                    <a:pt x="135" y="644"/>
                  </a:lnTo>
                  <a:lnTo>
                    <a:pt x="119" y="644"/>
                  </a:lnTo>
                  <a:lnTo>
                    <a:pt x="87" y="652"/>
                  </a:lnTo>
                  <a:lnTo>
                    <a:pt x="55" y="652"/>
                  </a:lnTo>
                  <a:lnTo>
                    <a:pt x="16" y="644"/>
                  </a:lnTo>
                  <a:lnTo>
                    <a:pt x="16" y="628"/>
                  </a:lnTo>
                  <a:lnTo>
                    <a:pt x="16" y="620"/>
                  </a:lnTo>
                  <a:lnTo>
                    <a:pt x="8" y="612"/>
                  </a:lnTo>
                  <a:lnTo>
                    <a:pt x="0" y="612"/>
                  </a:lnTo>
                  <a:lnTo>
                    <a:pt x="0" y="604"/>
                  </a:lnTo>
                  <a:lnTo>
                    <a:pt x="8" y="604"/>
                  </a:lnTo>
                  <a:lnTo>
                    <a:pt x="16" y="612"/>
                  </a:lnTo>
                  <a:lnTo>
                    <a:pt x="24" y="620"/>
                  </a:lnTo>
                  <a:lnTo>
                    <a:pt x="63" y="620"/>
                  </a:lnTo>
                  <a:lnTo>
                    <a:pt x="79" y="620"/>
                  </a:lnTo>
                  <a:lnTo>
                    <a:pt x="87" y="612"/>
                  </a:lnTo>
                  <a:lnTo>
                    <a:pt x="87" y="596"/>
                  </a:lnTo>
                  <a:lnTo>
                    <a:pt x="79" y="589"/>
                  </a:lnTo>
                  <a:lnTo>
                    <a:pt x="63" y="581"/>
                  </a:lnTo>
                  <a:lnTo>
                    <a:pt x="71" y="573"/>
                  </a:lnTo>
                  <a:lnTo>
                    <a:pt x="79" y="557"/>
                  </a:lnTo>
                  <a:lnTo>
                    <a:pt x="71" y="557"/>
                  </a:lnTo>
                  <a:lnTo>
                    <a:pt x="63" y="549"/>
                  </a:lnTo>
                  <a:lnTo>
                    <a:pt x="55" y="549"/>
                  </a:lnTo>
                  <a:lnTo>
                    <a:pt x="55" y="541"/>
                  </a:lnTo>
                  <a:lnTo>
                    <a:pt x="63" y="533"/>
                  </a:lnTo>
                  <a:lnTo>
                    <a:pt x="71" y="533"/>
                  </a:lnTo>
                  <a:lnTo>
                    <a:pt x="71" y="525"/>
                  </a:lnTo>
                  <a:lnTo>
                    <a:pt x="87" y="525"/>
                  </a:lnTo>
                  <a:lnTo>
                    <a:pt x="103" y="525"/>
                  </a:lnTo>
                  <a:lnTo>
                    <a:pt x="103" y="517"/>
                  </a:lnTo>
                  <a:lnTo>
                    <a:pt x="95" y="517"/>
                  </a:lnTo>
                  <a:lnTo>
                    <a:pt x="79" y="509"/>
                  </a:lnTo>
                  <a:lnTo>
                    <a:pt x="71" y="517"/>
                  </a:lnTo>
                  <a:lnTo>
                    <a:pt x="71" y="525"/>
                  </a:lnTo>
                  <a:lnTo>
                    <a:pt x="63" y="517"/>
                  </a:lnTo>
                  <a:lnTo>
                    <a:pt x="55" y="509"/>
                  </a:lnTo>
                  <a:lnTo>
                    <a:pt x="48" y="501"/>
                  </a:lnTo>
                  <a:lnTo>
                    <a:pt x="55" y="485"/>
                  </a:lnTo>
                  <a:lnTo>
                    <a:pt x="79" y="493"/>
                  </a:lnTo>
                  <a:lnTo>
                    <a:pt x="87" y="493"/>
                  </a:lnTo>
                  <a:lnTo>
                    <a:pt x="103" y="485"/>
                  </a:lnTo>
                  <a:lnTo>
                    <a:pt x="111" y="501"/>
                  </a:lnTo>
                  <a:lnTo>
                    <a:pt x="119" y="509"/>
                  </a:lnTo>
                  <a:lnTo>
                    <a:pt x="135" y="509"/>
                  </a:lnTo>
                  <a:lnTo>
                    <a:pt x="143" y="501"/>
                  </a:lnTo>
                  <a:lnTo>
                    <a:pt x="151" y="509"/>
                  </a:lnTo>
                  <a:lnTo>
                    <a:pt x="151" y="517"/>
                  </a:lnTo>
                  <a:lnTo>
                    <a:pt x="159" y="517"/>
                  </a:lnTo>
                  <a:lnTo>
                    <a:pt x="191" y="509"/>
                  </a:lnTo>
                  <a:lnTo>
                    <a:pt x="206" y="485"/>
                  </a:lnTo>
                  <a:lnTo>
                    <a:pt x="199" y="485"/>
                  </a:lnTo>
                  <a:lnTo>
                    <a:pt x="191" y="493"/>
                  </a:lnTo>
                  <a:lnTo>
                    <a:pt x="175" y="493"/>
                  </a:lnTo>
                  <a:lnTo>
                    <a:pt x="175" y="485"/>
                  </a:lnTo>
                  <a:lnTo>
                    <a:pt x="183" y="477"/>
                  </a:lnTo>
                  <a:lnTo>
                    <a:pt x="191" y="477"/>
                  </a:lnTo>
                  <a:lnTo>
                    <a:pt x="191" y="469"/>
                  </a:lnTo>
                  <a:lnTo>
                    <a:pt x="183" y="461"/>
                  </a:lnTo>
                  <a:lnTo>
                    <a:pt x="167" y="461"/>
                  </a:lnTo>
                  <a:lnTo>
                    <a:pt x="151" y="477"/>
                  </a:lnTo>
                  <a:lnTo>
                    <a:pt x="135" y="469"/>
                  </a:lnTo>
                  <a:lnTo>
                    <a:pt x="127" y="453"/>
                  </a:lnTo>
                  <a:lnTo>
                    <a:pt x="95" y="453"/>
                  </a:lnTo>
                  <a:lnTo>
                    <a:pt x="71" y="453"/>
                  </a:lnTo>
                  <a:lnTo>
                    <a:pt x="63" y="445"/>
                  </a:lnTo>
                  <a:lnTo>
                    <a:pt x="55" y="438"/>
                  </a:lnTo>
                  <a:lnTo>
                    <a:pt x="48" y="430"/>
                  </a:lnTo>
                  <a:lnTo>
                    <a:pt x="40" y="422"/>
                  </a:lnTo>
                  <a:lnTo>
                    <a:pt x="40" y="414"/>
                  </a:lnTo>
                  <a:lnTo>
                    <a:pt x="48" y="414"/>
                  </a:lnTo>
                  <a:lnTo>
                    <a:pt x="55" y="414"/>
                  </a:lnTo>
                  <a:lnTo>
                    <a:pt x="63" y="414"/>
                  </a:lnTo>
                  <a:lnTo>
                    <a:pt x="79" y="398"/>
                  </a:lnTo>
                  <a:lnTo>
                    <a:pt x="95" y="398"/>
                  </a:lnTo>
                  <a:lnTo>
                    <a:pt x="95" y="406"/>
                  </a:lnTo>
                  <a:lnTo>
                    <a:pt x="111" y="414"/>
                  </a:lnTo>
                  <a:lnTo>
                    <a:pt x="143" y="414"/>
                  </a:lnTo>
                  <a:lnTo>
                    <a:pt x="159" y="406"/>
                  </a:lnTo>
                  <a:lnTo>
                    <a:pt x="159" y="390"/>
                  </a:lnTo>
                  <a:lnTo>
                    <a:pt x="159" y="374"/>
                  </a:lnTo>
                  <a:lnTo>
                    <a:pt x="151" y="374"/>
                  </a:lnTo>
                  <a:lnTo>
                    <a:pt x="143" y="382"/>
                  </a:lnTo>
                  <a:lnTo>
                    <a:pt x="135" y="382"/>
                  </a:lnTo>
                  <a:lnTo>
                    <a:pt x="119" y="350"/>
                  </a:lnTo>
                  <a:lnTo>
                    <a:pt x="103" y="350"/>
                  </a:lnTo>
                  <a:lnTo>
                    <a:pt x="95" y="358"/>
                  </a:lnTo>
                  <a:lnTo>
                    <a:pt x="103" y="358"/>
                  </a:lnTo>
                  <a:lnTo>
                    <a:pt x="103" y="366"/>
                  </a:lnTo>
                  <a:lnTo>
                    <a:pt x="103" y="374"/>
                  </a:lnTo>
                  <a:lnTo>
                    <a:pt x="95" y="374"/>
                  </a:lnTo>
                  <a:lnTo>
                    <a:pt x="79" y="374"/>
                  </a:lnTo>
                  <a:lnTo>
                    <a:pt x="79" y="366"/>
                  </a:lnTo>
                  <a:lnTo>
                    <a:pt x="95" y="358"/>
                  </a:lnTo>
                  <a:lnTo>
                    <a:pt x="87" y="342"/>
                  </a:lnTo>
                  <a:lnTo>
                    <a:pt x="95" y="326"/>
                  </a:lnTo>
                  <a:lnTo>
                    <a:pt x="87" y="318"/>
                  </a:lnTo>
                  <a:lnTo>
                    <a:pt x="79" y="302"/>
                  </a:lnTo>
                  <a:lnTo>
                    <a:pt x="119" y="286"/>
                  </a:lnTo>
                  <a:lnTo>
                    <a:pt x="151" y="271"/>
                  </a:lnTo>
                  <a:lnTo>
                    <a:pt x="159" y="279"/>
                  </a:lnTo>
                  <a:lnTo>
                    <a:pt x="159" y="294"/>
                  </a:lnTo>
                  <a:lnTo>
                    <a:pt x="183" y="302"/>
                  </a:lnTo>
                  <a:lnTo>
                    <a:pt x="191" y="302"/>
                  </a:lnTo>
                  <a:lnTo>
                    <a:pt x="191" y="294"/>
                  </a:lnTo>
                  <a:lnTo>
                    <a:pt x="191" y="286"/>
                  </a:lnTo>
                  <a:lnTo>
                    <a:pt x="183" y="286"/>
                  </a:lnTo>
                  <a:lnTo>
                    <a:pt x="175" y="279"/>
                  </a:lnTo>
                  <a:lnTo>
                    <a:pt x="175" y="263"/>
                  </a:lnTo>
                  <a:lnTo>
                    <a:pt x="183" y="255"/>
                  </a:lnTo>
                  <a:lnTo>
                    <a:pt x="175" y="239"/>
                  </a:lnTo>
                  <a:lnTo>
                    <a:pt x="175" y="215"/>
                  </a:lnTo>
                  <a:lnTo>
                    <a:pt x="199" y="215"/>
                  </a:lnTo>
                  <a:lnTo>
                    <a:pt x="222" y="199"/>
                  </a:lnTo>
                  <a:lnTo>
                    <a:pt x="230" y="191"/>
                  </a:lnTo>
                  <a:lnTo>
                    <a:pt x="238" y="183"/>
                  </a:lnTo>
                  <a:lnTo>
                    <a:pt x="238" y="175"/>
                  </a:lnTo>
                  <a:lnTo>
                    <a:pt x="230" y="167"/>
                  </a:lnTo>
                  <a:lnTo>
                    <a:pt x="214" y="159"/>
                  </a:lnTo>
                  <a:lnTo>
                    <a:pt x="214" y="151"/>
                  </a:lnTo>
                  <a:lnTo>
                    <a:pt x="222" y="151"/>
                  </a:lnTo>
                  <a:lnTo>
                    <a:pt x="238" y="151"/>
                  </a:lnTo>
                  <a:lnTo>
                    <a:pt x="246" y="143"/>
                  </a:lnTo>
                  <a:lnTo>
                    <a:pt x="262" y="151"/>
                  </a:lnTo>
                  <a:lnTo>
                    <a:pt x="278" y="151"/>
                  </a:lnTo>
                  <a:lnTo>
                    <a:pt x="286" y="151"/>
                  </a:lnTo>
                  <a:lnTo>
                    <a:pt x="286" y="143"/>
                  </a:lnTo>
                  <a:lnTo>
                    <a:pt x="278" y="135"/>
                  </a:lnTo>
                  <a:lnTo>
                    <a:pt x="270" y="128"/>
                  </a:lnTo>
                  <a:lnTo>
                    <a:pt x="270" y="120"/>
                  </a:lnTo>
                  <a:lnTo>
                    <a:pt x="254" y="112"/>
                  </a:lnTo>
                  <a:lnTo>
                    <a:pt x="254" y="96"/>
                  </a:lnTo>
                  <a:lnTo>
                    <a:pt x="246" y="88"/>
                  </a:lnTo>
                  <a:lnTo>
                    <a:pt x="222" y="80"/>
                  </a:lnTo>
                  <a:lnTo>
                    <a:pt x="222" y="64"/>
                  </a:lnTo>
                  <a:lnTo>
                    <a:pt x="230" y="56"/>
                  </a:lnTo>
                  <a:lnTo>
                    <a:pt x="246" y="64"/>
                  </a:lnTo>
                  <a:lnTo>
                    <a:pt x="254" y="72"/>
                  </a:lnTo>
                  <a:lnTo>
                    <a:pt x="270" y="64"/>
                  </a:lnTo>
                  <a:lnTo>
                    <a:pt x="262" y="56"/>
                  </a:lnTo>
                  <a:lnTo>
                    <a:pt x="262" y="40"/>
                  </a:lnTo>
                  <a:lnTo>
                    <a:pt x="254" y="32"/>
                  </a:lnTo>
                  <a:lnTo>
                    <a:pt x="246" y="32"/>
                  </a:lnTo>
                  <a:lnTo>
                    <a:pt x="246" y="24"/>
                  </a:lnTo>
                  <a:lnTo>
                    <a:pt x="262" y="32"/>
                  </a:lnTo>
                  <a:lnTo>
                    <a:pt x="278" y="40"/>
                  </a:lnTo>
                  <a:lnTo>
                    <a:pt x="294" y="64"/>
                  </a:lnTo>
                  <a:lnTo>
                    <a:pt x="326" y="72"/>
                  </a:lnTo>
                  <a:lnTo>
                    <a:pt x="334" y="72"/>
                  </a:lnTo>
                  <a:lnTo>
                    <a:pt x="350" y="72"/>
                  </a:lnTo>
                  <a:lnTo>
                    <a:pt x="350" y="80"/>
                  </a:lnTo>
                  <a:lnTo>
                    <a:pt x="350" y="88"/>
                  </a:lnTo>
                  <a:lnTo>
                    <a:pt x="397" y="96"/>
                  </a:lnTo>
                  <a:lnTo>
                    <a:pt x="381" y="80"/>
                  </a:lnTo>
                  <a:lnTo>
                    <a:pt x="365" y="64"/>
                  </a:lnTo>
                  <a:lnTo>
                    <a:pt x="397" y="64"/>
                  </a:lnTo>
                  <a:lnTo>
                    <a:pt x="421" y="80"/>
                  </a:lnTo>
                  <a:lnTo>
                    <a:pt x="437" y="72"/>
                  </a:lnTo>
                  <a:lnTo>
                    <a:pt x="461" y="64"/>
                  </a:lnTo>
                  <a:lnTo>
                    <a:pt x="469" y="48"/>
                  </a:lnTo>
                  <a:lnTo>
                    <a:pt x="469" y="40"/>
                  </a:lnTo>
                  <a:lnTo>
                    <a:pt x="453" y="40"/>
                  </a:lnTo>
                  <a:lnTo>
                    <a:pt x="445" y="40"/>
                  </a:lnTo>
                  <a:lnTo>
                    <a:pt x="437" y="56"/>
                  </a:lnTo>
                  <a:lnTo>
                    <a:pt x="397" y="56"/>
                  </a:lnTo>
                  <a:lnTo>
                    <a:pt x="397" y="40"/>
                  </a:lnTo>
                  <a:lnTo>
                    <a:pt x="397" y="32"/>
                  </a:lnTo>
                  <a:lnTo>
                    <a:pt x="405" y="24"/>
                  </a:lnTo>
                  <a:lnTo>
                    <a:pt x="405" y="8"/>
                  </a:lnTo>
                  <a:lnTo>
                    <a:pt x="413" y="8"/>
                  </a:lnTo>
                  <a:lnTo>
                    <a:pt x="421" y="16"/>
                  </a:lnTo>
                  <a:lnTo>
                    <a:pt x="437" y="32"/>
                  </a:lnTo>
                  <a:lnTo>
                    <a:pt x="445" y="24"/>
                  </a:lnTo>
                  <a:lnTo>
                    <a:pt x="453" y="24"/>
                  </a:lnTo>
                  <a:lnTo>
                    <a:pt x="453" y="16"/>
                  </a:lnTo>
                  <a:lnTo>
                    <a:pt x="461" y="8"/>
                  </a:lnTo>
                  <a:lnTo>
                    <a:pt x="469" y="0"/>
                  </a:lnTo>
                  <a:lnTo>
                    <a:pt x="477" y="8"/>
                  </a:lnTo>
                  <a:lnTo>
                    <a:pt x="477" y="16"/>
                  </a:lnTo>
                  <a:lnTo>
                    <a:pt x="485" y="24"/>
                  </a:lnTo>
                  <a:lnTo>
                    <a:pt x="493" y="32"/>
                  </a:lnTo>
                  <a:lnTo>
                    <a:pt x="501" y="24"/>
                  </a:lnTo>
                  <a:lnTo>
                    <a:pt x="509" y="32"/>
                  </a:lnTo>
                  <a:lnTo>
                    <a:pt x="524" y="32"/>
                  </a:lnTo>
                  <a:lnTo>
                    <a:pt x="532" y="32"/>
                  </a:lnTo>
                  <a:lnTo>
                    <a:pt x="532" y="40"/>
                  </a:lnTo>
                  <a:lnTo>
                    <a:pt x="524" y="48"/>
                  </a:lnTo>
                  <a:lnTo>
                    <a:pt x="517" y="56"/>
                  </a:lnTo>
                  <a:lnTo>
                    <a:pt x="501" y="48"/>
                  </a:lnTo>
                  <a:lnTo>
                    <a:pt x="493" y="40"/>
                  </a:lnTo>
                  <a:lnTo>
                    <a:pt x="485" y="40"/>
                  </a:lnTo>
                  <a:lnTo>
                    <a:pt x="477" y="40"/>
                  </a:lnTo>
                  <a:lnTo>
                    <a:pt x="477" y="48"/>
                  </a:lnTo>
                  <a:lnTo>
                    <a:pt x="485" y="56"/>
                  </a:lnTo>
                  <a:lnTo>
                    <a:pt x="477" y="72"/>
                  </a:lnTo>
                  <a:lnTo>
                    <a:pt x="477" y="80"/>
                  </a:lnTo>
                  <a:lnTo>
                    <a:pt x="477" y="88"/>
                  </a:lnTo>
                  <a:lnTo>
                    <a:pt x="485" y="96"/>
                  </a:lnTo>
                  <a:lnTo>
                    <a:pt x="501" y="104"/>
                  </a:lnTo>
                  <a:lnTo>
                    <a:pt x="509" y="96"/>
                  </a:lnTo>
                  <a:lnTo>
                    <a:pt x="501" y="80"/>
                  </a:lnTo>
                  <a:lnTo>
                    <a:pt x="493" y="72"/>
                  </a:lnTo>
                  <a:lnTo>
                    <a:pt x="493" y="64"/>
                  </a:lnTo>
                  <a:lnTo>
                    <a:pt x="501" y="64"/>
                  </a:lnTo>
                  <a:lnTo>
                    <a:pt x="509" y="64"/>
                  </a:lnTo>
                  <a:lnTo>
                    <a:pt x="524" y="80"/>
                  </a:lnTo>
                  <a:lnTo>
                    <a:pt x="540" y="72"/>
                  </a:lnTo>
                  <a:lnTo>
                    <a:pt x="548" y="56"/>
                  </a:lnTo>
                  <a:lnTo>
                    <a:pt x="564" y="48"/>
                  </a:lnTo>
                  <a:lnTo>
                    <a:pt x="572" y="40"/>
                  </a:lnTo>
                  <a:lnTo>
                    <a:pt x="572" y="48"/>
                  </a:lnTo>
                  <a:lnTo>
                    <a:pt x="572" y="56"/>
                  </a:lnTo>
                  <a:lnTo>
                    <a:pt x="588" y="64"/>
                  </a:lnTo>
                  <a:lnTo>
                    <a:pt x="588" y="56"/>
                  </a:lnTo>
                  <a:lnTo>
                    <a:pt x="588" y="48"/>
                  </a:lnTo>
                  <a:lnTo>
                    <a:pt x="588" y="40"/>
                  </a:lnTo>
                  <a:lnTo>
                    <a:pt x="596" y="40"/>
                  </a:lnTo>
                  <a:lnTo>
                    <a:pt x="604" y="56"/>
                  </a:lnTo>
                  <a:close/>
                  <a:moveTo>
                    <a:pt x="421" y="88"/>
                  </a:moveTo>
                  <a:lnTo>
                    <a:pt x="421" y="88"/>
                  </a:lnTo>
                  <a:lnTo>
                    <a:pt x="429" y="104"/>
                  </a:lnTo>
                  <a:lnTo>
                    <a:pt x="445" y="112"/>
                  </a:lnTo>
                  <a:lnTo>
                    <a:pt x="453" y="112"/>
                  </a:lnTo>
                  <a:lnTo>
                    <a:pt x="453" y="96"/>
                  </a:lnTo>
                  <a:lnTo>
                    <a:pt x="445" y="88"/>
                  </a:lnTo>
                  <a:lnTo>
                    <a:pt x="437" y="80"/>
                  </a:lnTo>
                  <a:lnTo>
                    <a:pt x="421" y="88"/>
                  </a:lnTo>
                  <a:close/>
                  <a:moveTo>
                    <a:pt x="294" y="112"/>
                  </a:moveTo>
                  <a:lnTo>
                    <a:pt x="294" y="112"/>
                  </a:lnTo>
                  <a:lnTo>
                    <a:pt x="302" y="120"/>
                  </a:lnTo>
                  <a:lnTo>
                    <a:pt x="318" y="120"/>
                  </a:lnTo>
                  <a:lnTo>
                    <a:pt x="318" y="112"/>
                  </a:lnTo>
                  <a:lnTo>
                    <a:pt x="326" y="112"/>
                  </a:lnTo>
                  <a:lnTo>
                    <a:pt x="310" y="104"/>
                  </a:lnTo>
                  <a:lnTo>
                    <a:pt x="294" y="96"/>
                  </a:lnTo>
                  <a:lnTo>
                    <a:pt x="286" y="88"/>
                  </a:lnTo>
                  <a:lnTo>
                    <a:pt x="270" y="88"/>
                  </a:lnTo>
                  <a:lnTo>
                    <a:pt x="270" y="96"/>
                  </a:lnTo>
                  <a:lnTo>
                    <a:pt x="278" y="104"/>
                  </a:lnTo>
                  <a:lnTo>
                    <a:pt x="294" y="112"/>
                  </a:lnTo>
                  <a:close/>
                  <a:moveTo>
                    <a:pt x="413" y="120"/>
                  </a:moveTo>
                  <a:lnTo>
                    <a:pt x="413" y="120"/>
                  </a:lnTo>
                  <a:lnTo>
                    <a:pt x="397" y="104"/>
                  </a:lnTo>
                  <a:lnTo>
                    <a:pt x="389" y="96"/>
                  </a:lnTo>
                  <a:lnTo>
                    <a:pt x="381" y="104"/>
                  </a:lnTo>
                  <a:lnTo>
                    <a:pt x="381" y="112"/>
                  </a:lnTo>
                  <a:lnTo>
                    <a:pt x="389" y="112"/>
                  </a:lnTo>
                  <a:lnTo>
                    <a:pt x="405" y="128"/>
                  </a:lnTo>
                  <a:lnTo>
                    <a:pt x="413" y="143"/>
                  </a:lnTo>
                  <a:lnTo>
                    <a:pt x="421" y="143"/>
                  </a:lnTo>
                  <a:lnTo>
                    <a:pt x="429" y="143"/>
                  </a:lnTo>
                  <a:lnTo>
                    <a:pt x="429" y="135"/>
                  </a:lnTo>
                  <a:lnTo>
                    <a:pt x="421" y="128"/>
                  </a:lnTo>
                  <a:lnTo>
                    <a:pt x="413" y="120"/>
                  </a:lnTo>
                  <a:close/>
                  <a:moveTo>
                    <a:pt x="509" y="112"/>
                  </a:moveTo>
                  <a:lnTo>
                    <a:pt x="509" y="112"/>
                  </a:lnTo>
                  <a:lnTo>
                    <a:pt x="517" y="120"/>
                  </a:lnTo>
                  <a:lnTo>
                    <a:pt x="532" y="128"/>
                  </a:lnTo>
                  <a:lnTo>
                    <a:pt x="540" y="120"/>
                  </a:lnTo>
                  <a:lnTo>
                    <a:pt x="540" y="112"/>
                  </a:lnTo>
                  <a:lnTo>
                    <a:pt x="524" y="112"/>
                  </a:lnTo>
                  <a:lnTo>
                    <a:pt x="509" y="112"/>
                  </a:lnTo>
                  <a:close/>
                  <a:moveTo>
                    <a:pt x="501" y="135"/>
                  </a:moveTo>
                  <a:lnTo>
                    <a:pt x="501" y="135"/>
                  </a:lnTo>
                  <a:lnTo>
                    <a:pt x="501" y="128"/>
                  </a:lnTo>
                  <a:lnTo>
                    <a:pt x="493" y="120"/>
                  </a:lnTo>
                  <a:lnTo>
                    <a:pt x="493" y="135"/>
                  </a:lnTo>
                  <a:lnTo>
                    <a:pt x="501" y="135"/>
                  </a:lnTo>
                  <a:close/>
                  <a:moveTo>
                    <a:pt x="358" y="159"/>
                  </a:moveTo>
                  <a:lnTo>
                    <a:pt x="358" y="159"/>
                  </a:lnTo>
                  <a:lnTo>
                    <a:pt x="365" y="167"/>
                  </a:lnTo>
                  <a:lnTo>
                    <a:pt x="381" y="167"/>
                  </a:lnTo>
                  <a:lnTo>
                    <a:pt x="389" y="167"/>
                  </a:lnTo>
                  <a:lnTo>
                    <a:pt x="397" y="159"/>
                  </a:lnTo>
                  <a:lnTo>
                    <a:pt x="389" y="151"/>
                  </a:lnTo>
                  <a:lnTo>
                    <a:pt x="381" y="151"/>
                  </a:lnTo>
                  <a:lnTo>
                    <a:pt x="358" y="159"/>
                  </a:lnTo>
                  <a:close/>
                  <a:moveTo>
                    <a:pt x="445" y="167"/>
                  </a:moveTo>
                  <a:lnTo>
                    <a:pt x="445" y="167"/>
                  </a:lnTo>
                  <a:lnTo>
                    <a:pt x="445" y="151"/>
                  </a:lnTo>
                  <a:lnTo>
                    <a:pt x="437" y="151"/>
                  </a:lnTo>
                  <a:lnTo>
                    <a:pt x="429" y="143"/>
                  </a:lnTo>
                  <a:lnTo>
                    <a:pt x="429" y="159"/>
                  </a:lnTo>
                  <a:lnTo>
                    <a:pt x="445" y="167"/>
                  </a:lnTo>
                  <a:close/>
                  <a:moveTo>
                    <a:pt x="334" y="247"/>
                  </a:moveTo>
                  <a:lnTo>
                    <a:pt x="334" y="247"/>
                  </a:lnTo>
                  <a:lnTo>
                    <a:pt x="334" y="231"/>
                  </a:lnTo>
                  <a:lnTo>
                    <a:pt x="326" y="231"/>
                  </a:lnTo>
                  <a:lnTo>
                    <a:pt x="302" y="223"/>
                  </a:lnTo>
                  <a:lnTo>
                    <a:pt x="302" y="239"/>
                  </a:lnTo>
                  <a:lnTo>
                    <a:pt x="310" y="247"/>
                  </a:lnTo>
                  <a:lnTo>
                    <a:pt x="334" y="247"/>
                  </a:lnTo>
                  <a:close/>
                  <a:moveTo>
                    <a:pt x="254" y="255"/>
                  </a:moveTo>
                  <a:lnTo>
                    <a:pt x="254" y="255"/>
                  </a:lnTo>
                  <a:lnTo>
                    <a:pt x="262" y="247"/>
                  </a:lnTo>
                  <a:lnTo>
                    <a:pt x="270" y="239"/>
                  </a:lnTo>
                  <a:lnTo>
                    <a:pt x="254" y="231"/>
                  </a:lnTo>
                  <a:lnTo>
                    <a:pt x="246" y="231"/>
                  </a:lnTo>
                  <a:lnTo>
                    <a:pt x="246" y="239"/>
                  </a:lnTo>
                  <a:lnTo>
                    <a:pt x="254" y="255"/>
                  </a:lnTo>
                  <a:close/>
                  <a:moveTo>
                    <a:pt x="668" y="255"/>
                  </a:moveTo>
                  <a:lnTo>
                    <a:pt x="668" y="255"/>
                  </a:lnTo>
                  <a:lnTo>
                    <a:pt x="676" y="263"/>
                  </a:lnTo>
                  <a:lnTo>
                    <a:pt x="683" y="255"/>
                  </a:lnTo>
                  <a:lnTo>
                    <a:pt x="683" y="247"/>
                  </a:lnTo>
                  <a:lnTo>
                    <a:pt x="683" y="239"/>
                  </a:lnTo>
                  <a:lnTo>
                    <a:pt x="668" y="239"/>
                  </a:lnTo>
                  <a:lnTo>
                    <a:pt x="668" y="255"/>
                  </a:lnTo>
                  <a:close/>
                  <a:moveTo>
                    <a:pt x="596" y="255"/>
                  </a:moveTo>
                  <a:lnTo>
                    <a:pt x="596" y="255"/>
                  </a:lnTo>
                  <a:lnTo>
                    <a:pt x="604" y="263"/>
                  </a:lnTo>
                  <a:lnTo>
                    <a:pt x="612" y="271"/>
                  </a:lnTo>
                  <a:lnTo>
                    <a:pt x="620" y="294"/>
                  </a:lnTo>
                  <a:lnTo>
                    <a:pt x="628" y="286"/>
                  </a:lnTo>
                  <a:lnTo>
                    <a:pt x="636" y="271"/>
                  </a:lnTo>
                  <a:lnTo>
                    <a:pt x="620" y="247"/>
                  </a:lnTo>
                  <a:lnTo>
                    <a:pt x="604" y="247"/>
                  </a:lnTo>
                  <a:lnTo>
                    <a:pt x="596" y="255"/>
                  </a:lnTo>
                  <a:close/>
                  <a:moveTo>
                    <a:pt x="413" y="286"/>
                  </a:moveTo>
                  <a:lnTo>
                    <a:pt x="413" y="286"/>
                  </a:lnTo>
                  <a:lnTo>
                    <a:pt x="421" y="286"/>
                  </a:lnTo>
                  <a:lnTo>
                    <a:pt x="429" y="279"/>
                  </a:lnTo>
                  <a:lnTo>
                    <a:pt x="429" y="263"/>
                  </a:lnTo>
                  <a:lnTo>
                    <a:pt x="413" y="263"/>
                  </a:lnTo>
                  <a:lnTo>
                    <a:pt x="413" y="271"/>
                  </a:lnTo>
                  <a:lnTo>
                    <a:pt x="405" y="279"/>
                  </a:lnTo>
                  <a:lnTo>
                    <a:pt x="413" y="286"/>
                  </a:lnTo>
                  <a:close/>
                  <a:moveTo>
                    <a:pt x="691" y="302"/>
                  </a:moveTo>
                  <a:lnTo>
                    <a:pt x="691" y="302"/>
                  </a:lnTo>
                  <a:lnTo>
                    <a:pt x="707" y="294"/>
                  </a:lnTo>
                  <a:lnTo>
                    <a:pt x="707" y="286"/>
                  </a:lnTo>
                  <a:lnTo>
                    <a:pt x="707" y="279"/>
                  </a:lnTo>
                  <a:lnTo>
                    <a:pt x="691" y="279"/>
                  </a:lnTo>
                  <a:lnTo>
                    <a:pt x="683" y="286"/>
                  </a:lnTo>
                  <a:lnTo>
                    <a:pt x="683" y="294"/>
                  </a:lnTo>
                  <a:lnTo>
                    <a:pt x="691" y="302"/>
                  </a:lnTo>
                  <a:close/>
                  <a:moveTo>
                    <a:pt x="358" y="326"/>
                  </a:moveTo>
                  <a:lnTo>
                    <a:pt x="358" y="326"/>
                  </a:lnTo>
                  <a:lnTo>
                    <a:pt x="373" y="326"/>
                  </a:lnTo>
                  <a:lnTo>
                    <a:pt x="373" y="310"/>
                  </a:lnTo>
                  <a:lnTo>
                    <a:pt x="373" y="302"/>
                  </a:lnTo>
                  <a:lnTo>
                    <a:pt x="365" y="302"/>
                  </a:lnTo>
                  <a:lnTo>
                    <a:pt x="358" y="310"/>
                  </a:lnTo>
                  <a:lnTo>
                    <a:pt x="358" y="318"/>
                  </a:lnTo>
                  <a:lnTo>
                    <a:pt x="358" y="326"/>
                  </a:lnTo>
                  <a:close/>
                  <a:moveTo>
                    <a:pt x="135" y="334"/>
                  </a:moveTo>
                  <a:lnTo>
                    <a:pt x="135" y="334"/>
                  </a:lnTo>
                  <a:lnTo>
                    <a:pt x="135" y="350"/>
                  </a:lnTo>
                  <a:lnTo>
                    <a:pt x="143" y="358"/>
                  </a:lnTo>
                  <a:lnTo>
                    <a:pt x="159" y="358"/>
                  </a:lnTo>
                  <a:lnTo>
                    <a:pt x="159" y="342"/>
                  </a:lnTo>
                  <a:lnTo>
                    <a:pt x="159" y="326"/>
                  </a:lnTo>
                  <a:lnTo>
                    <a:pt x="143" y="326"/>
                  </a:lnTo>
                  <a:lnTo>
                    <a:pt x="135" y="334"/>
                  </a:lnTo>
                  <a:close/>
                  <a:moveTo>
                    <a:pt x="477" y="382"/>
                  </a:moveTo>
                  <a:lnTo>
                    <a:pt x="477" y="382"/>
                  </a:lnTo>
                  <a:lnTo>
                    <a:pt x="469" y="366"/>
                  </a:lnTo>
                  <a:lnTo>
                    <a:pt x="469" y="358"/>
                  </a:lnTo>
                  <a:lnTo>
                    <a:pt x="453" y="342"/>
                  </a:lnTo>
                  <a:lnTo>
                    <a:pt x="445" y="350"/>
                  </a:lnTo>
                  <a:lnTo>
                    <a:pt x="445" y="366"/>
                  </a:lnTo>
                  <a:lnTo>
                    <a:pt x="453" y="382"/>
                  </a:lnTo>
                  <a:lnTo>
                    <a:pt x="477" y="382"/>
                  </a:lnTo>
                  <a:close/>
                  <a:moveTo>
                    <a:pt x="596" y="374"/>
                  </a:moveTo>
                  <a:lnTo>
                    <a:pt x="596" y="374"/>
                  </a:lnTo>
                  <a:lnTo>
                    <a:pt x="604" y="374"/>
                  </a:lnTo>
                  <a:lnTo>
                    <a:pt x="612" y="366"/>
                  </a:lnTo>
                  <a:lnTo>
                    <a:pt x="604" y="358"/>
                  </a:lnTo>
                  <a:lnTo>
                    <a:pt x="596" y="358"/>
                  </a:lnTo>
                  <a:lnTo>
                    <a:pt x="596" y="374"/>
                  </a:lnTo>
                  <a:close/>
                  <a:moveTo>
                    <a:pt x="620" y="414"/>
                  </a:moveTo>
                  <a:lnTo>
                    <a:pt x="620" y="414"/>
                  </a:lnTo>
                  <a:lnTo>
                    <a:pt x="644" y="414"/>
                  </a:lnTo>
                  <a:lnTo>
                    <a:pt x="636" y="398"/>
                  </a:lnTo>
                  <a:lnTo>
                    <a:pt x="644" y="390"/>
                  </a:lnTo>
                  <a:lnTo>
                    <a:pt x="652" y="382"/>
                  </a:lnTo>
                  <a:lnTo>
                    <a:pt x="660" y="374"/>
                  </a:lnTo>
                  <a:lnTo>
                    <a:pt x="644" y="374"/>
                  </a:lnTo>
                  <a:lnTo>
                    <a:pt x="628" y="374"/>
                  </a:lnTo>
                  <a:lnTo>
                    <a:pt x="628" y="390"/>
                  </a:lnTo>
                  <a:lnTo>
                    <a:pt x="620" y="398"/>
                  </a:lnTo>
                  <a:lnTo>
                    <a:pt x="604" y="390"/>
                  </a:lnTo>
                  <a:lnTo>
                    <a:pt x="596" y="390"/>
                  </a:lnTo>
                  <a:lnTo>
                    <a:pt x="596" y="398"/>
                  </a:lnTo>
                  <a:lnTo>
                    <a:pt x="620" y="398"/>
                  </a:lnTo>
                  <a:lnTo>
                    <a:pt x="620" y="406"/>
                  </a:lnTo>
                  <a:lnTo>
                    <a:pt x="620" y="414"/>
                  </a:lnTo>
                  <a:close/>
                  <a:moveTo>
                    <a:pt x="644" y="430"/>
                  </a:moveTo>
                  <a:lnTo>
                    <a:pt x="644" y="430"/>
                  </a:lnTo>
                  <a:lnTo>
                    <a:pt x="668" y="430"/>
                  </a:lnTo>
                  <a:lnTo>
                    <a:pt x="660" y="422"/>
                  </a:lnTo>
                  <a:lnTo>
                    <a:pt x="652" y="414"/>
                  </a:lnTo>
                  <a:lnTo>
                    <a:pt x="644" y="422"/>
                  </a:lnTo>
                  <a:lnTo>
                    <a:pt x="644" y="430"/>
                  </a:lnTo>
                  <a:close/>
                  <a:moveTo>
                    <a:pt x="310" y="453"/>
                  </a:moveTo>
                  <a:lnTo>
                    <a:pt x="310" y="453"/>
                  </a:lnTo>
                  <a:lnTo>
                    <a:pt x="326" y="453"/>
                  </a:lnTo>
                  <a:lnTo>
                    <a:pt x="334" y="445"/>
                  </a:lnTo>
                  <a:lnTo>
                    <a:pt x="326" y="430"/>
                  </a:lnTo>
                  <a:lnTo>
                    <a:pt x="310" y="430"/>
                  </a:lnTo>
                  <a:lnTo>
                    <a:pt x="302" y="438"/>
                  </a:lnTo>
                  <a:lnTo>
                    <a:pt x="310" y="453"/>
                  </a:lnTo>
                  <a:close/>
                  <a:moveTo>
                    <a:pt x="191" y="445"/>
                  </a:moveTo>
                  <a:lnTo>
                    <a:pt x="191" y="445"/>
                  </a:lnTo>
                  <a:lnTo>
                    <a:pt x="183" y="438"/>
                  </a:lnTo>
                  <a:lnTo>
                    <a:pt x="175" y="438"/>
                  </a:lnTo>
                  <a:lnTo>
                    <a:pt x="151" y="438"/>
                  </a:lnTo>
                  <a:lnTo>
                    <a:pt x="151" y="445"/>
                  </a:lnTo>
                  <a:lnTo>
                    <a:pt x="167" y="453"/>
                  </a:lnTo>
                  <a:lnTo>
                    <a:pt x="183" y="453"/>
                  </a:lnTo>
                  <a:lnTo>
                    <a:pt x="191" y="445"/>
                  </a:lnTo>
                  <a:close/>
                  <a:moveTo>
                    <a:pt x="429" y="469"/>
                  </a:moveTo>
                  <a:lnTo>
                    <a:pt x="429" y="469"/>
                  </a:lnTo>
                  <a:lnTo>
                    <a:pt x="437" y="477"/>
                  </a:lnTo>
                  <a:lnTo>
                    <a:pt x="437" y="485"/>
                  </a:lnTo>
                  <a:lnTo>
                    <a:pt x="445" y="493"/>
                  </a:lnTo>
                  <a:lnTo>
                    <a:pt x="453" y="493"/>
                  </a:lnTo>
                  <a:lnTo>
                    <a:pt x="445" y="469"/>
                  </a:lnTo>
                  <a:lnTo>
                    <a:pt x="453" y="445"/>
                  </a:lnTo>
                  <a:lnTo>
                    <a:pt x="437" y="445"/>
                  </a:lnTo>
                  <a:lnTo>
                    <a:pt x="429" y="445"/>
                  </a:lnTo>
                  <a:lnTo>
                    <a:pt x="429" y="461"/>
                  </a:lnTo>
                  <a:lnTo>
                    <a:pt x="429" y="469"/>
                  </a:lnTo>
                  <a:close/>
                  <a:moveTo>
                    <a:pt x="222" y="477"/>
                  </a:moveTo>
                  <a:lnTo>
                    <a:pt x="222" y="477"/>
                  </a:lnTo>
                  <a:lnTo>
                    <a:pt x="238" y="477"/>
                  </a:lnTo>
                  <a:lnTo>
                    <a:pt x="238" y="461"/>
                  </a:lnTo>
                  <a:lnTo>
                    <a:pt x="238" y="453"/>
                  </a:lnTo>
                  <a:lnTo>
                    <a:pt x="230" y="445"/>
                  </a:lnTo>
                  <a:lnTo>
                    <a:pt x="230" y="461"/>
                  </a:lnTo>
                  <a:lnTo>
                    <a:pt x="222" y="477"/>
                  </a:lnTo>
                  <a:close/>
                  <a:moveTo>
                    <a:pt x="262" y="469"/>
                  </a:moveTo>
                  <a:lnTo>
                    <a:pt x="262" y="469"/>
                  </a:lnTo>
                  <a:lnTo>
                    <a:pt x="278" y="469"/>
                  </a:lnTo>
                  <a:lnTo>
                    <a:pt x="294" y="461"/>
                  </a:lnTo>
                  <a:lnTo>
                    <a:pt x="278" y="453"/>
                  </a:lnTo>
                  <a:lnTo>
                    <a:pt x="262" y="453"/>
                  </a:lnTo>
                  <a:lnTo>
                    <a:pt x="262" y="469"/>
                  </a:lnTo>
                  <a:close/>
                  <a:moveTo>
                    <a:pt x="612" y="485"/>
                  </a:moveTo>
                  <a:lnTo>
                    <a:pt x="612" y="485"/>
                  </a:lnTo>
                  <a:lnTo>
                    <a:pt x="604" y="485"/>
                  </a:lnTo>
                  <a:lnTo>
                    <a:pt x="596" y="485"/>
                  </a:lnTo>
                  <a:lnTo>
                    <a:pt x="596" y="501"/>
                  </a:lnTo>
                  <a:lnTo>
                    <a:pt x="604" y="509"/>
                  </a:lnTo>
                  <a:lnTo>
                    <a:pt x="604" y="501"/>
                  </a:lnTo>
                  <a:lnTo>
                    <a:pt x="612" y="501"/>
                  </a:lnTo>
                  <a:lnTo>
                    <a:pt x="620" y="501"/>
                  </a:lnTo>
                  <a:lnTo>
                    <a:pt x="604" y="509"/>
                  </a:lnTo>
                  <a:lnTo>
                    <a:pt x="604" y="525"/>
                  </a:lnTo>
                  <a:lnTo>
                    <a:pt x="620" y="525"/>
                  </a:lnTo>
                  <a:lnTo>
                    <a:pt x="628" y="509"/>
                  </a:lnTo>
                  <a:lnTo>
                    <a:pt x="636" y="501"/>
                  </a:lnTo>
                  <a:lnTo>
                    <a:pt x="644" y="493"/>
                  </a:lnTo>
                  <a:lnTo>
                    <a:pt x="644" y="469"/>
                  </a:lnTo>
                  <a:lnTo>
                    <a:pt x="620" y="477"/>
                  </a:lnTo>
                  <a:lnTo>
                    <a:pt x="612" y="485"/>
                  </a:lnTo>
                  <a:close/>
                  <a:moveTo>
                    <a:pt x="524" y="485"/>
                  </a:moveTo>
                  <a:lnTo>
                    <a:pt x="524" y="485"/>
                  </a:lnTo>
                  <a:lnTo>
                    <a:pt x="532" y="493"/>
                  </a:lnTo>
                  <a:lnTo>
                    <a:pt x="532" y="501"/>
                  </a:lnTo>
                  <a:lnTo>
                    <a:pt x="564" y="509"/>
                  </a:lnTo>
                  <a:lnTo>
                    <a:pt x="572" y="501"/>
                  </a:lnTo>
                  <a:lnTo>
                    <a:pt x="572" y="485"/>
                  </a:lnTo>
                  <a:lnTo>
                    <a:pt x="548" y="485"/>
                  </a:lnTo>
                  <a:lnTo>
                    <a:pt x="524" y="485"/>
                  </a:lnTo>
                  <a:close/>
                  <a:moveTo>
                    <a:pt x="286" y="517"/>
                  </a:moveTo>
                  <a:lnTo>
                    <a:pt x="286" y="517"/>
                  </a:lnTo>
                  <a:lnTo>
                    <a:pt x="286" y="525"/>
                  </a:lnTo>
                  <a:lnTo>
                    <a:pt x="302" y="525"/>
                  </a:lnTo>
                  <a:lnTo>
                    <a:pt x="302" y="517"/>
                  </a:lnTo>
                  <a:lnTo>
                    <a:pt x="294" y="509"/>
                  </a:lnTo>
                  <a:lnTo>
                    <a:pt x="286" y="517"/>
                  </a:lnTo>
                  <a:close/>
                  <a:moveTo>
                    <a:pt x="206" y="533"/>
                  </a:moveTo>
                  <a:lnTo>
                    <a:pt x="206" y="533"/>
                  </a:lnTo>
                  <a:lnTo>
                    <a:pt x="206" y="541"/>
                  </a:lnTo>
                  <a:lnTo>
                    <a:pt x="222" y="541"/>
                  </a:lnTo>
                  <a:lnTo>
                    <a:pt x="230" y="533"/>
                  </a:lnTo>
                  <a:lnTo>
                    <a:pt x="230" y="525"/>
                  </a:lnTo>
                  <a:lnTo>
                    <a:pt x="214" y="525"/>
                  </a:lnTo>
                  <a:lnTo>
                    <a:pt x="206" y="533"/>
                  </a:lnTo>
                  <a:close/>
                  <a:moveTo>
                    <a:pt x="636" y="549"/>
                  </a:moveTo>
                  <a:lnTo>
                    <a:pt x="636" y="549"/>
                  </a:lnTo>
                  <a:lnTo>
                    <a:pt x="644" y="565"/>
                  </a:lnTo>
                  <a:lnTo>
                    <a:pt x="652" y="565"/>
                  </a:lnTo>
                  <a:lnTo>
                    <a:pt x="660" y="549"/>
                  </a:lnTo>
                  <a:lnTo>
                    <a:pt x="636" y="549"/>
                  </a:lnTo>
                  <a:close/>
                  <a:moveTo>
                    <a:pt x="111" y="565"/>
                  </a:moveTo>
                  <a:lnTo>
                    <a:pt x="111" y="565"/>
                  </a:lnTo>
                  <a:lnTo>
                    <a:pt x="119" y="573"/>
                  </a:lnTo>
                  <a:lnTo>
                    <a:pt x="127" y="565"/>
                  </a:lnTo>
                  <a:lnTo>
                    <a:pt x="143" y="565"/>
                  </a:lnTo>
                  <a:lnTo>
                    <a:pt x="135" y="549"/>
                  </a:lnTo>
                  <a:lnTo>
                    <a:pt x="127" y="549"/>
                  </a:lnTo>
                  <a:lnTo>
                    <a:pt x="111" y="557"/>
                  </a:lnTo>
                  <a:lnTo>
                    <a:pt x="111" y="565"/>
                  </a:lnTo>
                  <a:close/>
                  <a:moveTo>
                    <a:pt x="501" y="581"/>
                  </a:moveTo>
                  <a:lnTo>
                    <a:pt x="501" y="581"/>
                  </a:lnTo>
                  <a:lnTo>
                    <a:pt x="493" y="573"/>
                  </a:lnTo>
                  <a:lnTo>
                    <a:pt x="477" y="573"/>
                  </a:lnTo>
                  <a:lnTo>
                    <a:pt x="477" y="589"/>
                  </a:lnTo>
                  <a:lnTo>
                    <a:pt x="485" y="596"/>
                  </a:lnTo>
                  <a:lnTo>
                    <a:pt x="493" y="589"/>
                  </a:lnTo>
                  <a:lnTo>
                    <a:pt x="501" y="581"/>
                  </a:lnTo>
                  <a:close/>
                  <a:moveTo>
                    <a:pt x="517" y="604"/>
                  </a:moveTo>
                  <a:lnTo>
                    <a:pt x="517" y="604"/>
                  </a:lnTo>
                  <a:lnTo>
                    <a:pt x="524" y="604"/>
                  </a:lnTo>
                  <a:lnTo>
                    <a:pt x="532" y="596"/>
                  </a:lnTo>
                  <a:lnTo>
                    <a:pt x="540" y="589"/>
                  </a:lnTo>
                  <a:lnTo>
                    <a:pt x="532" y="581"/>
                  </a:lnTo>
                  <a:lnTo>
                    <a:pt x="524" y="581"/>
                  </a:lnTo>
                  <a:lnTo>
                    <a:pt x="517" y="589"/>
                  </a:lnTo>
                  <a:lnTo>
                    <a:pt x="517" y="604"/>
                  </a:lnTo>
                  <a:close/>
                  <a:moveTo>
                    <a:pt x="286" y="604"/>
                  </a:moveTo>
                  <a:lnTo>
                    <a:pt x="286" y="604"/>
                  </a:lnTo>
                  <a:lnTo>
                    <a:pt x="294" y="612"/>
                  </a:lnTo>
                  <a:lnTo>
                    <a:pt x="310" y="604"/>
                  </a:lnTo>
                  <a:lnTo>
                    <a:pt x="334" y="596"/>
                  </a:lnTo>
                  <a:lnTo>
                    <a:pt x="334" y="589"/>
                  </a:lnTo>
                  <a:lnTo>
                    <a:pt x="326" y="589"/>
                  </a:lnTo>
                  <a:lnTo>
                    <a:pt x="310" y="589"/>
                  </a:lnTo>
                  <a:lnTo>
                    <a:pt x="294" y="589"/>
                  </a:lnTo>
                  <a:lnTo>
                    <a:pt x="286" y="604"/>
                  </a:lnTo>
                  <a:close/>
                  <a:moveTo>
                    <a:pt x="564" y="636"/>
                  </a:moveTo>
                  <a:lnTo>
                    <a:pt x="564" y="636"/>
                  </a:lnTo>
                  <a:lnTo>
                    <a:pt x="580" y="636"/>
                  </a:lnTo>
                  <a:lnTo>
                    <a:pt x="588" y="636"/>
                  </a:lnTo>
                  <a:lnTo>
                    <a:pt x="596" y="636"/>
                  </a:lnTo>
                  <a:lnTo>
                    <a:pt x="596" y="620"/>
                  </a:lnTo>
                  <a:lnTo>
                    <a:pt x="580" y="612"/>
                  </a:lnTo>
                  <a:lnTo>
                    <a:pt x="564" y="620"/>
                  </a:lnTo>
                  <a:lnTo>
                    <a:pt x="564" y="636"/>
                  </a:lnTo>
                  <a:close/>
                  <a:moveTo>
                    <a:pt x="755" y="620"/>
                  </a:moveTo>
                  <a:lnTo>
                    <a:pt x="755" y="620"/>
                  </a:lnTo>
                  <a:lnTo>
                    <a:pt x="731" y="620"/>
                  </a:lnTo>
                  <a:lnTo>
                    <a:pt x="731" y="628"/>
                  </a:lnTo>
                  <a:lnTo>
                    <a:pt x="739" y="628"/>
                  </a:lnTo>
                  <a:lnTo>
                    <a:pt x="747" y="628"/>
                  </a:lnTo>
                  <a:lnTo>
                    <a:pt x="755" y="620"/>
                  </a:lnTo>
                  <a:close/>
                  <a:moveTo>
                    <a:pt x="660" y="660"/>
                  </a:moveTo>
                  <a:lnTo>
                    <a:pt x="660" y="660"/>
                  </a:lnTo>
                  <a:lnTo>
                    <a:pt x="644" y="628"/>
                  </a:lnTo>
                  <a:lnTo>
                    <a:pt x="628" y="628"/>
                  </a:lnTo>
                  <a:lnTo>
                    <a:pt x="636" y="652"/>
                  </a:lnTo>
                  <a:lnTo>
                    <a:pt x="644" y="668"/>
                  </a:lnTo>
                  <a:lnTo>
                    <a:pt x="660" y="660"/>
                  </a:lnTo>
                  <a:close/>
                  <a:moveTo>
                    <a:pt x="707" y="644"/>
                  </a:moveTo>
                  <a:lnTo>
                    <a:pt x="707" y="644"/>
                  </a:lnTo>
                  <a:lnTo>
                    <a:pt x="699" y="644"/>
                  </a:lnTo>
                  <a:lnTo>
                    <a:pt x="683" y="636"/>
                  </a:lnTo>
                  <a:lnTo>
                    <a:pt x="683" y="652"/>
                  </a:lnTo>
                  <a:lnTo>
                    <a:pt x="691" y="660"/>
                  </a:lnTo>
                  <a:lnTo>
                    <a:pt x="707" y="660"/>
                  </a:lnTo>
                  <a:lnTo>
                    <a:pt x="707" y="644"/>
                  </a:lnTo>
                  <a:close/>
                  <a:moveTo>
                    <a:pt x="310" y="660"/>
                  </a:moveTo>
                  <a:lnTo>
                    <a:pt x="310" y="660"/>
                  </a:lnTo>
                  <a:lnTo>
                    <a:pt x="302" y="652"/>
                  </a:lnTo>
                  <a:lnTo>
                    <a:pt x="294" y="644"/>
                  </a:lnTo>
                  <a:lnTo>
                    <a:pt x="294" y="660"/>
                  </a:lnTo>
                  <a:lnTo>
                    <a:pt x="310" y="6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4" name="Freeform 3090"/>
            <p:cNvSpPr>
              <a:spLocks/>
            </p:cNvSpPr>
            <p:nvPr/>
          </p:nvSpPr>
          <p:spPr bwMode="auto">
            <a:xfrm>
              <a:off x="1025526" y="1665288"/>
              <a:ext cx="2208213" cy="3067050"/>
            </a:xfrm>
            <a:custGeom>
              <a:avLst/>
              <a:gdLst>
                <a:gd name="T0" fmla="*/ 1328 w 1391"/>
                <a:gd name="T1" fmla="*/ 1137 h 1932"/>
                <a:gd name="T2" fmla="*/ 1352 w 1391"/>
                <a:gd name="T3" fmla="*/ 1725 h 1932"/>
                <a:gd name="T4" fmla="*/ 1391 w 1391"/>
                <a:gd name="T5" fmla="*/ 1932 h 1932"/>
                <a:gd name="T6" fmla="*/ 151 w 1391"/>
                <a:gd name="T7" fmla="*/ 1908 h 1932"/>
                <a:gd name="T8" fmla="*/ 151 w 1391"/>
                <a:gd name="T9" fmla="*/ 1876 h 1932"/>
                <a:gd name="T10" fmla="*/ 151 w 1391"/>
                <a:gd name="T11" fmla="*/ 1860 h 1932"/>
                <a:gd name="T12" fmla="*/ 143 w 1391"/>
                <a:gd name="T13" fmla="*/ 1836 h 1932"/>
                <a:gd name="T14" fmla="*/ 56 w 1391"/>
                <a:gd name="T15" fmla="*/ 1653 h 1932"/>
                <a:gd name="T16" fmla="*/ 48 w 1391"/>
                <a:gd name="T17" fmla="*/ 1622 h 1932"/>
                <a:gd name="T18" fmla="*/ 24 w 1391"/>
                <a:gd name="T19" fmla="*/ 1423 h 1932"/>
                <a:gd name="T20" fmla="*/ 8 w 1391"/>
                <a:gd name="T21" fmla="*/ 1137 h 1932"/>
                <a:gd name="T22" fmla="*/ 8 w 1391"/>
                <a:gd name="T23" fmla="*/ 1105 h 1932"/>
                <a:gd name="T24" fmla="*/ 0 w 1391"/>
                <a:gd name="T25" fmla="*/ 1025 h 1932"/>
                <a:gd name="T26" fmla="*/ 0 w 1391"/>
                <a:gd name="T27" fmla="*/ 906 h 1932"/>
                <a:gd name="T28" fmla="*/ 8 w 1391"/>
                <a:gd name="T29" fmla="*/ 874 h 1932"/>
                <a:gd name="T30" fmla="*/ 24 w 1391"/>
                <a:gd name="T31" fmla="*/ 835 h 1932"/>
                <a:gd name="T32" fmla="*/ 32 w 1391"/>
                <a:gd name="T33" fmla="*/ 795 h 1932"/>
                <a:gd name="T34" fmla="*/ 32 w 1391"/>
                <a:gd name="T35" fmla="*/ 771 h 1932"/>
                <a:gd name="T36" fmla="*/ 24 w 1391"/>
                <a:gd name="T37" fmla="*/ 739 h 1932"/>
                <a:gd name="T38" fmla="*/ 16 w 1391"/>
                <a:gd name="T39" fmla="*/ 684 h 1932"/>
                <a:gd name="T40" fmla="*/ 16 w 1391"/>
                <a:gd name="T41" fmla="*/ 596 h 1932"/>
                <a:gd name="T42" fmla="*/ 16 w 1391"/>
                <a:gd name="T43" fmla="*/ 564 h 1932"/>
                <a:gd name="T44" fmla="*/ 16 w 1391"/>
                <a:gd name="T45" fmla="*/ 501 h 1932"/>
                <a:gd name="T46" fmla="*/ 24 w 1391"/>
                <a:gd name="T47" fmla="*/ 469 h 1932"/>
                <a:gd name="T48" fmla="*/ 120 w 1391"/>
                <a:gd name="T49" fmla="*/ 302 h 1932"/>
                <a:gd name="T50" fmla="*/ 167 w 1391"/>
                <a:gd name="T51" fmla="*/ 254 h 1932"/>
                <a:gd name="T52" fmla="*/ 271 w 1391"/>
                <a:gd name="T53" fmla="*/ 191 h 1932"/>
                <a:gd name="T54" fmla="*/ 374 w 1391"/>
                <a:gd name="T55" fmla="*/ 127 h 1932"/>
                <a:gd name="T56" fmla="*/ 406 w 1391"/>
                <a:gd name="T57" fmla="*/ 111 h 1932"/>
                <a:gd name="T58" fmla="*/ 453 w 1391"/>
                <a:gd name="T59" fmla="*/ 95 h 1932"/>
                <a:gd name="T60" fmla="*/ 485 w 1391"/>
                <a:gd name="T61" fmla="*/ 64 h 1932"/>
                <a:gd name="T62" fmla="*/ 517 w 1391"/>
                <a:gd name="T63" fmla="*/ 8 h 1932"/>
                <a:gd name="T64" fmla="*/ 557 w 1391"/>
                <a:gd name="T65" fmla="*/ 0 h 1932"/>
                <a:gd name="T66" fmla="*/ 859 w 1391"/>
                <a:gd name="T67" fmla="*/ 199 h 1932"/>
                <a:gd name="T68" fmla="*/ 875 w 1391"/>
                <a:gd name="T69" fmla="*/ 199 h 1932"/>
                <a:gd name="T70" fmla="*/ 891 w 1391"/>
                <a:gd name="T71" fmla="*/ 143 h 1932"/>
                <a:gd name="T72" fmla="*/ 938 w 1391"/>
                <a:gd name="T73" fmla="*/ 87 h 1932"/>
                <a:gd name="T74" fmla="*/ 946 w 1391"/>
                <a:gd name="T75" fmla="*/ 79 h 1932"/>
                <a:gd name="T76" fmla="*/ 1010 w 1391"/>
                <a:gd name="T77" fmla="*/ 95 h 1932"/>
                <a:gd name="T78" fmla="*/ 1034 w 1391"/>
                <a:gd name="T79" fmla="*/ 111 h 1932"/>
                <a:gd name="T80" fmla="*/ 1185 w 1391"/>
                <a:gd name="T81" fmla="*/ 175 h 1932"/>
                <a:gd name="T82" fmla="*/ 1248 w 1391"/>
                <a:gd name="T83" fmla="*/ 215 h 1932"/>
                <a:gd name="T84" fmla="*/ 1272 w 1391"/>
                <a:gd name="T85" fmla="*/ 238 h 1932"/>
                <a:gd name="T86" fmla="*/ 1288 w 1391"/>
                <a:gd name="T87" fmla="*/ 286 h 1932"/>
                <a:gd name="T88" fmla="*/ 1352 w 1391"/>
                <a:gd name="T89" fmla="*/ 493 h 1932"/>
                <a:gd name="T90" fmla="*/ 1368 w 1391"/>
                <a:gd name="T91" fmla="*/ 652 h 1932"/>
                <a:gd name="T92" fmla="*/ 1352 w 1391"/>
                <a:gd name="T93" fmla="*/ 723 h 1932"/>
                <a:gd name="T94" fmla="*/ 1328 w 1391"/>
                <a:gd name="T95" fmla="*/ 1137 h 19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391"/>
                <a:gd name="T145" fmla="*/ 0 h 1932"/>
                <a:gd name="T146" fmla="*/ 1391 w 1391"/>
                <a:gd name="T147" fmla="*/ 1932 h 193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391" h="1932">
                  <a:moveTo>
                    <a:pt x="1328" y="1137"/>
                  </a:moveTo>
                  <a:lnTo>
                    <a:pt x="1328" y="1137"/>
                  </a:lnTo>
                  <a:lnTo>
                    <a:pt x="1336" y="1399"/>
                  </a:lnTo>
                  <a:lnTo>
                    <a:pt x="1352" y="1725"/>
                  </a:lnTo>
                  <a:lnTo>
                    <a:pt x="1391" y="1932"/>
                  </a:lnTo>
                  <a:lnTo>
                    <a:pt x="151" y="1932"/>
                  </a:lnTo>
                  <a:lnTo>
                    <a:pt x="151" y="1908"/>
                  </a:lnTo>
                  <a:lnTo>
                    <a:pt x="151" y="1876"/>
                  </a:lnTo>
                  <a:lnTo>
                    <a:pt x="151" y="1860"/>
                  </a:lnTo>
                  <a:lnTo>
                    <a:pt x="143" y="1836"/>
                  </a:lnTo>
                  <a:lnTo>
                    <a:pt x="56" y="1653"/>
                  </a:lnTo>
                  <a:lnTo>
                    <a:pt x="48" y="1622"/>
                  </a:lnTo>
                  <a:lnTo>
                    <a:pt x="32" y="1518"/>
                  </a:lnTo>
                  <a:lnTo>
                    <a:pt x="24" y="1423"/>
                  </a:lnTo>
                  <a:lnTo>
                    <a:pt x="8" y="1319"/>
                  </a:lnTo>
                  <a:lnTo>
                    <a:pt x="8" y="1137"/>
                  </a:lnTo>
                  <a:lnTo>
                    <a:pt x="8" y="1105"/>
                  </a:lnTo>
                  <a:lnTo>
                    <a:pt x="0" y="1025"/>
                  </a:lnTo>
                  <a:lnTo>
                    <a:pt x="0" y="994"/>
                  </a:lnTo>
                  <a:lnTo>
                    <a:pt x="0" y="906"/>
                  </a:lnTo>
                  <a:lnTo>
                    <a:pt x="8" y="874"/>
                  </a:lnTo>
                  <a:lnTo>
                    <a:pt x="24" y="835"/>
                  </a:lnTo>
                  <a:lnTo>
                    <a:pt x="32" y="803"/>
                  </a:lnTo>
                  <a:lnTo>
                    <a:pt x="32" y="795"/>
                  </a:lnTo>
                  <a:lnTo>
                    <a:pt x="32" y="771"/>
                  </a:lnTo>
                  <a:lnTo>
                    <a:pt x="24" y="739"/>
                  </a:lnTo>
                  <a:lnTo>
                    <a:pt x="16" y="684"/>
                  </a:lnTo>
                  <a:lnTo>
                    <a:pt x="16" y="652"/>
                  </a:lnTo>
                  <a:lnTo>
                    <a:pt x="16" y="596"/>
                  </a:lnTo>
                  <a:lnTo>
                    <a:pt x="16" y="564"/>
                  </a:lnTo>
                  <a:lnTo>
                    <a:pt x="16" y="501"/>
                  </a:lnTo>
                  <a:lnTo>
                    <a:pt x="24" y="469"/>
                  </a:lnTo>
                  <a:lnTo>
                    <a:pt x="72" y="374"/>
                  </a:lnTo>
                  <a:lnTo>
                    <a:pt x="120" y="302"/>
                  </a:lnTo>
                  <a:lnTo>
                    <a:pt x="143" y="278"/>
                  </a:lnTo>
                  <a:lnTo>
                    <a:pt x="167" y="254"/>
                  </a:lnTo>
                  <a:lnTo>
                    <a:pt x="271" y="191"/>
                  </a:lnTo>
                  <a:lnTo>
                    <a:pt x="294" y="175"/>
                  </a:lnTo>
                  <a:lnTo>
                    <a:pt x="374" y="127"/>
                  </a:lnTo>
                  <a:lnTo>
                    <a:pt x="406" y="111"/>
                  </a:lnTo>
                  <a:lnTo>
                    <a:pt x="453" y="95"/>
                  </a:lnTo>
                  <a:lnTo>
                    <a:pt x="469" y="79"/>
                  </a:lnTo>
                  <a:lnTo>
                    <a:pt x="485" y="64"/>
                  </a:lnTo>
                  <a:lnTo>
                    <a:pt x="517" y="8"/>
                  </a:lnTo>
                  <a:lnTo>
                    <a:pt x="533" y="0"/>
                  </a:lnTo>
                  <a:lnTo>
                    <a:pt x="557" y="0"/>
                  </a:lnTo>
                  <a:lnTo>
                    <a:pt x="859" y="199"/>
                  </a:lnTo>
                  <a:lnTo>
                    <a:pt x="875" y="207"/>
                  </a:lnTo>
                  <a:lnTo>
                    <a:pt x="875" y="199"/>
                  </a:lnTo>
                  <a:lnTo>
                    <a:pt x="891" y="143"/>
                  </a:lnTo>
                  <a:lnTo>
                    <a:pt x="899" y="119"/>
                  </a:lnTo>
                  <a:lnTo>
                    <a:pt x="938" y="87"/>
                  </a:lnTo>
                  <a:lnTo>
                    <a:pt x="946" y="79"/>
                  </a:lnTo>
                  <a:lnTo>
                    <a:pt x="962" y="79"/>
                  </a:lnTo>
                  <a:lnTo>
                    <a:pt x="1010" y="95"/>
                  </a:lnTo>
                  <a:lnTo>
                    <a:pt x="1034" y="111"/>
                  </a:lnTo>
                  <a:lnTo>
                    <a:pt x="1185" y="175"/>
                  </a:lnTo>
                  <a:lnTo>
                    <a:pt x="1209" y="191"/>
                  </a:lnTo>
                  <a:lnTo>
                    <a:pt x="1248" y="215"/>
                  </a:lnTo>
                  <a:lnTo>
                    <a:pt x="1272" y="238"/>
                  </a:lnTo>
                  <a:lnTo>
                    <a:pt x="1288" y="286"/>
                  </a:lnTo>
                  <a:lnTo>
                    <a:pt x="1336" y="413"/>
                  </a:lnTo>
                  <a:lnTo>
                    <a:pt x="1352" y="493"/>
                  </a:lnTo>
                  <a:lnTo>
                    <a:pt x="1368" y="572"/>
                  </a:lnTo>
                  <a:lnTo>
                    <a:pt x="1368" y="652"/>
                  </a:lnTo>
                  <a:lnTo>
                    <a:pt x="1368" y="692"/>
                  </a:lnTo>
                  <a:lnTo>
                    <a:pt x="1352" y="723"/>
                  </a:lnTo>
                  <a:lnTo>
                    <a:pt x="1328" y="1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5" name="Freeform 3091"/>
            <p:cNvSpPr>
              <a:spLocks/>
            </p:cNvSpPr>
            <p:nvPr/>
          </p:nvSpPr>
          <p:spPr bwMode="auto">
            <a:xfrm>
              <a:off x="4029076" y="3167063"/>
              <a:ext cx="530225" cy="555625"/>
            </a:xfrm>
            <a:custGeom>
              <a:avLst/>
              <a:gdLst>
                <a:gd name="T0" fmla="*/ 302 w 334"/>
                <a:gd name="T1" fmla="*/ 48 h 350"/>
                <a:gd name="T2" fmla="*/ 302 w 334"/>
                <a:gd name="T3" fmla="*/ 48 h 350"/>
                <a:gd name="T4" fmla="*/ 271 w 334"/>
                <a:gd name="T5" fmla="*/ 40 h 350"/>
                <a:gd name="T6" fmla="*/ 231 w 334"/>
                <a:gd name="T7" fmla="*/ 24 h 350"/>
                <a:gd name="T8" fmla="*/ 231 w 334"/>
                <a:gd name="T9" fmla="*/ 24 h 350"/>
                <a:gd name="T10" fmla="*/ 199 w 334"/>
                <a:gd name="T11" fmla="*/ 8 h 350"/>
                <a:gd name="T12" fmla="*/ 159 w 334"/>
                <a:gd name="T13" fmla="*/ 0 h 350"/>
                <a:gd name="T14" fmla="*/ 159 w 334"/>
                <a:gd name="T15" fmla="*/ 0 h 350"/>
                <a:gd name="T16" fmla="*/ 64 w 334"/>
                <a:gd name="T17" fmla="*/ 40 h 350"/>
                <a:gd name="T18" fmla="*/ 64 w 334"/>
                <a:gd name="T19" fmla="*/ 40 h 350"/>
                <a:gd name="T20" fmla="*/ 40 w 334"/>
                <a:gd name="T21" fmla="*/ 48 h 350"/>
                <a:gd name="T22" fmla="*/ 24 w 334"/>
                <a:gd name="T23" fmla="*/ 56 h 350"/>
                <a:gd name="T24" fmla="*/ 24 w 334"/>
                <a:gd name="T25" fmla="*/ 56 h 350"/>
                <a:gd name="T26" fmla="*/ 16 w 334"/>
                <a:gd name="T27" fmla="*/ 63 h 350"/>
                <a:gd name="T28" fmla="*/ 8 w 334"/>
                <a:gd name="T29" fmla="*/ 87 h 350"/>
                <a:gd name="T30" fmla="*/ 8 w 334"/>
                <a:gd name="T31" fmla="*/ 127 h 350"/>
                <a:gd name="T32" fmla="*/ 8 w 334"/>
                <a:gd name="T33" fmla="*/ 127 h 350"/>
                <a:gd name="T34" fmla="*/ 0 w 334"/>
                <a:gd name="T35" fmla="*/ 238 h 350"/>
                <a:gd name="T36" fmla="*/ 0 w 334"/>
                <a:gd name="T37" fmla="*/ 238 h 350"/>
                <a:gd name="T38" fmla="*/ 0 w 334"/>
                <a:gd name="T39" fmla="*/ 262 h 350"/>
                <a:gd name="T40" fmla="*/ 8 w 334"/>
                <a:gd name="T41" fmla="*/ 270 h 350"/>
                <a:gd name="T42" fmla="*/ 16 w 334"/>
                <a:gd name="T43" fmla="*/ 278 h 350"/>
                <a:gd name="T44" fmla="*/ 16 w 334"/>
                <a:gd name="T45" fmla="*/ 278 h 350"/>
                <a:gd name="T46" fmla="*/ 24 w 334"/>
                <a:gd name="T47" fmla="*/ 286 h 350"/>
                <a:gd name="T48" fmla="*/ 24 w 334"/>
                <a:gd name="T49" fmla="*/ 286 h 350"/>
                <a:gd name="T50" fmla="*/ 80 w 334"/>
                <a:gd name="T51" fmla="*/ 310 h 350"/>
                <a:gd name="T52" fmla="*/ 80 w 334"/>
                <a:gd name="T53" fmla="*/ 310 h 350"/>
                <a:gd name="T54" fmla="*/ 96 w 334"/>
                <a:gd name="T55" fmla="*/ 318 h 350"/>
                <a:gd name="T56" fmla="*/ 120 w 334"/>
                <a:gd name="T57" fmla="*/ 318 h 350"/>
                <a:gd name="T58" fmla="*/ 120 w 334"/>
                <a:gd name="T59" fmla="*/ 318 h 350"/>
                <a:gd name="T60" fmla="*/ 135 w 334"/>
                <a:gd name="T61" fmla="*/ 334 h 350"/>
                <a:gd name="T62" fmla="*/ 151 w 334"/>
                <a:gd name="T63" fmla="*/ 342 h 350"/>
                <a:gd name="T64" fmla="*/ 151 w 334"/>
                <a:gd name="T65" fmla="*/ 342 h 350"/>
                <a:gd name="T66" fmla="*/ 175 w 334"/>
                <a:gd name="T67" fmla="*/ 350 h 350"/>
                <a:gd name="T68" fmla="*/ 175 w 334"/>
                <a:gd name="T69" fmla="*/ 350 h 350"/>
                <a:gd name="T70" fmla="*/ 191 w 334"/>
                <a:gd name="T71" fmla="*/ 350 h 350"/>
                <a:gd name="T72" fmla="*/ 207 w 334"/>
                <a:gd name="T73" fmla="*/ 334 h 350"/>
                <a:gd name="T74" fmla="*/ 207 w 334"/>
                <a:gd name="T75" fmla="*/ 334 h 350"/>
                <a:gd name="T76" fmla="*/ 247 w 334"/>
                <a:gd name="T77" fmla="*/ 318 h 350"/>
                <a:gd name="T78" fmla="*/ 294 w 334"/>
                <a:gd name="T79" fmla="*/ 310 h 350"/>
                <a:gd name="T80" fmla="*/ 294 w 334"/>
                <a:gd name="T81" fmla="*/ 310 h 350"/>
                <a:gd name="T82" fmla="*/ 310 w 334"/>
                <a:gd name="T83" fmla="*/ 310 h 350"/>
                <a:gd name="T84" fmla="*/ 318 w 334"/>
                <a:gd name="T85" fmla="*/ 302 h 350"/>
                <a:gd name="T86" fmla="*/ 318 w 334"/>
                <a:gd name="T87" fmla="*/ 302 h 350"/>
                <a:gd name="T88" fmla="*/ 326 w 334"/>
                <a:gd name="T89" fmla="*/ 294 h 350"/>
                <a:gd name="T90" fmla="*/ 326 w 334"/>
                <a:gd name="T91" fmla="*/ 278 h 350"/>
                <a:gd name="T92" fmla="*/ 326 w 334"/>
                <a:gd name="T93" fmla="*/ 246 h 350"/>
                <a:gd name="T94" fmla="*/ 326 w 334"/>
                <a:gd name="T95" fmla="*/ 246 h 350"/>
                <a:gd name="T96" fmla="*/ 326 w 334"/>
                <a:gd name="T97" fmla="*/ 199 h 350"/>
                <a:gd name="T98" fmla="*/ 326 w 334"/>
                <a:gd name="T99" fmla="*/ 199 h 350"/>
                <a:gd name="T100" fmla="*/ 326 w 334"/>
                <a:gd name="T101" fmla="*/ 167 h 350"/>
                <a:gd name="T102" fmla="*/ 334 w 334"/>
                <a:gd name="T103" fmla="*/ 143 h 350"/>
                <a:gd name="T104" fmla="*/ 334 w 334"/>
                <a:gd name="T105" fmla="*/ 143 h 350"/>
                <a:gd name="T106" fmla="*/ 326 w 334"/>
                <a:gd name="T107" fmla="*/ 95 h 350"/>
                <a:gd name="T108" fmla="*/ 302 w 334"/>
                <a:gd name="T109" fmla="*/ 48 h 35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34"/>
                <a:gd name="T166" fmla="*/ 0 h 350"/>
                <a:gd name="T167" fmla="*/ 334 w 334"/>
                <a:gd name="T168" fmla="*/ 350 h 35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34" h="350">
                  <a:moveTo>
                    <a:pt x="302" y="48"/>
                  </a:moveTo>
                  <a:lnTo>
                    <a:pt x="302" y="48"/>
                  </a:lnTo>
                  <a:lnTo>
                    <a:pt x="271" y="40"/>
                  </a:lnTo>
                  <a:lnTo>
                    <a:pt x="231" y="24"/>
                  </a:lnTo>
                  <a:lnTo>
                    <a:pt x="199" y="8"/>
                  </a:lnTo>
                  <a:lnTo>
                    <a:pt x="159" y="0"/>
                  </a:lnTo>
                  <a:lnTo>
                    <a:pt x="64" y="40"/>
                  </a:lnTo>
                  <a:lnTo>
                    <a:pt x="40" y="48"/>
                  </a:lnTo>
                  <a:lnTo>
                    <a:pt x="24" y="56"/>
                  </a:lnTo>
                  <a:lnTo>
                    <a:pt x="16" y="63"/>
                  </a:lnTo>
                  <a:lnTo>
                    <a:pt x="8" y="87"/>
                  </a:lnTo>
                  <a:lnTo>
                    <a:pt x="8" y="127"/>
                  </a:lnTo>
                  <a:lnTo>
                    <a:pt x="0" y="238"/>
                  </a:lnTo>
                  <a:lnTo>
                    <a:pt x="0" y="262"/>
                  </a:lnTo>
                  <a:lnTo>
                    <a:pt x="8" y="270"/>
                  </a:lnTo>
                  <a:lnTo>
                    <a:pt x="16" y="278"/>
                  </a:lnTo>
                  <a:lnTo>
                    <a:pt x="24" y="286"/>
                  </a:lnTo>
                  <a:lnTo>
                    <a:pt x="80" y="310"/>
                  </a:lnTo>
                  <a:lnTo>
                    <a:pt x="96" y="318"/>
                  </a:lnTo>
                  <a:lnTo>
                    <a:pt x="120" y="318"/>
                  </a:lnTo>
                  <a:lnTo>
                    <a:pt x="135" y="334"/>
                  </a:lnTo>
                  <a:lnTo>
                    <a:pt x="151" y="342"/>
                  </a:lnTo>
                  <a:lnTo>
                    <a:pt x="175" y="350"/>
                  </a:lnTo>
                  <a:lnTo>
                    <a:pt x="191" y="350"/>
                  </a:lnTo>
                  <a:lnTo>
                    <a:pt x="207" y="334"/>
                  </a:lnTo>
                  <a:lnTo>
                    <a:pt x="247" y="318"/>
                  </a:lnTo>
                  <a:lnTo>
                    <a:pt x="294" y="310"/>
                  </a:lnTo>
                  <a:lnTo>
                    <a:pt x="310" y="310"/>
                  </a:lnTo>
                  <a:lnTo>
                    <a:pt x="318" y="302"/>
                  </a:lnTo>
                  <a:lnTo>
                    <a:pt x="326" y="294"/>
                  </a:lnTo>
                  <a:lnTo>
                    <a:pt x="326" y="278"/>
                  </a:lnTo>
                  <a:lnTo>
                    <a:pt x="326" y="246"/>
                  </a:lnTo>
                  <a:lnTo>
                    <a:pt x="326" y="199"/>
                  </a:lnTo>
                  <a:lnTo>
                    <a:pt x="326" y="167"/>
                  </a:lnTo>
                  <a:lnTo>
                    <a:pt x="334" y="143"/>
                  </a:lnTo>
                  <a:lnTo>
                    <a:pt x="326" y="95"/>
                  </a:lnTo>
                  <a:lnTo>
                    <a:pt x="30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6" name="Freeform 3092"/>
            <p:cNvSpPr>
              <a:spLocks/>
            </p:cNvSpPr>
            <p:nvPr/>
          </p:nvSpPr>
          <p:spPr bwMode="auto">
            <a:xfrm>
              <a:off x="2981326" y="2573338"/>
              <a:ext cx="1098550" cy="1136650"/>
            </a:xfrm>
            <a:custGeom>
              <a:avLst/>
              <a:gdLst>
                <a:gd name="T0" fmla="*/ 56 w 692"/>
                <a:gd name="T1" fmla="*/ 48 h 716"/>
                <a:gd name="T2" fmla="*/ 72 w 692"/>
                <a:gd name="T3" fmla="*/ 24 h 716"/>
                <a:gd name="T4" fmla="*/ 88 w 692"/>
                <a:gd name="T5" fmla="*/ 16 h 716"/>
                <a:gd name="T6" fmla="*/ 112 w 692"/>
                <a:gd name="T7" fmla="*/ 0 h 716"/>
                <a:gd name="T8" fmla="*/ 128 w 692"/>
                <a:gd name="T9" fmla="*/ 8 h 716"/>
                <a:gd name="T10" fmla="*/ 128 w 692"/>
                <a:gd name="T11" fmla="*/ 8 h 716"/>
                <a:gd name="T12" fmla="*/ 167 w 692"/>
                <a:gd name="T13" fmla="*/ 32 h 716"/>
                <a:gd name="T14" fmla="*/ 191 w 692"/>
                <a:gd name="T15" fmla="*/ 56 h 716"/>
                <a:gd name="T16" fmla="*/ 191 w 692"/>
                <a:gd name="T17" fmla="*/ 56 h 716"/>
                <a:gd name="T18" fmla="*/ 303 w 692"/>
                <a:gd name="T19" fmla="*/ 215 h 716"/>
                <a:gd name="T20" fmla="*/ 310 w 692"/>
                <a:gd name="T21" fmla="*/ 247 h 716"/>
                <a:gd name="T22" fmla="*/ 326 w 692"/>
                <a:gd name="T23" fmla="*/ 278 h 716"/>
                <a:gd name="T24" fmla="*/ 350 w 692"/>
                <a:gd name="T25" fmla="*/ 310 h 716"/>
                <a:gd name="T26" fmla="*/ 374 w 692"/>
                <a:gd name="T27" fmla="*/ 326 h 716"/>
                <a:gd name="T28" fmla="*/ 430 w 692"/>
                <a:gd name="T29" fmla="*/ 342 h 716"/>
                <a:gd name="T30" fmla="*/ 597 w 692"/>
                <a:gd name="T31" fmla="*/ 382 h 716"/>
                <a:gd name="T32" fmla="*/ 621 w 692"/>
                <a:gd name="T33" fmla="*/ 390 h 716"/>
                <a:gd name="T34" fmla="*/ 636 w 692"/>
                <a:gd name="T35" fmla="*/ 390 h 716"/>
                <a:gd name="T36" fmla="*/ 676 w 692"/>
                <a:gd name="T37" fmla="*/ 398 h 716"/>
                <a:gd name="T38" fmla="*/ 684 w 692"/>
                <a:gd name="T39" fmla="*/ 406 h 716"/>
                <a:gd name="T40" fmla="*/ 684 w 692"/>
                <a:gd name="T41" fmla="*/ 596 h 716"/>
                <a:gd name="T42" fmla="*/ 692 w 692"/>
                <a:gd name="T43" fmla="*/ 628 h 716"/>
                <a:gd name="T44" fmla="*/ 692 w 692"/>
                <a:gd name="T45" fmla="*/ 644 h 716"/>
                <a:gd name="T46" fmla="*/ 692 w 692"/>
                <a:gd name="T47" fmla="*/ 676 h 716"/>
                <a:gd name="T48" fmla="*/ 676 w 692"/>
                <a:gd name="T49" fmla="*/ 700 h 716"/>
                <a:gd name="T50" fmla="*/ 636 w 692"/>
                <a:gd name="T51" fmla="*/ 716 h 716"/>
                <a:gd name="T52" fmla="*/ 525 w 692"/>
                <a:gd name="T53" fmla="*/ 700 h 716"/>
                <a:gd name="T54" fmla="*/ 493 w 692"/>
                <a:gd name="T55" fmla="*/ 700 h 716"/>
                <a:gd name="T56" fmla="*/ 422 w 692"/>
                <a:gd name="T57" fmla="*/ 692 h 716"/>
                <a:gd name="T58" fmla="*/ 326 w 692"/>
                <a:gd name="T59" fmla="*/ 684 h 716"/>
                <a:gd name="T60" fmla="*/ 303 w 692"/>
                <a:gd name="T61" fmla="*/ 676 h 716"/>
                <a:gd name="T62" fmla="*/ 287 w 692"/>
                <a:gd name="T63" fmla="*/ 668 h 716"/>
                <a:gd name="T64" fmla="*/ 263 w 692"/>
                <a:gd name="T65" fmla="*/ 652 h 716"/>
                <a:gd name="T66" fmla="*/ 223 w 692"/>
                <a:gd name="T67" fmla="*/ 628 h 716"/>
                <a:gd name="T68" fmla="*/ 191 w 692"/>
                <a:gd name="T69" fmla="*/ 620 h 716"/>
                <a:gd name="T70" fmla="*/ 175 w 692"/>
                <a:gd name="T71" fmla="*/ 612 h 716"/>
                <a:gd name="T72" fmla="*/ 128 w 692"/>
                <a:gd name="T73" fmla="*/ 588 h 716"/>
                <a:gd name="T74" fmla="*/ 104 w 692"/>
                <a:gd name="T75" fmla="*/ 565 h 716"/>
                <a:gd name="T76" fmla="*/ 8 w 692"/>
                <a:gd name="T77" fmla="*/ 469 h 716"/>
                <a:gd name="T78" fmla="*/ 0 w 692"/>
                <a:gd name="T79" fmla="*/ 437 h 71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92"/>
                <a:gd name="T121" fmla="*/ 0 h 716"/>
                <a:gd name="T122" fmla="*/ 692 w 692"/>
                <a:gd name="T123" fmla="*/ 716 h 71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92" h="716">
                  <a:moveTo>
                    <a:pt x="56" y="48"/>
                  </a:moveTo>
                  <a:lnTo>
                    <a:pt x="56" y="48"/>
                  </a:lnTo>
                  <a:lnTo>
                    <a:pt x="64" y="32"/>
                  </a:lnTo>
                  <a:lnTo>
                    <a:pt x="72" y="24"/>
                  </a:lnTo>
                  <a:lnTo>
                    <a:pt x="88" y="16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8" y="8"/>
                  </a:lnTo>
                  <a:lnTo>
                    <a:pt x="152" y="32"/>
                  </a:lnTo>
                  <a:lnTo>
                    <a:pt x="167" y="32"/>
                  </a:lnTo>
                  <a:lnTo>
                    <a:pt x="191" y="56"/>
                  </a:lnTo>
                  <a:lnTo>
                    <a:pt x="207" y="88"/>
                  </a:lnTo>
                  <a:lnTo>
                    <a:pt x="303" y="215"/>
                  </a:lnTo>
                  <a:lnTo>
                    <a:pt x="310" y="247"/>
                  </a:lnTo>
                  <a:lnTo>
                    <a:pt x="326" y="278"/>
                  </a:lnTo>
                  <a:lnTo>
                    <a:pt x="342" y="302"/>
                  </a:lnTo>
                  <a:lnTo>
                    <a:pt x="350" y="310"/>
                  </a:lnTo>
                  <a:lnTo>
                    <a:pt x="374" y="326"/>
                  </a:lnTo>
                  <a:lnTo>
                    <a:pt x="430" y="342"/>
                  </a:lnTo>
                  <a:lnTo>
                    <a:pt x="462" y="350"/>
                  </a:lnTo>
                  <a:lnTo>
                    <a:pt x="597" y="382"/>
                  </a:lnTo>
                  <a:lnTo>
                    <a:pt x="621" y="390"/>
                  </a:lnTo>
                  <a:lnTo>
                    <a:pt x="636" y="390"/>
                  </a:lnTo>
                  <a:lnTo>
                    <a:pt x="668" y="398"/>
                  </a:lnTo>
                  <a:lnTo>
                    <a:pt x="676" y="398"/>
                  </a:lnTo>
                  <a:lnTo>
                    <a:pt x="684" y="406"/>
                  </a:lnTo>
                  <a:lnTo>
                    <a:pt x="692" y="422"/>
                  </a:lnTo>
                  <a:lnTo>
                    <a:pt x="684" y="596"/>
                  </a:lnTo>
                  <a:lnTo>
                    <a:pt x="692" y="628"/>
                  </a:lnTo>
                  <a:lnTo>
                    <a:pt x="692" y="644"/>
                  </a:lnTo>
                  <a:lnTo>
                    <a:pt x="692" y="676"/>
                  </a:lnTo>
                  <a:lnTo>
                    <a:pt x="692" y="684"/>
                  </a:lnTo>
                  <a:lnTo>
                    <a:pt x="676" y="700"/>
                  </a:lnTo>
                  <a:lnTo>
                    <a:pt x="652" y="716"/>
                  </a:lnTo>
                  <a:lnTo>
                    <a:pt x="636" y="716"/>
                  </a:lnTo>
                  <a:lnTo>
                    <a:pt x="613" y="708"/>
                  </a:lnTo>
                  <a:lnTo>
                    <a:pt x="525" y="700"/>
                  </a:lnTo>
                  <a:lnTo>
                    <a:pt x="493" y="700"/>
                  </a:lnTo>
                  <a:lnTo>
                    <a:pt x="422" y="692"/>
                  </a:lnTo>
                  <a:lnTo>
                    <a:pt x="390" y="692"/>
                  </a:lnTo>
                  <a:lnTo>
                    <a:pt x="326" y="684"/>
                  </a:lnTo>
                  <a:lnTo>
                    <a:pt x="303" y="676"/>
                  </a:lnTo>
                  <a:lnTo>
                    <a:pt x="287" y="668"/>
                  </a:lnTo>
                  <a:lnTo>
                    <a:pt x="263" y="652"/>
                  </a:lnTo>
                  <a:lnTo>
                    <a:pt x="247" y="636"/>
                  </a:lnTo>
                  <a:lnTo>
                    <a:pt x="223" y="628"/>
                  </a:lnTo>
                  <a:lnTo>
                    <a:pt x="191" y="620"/>
                  </a:lnTo>
                  <a:lnTo>
                    <a:pt x="175" y="612"/>
                  </a:lnTo>
                  <a:lnTo>
                    <a:pt x="144" y="596"/>
                  </a:lnTo>
                  <a:lnTo>
                    <a:pt x="128" y="588"/>
                  </a:lnTo>
                  <a:lnTo>
                    <a:pt x="104" y="565"/>
                  </a:lnTo>
                  <a:lnTo>
                    <a:pt x="8" y="469"/>
                  </a:lnTo>
                  <a:lnTo>
                    <a:pt x="8" y="453"/>
                  </a:lnTo>
                  <a:lnTo>
                    <a:pt x="0" y="437"/>
                  </a:lnTo>
                  <a:lnTo>
                    <a:pt x="5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7" name="Freeform 3093"/>
            <p:cNvSpPr>
              <a:spLocks/>
            </p:cNvSpPr>
            <p:nvPr/>
          </p:nvSpPr>
          <p:spPr bwMode="auto">
            <a:xfrm>
              <a:off x="1884363" y="1589088"/>
              <a:ext cx="895350" cy="1185863"/>
            </a:xfrm>
            <a:custGeom>
              <a:avLst/>
              <a:gdLst>
                <a:gd name="T0" fmla="*/ 358 w 564"/>
                <a:gd name="T1" fmla="*/ 88 h 747"/>
                <a:gd name="T2" fmla="*/ 389 w 564"/>
                <a:gd name="T3" fmla="*/ 104 h 747"/>
                <a:gd name="T4" fmla="*/ 397 w 564"/>
                <a:gd name="T5" fmla="*/ 104 h 747"/>
                <a:gd name="T6" fmla="*/ 445 w 564"/>
                <a:gd name="T7" fmla="*/ 127 h 747"/>
                <a:gd name="T8" fmla="*/ 453 w 564"/>
                <a:gd name="T9" fmla="*/ 239 h 747"/>
                <a:gd name="T10" fmla="*/ 525 w 564"/>
                <a:gd name="T11" fmla="*/ 453 h 747"/>
                <a:gd name="T12" fmla="*/ 540 w 564"/>
                <a:gd name="T13" fmla="*/ 525 h 747"/>
                <a:gd name="T14" fmla="*/ 564 w 564"/>
                <a:gd name="T15" fmla="*/ 740 h 747"/>
                <a:gd name="T16" fmla="*/ 525 w 564"/>
                <a:gd name="T17" fmla="*/ 660 h 747"/>
                <a:gd name="T18" fmla="*/ 525 w 564"/>
                <a:gd name="T19" fmla="*/ 660 h 747"/>
                <a:gd name="T20" fmla="*/ 509 w 564"/>
                <a:gd name="T21" fmla="*/ 708 h 747"/>
                <a:gd name="T22" fmla="*/ 493 w 564"/>
                <a:gd name="T23" fmla="*/ 740 h 747"/>
                <a:gd name="T24" fmla="*/ 485 w 564"/>
                <a:gd name="T25" fmla="*/ 747 h 747"/>
                <a:gd name="T26" fmla="*/ 477 w 564"/>
                <a:gd name="T27" fmla="*/ 747 h 747"/>
                <a:gd name="T28" fmla="*/ 477 w 564"/>
                <a:gd name="T29" fmla="*/ 747 h 747"/>
                <a:gd name="T30" fmla="*/ 461 w 564"/>
                <a:gd name="T31" fmla="*/ 732 h 747"/>
                <a:gd name="T32" fmla="*/ 437 w 564"/>
                <a:gd name="T33" fmla="*/ 708 h 747"/>
                <a:gd name="T34" fmla="*/ 421 w 564"/>
                <a:gd name="T35" fmla="*/ 676 h 747"/>
                <a:gd name="T36" fmla="*/ 262 w 564"/>
                <a:gd name="T37" fmla="*/ 302 h 747"/>
                <a:gd name="T38" fmla="*/ 262 w 564"/>
                <a:gd name="T39" fmla="*/ 302 h 747"/>
                <a:gd name="T40" fmla="*/ 207 w 564"/>
                <a:gd name="T41" fmla="*/ 247 h 747"/>
                <a:gd name="T42" fmla="*/ 143 w 564"/>
                <a:gd name="T43" fmla="*/ 183 h 747"/>
                <a:gd name="T44" fmla="*/ 143 w 564"/>
                <a:gd name="T45" fmla="*/ 183 h 747"/>
                <a:gd name="T46" fmla="*/ 32 w 564"/>
                <a:gd name="T47" fmla="*/ 88 h 747"/>
                <a:gd name="T48" fmla="*/ 0 w 564"/>
                <a:gd name="T49" fmla="*/ 56 h 747"/>
                <a:gd name="T50" fmla="*/ 32 w 564"/>
                <a:gd name="T51" fmla="*/ 0 h 747"/>
                <a:gd name="T52" fmla="*/ 358 w 564"/>
                <a:gd name="T53" fmla="*/ 88 h 74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564"/>
                <a:gd name="T82" fmla="*/ 0 h 747"/>
                <a:gd name="T83" fmla="*/ 564 w 564"/>
                <a:gd name="T84" fmla="*/ 747 h 74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564" h="747">
                  <a:moveTo>
                    <a:pt x="358" y="88"/>
                  </a:moveTo>
                  <a:lnTo>
                    <a:pt x="389" y="104"/>
                  </a:lnTo>
                  <a:lnTo>
                    <a:pt x="397" y="104"/>
                  </a:lnTo>
                  <a:lnTo>
                    <a:pt x="445" y="127"/>
                  </a:lnTo>
                  <a:lnTo>
                    <a:pt x="453" y="239"/>
                  </a:lnTo>
                  <a:lnTo>
                    <a:pt x="525" y="453"/>
                  </a:lnTo>
                  <a:lnTo>
                    <a:pt x="540" y="525"/>
                  </a:lnTo>
                  <a:lnTo>
                    <a:pt x="564" y="740"/>
                  </a:lnTo>
                  <a:lnTo>
                    <a:pt x="525" y="660"/>
                  </a:lnTo>
                  <a:lnTo>
                    <a:pt x="509" y="708"/>
                  </a:lnTo>
                  <a:lnTo>
                    <a:pt x="493" y="740"/>
                  </a:lnTo>
                  <a:lnTo>
                    <a:pt x="485" y="747"/>
                  </a:lnTo>
                  <a:lnTo>
                    <a:pt x="477" y="747"/>
                  </a:lnTo>
                  <a:lnTo>
                    <a:pt x="461" y="732"/>
                  </a:lnTo>
                  <a:lnTo>
                    <a:pt x="437" y="708"/>
                  </a:lnTo>
                  <a:lnTo>
                    <a:pt x="421" y="676"/>
                  </a:lnTo>
                  <a:lnTo>
                    <a:pt x="262" y="302"/>
                  </a:lnTo>
                  <a:lnTo>
                    <a:pt x="207" y="247"/>
                  </a:lnTo>
                  <a:lnTo>
                    <a:pt x="143" y="183"/>
                  </a:lnTo>
                  <a:lnTo>
                    <a:pt x="32" y="88"/>
                  </a:lnTo>
                  <a:lnTo>
                    <a:pt x="0" y="56"/>
                  </a:lnTo>
                  <a:lnTo>
                    <a:pt x="32" y="0"/>
                  </a:lnTo>
                  <a:lnTo>
                    <a:pt x="358" y="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8" name="Freeform 3094"/>
            <p:cNvSpPr>
              <a:spLocks/>
            </p:cNvSpPr>
            <p:nvPr/>
          </p:nvSpPr>
          <p:spPr bwMode="auto">
            <a:xfrm>
              <a:off x="1731963" y="428625"/>
              <a:ext cx="1111250" cy="1438275"/>
            </a:xfrm>
            <a:custGeom>
              <a:avLst/>
              <a:gdLst>
                <a:gd name="T0" fmla="*/ 501 w 700"/>
                <a:gd name="T1" fmla="*/ 843 h 906"/>
                <a:gd name="T2" fmla="*/ 501 w 700"/>
                <a:gd name="T3" fmla="*/ 858 h 906"/>
                <a:gd name="T4" fmla="*/ 454 w 700"/>
                <a:gd name="T5" fmla="*/ 898 h 906"/>
                <a:gd name="T6" fmla="*/ 446 w 700"/>
                <a:gd name="T7" fmla="*/ 906 h 906"/>
                <a:gd name="T8" fmla="*/ 382 w 700"/>
                <a:gd name="T9" fmla="*/ 882 h 906"/>
                <a:gd name="T10" fmla="*/ 350 w 700"/>
                <a:gd name="T11" fmla="*/ 866 h 906"/>
                <a:gd name="T12" fmla="*/ 215 w 700"/>
                <a:gd name="T13" fmla="*/ 795 h 906"/>
                <a:gd name="T14" fmla="*/ 152 w 700"/>
                <a:gd name="T15" fmla="*/ 755 h 906"/>
                <a:gd name="T16" fmla="*/ 136 w 700"/>
                <a:gd name="T17" fmla="*/ 739 h 906"/>
                <a:gd name="T18" fmla="*/ 128 w 700"/>
                <a:gd name="T19" fmla="*/ 715 h 906"/>
                <a:gd name="T20" fmla="*/ 128 w 700"/>
                <a:gd name="T21" fmla="*/ 644 h 906"/>
                <a:gd name="T22" fmla="*/ 120 w 700"/>
                <a:gd name="T23" fmla="*/ 580 h 906"/>
                <a:gd name="T24" fmla="*/ 104 w 700"/>
                <a:gd name="T25" fmla="*/ 556 h 906"/>
                <a:gd name="T26" fmla="*/ 80 w 700"/>
                <a:gd name="T27" fmla="*/ 525 h 906"/>
                <a:gd name="T28" fmla="*/ 32 w 700"/>
                <a:gd name="T29" fmla="*/ 429 h 906"/>
                <a:gd name="T30" fmla="*/ 0 w 700"/>
                <a:gd name="T31" fmla="*/ 302 h 906"/>
                <a:gd name="T32" fmla="*/ 16 w 700"/>
                <a:gd name="T33" fmla="*/ 199 h 906"/>
                <a:gd name="T34" fmla="*/ 40 w 700"/>
                <a:gd name="T35" fmla="*/ 159 h 906"/>
                <a:gd name="T36" fmla="*/ 104 w 700"/>
                <a:gd name="T37" fmla="*/ 79 h 906"/>
                <a:gd name="T38" fmla="*/ 175 w 700"/>
                <a:gd name="T39" fmla="*/ 32 h 906"/>
                <a:gd name="T40" fmla="*/ 271 w 700"/>
                <a:gd name="T41" fmla="*/ 0 h 906"/>
                <a:gd name="T42" fmla="*/ 469 w 700"/>
                <a:gd name="T43" fmla="*/ 16 h 906"/>
                <a:gd name="T44" fmla="*/ 589 w 700"/>
                <a:gd name="T45" fmla="*/ 87 h 906"/>
                <a:gd name="T46" fmla="*/ 597 w 700"/>
                <a:gd name="T47" fmla="*/ 111 h 906"/>
                <a:gd name="T48" fmla="*/ 589 w 700"/>
                <a:gd name="T49" fmla="*/ 143 h 906"/>
                <a:gd name="T50" fmla="*/ 581 w 700"/>
                <a:gd name="T51" fmla="*/ 167 h 906"/>
                <a:gd name="T52" fmla="*/ 581 w 700"/>
                <a:gd name="T53" fmla="*/ 175 h 906"/>
                <a:gd name="T54" fmla="*/ 644 w 700"/>
                <a:gd name="T55" fmla="*/ 294 h 906"/>
                <a:gd name="T56" fmla="*/ 652 w 700"/>
                <a:gd name="T57" fmla="*/ 318 h 906"/>
                <a:gd name="T58" fmla="*/ 652 w 700"/>
                <a:gd name="T59" fmla="*/ 318 h 906"/>
                <a:gd name="T60" fmla="*/ 660 w 700"/>
                <a:gd name="T61" fmla="*/ 342 h 906"/>
                <a:gd name="T62" fmla="*/ 660 w 700"/>
                <a:gd name="T63" fmla="*/ 366 h 906"/>
                <a:gd name="T64" fmla="*/ 692 w 700"/>
                <a:gd name="T65" fmla="*/ 477 h 906"/>
                <a:gd name="T66" fmla="*/ 700 w 700"/>
                <a:gd name="T67" fmla="*/ 501 h 906"/>
                <a:gd name="T68" fmla="*/ 700 w 700"/>
                <a:gd name="T69" fmla="*/ 509 h 906"/>
                <a:gd name="T70" fmla="*/ 676 w 700"/>
                <a:gd name="T71" fmla="*/ 525 h 906"/>
                <a:gd name="T72" fmla="*/ 668 w 700"/>
                <a:gd name="T73" fmla="*/ 533 h 906"/>
                <a:gd name="T74" fmla="*/ 668 w 700"/>
                <a:gd name="T75" fmla="*/ 588 h 906"/>
                <a:gd name="T76" fmla="*/ 660 w 700"/>
                <a:gd name="T77" fmla="*/ 620 h 906"/>
                <a:gd name="T78" fmla="*/ 660 w 700"/>
                <a:gd name="T79" fmla="*/ 628 h 906"/>
                <a:gd name="T80" fmla="*/ 660 w 700"/>
                <a:gd name="T81" fmla="*/ 652 h 906"/>
                <a:gd name="T82" fmla="*/ 660 w 700"/>
                <a:gd name="T83" fmla="*/ 699 h 906"/>
                <a:gd name="T84" fmla="*/ 660 w 700"/>
                <a:gd name="T85" fmla="*/ 731 h 906"/>
                <a:gd name="T86" fmla="*/ 660 w 700"/>
                <a:gd name="T87" fmla="*/ 731 h 906"/>
                <a:gd name="T88" fmla="*/ 636 w 700"/>
                <a:gd name="T89" fmla="*/ 755 h 906"/>
                <a:gd name="T90" fmla="*/ 597 w 700"/>
                <a:gd name="T91" fmla="*/ 779 h 906"/>
                <a:gd name="T92" fmla="*/ 517 w 700"/>
                <a:gd name="T93" fmla="*/ 787 h 906"/>
                <a:gd name="T94" fmla="*/ 485 w 700"/>
                <a:gd name="T95" fmla="*/ 779 h 9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700"/>
                <a:gd name="T145" fmla="*/ 0 h 906"/>
                <a:gd name="T146" fmla="*/ 700 w 700"/>
                <a:gd name="T147" fmla="*/ 906 h 9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700" h="906">
                  <a:moveTo>
                    <a:pt x="485" y="779"/>
                  </a:moveTo>
                  <a:lnTo>
                    <a:pt x="501" y="843"/>
                  </a:lnTo>
                  <a:lnTo>
                    <a:pt x="501" y="858"/>
                  </a:lnTo>
                  <a:lnTo>
                    <a:pt x="493" y="866"/>
                  </a:lnTo>
                  <a:lnTo>
                    <a:pt x="454" y="898"/>
                  </a:lnTo>
                  <a:lnTo>
                    <a:pt x="446" y="906"/>
                  </a:lnTo>
                  <a:lnTo>
                    <a:pt x="430" y="898"/>
                  </a:lnTo>
                  <a:lnTo>
                    <a:pt x="382" y="882"/>
                  </a:lnTo>
                  <a:lnTo>
                    <a:pt x="350" y="866"/>
                  </a:lnTo>
                  <a:lnTo>
                    <a:pt x="215" y="795"/>
                  </a:lnTo>
                  <a:lnTo>
                    <a:pt x="183" y="779"/>
                  </a:lnTo>
                  <a:lnTo>
                    <a:pt x="152" y="755"/>
                  </a:lnTo>
                  <a:lnTo>
                    <a:pt x="136" y="739"/>
                  </a:lnTo>
                  <a:lnTo>
                    <a:pt x="128" y="715"/>
                  </a:lnTo>
                  <a:lnTo>
                    <a:pt x="128" y="644"/>
                  </a:lnTo>
                  <a:lnTo>
                    <a:pt x="128" y="612"/>
                  </a:lnTo>
                  <a:lnTo>
                    <a:pt x="120" y="580"/>
                  </a:lnTo>
                  <a:lnTo>
                    <a:pt x="104" y="556"/>
                  </a:lnTo>
                  <a:lnTo>
                    <a:pt x="80" y="525"/>
                  </a:lnTo>
                  <a:lnTo>
                    <a:pt x="56" y="485"/>
                  </a:lnTo>
                  <a:lnTo>
                    <a:pt x="32" y="429"/>
                  </a:lnTo>
                  <a:lnTo>
                    <a:pt x="8" y="374"/>
                  </a:lnTo>
                  <a:lnTo>
                    <a:pt x="0" y="302"/>
                  </a:lnTo>
                  <a:lnTo>
                    <a:pt x="8" y="231"/>
                  </a:lnTo>
                  <a:lnTo>
                    <a:pt x="16" y="199"/>
                  </a:lnTo>
                  <a:lnTo>
                    <a:pt x="40" y="159"/>
                  </a:lnTo>
                  <a:lnTo>
                    <a:pt x="56" y="135"/>
                  </a:lnTo>
                  <a:lnTo>
                    <a:pt x="104" y="79"/>
                  </a:lnTo>
                  <a:lnTo>
                    <a:pt x="136" y="56"/>
                  </a:lnTo>
                  <a:lnTo>
                    <a:pt x="175" y="32"/>
                  </a:lnTo>
                  <a:lnTo>
                    <a:pt x="215" y="8"/>
                  </a:lnTo>
                  <a:lnTo>
                    <a:pt x="271" y="0"/>
                  </a:lnTo>
                  <a:lnTo>
                    <a:pt x="469" y="16"/>
                  </a:lnTo>
                  <a:lnTo>
                    <a:pt x="589" y="87"/>
                  </a:lnTo>
                  <a:lnTo>
                    <a:pt x="597" y="111"/>
                  </a:lnTo>
                  <a:lnTo>
                    <a:pt x="589" y="143"/>
                  </a:lnTo>
                  <a:lnTo>
                    <a:pt x="581" y="167"/>
                  </a:lnTo>
                  <a:lnTo>
                    <a:pt x="581" y="175"/>
                  </a:lnTo>
                  <a:lnTo>
                    <a:pt x="589" y="191"/>
                  </a:lnTo>
                  <a:lnTo>
                    <a:pt x="644" y="294"/>
                  </a:lnTo>
                  <a:lnTo>
                    <a:pt x="652" y="318"/>
                  </a:lnTo>
                  <a:lnTo>
                    <a:pt x="660" y="342"/>
                  </a:lnTo>
                  <a:lnTo>
                    <a:pt x="660" y="366"/>
                  </a:lnTo>
                  <a:lnTo>
                    <a:pt x="660" y="389"/>
                  </a:lnTo>
                  <a:lnTo>
                    <a:pt x="692" y="477"/>
                  </a:lnTo>
                  <a:lnTo>
                    <a:pt x="700" y="501"/>
                  </a:lnTo>
                  <a:lnTo>
                    <a:pt x="700" y="509"/>
                  </a:lnTo>
                  <a:lnTo>
                    <a:pt x="692" y="517"/>
                  </a:lnTo>
                  <a:lnTo>
                    <a:pt x="676" y="525"/>
                  </a:lnTo>
                  <a:lnTo>
                    <a:pt x="668" y="533"/>
                  </a:lnTo>
                  <a:lnTo>
                    <a:pt x="660" y="548"/>
                  </a:lnTo>
                  <a:lnTo>
                    <a:pt x="668" y="588"/>
                  </a:lnTo>
                  <a:lnTo>
                    <a:pt x="660" y="620"/>
                  </a:lnTo>
                  <a:lnTo>
                    <a:pt x="660" y="628"/>
                  </a:lnTo>
                  <a:lnTo>
                    <a:pt x="660" y="652"/>
                  </a:lnTo>
                  <a:lnTo>
                    <a:pt x="660" y="684"/>
                  </a:lnTo>
                  <a:lnTo>
                    <a:pt x="660" y="699"/>
                  </a:lnTo>
                  <a:lnTo>
                    <a:pt x="660" y="731"/>
                  </a:lnTo>
                  <a:lnTo>
                    <a:pt x="636" y="755"/>
                  </a:lnTo>
                  <a:lnTo>
                    <a:pt x="628" y="763"/>
                  </a:lnTo>
                  <a:lnTo>
                    <a:pt x="597" y="779"/>
                  </a:lnTo>
                  <a:lnTo>
                    <a:pt x="549" y="787"/>
                  </a:lnTo>
                  <a:lnTo>
                    <a:pt x="517" y="787"/>
                  </a:lnTo>
                  <a:lnTo>
                    <a:pt x="485" y="7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9" name="Freeform 3095"/>
            <p:cNvSpPr>
              <a:spLocks/>
            </p:cNvSpPr>
            <p:nvPr/>
          </p:nvSpPr>
          <p:spPr bwMode="auto">
            <a:xfrm>
              <a:off x="2414588" y="1816100"/>
              <a:ext cx="403225" cy="1198563"/>
            </a:xfrm>
            <a:custGeom>
              <a:avLst/>
              <a:gdLst>
                <a:gd name="T0" fmla="*/ 32 w 254"/>
                <a:gd name="T1" fmla="*/ 0 h 755"/>
                <a:gd name="T2" fmla="*/ 71 w 254"/>
                <a:gd name="T3" fmla="*/ 40 h 755"/>
                <a:gd name="T4" fmla="*/ 71 w 254"/>
                <a:gd name="T5" fmla="*/ 72 h 755"/>
                <a:gd name="T6" fmla="*/ 238 w 254"/>
                <a:gd name="T7" fmla="*/ 445 h 755"/>
                <a:gd name="T8" fmla="*/ 254 w 254"/>
                <a:gd name="T9" fmla="*/ 565 h 755"/>
                <a:gd name="T10" fmla="*/ 254 w 254"/>
                <a:gd name="T11" fmla="*/ 604 h 755"/>
                <a:gd name="T12" fmla="*/ 238 w 254"/>
                <a:gd name="T13" fmla="*/ 628 h 755"/>
                <a:gd name="T14" fmla="*/ 238 w 254"/>
                <a:gd name="T15" fmla="*/ 628 h 755"/>
                <a:gd name="T16" fmla="*/ 230 w 254"/>
                <a:gd name="T17" fmla="*/ 692 h 755"/>
                <a:gd name="T18" fmla="*/ 222 w 254"/>
                <a:gd name="T19" fmla="*/ 740 h 755"/>
                <a:gd name="T20" fmla="*/ 206 w 254"/>
                <a:gd name="T21" fmla="*/ 755 h 755"/>
                <a:gd name="T22" fmla="*/ 206 w 254"/>
                <a:gd name="T23" fmla="*/ 755 h 755"/>
                <a:gd name="T24" fmla="*/ 151 w 254"/>
                <a:gd name="T25" fmla="*/ 684 h 755"/>
                <a:gd name="T26" fmla="*/ 87 w 254"/>
                <a:gd name="T27" fmla="*/ 597 h 755"/>
                <a:gd name="T28" fmla="*/ 87 w 254"/>
                <a:gd name="T29" fmla="*/ 597 h 755"/>
                <a:gd name="T30" fmla="*/ 71 w 254"/>
                <a:gd name="T31" fmla="*/ 565 h 755"/>
                <a:gd name="T32" fmla="*/ 55 w 254"/>
                <a:gd name="T33" fmla="*/ 517 h 755"/>
                <a:gd name="T34" fmla="*/ 39 w 254"/>
                <a:gd name="T35" fmla="*/ 453 h 755"/>
                <a:gd name="T36" fmla="*/ 39 w 254"/>
                <a:gd name="T37" fmla="*/ 453 h 755"/>
                <a:gd name="T38" fmla="*/ 24 w 254"/>
                <a:gd name="T39" fmla="*/ 96 h 755"/>
                <a:gd name="T40" fmla="*/ 0 w 254"/>
                <a:gd name="T41" fmla="*/ 72 h 755"/>
                <a:gd name="T42" fmla="*/ 8 w 254"/>
                <a:gd name="T43" fmla="*/ 16 h 755"/>
                <a:gd name="T44" fmla="*/ 32 w 254"/>
                <a:gd name="T45" fmla="*/ 0 h 7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54"/>
                <a:gd name="T70" fmla="*/ 0 h 755"/>
                <a:gd name="T71" fmla="*/ 254 w 254"/>
                <a:gd name="T72" fmla="*/ 755 h 75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54" h="755">
                  <a:moveTo>
                    <a:pt x="32" y="0"/>
                  </a:moveTo>
                  <a:lnTo>
                    <a:pt x="71" y="40"/>
                  </a:lnTo>
                  <a:lnTo>
                    <a:pt x="71" y="72"/>
                  </a:lnTo>
                  <a:lnTo>
                    <a:pt x="238" y="445"/>
                  </a:lnTo>
                  <a:lnTo>
                    <a:pt x="254" y="565"/>
                  </a:lnTo>
                  <a:lnTo>
                    <a:pt x="254" y="604"/>
                  </a:lnTo>
                  <a:lnTo>
                    <a:pt x="238" y="628"/>
                  </a:lnTo>
                  <a:lnTo>
                    <a:pt x="230" y="692"/>
                  </a:lnTo>
                  <a:lnTo>
                    <a:pt x="222" y="740"/>
                  </a:lnTo>
                  <a:lnTo>
                    <a:pt x="206" y="755"/>
                  </a:lnTo>
                  <a:lnTo>
                    <a:pt x="151" y="684"/>
                  </a:lnTo>
                  <a:lnTo>
                    <a:pt x="87" y="597"/>
                  </a:lnTo>
                  <a:lnTo>
                    <a:pt x="71" y="565"/>
                  </a:lnTo>
                  <a:lnTo>
                    <a:pt x="55" y="517"/>
                  </a:lnTo>
                  <a:lnTo>
                    <a:pt x="39" y="453"/>
                  </a:lnTo>
                  <a:lnTo>
                    <a:pt x="24" y="96"/>
                  </a:lnTo>
                  <a:lnTo>
                    <a:pt x="0" y="72"/>
                  </a:lnTo>
                  <a:lnTo>
                    <a:pt x="8" y="1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20" name="Freeform 3096"/>
            <p:cNvSpPr>
              <a:spLocks/>
            </p:cNvSpPr>
            <p:nvPr/>
          </p:nvSpPr>
          <p:spPr bwMode="auto">
            <a:xfrm>
              <a:off x="4483101" y="3014663"/>
              <a:ext cx="1376363" cy="795338"/>
            </a:xfrm>
            <a:custGeom>
              <a:avLst/>
              <a:gdLst>
                <a:gd name="T0" fmla="*/ 867 w 867"/>
                <a:gd name="T1" fmla="*/ 382 h 501"/>
                <a:gd name="T2" fmla="*/ 827 w 867"/>
                <a:gd name="T3" fmla="*/ 414 h 501"/>
                <a:gd name="T4" fmla="*/ 827 w 867"/>
                <a:gd name="T5" fmla="*/ 414 h 501"/>
                <a:gd name="T6" fmla="*/ 779 w 867"/>
                <a:gd name="T7" fmla="*/ 430 h 501"/>
                <a:gd name="T8" fmla="*/ 716 w 867"/>
                <a:gd name="T9" fmla="*/ 446 h 501"/>
                <a:gd name="T10" fmla="*/ 716 w 867"/>
                <a:gd name="T11" fmla="*/ 446 h 501"/>
                <a:gd name="T12" fmla="*/ 517 w 867"/>
                <a:gd name="T13" fmla="*/ 469 h 501"/>
                <a:gd name="T14" fmla="*/ 398 w 867"/>
                <a:gd name="T15" fmla="*/ 485 h 501"/>
                <a:gd name="T16" fmla="*/ 263 w 867"/>
                <a:gd name="T17" fmla="*/ 477 h 501"/>
                <a:gd name="T18" fmla="*/ 112 w 867"/>
                <a:gd name="T19" fmla="*/ 501 h 501"/>
                <a:gd name="T20" fmla="*/ 16 w 867"/>
                <a:gd name="T21" fmla="*/ 493 h 501"/>
                <a:gd name="T22" fmla="*/ 16 w 867"/>
                <a:gd name="T23" fmla="*/ 493 h 501"/>
                <a:gd name="T24" fmla="*/ 0 w 867"/>
                <a:gd name="T25" fmla="*/ 334 h 501"/>
                <a:gd name="T26" fmla="*/ 0 w 867"/>
                <a:gd name="T27" fmla="*/ 215 h 501"/>
                <a:gd name="T28" fmla="*/ 8 w 867"/>
                <a:gd name="T29" fmla="*/ 159 h 501"/>
                <a:gd name="T30" fmla="*/ 24 w 867"/>
                <a:gd name="T31" fmla="*/ 128 h 501"/>
                <a:gd name="T32" fmla="*/ 151 w 867"/>
                <a:gd name="T33" fmla="*/ 120 h 501"/>
                <a:gd name="T34" fmla="*/ 263 w 867"/>
                <a:gd name="T35" fmla="*/ 120 h 501"/>
                <a:gd name="T36" fmla="*/ 398 w 867"/>
                <a:gd name="T37" fmla="*/ 120 h 501"/>
                <a:gd name="T38" fmla="*/ 493 w 867"/>
                <a:gd name="T39" fmla="*/ 104 h 501"/>
                <a:gd name="T40" fmla="*/ 581 w 867"/>
                <a:gd name="T41" fmla="*/ 96 h 501"/>
                <a:gd name="T42" fmla="*/ 581 w 867"/>
                <a:gd name="T43" fmla="*/ 96 h 501"/>
                <a:gd name="T44" fmla="*/ 605 w 867"/>
                <a:gd name="T45" fmla="*/ 80 h 501"/>
                <a:gd name="T46" fmla="*/ 636 w 867"/>
                <a:gd name="T47" fmla="*/ 64 h 501"/>
                <a:gd name="T48" fmla="*/ 636 w 867"/>
                <a:gd name="T49" fmla="*/ 64 h 501"/>
                <a:gd name="T50" fmla="*/ 724 w 867"/>
                <a:gd name="T51" fmla="*/ 24 h 501"/>
                <a:gd name="T52" fmla="*/ 803 w 867"/>
                <a:gd name="T53" fmla="*/ 0 h 501"/>
                <a:gd name="T54" fmla="*/ 867 w 867"/>
                <a:gd name="T55" fmla="*/ 382 h 50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67"/>
                <a:gd name="T85" fmla="*/ 0 h 501"/>
                <a:gd name="T86" fmla="*/ 867 w 867"/>
                <a:gd name="T87" fmla="*/ 501 h 50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67" h="501">
                  <a:moveTo>
                    <a:pt x="867" y="382"/>
                  </a:moveTo>
                  <a:lnTo>
                    <a:pt x="827" y="414"/>
                  </a:lnTo>
                  <a:lnTo>
                    <a:pt x="779" y="430"/>
                  </a:lnTo>
                  <a:lnTo>
                    <a:pt x="716" y="446"/>
                  </a:lnTo>
                  <a:lnTo>
                    <a:pt x="517" y="469"/>
                  </a:lnTo>
                  <a:lnTo>
                    <a:pt x="398" y="485"/>
                  </a:lnTo>
                  <a:lnTo>
                    <a:pt x="263" y="477"/>
                  </a:lnTo>
                  <a:lnTo>
                    <a:pt x="112" y="501"/>
                  </a:lnTo>
                  <a:lnTo>
                    <a:pt x="16" y="493"/>
                  </a:lnTo>
                  <a:lnTo>
                    <a:pt x="0" y="334"/>
                  </a:lnTo>
                  <a:lnTo>
                    <a:pt x="0" y="215"/>
                  </a:lnTo>
                  <a:lnTo>
                    <a:pt x="8" y="159"/>
                  </a:lnTo>
                  <a:lnTo>
                    <a:pt x="24" y="128"/>
                  </a:lnTo>
                  <a:lnTo>
                    <a:pt x="151" y="120"/>
                  </a:lnTo>
                  <a:lnTo>
                    <a:pt x="263" y="120"/>
                  </a:lnTo>
                  <a:lnTo>
                    <a:pt x="398" y="120"/>
                  </a:lnTo>
                  <a:lnTo>
                    <a:pt x="493" y="104"/>
                  </a:lnTo>
                  <a:lnTo>
                    <a:pt x="581" y="96"/>
                  </a:lnTo>
                  <a:lnTo>
                    <a:pt x="605" y="80"/>
                  </a:lnTo>
                  <a:lnTo>
                    <a:pt x="636" y="64"/>
                  </a:lnTo>
                  <a:lnTo>
                    <a:pt x="724" y="24"/>
                  </a:lnTo>
                  <a:lnTo>
                    <a:pt x="803" y="0"/>
                  </a:lnTo>
                  <a:lnTo>
                    <a:pt x="86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21" name="Freeform 3097"/>
            <p:cNvSpPr>
              <a:spLocks/>
            </p:cNvSpPr>
            <p:nvPr/>
          </p:nvSpPr>
          <p:spPr bwMode="auto">
            <a:xfrm>
              <a:off x="5430838" y="492125"/>
              <a:ext cx="1841500" cy="4240213"/>
            </a:xfrm>
            <a:custGeom>
              <a:avLst/>
              <a:gdLst>
                <a:gd name="T0" fmla="*/ 39 w 1160"/>
                <a:gd name="T1" fmla="*/ 2671 h 2671"/>
                <a:gd name="T2" fmla="*/ 47 w 1160"/>
                <a:gd name="T3" fmla="*/ 2353 h 2671"/>
                <a:gd name="T4" fmla="*/ 8 w 1160"/>
                <a:gd name="T5" fmla="*/ 2130 h 2671"/>
                <a:gd name="T6" fmla="*/ 8 w 1160"/>
                <a:gd name="T7" fmla="*/ 1892 h 2671"/>
                <a:gd name="T8" fmla="*/ 127 w 1160"/>
                <a:gd name="T9" fmla="*/ 1470 h 2671"/>
                <a:gd name="T10" fmla="*/ 151 w 1160"/>
                <a:gd name="T11" fmla="*/ 1367 h 2671"/>
                <a:gd name="T12" fmla="*/ 270 w 1160"/>
                <a:gd name="T13" fmla="*/ 1128 h 2671"/>
                <a:gd name="T14" fmla="*/ 349 w 1160"/>
                <a:gd name="T15" fmla="*/ 969 h 2671"/>
                <a:gd name="T16" fmla="*/ 429 w 1160"/>
                <a:gd name="T17" fmla="*/ 850 h 2671"/>
                <a:gd name="T18" fmla="*/ 413 w 1160"/>
                <a:gd name="T19" fmla="*/ 771 h 2671"/>
                <a:gd name="T20" fmla="*/ 397 w 1160"/>
                <a:gd name="T21" fmla="*/ 747 h 2671"/>
                <a:gd name="T22" fmla="*/ 341 w 1160"/>
                <a:gd name="T23" fmla="*/ 739 h 2671"/>
                <a:gd name="T24" fmla="*/ 246 w 1160"/>
                <a:gd name="T25" fmla="*/ 723 h 2671"/>
                <a:gd name="T26" fmla="*/ 222 w 1160"/>
                <a:gd name="T27" fmla="*/ 699 h 2671"/>
                <a:gd name="T28" fmla="*/ 214 w 1160"/>
                <a:gd name="T29" fmla="*/ 604 h 2671"/>
                <a:gd name="T30" fmla="*/ 214 w 1160"/>
                <a:gd name="T31" fmla="*/ 548 h 2671"/>
                <a:gd name="T32" fmla="*/ 214 w 1160"/>
                <a:gd name="T33" fmla="*/ 516 h 2671"/>
                <a:gd name="T34" fmla="*/ 190 w 1160"/>
                <a:gd name="T35" fmla="*/ 501 h 2671"/>
                <a:gd name="T36" fmla="*/ 167 w 1160"/>
                <a:gd name="T37" fmla="*/ 493 h 2671"/>
                <a:gd name="T38" fmla="*/ 190 w 1160"/>
                <a:gd name="T39" fmla="*/ 445 h 2671"/>
                <a:gd name="T40" fmla="*/ 230 w 1160"/>
                <a:gd name="T41" fmla="*/ 373 h 2671"/>
                <a:gd name="T42" fmla="*/ 246 w 1160"/>
                <a:gd name="T43" fmla="*/ 342 h 2671"/>
                <a:gd name="T44" fmla="*/ 238 w 1160"/>
                <a:gd name="T45" fmla="*/ 270 h 2671"/>
                <a:gd name="T46" fmla="*/ 270 w 1160"/>
                <a:gd name="T47" fmla="*/ 175 h 2671"/>
                <a:gd name="T48" fmla="*/ 302 w 1160"/>
                <a:gd name="T49" fmla="*/ 143 h 2671"/>
                <a:gd name="T50" fmla="*/ 310 w 1160"/>
                <a:gd name="T51" fmla="*/ 111 h 2671"/>
                <a:gd name="T52" fmla="*/ 326 w 1160"/>
                <a:gd name="T53" fmla="*/ 63 h 2671"/>
                <a:gd name="T54" fmla="*/ 389 w 1160"/>
                <a:gd name="T55" fmla="*/ 16 h 2671"/>
                <a:gd name="T56" fmla="*/ 532 w 1160"/>
                <a:gd name="T57" fmla="*/ 0 h 2671"/>
                <a:gd name="T58" fmla="*/ 675 w 1160"/>
                <a:gd name="T59" fmla="*/ 24 h 2671"/>
                <a:gd name="T60" fmla="*/ 787 w 1160"/>
                <a:gd name="T61" fmla="*/ 55 h 2671"/>
                <a:gd name="T62" fmla="*/ 826 w 1160"/>
                <a:gd name="T63" fmla="*/ 71 h 2671"/>
                <a:gd name="T64" fmla="*/ 882 w 1160"/>
                <a:gd name="T65" fmla="*/ 159 h 2671"/>
                <a:gd name="T66" fmla="*/ 914 w 1160"/>
                <a:gd name="T67" fmla="*/ 278 h 2671"/>
                <a:gd name="T68" fmla="*/ 906 w 1160"/>
                <a:gd name="T69" fmla="*/ 429 h 2671"/>
                <a:gd name="T70" fmla="*/ 882 w 1160"/>
                <a:gd name="T71" fmla="*/ 485 h 2671"/>
                <a:gd name="T72" fmla="*/ 834 w 1160"/>
                <a:gd name="T73" fmla="*/ 572 h 2671"/>
                <a:gd name="T74" fmla="*/ 810 w 1160"/>
                <a:gd name="T75" fmla="*/ 644 h 2671"/>
                <a:gd name="T76" fmla="*/ 906 w 1160"/>
                <a:gd name="T77" fmla="*/ 779 h 2671"/>
                <a:gd name="T78" fmla="*/ 1057 w 1160"/>
                <a:gd name="T79" fmla="*/ 969 h 2671"/>
                <a:gd name="T80" fmla="*/ 1128 w 1160"/>
                <a:gd name="T81" fmla="*/ 1105 h 2671"/>
                <a:gd name="T82" fmla="*/ 1136 w 1160"/>
                <a:gd name="T83" fmla="*/ 1327 h 2671"/>
                <a:gd name="T84" fmla="*/ 1105 w 1160"/>
                <a:gd name="T85" fmla="*/ 1701 h 2671"/>
                <a:gd name="T86" fmla="*/ 1081 w 1160"/>
                <a:gd name="T87" fmla="*/ 1899 h 2671"/>
                <a:gd name="T88" fmla="*/ 1136 w 1160"/>
                <a:gd name="T89" fmla="*/ 2043 h 2671"/>
                <a:gd name="T90" fmla="*/ 1121 w 1160"/>
                <a:gd name="T91" fmla="*/ 2170 h 2671"/>
                <a:gd name="T92" fmla="*/ 1121 w 1160"/>
                <a:gd name="T93" fmla="*/ 2408 h 2671"/>
                <a:gd name="T94" fmla="*/ 1136 w 1160"/>
                <a:gd name="T95" fmla="*/ 2567 h 267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60"/>
                <a:gd name="T145" fmla="*/ 0 h 2671"/>
                <a:gd name="T146" fmla="*/ 1160 w 1160"/>
                <a:gd name="T147" fmla="*/ 2671 h 267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60" h="2671">
                  <a:moveTo>
                    <a:pt x="1160" y="2671"/>
                  </a:moveTo>
                  <a:lnTo>
                    <a:pt x="39" y="2671"/>
                  </a:lnTo>
                  <a:lnTo>
                    <a:pt x="39" y="2527"/>
                  </a:lnTo>
                  <a:lnTo>
                    <a:pt x="39" y="2424"/>
                  </a:lnTo>
                  <a:lnTo>
                    <a:pt x="47" y="2353"/>
                  </a:lnTo>
                  <a:lnTo>
                    <a:pt x="31" y="2233"/>
                  </a:lnTo>
                  <a:lnTo>
                    <a:pt x="8" y="2130"/>
                  </a:lnTo>
                  <a:lnTo>
                    <a:pt x="0" y="2027"/>
                  </a:lnTo>
                  <a:lnTo>
                    <a:pt x="8" y="1939"/>
                  </a:lnTo>
                  <a:lnTo>
                    <a:pt x="8" y="1892"/>
                  </a:lnTo>
                  <a:lnTo>
                    <a:pt x="16" y="1860"/>
                  </a:lnTo>
                  <a:lnTo>
                    <a:pt x="143" y="1589"/>
                  </a:lnTo>
                  <a:lnTo>
                    <a:pt x="127" y="1470"/>
                  </a:lnTo>
                  <a:lnTo>
                    <a:pt x="135" y="1438"/>
                  </a:lnTo>
                  <a:lnTo>
                    <a:pt x="151" y="1367"/>
                  </a:lnTo>
                  <a:lnTo>
                    <a:pt x="198" y="1264"/>
                  </a:lnTo>
                  <a:lnTo>
                    <a:pt x="230" y="1192"/>
                  </a:lnTo>
                  <a:lnTo>
                    <a:pt x="270" y="1128"/>
                  </a:lnTo>
                  <a:lnTo>
                    <a:pt x="286" y="1097"/>
                  </a:lnTo>
                  <a:lnTo>
                    <a:pt x="310" y="1017"/>
                  </a:lnTo>
                  <a:lnTo>
                    <a:pt x="349" y="969"/>
                  </a:lnTo>
                  <a:lnTo>
                    <a:pt x="405" y="906"/>
                  </a:lnTo>
                  <a:lnTo>
                    <a:pt x="429" y="866"/>
                  </a:lnTo>
                  <a:lnTo>
                    <a:pt x="429" y="850"/>
                  </a:lnTo>
                  <a:lnTo>
                    <a:pt x="421" y="795"/>
                  </a:lnTo>
                  <a:lnTo>
                    <a:pt x="413" y="771"/>
                  </a:lnTo>
                  <a:lnTo>
                    <a:pt x="405" y="755"/>
                  </a:lnTo>
                  <a:lnTo>
                    <a:pt x="397" y="747"/>
                  </a:lnTo>
                  <a:lnTo>
                    <a:pt x="373" y="747"/>
                  </a:lnTo>
                  <a:lnTo>
                    <a:pt x="341" y="739"/>
                  </a:lnTo>
                  <a:lnTo>
                    <a:pt x="286" y="739"/>
                  </a:lnTo>
                  <a:lnTo>
                    <a:pt x="262" y="731"/>
                  </a:lnTo>
                  <a:lnTo>
                    <a:pt x="246" y="723"/>
                  </a:lnTo>
                  <a:lnTo>
                    <a:pt x="230" y="715"/>
                  </a:lnTo>
                  <a:lnTo>
                    <a:pt x="222" y="699"/>
                  </a:lnTo>
                  <a:lnTo>
                    <a:pt x="214" y="667"/>
                  </a:lnTo>
                  <a:lnTo>
                    <a:pt x="214" y="636"/>
                  </a:lnTo>
                  <a:lnTo>
                    <a:pt x="214" y="604"/>
                  </a:lnTo>
                  <a:lnTo>
                    <a:pt x="206" y="580"/>
                  </a:lnTo>
                  <a:lnTo>
                    <a:pt x="214" y="548"/>
                  </a:lnTo>
                  <a:lnTo>
                    <a:pt x="214" y="532"/>
                  </a:lnTo>
                  <a:lnTo>
                    <a:pt x="214" y="516"/>
                  </a:lnTo>
                  <a:lnTo>
                    <a:pt x="206" y="508"/>
                  </a:lnTo>
                  <a:lnTo>
                    <a:pt x="190" y="501"/>
                  </a:lnTo>
                  <a:lnTo>
                    <a:pt x="175" y="501"/>
                  </a:lnTo>
                  <a:lnTo>
                    <a:pt x="167" y="493"/>
                  </a:lnTo>
                  <a:lnTo>
                    <a:pt x="167" y="477"/>
                  </a:lnTo>
                  <a:lnTo>
                    <a:pt x="175" y="469"/>
                  </a:lnTo>
                  <a:lnTo>
                    <a:pt x="190" y="445"/>
                  </a:lnTo>
                  <a:lnTo>
                    <a:pt x="214" y="405"/>
                  </a:lnTo>
                  <a:lnTo>
                    <a:pt x="230" y="373"/>
                  </a:lnTo>
                  <a:lnTo>
                    <a:pt x="246" y="357"/>
                  </a:lnTo>
                  <a:lnTo>
                    <a:pt x="246" y="342"/>
                  </a:lnTo>
                  <a:lnTo>
                    <a:pt x="238" y="310"/>
                  </a:lnTo>
                  <a:lnTo>
                    <a:pt x="238" y="270"/>
                  </a:lnTo>
                  <a:lnTo>
                    <a:pt x="246" y="230"/>
                  </a:lnTo>
                  <a:lnTo>
                    <a:pt x="270" y="175"/>
                  </a:lnTo>
                  <a:lnTo>
                    <a:pt x="294" y="151"/>
                  </a:lnTo>
                  <a:lnTo>
                    <a:pt x="302" y="143"/>
                  </a:lnTo>
                  <a:lnTo>
                    <a:pt x="310" y="127"/>
                  </a:lnTo>
                  <a:lnTo>
                    <a:pt x="310" y="111"/>
                  </a:lnTo>
                  <a:lnTo>
                    <a:pt x="310" y="95"/>
                  </a:lnTo>
                  <a:lnTo>
                    <a:pt x="326" y="63"/>
                  </a:lnTo>
                  <a:lnTo>
                    <a:pt x="341" y="39"/>
                  </a:lnTo>
                  <a:lnTo>
                    <a:pt x="389" y="16"/>
                  </a:lnTo>
                  <a:lnTo>
                    <a:pt x="437" y="0"/>
                  </a:lnTo>
                  <a:lnTo>
                    <a:pt x="485" y="0"/>
                  </a:lnTo>
                  <a:lnTo>
                    <a:pt x="532" y="0"/>
                  </a:lnTo>
                  <a:lnTo>
                    <a:pt x="620" y="8"/>
                  </a:lnTo>
                  <a:lnTo>
                    <a:pt x="675" y="24"/>
                  </a:lnTo>
                  <a:lnTo>
                    <a:pt x="715" y="32"/>
                  </a:lnTo>
                  <a:lnTo>
                    <a:pt x="747" y="39"/>
                  </a:lnTo>
                  <a:lnTo>
                    <a:pt x="787" y="55"/>
                  </a:lnTo>
                  <a:lnTo>
                    <a:pt x="818" y="63"/>
                  </a:lnTo>
                  <a:lnTo>
                    <a:pt x="826" y="71"/>
                  </a:lnTo>
                  <a:lnTo>
                    <a:pt x="842" y="87"/>
                  </a:lnTo>
                  <a:lnTo>
                    <a:pt x="882" y="159"/>
                  </a:lnTo>
                  <a:lnTo>
                    <a:pt x="906" y="214"/>
                  </a:lnTo>
                  <a:lnTo>
                    <a:pt x="914" y="246"/>
                  </a:lnTo>
                  <a:lnTo>
                    <a:pt x="914" y="278"/>
                  </a:lnTo>
                  <a:lnTo>
                    <a:pt x="914" y="349"/>
                  </a:lnTo>
                  <a:lnTo>
                    <a:pt x="906" y="429"/>
                  </a:lnTo>
                  <a:lnTo>
                    <a:pt x="898" y="453"/>
                  </a:lnTo>
                  <a:lnTo>
                    <a:pt x="882" y="485"/>
                  </a:lnTo>
                  <a:lnTo>
                    <a:pt x="850" y="540"/>
                  </a:lnTo>
                  <a:lnTo>
                    <a:pt x="834" y="572"/>
                  </a:lnTo>
                  <a:lnTo>
                    <a:pt x="818" y="596"/>
                  </a:lnTo>
                  <a:lnTo>
                    <a:pt x="810" y="612"/>
                  </a:lnTo>
                  <a:lnTo>
                    <a:pt x="810" y="644"/>
                  </a:lnTo>
                  <a:lnTo>
                    <a:pt x="826" y="683"/>
                  </a:lnTo>
                  <a:lnTo>
                    <a:pt x="866" y="755"/>
                  </a:lnTo>
                  <a:lnTo>
                    <a:pt x="906" y="779"/>
                  </a:lnTo>
                  <a:lnTo>
                    <a:pt x="993" y="882"/>
                  </a:lnTo>
                  <a:lnTo>
                    <a:pt x="1057" y="969"/>
                  </a:lnTo>
                  <a:lnTo>
                    <a:pt x="1105" y="1041"/>
                  </a:lnTo>
                  <a:lnTo>
                    <a:pt x="1128" y="1105"/>
                  </a:lnTo>
                  <a:lnTo>
                    <a:pt x="1136" y="1160"/>
                  </a:lnTo>
                  <a:lnTo>
                    <a:pt x="1128" y="1264"/>
                  </a:lnTo>
                  <a:lnTo>
                    <a:pt x="1136" y="1327"/>
                  </a:lnTo>
                  <a:lnTo>
                    <a:pt x="1128" y="1415"/>
                  </a:lnTo>
                  <a:lnTo>
                    <a:pt x="1105" y="1645"/>
                  </a:lnTo>
                  <a:lnTo>
                    <a:pt x="1105" y="1701"/>
                  </a:lnTo>
                  <a:lnTo>
                    <a:pt x="1081" y="1772"/>
                  </a:lnTo>
                  <a:lnTo>
                    <a:pt x="1081" y="1899"/>
                  </a:lnTo>
                  <a:lnTo>
                    <a:pt x="1097" y="1923"/>
                  </a:lnTo>
                  <a:lnTo>
                    <a:pt x="1121" y="2003"/>
                  </a:lnTo>
                  <a:lnTo>
                    <a:pt x="1136" y="2043"/>
                  </a:lnTo>
                  <a:lnTo>
                    <a:pt x="1136" y="2090"/>
                  </a:lnTo>
                  <a:lnTo>
                    <a:pt x="1136" y="2130"/>
                  </a:lnTo>
                  <a:lnTo>
                    <a:pt x="1121" y="2170"/>
                  </a:lnTo>
                  <a:lnTo>
                    <a:pt x="1105" y="2305"/>
                  </a:lnTo>
                  <a:lnTo>
                    <a:pt x="1121" y="2408"/>
                  </a:lnTo>
                  <a:lnTo>
                    <a:pt x="1136" y="2496"/>
                  </a:lnTo>
                  <a:lnTo>
                    <a:pt x="1136" y="2567"/>
                  </a:lnTo>
                  <a:lnTo>
                    <a:pt x="1160" y="26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22" name="Freeform 3098"/>
            <p:cNvSpPr>
              <a:spLocks/>
            </p:cNvSpPr>
            <p:nvPr/>
          </p:nvSpPr>
          <p:spPr bwMode="auto">
            <a:xfrm>
              <a:off x="5695951" y="1501775"/>
              <a:ext cx="1109663" cy="1109663"/>
            </a:xfrm>
            <a:custGeom>
              <a:avLst/>
              <a:gdLst>
                <a:gd name="T0" fmla="*/ 492 w 699"/>
                <a:gd name="T1" fmla="*/ 222 h 699"/>
                <a:gd name="T2" fmla="*/ 492 w 699"/>
                <a:gd name="T3" fmla="*/ 222 h 699"/>
                <a:gd name="T4" fmla="*/ 389 w 699"/>
                <a:gd name="T5" fmla="*/ 286 h 699"/>
                <a:gd name="T6" fmla="*/ 341 w 699"/>
                <a:gd name="T7" fmla="*/ 326 h 699"/>
                <a:gd name="T8" fmla="*/ 302 w 699"/>
                <a:gd name="T9" fmla="*/ 365 h 699"/>
                <a:gd name="T10" fmla="*/ 302 w 699"/>
                <a:gd name="T11" fmla="*/ 365 h 699"/>
                <a:gd name="T12" fmla="*/ 230 w 699"/>
                <a:gd name="T13" fmla="*/ 461 h 699"/>
                <a:gd name="T14" fmla="*/ 167 w 699"/>
                <a:gd name="T15" fmla="*/ 556 h 699"/>
                <a:gd name="T16" fmla="*/ 135 w 699"/>
                <a:gd name="T17" fmla="*/ 596 h 699"/>
                <a:gd name="T18" fmla="*/ 95 w 699"/>
                <a:gd name="T19" fmla="*/ 636 h 699"/>
                <a:gd name="T20" fmla="*/ 47 w 699"/>
                <a:gd name="T21" fmla="*/ 667 h 699"/>
                <a:gd name="T22" fmla="*/ 0 w 699"/>
                <a:gd name="T23" fmla="*/ 699 h 699"/>
                <a:gd name="T24" fmla="*/ 0 w 699"/>
                <a:gd name="T25" fmla="*/ 699 h 699"/>
                <a:gd name="T26" fmla="*/ 39 w 699"/>
                <a:gd name="T27" fmla="*/ 604 h 699"/>
                <a:gd name="T28" fmla="*/ 103 w 699"/>
                <a:gd name="T29" fmla="*/ 492 h 699"/>
                <a:gd name="T30" fmla="*/ 119 w 699"/>
                <a:gd name="T31" fmla="*/ 461 h 699"/>
                <a:gd name="T32" fmla="*/ 143 w 699"/>
                <a:gd name="T33" fmla="*/ 381 h 699"/>
                <a:gd name="T34" fmla="*/ 182 w 699"/>
                <a:gd name="T35" fmla="*/ 333 h 699"/>
                <a:gd name="T36" fmla="*/ 238 w 699"/>
                <a:gd name="T37" fmla="*/ 270 h 699"/>
                <a:gd name="T38" fmla="*/ 262 w 699"/>
                <a:gd name="T39" fmla="*/ 230 h 699"/>
                <a:gd name="T40" fmla="*/ 262 w 699"/>
                <a:gd name="T41" fmla="*/ 214 h 699"/>
                <a:gd name="T42" fmla="*/ 262 w 699"/>
                <a:gd name="T43" fmla="*/ 214 h 699"/>
                <a:gd name="T44" fmla="*/ 254 w 699"/>
                <a:gd name="T45" fmla="*/ 198 h 699"/>
                <a:gd name="T46" fmla="*/ 254 w 699"/>
                <a:gd name="T47" fmla="*/ 198 h 699"/>
                <a:gd name="T48" fmla="*/ 310 w 699"/>
                <a:gd name="T49" fmla="*/ 167 h 699"/>
                <a:gd name="T50" fmla="*/ 357 w 699"/>
                <a:gd name="T51" fmla="*/ 143 h 699"/>
                <a:gd name="T52" fmla="*/ 461 w 699"/>
                <a:gd name="T53" fmla="*/ 103 h 699"/>
                <a:gd name="T54" fmla="*/ 461 w 699"/>
                <a:gd name="T55" fmla="*/ 103 h 699"/>
                <a:gd name="T56" fmla="*/ 532 w 699"/>
                <a:gd name="T57" fmla="*/ 63 h 699"/>
                <a:gd name="T58" fmla="*/ 564 w 699"/>
                <a:gd name="T59" fmla="*/ 39 h 699"/>
                <a:gd name="T60" fmla="*/ 596 w 699"/>
                <a:gd name="T61" fmla="*/ 31 h 699"/>
                <a:gd name="T62" fmla="*/ 596 w 699"/>
                <a:gd name="T63" fmla="*/ 31 h 699"/>
                <a:gd name="T64" fmla="*/ 620 w 699"/>
                <a:gd name="T65" fmla="*/ 16 h 699"/>
                <a:gd name="T66" fmla="*/ 651 w 699"/>
                <a:gd name="T67" fmla="*/ 0 h 699"/>
                <a:gd name="T68" fmla="*/ 651 w 699"/>
                <a:gd name="T69" fmla="*/ 0 h 699"/>
                <a:gd name="T70" fmla="*/ 651 w 699"/>
                <a:gd name="T71" fmla="*/ 8 h 699"/>
                <a:gd name="T72" fmla="*/ 699 w 699"/>
                <a:gd name="T73" fmla="*/ 111 h 699"/>
                <a:gd name="T74" fmla="*/ 699 w 699"/>
                <a:gd name="T75" fmla="*/ 111 h 699"/>
                <a:gd name="T76" fmla="*/ 675 w 699"/>
                <a:gd name="T77" fmla="*/ 127 h 699"/>
                <a:gd name="T78" fmla="*/ 651 w 699"/>
                <a:gd name="T79" fmla="*/ 143 h 699"/>
                <a:gd name="T80" fmla="*/ 651 w 699"/>
                <a:gd name="T81" fmla="*/ 143 h 699"/>
                <a:gd name="T82" fmla="*/ 492 w 699"/>
                <a:gd name="T83" fmla="*/ 222 h 699"/>
                <a:gd name="T84" fmla="*/ 492 w 699"/>
                <a:gd name="T85" fmla="*/ 222 h 69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99"/>
                <a:gd name="T130" fmla="*/ 0 h 699"/>
                <a:gd name="T131" fmla="*/ 699 w 699"/>
                <a:gd name="T132" fmla="*/ 699 h 69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99" h="699">
                  <a:moveTo>
                    <a:pt x="492" y="222"/>
                  </a:moveTo>
                  <a:lnTo>
                    <a:pt x="492" y="222"/>
                  </a:lnTo>
                  <a:lnTo>
                    <a:pt x="389" y="286"/>
                  </a:lnTo>
                  <a:lnTo>
                    <a:pt x="341" y="326"/>
                  </a:lnTo>
                  <a:lnTo>
                    <a:pt x="302" y="365"/>
                  </a:lnTo>
                  <a:lnTo>
                    <a:pt x="230" y="461"/>
                  </a:lnTo>
                  <a:lnTo>
                    <a:pt x="167" y="556"/>
                  </a:lnTo>
                  <a:lnTo>
                    <a:pt x="135" y="596"/>
                  </a:lnTo>
                  <a:lnTo>
                    <a:pt x="95" y="636"/>
                  </a:lnTo>
                  <a:lnTo>
                    <a:pt x="47" y="667"/>
                  </a:lnTo>
                  <a:lnTo>
                    <a:pt x="0" y="699"/>
                  </a:lnTo>
                  <a:lnTo>
                    <a:pt x="39" y="604"/>
                  </a:lnTo>
                  <a:lnTo>
                    <a:pt x="103" y="492"/>
                  </a:lnTo>
                  <a:lnTo>
                    <a:pt x="119" y="461"/>
                  </a:lnTo>
                  <a:lnTo>
                    <a:pt x="143" y="381"/>
                  </a:lnTo>
                  <a:lnTo>
                    <a:pt x="182" y="333"/>
                  </a:lnTo>
                  <a:lnTo>
                    <a:pt x="238" y="270"/>
                  </a:lnTo>
                  <a:lnTo>
                    <a:pt x="262" y="230"/>
                  </a:lnTo>
                  <a:lnTo>
                    <a:pt x="262" y="214"/>
                  </a:lnTo>
                  <a:lnTo>
                    <a:pt x="254" y="198"/>
                  </a:lnTo>
                  <a:lnTo>
                    <a:pt x="310" y="167"/>
                  </a:lnTo>
                  <a:lnTo>
                    <a:pt x="357" y="143"/>
                  </a:lnTo>
                  <a:lnTo>
                    <a:pt x="461" y="103"/>
                  </a:lnTo>
                  <a:lnTo>
                    <a:pt x="532" y="63"/>
                  </a:lnTo>
                  <a:lnTo>
                    <a:pt x="564" y="39"/>
                  </a:lnTo>
                  <a:lnTo>
                    <a:pt x="596" y="31"/>
                  </a:lnTo>
                  <a:lnTo>
                    <a:pt x="620" y="16"/>
                  </a:lnTo>
                  <a:lnTo>
                    <a:pt x="651" y="0"/>
                  </a:lnTo>
                  <a:lnTo>
                    <a:pt x="651" y="8"/>
                  </a:lnTo>
                  <a:lnTo>
                    <a:pt x="699" y="111"/>
                  </a:lnTo>
                  <a:lnTo>
                    <a:pt x="675" y="127"/>
                  </a:lnTo>
                  <a:lnTo>
                    <a:pt x="651" y="143"/>
                  </a:lnTo>
                  <a:lnTo>
                    <a:pt x="492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23" name="Freeform 3099"/>
            <p:cNvSpPr>
              <a:spLocks/>
            </p:cNvSpPr>
            <p:nvPr/>
          </p:nvSpPr>
          <p:spPr bwMode="auto">
            <a:xfrm>
              <a:off x="5632451" y="1803400"/>
              <a:ext cx="530225" cy="1009650"/>
            </a:xfrm>
            <a:custGeom>
              <a:avLst/>
              <a:gdLst>
                <a:gd name="T0" fmla="*/ 302 w 334"/>
                <a:gd name="T1" fmla="*/ 0 h 636"/>
                <a:gd name="T2" fmla="*/ 302 w 334"/>
                <a:gd name="T3" fmla="*/ 0 h 636"/>
                <a:gd name="T4" fmla="*/ 326 w 334"/>
                <a:gd name="T5" fmla="*/ 56 h 636"/>
                <a:gd name="T6" fmla="*/ 334 w 334"/>
                <a:gd name="T7" fmla="*/ 80 h 636"/>
                <a:gd name="T8" fmla="*/ 318 w 334"/>
                <a:gd name="T9" fmla="*/ 112 h 636"/>
                <a:gd name="T10" fmla="*/ 318 w 334"/>
                <a:gd name="T11" fmla="*/ 112 h 636"/>
                <a:gd name="T12" fmla="*/ 310 w 334"/>
                <a:gd name="T13" fmla="*/ 120 h 636"/>
                <a:gd name="T14" fmla="*/ 294 w 334"/>
                <a:gd name="T15" fmla="*/ 128 h 636"/>
                <a:gd name="T16" fmla="*/ 270 w 334"/>
                <a:gd name="T17" fmla="*/ 136 h 636"/>
                <a:gd name="T18" fmla="*/ 262 w 334"/>
                <a:gd name="T19" fmla="*/ 151 h 636"/>
                <a:gd name="T20" fmla="*/ 262 w 334"/>
                <a:gd name="T21" fmla="*/ 151 h 636"/>
                <a:gd name="T22" fmla="*/ 246 w 334"/>
                <a:gd name="T23" fmla="*/ 167 h 636"/>
                <a:gd name="T24" fmla="*/ 238 w 334"/>
                <a:gd name="T25" fmla="*/ 191 h 636"/>
                <a:gd name="T26" fmla="*/ 222 w 334"/>
                <a:gd name="T27" fmla="*/ 239 h 636"/>
                <a:gd name="T28" fmla="*/ 222 w 334"/>
                <a:gd name="T29" fmla="*/ 239 h 636"/>
                <a:gd name="T30" fmla="*/ 175 w 334"/>
                <a:gd name="T31" fmla="*/ 326 h 636"/>
                <a:gd name="T32" fmla="*/ 135 w 334"/>
                <a:gd name="T33" fmla="*/ 406 h 636"/>
                <a:gd name="T34" fmla="*/ 135 w 334"/>
                <a:gd name="T35" fmla="*/ 406 h 636"/>
                <a:gd name="T36" fmla="*/ 119 w 334"/>
                <a:gd name="T37" fmla="*/ 453 h 636"/>
                <a:gd name="T38" fmla="*/ 111 w 334"/>
                <a:gd name="T39" fmla="*/ 501 h 636"/>
                <a:gd name="T40" fmla="*/ 111 w 334"/>
                <a:gd name="T41" fmla="*/ 501 h 636"/>
                <a:gd name="T42" fmla="*/ 95 w 334"/>
                <a:gd name="T43" fmla="*/ 533 h 636"/>
                <a:gd name="T44" fmla="*/ 63 w 334"/>
                <a:gd name="T45" fmla="*/ 581 h 636"/>
                <a:gd name="T46" fmla="*/ 32 w 334"/>
                <a:gd name="T47" fmla="*/ 620 h 636"/>
                <a:gd name="T48" fmla="*/ 16 w 334"/>
                <a:gd name="T49" fmla="*/ 636 h 636"/>
                <a:gd name="T50" fmla="*/ 0 w 334"/>
                <a:gd name="T51" fmla="*/ 636 h 636"/>
                <a:gd name="T52" fmla="*/ 0 w 334"/>
                <a:gd name="T53" fmla="*/ 636 h 636"/>
                <a:gd name="T54" fmla="*/ 0 w 334"/>
                <a:gd name="T55" fmla="*/ 581 h 636"/>
                <a:gd name="T56" fmla="*/ 8 w 334"/>
                <a:gd name="T57" fmla="*/ 533 h 636"/>
                <a:gd name="T58" fmla="*/ 24 w 334"/>
                <a:gd name="T59" fmla="*/ 485 h 636"/>
                <a:gd name="T60" fmla="*/ 48 w 334"/>
                <a:gd name="T61" fmla="*/ 438 h 636"/>
                <a:gd name="T62" fmla="*/ 103 w 334"/>
                <a:gd name="T63" fmla="*/ 350 h 636"/>
                <a:gd name="T64" fmla="*/ 151 w 334"/>
                <a:gd name="T65" fmla="*/ 271 h 636"/>
                <a:gd name="T66" fmla="*/ 151 w 334"/>
                <a:gd name="T67" fmla="*/ 271 h 636"/>
                <a:gd name="T68" fmla="*/ 191 w 334"/>
                <a:gd name="T69" fmla="*/ 191 h 636"/>
                <a:gd name="T70" fmla="*/ 230 w 334"/>
                <a:gd name="T71" fmla="*/ 120 h 636"/>
                <a:gd name="T72" fmla="*/ 230 w 334"/>
                <a:gd name="T73" fmla="*/ 120 h 636"/>
                <a:gd name="T74" fmla="*/ 254 w 334"/>
                <a:gd name="T75" fmla="*/ 96 h 636"/>
                <a:gd name="T76" fmla="*/ 270 w 334"/>
                <a:gd name="T77" fmla="*/ 72 h 636"/>
                <a:gd name="T78" fmla="*/ 270 w 334"/>
                <a:gd name="T79" fmla="*/ 72 h 636"/>
                <a:gd name="T80" fmla="*/ 270 w 334"/>
                <a:gd name="T81" fmla="*/ 56 h 636"/>
                <a:gd name="T82" fmla="*/ 270 w 334"/>
                <a:gd name="T83" fmla="*/ 40 h 636"/>
                <a:gd name="T84" fmla="*/ 278 w 334"/>
                <a:gd name="T85" fmla="*/ 24 h 636"/>
                <a:gd name="T86" fmla="*/ 286 w 334"/>
                <a:gd name="T87" fmla="*/ 16 h 636"/>
                <a:gd name="T88" fmla="*/ 302 w 334"/>
                <a:gd name="T89" fmla="*/ 0 h 6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34"/>
                <a:gd name="T136" fmla="*/ 0 h 636"/>
                <a:gd name="T137" fmla="*/ 334 w 334"/>
                <a:gd name="T138" fmla="*/ 636 h 6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34" h="636">
                  <a:moveTo>
                    <a:pt x="302" y="0"/>
                  </a:moveTo>
                  <a:lnTo>
                    <a:pt x="302" y="0"/>
                  </a:lnTo>
                  <a:lnTo>
                    <a:pt x="326" y="56"/>
                  </a:lnTo>
                  <a:lnTo>
                    <a:pt x="334" y="80"/>
                  </a:lnTo>
                  <a:lnTo>
                    <a:pt x="318" y="112"/>
                  </a:lnTo>
                  <a:lnTo>
                    <a:pt x="310" y="120"/>
                  </a:lnTo>
                  <a:lnTo>
                    <a:pt x="294" y="128"/>
                  </a:lnTo>
                  <a:lnTo>
                    <a:pt x="270" y="136"/>
                  </a:lnTo>
                  <a:lnTo>
                    <a:pt x="262" y="151"/>
                  </a:lnTo>
                  <a:lnTo>
                    <a:pt x="246" y="167"/>
                  </a:lnTo>
                  <a:lnTo>
                    <a:pt x="238" y="191"/>
                  </a:lnTo>
                  <a:lnTo>
                    <a:pt x="222" y="239"/>
                  </a:lnTo>
                  <a:lnTo>
                    <a:pt x="175" y="326"/>
                  </a:lnTo>
                  <a:lnTo>
                    <a:pt x="135" y="406"/>
                  </a:lnTo>
                  <a:lnTo>
                    <a:pt x="119" y="453"/>
                  </a:lnTo>
                  <a:lnTo>
                    <a:pt x="111" y="501"/>
                  </a:lnTo>
                  <a:lnTo>
                    <a:pt x="95" y="533"/>
                  </a:lnTo>
                  <a:lnTo>
                    <a:pt x="63" y="581"/>
                  </a:lnTo>
                  <a:lnTo>
                    <a:pt x="32" y="620"/>
                  </a:lnTo>
                  <a:lnTo>
                    <a:pt x="16" y="636"/>
                  </a:lnTo>
                  <a:lnTo>
                    <a:pt x="0" y="636"/>
                  </a:lnTo>
                  <a:lnTo>
                    <a:pt x="0" y="581"/>
                  </a:lnTo>
                  <a:lnTo>
                    <a:pt x="8" y="533"/>
                  </a:lnTo>
                  <a:lnTo>
                    <a:pt x="24" y="485"/>
                  </a:lnTo>
                  <a:lnTo>
                    <a:pt x="48" y="438"/>
                  </a:lnTo>
                  <a:lnTo>
                    <a:pt x="103" y="350"/>
                  </a:lnTo>
                  <a:lnTo>
                    <a:pt x="151" y="271"/>
                  </a:lnTo>
                  <a:lnTo>
                    <a:pt x="191" y="191"/>
                  </a:lnTo>
                  <a:lnTo>
                    <a:pt x="230" y="120"/>
                  </a:lnTo>
                  <a:lnTo>
                    <a:pt x="254" y="96"/>
                  </a:lnTo>
                  <a:lnTo>
                    <a:pt x="270" y="72"/>
                  </a:lnTo>
                  <a:lnTo>
                    <a:pt x="270" y="56"/>
                  </a:lnTo>
                  <a:lnTo>
                    <a:pt x="270" y="40"/>
                  </a:lnTo>
                  <a:lnTo>
                    <a:pt x="278" y="24"/>
                  </a:lnTo>
                  <a:lnTo>
                    <a:pt x="286" y="16"/>
                  </a:lnTo>
                  <a:lnTo>
                    <a:pt x="3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80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警</a:t>
            </a:r>
            <a:r>
              <a:rPr lang="zh-CN" altLang="en-US" dirty="0"/>
              <a:t>惕自己对</a:t>
            </a:r>
            <a:r>
              <a:rPr lang="en-US" altLang="zh-CN" dirty="0"/>
              <a:t>90</a:t>
            </a:r>
            <a:r>
              <a:rPr lang="zh-CN" altLang="en-US" dirty="0"/>
              <a:t>后形成刻板的偏见</a:t>
            </a:r>
          </a:p>
        </p:txBody>
      </p:sp>
      <p:graphicFrame>
        <p:nvGraphicFramePr>
          <p:cNvPr id="47" name="Diagram 46"/>
          <p:cNvGraphicFramePr/>
          <p:nvPr>
            <p:extLst>
              <p:ext uri="{D42A27DB-BD31-4B8C-83A1-F6EECF244321}">
                <p14:modId xmlns:p14="http://schemas.microsoft.com/office/powerpoint/2010/main" val="2353005194"/>
              </p:ext>
            </p:extLst>
          </p:nvPr>
        </p:nvGraphicFramePr>
        <p:xfrm>
          <a:off x="3810000" y="1887598"/>
          <a:ext cx="4572000" cy="2356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/>
          <p:cNvGrpSpPr/>
          <p:nvPr/>
        </p:nvGrpSpPr>
        <p:grpSpPr>
          <a:xfrm rot="16200000">
            <a:off x="1588294" y="1460573"/>
            <a:ext cx="2803481" cy="3163930"/>
            <a:chOff x="2794000" y="565149"/>
            <a:chExt cx="3556000" cy="4013201"/>
          </a:xfrm>
        </p:grpSpPr>
        <p:sp>
          <p:nvSpPr>
            <p:cNvPr id="5" name="Oval 4"/>
            <p:cNvSpPr/>
            <p:nvPr/>
          </p:nvSpPr>
          <p:spPr>
            <a:xfrm>
              <a:off x="2928620" y="704849"/>
              <a:ext cx="3276600" cy="1137920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Down Arrow 5"/>
            <p:cNvSpPr/>
            <p:nvPr/>
          </p:nvSpPr>
          <p:spPr>
            <a:xfrm>
              <a:off x="4254500" y="3491229"/>
              <a:ext cx="635000" cy="406400"/>
            </a:xfrm>
            <a:prstGeom prst="down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3048000" y="3816350"/>
              <a:ext cx="3048000" cy="762000"/>
            </a:xfrm>
            <a:custGeom>
              <a:avLst/>
              <a:gdLst>
                <a:gd name="connsiteX0" fmla="*/ 0 w 3048000"/>
                <a:gd name="connsiteY0" fmla="*/ 0 h 762000"/>
                <a:gd name="connsiteX1" fmla="*/ 3048000 w 3048000"/>
                <a:gd name="connsiteY1" fmla="*/ 0 h 762000"/>
                <a:gd name="connsiteX2" fmla="*/ 3048000 w 3048000"/>
                <a:gd name="connsiteY2" fmla="*/ 762000 h 762000"/>
                <a:gd name="connsiteX3" fmla="*/ 0 w 3048000"/>
                <a:gd name="connsiteY3" fmla="*/ 762000 h 762000"/>
                <a:gd name="connsiteX4" fmla="*/ 0 w 3048000"/>
                <a:gd name="connsiteY4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0" h="762000">
                  <a:moveTo>
                    <a:pt x="0" y="0"/>
                  </a:moveTo>
                  <a:lnTo>
                    <a:pt x="3048000" y="0"/>
                  </a:lnTo>
                  <a:lnTo>
                    <a:pt x="3048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2024" tIns="192024" rIns="192024" bIns="192024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700" kern="1200"/>
            </a:p>
          </p:txBody>
        </p:sp>
        <p:sp>
          <p:nvSpPr>
            <p:cNvPr id="24" name="Freeform 23"/>
            <p:cNvSpPr/>
            <p:nvPr/>
          </p:nvSpPr>
          <p:spPr>
            <a:xfrm rot="5400000">
              <a:off x="4119880" y="1930654"/>
              <a:ext cx="1143000" cy="1143000"/>
            </a:xfrm>
            <a:custGeom>
              <a:avLst/>
              <a:gdLst>
                <a:gd name="connsiteX0" fmla="*/ 0 w 1143000"/>
                <a:gd name="connsiteY0" fmla="*/ 571500 h 1143000"/>
                <a:gd name="connsiteX1" fmla="*/ 571500 w 1143000"/>
                <a:gd name="connsiteY1" fmla="*/ 0 h 1143000"/>
                <a:gd name="connsiteX2" fmla="*/ 1143000 w 1143000"/>
                <a:gd name="connsiteY2" fmla="*/ 571500 h 1143000"/>
                <a:gd name="connsiteX3" fmla="*/ 571500 w 1143000"/>
                <a:gd name="connsiteY3" fmla="*/ 1143000 h 1143000"/>
                <a:gd name="connsiteX4" fmla="*/ 0 w 1143000"/>
                <a:gd name="connsiteY4" fmla="*/ 5715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0" h="1143000">
                  <a:moveTo>
                    <a:pt x="0" y="571500"/>
                  </a:moveTo>
                  <a:cubicBezTo>
                    <a:pt x="0" y="255869"/>
                    <a:pt x="255869" y="0"/>
                    <a:pt x="571500" y="0"/>
                  </a:cubicBezTo>
                  <a:cubicBezTo>
                    <a:pt x="887131" y="0"/>
                    <a:pt x="1143000" y="255869"/>
                    <a:pt x="1143000" y="571500"/>
                  </a:cubicBezTo>
                  <a:cubicBezTo>
                    <a:pt x="1143000" y="887131"/>
                    <a:pt x="887131" y="1143000"/>
                    <a:pt x="571500" y="1143000"/>
                  </a:cubicBezTo>
                  <a:cubicBezTo>
                    <a:pt x="255869" y="1143000"/>
                    <a:pt x="0" y="887131"/>
                    <a:pt x="0" y="57150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6438" tIns="186438" rIns="186438" bIns="186438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kern="1200" dirty="0" smtClean="0"/>
                <a:t>对比</a:t>
              </a:r>
              <a:r>
                <a:rPr lang="en-US" altLang="zh-CN" sz="1500" kern="1200" dirty="0" smtClean="0"/>
                <a:t>90</a:t>
              </a:r>
              <a:r>
                <a:rPr lang="zh-CN" altLang="en-US" sz="1500" kern="1200" dirty="0" smtClean="0"/>
                <a:t>前</a:t>
              </a:r>
              <a:endParaRPr lang="en-US" sz="1500" kern="1200" dirty="0"/>
            </a:p>
          </p:txBody>
        </p:sp>
        <p:sp>
          <p:nvSpPr>
            <p:cNvPr id="45" name="Freeform 44"/>
            <p:cNvSpPr/>
            <p:nvPr/>
          </p:nvSpPr>
          <p:spPr>
            <a:xfrm rot="5400000">
              <a:off x="3302000" y="1073149"/>
              <a:ext cx="1143000" cy="1143000"/>
            </a:xfrm>
            <a:custGeom>
              <a:avLst/>
              <a:gdLst>
                <a:gd name="connsiteX0" fmla="*/ 0 w 1143000"/>
                <a:gd name="connsiteY0" fmla="*/ 571500 h 1143000"/>
                <a:gd name="connsiteX1" fmla="*/ 571500 w 1143000"/>
                <a:gd name="connsiteY1" fmla="*/ 0 h 1143000"/>
                <a:gd name="connsiteX2" fmla="*/ 1143000 w 1143000"/>
                <a:gd name="connsiteY2" fmla="*/ 571500 h 1143000"/>
                <a:gd name="connsiteX3" fmla="*/ 571500 w 1143000"/>
                <a:gd name="connsiteY3" fmla="*/ 1143000 h 1143000"/>
                <a:gd name="connsiteX4" fmla="*/ 0 w 1143000"/>
                <a:gd name="connsiteY4" fmla="*/ 5715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0" h="1143000">
                  <a:moveTo>
                    <a:pt x="0" y="571500"/>
                  </a:moveTo>
                  <a:cubicBezTo>
                    <a:pt x="0" y="255869"/>
                    <a:pt x="255869" y="0"/>
                    <a:pt x="571500" y="0"/>
                  </a:cubicBezTo>
                  <a:cubicBezTo>
                    <a:pt x="887131" y="0"/>
                    <a:pt x="1143000" y="255869"/>
                    <a:pt x="1143000" y="571500"/>
                  </a:cubicBezTo>
                  <a:cubicBezTo>
                    <a:pt x="1143000" y="887131"/>
                    <a:pt x="887131" y="1143000"/>
                    <a:pt x="571500" y="1143000"/>
                  </a:cubicBezTo>
                  <a:cubicBezTo>
                    <a:pt x="255869" y="1143000"/>
                    <a:pt x="0" y="887131"/>
                    <a:pt x="0" y="57150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6438" tIns="186438" rIns="186438" bIns="186438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kern="1200" dirty="0" smtClean="0"/>
                <a:t>以偏概全</a:t>
              </a:r>
              <a:endParaRPr lang="en-US" sz="1500" kern="1200" dirty="0"/>
            </a:p>
          </p:txBody>
        </p:sp>
        <p:sp>
          <p:nvSpPr>
            <p:cNvPr id="48" name="Freeform 47"/>
            <p:cNvSpPr/>
            <p:nvPr/>
          </p:nvSpPr>
          <p:spPr>
            <a:xfrm rot="5400000">
              <a:off x="4470401" y="796797"/>
              <a:ext cx="1143000" cy="1143000"/>
            </a:xfrm>
            <a:custGeom>
              <a:avLst/>
              <a:gdLst>
                <a:gd name="connsiteX0" fmla="*/ 0 w 1143000"/>
                <a:gd name="connsiteY0" fmla="*/ 571500 h 1143000"/>
                <a:gd name="connsiteX1" fmla="*/ 571500 w 1143000"/>
                <a:gd name="connsiteY1" fmla="*/ 0 h 1143000"/>
                <a:gd name="connsiteX2" fmla="*/ 1143000 w 1143000"/>
                <a:gd name="connsiteY2" fmla="*/ 571500 h 1143000"/>
                <a:gd name="connsiteX3" fmla="*/ 571500 w 1143000"/>
                <a:gd name="connsiteY3" fmla="*/ 1143000 h 1143000"/>
                <a:gd name="connsiteX4" fmla="*/ 0 w 1143000"/>
                <a:gd name="connsiteY4" fmla="*/ 5715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0" h="1143000">
                  <a:moveTo>
                    <a:pt x="0" y="571500"/>
                  </a:moveTo>
                  <a:cubicBezTo>
                    <a:pt x="0" y="255869"/>
                    <a:pt x="255869" y="0"/>
                    <a:pt x="571500" y="0"/>
                  </a:cubicBezTo>
                  <a:cubicBezTo>
                    <a:pt x="887131" y="0"/>
                    <a:pt x="1143000" y="255869"/>
                    <a:pt x="1143000" y="571500"/>
                  </a:cubicBezTo>
                  <a:cubicBezTo>
                    <a:pt x="1143000" y="887131"/>
                    <a:pt x="887131" y="1143000"/>
                    <a:pt x="571500" y="1143000"/>
                  </a:cubicBezTo>
                  <a:cubicBezTo>
                    <a:pt x="255869" y="1143000"/>
                    <a:pt x="0" y="887131"/>
                    <a:pt x="0" y="57150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6438" tIns="186438" rIns="186438" bIns="186438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kern="1200" dirty="0" smtClean="0"/>
                <a:t>信息过滤</a:t>
              </a:r>
              <a:endParaRPr lang="en-US" sz="1500" kern="1200" dirty="0"/>
            </a:p>
          </p:txBody>
        </p:sp>
        <p:sp>
          <p:nvSpPr>
            <p:cNvPr id="49" name="Shape 48"/>
            <p:cNvSpPr/>
            <p:nvPr/>
          </p:nvSpPr>
          <p:spPr>
            <a:xfrm>
              <a:off x="2794000" y="565149"/>
              <a:ext cx="3556000" cy="2844800"/>
            </a:xfrm>
            <a:prstGeom prst="funnel">
              <a:avLst/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254813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妥善处理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后的高期望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461669" y="1098550"/>
            <a:ext cx="8072731" cy="4064000"/>
            <a:chOff x="1547801" y="806450"/>
            <a:chExt cx="8072731" cy="4064000"/>
          </a:xfrm>
        </p:grpSpPr>
        <p:sp>
          <p:nvSpPr>
            <p:cNvPr id="51" name="Minus 50"/>
            <p:cNvSpPr/>
            <p:nvPr/>
          </p:nvSpPr>
          <p:spPr>
            <a:xfrm rot="21300000">
              <a:off x="1547801" y="2469663"/>
              <a:ext cx="8072731" cy="693799"/>
            </a:xfrm>
            <a:prstGeom prst="mathMinus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2" name="Down Arrow 51"/>
            <p:cNvSpPr/>
            <p:nvPr/>
          </p:nvSpPr>
          <p:spPr>
            <a:xfrm>
              <a:off x="2590800" y="1009650"/>
              <a:ext cx="1828800" cy="1625600"/>
            </a:xfrm>
            <a:prstGeom prst="down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dirty="0" smtClean="0"/>
                <a:t>高期望</a:t>
              </a:r>
              <a:endParaRPr lang="en-US" dirty="0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5029200" y="806450"/>
              <a:ext cx="2926080" cy="1706880"/>
            </a:xfrm>
            <a:custGeom>
              <a:avLst/>
              <a:gdLst>
                <a:gd name="connsiteX0" fmla="*/ 0 w 2926080"/>
                <a:gd name="connsiteY0" fmla="*/ 0 h 1706880"/>
                <a:gd name="connsiteX1" fmla="*/ 2926080 w 2926080"/>
                <a:gd name="connsiteY1" fmla="*/ 0 h 1706880"/>
                <a:gd name="connsiteX2" fmla="*/ 2926080 w 2926080"/>
                <a:gd name="connsiteY2" fmla="*/ 1706880 h 1706880"/>
                <a:gd name="connsiteX3" fmla="*/ 0 w 2926080"/>
                <a:gd name="connsiteY3" fmla="*/ 1706880 h 1706880"/>
                <a:gd name="connsiteX4" fmla="*/ 0 w 2926080"/>
                <a:gd name="connsiteY4" fmla="*/ 0 h 170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6720" tIns="426720" rIns="426720" bIns="426720" numCol="1" spcCol="1270" anchor="ctr" anchorCtr="0">
              <a:noAutofit/>
            </a:bodyPr>
            <a:lstStyle/>
            <a:p>
              <a:pPr lvl="0" algn="ctr" defTabSz="2667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6000" kern="1200"/>
            </a:p>
          </p:txBody>
        </p:sp>
        <p:sp>
          <p:nvSpPr>
            <p:cNvPr id="54" name="Up Arrow 53"/>
            <p:cNvSpPr/>
            <p:nvPr/>
          </p:nvSpPr>
          <p:spPr>
            <a:xfrm>
              <a:off x="6511290" y="3047442"/>
              <a:ext cx="1828800" cy="1625600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dirty="0"/>
                <a:t>如</a:t>
              </a:r>
              <a:r>
                <a:rPr lang="zh-CN" altLang="en-US" dirty="0" smtClean="0"/>
                <a:t>何</a:t>
              </a:r>
              <a:endParaRPr lang="en-US" altLang="zh-CN" dirty="0" smtClean="0"/>
            </a:p>
            <a:p>
              <a:pPr algn="ctr"/>
              <a:r>
                <a:rPr lang="zh-CN" altLang="en-US" dirty="0" smtClean="0"/>
                <a:t>处</a:t>
              </a:r>
              <a:r>
                <a:rPr lang="zh-CN" altLang="en-US" dirty="0"/>
                <a:t>理</a:t>
              </a:r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3200400" y="3163570"/>
              <a:ext cx="1950720" cy="1706880"/>
            </a:xfrm>
            <a:custGeom>
              <a:avLst/>
              <a:gdLst>
                <a:gd name="connsiteX0" fmla="*/ 0 w 1950720"/>
                <a:gd name="connsiteY0" fmla="*/ 0 h 1706880"/>
                <a:gd name="connsiteX1" fmla="*/ 1950720 w 1950720"/>
                <a:gd name="connsiteY1" fmla="*/ 0 h 1706880"/>
                <a:gd name="connsiteX2" fmla="*/ 1950720 w 1950720"/>
                <a:gd name="connsiteY2" fmla="*/ 1706880 h 1706880"/>
                <a:gd name="connsiteX3" fmla="*/ 0 w 1950720"/>
                <a:gd name="connsiteY3" fmla="*/ 1706880 h 1706880"/>
                <a:gd name="connsiteX4" fmla="*/ 0 w 1950720"/>
                <a:gd name="connsiteY4" fmla="*/ 0 h 170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20040" tIns="320040" rIns="320040" bIns="320040" numCol="1" spcCol="1270" anchor="ctr" anchorCtr="0">
              <a:noAutofit/>
            </a:bodyPr>
            <a:lstStyle/>
            <a:p>
              <a:pPr lvl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500" kern="12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638268" y="1560171"/>
            <a:ext cx="391668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觉得公司到处是问题，虽然他们刚进公司；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不断要</a:t>
            </a:r>
            <a:r>
              <a:rPr lang="zh-CN" altLang="en-US" sz="1400" dirty="0" smtClean="0"/>
              <a:t>求大挑战，虽然手头工作都做不好；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总认</a:t>
            </a:r>
            <a:r>
              <a:rPr lang="zh-CN" altLang="en-US" sz="1400" dirty="0" smtClean="0"/>
              <a:t>为管理很简单，虽然他们自己都管不好。</a:t>
            </a:r>
            <a:endParaRPr lang="en-US" altLang="zh-CN" sz="1400" dirty="0" smtClean="0"/>
          </a:p>
        </p:txBody>
      </p:sp>
      <p:sp>
        <p:nvSpPr>
          <p:cNvPr id="57" name="TextBox 56"/>
          <p:cNvSpPr txBox="1"/>
          <p:nvPr/>
        </p:nvSpPr>
        <p:spPr>
          <a:xfrm>
            <a:off x="2692094" y="3669737"/>
            <a:ext cx="391668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不能泼冷水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不</a:t>
            </a:r>
            <a:r>
              <a:rPr lang="zh-CN" altLang="en-US" sz="1400" dirty="0" smtClean="0"/>
              <a:t>能任其</a:t>
            </a:r>
            <a:r>
              <a:rPr lang="zh-CN" altLang="en-US" sz="1400" dirty="0"/>
              <a:t>自生自</a:t>
            </a:r>
            <a:r>
              <a:rPr lang="zh-CN" altLang="en-US" sz="1400" dirty="0" smtClean="0"/>
              <a:t>灭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不</a:t>
            </a:r>
            <a:r>
              <a:rPr lang="zh-CN" altLang="en-US" sz="1400" dirty="0" smtClean="0"/>
              <a:t>能假装关心却无行动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351905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3. 90</a:t>
            </a:r>
            <a:r>
              <a:rPr lang="zh-CN" altLang="en-US" dirty="0" smtClean="0"/>
              <a:t>后入职的第一天非常重要</a:t>
            </a:r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1143000" y="2083764"/>
            <a:ext cx="1447800" cy="1557950"/>
            <a:chOff x="598214" y="2412578"/>
            <a:chExt cx="1870887" cy="2070943"/>
          </a:xfrm>
        </p:grpSpPr>
        <p:sp>
          <p:nvSpPr>
            <p:cNvPr id="59" name="Rectangle 58"/>
            <p:cNvSpPr/>
            <p:nvPr/>
          </p:nvSpPr>
          <p:spPr>
            <a:xfrm>
              <a:off x="598214" y="2898330"/>
              <a:ext cx="1870887" cy="15851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让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90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后员工感觉自己真正成为团队中的一员。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598214" y="2412578"/>
              <a:ext cx="1870887" cy="456453"/>
            </a:xfrm>
            <a:custGeom>
              <a:avLst/>
              <a:gdLst>
                <a:gd name="connsiteX0" fmla="*/ 0 w 1870887"/>
                <a:gd name="connsiteY0" fmla="*/ 0 h 272963"/>
                <a:gd name="connsiteX1" fmla="*/ 1870887 w 1870887"/>
                <a:gd name="connsiteY1" fmla="*/ 0 h 272963"/>
                <a:gd name="connsiteX2" fmla="*/ 1870887 w 1870887"/>
                <a:gd name="connsiteY2" fmla="*/ 272963 h 272963"/>
                <a:gd name="connsiteX3" fmla="*/ 0 w 1870887"/>
                <a:gd name="connsiteY3" fmla="*/ 272963 h 272963"/>
                <a:gd name="connsiteX4" fmla="*/ 0 w 1870887"/>
                <a:gd name="connsiteY4" fmla="*/ 0 h 2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887" h="272963">
                  <a:moveTo>
                    <a:pt x="0" y="0"/>
                  </a:moveTo>
                  <a:lnTo>
                    <a:pt x="1870887" y="0"/>
                  </a:lnTo>
                  <a:lnTo>
                    <a:pt x="1870887" y="272963"/>
                  </a:lnTo>
                  <a:lnTo>
                    <a:pt x="0" y="272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入职仪式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971800" y="2083764"/>
            <a:ext cx="1447800" cy="1557950"/>
            <a:chOff x="3124200" y="2400299"/>
            <a:chExt cx="1870887" cy="2070943"/>
          </a:xfrm>
        </p:grpSpPr>
        <p:sp>
          <p:nvSpPr>
            <p:cNvPr id="62" name="Rectangle 61"/>
            <p:cNvSpPr/>
            <p:nvPr/>
          </p:nvSpPr>
          <p:spPr>
            <a:xfrm>
              <a:off x="3124200" y="2886051"/>
              <a:ext cx="1870887" cy="15851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系统培训导游，入职第一天全天候陪同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90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后，答疑解惑。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3124200" y="2400299"/>
              <a:ext cx="1870887" cy="456453"/>
            </a:xfrm>
            <a:custGeom>
              <a:avLst/>
              <a:gdLst>
                <a:gd name="connsiteX0" fmla="*/ 0 w 1870887"/>
                <a:gd name="connsiteY0" fmla="*/ 0 h 272963"/>
                <a:gd name="connsiteX1" fmla="*/ 1870887 w 1870887"/>
                <a:gd name="connsiteY1" fmla="*/ 0 h 272963"/>
                <a:gd name="connsiteX2" fmla="*/ 1870887 w 1870887"/>
                <a:gd name="connsiteY2" fmla="*/ 272963 h 272963"/>
                <a:gd name="connsiteX3" fmla="*/ 0 w 1870887"/>
                <a:gd name="connsiteY3" fmla="*/ 272963 h 272963"/>
                <a:gd name="connsiteX4" fmla="*/ 0 w 1870887"/>
                <a:gd name="connsiteY4" fmla="*/ 0 h 2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887" h="272963">
                  <a:moveTo>
                    <a:pt x="0" y="0"/>
                  </a:moveTo>
                  <a:lnTo>
                    <a:pt x="1870887" y="0"/>
                  </a:lnTo>
                  <a:lnTo>
                    <a:pt x="1870887" y="272963"/>
                  </a:lnTo>
                  <a:lnTo>
                    <a:pt x="0" y="272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marL="0" marR="0" lvl="0" indent="0" algn="ctr" defTabSz="4000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</a:rPr>
                <a:t>首日导游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2083765"/>
            <a:ext cx="1447800" cy="1557949"/>
            <a:chOff x="5672913" y="2438400"/>
            <a:chExt cx="1870887" cy="2070942"/>
          </a:xfrm>
        </p:grpSpPr>
        <p:sp>
          <p:nvSpPr>
            <p:cNvPr id="65" name="Rectangle 64"/>
            <p:cNvSpPr/>
            <p:nvPr/>
          </p:nvSpPr>
          <p:spPr>
            <a:xfrm>
              <a:off x="5672913" y="2924151"/>
              <a:ext cx="1870887" cy="15851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帮</a:t>
              </a:r>
              <a:r>
                <a:rPr lang="zh-CN" altLang="en-US" sz="16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/>
                  <a:ea typeface="微软雅黑"/>
                </a:rPr>
                <a:t>他厘清职业方向，应学习和储备的能力</a:t>
              </a:r>
              <a:r>
                <a:rPr lang="zh-CN" altLang="en-US" sz="1600" kern="0" dirty="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/>
                  <a:ea typeface="微软雅黑"/>
                </a:rPr>
                <a:t>。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5672913" y="2438400"/>
              <a:ext cx="1870887" cy="456453"/>
            </a:xfrm>
            <a:custGeom>
              <a:avLst/>
              <a:gdLst>
                <a:gd name="connsiteX0" fmla="*/ 0 w 1870887"/>
                <a:gd name="connsiteY0" fmla="*/ 0 h 272963"/>
                <a:gd name="connsiteX1" fmla="*/ 1870887 w 1870887"/>
                <a:gd name="connsiteY1" fmla="*/ 0 h 272963"/>
                <a:gd name="connsiteX2" fmla="*/ 1870887 w 1870887"/>
                <a:gd name="connsiteY2" fmla="*/ 272963 h 272963"/>
                <a:gd name="connsiteX3" fmla="*/ 0 w 1870887"/>
                <a:gd name="connsiteY3" fmla="*/ 272963 h 272963"/>
                <a:gd name="connsiteX4" fmla="*/ 0 w 1870887"/>
                <a:gd name="connsiteY4" fmla="*/ 0 h 2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887" h="272963">
                  <a:moveTo>
                    <a:pt x="0" y="0"/>
                  </a:moveTo>
                  <a:lnTo>
                    <a:pt x="1870887" y="0"/>
                  </a:lnTo>
                  <a:lnTo>
                    <a:pt x="1870887" y="272963"/>
                  </a:lnTo>
                  <a:lnTo>
                    <a:pt x="0" y="272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</a:rPr>
                <a:t>职业心锚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13" name="组合 3126"/>
          <p:cNvGrpSpPr>
            <a:grpSpLocks/>
          </p:cNvGrpSpPr>
          <p:nvPr/>
        </p:nvGrpSpPr>
        <p:grpSpPr bwMode="auto">
          <a:xfrm>
            <a:off x="7239000" y="1615645"/>
            <a:ext cx="1219200" cy="3518330"/>
            <a:chOff x="4078288" y="820738"/>
            <a:chExt cx="1728788" cy="4987925"/>
          </a:xfrm>
          <a:solidFill>
            <a:srgbClr val="00B0F0"/>
          </a:solidFill>
        </p:grpSpPr>
        <p:sp>
          <p:nvSpPr>
            <p:cNvPr id="14" name="Freeform 6795"/>
            <p:cNvSpPr>
              <a:spLocks noEditPoints="1"/>
            </p:cNvSpPr>
            <p:nvPr/>
          </p:nvSpPr>
          <p:spPr bwMode="auto">
            <a:xfrm>
              <a:off x="4078288" y="820738"/>
              <a:ext cx="1728788" cy="4987925"/>
            </a:xfrm>
            <a:custGeom>
              <a:avLst/>
              <a:gdLst>
                <a:gd name="T0" fmla="*/ 1005 w 1089"/>
                <a:gd name="T1" fmla="*/ 2572 h 3142"/>
                <a:gd name="T2" fmla="*/ 906 w 1089"/>
                <a:gd name="T3" fmla="*/ 2523 h 3142"/>
                <a:gd name="T4" fmla="*/ 716 w 1089"/>
                <a:gd name="T5" fmla="*/ 2376 h 3142"/>
                <a:gd name="T6" fmla="*/ 681 w 1089"/>
                <a:gd name="T7" fmla="*/ 2298 h 3142"/>
                <a:gd name="T8" fmla="*/ 773 w 1089"/>
                <a:gd name="T9" fmla="*/ 2221 h 3142"/>
                <a:gd name="T10" fmla="*/ 801 w 1089"/>
                <a:gd name="T11" fmla="*/ 1504 h 3142"/>
                <a:gd name="T12" fmla="*/ 808 w 1089"/>
                <a:gd name="T13" fmla="*/ 1448 h 3142"/>
                <a:gd name="T14" fmla="*/ 808 w 1089"/>
                <a:gd name="T15" fmla="*/ 1581 h 3142"/>
                <a:gd name="T16" fmla="*/ 857 w 1089"/>
                <a:gd name="T17" fmla="*/ 1602 h 3142"/>
                <a:gd name="T18" fmla="*/ 892 w 1089"/>
                <a:gd name="T19" fmla="*/ 1602 h 3142"/>
                <a:gd name="T20" fmla="*/ 927 w 1089"/>
                <a:gd name="T21" fmla="*/ 1588 h 3142"/>
                <a:gd name="T22" fmla="*/ 927 w 1089"/>
                <a:gd name="T23" fmla="*/ 1497 h 3142"/>
                <a:gd name="T24" fmla="*/ 906 w 1089"/>
                <a:gd name="T25" fmla="*/ 1448 h 3142"/>
                <a:gd name="T26" fmla="*/ 913 w 1089"/>
                <a:gd name="T27" fmla="*/ 1251 h 3142"/>
                <a:gd name="T28" fmla="*/ 822 w 1089"/>
                <a:gd name="T29" fmla="*/ 752 h 3142"/>
                <a:gd name="T30" fmla="*/ 702 w 1089"/>
                <a:gd name="T31" fmla="*/ 464 h 3142"/>
                <a:gd name="T32" fmla="*/ 576 w 1089"/>
                <a:gd name="T33" fmla="*/ 457 h 3142"/>
                <a:gd name="T34" fmla="*/ 562 w 1089"/>
                <a:gd name="T35" fmla="*/ 387 h 3142"/>
                <a:gd name="T36" fmla="*/ 562 w 1089"/>
                <a:gd name="T37" fmla="*/ 197 h 3142"/>
                <a:gd name="T38" fmla="*/ 492 w 1089"/>
                <a:gd name="T39" fmla="*/ 63 h 3142"/>
                <a:gd name="T40" fmla="*/ 323 w 1089"/>
                <a:gd name="T41" fmla="*/ 0 h 3142"/>
                <a:gd name="T42" fmla="*/ 161 w 1089"/>
                <a:gd name="T43" fmla="*/ 56 h 3142"/>
                <a:gd name="T44" fmla="*/ 154 w 1089"/>
                <a:gd name="T45" fmla="*/ 119 h 3142"/>
                <a:gd name="T46" fmla="*/ 154 w 1089"/>
                <a:gd name="T47" fmla="*/ 232 h 3142"/>
                <a:gd name="T48" fmla="*/ 161 w 1089"/>
                <a:gd name="T49" fmla="*/ 288 h 3142"/>
                <a:gd name="T50" fmla="*/ 182 w 1089"/>
                <a:gd name="T51" fmla="*/ 330 h 3142"/>
                <a:gd name="T52" fmla="*/ 189 w 1089"/>
                <a:gd name="T53" fmla="*/ 351 h 3142"/>
                <a:gd name="T54" fmla="*/ 196 w 1089"/>
                <a:gd name="T55" fmla="*/ 372 h 3142"/>
                <a:gd name="T56" fmla="*/ 217 w 1089"/>
                <a:gd name="T57" fmla="*/ 408 h 3142"/>
                <a:gd name="T58" fmla="*/ 281 w 1089"/>
                <a:gd name="T59" fmla="*/ 429 h 3142"/>
                <a:gd name="T60" fmla="*/ 309 w 1089"/>
                <a:gd name="T61" fmla="*/ 450 h 3142"/>
                <a:gd name="T62" fmla="*/ 133 w 1089"/>
                <a:gd name="T63" fmla="*/ 668 h 3142"/>
                <a:gd name="T64" fmla="*/ 126 w 1089"/>
                <a:gd name="T65" fmla="*/ 759 h 3142"/>
                <a:gd name="T66" fmla="*/ 0 w 1089"/>
                <a:gd name="T67" fmla="*/ 1645 h 3142"/>
                <a:gd name="T68" fmla="*/ 182 w 1089"/>
                <a:gd name="T69" fmla="*/ 1673 h 3142"/>
                <a:gd name="T70" fmla="*/ 231 w 1089"/>
                <a:gd name="T71" fmla="*/ 1792 h 3142"/>
                <a:gd name="T72" fmla="*/ 358 w 1089"/>
                <a:gd name="T73" fmla="*/ 2298 h 3142"/>
                <a:gd name="T74" fmla="*/ 513 w 1089"/>
                <a:gd name="T75" fmla="*/ 2607 h 3142"/>
                <a:gd name="T76" fmla="*/ 499 w 1089"/>
                <a:gd name="T77" fmla="*/ 2882 h 3142"/>
                <a:gd name="T78" fmla="*/ 414 w 1089"/>
                <a:gd name="T79" fmla="*/ 3029 h 3142"/>
                <a:gd name="T80" fmla="*/ 295 w 1089"/>
                <a:gd name="T81" fmla="*/ 3071 h 3142"/>
                <a:gd name="T82" fmla="*/ 288 w 1089"/>
                <a:gd name="T83" fmla="*/ 3121 h 3142"/>
                <a:gd name="T84" fmla="*/ 485 w 1089"/>
                <a:gd name="T85" fmla="*/ 3135 h 3142"/>
                <a:gd name="T86" fmla="*/ 597 w 1089"/>
                <a:gd name="T87" fmla="*/ 3043 h 3142"/>
                <a:gd name="T88" fmla="*/ 618 w 1089"/>
                <a:gd name="T89" fmla="*/ 3142 h 3142"/>
                <a:gd name="T90" fmla="*/ 646 w 1089"/>
                <a:gd name="T91" fmla="*/ 3092 h 3142"/>
                <a:gd name="T92" fmla="*/ 674 w 1089"/>
                <a:gd name="T93" fmla="*/ 2966 h 3142"/>
                <a:gd name="T94" fmla="*/ 639 w 1089"/>
                <a:gd name="T95" fmla="*/ 2797 h 3142"/>
                <a:gd name="T96" fmla="*/ 681 w 1089"/>
                <a:gd name="T97" fmla="*/ 2558 h 3142"/>
                <a:gd name="T98" fmla="*/ 850 w 1089"/>
                <a:gd name="T99" fmla="*/ 2685 h 3142"/>
                <a:gd name="T100" fmla="*/ 969 w 1089"/>
                <a:gd name="T101" fmla="*/ 2860 h 3142"/>
                <a:gd name="T102" fmla="*/ 984 w 1089"/>
                <a:gd name="T103" fmla="*/ 3008 h 3142"/>
                <a:gd name="T104" fmla="*/ 1061 w 1089"/>
                <a:gd name="T105" fmla="*/ 2896 h 3142"/>
                <a:gd name="T106" fmla="*/ 1040 w 1089"/>
                <a:gd name="T107" fmla="*/ 2748 h 3142"/>
                <a:gd name="T108" fmla="*/ 1089 w 1089"/>
                <a:gd name="T109" fmla="*/ 2643 h 3142"/>
                <a:gd name="T110" fmla="*/ 660 w 1089"/>
                <a:gd name="T111" fmla="*/ 1012 h 3142"/>
                <a:gd name="T112" fmla="*/ 688 w 1089"/>
                <a:gd name="T113" fmla="*/ 1068 h 3142"/>
                <a:gd name="T114" fmla="*/ 667 w 1089"/>
                <a:gd name="T115" fmla="*/ 1132 h 314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89"/>
                <a:gd name="T175" fmla="*/ 0 h 3142"/>
                <a:gd name="T176" fmla="*/ 1089 w 1089"/>
                <a:gd name="T177" fmla="*/ 3142 h 314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89" h="3142">
                  <a:moveTo>
                    <a:pt x="1089" y="2643"/>
                  </a:moveTo>
                  <a:lnTo>
                    <a:pt x="1082" y="2622"/>
                  </a:lnTo>
                  <a:lnTo>
                    <a:pt x="1040" y="2600"/>
                  </a:lnTo>
                  <a:lnTo>
                    <a:pt x="1005" y="2572"/>
                  </a:lnTo>
                  <a:lnTo>
                    <a:pt x="962" y="2530"/>
                  </a:lnTo>
                  <a:lnTo>
                    <a:pt x="955" y="2523"/>
                  </a:lnTo>
                  <a:lnTo>
                    <a:pt x="941" y="2523"/>
                  </a:lnTo>
                  <a:lnTo>
                    <a:pt x="906" y="2523"/>
                  </a:lnTo>
                  <a:lnTo>
                    <a:pt x="857" y="2530"/>
                  </a:lnTo>
                  <a:lnTo>
                    <a:pt x="815" y="2495"/>
                  </a:lnTo>
                  <a:lnTo>
                    <a:pt x="773" y="2453"/>
                  </a:lnTo>
                  <a:lnTo>
                    <a:pt x="716" y="2376"/>
                  </a:lnTo>
                  <a:lnTo>
                    <a:pt x="681" y="2312"/>
                  </a:lnTo>
                  <a:lnTo>
                    <a:pt x="674" y="2298"/>
                  </a:lnTo>
                  <a:lnTo>
                    <a:pt x="681" y="2298"/>
                  </a:lnTo>
                  <a:lnTo>
                    <a:pt x="688" y="2298"/>
                  </a:lnTo>
                  <a:lnTo>
                    <a:pt x="702" y="2291"/>
                  </a:lnTo>
                  <a:lnTo>
                    <a:pt x="731" y="2270"/>
                  </a:lnTo>
                  <a:lnTo>
                    <a:pt x="773" y="2221"/>
                  </a:lnTo>
                  <a:lnTo>
                    <a:pt x="773" y="2193"/>
                  </a:lnTo>
                  <a:lnTo>
                    <a:pt x="780" y="2108"/>
                  </a:lnTo>
                  <a:lnTo>
                    <a:pt x="787" y="1862"/>
                  </a:lnTo>
                  <a:lnTo>
                    <a:pt x="801" y="1504"/>
                  </a:lnTo>
                  <a:lnTo>
                    <a:pt x="794" y="1469"/>
                  </a:lnTo>
                  <a:lnTo>
                    <a:pt x="794" y="1441"/>
                  </a:lnTo>
                  <a:lnTo>
                    <a:pt x="801" y="1427"/>
                  </a:lnTo>
                  <a:lnTo>
                    <a:pt x="808" y="1448"/>
                  </a:lnTo>
                  <a:lnTo>
                    <a:pt x="808" y="1476"/>
                  </a:lnTo>
                  <a:lnTo>
                    <a:pt x="808" y="1525"/>
                  </a:lnTo>
                  <a:lnTo>
                    <a:pt x="808" y="1581"/>
                  </a:lnTo>
                  <a:lnTo>
                    <a:pt x="822" y="1602"/>
                  </a:lnTo>
                  <a:lnTo>
                    <a:pt x="836" y="1602"/>
                  </a:lnTo>
                  <a:lnTo>
                    <a:pt x="857" y="1602"/>
                  </a:lnTo>
                  <a:lnTo>
                    <a:pt x="871" y="1609"/>
                  </a:lnTo>
                  <a:lnTo>
                    <a:pt x="878" y="1602"/>
                  </a:lnTo>
                  <a:lnTo>
                    <a:pt x="892" y="1602"/>
                  </a:lnTo>
                  <a:lnTo>
                    <a:pt x="899" y="1602"/>
                  </a:lnTo>
                  <a:lnTo>
                    <a:pt x="906" y="1602"/>
                  </a:lnTo>
                  <a:lnTo>
                    <a:pt x="913" y="1602"/>
                  </a:lnTo>
                  <a:lnTo>
                    <a:pt x="927" y="1588"/>
                  </a:lnTo>
                  <a:lnTo>
                    <a:pt x="927" y="1560"/>
                  </a:lnTo>
                  <a:lnTo>
                    <a:pt x="927" y="1546"/>
                  </a:lnTo>
                  <a:lnTo>
                    <a:pt x="927" y="1497"/>
                  </a:lnTo>
                  <a:lnTo>
                    <a:pt x="920" y="1483"/>
                  </a:lnTo>
                  <a:lnTo>
                    <a:pt x="913" y="1476"/>
                  </a:lnTo>
                  <a:lnTo>
                    <a:pt x="913" y="1469"/>
                  </a:lnTo>
                  <a:lnTo>
                    <a:pt x="906" y="1448"/>
                  </a:lnTo>
                  <a:lnTo>
                    <a:pt x="906" y="1392"/>
                  </a:lnTo>
                  <a:lnTo>
                    <a:pt x="913" y="1300"/>
                  </a:lnTo>
                  <a:lnTo>
                    <a:pt x="913" y="1251"/>
                  </a:lnTo>
                  <a:lnTo>
                    <a:pt x="878" y="1096"/>
                  </a:lnTo>
                  <a:lnTo>
                    <a:pt x="843" y="914"/>
                  </a:lnTo>
                  <a:lnTo>
                    <a:pt x="822" y="752"/>
                  </a:lnTo>
                  <a:lnTo>
                    <a:pt x="773" y="569"/>
                  </a:lnTo>
                  <a:lnTo>
                    <a:pt x="752" y="520"/>
                  </a:lnTo>
                  <a:lnTo>
                    <a:pt x="731" y="485"/>
                  </a:lnTo>
                  <a:lnTo>
                    <a:pt x="702" y="464"/>
                  </a:lnTo>
                  <a:lnTo>
                    <a:pt x="667" y="457"/>
                  </a:lnTo>
                  <a:lnTo>
                    <a:pt x="646" y="450"/>
                  </a:lnTo>
                  <a:lnTo>
                    <a:pt x="618" y="450"/>
                  </a:lnTo>
                  <a:lnTo>
                    <a:pt x="597" y="457"/>
                  </a:lnTo>
                  <a:lnTo>
                    <a:pt x="576" y="457"/>
                  </a:lnTo>
                  <a:lnTo>
                    <a:pt x="569" y="436"/>
                  </a:lnTo>
                  <a:lnTo>
                    <a:pt x="562" y="415"/>
                  </a:lnTo>
                  <a:lnTo>
                    <a:pt x="562" y="387"/>
                  </a:lnTo>
                  <a:lnTo>
                    <a:pt x="562" y="344"/>
                  </a:lnTo>
                  <a:lnTo>
                    <a:pt x="562" y="295"/>
                  </a:lnTo>
                  <a:lnTo>
                    <a:pt x="562" y="246"/>
                  </a:lnTo>
                  <a:lnTo>
                    <a:pt x="562" y="197"/>
                  </a:lnTo>
                  <a:lnTo>
                    <a:pt x="541" y="141"/>
                  </a:lnTo>
                  <a:lnTo>
                    <a:pt x="534" y="112"/>
                  </a:lnTo>
                  <a:lnTo>
                    <a:pt x="513" y="84"/>
                  </a:lnTo>
                  <a:lnTo>
                    <a:pt x="492" y="63"/>
                  </a:lnTo>
                  <a:lnTo>
                    <a:pt x="470" y="42"/>
                  </a:lnTo>
                  <a:lnTo>
                    <a:pt x="421" y="14"/>
                  </a:lnTo>
                  <a:lnTo>
                    <a:pt x="379" y="0"/>
                  </a:lnTo>
                  <a:lnTo>
                    <a:pt x="323" y="0"/>
                  </a:lnTo>
                  <a:lnTo>
                    <a:pt x="267" y="14"/>
                  </a:lnTo>
                  <a:lnTo>
                    <a:pt x="210" y="28"/>
                  </a:lnTo>
                  <a:lnTo>
                    <a:pt x="182" y="42"/>
                  </a:lnTo>
                  <a:lnTo>
                    <a:pt x="161" y="56"/>
                  </a:lnTo>
                  <a:lnTo>
                    <a:pt x="147" y="77"/>
                  </a:lnTo>
                  <a:lnTo>
                    <a:pt x="147" y="91"/>
                  </a:lnTo>
                  <a:lnTo>
                    <a:pt x="147" y="105"/>
                  </a:lnTo>
                  <a:lnTo>
                    <a:pt x="154" y="119"/>
                  </a:lnTo>
                  <a:lnTo>
                    <a:pt x="147" y="148"/>
                  </a:lnTo>
                  <a:lnTo>
                    <a:pt x="147" y="204"/>
                  </a:lnTo>
                  <a:lnTo>
                    <a:pt x="147" y="225"/>
                  </a:lnTo>
                  <a:lnTo>
                    <a:pt x="154" y="232"/>
                  </a:lnTo>
                  <a:lnTo>
                    <a:pt x="161" y="239"/>
                  </a:lnTo>
                  <a:lnTo>
                    <a:pt x="175" y="253"/>
                  </a:lnTo>
                  <a:lnTo>
                    <a:pt x="161" y="288"/>
                  </a:lnTo>
                  <a:lnTo>
                    <a:pt x="154" y="323"/>
                  </a:lnTo>
                  <a:lnTo>
                    <a:pt x="168" y="330"/>
                  </a:lnTo>
                  <a:lnTo>
                    <a:pt x="182" y="330"/>
                  </a:lnTo>
                  <a:lnTo>
                    <a:pt x="189" y="344"/>
                  </a:lnTo>
                  <a:lnTo>
                    <a:pt x="189" y="351"/>
                  </a:lnTo>
                  <a:lnTo>
                    <a:pt x="196" y="358"/>
                  </a:lnTo>
                  <a:lnTo>
                    <a:pt x="196" y="372"/>
                  </a:lnTo>
                  <a:lnTo>
                    <a:pt x="203" y="380"/>
                  </a:lnTo>
                  <a:lnTo>
                    <a:pt x="210" y="387"/>
                  </a:lnTo>
                  <a:lnTo>
                    <a:pt x="217" y="408"/>
                  </a:lnTo>
                  <a:lnTo>
                    <a:pt x="217" y="422"/>
                  </a:lnTo>
                  <a:lnTo>
                    <a:pt x="224" y="429"/>
                  </a:lnTo>
                  <a:lnTo>
                    <a:pt x="238" y="429"/>
                  </a:lnTo>
                  <a:lnTo>
                    <a:pt x="281" y="429"/>
                  </a:lnTo>
                  <a:lnTo>
                    <a:pt x="295" y="429"/>
                  </a:lnTo>
                  <a:lnTo>
                    <a:pt x="302" y="436"/>
                  </a:lnTo>
                  <a:lnTo>
                    <a:pt x="309" y="450"/>
                  </a:lnTo>
                  <a:lnTo>
                    <a:pt x="309" y="457"/>
                  </a:lnTo>
                  <a:lnTo>
                    <a:pt x="309" y="471"/>
                  </a:lnTo>
                  <a:lnTo>
                    <a:pt x="133" y="668"/>
                  </a:lnTo>
                  <a:lnTo>
                    <a:pt x="119" y="689"/>
                  </a:lnTo>
                  <a:lnTo>
                    <a:pt x="119" y="710"/>
                  </a:lnTo>
                  <a:lnTo>
                    <a:pt x="126" y="759"/>
                  </a:lnTo>
                  <a:lnTo>
                    <a:pt x="119" y="879"/>
                  </a:lnTo>
                  <a:lnTo>
                    <a:pt x="105" y="1033"/>
                  </a:lnTo>
                  <a:lnTo>
                    <a:pt x="84" y="1209"/>
                  </a:lnTo>
                  <a:lnTo>
                    <a:pt x="28" y="1209"/>
                  </a:lnTo>
                  <a:lnTo>
                    <a:pt x="0" y="1645"/>
                  </a:lnTo>
                  <a:lnTo>
                    <a:pt x="133" y="1645"/>
                  </a:lnTo>
                  <a:lnTo>
                    <a:pt x="140" y="1659"/>
                  </a:lnTo>
                  <a:lnTo>
                    <a:pt x="147" y="1666"/>
                  </a:lnTo>
                  <a:lnTo>
                    <a:pt x="182" y="1673"/>
                  </a:lnTo>
                  <a:lnTo>
                    <a:pt x="217" y="1673"/>
                  </a:lnTo>
                  <a:lnTo>
                    <a:pt x="224" y="1722"/>
                  </a:lnTo>
                  <a:lnTo>
                    <a:pt x="231" y="1792"/>
                  </a:lnTo>
                  <a:lnTo>
                    <a:pt x="253" y="1975"/>
                  </a:lnTo>
                  <a:lnTo>
                    <a:pt x="267" y="2137"/>
                  </a:lnTo>
                  <a:lnTo>
                    <a:pt x="281" y="2298"/>
                  </a:lnTo>
                  <a:lnTo>
                    <a:pt x="358" y="2298"/>
                  </a:lnTo>
                  <a:lnTo>
                    <a:pt x="379" y="2326"/>
                  </a:lnTo>
                  <a:lnTo>
                    <a:pt x="435" y="2369"/>
                  </a:lnTo>
                  <a:lnTo>
                    <a:pt x="506" y="2439"/>
                  </a:lnTo>
                  <a:lnTo>
                    <a:pt x="513" y="2607"/>
                  </a:lnTo>
                  <a:lnTo>
                    <a:pt x="520" y="2734"/>
                  </a:lnTo>
                  <a:lnTo>
                    <a:pt x="520" y="2811"/>
                  </a:lnTo>
                  <a:lnTo>
                    <a:pt x="506" y="2860"/>
                  </a:lnTo>
                  <a:lnTo>
                    <a:pt x="499" y="2882"/>
                  </a:lnTo>
                  <a:lnTo>
                    <a:pt x="477" y="2938"/>
                  </a:lnTo>
                  <a:lnTo>
                    <a:pt x="449" y="2980"/>
                  </a:lnTo>
                  <a:lnTo>
                    <a:pt x="414" y="3029"/>
                  </a:lnTo>
                  <a:lnTo>
                    <a:pt x="393" y="3036"/>
                  </a:lnTo>
                  <a:lnTo>
                    <a:pt x="344" y="3057"/>
                  </a:lnTo>
                  <a:lnTo>
                    <a:pt x="295" y="3071"/>
                  </a:lnTo>
                  <a:lnTo>
                    <a:pt x="267" y="3085"/>
                  </a:lnTo>
                  <a:lnTo>
                    <a:pt x="260" y="3092"/>
                  </a:lnTo>
                  <a:lnTo>
                    <a:pt x="260" y="3099"/>
                  </a:lnTo>
                  <a:lnTo>
                    <a:pt x="267" y="3106"/>
                  </a:lnTo>
                  <a:lnTo>
                    <a:pt x="288" y="3121"/>
                  </a:lnTo>
                  <a:lnTo>
                    <a:pt x="302" y="3121"/>
                  </a:lnTo>
                  <a:lnTo>
                    <a:pt x="449" y="3135"/>
                  </a:lnTo>
                  <a:lnTo>
                    <a:pt x="485" y="3135"/>
                  </a:lnTo>
                  <a:lnTo>
                    <a:pt x="520" y="3106"/>
                  </a:lnTo>
                  <a:lnTo>
                    <a:pt x="562" y="3071"/>
                  </a:lnTo>
                  <a:lnTo>
                    <a:pt x="597" y="3043"/>
                  </a:lnTo>
                  <a:lnTo>
                    <a:pt x="604" y="3043"/>
                  </a:lnTo>
                  <a:lnTo>
                    <a:pt x="618" y="3043"/>
                  </a:lnTo>
                  <a:lnTo>
                    <a:pt x="625" y="3050"/>
                  </a:lnTo>
                  <a:lnTo>
                    <a:pt x="618" y="3142"/>
                  </a:lnTo>
                  <a:lnTo>
                    <a:pt x="625" y="3142"/>
                  </a:lnTo>
                  <a:lnTo>
                    <a:pt x="639" y="3142"/>
                  </a:lnTo>
                  <a:lnTo>
                    <a:pt x="646" y="3092"/>
                  </a:lnTo>
                  <a:lnTo>
                    <a:pt x="653" y="3050"/>
                  </a:lnTo>
                  <a:lnTo>
                    <a:pt x="667" y="3015"/>
                  </a:lnTo>
                  <a:lnTo>
                    <a:pt x="681" y="2987"/>
                  </a:lnTo>
                  <a:lnTo>
                    <a:pt x="674" y="2966"/>
                  </a:lnTo>
                  <a:lnTo>
                    <a:pt x="660" y="2938"/>
                  </a:lnTo>
                  <a:lnTo>
                    <a:pt x="646" y="2896"/>
                  </a:lnTo>
                  <a:lnTo>
                    <a:pt x="639" y="2839"/>
                  </a:lnTo>
                  <a:lnTo>
                    <a:pt x="639" y="2797"/>
                  </a:lnTo>
                  <a:lnTo>
                    <a:pt x="646" y="2755"/>
                  </a:lnTo>
                  <a:lnTo>
                    <a:pt x="653" y="2713"/>
                  </a:lnTo>
                  <a:lnTo>
                    <a:pt x="674" y="2622"/>
                  </a:lnTo>
                  <a:lnTo>
                    <a:pt x="681" y="2558"/>
                  </a:lnTo>
                  <a:lnTo>
                    <a:pt x="738" y="2593"/>
                  </a:lnTo>
                  <a:lnTo>
                    <a:pt x="794" y="2629"/>
                  </a:lnTo>
                  <a:lnTo>
                    <a:pt x="850" y="2685"/>
                  </a:lnTo>
                  <a:lnTo>
                    <a:pt x="927" y="2783"/>
                  </a:lnTo>
                  <a:lnTo>
                    <a:pt x="941" y="2790"/>
                  </a:lnTo>
                  <a:lnTo>
                    <a:pt x="955" y="2811"/>
                  </a:lnTo>
                  <a:lnTo>
                    <a:pt x="969" y="2860"/>
                  </a:lnTo>
                  <a:lnTo>
                    <a:pt x="977" y="2938"/>
                  </a:lnTo>
                  <a:lnTo>
                    <a:pt x="977" y="2994"/>
                  </a:lnTo>
                  <a:lnTo>
                    <a:pt x="984" y="3008"/>
                  </a:lnTo>
                  <a:lnTo>
                    <a:pt x="998" y="3008"/>
                  </a:lnTo>
                  <a:lnTo>
                    <a:pt x="998" y="3001"/>
                  </a:lnTo>
                  <a:lnTo>
                    <a:pt x="1026" y="2959"/>
                  </a:lnTo>
                  <a:lnTo>
                    <a:pt x="1061" y="2896"/>
                  </a:lnTo>
                  <a:lnTo>
                    <a:pt x="1068" y="2868"/>
                  </a:lnTo>
                  <a:lnTo>
                    <a:pt x="1075" y="2832"/>
                  </a:lnTo>
                  <a:lnTo>
                    <a:pt x="1061" y="2790"/>
                  </a:lnTo>
                  <a:lnTo>
                    <a:pt x="1040" y="2748"/>
                  </a:lnTo>
                  <a:lnTo>
                    <a:pt x="1012" y="2699"/>
                  </a:lnTo>
                  <a:lnTo>
                    <a:pt x="998" y="2657"/>
                  </a:lnTo>
                  <a:lnTo>
                    <a:pt x="998" y="2614"/>
                  </a:lnTo>
                  <a:lnTo>
                    <a:pt x="1089" y="2643"/>
                  </a:lnTo>
                  <a:close/>
                  <a:moveTo>
                    <a:pt x="632" y="1075"/>
                  </a:moveTo>
                  <a:lnTo>
                    <a:pt x="632" y="1075"/>
                  </a:lnTo>
                  <a:lnTo>
                    <a:pt x="646" y="1040"/>
                  </a:lnTo>
                  <a:lnTo>
                    <a:pt x="660" y="1012"/>
                  </a:lnTo>
                  <a:lnTo>
                    <a:pt x="667" y="1012"/>
                  </a:lnTo>
                  <a:lnTo>
                    <a:pt x="674" y="1033"/>
                  </a:lnTo>
                  <a:lnTo>
                    <a:pt x="688" y="1068"/>
                  </a:lnTo>
                  <a:lnTo>
                    <a:pt x="702" y="1146"/>
                  </a:lnTo>
                  <a:lnTo>
                    <a:pt x="702" y="1188"/>
                  </a:lnTo>
                  <a:lnTo>
                    <a:pt x="667" y="1132"/>
                  </a:lnTo>
                  <a:lnTo>
                    <a:pt x="632" y="10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5" name="Freeform 6796"/>
            <p:cNvSpPr>
              <a:spLocks/>
            </p:cNvSpPr>
            <p:nvPr/>
          </p:nvSpPr>
          <p:spPr bwMode="auto">
            <a:xfrm>
              <a:off x="4411663" y="1524001"/>
              <a:ext cx="492125" cy="457200"/>
            </a:xfrm>
            <a:custGeom>
              <a:avLst/>
              <a:gdLst>
                <a:gd name="T0" fmla="*/ 296 w 310"/>
                <a:gd name="T1" fmla="*/ 56 h 288"/>
                <a:gd name="T2" fmla="*/ 296 w 310"/>
                <a:gd name="T3" fmla="*/ 56 h 288"/>
                <a:gd name="T4" fmla="*/ 267 w 310"/>
                <a:gd name="T5" fmla="*/ 63 h 288"/>
                <a:gd name="T6" fmla="*/ 225 w 310"/>
                <a:gd name="T7" fmla="*/ 63 h 288"/>
                <a:gd name="T8" fmla="*/ 225 w 310"/>
                <a:gd name="T9" fmla="*/ 63 h 288"/>
                <a:gd name="T10" fmla="*/ 211 w 310"/>
                <a:gd name="T11" fmla="*/ 77 h 288"/>
                <a:gd name="T12" fmla="*/ 190 w 310"/>
                <a:gd name="T13" fmla="*/ 98 h 288"/>
                <a:gd name="T14" fmla="*/ 141 w 310"/>
                <a:gd name="T15" fmla="*/ 161 h 288"/>
                <a:gd name="T16" fmla="*/ 92 w 310"/>
                <a:gd name="T17" fmla="*/ 239 h 288"/>
                <a:gd name="T18" fmla="*/ 64 w 310"/>
                <a:gd name="T19" fmla="*/ 288 h 288"/>
                <a:gd name="T20" fmla="*/ 64 w 310"/>
                <a:gd name="T21" fmla="*/ 288 h 288"/>
                <a:gd name="T22" fmla="*/ 64 w 310"/>
                <a:gd name="T23" fmla="*/ 288 h 288"/>
                <a:gd name="T24" fmla="*/ 64 w 310"/>
                <a:gd name="T25" fmla="*/ 281 h 288"/>
                <a:gd name="T26" fmla="*/ 64 w 310"/>
                <a:gd name="T27" fmla="*/ 239 h 288"/>
                <a:gd name="T28" fmla="*/ 64 w 310"/>
                <a:gd name="T29" fmla="*/ 190 h 288"/>
                <a:gd name="T30" fmla="*/ 57 w 310"/>
                <a:gd name="T31" fmla="*/ 161 h 288"/>
                <a:gd name="T32" fmla="*/ 57 w 310"/>
                <a:gd name="T33" fmla="*/ 161 h 288"/>
                <a:gd name="T34" fmla="*/ 36 w 310"/>
                <a:gd name="T35" fmla="*/ 147 h 288"/>
                <a:gd name="T36" fmla="*/ 7 w 310"/>
                <a:gd name="T37" fmla="*/ 133 h 288"/>
                <a:gd name="T38" fmla="*/ 7 w 310"/>
                <a:gd name="T39" fmla="*/ 133 h 288"/>
                <a:gd name="T40" fmla="*/ 0 w 310"/>
                <a:gd name="T41" fmla="*/ 126 h 288"/>
                <a:gd name="T42" fmla="*/ 7 w 310"/>
                <a:gd name="T43" fmla="*/ 119 h 288"/>
                <a:gd name="T44" fmla="*/ 14 w 310"/>
                <a:gd name="T45" fmla="*/ 105 h 288"/>
                <a:gd name="T46" fmla="*/ 14 w 310"/>
                <a:gd name="T47" fmla="*/ 105 h 288"/>
                <a:gd name="T48" fmla="*/ 99 w 310"/>
                <a:gd name="T49" fmla="*/ 28 h 288"/>
                <a:gd name="T50" fmla="*/ 99 w 310"/>
                <a:gd name="T51" fmla="*/ 35 h 288"/>
                <a:gd name="T52" fmla="*/ 99 w 310"/>
                <a:gd name="T53" fmla="*/ 35 h 288"/>
                <a:gd name="T54" fmla="*/ 99 w 310"/>
                <a:gd name="T55" fmla="*/ 140 h 288"/>
                <a:gd name="T56" fmla="*/ 99 w 310"/>
                <a:gd name="T57" fmla="*/ 175 h 288"/>
                <a:gd name="T58" fmla="*/ 99 w 310"/>
                <a:gd name="T59" fmla="*/ 175 h 288"/>
                <a:gd name="T60" fmla="*/ 127 w 310"/>
                <a:gd name="T61" fmla="*/ 126 h 288"/>
                <a:gd name="T62" fmla="*/ 155 w 310"/>
                <a:gd name="T63" fmla="*/ 63 h 288"/>
                <a:gd name="T64" fmla="*/ 155 w 310"/>
                <a:gd name="T65" fmla="*/ 63 h 288"/>
                <a:gd name="T66" fmla="*/ 176 w 310"/>
                <a:gd name="T67" fmla="*/ 35 h 288"/>
                <a:gd name="T68" fmla="*/ 190 w 310"/>
                <a:gd name="T69" fmla="*/ 21 h 288"/>
                <a:gd name="T70" fmla="*/ 310 w 310"/>
                <a:gd name="T71" fmla="*/ 0 h 288"/>
                <a:gd name="T72" fmla="*/ 310 w 310"/>
                <a:gd name="T73" fmla="*/ 0 h 288"/>
                <a:gd name="T74" fmla="*/ 303 w 310"/>
                <a:gd name="T75" fmla="*/ 28 h 288"/>
                <a:gd name="T76" fmla="*/ 303 w 310"/>
                <a:gd name="T77" fmla="*/ 49 h 288"/>
                <a:gd name="T78" fmla="*/ 296 w 310"/>
                <a:gd name="T79" fmla="*/ 56 h 288"/>
                <a:gd name="T80" fmla="*/ 296 w 310"/>
                <a:gd name="T81" fmla="*/ 56 h 28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10"/>
                <a:gd name="T124" fmla="*/ 0 h 288"/>
                <a:gd name="T125" fmla="*/ 310 w 310"/>
                <a:gd name="T126" fmla="*/ 288 h 28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10" h="288">
                  <a:moveTo>
                    <a:pt x="296" y="56"/>
                  </a:moveTo>
                  <a:lnTo>
                    <a:pt x="296" y="56"/>
                  </a:lnTo>
                  <a:lnTo>
                    <a:pt x="267" y="63"/>
                  </a:lnTo>
                  <a:lnTo>
                    <a:pt x="225" y="63"/>
                  </a:lnTo>
                  <a:lnTo>
                    <a:pt x="211" y="77"/>
                  </a:lnTo>
                  <a:lnTo>
                    <a:pt x="190" y="98"/>
                  </a:lnTo>
                  <a:lnTo>
                    <a:pt x="141" y="161"/>
                  </a:lnTo>
                  <a:lnTo>
                    <a:pt x="92" y="239"/>
                  </a:lnTo>
                  <a:lnTo>
                    <a:pt x="64" y="288"/>
                  </a:lnTo>
                  <a:lnTo>
                    <a:pt x="64" y="281"/>
                  </a:lnTo>
                  <a:lnTo>
                    <a:pt x="64" y="239"/>
                  </a:lnTo>
                  <a:lnTo>
                    <a:pt x="64" y="190"/>
                  </a:lnTo>
                  <a:lnTo>
                    <a:pt x="57" y="161"/>
                  </a:lnTo>
                  <a:lnTo>
                    <a:pt x="36" y="147"/>
                  </a:lnTo>
                  <a:lnTo>
                    <a:pt x="7" y="133"/>
                  </a:lnTo>
                  <a:lnTo>
                    <a:pt x="0" y="126"/>
                  </a:lnTo>
                  <a:lnTo>
                    <a:pt x="7" y="119"/>
                  </a:lnTo>
                  <a:lnTo>
                    <a:pt x="14" y="105"/>
                  </a:lnTo>
                  <a:lnTo>
                    <a:pt x="99" y="28"/>
                  </a:lnTo>
                  <a:lnTo>
                    <a:pt x="99" y="35"/>
                  </a:lnTo>
                  <a:lnTo>
                    <a:pt x="99" y="140"/>
                  </a:lnTo>
                  <a:lnTo>
                    <a:pt x="99" y="175"/>
                  </a:lnTo>
                  <a:lnTo>
                    <a:pt x="127" y="126"/>
                  </a:lnTo>
                  <a:lnTo>
                    <a:pt x="155" y="63"/>
                  </a:lnTo>
                  <a:lnTo>
                    <a:pt x="176" y="35"/>
                  </a:lnTo>
                  <a:lnTo>
                    <a:pt x="190" y="21"/>
                  </a:lnTo>
                  <a:lnTo>
                    <a:pt x="310" y="0"/>
                  </a:lnTo>
                  <a:lnTo>
                    <a:pt x="303" y="28"/>
                  </a:lnTo>
                  <a:lnTo>
                    <a:pt x="303" y="49"/>
                  </a:lnTo>
                  <a:lnTo>
                    <a:pt x="296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6" name="Freeform 6797"/>
            <p:cNvSpPr>
              <a:spLocks/>
            </p:cNvSpPr>
            <p:nvPr/>
          </p:nvSpPr>
          <p:spPr bwMode="auto">
            <a:xfrm>
              <a:off x="5327651" y="3052763"/>
              <a:ext cx="200025" cy="111125"/>
            </a:xfrm>
            <a:custGeom>
              <a:avLst/>
              <a:gdLst>
                <a:gd name="T0" fmla="*/ 0 w 126"/>
                <a:gd name="T1" fmla="*/ 21 h 70"/>
                <a:gd name="T2" fmla="*/ 14 w 126"/>
                <a:gd name="T3" fmla="*/ 70 h 70"/>
                <a:gd name="T4" fmla="*/ 126 w 126"/>
                <a:gd name="T5" fmla="*/ 42 h 70"/>
                <a:gd name="T6" fmla="*/ 126 w 126"/>
                <a:gd name="T7" fmla="*/ 42 h 70"/>
                <a:gd name="T8" fmla="*/ 126 w 126"/>
                <a:gd name="T9" fmla="*/ 7 h 70"/>
                <a:gd name="T10" fmla="*/ 126 w 126"/>
                <a:gd name="T11" fmla="*/ 7 h 70"/>
                <a:gd name="T12" fmla="*/ 119 w 126"/>
                <a:gd name="T13" fmla="*/ 7 h 70"/>
                <a:gd name="T14" fmla="*/ 105 w 126"/>
                <a:gd name="T15" fmla="*/ 0 h 70"/>
                <a:gd name="T16" fmla="*/ 63 w 126"/>
                <a:gd name="T17" fmla="*/ 7 h 70"/>
                <a:gd name="T18" fmla="*/ 0 w 126"/>
                <a:gd name="T19" fmla="*/ 21 h 70"/>
                <a:gd name="T20" fmla="*/ 0 w 126"/>
                <a:gd name="T21" fmla="*/ 21 h 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6"/>
                <a:gd name="T34" fmla="*/ 0 h 70"/>
                <a:gd name="T35" fmla="*/ 126 w 126"/>
                <a:gd name="T36" fmla="*/ 70 h 7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6" h="70">
                  <a:moveTo>
                    <a:pt x="0" y="21"/>
                  </a:moveTo>
                  <a:lnTo>
                    <a:pt x="14" y="70"/>
                  </a:lnTo>
                  <a:lnTo>
                    <a:pt x="126" y="42"/>
                  </a:lnTo>
                  <a:lnTo>
                    <a:pt x="126" y="7"/>
                  </a:lnTo>
                  <a:lnTo>
                    <a:pt x="119" y="7"/>
                  </a:lnTo>
                  <a:lnTo>
                    <a:pt x="105" y="0"/>
                  </a:lnTo>
                  <a:lnTo>
                    <a:pt x="63" y="7"/>
                  </a:ln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93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利用团队的力量来化解与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后的冲突</a:t>
            </a:r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96604598"/>
              </p:ext>
            </p:extLst>
          </p:nvPr>
        </p:nvGraphicFramePr>
        <p:xfrm>
          <a:off x="3276600" y="1504950"/>
          <a:ext cx="5314950" cy="3199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0" name="组合 3079"/>
          <p:cNvGrpSpPr>
            <a:grpSpLocks/>
          </p:cNvGrpSpPr>
          <p:nvPr/>
        </p:nvGrpSpPr>
        <p:grpSpPr bwMode="auto">
          <a:xfrm>
            <a:off x="504361" y="2170164"/>
            <a:ext cx="1981200" cy="2089065"/>
            <a:chOff x="1142976" y="928670"/>
            <a:chExt cx="1727593" cy="1821304"/>
          </a:xfrm>
          <a:solidFill>
            <a:schemeClr val="accent1"/>
          </a:solidFill>
        </p:grpSpPr>
        <p:grpSp>
          <p:nvGrpSpPr>
            <p:cNvPr id="21" name="组合 5280"/>
            <p:cNvGrpSpPr>
              <a:grpSpLocks/>
            </p:cNvGrpSpPr>
            <p:nvPr/>
          </p:nvGrpSpPr>
          <p:grpSpPr bwMode="auto">
            <a:xfrm>
              <a:off x="2357422" y="1000108"/>
              <a:ext cx="513147" cy="1698631"/>
              <a:chOff x="6311900" y="2587625"/>
              <a:chExt cx="915988" cy="3032125"/>
            </a:xfrm>
            <a:grpFill/>
          </p:grpSpPr>
          <p:sp>
            <p:nvSpPr>
              <p:cNvPr id="37" name="Freeform 2869"/>
              <p:cNvSpPr>
                <a:spLocks noEditPoints="1"/>
              </p:cNvSpPr>
              <p:nvPr/>
            </p:nvSpPr>
            <p:spPr bwMode="auto">
              <a:xfrm>
                <a:off x="6311900" y="2587625"/>
                <a:ext cx="915988" cy="3032125"/>
              </a:xfrm>
              <a:custGeom>
                <a:avLst/>
                <a:gdLst>
                  <a:gd name="T0" fmla="*/ 515 w 577"/>
                  <a:gd name="T1" fmla="*/ 351 h 1910"/>
                  <a:gd name="T2" fmla="*/ 412 w 577"/>
                  <a:gd name="T3" fmla="*/ 296 h 1910"/>
                  <a:gd name="T4" fmla="*/ 364 w 577"/>
                  <a:gd name="T5" fmla="*/ 265 h 1910"/>
                  <a:gd name="T6" fmla="*/ 347 w 577"/>
                  <a:gd name="T7" fmla="*/ 244 h 1910"/>
                  <a:gd name="T8" fmla="*/ 350 w 577"/>
                  <a:gd name="T9" fmla="*/ 206 h 1910"/>
                  <a:gd name="T10" fmla="*/ 381 w 577"/>
                  <a:gd name="T11" fmla="*/ 138 h 1910"/>
                  <a:gd name="T12" fmla="*/ 378 w 577"/>
                  <a:gd name="T13" fmla="*/ 55 h 1910"/>
                  <a:gd name="T14" fmla="*/ 326 w 577"/>
                  <a:gd name="T15" fmla="*/ 4 h 1910"/>
                  <a:gd name="T16" fmla="*/ 268 w 577"/>
                  <a:gd name="T17" fmla="*/ 7 h 1910"/>
                  <a:gd name="T18" fmla="*/ 227 w 577"/>
                  <a:gd name="T19" fmla="*/ 38 h 1910"/>
                  <a:gd name="T20" fmla="*/ 216 w 577"/>
                  <a:gd name="T21" fmla="*/ 76 h 1910"/>
                  <a:gd name="T22" fmla="*/ 213 w 577"/>
                  <a:gd name="T23" fmla="*/ 114 h 1910"/>
                  <a:gd name="T24" fmla="*/ 209 w 577"/>
                  <a:gd name="T25" fmla="*/ 148 h 1910"/>
                  <a:gd name="T26" fmla="*/ 230 w 577"/>
                  <a:gd name="T27" fmla="*/ 186 h 1910"/>
                  <a:gd name="T28" fmla="*/ 230 w 577"/>
                  <a:gd name="T29" fmla="*/ 237 h 1910"/>
                  <a:gd name="T30" fmla="*/ 199 w 577"/>
                  <a:gd name="T31" fmla="*/ 265 h 1910"/>
                  <a:gd name="T32" fmla="*/ 86 w 577"/>
                  <a:gd name="T33" fmla="*/ 320 h 1910"/>
                  <a:gd name="T34" fmla="*/ 69 w 577"/>
                  <a:gd name="T35" fmla="*/ 334 h 1910"/>
                  <a:gd name="T36" fmla="*/ 38 w 577"/>
                  <a:gd name="T37" fmla="*/ 399 h 1910"/>
                  <a:gd name="T38" fmla="*/ 0 w 577"/>
                  <a:gd name="T39" fmla="*/ 615 h 1910"/>
                  <a:gd name="T40" fmla="*/ 14 w 577"/>
                  <a:gd name="T41" fmla="*/ 687 h 1910"/>
                  <a:gd name="T42" fmla="*/ 72 w 577"/>
                  <a:gd name="T43" fmla="*/ 766 h 1910"/>
                  <a:gd name="T44" fmla="*/ 99 w 577"/>
                  <a:gd name="T45" fmla="*/ 852 h 1910"/>
                  <a:gd name="T46" fmla="*/ 93 w 577"/>
                  <a:gd name="T47" fmla="*/ 997 h 1910"/>
                  <a:gd name="T48" fmla="*/ 103 w 577"/>
                  <a:gd name="T49" fmla="*/ 1103 h 1910"/>
                  <a:gd name="T50" fmla="*/ 96 w 577"/>
                  <a:gd name="T51" fmla="*/ 1526 h 1910"/>
                  <a:gd name="T52" fmla="*/ 93 w 577"/>
                  <a:gd name="T53" fmla="*/ 1673 h 1910"/>
                  <a:gd name="T54" fmla="*/ 110 w 577"/>
                  <a:gd name="T55" fmla="*/ 1800 h 1910"/>
                  <a:gd name="T56" fmla="*/ 65 w 577"/>
                  <a:gd name="T57" fmla="*/ 1876 h 1910"/>
                  <a:gd name="T58" fmla="*/ 96 w 577"/>
                  <a:gd name="T59" fmla="*/ 1900 h 1910"/>
                  <a:gd name="T60" fmla="*/ 148 w 577"/>
                  <a:gd name="T61" fmla="*/ 1893 h 1910"/>
                  <a:gd name="T62" fmla="*/ 216 w 577"/>
                  <a:gd name="T63" fmla="*/ 1838 h 1910"/>
                  <a:gd name="T64" fmla="*/ 233 w 577"/>
                  <a:gd name="T65" fmla="*/ 1804 h 1910"/>
                  <a:gd name="T66" fmla="*/ 240 w 577"/>
                  <a:gd name="T67" fmla="*/ 1739 h 1910"/>
                  <a:gd name="T68" fmla="*/ 247 w 577"/>
                  <a:gd name="T69" fmla="*/ 1265 h 1910"/>
                  <a:gd name="T70" fmla="*/ 268 w 577"/>
                  <a:gd name="T71" fmla="*/ 1076 h 1910"/>
                  <a:gd name="T72" fmla="*/ 271 w 577"/>
                  <a:gd name="T73" fmla="*/ 1065 h 1910"/>
                  <a:gd name="T74" fmla="*/ 306 w 577"/>
                  <a:gd name="T75" fmla="*/ 1275 h 1910"/>
                  <a:gd name="T76" fmla="*/ 309 w 577"/>
                  <a:gd name="T77" fmla="*/ 1584 h 1910"/>
                  <a:gd name="T78" fmla="*/ 306 w 577"/>
                  <a:gd name="T79" fmla="*/ 1818 h 1910"/>
                  <a:gd name="T80" fmla="*/ 326 w 577"/>
                  <a:gd name="T81" fmla="*/ 1831 h 1910"/>
                  <a:gd name="T82" fmla="*/ 323 w 577"/>
                  <a:gd name="T83" fmla="*/ 1866 h 1910"/>
                  <a:gd name="T84" fmla="*/ 340 w 577"/>
                  <a:gd name="T85" fmla="*/ 1903 h 1910"/>
                  <a:gd name="T86" fmla="*/ 395 w 577"/>
                  <a:gd name="T87" fmla="*/ 1910 h 1910"/>
                  <a:gd name="T88" fmla="*/ 426 w 577"/>
                  <a:gd name="T89" fmla="*/ 1873 h 1910"/>
                  <a:gd name="T90" fmla="*/ 409 w 577"/>
                  <a:gd name="T91" fmla="*/ 1811 h 1910"/>
                  <a:gd name="T92" fmla="*/ 422 w 577"/>
                  <a:gd name="T93" fmla="*/ 1581 h 1910"/>
                  <a:gd name="T94" fmla="*/ 433 w 577"/>
                  <a:gd name="T95" fmla="*/ 1282 h 1910"/>
                  <a:gd name="T96" fmla="*/ 457 w 577"/>
                  <a:gd name="T97" fmla="*/ 1000 h 1910"/>
                  <a:gd name="T98" fmla="*/ 474 w 577"/>
                  <a:gd name="T99" fmla="*/ 962 h 1910"/>
                  <a:gd name="T100" fmla="*/ 508 w 577"/>
                  <a:gd name="T101" fmla="*/ 825 h 1910"/>
                  <a:gd name="T102" fmla="*/ 577 w 577"/>
                  <a:gd name="T103" fmla="*/ 632 h 1910"/>
                  <a:gd name="T104" fmla="*/ 556 w 577"/>
                  <a:gd name="T105" fmla="*/ 502 h 1910"/>
                  <a:gd name="T106" fmla="*/ 117 w 577"/>
                  <a:gd name="T107" fmla="*/ 653 h 1910"/>
                  <a:gd name="T108" fmla="*/ 103 w 577"/>
                  <a:gd name="T109" fmla="*/ 619 h 1910"/>
                  <a:gd name="T110" fmla="*/ 117 w 577"/>
                  <a:gd name="T111" fmla="*/ 615 h 1910"/>
                  <a:gd name="T112" fmla="*/ 470 w 577"/>
                  <a:gd name="T113" fmla="*/ 646 h 1910"/>
                  <a:gd name="T114" fmla="*/ 457 w 577"/>
                  <a:gd name="T115" fmla="*/ 622 h 1910"/>
                  <a:gd name="T116" fmla="*/ 470 w 577"/>
                  <a:gd name="T117" fmla="*/ 646 h 191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77"/>
                  <a:gd name="T178" fmla="*/ 0 h 1910"/>
                  <a:gd name="T179" fmla="*/ 577 w 577"/>
                  <a:gd name="T180" fmla="*/ 1910 h 1910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77" h="1910">
                    <a:moveTo>
                      <a:pt x="529" y="382"/>
                    </a:moveTo>
                    <a:lnTo>
                      <a:pt x="529" y="382"/>
                    </a:lnTo>
                    <a:lnTo>
                      <a:pt x="522" y="361"/>
                    </a:lnTo>
                    <a:lnTo>
                      <a:pt x="515" y="351"/>
                    </a:lnTo>
                    <a:lnTo>
                      <a:pt x="505" y="340"/>
                    </a:lnTo>
                    <a:lnTo>
                      <a:pt x="491" y="330"/>
                    </a:lnTo>
                    <a:lnTo>
                      <a:pt x="470" y="320"/>
                    </a:lnTo>
                    <a:lnTo>
                      <a:pt x="412" y="296"/>
                    </a:lnTo>
                    <a:lnTo>
                      <a:pt x="385" y="282"/>
                    </a:lnTo>
                    <a:lnTo>
                      <a:pt x="374" y="272"/>
                    </a:lnTo>
                    <a:lnTo>
                      <a:pt x="364" y="265"/>
                    </a:lnTo>
                    <a:lnTo>
                      <a:pt x="360" y="258"/>
                    </a:lnTo>
                    <a:lnTo>
                      <a:pt x="347" y="244"/>
                    </a:lnTo>
                    <a:lnTo>
                      <a:pt x="340" y="234"/>
                    </a:lnTo>
                    <a:lnTo>
                      <a:pt x="340" y="224"/>
                    </a:lnTo>
                    <a:lnTo>
                      <a:pt x="343" y="213"/>
                    </a:lnTo>
                    <a:lnTo>
                      <a:pt x="350" y="206"/>
                    </a:lnTo>
                    <a:lnTo>
                      <a:pt x="364" y="193"/>
                    </a:lnTo>
                    <a:lnTo>
                      <a:pt x="374" y="165"/>
                    </a:lnTo>
                    <a:lnTo>
                      <a:pt x="381" y="138"/>
                    </a:lnTo>
                    <a:lnTo>
                      <a:pt x="385" y="107"/>
                    </a:lnTo>
                    <a:lnTo>
                      <a:pt x="381" y="72"/>
                    </a:lnTo>
                    <a:lnTo>
                      <a:pt x="378" y="55"/>
                    </a:lnTo>
                    <a:lnTo>
                      <a:pt x="371" y="38"/>
                    </a:lnTo>
                    <a:lnTo>
                      <a:pt x="360" y="24"/>
                    </a:lnTo>
                    <a:lnTo>
                      <a:pt x="347" y="11"/>
                    </a:lnTo>
                    <a:lnTo>
                      <a:pt x="326" y="4"/>
                    </a:lnTo>
                    <a:lnTo>
                      <a:pt x="299" y="0"/>
                    </a:lnTo>
                    <a:lnTo>
                      <a:pt x="281" y="0"/>
                    </a:lnTo>
                    <a:lnTo>
                      <a:pt x="268" y="7"/>
                    </a:lnTo>
                    <a:lnTo>
                      <a:pt x="254" y="11"/>
                    </a:lnTo>
                    <a:lnTo>
                      <a:pt x="244" y="21"/>
                    </a:lnTo>
                    <a:lnTo>
                      <a:pt x="233" y="28"/>
                    </a:lnTo>
                    <a:lnTo>
                      <a:pt x="227" y="38"/>
                    </a:lnTo>
                    <a:lnTo>
                      <a:pt x="220" y="48"/>
                    </a:lnTo>
                    <a:lnTo>
                      <a:pt x="216" y="59"/>
                    </a:lnTo>
                    <a:lnTo>
                      <a:pt x="216" y="76"/>
                    </a:lnTo>
                    <a:lnTo>
                      <a:pt x="216" y="97"/>
                    </a:lnTo>
                    <a:lnTo>
                      <a:pt x="216" y="107"/>
                    </a:lnTo>
                    <a:lnTo>
                      <a:pt x="213" y="114"/>
                    </a:lnTo>
                    <a:lnTo>
                      <a:pt x="209" y="124"/>
                    </a:lnTo>
                    <a:lnTo>
                      <a:pt x="209" y="134"/>
                    </a:lnTo>
                    <a:lnTo>
                      <a:pt x="209" y="148"/>
                    </a:lnTo>
                    <a:lnTo>
                      <a:pt x="216" y="162"/>
                    </a:lnTo>
                    <a:lnTo>
                      <a:pt x="223" y="176"/>
                    </a:lnTo>
                    <a:lnTo>
                      <a:pt x="230" y="186"/>
                    </a:lnTo>
                    <a:lnTo>
                      <a:pt x="233" y="206"/>
                    </a:lnTo>
                    <a:lnTo>
                      <a:pt x="233" y="227"/>
                    </a:lnTo>
                    <a:lnTo>
                      <a:pt x="230" y="237"/>
                    </a:lnTo>
                    <a:lnTo>
                      <a:pt x="223" y="241"/>
                    </a:lnTo>
                    <a:lnTo>
                      <a:pt x="216" y="248"/>
                    </a:lnTo>
                    <a:lnTo>
                      <a:pt x="199" y="265"/>
                    </a:lnTo>
                    <a:lnTo>
                      <a:pt x="175" y="279"/>
                    </a:lnTo>
                    <a:lnTo>
                      <a:pt x="134" y="299"/>
                    </a:lnTo>
                    <a:lnTo>
                      <a:pt x="86" y="320"/>
                    </a:lnTo>
                    <a:lnTo>
                      <a:pt x="75" y="330"/>
                    </a:lnTo>
                    <a:lnTo>
                      <a:pt x="69" y="334"/>
                    </a:lnTo>
                    <a:lnTo>
                      <a:pt x="62" y="344"/>
                    </a:lnTo>
                    <a:lnTo>
                      <a:pt x="48" y="368"/>
                    </a:lnTo>
                    <a:lnTo>
                      <a:pt x="38" y="399"/>
                    </a:lnTo>
                    <a:lnTo>
                      <a:pt x="27" y="437"/>
                    </a:lnTo>
                    <a:lnTo>
                      <a:pt x="20" y="474"/>
                    </a:lnTo>
                    <a:lnTo>
                      <a:pt x="7" y="553"/>
                    </a:lnTo>
                    <a:lnTo>
                      <a:pt x="0" y="615"/>
                    </a:lnTo>
                    <a:lnTo>
                      <a:pt x="0" y="646"/>
                    </a:lnTo>
                    <a:lnTo>
                      <a:pt x="3" y="667"/>
                    </a:lnTo>
                    <a:lnTo>
                      <a:pt x="14" y="687"/>
                    </a:lnTo>
                    <a:lnTo>
                      <a:pt x="24" y="705"/>
                    </a:lnTo>
                    <a:lnTo>
                      <a:pt x="48" y="735"/>
                    </a:lnTo>
                    <a:lnTo>
                      <a:pt x="72" y="766"/>
                    </a:lnTo>
                    <a:lnTo>
                      <a:pt x="82" y="787"/>
                    </a:lnTo>
                    <a:lnTo>
                      <a:pt x="89" y="808"/>
                    </a:lnTo>
                    <a:lnTo>
                      <a:pt x="99" y="852"/>
                    </a:lnTo>
                    <a:lnTo>
                      <a:pt x="93" y="911"/>
                    </a:lnTo>
                    <a:lnTo>
                      <a:pt x="89" y="983"/>
                    </a:lnTo>
                    <a:lnTo>
                      <a:pt x="93" y="997"/>
                    </a:lnTo>
                    <a:lnTo>
                      <a:pt x="96" y="1000"/>
                    </a:lnTo>
                    <a:lnTo>
                      <a:pt x="99" y="1003"/>
                    </a:lnTo>
                    <a:lnTo>
                      <a:pt x="103" y="1103"/>
                    </a:lnTo>
                    <a:lnTo>
                      <a:pt x="106" y="1309"/>
                    </a:lnTo>
                    <a:lnTo>
                      <a:pt x="103" y="1419"/>
                    </a:lnTo>
                    <a:lnTo>
                      <a:pt x="96" y="1526"/>
                    </a:lnTo>
                    <a:lnTo>
                      <a:pt x="93" y="1615"/>
                    </a:lnTo>
                    <a:lnTo>
                      <a:pt x="93" y="1649"/>
                    </a:lnTo>
                    <a:lnTo>
                      <a:pt x="93" y="1673"/>
                    </a:lnTo>
                    <a:lnTo>
                      <a:pt x="106" y="1749"/>
                    </a:lnTo>
                    <a:lnTo>
                      <a:pt x="110" y="1780"/>
                    </a:lnTo>
                    <a:lnTo>
                      <a:pt x="110" y="1800"/>
                    </a:lnTo>
                    <a:lnTo>
                      <a:pt x="103" y="1818"/>
                    </a:lnTo>
                    <a:lnTo>
                      <a:pt x="86" y="1845"/>
                    </a:lnTo>
                    <a:lnTo>
                      <a:pt x="69" y="1869"/>
                    </a:lnTo>
                    <a:lnTo>
                      <a:pt x="65" y="1876"/>
                    </a:lnTo>
                    <a:lnTo>
                      <a:pt x="65" y="1883"/>
                    </a:lnTo>
                    <a:lnTo>
                      <a:pt x="75" y="1890"/>
                    </a:lnTo>
                    <a:lnTo>
                      <a:pt x="96" y="1900"/>
                    </a:lnTo>
                    <a:lnTo>
                      <a:pt x="110" y="1903"/>
                    </a:lnTo>
                    <a:lnTo>
                      <a:pt x="123" y="1903"/>
                    </a:lnTo>
                    <a:lnTo>
                      <a:pt x="134" y="1900"/>
                    </a:lnTo>
                    <a:lnTo>
                      <a:pt x="148" y="1893"/>
                    </a:lnTo>
                    <a:lnTo>
                      <a:pt x="189" y="1859"/>
                    </a:lnTo>
                    <a:lnTo>
                      <a:pt x="216" y="1838"/>
                    </a:lnTo>
                    <a:lnTo>
                      <a:pt x="227" y="1831"/>
                    </a:lnTo>
                    <a:lnTo>
                      <a:pt x="230" y="1824"/>
                    </a:lnTo>
                    <a:lnTo>
                      <a:pt x="233" y="1814"/>
                    </a:lnTo>
                    <a:lnTo>
                      <a:pt x="233" y="1804"/>
                    </a:lnTo>
                    <a:lnTo>
                      <a:pt x="237" y="1773"/>
                    </a:lnTo>
                    <a:lnTo>
                      <a:pt x="240" y="1739"/>
                    </a:lnTo>
                    <a:lnTo>
                      <a:pt x="240" y="1519"/>
                    </a:lnTo>
                    <a:lnTo>
                      <a:pt x="240" y="1364"/>
                    </a:lnTo>
                    <a:lnTo>
                      <a:pt x="244" y="1302"/>
                    </a:lnTo>
                    <a:lnTo>
                      <a:pt x="247" y="1265"/>
                    </a:lnTo>
                    <a:lnTo>
                      <a:pt x="254" y="1199"/>
                    </a:lnTo>
                    <a:lnTo>
                      <a:pt x="261" y="1127"/>
                    </a:lnTo>
                    <a:lnTo>
                      <a:pt x="268" y="1076"/>
                    </a:lnTo>
                    <a:lnTo>
                      <a:pt x="271" y="1065"/>
                    </a:lnTo>
                    <a:lnTo>
                      <a:pt x="271" y="1062"/>
                    </a:lnTo>
                    <a:lnTo>
                      <a:pt x="271" y="1065"/>
                    </a:lnTo>
                    <a:lnTo>
                      <a:pt x="281" y="1103"/>
                    </a:lnTo>
                    <a:lnTo>
                      <a:pt x="288" y="1165"/>
                    </a:lnTo>
                    <a:lnTo>
                      <a:pt x="306" y="1275"/>
                    </a:lnTo>
                    <a:lnTo>
                      <a:pt x="309" y="1330"/>
                    </a:lnTo>
                    <a:lnTo>
                      <a:pt x="309" y="1412"/>
                    </a:lnTo>
                    <a:lnTo>
                      <a:pt x="309" y="1584"/>
                    </a:lnTo>
                    <a:lnTo>
                      <a:pt x="309" y="1690"/>
                    </a:lnTo>
                    <a:lnTo>
                      <a:pt x="309" y="1769"/>
                    </a:lnTo>
                    <a:lnTo>
                      <a:pt x="306" y="1818"/>
                    </a:lnTo>
                    <a:lnTo>
                      <a:pt x="306" y="1828"/>
                    </a:lnTo>
                    <a:lnTo>
                      <a:pt x="312" y="1831"/>
                    </a:lnTo>
                    <a:lnTo>
                      <a:pt x="326" y="1831"/>
                    </a:lnTo>
                    <a:lnTo>
                      <a:pt x="326" y="1835"/>
                    </a:lnTo>
                    <a:lnTo>
                      <a:pt x="326" y="1848"/>
                    </a:lnTo>
                    <a:lnTo>
                      <a:pt x="323" y="1866"/>
                    </a:lnTo>
                    <a:lnTo>
                      <a:pt x="323" y="1876"/>
                    </a:lnTo>
                    <a:lnTo>
                      <a:pt x="323" y="1886"/>
                    </a:lnTo>
                    <a:lnTo>
                      <a:pt x="330" y="1897"/>
                    </a:lnTo>
                    <a:lnTo>
                      <a:pt x="340" y="1903"/>
                    </a:lnTo>
                    <a:lnTo>
                      <a:pt x="357" y="1910"/>
                    </a:lnTo>
                    <a:lnTo>
                      <a:pt x="385" y="1910"/>
                    </a:lnTo>
                    <a:lnTo>
                      <a:pt x="395" y="1910"/>
                    </a:lnTo>
                    <a:lnTo>
                      <a:pt x="409" y="1907"/>
                    </a:lnTo>
                    <a:lnTo>
                      <a:pt x="419" y="1900"/>
                    </a:lnTo>
                    <a:lnTo>
                      <a:pt x="426" y="1890"/>
                    </a:lnTo>
                    <a:lnTo>
                      <a:pt x="426" y="1873"/>
                    </a:lnTo>
                    <a:lnTo>
                      <a:pt x="422" y="1848"/>
                    </a:lnTo>
                    <a:lnTo>
                      <a:pt x="405" y="1814"/>
                    </a:lnTo>
                    <a:lnTo>
                      <a:pt x="409" y="1811"/>
                    </a:lnTo>
                    <a:lnTo>
                      <a:pt x="412" y="1800"/>
                    </a:lnTo>
                    <a:lnTo>
                      <a:pt x="412" y="1790"/>
                    </a:lnTo>
                    <a:lnTo>
                      <a:pt x="422" y="1581"/>
                    </a:lnTo>
                    <a:lnTo>
                      <a:pt x="429" y="1440"/>
                    </a:lnTo>
                    <a:lnTo>
                      <a:pt x="429" y="1354"/>
                    </a:lnTo>
                    <a:lnTo>
                      <a:pt x="433" y="1282"/>
                    </a:lnTo>
                    <a:lnTo>
                      <a:pt x="436" y="1168"/>
                    </a:lnTo>
                    <a:lnTo>
                      <a:pt x="446" y="1058"/>
                    </a:lnTo>
                    <a:lnTo>
                      <a:pt x="450" y="1021"/>
                    </a:lnTo>
                    <a:lnTo>
                      <a:pt x="457" y="1000"/>
                    </a:lnTo>
                    <a:lnTo>
                      <a:pt x="470" y="983"/>
                    </a:lnTo>
                    <a:lnTo>
                      <a:pt x="474" y="976"/>
                    </a:lnTo>
                    <a:lnTo>
                      <a:pt x="474" y="962"/>
                    </a:lnTo>
                    <a:lnTo>
                      <a:pt x="470" y="918"/>
                    </a:lnTo>
                    <a:lnTo>
                      <a:pt x="508" y="825"/>
                    </a:lnTo>
                    <a:lnTo>
                      <a:pt x="553" y="711"/>
                    </a:lnTo>
                    <a:lnTo>
                      <a:pt x="570" y="667"/>
                    </a:lnTo>
                    <a:lnTo>
                      <a:pt x="577" y="632"/>
                    </a:lnTo>
                    <a:lnTo>
                      <a:pt x="577" y="612"/>
                    </a:lnTo>
                    <a:lnTo>
                      <a:pt x="570" y="581"/>
                    </a:lnTo>
                    <a:lnTo>
                      <a:pt x="556" y="502"/>
                    </a:lnTo>
                    <a:lnTo>
                      <a:pt x="529" y="382"/>
                    </a:lnTo>
                    <a:close/>
                    <a:moveTo>
                      <a:pt x="117" y="653"/>
                    </a:moveTo>
                    <a:lnTo>
                      <a:pt x="117" y="653"/>
                    </a:lnTo>
                    <a:lnTo>
                      <a:pt x="106" y="643"/>
                    </a:lnTo>
                    <a:lnTo>
                      <a:pt x="103" y="629"/>
                    </a:lnTo>
                    <a:lnTo>
                      <a:pt x="103" y="619"/>
                    </a:lnTo>
                    <a:lnTo>
                      <a:pt x="106" y="605"/>
                    </a:lnTo>
                    <a:lnTo>
                      <a:pt x="120" y="584"/>
                    </a:lnTo>
                    <a:lnTo>
                      <a:pt x="117" y="615"/>
                    </a:lnTo>
                    <a:lnTo>
                      <a:pt x="117" y="653"/>
                    </a:lnTo>
                    <a:close/>
                    <a:moveTo>
                      <a:pt x="470" y="646"/>
                    </a:moveTo>
                    <a:lnTo>
                      <a:pt x="470" y="646"/>
                    </a:lnTo>
                    <a:lnTo>
                      <a:pt x="457" y="677"/>
                    </a:lnTo>
                    <a:lnTo>
                      <a:pt x="457" y="622"/>
                    </a:lnTo>
                    <a:lnTo>
                      <a:pt x="467" y="636"/>
                    </a:lnTo>
                    <a:lnTo>
                      <a:pt x="470" y="643"/>
                    </a:lnTo>
                    <a:lnTo>
                      <a:pt x="470" y="6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8" name="Freeform 2870"/>
              <p:cNvSpPr>
                <a:spLocks/>
              </p:cNvSpPr>
              <p:nvPr/>
            </p:nvSpPr>
            <p:spPr bwMode="auto">
              <a:xfrm>
                <a:off x="6623050" y="2954338"/>
                <a:ext cx="266700" cy="981075"/>
              </a:xfrm>
              <a:custGeom>
                <a:avLst/>
                <a:gdLst>
                  <a:gd name="T0" fmla="*/ 161 w 168"/>
                  <a:gd name="T1" fmla="*/ 13 h 618"/>
                  <a:gd name="T2" fmla="*/ 161 w 168"/>
                  <a:gd name="T3" fmla="*/ 13 h 618"/>
                  <a:gd name="T4" fmla="*/ 168 w 168"/>
                  <a:gd name="T5" fmla="*/ 30 h 618"/>
                  <a:gd name="T6" fmla="*/ 168 w 168"/>
                  <a:gd name="T7" fmla="*/ 30 h 618"/>
                  <a:gd name="T8" fmla="*/ 168 w 168"/>
                  <a:gd name="T9" fmla="*/ 109 h 618"/>
                  <a:gd name="T10" fmla="*/ 164 w 168"/>
                  <a:gd name="T11" fmla="*/ 178 h 618"/>
                  <a:gd name="T12" fmla="*/ 161 w 168"/>
                  <a:gd name="T13" fmla="*/ 209 h 618"/>
                  <a:gd name="T14" fmla="*/ 158 w 168"/>
                  <a:gd name="T15" fmla="*/ 237 h 618"/>
                  <a:gd name="T16" fmla="*/ 158 w 168"/>
                  <a:gd name="T17" fmla="*/ 237 h 618"/>
                  <a:gd name="T18" fmla="*/ 123 w 168"/>
                  <a:gd name="T19" fmla="*/ 395 h 618"/>
                  <a:gd name="T20" fmla="*/ 106 w 168"/>
                  <a:gd name="T21" fmla="*/ 487 h 618"/>
                  <a:gd name="T22" fmla="*/ 96 w 168"/>
                  <a:gd name="T23" fmla="*/ 556 h 618"/>
                  <a:gd name="T24" fmla="*/ 96 w 168"/>
                  <a:gd name="T25" fmla="*/ 556 h 618"/>
                  <a:gd name="T26" fmla="*/ 89 w 168"/>
                  <a:gd name="T27" fmla="*/ 577 h 618"/>
                  <a:gd name="T28" fmla="*/ 85 w 168"/>
                  <a:gd name="T29" fmla="*/ 594 h 618"/>
                  <a:gd name="T30" fmla="*/ 79 w 168"/>
                  <a:gd name="T31" fmla="*/ 604 h 618"/>
                  <a:gd name="T32" fmla="*/ 75 w 168"/>
                  <a:gd name="T33" fmla="*/ 611 h 618"/>
                  <a:gd name="T34" fmla="*/ 65 w 168"/>
                  <a:gd name="T35" fmla="*/ 618 h 618"/>
                  <a:gd name="T36" fmla="*/ 61 w 168"/>
                  <a:gd name="T37" fmla="*/ 618 h 618"/>
                  <a:gd name="T38" fmla="*/ 61 w 168"/>
                  <a:gd name="T39" fmla="*/ 618 h 618"/>
                  <a:gd name="T40" fmla="*/ 48 w 168"/>
                  <a:gd name="T41" fmla="*/ 559 h 618"/>
                  <a:gd name="T42" fmla="*/ 37 w 168"/>
                  <a:gd name="T43" fmla="*/ 508 h 618"/>
                  <a:gd name="T44" fmla="*/ 31 w 168"/>
                  <a:gd name="T45" fmla="*/ 467 h 618"/>
                  <a:gd name="T46" fmla="*/ 31 w 168"/>
                  <a:gd name="T47" fmla="*/ 467 h 618"/>
                  <a:gd name="T48" fmla="*/ 13 w 168"/>
                  <a:gd name="T49" fmla="*/ 292 h 618"/>
                  <a:gd name="T50" fmla="*/ 3 w 168"/>
                  <a:gd name="T51" fmla="*/ 192 h 618"/>
                  <a:gd name="T52" fmla="*/ 0 w 168"/>
                  <a:gd name="T53" fmla="*/ 120 h 618"/>
                  <a:gd name="T54" fmla="*/ 0 w 168"/>
                  <a:gd name="T55" fmla="*/ 120 h 618"/>
                  <a:gd name="T56" fmla="*/ 3 w 168"/>
                  <a:gd name="T57" fmla="*/ 48 h 618"/>
                  <a:gd name="T58" fmla="*/ 6 w 168"/>
                  <a:gd name="T59" fmla="*/ 24 h 618"/>
                  <a:gd name="T60" fmla="*/ 6 w 168"/>
                  <a:gd name="T61" fmla="*/ 24 h 618"/>
                  <a:gd name="T62" fmla="*/ 10 w 168"/>
                  <a:gd name="T63" fmla="*/ 24 h 618"/>
                  <a:gd name="T64" fmla="*/ 13 w 168"/>
                  <a:gd name="T65" fmla="*/ 17 h 618"/>
                  <a:gd name="T66" fmla="*/ 13 w 168"/>
                  <a:gd name="T67" fmla="*/ 17 h 618"/>
                  <a:gd name="T68" fmla="*/ 24 w 168"/>
                  <a:gd name="T69" fmla="*/ 10 h 618"/>
                  <a:gd name="T70" fmla="*/ 27 w 168"/>
                  <a:gd name="T71" fmla="*/ 10 h 618"/>
                  <a:gd name="T72" fmla="*/ 27 w 168"/>
                  <a:gd name="T73" fmla="*/ 10 h 618"/>
                  <a:gd name="T74" fmla="*/ 44 w 168"/>
                  <a:gd name="T75" fmla="*/ 34 h 618"/>
                  <a:gd name="T76" fmla="*/ 61 w 168"/>
                  <a:gd name="T77" fmla="*/ 54 h 618"/>
                  <a:gd name="T78" fmla="*/ 72 w 168"/>
                  <a:gd name="T79" fmla="*/ 61 h 618"/>
                  <a:gd name="T80" fmla="*/ 82 w 168"/>
                  <a:gd name="T81" fmla="*/ 65 h 618"/>
                  <a:gd name="T82" fmla="*/ 82 w 168"/>
                  <a:gd name="T83" fmla="*/ 65 h 618"/>
                  <a:gd name="T84" fmla="*/ 89 w 168"/>
                  <a:gd name="T85" fmla="*/ 65 h 618"/>
                  <a:gd name="T86" fmla="*/ 99 w 168"/>
                  <a:gd name="T87" fmla="*/ 58 h 618"/>
                  <a:gd name="T88" fmla="*/ 123 w 168"/>
                  <a:gd name="T89" fmla="*/ 41 h 618"/>
                  <a:gd name="T90" fmla="*/ 140 w 168"/>
                  <a:gd name="T91" fmla="*/ 17 h 618"/>
                  <a:gd name="T92" fmla="*/ 147 w 168"/>
                  <a:gd name="T93" fmla="*/ 6 h 618"/>
                  <a:gd name="T94" fmla="*/ 151 w 168"/>
                  <a:gd name="T95" fmla="*/ 0 h 618"/>
                  <a:gd name="T96" fmla="*/ 151 w 168"/>
                  <a:gd name="T97" fmla="*/ 0 h 618"/>
                  <a:gd name="T98" fmla="*/ 154 w 168"/>
                  <a:gd name="T99" fmla="*/ 3 h 618"/>
                  <a:gd name="T100" fmla="*/ 161 w 168"/>
                  <a:gd name="T101" fmla="*/ 13 h 618"/>
                  <a:gd name="T102" fmla="*/ 161 w 168"/>
                  <a:gd name="T103" fmla="*/ 13 h 61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68"/>
                  <a:gd name="T157" fmla="*/ 0 h 618"/>
                  <a:gd name="T158" fmla="*/ 168 w 168"/>
                  <a:gd name="T159" fmla="*/ 618 h 618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68" h="618">
                    <a:moveTo>
                      <a:pt x="161" y="13"/>
                    </a:moveTo>
                    <a:lnTo>
                      <a:pt x="161" y="13"/>
                    </a:lnTo>
                    <a:lnTo>
                      <a:pt x="168" y="30"/>
                    </a:lnTo>
                    <a:lnTo>
                      <a:pt x="168" y="109"/>
                    </a:lnTo>
                    <a:lnTo>
                      <a:pt x="164" y="178"/>
                    </a:lnTo>
                    <a:lnTo>
                      <a:pt x="161" y="209"/>
                    </a:lnTo>
                    <a:lnTo>
                      <a:pt x="158" y="237"/>
                    </a:lnTo>
                    <a:lnTo>
                      <a:pt x="123" y="395"/>
                    </a:lnTo>
                    <a:lnTo>
                      <a:pt x="106" y="487"/>
                    </a:lnTo>
                    <a:lnTo>
                      <a:pt x="96" y="556"/>
                    </a:lnTo>
                    <a:lnTo>
                      <a:pt x="89" y="577"/>
                    </a:lnTo>
                    <a:lnTo>
                      <a:pt x="85" y="594"/>
                    </a:lnTo>
                    <a:lnTo>
                      <a:pt x="79" y="604"/>
                    </a:lnTo>
                    <a:lnTo>
                      <a:pt x="75" y="611"/>
                    </a:lnTo>
                    <a:lnTo>
                      <a:pt x="65" y="618"/>
                    </a:lnTo>
                    <a:lnTo>
                      <a:pt x="61" y="618"/>
                    </a:lnTo>
                    <a:lnTo>
                      <a:pt x="48" y="559"/>
                    </a:lnTo>
                    <a:lnTo>
                      <a:pt x="37" y="508"/>
                    </a:lnTo>
                    <a:lnTo>
                      <a:pt x="31" y="467"/>
                    </a:lnTo>
                    <a:lnTo>
                      <a:pt x="13" y="292"/>
                    </a:lnTo>
                    <a:lnTo>
                      <a:pt x="3" y="192"/>
                    </a:lnTo>
                    <a:lnTo>
                      <a:pt x="0" y="120"/>
                    </a:lnTo>
                    <a:lnTo>
                      <a:pt x="3" y="48"/>
                    </a:lnTo>
                    <a:lnTo>
                      <a:pt x="6" y="24"/>
                    </a:lnTo>
                    <a:lnTo>
                      <a:pt x="10" y="24"/>
                    </a:lnTo>
                    <a:lnTo>
                      <a:pt x="13" y="17"/>
                    </a:lnTo>
                    <a:lnTo>
                      <a:pt x="24" y="10"/>
                    </a:lnTo>
                    <a:lnTo>
                      <a:pt x="27" y="10"/>
                    </a:lnTo>
                    <a:lnTo>
                      <a:pt x="44" y="34"/>
                    </a:lnTo>
                    <a:lnTo>
                      <a:pt x="61" y="54"/>
                    </a:lnTo>
                    <a:lnTo>
                      <a:pt x="72" y="61"/>
                    </a:lnTo>
                    <a:lnTo>
                      <a:pt x="82" y="65"/>
                    </a:lnTo>
                    <a:lnTo>
                      <a:pt x="89" y="65"/>
                    </a:lnTo>
                    <a:lnTo>
                      <a:pt x="99" y="58"/>
                    </a:lnTo>
                    <a:lnTo>
                      <a:pt x="123" y="41"/>
                    </a:lnTo>
                    <a:lnTo>
                      <a:pt x="140" y="17"/>
                    </a:lnTo>
                    <a:lnTo>
                      <a:pt x="147" y="6"/>
                    </a:lnTo>
                    <a:lnTo>
                      <a:pt x="151" y="0"/>
                    </a:lnTo>
                    <a:lnTo>
                      <a:pt x="154" y="3"/>
                    </a:lnTo>
                    <a:lnTo>
                      <a:pt x="161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9" name="Freeform 2871"/>
              <p:cNvSpPr>
                <a:spLocks/>
              </p:cNvSpPr>
              <p:nvPr/>
            </p:nvSpPr>
            <p:spPr bwMode="auto">
              <a:xfrm>
                <a:off x="6677025" y="3062288"/>
                <a:ext cx="141288" cy="927100"/>
              </a:xfrm>
              <a:custGeom>
                <a:avLst/>
                <a:gdLst>
                  <a:gd name="T0" fmla="*/ 72 w 89"/>
                  <a:gd name="T1" fmla="*/ 17 h 584"/>
                  <a:gd name="T2" fmla="*/ 72 w 89"/>
                  <a:gd name="T3" fmla="*/ 17 h 584"/>
                  <a:gd name="T4" fmla="*/ 65 w 89"/>
                  <a:gd name="T5" fmla="*/ 7 h 584"/>
                  <a:gd name="T6" fmla="*/ 58 w 89"/>
                  <a:gd name="T7" fmla="*/ 0 h 584"/>
                  <a:gd name="T8" fmla="*/ 48 w 89"/>
                  <a:gd name="T9" fmla="*/ 0 h 584"/>
                  <a:gd name="T10" fmla="*/ 48 w 89"/>
                  <a:gd name="T11" fmla="*/ 0 h 584"/>
                  <a:gd name="T12" fmla="*/ 41 w 89"/>
                  <a:gd name="T13" fmla="*/ 0 h 584"/>
                  <a:gd name="T14" fmla="*/ 34 w 89"/>
                  <a:gd name="T15" fmla="*/ 7 h 584"/>
                  <a:gd name="T16" fmla="*/ 31 w 89"/>
                  <a:gd name="T17" fmla="*/ 11 h 584"/>
                  <a:gd name="T18" fmla="*/ 31 w 89"/>
                  <a:gd name="T19" fmla="*/ 17 h 584"/>
                  <a:gd name="T20" fmla="*/ 31 w 89"/>
                  <a:gd name="T21" fmla="*/ 17 h 584"/>
                  <a:gd name="T22" fmla="*/ 38 w 89"/>
                  <a:gd name="T23" fmla="*/ 28 h 584"/>
                  <a:gd name="T24" fmla="*/ 38 w 89"/>
                  <a:gd name="T25" fmla="*/ 45 h 584"/>
                  <a:gd name="T26" fmla="*/ 38 w 89"/>
                  <a:gd name="T27" fmla="*/ 45 h 584"/>
                  <a:gd name="T28" fmla="*/ 27 w 89"/>
                  <a:gd name="T29" fmla="*/ 100 h 584"/>
                  <a:gd name="T30" fmla="*/ 21 w 89"/>
                  <a:gd name="T31" fmla="*/ 131 h 584"/>
                  <a:gd name="T32" fmla="*/ 21 w 89"/>
                  <a:gd name="T33" fmla="*/ 158 h 584"/>
                  <a:gd name="T34" fmla="*/ 21 w 89"/>
                  <a:gd name="T35" fmla="*/ 158 h 584"/>
                  <a:gd name="T36" fmla="*/ 7 w 89"/>
                  <a:gd name="T37" fmla="*/ 354 h 584"/>
                  <a:gd name="T38" fmla="*/ 0 w 89"/>
                  <a:gd name="T39" fmla="*/ 491 h 584"/>
                  <a:gd name="T40" fmla="*/ 0 w 89"/>
                  <a:gd name="T41" fmla="*/ 543 h 584"/>
                  <a:gd name="T42" fmla="*/ 3 w 89"/>
                  <a:gd name="T43" fmla="*/ 574 h 584"/>
                  <a:gd name="T44" fmla="*/ 3 w 89"/>
                  <a:gd name="T45" fmla="*/ 574 h 584"/>
                  <a:gd name="T46" fmla="*/ 7 w 89"/>
                  <a:gd name="T47" fmla="*/ 581 h 584"/>
                  <a:gd name="T48" fmla="*/ 10 w 89"/>
                  <a:gd name="T49" fmla="*/ 584 h 584"/>
                  <a:gd name="T50" fmla="*/ 17 w 89"/>
                  <a:gd name="T51" fmla="*/ 584 h 584"/>
                  <a:gd name="T52" fmla="*/ 24 w 89"/>
                  <a:gd name="T53" fmla="*/ 577 h 584"/>
                  <a:gd name="T54" fmla="*/ 38 w 89"/>
                  <a:gd name="T55" fmla="*/ 564 h 584"/>
                  <a:gd name="T56" fmla="*/ 51 w 89"/>
                  <a:gd name="T57" fmla="*/ 540 h 584"/>
                  <a:gd name="T58" fmla="*/ 79 w 89"/>
                  <a:gd name="T59" fmla="*/ 491 h 584"/>
                  <a:gd name="T60" fmla="*/ 89 w 89"/>
                  <a:gd name="T61" fmla="*/ 467 h 584"/>
                  <a:gd name="T62" fmla="*/ 89 w 89"/>
                  <a:gd name="T63" fmla="*/ 467 h 584"/>
                  <a:gd name="T64" fmla="*/ 76 w 89"/>
                  <a:gd name="T65" fmla="*/ 402 h 584"/>
                  <a:gd name="T66" fmla="*/ 69 w 89"/>
                  <a:gd name="T67" fmla="*/ 337 h 584"/>
                  <a:gd name="T68" fmla="*/ 65 w 89"/>
                  <a:gd name="T69" fmla="*/ 306 h 584"/>
                  <a:gd name="T70" fmla="*/ 65 w 89"/>
                  <a:gd name="T71" fmla="*/ 272 h 584"/>
                  <a:gd name="T72" fmla="*/ 65 w 89"/>
                  <a:gd name="T73" fmla="*/ 272 h 584"/>
                  <a:gd name="T74" fmla="*/ 72 w 89"/>
                  <a:gd name="T75" fmla="*/ 141 h 584"/>
                  <a:gd name="T76" fmla="*/ 72 w 89"/>
                  <a:gd name="T77" fmla="*/ 90 h 584"/>
                  <a:gd name="T78" fmla="*/ 69 w 89"/>
                  <a:gd name="T79" fmla="*/ 72 h 584"/>
                  <a:gd name="T80" fmla="*/ 65 w 89"/>
                  <a:gd name="T81" fmla="*/ 62 h 584"/>
                  <a:gd name="T82" fmla="*/ 65 w 89"/>
                  <a:gd name="T83" fmla="*/ 62 h 584"/>
                  <a:gd name="T84" fmla="*/ 62 w 89"/>
                  <a:gd name="T85" fmla="*/ 52 h 584"/>
                  <a:gd name="T86" fmla="*/ 58 w 89"/>
                  <a:gd name="T87" fmla="*/ 41 h 584"/>
                  <a:gd name="T88" fmla="*/ 62 w 89"/>
                  <a:gd name="T89" fmla="*/ 31 h 584"/>
                  <a:gd name="T90" fmla="*/ 72 w 89"/>
                  <a:gd name="T91" fmla="*/ 17 h 584"/>
                  <a:gd name="T92" fmla="*/ 72 w 89"/>
                  <a:gd name="T93" fmla="*/ 17 h 584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89"/>
                  <a:gd name="T142" fmla="*/ 0 h 584"/>
                  <a:gd name="T143" fmla="*/ 89 w 89"/>
                  <a:gd name="T144" fmla="*/ 584 h 584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89" h="584">
                    <a:moveTo>
                      <a:pt x="72" y="17"/>
                    </a:moveTo>
                    <a:lnTo>
                      <a:pt x="72" y="17"/>
                    </a:lnTo>
                    <a:lnTo>
                      <a:pt x="65" y="7"/>
                    </a:lnTo>
                    <a:lnTo>
                      <a:pt x="58" y="0"/>
                    </a:lnTo>
                    <a:lnTo>
                      <a:pt x="48" y="0"/>
                    </a:lnTo>
                    <a:lnTo>
                      <a:pt x="41" y="0"/>
                    </a:lnTo>
                    <a:lnTo>
                      <a:pt x="34" y="7"/>
                    </a:lnTo>
                    <a:lnTo>
                      <a:pt x="31" y="11"/>
                    </a:lnTo>
                    <a:lnTo>
                      <a:pt x="31" y="17"/>
                    </a:lnTo>
                    <a:lnTo>
                      <a:pt x="38" y="28"/>
                    </a:lnTo>
                    <a:lnTo>
                      <a:pt x="38" y="45"/>
                    </a:lnTo>
                    <a:lnTo>
                      <a:pt x="27" y="100"/>
                    </a:lnTo>
                    <a:lnTo>
                      <a:pt x="21" y="131"/>
                    </a:lnTo>
                    <a:lnTo>
                      <a:pt x="21" y="158"/>
                    </a:lnTo>
                    <a:lnTo>
                      <a:pt x="7" y="354"/>
                    </a:lnTo>
                    <a:lnTo>
                      <a:pt x="0" y="491"/>
                    </a:lnTo>
                    <a:lnTo>
                      <a:pt x="0" y="543"/>
                    </a:lnTo>
                    <a:lnTo>
                      <a:pt x="3" y="574"/>
                    </a:lnTo>
                    <a:lnTo>
                      <a:pt x="7" y="581"/>
                    </a:lnTo>
                    <a:lnTo>
                      <a:pt x="10" y="584"/>
                    </a:lnTo>
                    <a:lnTo>
                      <a:pt x="17" y="584"/>
                    </a:lnTo>
                    <a:lnTo>
                      <a:pt x="24" y="577"/>
                    </a:lnTo>
                    <a:lnTo>
                      <a:pt x="38" y="564"/>
                    </a:lnTo>
                    <a:lnTo>
                      <a:pt x="51" y="540"/>
                    </a:lnTo>
                    <a:lnTo>
                      <a:pt x="79" y="491"/>
                    </a:lnTo>
                    <a:lnTo>
                      <a:pt x="89" y="467"/>
                    </a:lnTo>
                    <a:lnTo>
                      <a:pt x="76" y="402"/>
                    </a:lnTo>
                    <a:lnTo>
                      <a:pt x="69" y="337"/>
                    </a:lnTo>
                    <a:lnTo>
                      <a:pt x="65" y="306"/>
                    </a:lnTo>
                    <a:lnTo>
                      <a:pt x="65" y="272"/>
                    </a:lnTo>
                    <a:lnTo>
                      <a:pt x="72" y="141"/>
                    </a:lnTo>
                    <a:lnTo>
                      <a:pt x="72" y="90"/>
                    </a:lnTo>
                    <a:lnTo>
                      <a:pt x="69" y="72"/>
                    </a:lnTo>
                    <a:lnTo>
                      <a:pt x="65" y="62"/>
                    </a:lnTo>
                    <a:lnTo>
                      <a:pt x="62" y="52"/>
                    </a:lnTo>
                    <a:lnTo>
                      <a:pt x="58" y="41"/>
                    </a:lnTo>
                    <a:lnTo>
                      <a:pt x="62" y="31"/>
                    </a:lnTo>
                    <a:lnTo>
                      <a:pt x="7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22" name="组合 5282"/>
            <p:cNvGrpSpPr>
              <a:grpSpLocks/>
            </p:cNvGrpSpPr>
            <p:nvPr/>
          </p:nvGrpSpPr>
          <p:grpSpPr bwMode="auto">
            <a:xfrm>
              <a:off x="1142976" y="928670"/>
              <a:ext cx="684716" cy="1821304"/>
              <a:chOff x="1136650" y="1268413"/>
              <a:chExt cx="1652588" cy="4395788"/>
            </a:xfrm>
            <a:grpFill/>
          </p:grpSpPr>
          <p:sp>
            <p:nvSpPr>
              <p:cNvPr id="32" name="Freeform 2872"/>
              <p:cNvSpPr>
                <a:spLocks noEditPoints="1"/>
              </p:cNvSpPr>
              <p:nvPr/>
            </p:nvSpPr>
            <p:spPr bwMode="auto">
              <a:xfrm>
                <a:off x="1436688" y="1268413"/>
                <a:ext cx="1352550" cy="4395788"/>
              </a:xfrm>
              <a:custGeom>
                <a:avLst/>
                <a:gdLst>
                  <a:gd name="T0" fmla="*/ 838 w 852"/>
                  <a:gd name="T1" fmla="*/ 1323 h 2769"/>
                  <a:gd name="T2" fmla="*/ 821 w 852"/>
                  <a:gd name="T3" fmla="*/ 1123 h 2769"/>
                  <a:gd name="T4" fmla="*/ 783 w 852"/>
                  <a:gd name="T5" fmla="*/ 701 h 2769"/>
                  <a:gd name="T6" fmla="*/ 756 w 852"/>
                  <a:gd name="T7" fmla="*/ 526 h 2769"/>
                  <a:gd name="T8" fmla="*/ 646 w 852"/>
                  <a:gd name="T9" fmla="*/ 460 h 2769"/>
                  <a:gd name="T10" fmla="*/ 525 w 852"/>
                  <a:gd name="T11" fmla="*/ 388 h 2769"/>
                  <a:gd name="T12" fmla="*/ 536 w 852"/>
                  <a:gd name="T13" fmla="*/ 323 h 2769"/>
                  <a:gd name="T14" fmla="*/ 591 w 852"/>
                  <a:gd name="T15" fmla="*/ 223 h 2769"/>
                  <a:gd name="T16" fmla="*/ 591 w 852"/>
                  <a:gd name="T17" fmla="*/ 186 h 2769"/>
                  <a:gd name="T18" fmla="*/ 584 w 852"/>
                  <a:gd name="T19" fmla="*/ 65 h 2769"/>
                  <a:gd name="T20" fmla="*/ 501 w 852"/>
                  <a:gd name="T21" fmla="*/ 3 h 2769"/>
                  <a:gd name="T22" fmla="*/ 388 w 852"/>
                  <a:gd name="T23" fmla="*/ 14 h 2769"/>
                  <a:gd name="T24" fmla="*/ 326 w 852"/>
                  <a:gd name="T25" fmla="*/ 100 h 2769"/>
                  <a:gd name="T26" fmla="*/ 312 w 852"/>
                  <a:gd name="T27" fmla="*/ 189 h 2769"/>
                  <a:gd name="T28" fmla="*/ 336 w 852"/>
                  <a:gd name="T29" fmla="*/ 299 h 2769"/>
                  <a:gd name="T30" fmla="*/ 347 w 852"/>
                  <a:gd name="T31" fmla="*/ 361 h 2769"/>
                  <a:gd name="T32" fmla="*/ 316 w 852"/>
                  <a:gd name="T33" fmla="*/ 416 h 2769"/>
                  <a:gd name="T34" fmla="*/ 120 w 852"/>
                  <a:gd name="T35" fmla="*/ 498 h 2769"/>
                  <a:gd name="T36" fmla="*/ 48 w 852"/>
                  <a:gd name="T37" fmla="*/ 739 h 2769"/>
                  <a:gd name="T38" fmla="*/ 3 w 852"/>
                  <a:gd name="T39" fmla="*/ 907 h 2769"/>
                  <a:gd name="T40" fmla="*/ 17 w 852"/>
                  <a:gd name="T41" fmla="*/ 1048 h 2769"/>
                  <a:gd name="T42" fmla="*/ 44 w 852"/>
                  <a:gd name="T43" fmla="*/ 1226 h 2769"/>
                  <a:gd name="T44" fmla="*/ 69 w 852"/>
                  <a:gd name="T45" fmla="*/ 1223 h 2769"/>
                  <a:gd name="T46" fmla="*/ 82 w 852"/>
                  <a:gd name="T47" fmla="*/ 1319 h 2769"/>
                  <a:gd name="T48" fmla="*/ 175 w 852"/>
                  <a:gd name="T49" fmla="*/ 1408 h 2769"/>
                  <a:gd name="T50" fmla="*/ 154 w 852"/>
                  <a:gd name="T51" fmla="*/ 1886 h 2769"/>
                  <a:gd name="T52" fmla="*/ 130 w 852"/>
                  <a:gd name="T53" fmla="*/ 2621 h 2769"/>
                  <a:gd name="T54" fmla="*/ 165 w 852"/>
                  <a:gd name="T55" fmla="*/ 2655 h 2769"/>
                  <a:gd name="T56" fmla="*/ 123 w 852"/>
                  <a:gd name="T57" fmla="*/ 2728 h 2769"/>
                  <a:gd name="T58" fmla="*/ 144 w 852"/>
                  <a:gd name="T59" fmla="*/ 2762 h 2769"/>
                  <a:gd name="T60" fmla="*/ 257 w 852"/>
                  <a:gd name="T61" fmla="*/ 2752 h 2769"/>
                  <a:gd name="T62" fmla="*/ 292 w 852"/>
                  <a:gd name="T63" fmla="*/ 2666 h 2769"/>
                  <a:gd name="T64" fmla="*/ 319 w 852"/>
                  <a:gd name="T65" fmla="*/ 2422 h 2769"/>
                  <a:gd name="T66" fmla="*/ 350 w 852"/>
                  <a:gd name="T67" fmla="*/ 2041 h 2769"/>
                  <a:gd name="T68" fmla="*/ 419 w 852"/>
                  <a:gd name="T69" fmla="*/ 1518 h 2769"/>
                  <a:gd name="T70" fmla="*/ 470 w 852"/>
                  <a:gd name="T71" fmla="*/ 1731 h 2769"/>
                  <a:gd name="T72" fmla="*/ 508 w 852"/>
                  <a:gd name="T73" fmla="*/ 2071 h 2769"/>
                  <a:gd name="T74" fmla="*/ 529 w 852"/>
                  <a:gd name="T75" fmla="*/ 2618 h 2769"/>
                  <a:gd name="T76" fmla="*/ 532 w 852"/>
                  <a:gd name="T77" fmla="*/ 2697 h 2769"/>
                  <a:gd name="T78" fmla="*/ 608 w 852"/>
                  <a:gd name="T79" fmla="*/ 2734 h 2769"/>
                  <a:gd name="T80" fmla="*/ 718 w 852"/>
                  <a:gd name="T81" fmla="*/ 2762 h 2769"/>
                  <a:gd name="T82" fmla="*/ 762 w 852"/>
                  <a:gd name="T83" fmla="*/ 2731 h 2769"/>
                  <a:gd name="T84" fmla="*/ 687 w 852"/>
                  <a:gd name="T85" fmla="*/ 2649 h 2769"/>
                  <a:gd name="T86" fmla="*/ 728 w 852"/>
                  <a:gd name="T87" fmla="*/ 2494 h 2769"/>
                  <a:gd name="T88" fmla="*/ 704 w 852"/>
                  <a:gd name="T89" fmla="*/ 2315 h 2769"/>
                  <a:gd name="T90" fmla="*/ 707 w 852"/>
                  <a:gd name="T91" fmla="*/ 1501 h 2769"/>
                  <a:gd name="T92" fmla="*/ 721 w 852"/>
                  <a:gd name="T93" fmla="*/ 1367 h 2769"/>
                  <a:gd name="T94" fmla="*/ 735 w 852"/>
                  <a:gd name="T95" fmla="*/ 1292 h 2769"/>
                  <a:gd name="T96" fmla="*/ 766 w 852"/>
                  <a:gd name="T97" fmla="*/ 1360 h 2769"/>
                  <a:gd name="T98" fmla="*/ 773 w 852"/>
                  <a:gd name="T99" fmla="*/ 1419 h 2769"/>
                  <a:gd name="T100" fmla="*/ 776 w 852"/>
                  <a:gd name="T101" fmla="*/ 1467 h 2769"/>
                  <a:gd name="T102" fmla="*/ 756 w 852"/>
                  <a:gd name="T103" fmla="*/ 1515 h 2769"/>
                  <a:gd name="T104" fmla="*/ 821 w 852"/>
                  <a:gd name="T105" fmla="*/ 1498 h 2769"/>
                  <a:gd name="T106" fmla="*/ 852 w 852"/>
                  <a:gd name="T107" fmla="*/ 1422 h 2769"/>
                  <a:gd name="T108" fmla="*/ 161 w 852"/>
                  <a:gd name="T109" fmla="*/ 1147 h 2769"/>
                  <a:gd name="T110" fmla="*/ 141 w 852"/>
                  <a:gd name="T111" fmla="*/ 1192 h 2769"/>
                  <a:gd name="T112" fmla="*/ 151 w 852"/>
                  <a:gd name="T113" fmla="*/ 1165 h 2769"/>
                  <a:gd name="T114" fmla="*/ 141 w 852"/>
                  <a:gd name="T115" fmla="*/ 1037 h 2769"/>
                  <a:gd name="T116" fmla="*/ 134 w 852"/>
                  <a:gd name="T117" fmla="*/ 928 h 2769"/>
                  <a:gd name="T118" fmla="*/ 178 w 852"/>
                  <a:gd name="T119" fmla="*/ 838 h 276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852"/>
                  <a:gd name="T181" fmla="*/ 0 h 2769"/>
                  <a:gd name="T182" fmla="*/ 852 w 852"/>
                  <a:gd name="T183" fmla="*/ 2769 h 276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852" h="2769">
                    <a:moveTo>
                      <a:pt x="845" y="1371"/>
                    </a:moveTo>
                    <a:lnTo>
                      <a:pt x="845" y="1371"/>
                    </a:lnTo>
                    <a:lnTo>
                      <a:pt x="835" y="1340"/>
                    </a:lnTo>
                    <a:lnTo>
                      <a:pt x="835" y="1326"/>
                    </a:lnTo>
                    <a:lnTo>
                      <a:pt x="838" y="1323"/>
                    </a:lnTo>
                    <a:lnTo>
                      <a:pt x="841" y="1316"/>
                    </a:lnTo>
                    <a:lnTo>
                      <a:pt x="841" y="1295"/>
                    </a:lnTo>
                    <a:lnTo>
                      <a:pt x="841" y="1264"/>
                    </a:lnTo>
                    <a:lnTo>
                      <a:pt x="838" y="1230"/>
                    </a:lnTo>
                    <a:lnTo>
                      <a:pt x="828" y="1161"/>
                    </a:lnTo>
                    <a:lnTo>
                      <a:pt x="821" y="1123"/>
                    </a:lnTo>
                    <a:lnTo>
                      <a:pt x="810" y="1044"/>
                    </a:lnTo>
                    <a:lnTo>
                      <a:pt x="797" y="914"/>
                    </a:lnTo>
                    <a:lnTo>
                      <a:pt x="786" y="790"/>
                    </a:lnTo>
                    <a:lnTo>
                      <a:pt x="783" y="701"/>
                    </a:lnTo>
                    <a:lnTo>
                      <a:pt x="780" y="646"/>
                    </a:lnTo>
                    <a:lnTo>
                      <a:pt x="769" y="567"/>
                    </a:lnTo>
                    <a:lnTo>
                      <a:pt x="762" y="543"/>
                    </a:lnTo>
                    <a:lnTo>
                      <a:pt x="756" y="526"/>
                    </a:lnTo>
                    <a:lnTo>
                      <a:pt x="745" y="512"/>
                    </a:lnTo>
                    <a:lnTo>
                      <a:pt x="735" y="498"/>
                    </a:lnTo>
                    <a:lnTo>
                      <a:pt x="711" y="481"/>
                    </a:lnTo>
                    <a:lnTo>
                      <a:pt x="694" y="474"/>
                    </a:lnTo>
                    <a:lnTo>
                      <a:pt x="646" y="460"/>
                    </a:lnTo>
                    <a:lnTo>
                      <a:pt x="618" y="450"/>
                    </a:lnTo>
                    <a:lnTo>
                      <a:pt x="591" y="436"/>
                    </a:lnTo>
                    <a:lnTo>
                      <a:pt x="549" y="412"/>
                    </a:lnTo>
                    <a:lnTo>
                      <a:pt x="536" y="399"/>
                    </a:lnTo>
                    <a:lnTo>
                      <a:pt x="525" y="388"/>
                    </a:lnTo>
                    <a:lnTo>
                      <a:pt x="522" y="374"/>
                    </a:lnTo>
                    <a:lnTo>
                      <a:pt x="522" y="361"/>
                    </a:lnTo>
                    <a:lnTo>
                      <a:pt x="532" y="326"/>
                    </a:lnTo>
                    <a:lnTo>
                      <a:pt x="536" y="323"/>
                    </a:lnTo>
                    <a:lnTo>
                      <a:pt x="543" y="319"/>
                    </a:lnTo>
                    <a:lnTo>
                      <a:pt x="553" y="309"/>
                    </a:lnTo>
                    <a:lnTo>
                      <a:pt x="567" y="289"/>
                    </a:lnTo>
                    <a:lnTo>
                      <a:pt x="580" y="254"/>
                    </a:lnTo>
                    <a:lnTo>
                      <a:pt x="591" y="223"/>
                    </a:lnTo>
                    <a:lnTo>
                      <a:pt x="591" y="216"/>
                    </a:lnTo>
                    <a:lnTo>
                      <a:pt x="587" y="213"/>
                    </a:lnTo>
                    <a:lnTo>
                      <a:pt x="584" y="210"/>
                    </a:lnTo>
                    <a:lnTo>
                      <a:pt x="591" y="186"/>
                    </a:lnTo>
                    <a:lnTo>
                      <a:pt x="594" y="161"/>
                    </a:lnTo>
                    <a:lnTo>
                      <a:pt x="598" y="131"/>
                    </a:lnTo>
                    <a:lnTo>
                      <a:pt x="598" y="113"/>
                    </a:lnTo>
                    <a:lnTo>
                      <a:pt x="594" y="96"/>
                    </a:lnTo>
                    <a:lnTo>
                      <a:pt x="584" y="65"/>
                    </a:lnTo>
                    <a:lnTo>
                      <a:pt x="570" y="45"/>
                    </a:lnTo>
                    <a:lnTo>
                      <a:pt x="560" y="34"/>
                    </a:lnTo>
                    <a:lnTo>
                      <a:pt x="543" y="21"/>
                    </a:lnTo>
                    <a:lnTo>
                      <a:pt x="519" y="10"/>
                    </a:lnTo>
                    <a:lnTo>
                      <a:pt x="501" y="3"/>
                    </a:lnTo>
                    <a:lnTo>
                      <a:pt x="481" y="0"/>
                    </a:lnTo>
                    <a:lnTo>
                      <a:pt x="457" y="0"/>
                    </a:lnTo>
                    <a:lnTo>
                      <a:pt x="429" y="0"/>
                    </a:lnTo>
                    <a:lnTo>
                      <a:pt x="405" y="7"/>
                    </a:lnTo>
                    <a:lnTo>
                      <a:pt x="388" y="14"/>
                    </a:lnTo>
                    <a:lnTo>
                      <a:pt x="371" y="28"/>
                    </a:lnTo>
                    <a:lnTo>
                      <a:pt x="357" y="41"/>
                    </a:lnTo>
                    <a:lnTo>
                      <a:pt x="347" y="55"/>
                    </a:lnTo>
                    <a:lnTo>
                      <a:pt x="340" y="72"/>
                    </a:lnTo>
                    <a:lnTo>
                      <a:pt x="326" y="100"/>
                    </a:lnTo>
                    <a:lnTo>
                      <a:pt x="319" y="131"/>
                    </a:lnTo>
                    <a:lnTo>
                      <a:pt x="319" y="155"/>
                    </a:lnTo>
                    <a:lnTo>
                      <a:pt x="323" y="182"/>
                    </a:lnTo>
                    <a:lnTo>
                      <a:pt x="316" y="186"/>
                    </a:lnTo>
                    <a:lnTo>
                      <a:pt x="312" y="189"/>
                    </a:lnTo>
                    <a:lnTo>
                      <a:pt x="309" y="199"/>
                    </a:lnTo>
                    <a:lnTo>
                      <a:pt x="309" y="216"/>
                    </a:lnTo>
                    <a:lnTo>
                      <a:pt x="312" y="237"/>
                    </a:lnTo>
                    <a:lnTo>
                      <a:pt x="323" y="275"/>
                    </a:lnTo>
                    <a:lnTo>
                      <a:pt x="330" y="292"/>
                    </a:lnTo>
                    <a:lnTo>
                      <a:pt x="336" y="299"/>
                    </a:lnTo>
                    <a:lnTo>
                      <a:pt x="340" y="306"/>
                    </a:lnTo>
                    <a:lnTo>
                      <a:pt x="343" y="313"/>
                    </a:lnTo>
                    <a:lnTo>
                      <a:pt x="347" y="333"/>
                    </a:lnTo>
                    <a:lnTo>
                      <a:pt x="347" y="361"/>
                    </a:lnTo>
                    <a:lnTo>
                      <a:pt x="343" y="368"/>
                    </a:lnTo>
                    <a:lnTo>
                      <a:pt x="340" y="385"/>
                    </a:lnTo>
                    <a:lnTo>
                      <a:pt x="333" y="402"/>
                    </a:lnTo>
                    <a:lnTo>
                      <a:pt x="326" y="409"/>
                    </a:lnTo>
                    <a:lnTo>
                      <a:pt x="316" y="416"/>
                    </a:lnTo>
                    <a:lnTo>
                      <a:pt x="278" y="433"/>
                    </a:lnTo>
                    <a:lnTo>
                      <a:pt x="251" y="443"/>
                    </a:lnTo>
                    <a:lnTo>
                      <a:pt x="134" y="491"/>
                    </a:lnTo>
                    <a:lnTo>
                      <a:pt x="120" y="498"/>
                    </a:lnTo>
                    <a:lnTo>
                      <a:pt x="106" y="515"/>
                    </a:lnTo>
                    <a:lnTo>
                      <a:pt x="93" y="539"/>
                    </a:lnTo>
                    <a:lnTo>
                      <a:pt x="86" y="560"/>
                    </a:lnTo>
                    <a:lnTo>
                      <a:pt x="65" y="670"/>
                    </a:lnTo>
                    <a:lnTo>
                      <a:pt x="48" y="739"/>
                    </a:lnTo>
                    <a:lnTo>
                      <a:pt x="34" y="787"/>
                    </a:lnTo>
                    <a:lnTo>
                      <a:pt x="17" y="845"/>
                    </a:lnTo>
                    <a:lnTo>
                      <a:pt x="7" y="890"/>
                    </a:lnTo>
                    <a:lnTo>
                      <a:pt x="3" y="907"/>
                    </a:lnTo>
                    <a:lnTo>
                      <a:pt x="0" y="928"/>
                    </a:lnTo>
                    <a:lnTo>
                      <a:pt x="0" y="952"/>
                    </a:lnTo>
                    <a:lnTo>
                      <a:pt x="3" y="969"/>
                    </a:lnTo>
                    <a:lnTo>
                      <a:pt x="10" y="1000"/>
                    </a:lnTo>
                    <a:lnTo>
                      <a:pt x="17" y="1048"/>
                    </a:lnTo>
                    <a:lnTo>
                      <a:pt x="24" y="1127"/>
                    </a:lnTo>
                    <a:lnTo>
                      <a:pt x="27" y="1154"/>
                    </a:lnTo>
                    <a:lnTo>
                      <a:pt x="31" y="1189"/>
                    </a:lnTo>
                    <a:lnTo>
                      <a:pt x="38" y="1220"/>
                    </a:lnTo>
                    <a:lnTo>
                      <a:pt x="44" y="1226"/>
                    </a:lnTo>
                    <a:lnTo>
                      <a:pt x="51" y="1230"/>
                    </a:lnTo>
                    <a:lnTo>
                      <a:pt x="62" y="1223"/>
                    </a:lnTo>
                    <a:lnTo>
                      <a:pt x="65" y="1223"/>
                    </a:lnTo>
                    <a:lnTo>
                      <a:pt x="69" y="1223"/>
                    </a:lnTo>
                    <a:lnTo>
                      <a:pt x="75" y="1233"/>
                    </a:lnTo>
                    <a:lnTo>
                      <a:pt x="75" y="1244"/>
                    </a:lnTo>
                    <a:lnTo>
                      <a:pt x="79" y="1271"/>
                    </a:lnTo>
                    <a:lnTo>
                      <a:pt x="79" y="1299"/>
                    </a:lnTo>
                    <a:lnTo>
                      <a:pt x="82" y="1319"/>
                    </a:lnTo>
                    <a:lnTo>
                      <a:pt x="89" y="1336"/>
                    </a:lnTo>
                    <a:lnTo>
                      <a:pt x="99" y="1360"/>
                    </a:lnTo>
                    <a:lnTo>
                      <a:pt x="117" y="1378"/>
                    </a:lnTo>
                    <a:lnTo>
                      <a:pt x="141" y="1395"/>
                    </a:lnTo>
                    <a:lnTo>
                      <a:pt x="175" y="1408"/>
                    </a:lnTo>
                    <a:lnTo>
                      <a:pt x="175" y="1542"/>
                    </a:lnTo>
                    <a:lnTo>
                      <a:pt x="172" y="1625"/>
                    </a:lnTo>
                    <a:lnTo>
                      <a:pt x="168" y="1725"/>
                    </a:lnTo>
                    <a:lnTo>
                      <a:pt x="154" y="1886"/>
                    </a:lnTo>
                    <a:lnTo>
                      <a:pt x="144" y="2016"/>
                    </a:lnTo>
                    <a:lnTo>
                      <a:pt x="137" y="2096"/>
                    </a:lnTo>
                    <a:lnTo>
                      <a:pt x="137" y="2181"/>
                    </a:lnTo>
                    <a:lnTo>
                      <a:pt x="130" y="2621"/>
                    </a:lnTo>
                    <a:lnTo>
                      <a:pt x="134" y="2635"/>
                    </a:lnTo>
                    <a:lnTo>
                      <a:pt x="137" y="2638"/>
                    </a:lnTo>
                    <a:lnTo>
                      <a:pt x="141" y="2638"/>
                    </a:lnTo>
                    <a:lnTo>
                      <a:pt x="151" y="2645"/>
                    </a:lnTo>
                    <a:lnTo>
                      <a:pt x="158" y="2649"/>
                    </a:lnTo>
                    <a:lnTo>
                      <a:pt x="165" y="2655"/>
                    </a:lnTo>
                    <a:lnTo>
                      <a:pt x="168" y="2662"/>
                    </a:lnTo>
                    <a:lnTo>
                      <a:pt x="165" y="2666"/>
                    </a:lnTo>
                    <a:lnTo>
                      <a:pt x="158" y="2679"/>
                    </a:lnTo>
                    <a:lnTo>
                      <a:pt x="134" y="2710"/>
                    </a:lnTo>
                    <a:lnTo>
                      <a:pt x="123" y="2728"/>
                    </a:lnTo>
                    <a:lnTo>
                      <a:pt x="120" y="2741"/>
                    </a:lnTo>
                    <a:lnTo>
                      <a:pt x="120" y="2745"/>
                    </a:lnTo>
                    <a:lnTo>
                      <a:pt x="123" y="2752"/>
                    </a:lnTo>
                    <a:lnTo>
                      <a:pt x="134" y="2759"/>
                    </a:lnTo>
                    <a:lnTo>
                      <a:pt x="144" y="2762"/>
                    </a:lnTo>
                    <a:lnTo>
                      <a:pt x="172" y="2765"/>
                    </a:lnTo>
                    <a:lnTo>
                      <a:pt x="196" y="2769"/>
                    </a:lnTo>
                    <a:lnTo>
                      <a:pt x="213" y="2769"/>
                    </a:lnTo>
                    <a:lnTo>
                      <a:pt x="230" y="2765"/>
                    </a:lnTo>
                    <a:lnTo>
                      <a:pt x="247" y="2759"/>
                    </a:lnTo>
                    <a:lnTo>
                      <a:pt x="257" y="2752"/>
                    </a:lnTo>
                    <a:lnTo>
                      <a:pt x="268" y="2745"/>
                    </a:lnTo>
                    <a:lnTo>
                      <a:pt x="275" y="2734"/>
                    </a:lnTo>
                    <a:lnTo>
                      <a:pt x="285" y="2714"/>
                    </a:lnTo>
                    <a:lnTo>
                      <a:pt x="292" y="2693"/>
                    </a:lnTo>
                    <a:lnTo>
                      <a:pt x="292" y="2666"/>
                    </a:lnTo>
                    <a:lnTo>
                      <a:pt x="299" y="2631"/>
                    </a:lnTo>
                    <a:lnTo>
                      <a:pt x="306" y="2614"/>
                    </a:lnTo>
                    <a:lnTo>
                      <a:pt x="309" y="2583"/>
                    </a:lnTo>
                    <a:lnTo>
                      <a:pt x="316" y="2504"/>
                    </a:lnTo>
                    <a:lnTo>
                      <a:pt x="319" y="2422"/>
                    </a:lnTo>
                    <a:lnTo>
                      <a:pt x="323" y="2363"/>
                    </a:lnTo>
                    <a:lnTo>
                      <a:pt x="326" y="2308"/>
                    </a:lnTo>
                    <a:lnTo>
                      <a:pt x="330" y="2223"/>
                    </a:lnTo>
                    <a:lnTo>
                      <a:pt x="340" y="2130"/>
                    </a:lnTo>
                    <a:lnTo>
                      <a:pt x="350" y="2041"/>
                    </a:lnTo>
                    <a:lnTo>
                      <a:pt x="371" y="1865"/>
                    </a:lnTo>
                    <a:lnTo>
                      <a:pt x="395" y="1670"/>
                    </a:lnTo>
                    <a:lnTo>
                      <a:pt x="405" y="1584"/>
                    </a:lnTo>
                    <a:lnTo>
                      <a:pt x="419" y="1518"/>
                    </a:lnTo>
                    <a:lnTo>
                      <a:pt x="436" y="1460"/>
                    </a:lnTo>
                    <a:lnTo>
                      <a:pt x="436" y="1508"/>
                    </a:lnTo>
                    <a:lnTo>
                      <a:pt x="443" y="1556"/>
                    </a:lnTo>
                    <a:lnTo>
                      <a:pt x="453" y="1649"/>
                    </a:lnTo>
                    <a:lnTo>
                      <a:pt x="470" y="1731"/>
                    </a:lnTo>
                    <a:lnTo>
                      <a:pt x="481" y="1807"/>
                    </a:lnTo>
                    <a:lnTo>
                      <a:pt x="494" y="1965"/>
                    </a:lnTo>
                    <a:lnTo>
                      <a:pt x="501" y="2030"/>
                    </a:lnTo>
                    <a:lnTo>
                      <a:pt x="508" y="2071"/>
                    </a:lnTo>
                    <a:lnTo>
                      <a:pt x="512" y="2099"/>
                    </a:lnTo>
                    <a:lnTo>
                      <a:pt x="515" y="2150"/>
                    </a:lnTo>
                    <a:lnTo>
                      <a:pt x="522" y="2305"/>
                    </a:lnTo>
                    <a:lnTo>
                      <a:pt x="529" y="2556"/>
                    </a:lnTo>
                    <a:lnTo>
                      <a:pt x="529" y="2618"/>
                    </a:lnTo>
                    <a:lnTo>
                      <a:pt x="529" y="2642"/>
                    </a:lnTo>
                    <a:lnTo>
                      <a:pt x="536" y="2662"/>
                    </a:lnTo>
                    <a:lnTo>
                      <a:pt x="536" y="2679"/>
                    </a:lnTo>
                    <a:lnTo>
                      <a:pt x="536" y="2690"/>
                    </a:lnTo>
                    <a:lnTo>
                      <a:pt x="532" y="2697"/>
                    </a:lnTo>
                    <a:lnTo>
                      <a:pt x="532" y="2707"/>
                    </a:lnTo>
                    <a:lnTo>
                      <a:pt x="536" y="2710"/>
                    </a:lnTo>
                    <a:lnTo>
                      <a:pt x="546" y="2717"/>
                    </a:lnTo>
                    <a:lnTo>
                      <a:pt x="570" y="2724"/>
                    </a:lnTo>
                    <a:lnTo>
                      <a:pt x="608" y="2734"/>
                    </a:lnTo>
                    <a:lnTo>
                      <a:pt x="646" y="2748"/>
                    </a:lnTo>
                    <a:lnTo>
                      <a:pt x="666" y="2755"/>
                    </a:lnTo>
                    <a:lnTo>
                      <a:pt x="683" y="2759"/>
                    </a:lnTo>
                    <a:lnTo>
                      <a:pt x="704" y="2762"/>
                    </a:lnTo>
                    <a:lnTo>
                      <a:pt x="718" y="2762"/>
                    </a:lnTo>
                    <a:lnTo>
                      <a:pt x="735" y="2759"/>
                    </a:lnTo>
                    <a:lnTo>
                      <a:pt x="745" y="2752"/>
                    </a:lnTo>
                    <a:lnTo>
                      <a:pt x="756" y="2748"/>
                    </a:lnTo>
                    <a:lnTo>
                      <a:pt x="762" y="2738"/>
                    </a:lnTo>
                    <a:lnTo>
                      <a:pt x="762" y="2731"/>
                    </a:lnTo>
                    <a:lnTo>
                      <a:pt x="756" y="2717"/>
                    </a:lnTo>
                    <a:lnTo>
                      <a:pt x="745" y="2707"/>
                    </a:lnTo>
                    <a:lnTo>
                      <a:pt x="731" y="2693"/>
                    </a:lnTo>
                    <a:lnTo>
                      <a:pt x="687" y="2655"/>
                    </a:lnTo>
                    <a:lnTo>
                      <a:pt x="687" y="2649"/>
                    </a:lnTo>
                    <a:lnTo>
                      <a:pt x="687" y="2638"/>
                    </a:lnTo>
                    <a:lnTo>
                      <a:pt x="697" y="2600"/>
                    </a:lnTo>
                    <a:lnTo>
                      <a:pt x="725" y="2521"/>
                    </a:lnTo>
                    <a:lnTo>
                      <a:pt x="725" y="2508"/>
                    </a:lnTo>
                    <a:lnTo>
                      <a:pt x="728" y="2494"/>
                    </a:lnTo>
                    <a:lnTo>
                      <a:pt x="725" y="2467"/>
                    </a:lnTo>
                    <a:lnTo>
                      <a:pt x="714" y="2436"/>
                    </a:lnTo>
                    <a:lnTo>
                      <a:pt x="707" y="2391"/>
                    </a:lnTo>
                    <a:lnTo>
                      <a:pt x="704" y="2360"/>
                    </a:lnTo>
                    <a:lnTo>
                      <a:pt x="704" y="2315"/>
                    </a:lnTo>
                    <a:lnTo>
                      <a:pt x="707" y="2216"/>
                    </a:lnTo>
                    <a:lnTo>
                      <a:pt x="711" y="2120"/>
                    </a:lnTo>
                    <a:lnTo>
                      <a:pt x="714" y="2051"/>
                    </a:lnTo>
                    <a:lnTo>
                      <a:pt x="711" y="1773"/>
                    </a:lnTo>
                    <a:lnTo>
                      <a:pt x="707" y="1501"/>
                    </a:lnTo>
                    <a:lnTo>
                      <a:pt x="707" y="1463"/>
                    </a:lnTo>
                    <a:lnTo>
                      <a:pt x="711" y="1429"/>
                    </a:lnTo>
                    <a:lnTo>
                      <a:pt x="714" y="1398"/>
                    </a:lnTo>
                    <a:lnTo>
                      <a:pt x="721" y="1367"/>
                    </a:lnTo>
                    <a:lnTo>
                      <a:pt x="725" y="1329"/>
                    </a:lnTo>
                    <a:lnTo>
                      <a:pt x="725" y="1309"/>
                    </a:lnTo>
                    <a:lnTo>
                      <a:pt x="728" y="1299"/>
                    </a:lnTo>
                    <a:lnTo>
                      <a:pt x="735" y="1292"/>
                    </a:lnTo>
                    <a:lnTo>
                      <a:pt x="738" y="1312"/>
                    </a:lnTo>
                    <a:lnTo>
                      <a:pt x="745" y="1329"/>
                    </a:lnTo>
                    <a:lnTo>
                      <a:pt x="759" y="1347"/>
                    </a:lnTo>
                    <a:lnTo>
                      <a:pt x="766" y="1354"/>
                    </a:lnTo>
                    <a:lnTo>
                      <a:pt x="766" y="1360"/>
                    </a:lnTo>
                    <a:lnTo>
                      <a:pt x="762" y="1371"/>
                    </a:lnTo>
                    <a:lnTo>
                      <a:pt x="762" y="1378"/>
                    </a:lnTo>
                    <a:lnTo>
                      <a:pt x="762" y="1384"/>
                    </a:lnTo>
                    <a:lnTo>
                      <a:pt x="766" y="1402"/>
                    </a:lnTo>
                    <a:lnTo>
                      <a:pt x="773" y="1419"/>
                    </a:lnTo>
                    <a:lnTo>
                      <a:pt x="773" y="1426"/>
                    </a:lnTo>
                    <a:lnTo>
                      <a:pt x="773" y="1436"/>
                    </a:lnTo>
                    <a:lnTo>
                      <a:pt x="773" y="1450"/>
                    </a:lnTo>
                    <a:lnTo>
                      <a:pt x="773" y="1460"/>
                    </a:lnTo>
                    <a:lnTo>
                      <a:pt x="776" y="1467"/>
                    </a:lnTo>
                    <a:lnTo>
                      <a:pt x="776" y="1474"/>
                    </a:lnTo>
                    <a:lnTo>
                      <a:pt x="773" y="1484"/>
                    </a:lnTo>
                    <a:lnTo>
                      <a:pt x="762" y="1498"/>
                    </a:lnTo>
                    <a:lnTo>
                      <a:pt x="756" y="1508"/>
                    </a:lnTo>
                    <a:lnTo>
                      <a:pt x="756" y="1515"/>
                    </a:lnTo>
                    <a:lnTo>
                      <a:pt x="756" y="1518"/>
                    </a:lnTo>
                    <a:lnTo>
                      <a:pt x="762" y="1522"/>
                    </a:lnTo>
                    <a:lnTo>
                      <a:pt x="769" y="1522"/>
                    </a:lnTo>
                    <a:lnTo>
                      <a:pt x="793" y="1515"/>
                    </a:lnTo>
                    <a:lnTo>
                      <a:pt x="821" y="1498"/>
                    </a:lnTo>
                    <a:lnTo>
                      <a:pt x="831" y="1487"/>
                    </a:lnTo>
                    <a:lnTo>
                      <a:pt x="841" y="1477"/>
                    </a:lnTo>
                    <a:lnTo>
                      <a:pt x="845" y="1463"/>
                    </a:lnTo>
                    <a:lnTo>
                      <a:pt x="852" y="1453"/>
                    </a:lnTo>
                    <a:lnTo>
                      <a:pt x="852" y="1422"/>
                    </a:lnTo>
                    <a:lnTo>
                      <a:pt x="852" y="1395"/>
                    </a:lnTo>
                    <a:lnTo>
                      <a:pt x="845" y="1371"/>
                    </a:lnTo>
                    <a:close/>
                    <a:moveTo>
                      <a:pt x="161" y="1065"/>
                    </a:moveTo>
                    <a:lnTo>
                      <a:pt x="161" y="1065"/>
                    </a:lnTo>
                    <a:lnTo>
                      <a:pt x="161" y="1147"/>
                    </a:lnTo>
                    <a:lnTo>
                      <a:pt x="168" y="1199"/>
                    </a:lnTo>
                    <a:lnTo>
                      <a:pt x="158" y="1199"/>
                    </a:lnTo>
                    <a:lnTo>
                      <a:pt x="148" y="1195"/>
                    </a:lnTo>
                    <a:lnTo>
                      <a:pt x="141" y="1195"/>
                    </a:lnTo>
                    <a:lnTo>
                      <a:pt x="141" y="1192"/>
                    </a:lnTo>
                    <a:lnTo>
                      <a:pt x="137" y="1185"/>
                    </a:lnTo>
                    <a:lnTo>
                      <a:pt x="141" y="1178"/>
                    </a:lnTo>
                    <a:lnTo>
                      <a:pt x="144" y="1175"/>
                    </a:lnTo>
                    <a:lnTo>
                      <a:pt x="148" y="1168"/>
                    </a:lnTo>
                    <a:lnTo>
                      <a:pt x="151" y="1165"/>
                    </a:lnTo>
                    <a:lnTo>
                      <a:pt x="151" y="1158"/>
                    </a:lnTo>
                    <a:lnTo>
                      <a:pt x="151" y="1134"/>
                    </a:lnTo>
                    <a:lnTo>
                      <a:pt x="148" y="1099"/>
                    </a:lnTo>
                    <a:lnTo>
                      <a:pt x="144" y="1068"/>
                    </a:lnTo>
                    <a:lnTo>
                      <a:pt x="141" y="1037"/>
                    </a:lnTo>
                    <a:lnTo>
                      <a:pt x="137" y="1013"/>
                    </a:lnTo>
                    <a:lnTo>
                      <a:pt x="134" y="989"/>
                    </a:lnTo>
                    <a:lnTo>
                      <a:pt x="134" y="962"/>
                    </a:lnTo>
                    <a:lnTo>
                      <a:pt x="134" y="928"/>
                    </a:lnTo>
                    <a:lnTo>
                      <a:pt x="141" y="900"/>
                    </a:lnTo>
                    <a:lnTo>
                      <a:pt x="151" y="873"/>
                    </a:lnTo>
                    <a:lnTo>
                      <a:pt x="165" y="849"/>
                    </a:lnTo>
                    <a:lnTo>
                      <a:pt x="172" y="842"/>
                    </a:lnTo>
                    <a:lnTo>
                      <a:pt x="178" y="838"/>
                    </a:lnTo>
                    <a:lnTo>
                      <a:pt x="175" y="886"/>
                    </a:lnTo>
                    <a:lnTo>
                      <a:pt x="168" y="941"/>
                    </a:lnTo>
                    <a:lnTo>
                      <a:pt x="165" y="1000"/>
                    </a:lnTo>
                    <a:lnTo>
                      <a:pt x="161" y="10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3" name="Freeform 2873"/>
              <p:cNvSpPr>
                <a:spLocks/>
              </p:cNvSpPr>
              <p:nvPr/>
            </p:nvSpPr>
            <p:spPr bwMode="auto">
              <a:xfrm>
                <a:off x="1927225" y="1873250"/>
                <a:ext cx="381000" cy="769938"/>
              </a:xfrm>
              <a:custGeom>
                <a:avLst/>
                <a:gdLst>
                  <a:gd name="T0" fmla="*/ 230 w 240"/>
                  <a:gd name="T1" fmla="*/ 14 h 485"/>
                  <a:gd name="T2" fmla="*/ 230 w 240"/>
                  <a:gd name="T3" fmla="*/ 14 h 485"/>
                  <a:gd name="T4" fmla="*/ 240 w 240"/>
                  <a:gd name="T5" fmla="*/ 28 h 485"/>
                  <a:gd name="T6" fmla="*/ 240 w 240"/>
                  <a:gd name="T7" fmla="*/ 28 h 485"/>
                  <a:gd name="T8" fmla="*/ 237 w 240"/>
                  <a:gd name="T9" fmla="*/ 55 h 485"/>
                  <a:gd name="T10" fmla="*/ 230 w 240"/>
                  <a:gd name="T11" fmla="*/ 79 h 485"/>
                  <a:gd name="T12" fmla="*/ 216 w 240"/>
                  <a:gd name="T13" fmla="*/ 107 h 485"/>
                  <a:gd name="T14" fmla="*/ 216 w 240"/>
                  <a:gd name="T15" fmla="*/ 107 h 485"/>
                  <a:gd name="T16" fmla="*/ 210 w 240"/>
                  <a:gd name="T17" fmla="*/ 134 h 485"/>
                  <a:gd name="T18" fmla="*/ 199 w 240"/>
                  <a:gd name="T19" fmla="*/ 179 h 485"/>
                  <a:gd name="T20" fmla="*/ 179 w 240"/>
                  <a:gd name="T21" fmla="*/ 296 h 485"/>
                  <a:gd name="T22" fmla="*/ 168 w 240"/>
                  <a:gd name="T23" fmla="*/ 358 h 485"/>
                  <a:gd name="T24" fmla="*/ 155 w 240"/>
                  <a:gd name="T25" fmla="*/ 413 h 485"/>
                  <a:gd name="T26" fmla="*/ 144 w 240"/>
                  <a:gd name="T27" fmla="*/ 437 h 485"/>
                  <a:gd name="T28" fmla="*/ 137 w 240"/>
                  <a:gd name="T29" fmla="*/ 457 h 485"/>
                  <a:gd name="T30" fmla="*/ 127 w 240"/>
                  <a:gd name="T31" fmla="*/ 474 h 485"/>
                  <a:gd name="T32" fmla="*/ 113 w 240"/>
                  <a:gd name="T33" fmla="*/ 485 h 485"/>
                  <a:gd name="T34" fmla="*/ 113 w 240"/>
                  <a:gd name="T35" fmla="*/ 485 h 485"/>
                  <a:gd name="T36" fmla="*/ 93 w 240"/>
                  <a:gd name="T37" fmla="*/ 347 h 485"/>
                  <a:gd name="T38" fmla="*/ 72 w 240"/>
                  <a:gd name="T39" fmla="*/ 241 h 485"/>
                  <a:gd name="T40" fmla="*/ 62 w 240"/>
                  <a:gd name="T41" fmla="*/ 193 h 485"/>
                  <a:gd name="T42" fmla="*/ 51 w 240"/>
                  <a:gd name="T43" fmla="*/ 158 h 485"/>
                  <a:gd name="T44" fmla="*/ 51 w 240"/>
                  <a:gd name="T45" fmla="*/ 158 h 485"/>
                  <a:gd name="T46" fmla="*/ 38 w 240"/>
                  <a:gd name="T47" fmla="*/ 134 h 485"/>
                  <a:gd name="T48" fmla="*/ 27 w 240"/>
                  <a:gd name="T49" fmla="*/ 114 h 485"/>
                  <a:gd name="T50" fmla="*/ 10 w 240"/>
                  <a:gd name="T51" fmla="*/ 86 h 485"/>
                  <a:gd name="T52" fmla="*/ 3 w 240"/>
                  <a:gd name="T53" fmla="*/ 72 h 485"/>
                  <a:gd name="T54" fmla="*/ 0 w 240"/>
                  <a:gd name="T55" fmla="*/ 62 h 485"/>
                  <a:gd name="T56" fmla="*/ 0 w 240"/>
                  <a:gd name="T57" fmla="*/ 45 h 485"/>
                  <a:gd name="T58" fmla="*/ 3 w 240"/>
                  <a:gd name="T59" fmla="*/ 28 h 485"/>
                  <a:gd name="T60" fmla="*/ 3 w 240"/>
                  <a:gd name="T61" fmla="*/ 28 h 485"/>
                  <a:gd name="T62" fmla="*/ 17 w 240"/>
                  <a:gd name="T63" fmla="*/ 11 h 485"/>
                  <a:gd name="T64" fmla="*/ 24 w 240"/>
                  <a:gd name="T65" fmla="*/ 4 h 485"/>
                  <a:gd name="T66" fmla="*/ 27 w 240"/>
                  <a:gd name="T67" fmla="*/ 4 h 485"/>
                  <a:gd name="T68" fmla="*/ 27 w 240"/>
                  <a:gd name="T69" fmla="*/ 4 h 485"/>
                  <a:gd name="T70" fmla="*/ 27 w 240"/>
                  <a:gd name="T71" fmla="*/ 4 h 485"/>
                  <a:gd name="T72" fmla="*/ 31 w 240"/>
                  <a:gd name="T73" fmla="*/ 11 h 485"/>
                  <a:gd name="T74" fmla="*/ 34 w 240"/>
                  <a:gd name="T75" fmla="*/ 18 h 485"/>
                  <a:gd name="T76" fmla="*/ 45 w 240"/>
                  <a:gd name="T77" fmla="*/ 28 h 485"/>
                  <a:gd name="T78" fmla="*/ 45 w 240"/>
                  <a:gd name="T79" fmla="*/ 28 h 485"/>
                  <a:gd name="T80" fmla="*/ 69 w 240"/>
                  <a:gd name="T81" fmla="*/ 45 h 485"/>
                  <a:gd name="T82" fmla="*/ 89 w 240"/>
                  <a:gd name="T83" fmla="*/ 62 h 485"/>
                  <a:gd name="T84" fmla="*/ 100 w 240"/>
                  <a:gd name="T85" fmla="*/ 66 h 485"/>
                  <a:gd name="T86" fmla="*/ 110 w 240"/>
                  <a:gd name="T87" fmla="*/ 69 h 485"/>
                  <a:gd name="T88" fmla="*/ 124 w 240"/>
                  <a:gd name="T89" fmla="*/ 69 h 485"/>
                  <a:gd name="T90" fmla="*/ 137 w 240"/>
                  <a:gd name="T91" fmla="*/ 66 h 485"/>
                  <a:gd name="T92" fmla="*/ 137 w 240"/>
                  <a:gd name="T93" fmla="*/ 66 h 485"/>
                  <a:gd name="T94" fmla="*/ 158 w 240"/>
                  <a:gd name="T95" fmla="*/ 59 h 485"/>
                  <a:gd name="T96" fmla="*/ 175 w 240"/>
                  <a:gd name="T97" fmla="*/ 52 h 485"/>
                  <a:gd name="T98" fmla="*/ 189 w 240"/>
                  <a:gd name="T99" fmla="*/ 42 h 485"/>
                  <a:gd name="T100" fmla="*/ 199 w 240"/>
                  <a:gd name="T101" fmla="*/ 31 h 485"/>
                  <a:gd name="T102" fmla="*/ 210 w 240"/>
                  <a:gd name="T103" fmla="*/ 14 h 485"/>
                  <a:gd name="T104" fmla="*/ 213 w 240"/>
                  <a:gd name="T105" fmla="*/ 0 h 485"/>
                  <a:gd name="T106" fmla="*/ 213 w 240"/>
                  <a:gd name="T107" fmla="*/ 0 h 485"/>
                  <a:gd name="T108" fmla="*/ 220 w 240"/>
                  <a:gd name="T109" fmla="*/ 0 h 485"/>
                  <a:gd name="T110" fmla="*/ 230 w 240"/>
                  <a:gd name="T111" fmla="*/ 14 h 485"/>
                  <a:gd name="T112" fmla="*/ 230 w 240"/>
                  <a:gd name="T113" fmla="*/ 14 h 4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40"/>
                  <a:gd name="T172" fmla="*/ 0 h 485"/>
                  <a:gd name="T173" fmla="*/ 240 w 240"/>
                  <a:gd name="T174" fmla="*/ 485 h 48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40" h="485">
                    <a:moveTo>
                      <a:pt x="230" y="14"/>
                    </a:moveTo>
                    <a:lnTo>
                      <a:pt x="230" y="14"/>
                    </a:lnTo>
                    <a:lnTo>
                      <a:pt x="240" y="28"/>
                    </a:lnTo>
                    <a:lnTo>
                      <a:pt x="237" y="55"/>
                    </a:lnTo>
                    <a:lnTo>
                      <a:pt x="230" y="79"/>
                    </a:lnTo>
                    <a:lnTo>
                      <a:pt x="216" y="107"/>
                    </a:lnTo>
                    <a:lnTo>
                      <a:pt x="210" y="134"/>
                    </a:lnTo>
                    <a:lnTo>
                      <a:pt x="199" y="179"/>
                    </a:lnTo>
                    <a:lnTo>
                      <a:pt x="179" y="296"/>
                    </a:lnTo>
                    <a:lnTo>
                      <a:pt x="168" y="358"/>
                    </a:lnTo>
                    <a:lnTo>
                      <a:pt x="155" y="413"/>
                    </a:lnTo>
                    <a:lnTo>
                      <a:pt x="144" y="437"/>
                    </a:lnTo>
                    <a:lnTo>
                      <a:pt x="137" y="457"/>
                    </a:lnTo>
                    <a:lnTo>
                      <a:pt x="127" y="474"/>
                    </a:lnTo>
                    <a:lnTo>
                      <a:pt x="113" y="485"/>
                    </a:lnTo>
                    <a:lnTo>
                      <a:pt x="93" y="347"/>
                    </a:lnTo>
                    <a:lnTo>
                      <a:pt x="72" y="241"/>
                    </a:lnTo>
                    <a:lnTo>
                      <a:pt x="62" y="193"/>
                    </a:lnTo>
                    <a:lnTo>
                      <a:pt x="51" y="158"/>
                    </a:lnTo>
                    <a:lnTo>
                      <a:pt x="38" y="134"/>
                    </a:lnTo>
                    <a:lnTo>
                      <a:pt x="27" y="114"/>
                    </a:lnTo>
                    <a:lnTo>
                      <a:pt x="10" y="86"/>
                    </a:lnTo>
                    <a:lnTo>
                      <a:pt x="3" y="72"/>
                    </a:lnTo>
                    <a:lnTo>
                      <a:pt x="0" y="62"/>
                    </a:lnTo>
                    <a:lnTo>
                      <a:pt x="0" y="45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4" y="4"/>
                    </a:lnTo>
                    <a:lnTo>
                      <a:pt x="27" y="4"/>
                    </a:lnTo>
                    <a:lnTo>
                      <a:pt x="31" y="11"/>
                    </a:lnTo>
                    <a:lnTo>
                      <a:pt x="34" y="18"/>
                    </a:lnTo>
                    <a:lnTo>
                      <a:pt x="45" y="28"/>
                    </a:lnTo>
                    <a:lnTo>
                      <a:pt x="69" y="45"/>
                    </a:lnTo>
                    <a:lnTo>
                      <a:pt x="89" y="62"/>
                    </a:lnTo>
                    <a:lnTo>
                      <a:pt x="100" y="66"/>
                    </a:lnTo>
                    <a:lnTo>
                      <a:pt x="110" y="69"/>
                    </a:lnTo>
                    <a:lnTo>
                      <a:pt x="124" y="69"/>
                    </a:lnTo>
                    <a:lnTo>
                      <a:pt x="137" y="66"/>
                    </a:lnTo>
                    <a:lnTo>
                      <a:pt x="158" y="59"/>
                    </a:lnTo>
                    <a:lnTo>
                      <a:pt x="175" y="52"/>
                    </a:lnTo>
                    <a:lnTo>
                      <a:pt x="189" y="42"/>
                    </a:lnTo>
                    <a:lnTo>
                      <a:pt x="199" y="31"/>
                    </a:lnTo>
                    <a:lnTo>
                      <a:pt x="210" y="14"/>
                    </a:lnTo>
                    <a:lnTo>
                      <a:pt x="213" y="0"/>
                    </a:lnTo>
                    <a:lnTo>
                      <a:pt x="220" y="0"/>
                    </a:lnTo>
                    <a:lnTo>
                      <a:pt x="230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4" name="Freeform 2874"/>
              <p:cNvSpPr>
                <a:spLocks/>
              </p:cNvSpPr>
              <p:nvPr/>
            </p:nvSpPr>
            <p:spPr bwMode="auto">
              <a:xfrm>
                <a:off x="2052638" y="1987550"/>
                <a:ext cx="141288" cy="720725"/>
              </a:xfrm>
              <a:custGeom>
                <a:avLst/>
                <a:gdLst>
                  <a:gd name="T0" fmla="*/ 89 w 89"/>
                  <a:gd name="T1" fmla="*/ 375 h 454"/>
                  <a:gd name="T2" fmla="*/ 89 w 89"/>
                  <a:gd name="T3" fmla="*/ 375 h 454"/>
                  <a:gd name="T4" fmla="*/ 86 w 89"/>
                  <a:gd name="T5" fmla="*/ 341 h 454"/>
                  <a:gd name="T6" fmla="*/ 82 w 89"/>
                  <a:gd name="T7" fmla="*/ 275 h 454"/>
                  <a:gd name="T8" fmla="*/ 69 w 89"/>
                  <a:gd name="T9" fmla="*/ 148 h 454"/>
                  <a:gd name="T10" fmla="*/ 69 w 89"/>
                  <a:gd name="T11" fmla="*/ 148 h 454"/>
                  <a:gd name="T12" fmla="*/ 65 w 89"/>
                  <a:gd name="T13" fmla="*/ 121 h 454"/>
                  <a:gd name="T14" fmla="*/ 58 w 89"/>
                  <a:gd name="T15" fmla="*/ 97 h 454"/>
                  <a:gd name="T16" fmla="*/ 48 w 89"/>
                  <a:gd name="T17" fmla="*/ 69 h 454"/>
                  <a:gd name="T18" fmla="*/ 48 w 89"/>
                  <a:gd name="T19" fmla="*/ 69 h 454"/>
                  <a:gd name="T20" fmla="*/ 52 w 89"/>
                  <a:gd name="T21" fmla="*/ 59 h 454"/>
                  <a:gd name="T22" fmla="*/ 62 w 89"/>
                  <a:gd name="T23" fmla="*/ 42 h 454"/>
                  <a:gd name="T24" fmla="*/ 72 w 89"/>
                  <a:gd name="T25" fmla="*/ 18 h 454"/>
                  <a:gd name="T26" fmla="*/ 72 w 89"/>
                  <a:gd name="T27" fmla="*/ 18 h 454"/>
                  <a:gd name="T28" fmla="*/ 69 w 89"/>
                  <a:gd name="T29" fmla="*/ 14 h 454"/>
                  <a:gd name="T30" fmla="*/ 62 w 89"/>
                  <a:gd name="T31" fmla="*/ 7 h 454"/>
                  <a:gd name="T32" fmla="*/ 52 w 89"/>
                  <a:gd name="T33" fmla="*/ 4 h 454"/>
                  <a:gd name="T34" fmla="*/ 41 w 89"/>
                  <a:gd name="T35" fmla="*/ 0 h 454"/>
                  <a:gd name="T36" fmla="*/ 41 w 89"/>
                  <a:gd name="T37" fmla="*/ 0 h 454"/>
                  <a:gd name="T38" fmla="*/ 31 w 89"/>
                  <a:gd name="T39" fmla="*/ 4 h 454"/>
                  <a:gd name="T40" fmla="*/ 21 w 89"/>
                  <a:gd name="T41" fmla="*/ 11 h 454"/>
                  <a:gd name="T42" fmla="*/ 14 w 89"/>
                  <a:gd name="T43" fmla="*/ 21 h 454"/>
                  <a:gd name="T44" fmla="*/ 14 w 89"/>
                  <a:gd name="T45" fmla="*/ 25 h 454"/>
                  <a:gd name="T46" fmla="*/ 14 w 89"/>
                  <a:gd name="T47" fmla="*/ 31 h 454"/>
                  <a:gd name="T48" fmla="*/ 14 w 89"/>
                  <a:gd name="T49" fmla="*/ 31 h 454"/>
                  <a:gd name="T50" fmla="*/ 24 w 89"/>
                  <a:gd name="T51" fmla="*/ 49 h 454"/>
                  <a:gd name="T52" fmla="*/ 24 w 89"/>
                  <a:gd name="T53" fmla="*/ 55 h 454"/>
                  <a:gd name="T54" fmla="*/ 24 w 89"/>
                  <a:gd name="T55" fmla="*/ 66 h 454"/>
                  <a:gd name="T56" fmla="*/ 24 w 89"/>
                  <a:gd name="T57" fmla="*/ 66 h 454"/>
                  <a:gd name="T58" fmla="*/ 10 w 89"/>
                  <a:gd name="T59" fmla="*/ 217 h 454"/>
                  <a:gd name="T60" fmla="*/ 3 w 89"/>
                  <a:gd name="T61" fmla="*/ 317 h 454"/>
                  <a:gd name="T62" fmla="*/ 0 w 89"/>
                  <a:gd name="T63" fmla="*/ 371 h 454"/>
                  <a:gd name="T64" fmla="*/ 0 w 89"/>
                  <a:gd name="T65" fmla="*/ 371 h 454"/>
                  <a:gd name="T66" fmla="*/ 7 w 89"/>
                  <a:gd name="T67" fmla="*/ 406 h 454"/>
                  <a:gd name="T68" fmla="*/ 14 w 89"/>
                  <a:gd name="T69" fmla="*/ 426 h 454"/>
                  <a:gd name="T70" fmla="*/ 24 w 89"/>
                  <a:gd name="T71" fmla="*/ 444 h 454"/>
                  <a:gd name="T72" fmla="*/ 31 w 89"/>
                  <a:gd name="T73" fmla="*/ 450 h 454"/>
                  <a:gd name="T74" fmla="*/ 38 w 89"/>
                  <a:gd name="T75" fmla="*/ 454 h 454"/>
                  <a:gd name="T76" fmla="*/ 45 w 89"/>
                  <a:gd name="T77" fmla="*/ 454 h 454"/>
                  <a:gd name="T78" fmla="*/ 52 w 89"/>
                  <a:gd name="T79" fmla="*/ 450 h 454"/>
                  <a:gd name="T80" fmla="*/ 62 w 89"/>
                  <a:gd name="T81" fmla="*/ 440 h 454"/>
                  <a:gd name="T82" fmla="*/ 69 w 89"/>
                  <a:gd name="T83" fmla="*/ 426 h 454"/>
                  <a:gd name="T84" fmla="*/ 79 w 89"/>
                  <a:gd name="T85" fmla="*/ 402 h 454"/>
                  <a:gd name="T86" fmla="*/ 89 w 89"/>
                  <a:gd name="T87" fmla="*/ 375 h 454"/>
                  <a:gd name="T88" fmla="*/ 89 w 89"/>
                  <a:gd name="T89" fmla="*/ 375 h 45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9"/>
                  <a:gd name="T136" fmla="*/ 0 h 454"/>
                  <a:gd name="T137" fmla="*/ 89 w 89"/>
                  <a:gd name="T138" fmla="*/ 454 h 45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9" h="454">
                    <a:moveTo>
                      <a:pt x="89" y="375"/>
                    </a:moveTo>
                    <a:lnTo>
                      <a:pt x="89" y="375"/>
                    </a:lnTo>
                    <a:lnTo>
                      <a:pt x="86" y="341"/>
                    </a:lnTo>
                    <a:lnTo>
                      <a:pt x="82" y="275"/>
                    </a:lnTo>
                    <a:lnTo>
                      <a:pt x="69" y="148"/>
                    </a:lnTo>
                    <a:lnTo>
                      <a:pt x="65" y="121"/>
                    </a:lnTo>
                    <a:lnTo>
                      <a:pt x="58" y="97"/>
                    </a:lnTo>
                    <a:lnTo>
                      <a:pt x="48" y="69"/>
                    </a:lnTo>
                    <a:lnTo>
                      <a:pt x="52" y="59"/>
                    </a:lnTo>
                    <a:lnTo>
                      <a:pt x="62" y="42"/>
                    </a:lnTo>
                    <a:lnTo>
                      <a:pt x="72" y="18"/>
                    </a:lnTo>
                    <a:lnTo>
                      <a:pt x="69" y="14"/>
                    </a:lnTo>
                    <a:lnTo>
                      <a:pt x="62" y="7"/>
                    </a:lnTo>
                    <a:lnTo>
                      <a:pt x="52" y="4"/>
                    </a:lnTo>
                    <a:lnTo>
                      <a:pt x="41" y="0"/>
                    </a:lnTo>
                    <a:lnTo>
                      <a:pt x="31" y="4"/>
                    </a:lnTo>
                    <a:lnTo>
                      <a:pt x="21" y="11"/>
                    </a:lnTo>
                    <a:lnTo>
                      <a:pt x="14" y="21"/>
                    </a:lnTo>
                    <a:lnTo>
                      <a:pt x="14" y="25"/>
                    </a:lnTo>
                    <a:lnTo>
                      <a:pt x="14" y="31"/>
                    </a:lnTo>
                    <a:lnTo>
                      <a:pt x="24" y="49"/>
                    </a:lnTo>
                    <a:lnTo>
                      <a:pt x="24" y="55"/>
                    </a:lnTo>
                    <a:lnTo>
                      <a:pt x="24" y="66"/>
                    </a:lnTo>
                    <a:lnTo>
                      <a:pt x="10" y="217"/>
                    </a:lnTo>
                    <a:lnTo>
                      <a:pt x="3" y="317"/>
                    </a:lnTo>
                    <a:lnTo>
                      <a:pt x="0" y="371"/>
                    </a:lnTo>
                    <a:lnTo>
                      <a:pt x="7" y="406"/>
                    </a:lnTo>
                    <a:lnTo>
                      <a:pt x="14" y="426"/>
                    </a:lnTo>
                    <a:lnTo>
                      <a:pt x="24" y="444"/>
                    </a:lnTo>
                    <a:lnTo>
                      <a:pt x="31" y="450"/>
                    </a:lnTo>
                    <a:lnTo>
                      <a:pt x="38" y="454"/>
                    </a:lnTo>
                    <a:lnTo>
                      <a:pt x="45" y="454"/>
                    </a:lnTo>
                    <a:lnTo>
                      <a:pt x="52" y="450"/>
                    </a:lnTo>
                    <a:lnTo>
                      <a:pt x="62" y="440"/>
                    </a:lnTo>
                    <a:lnTo>
                      <a:pt x="69" y="426"/>
                    </a:lnTo>
                    <a:lnTo>
                      <a:pt x="79" y="402"/>
                    </a:lnTo>
                    <a:lnTo>
                      <a:pt x="89" y="3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5" name="Freeform 2875"/>
              <p:cNvSpPr>
                <a:spLocks/>
              </p:cNvSpPr>
              <p:nvPr/>
            </p:nvSpPr>
            <p:spPr bwMode="auto">
              <a:xfrm>
                <a:off x="1562100" y="3378200"/>
                <a:ext cx="136525" cy="185738"/>
              </a:xfrm>
              <a:custGeom>
                <a:avLst/>
                <a:gdLst>
                  <a:gd name="T0" fmla="*/ 55 w 86"/>
                  <a:gd name="T1" fmla="*/ 0 h 117"/>
                  <a:gd name="T2" fmla="*/ 55 w 86"/>
                  <a:gd name="T3" fmla="*/ 0 h 117"/>
                  <a:gd name="T4" fmla="*/ 48 w 86"/>
                  <a:gd name="T5" fmla="*/ 11 h 117"/>
                  <a:gd name="T6" fmla="*/ 31 w 86"/>
                  <a:gd name="T7" fmla="*/ 31 h 117"/>
                  <a:gd name="T8" fmla="*/ 10 w 86"/>
                  <a:gd name="T9" fmla="*/ 62 h 117"/>
                  <a:gd name="T10" fmla="*/ 3 w 86"/>
                  <a:gd name="T11" fmla="*/ 79 h 117"/>
                  <a:gd name="T12" fmla="*/ 0 w 86"/>
                  <a:gd name="T13" fmla="*/ 97 h 117"/>
                  <a:gd name="T14" fmla="*/ 27 w 86"/>
                  <a:gd name="T15" fmla="*/ 117 h 117"/>
                  <a:gd name="T16" fmla="*/ 27 w 86"/>
                  <a:gd name="T17" fmla="*/ 117 h 117"/>
                  <a:gd name="T18" fmla="*/ 27 w 86"/>
                  <a:gd name="T19" fmla="*/ 104 h 117"/>
                  <a:gd name="T20" fmla="*/ 34 w 86"/>
                  <a:gd name="T21" fmla="*/ 73 h 117"/>
                  <a:gd name="T22" fmla="*/ 41 w 86"/>
                  <a:gd name="T23" fmla="*/ 59 h 117"/>
                  <a:gd name="T24" fmla="*/ 51 w 86"/>
                  <a:gd name="T25" fmla="*/ 42 h 117"/>
                  <a:gd name="T26" fmla="*/ 65 w 86"/>
                  <a:gd name="T27" fmla="*/ 31 h 117"/>
                  <a:gd name="T28" fmla="*/ 86 w 86"/>
                  <a:gd name="T29" fmla="*/ 25 h 117"/>
                  <a:gd name="T30" fmla="*/ 55 w 86"/>
                  <a:gd name="T31" fmla="*/ 0 h 1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6"/>
                  <a:gd name="T49" fmla="*/ 0 h 117"/>
                  <a:gd name="T50" fmla="*/ 86 w 86"/>
                  <a:gd name="T51" fmla="*/ 117 h 1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6" h="117">
                    <a:moveTo>
                      <a:pt x="55" y="0"/>
                    </a:moveTo>
                    <a:lnTo>
                      <a:pt x="55" y="0"/>
                    </a:lnTo>
                    <a:lnTo>
                      <a:pt x="48" y="11"/>
                    </a:lnTo>
                    <a:lnTo>
                      <a:pt x="31" y="31"/>
                    </a:lnTo>
                    <a:lnTo>
                      <a:pt x="10" y="62"/>
                    </a:lnTo>
                    <a:lnTo>
                      <a:pt x="3" y="79"/>
                    </a:lnTo>
                    <a:lnTo>
                      <a:pt x="0" y="97"/>
                    </a:lnTo>
                    <a:lnTo>
                      <a:pt x="27" y="117"/>
                    </a:lnTo>
                    <a:lnTo>
                      <a:pt x="27" y="104"/>
                    </a:lnTo>
                    <a:lnTo>
                      <a:pt x="34" y="73"/>
                    </a:lnTo>
                    <a:lnTo>
                      <a:pt x="41" y="59"/>
                    </a:lnTo>
                    <a:lnTo>
                      <a:pt x="51" y="42"/>
                    </a:lnTo>
                    <a:lnTo>
                      <a:pt x="65" y="31"/>
                    </a:lnTo>
                    <a:lnTo>
                      <a:pt x="86" y="25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6" name="Freeform 2876"/>
              <p:cNvSpPr>
                <a:spLocks/>
              </p:cNvSpPr>
              <p:nvPr/>
            </p:nvSpPr>
            <p:spPr bwMode="auto">
              <a:xfrm>
                <a:off x="1136650" y="3400425"/>
                <a:ext cx="976313" cy="1155700"/>
              </a:xfrm>
              <a:custGeom>
                <a:avLst/>
                <a:gdLst>
                  <a:gd name="T0" fmla="*/ 591 w 615"/>
                  <a:gd name="T1" fmla="*/ 172 h 728"/>
                  <a:gd name="T2" fmla="*/ 591 w 615"/>
                  <a:gd name="T3" fmla="*/ 172 h 728"/>
                  <a:gd name="T4" fmla="*/ 395 w 615"/>
                  <a:gd name="T5" fmla="*/ 86 h 728"/>
                  <a:gd name="T6" fmla="*/ 254 w 615"/>
                  <a:gd name="T7" fmla="*/ 28 h 728"/>
                  <a:gd name="T8" fmla="*/ 203 w 615"/>
                  <a:gd name="T9" fmla="*/ 7 h 728"/>
                  <a:gd name="T10" fmla="*/ 179 w 615"/>
                  <a:gd name="T11" fmla="*/ 0 h 728"/>
                  <a:gd name="T12" fmla="*/ 179 w 615"/>
                  <a:gd name="T13" fmla="*/ 0 h 728"/>
                  <a:gd name="T14" fmla="*/ 137 w 615"/>
                  <a:gd name="T15" fmla="*/ 4 h 728"/>
                  <a:gd name="T16" fmla="*/ 124 w 615"/>
                  <a:gd name="T17" fmla="*/ 7 h 728"/>
                  <a:gd name="T18" fmla="*/ 106 w 615"/>
                  <a:gd name="T19" fmla="*/ 17 h 728"/>
                  <a:gd name="T20" fmla="*/ 106 w 615"/>
                  <a:gd name="T21" fmla="*/ 17 h 728"/>
                  <a:gd name="T22" fmla="*/ 103 w 615"/>
                  <a:gd name="T23" fmla="*/ 21 h 728"/>
                  <a:gd name="T24" fmla="*/ 96 w 615"/>
                  <a:gd name="T25" fmla="*/ 38 h 728"/>
                  <a:gd name="T26" fmla="*/ 82 w 615"/>
                  <a:gd name="T27" fmla="*/ 83 h 728"/>
                  <a:gd name="T28" fmla="*/ 48 w 615"/>
                  <a:gd name="T29" fmla="*/ 220 h 728"/>
                  <a:gd name="T30" fmla="*/ 17 w 615"/>
                  <a:gd name="T31" fmla="*/ 361 h 728"/>
                  <a:gd name="T32" fmla="*/ 0 w 615"/>
                  <a:gd name="T33" fmla="*/ 450 h 728"/>
                  <a:gd name="T34" fmla="*/ 0 w 615"/>
                  <a:gd name="T35" fmla="*/ 450 h 728"/>
                  <a:gd name="T36" fmla="*/ 0 w 615"/>
                  <a:gd name="T37" fmla="*/ 481 h 728"/>
                  <a:gd name="T38" fmla="*/ 3 w 615"/>
                  <a:gd name="T39" fmla="*/ 491 h 728"/>
                  <a:gd name="T40" fmla="*/ 7 w 615"/>
                  <a:gd name="T41" fmla="*/ 498 h 728"/>
                  <a:gd name="T42" fmla="*/ 17 w 615"/>
                  <a:gd name="T43" fmla="*/ 509 h 728"/>
                  <a:gd name="T44" fmla="*/ 38 w 615"/>
                  <a:gd name="T45" fmla="*/ 526 h 728"/>
                  <a:gd name="T46" fmla="*/ 38 w 615"/>
                  <a:gd name="T47" fmla="*/ 526 h 728"/>
                  <a:gd name="T48" fmla="*/ 69 w 615"/>
                  <a:gd name="T49" fmla="*/ 543 h 728"/>
                  <a:gd name="T50" fmla="*/ 127 w 615"/>
                  <a:gd name="T51" fmla="*/ 570 h 728"/>
                  <a:gd name="T52" fmla="*/ 288 w 615"/>
                  <a:gd name="T53" fmla="*/ 639 h 728"/>
                  <a:gd name="T54" fmla="*/ 512 w 615"/>
                  <a:gd name="T55" fmla="*/ 728 h 728"/>
                  <a:gd name="T56" fmla="*/ 512 w 615"/>
                  <a:gd name="T57" fmla="*/ 728 h 728"/>
                  <a:gd name="T58" fmla="*/ 536 w 615"/>
                  <a:gd name="T59" fmla="*/ 643 h 728"/>
                  <a:gd name="T60" fmla="*/ 560 w 615"/>
                  <a:gd name="T61" fmla="*/ 553 h 728"/>
                  <a:gd name="T62" fmla="*/ 584 w 615"/>
                  <a:gd name="T63" fmla="*/ 450 h 728"/>
                  <a:gd name="T64" fmla="*/ 604 w 615"/>
                  <a:gd name="T65" fmla="*/ 347 h 728"/>
                  <a:gd name="T66" fmla="*/ 611 w 615"/>
                  <a:gd name="T67" fmla="*/ 302 h 728"/>
                  <a:gd name="T68" fmla="*/ 615 w 615"/>
                  <a:gd name="T69" fmla="*/ 258 h 728"/>
                  <a:gd name="T70" fmla="*/ 615 w 615"/>
                  <a:gd name="T71" fmla="*/ 223 h 728"/>
                  <a:gd name="T72" fmla="*/ 611 w 615"/>
                  <a:gd name="T73" fmla="*/ 196 h 728"/>
                  <a:gd name="T74" fmla="*/ 608 w 615"/>
                  <a:gd name="T75" fmla="*/ 186 h 728"/>
                  <a:gd name="T76" fmla="*/ 604 w 615"/>
                  <a:gd name="T77" fmla="*/ 179 h 728"/>
                  <a:gd name="T78" fmla="*/ 598 w 615"/>
                  <a:gd name="T79" fmla="*/ 172 h 728"/>
                  <a:gd name="T80" fmla="*/ 591 w 615"/>
                  <a:gd name="T81" fmla="*/ 172 h 728"/>
                  <a:gd name="T82" fmla="*/ 591 w 615"/>
                  <a:gd name="T83" fmla="*/ 172 h 7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15"/>
                  <a:gd name="T127" fmla="*/ 0 h 728"/>
                  <a:gd name="T128" fmla="*/ 615 w 615"/>
                  <a:gd name="T129" fmla="*/ 728 h 7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15" h="728">
                    <a:moveTo>
                      <a:pt x="591" y="172"/>
                    </a:moveTo>
                    <a:lnTo>
                      <a:pt x="591" y="172"/>
                    </a:lnTo>
                    <a:lnTo>
                      <a:pt x="395" y="86"/>
                    </a:lnTo>
                    <a:lnTo>
                      <a:pt x="254" y="28"/>
                    </a:lnTo>
                    <a:lnTo>
                      <a:pt x="203" y="7"/>
                    </a:lnTo>
                    <a:lnTo>
                      <a:pt x="179" y="0"/>
                    </a:lnTo>
                    <a:lnTo>
                      <a:pt x="137" y="4"/>
                    </a:lnTo>
                    <a:lnTo>
                      <a:pt x="124" y="7"/>
                    </a:lnTo>
                    <a:lnTo>
                      <a:pt x="106" y="17"/>
                    </a:lnTo>
                    <a:lnTo>
                      <a:pt x="103" y="21"/>
                    </a:lnTo>
                    <a:lnTo>
                      <a:pt x="96" y="38"/>
                    </a:lnTo>
                    <a:lnTo>
                      <a:pt x="82" y="83"/>
                    </a:lnTo>
                    <a:lnTo>
                      <a:pt x="48" y="220"/>
                    </a:lnTo>
                    <a:lnTo>
                      <a:pt x="17" y="361"/>
                    </a:lnTo>
                    <a:lnTo>
                      <a:pt x="0" y="450"/>
                    </a:lnTo>
                    <a:lnTo>
                      <a:pt x="0" y="481"/>
                    </a:lnTo>
                    <a:lnTo>
                      <a:pt x="3" y="491"/>
                    </a:lnTo>
                    <a:lnTo>
                      <a:pt x="7" y="498"/>
                    </a:lnTo>
                    <a:lnTo>
                      <a:pt x="17" y="509"/>
                    </a:lnTo>
                    <a:lnTo>
                      <a:pt x="38" y="526"/>
                    </a:lnTo>
                    <a:lnTo>
                      <a:pt x="69" y="543"/>
                    </a:lnTo>
                    <a:lnTo>
                      <a:pt x="127" y="570"/>
                    </a:lnTo>
                    <a:lnTo>
                      <a:pt x="288" y="639"/>
                    </a:lnTo>
                    <a:lnTo>
                      <a:pt x="512" y="728"/>
                    </a:lnTo>
                    <a:lnTo>
                      <a:pt x="536" y="643"/>
                    </a:lnTo>
                    <a:lnTo>
                      <a:pt x="560" y="553"/>
                    </a:lnTo>
                    <a:lnTo>
                      <a:pt x="584" y="450"/>
                    </a:lnTo>
                    <a:lnTo>
                      <a:pt x="604" y="347"/>
                    </a:lnTo>
                    <a:lnTo>
                      <a:pt x="611" y="302"/>
                    </a:lnTo>
                    <a:lnTo>
                      <a:pt x="615" y="258"/>
                    </a:lnTo>
                    <a:lnTo>
                      <a:pt x="615" y="223"/>
                    </a:lnTo>
                    <a:lnTo>
                      <a:pt x="611" y="196"/>
                    </a:lnTo>
                    <a:lnTo>
                      <a:pt x="608" y="186"/>
                    </a:lnTo>
                    <a:lnTo>
                      <a:pt x="604" y="179"/>
                    </a:lnTo>
                    <a:lnTo>
                      <a:pt x="598" y="172"/>
                    </a:lnTo>
                    <a:lnTo>
                      <a:pt x="591" y="1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  <p:grpSp>
          <p:nvGrpSpPr>
            <p:cNvPr id="23" name="组合 5281"/>
            <p:cNvGrpSpPr>
              <a:grpSpLocks/>
            </p:cNvGrpSpPr>
            <p:nvPr/>
          </p:nvGrpSpPr>
          <p:grpSpPr bwMode="auto">
            <a:xfrm>
              <a:off x="1857351" y="928671"/>
              <a:ext cx="431700" cy="1714528"/>
              <a:chOff x="4287838" y="428625"/>
              <a:chExt cx="1504950" cy="5976938"/>
            </a:xfrm>
            <a:grpFill/>
          </p:grpSpPr>
          <p:sp>
            <p:nvSpPr>
              <p:cNvPr id="24" name="Freeform 2815"/>
              <p:cNvSpPr>
                <a:spLocks/>
              </p:cNvSpPr>
              <p:nvPr/>
            </p:nvSpPr>
            <p:spPr bwMode="auto">
              <a:xfrm>
                <a:off x="4811713" y="1109663"/>
                <a:ext cx="246063" cy="180975"/>
              </a:xfrm>
              <a:custGeom>
                <a:avLst/>
                <a:gdLst>
                  <a:gd name="T0" fmla="*/ 141 w 155"/>
                  <a:gd name="T1" fmla="*/ 93 h 114"/>
                  <a:gd name="T2" fmla="*/ 155 w 155"/>
                  <a:gd name="T3" fmla="*/ 55 h 114"/>
                  <a:gd name="T4" fmla="*/ 141 w 155"/>
                  <a:gd name="T5" fmla="*/ 21 h 114"/>
                  <a:gd name="T6" fmla="*/ 155 w 155"/>
                  <a:gd name="T7" fmla="*/ 0 h 114"/>
                  <a:gd name="T8" fmla="*/ 127 w 155"/>
                  <a:gd name="T9" fmla="*/ 0 h 114"/>
                  <a:gd name="T10" fmla="*/ 114 w 155"/>
                  <a:gd name="T11" fmla="*/ 21 h 114"/>
                  <a:gd name="T12" fmla="*/ 83 w 155"/>
                  <a:gd name="T13" fmla="*/ 21 h 114"/>
                  <a:gd name="T14" fmla="*/ 83 w 155"/>
                  <a:gd name="T15" fmla="*/ 38 h 114"/>
                  <a:gd name="T16" fmla="*/ 55 w 155"/>
                  <a:gd name="T17" fmla="*/ 21 h 114"/>
                  <a:gd name="T18" fmla="*/ 0 w 155"/>
                  <a:gd name="T19" fmla="*/ 21 h 114"/>
                  <a:gd name="T20" fmla="*/ 24 w 155"/>
                  <a:gd name="T21" fmla="*/ 76 h 114"/>
                  <a:gd name="T22" fmla="*/ 55 w 155"/>
                  <a:gd name="T23" fmla="*/ 114 h 114"/>
                  <a:gd name="T24" fmla="*/ 96 w 155"/>
                  <a:gd name="T25" fmla="*/ 93 h 114"/>
                  <a:gd name="T26" fmla="*/ 141 w 155"/>
                  <a:gd name="T27" fmla="*/ 93 h 11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55"/>
                  <a:gd name="T43" fmla="*/ 0 h 114"/>
                  <a:gd name="T44" fmla="*/ 155 w 155"/>
                  <a:gd name="T45" fmla="*/ 114 h 11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55" h="114">
                    <a:moveTo>
                      <a:pt x="141" y="93"/>
                    </a:moveTo>
                    <a:lnTo>
                      <a:pt x="155" y="55"/>
                    </a:lnTo>
                    <a:lnTo>
                      <a:pt x="141" y="21"/>
                    </a:lnTo>
                    <a:lnTo>
                      <a:pt x="155" y="0"/>
                    </a:lnTo>
                    <a:lnTo>
                      <a:pt x="127" y="0"/>
                    </a:lnTo>
                    <a:lnTo>
                      <a:pt x="114" y="21"/>
                    </a:lnTo>
                    <a:lnTo>
                      <a:pt x="83" y="21"/>
                    </a:lnTo>
                    <a:lnTo>
                      <a:pt x="83" y="38"/>
                    </a:lnTo>
                    <a:lnTo>
                      <a:pt x="55" y="21"/>
                    </a:lnTo>
                    <a:lnTo>
                      <a:pt x="0" y="21"/>
                    </a:lnTo>
                    <a:lnTo>
                      <a:pt x="24" y="76"/>
                    </a:lnTo>
                    <a:lnTo>
                      <a:pt x="55" y="114"/>
                    </a:lnTo>
                    <a:lnTo>
                      <a:pt x="96" y="93"/>
                    </a:lnTo>
                    <a:lnTo>
                      <a:pt x="141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25" name="Freeform 2877"/>
              <p:cNvSpPr>
                <a:spLocks/>
              </p:cNvSpPr>
              <p:nvPr/>
            </p:nvSpPr>
            <p:spPr bwMode="auto">
              <a:xfrm>
                <a:off x="4287838" y="428625"/>
                <a:ext cx="1504950" cy="5976938"/>
              </a:xfrm>
              <a:custGeom>
                <a:avLst/>
                <a:gdLst>
                  <a:gd name="T0" fmla="*/ 876 w 948"/>
                  <a:gd name="T1" fmla="*/ 1068 h 3765"/>
                  <a:gd name="T2" fmla="*/ 811 w 948"/>
                  <a:gd name="T3" fmla="*/ 745 h 3765"/>
                  <a:gd name="T4" fmla="*/ 732 w 948"/>
                  <a:gd name="T5" fmla="*/ 622 h 3765"/>
                  <a:gd name="T6" fmla="*/ 602 w 948"/>
                  <a:gd name="T7" fmla="*/ 570 h 3765"/>
                  <a:gd name="T8" fmla="*/ 612 w 948"/>
                  <a:gd name="T9" fmla="*/ 536 h 3765"/>
                  <a:gd name="T10" fmla="*/ 632 w 948"/>
                  <a:gd name="T11" fmla="*/ 419 h 3765"/>
                  <a:gd name="T12" fmla="*/ 632 w 948"/>
                  <a:gd name="T13" fmla="*/ 110 h 3765"/>
                  <a:gd name="T14" fmla="*/ 567 w 948"/>
                  <a:gd name="T15" fmla="*/ 21 h 3765"/>
                  <a:gd name="T16" fmla="*/ 426 w 948"/>
                  <a:gd name="T17" fmla="*/ 3 h 3765"/>
                  <a:gd name="T18" fmla="*/ 306 w 948"/>
                  <a:gd name="T19" fmla="*/ 72 h 3765"/>
                  <a:gd name="T20" fmla="*/ 265 w 948"/>
                  <a:gd name="T21" fmla="*/ 206 h 3765"/>
                  <a:gd name="T22" fmla="*/ 255 w 948"/>
                  <a:gd name="T23" fmla="*/ 532 h 3765"/>
                  <a:gd name="T24" fmla="*/ 241 w 948"/>
                  <a:gd name="T25" fmla="*/ 584 h 3765"/>
                  <a:gd name="T26" fmla="*/ 73 w 948"/>
                  <a:gd name="T27" fmla="*/ 639 h 3765"/>
                  <a:gd name="T28" fmla="*/ 21 w 948"/>
                  <a:gd name="T29" fmla="*/ 773 h 3765"/>
                  <a:gd name="T30" fmla="*/ 4 w 948"/>
                  <a:gd name="T31" fmla="*/ 1584 h 3765"/>
                  <a:gd name="T32" fmla="*/ 11 w 948"/>
                  <a:gd name="T33" fmla="*/ 1865 h 3765"/>
                  <a:gd name="T34" fmla="*/ 73 w 948"/>
                  <a:gd name="T35" fmla="*/ 1955 h 3765"/>
                  <a:gd name="T36" fmla="*/ 100 w 948"/>
                  <a:gd name="T37" fmla="*/ 1944 h 3765"/>
                  <a:gd name="T38" fmla="*/ 121 w 948"/>
                  <a:gd name="T39" fmla="*/ 1900 h 3765"/>
                  <a:gd name="T40" fmla="*/ 100 w 948"/>
                  <a:gd name="T41" fmla="*/ 1848 h 3765"/>
                  <a:gd name="T42" fmla="*/ 121 w 948"/>
                  <a:gd name="T43" fmla="*/ 1773 h 3765"/>
                  <a:gd name="T44" fmla="*/ 134 w 948"/>
                  <a:gd name="T45" fmla="*/ 1491 h 3765"/>
                  <a:gd name="T46" fmla="*/ 134 w 948"/>
                  <a:gd name="T47" fmla="*/ 1965 h 3765"/>
                  <a:gd name="T48" fmla="*/ 121 w 948"/>
                  <a:gd name="T49" fmla="*/ 2199 h 3765"/>
                  <a:gd name="T50" fmla="*/ 103 w 948"/>
                  <a:gd name="T51" fmla="*/ 2346 h 3765"/>
                  <a:gd name="T52" fmla="*/ 97 w 948"/>
                  <a:gd name="T53" fmla="*/ 2491 h 3765"/>
                  <a:gd name="T54" fmla="*/ 217 w 948"/>
                  <a:gd name="T55" fmla="*/ 2559 h 3765"/>
                  <a:gd name="T56" fmla="*/ 217 w 948"/>
                  <a:gd name="T57" fmla="*/ 2776 h 3765"/>
                  <a:gd name="T58" fmla="*/ 206 w 948"/>
                  <a:gd name="T59" fmla="*/ 3298 h 3765"/>
                  <a:gd name="T60" fmla="*/ 165 w 948"/>
                  <a:gd name="T61" fmla="*/ 3597 h 3765"/>
                  <a:gd name="T62" fmla="*/ 200 w 948"/>
                  <a:gd name="T63" fmla="*/ 3755 h 3765"/>
                  <a:gd name="T64" fmla="*/ 255 w 948"/>
                  <a:gd name="T65" fmla="*/ 3751 h 3765"/>
                  <a:gd name="T66" fmla="*/ 275 w 948"/>
                  <a:gd name="T67" fmla="*/ 3521 h 3765"/>
                  <a:gd name="T68" fmla="*/ 364 w 948"/>
                  <a:gd name="T69" fmla="*/ 2903 h 3765"/>
                  <a:gd name="T70" fmla="*/ 389 w 948"/>
                  <a:gd name="T71" fmla="*/ 2573 h 3765"/>
                  <a:gd name="T72" fmla="*/ 495 w 948"/>
                  <a:gd name="T73" fmla="*/ 2511 h 3765"/>
                  <a:gd name="T74" fmla="*/ 540 w 948"/>
                  <a:gd name="T75" fmla="*/ 2552 h 3765"/>
                  <a:gd name="T76" fmla="*/ 529 w 948"/>
                  <a:gd name="T77" fmla="*/ 2947 h 3765"/>
                  <a:gd name="T78" fmla="*/ 557 w 948"/>
                  <a:gd name="T79" fmla="*/ 3346 h 3765"/>
                  <a:gd name="T80" fmla="*/ 529 w 948"/>
                  <a:gd name="T81" fmla="*/ 3504 h 3765"/>
                  <a:gd name="T82" fmla="*/ 584 w 948"/>
                  <a:gd name="T83" fmla="*/ 3624 h 3765"/>
                  <a:gd name="T84" fmla="*/ 605 w 948"/>
                  <a:gd name="T85" fmla="*/ 3700 h 3765"/>
                  <a:gd name="T86" fmla="*/ 732 w 948"/>
                  <a:gd name="T87" fmla="*/ 3741 h 3765"/>
                  <a:gd name="T88" fmla="*/ 715 w 948"/>
                  <a:gd name="T89" fmla="*/ 3652 h 3765"/>
                  <a:gd name="T90" fmla="*/ 639 w 948"/>
                  <a:gd name="T91" fmla="*/ 3435 h 3765"/>
                  <a:gd name="T92" fmla="*/ 684 w 948"/>
                  <a:gd name="T93" fmla="*/ 2789 h 3765"/>
                  <a:gd name="T94" fmla="*/ 684 w 948"/>
                  <a:gd name="T95" fmla="*/ 2494 h 3765"/>
                  <a:gd name="T96" fmla="*/ 777 w 948"/>
                  <a:gd name="T97" fmla="*/ 2477 h 3765"/>
                  <a:gd name="T98" fmla="*/ 797 w 948"/>
                  <a:gd name="T99" fmla="*/ 1724 h 3765"/>
                  <a:gd name="T100" fmla="*/ 825 w 948"/>
                  <a:gd name="T101" fmla="*/ 1766 h 3765"/>
                  <a:gd name="T102" fmla="*/ 849 w 948"/>
                  <a:gd name="T103" fmla="*/ 1896 h 3765"/>
                  <a:gd name="T104" fmla="*/ 828 w 948"/>
                  <a:gd name="T105" fmla="*/ 1941 h 3765"/>
                  <a:gd name="T106" fmla="*/ 859 w 948"/>
                  <a:gd name="T107" fmla="*/ 1948 h 3765"/>
                  <a:gd name="T108" fmla="*/ 856 w 948"/>
                  <a:gd name="T109" fmla="*/ 1975 h 3765"/>
                  <a:gd name="T110" fmla="*/ 904 w 948"/>
                  <a:gd name="T111" fmla="*/ 1975 h 3765"/>
                  <a:gd name="T112" fmla="*/ 928 w 948"/>
                  <a:gd name="T113" fmla="*/ 1999 h 3765"/>
                  <a:gd name="T114" fmla="*/ 948 w 948"/>
                  <a:gd name="T115" fmla="*/ 1944 h 3765"/>
                  <a:gd name="T116" fmla="*/ 904 w 948"/>
                  <a:gd name="T117" fmla="*/ 1700 h 3765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948"/>
                  <a:gd name="T178" fmla="*/ 0 h 3765"/>
                  <a:gd name="T179" fmla="*/ 948 w 948"/>
                  <a:gd name="T180" fmla="*/ 3765 h 3765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948" h="3765">
                    <a:moveTo>
                      <a:pt x="897" y="1398"/>
                    </a:moveTo>
                    <a:lnTo>
                      <a:pt x="897" y="1398"/>
                    </a:lnTo>
                    <a:lnTo>
                      <a:pt x="897" y="1326"/>
                    </a:lnTo>
                    <a:lnTo>
                      <a:pt x="894" y="1244"/>
                    </a:lnTo>
                    <a:lnTo>
                      <a:pt x="887" y="1158"/>
                    </a:lnTo>
                    <a:lnTo>
                      <a:pt x="876" y="1068"/>
                    </a:lnTo>
                    <a:lnTo>
                      <a:pt x="866" y="982"/>
                    </a:lnTo>
                    <a:lnTo>
                      <a:pt x="856" y="907"/>
                    </a:lnTo>
                    <a:lnTo>
                      <a:pt x="842" y="845"/>
                    </a:lnTo>
                    <a:lnTo>
                      <a:pt x="832" y="800"/>
                    </a:lnTo>
                    <a:lnTo>
                      <a:pt x="811" y="745"/>
                    </a:lnTo>
                    <a:lnTo>
                      <a:pt x="794" y="701"/>
                    </a:lnTo>
                    <a:lnTo>
                      <a:pt x="784" y="680"/>
                    </a:lnTo>
                    <a:lnTo>
                      <a:pt x="770" y="660"/>
                    </a:lnTo>
                    <a:lnTo>
                      <a:pt x="753" y="639"/>
                    </a:lnTo>
                    <a:lnTo>
                      <a:pt x="732" y="622"/>
                    </a:lnTo>
                    <a:lnTo>
                      <a:pt x="711" y="608"/>
                    </a:lnTo>
                    <a:lnTo>
                      <a:pt x="691" y="598"/>
                    </a:lnTo>
                    <a:lnTo>
                      <a:pt x="646" y="587"/>
                    </a:lnTo>
                    <a:lnTo>
                      <a:pt x="619" y="581"/>
                    </a:lnTo>
                    <a:lnTo>
                      <a:pt x="602" y="570"/>
                    </a:lnTo>
                    <a:lnTo>
                      <a:pt x="591" y="563"/>
                    </a:lnTo>
                    <a:lnTo>
                      <a:pt x="588" y="557"/>
                    </a:lnTo>
                    <a:lnTo>
                      <a:pt x="591" y="550"/>
                    </a:lnTo>
                    <a:lnTo>
                      <a:pt x="595" y="543"/>
                    </a:lnTo>
                    <a:lnTo>
                      <a:pt x="612" y="536"/>
                    </a:lnTo>
                    <a:lnTo>
                      <a:pt x="615" y="529"/>
                    </a:lnTo>
                    <a:lnTo>
                      <a:pt x="619" y="519"/>
                    </a:lnTo>
                    <a:lnTo>
                      <a:pt x="629" y="481"/>
                    </a:lnTo>
                    <a:lnTo>
                      <a:pt x="632" y="443"/>
                    </a:lnTo>
                    <a:lnTo>
                      <a:pt x="632" y="419"/>
                    </a:lnTo>
                    <a:lnTo>
                      <a:pt x="636" y="374"/>
                    </a:lnTo>
                    <a:lnTo>
                      <a:pt x="639" y="278"/>
                    </a:lnTo>
                    <a:lnTo>
                      <a:pt x="643" y="223"/>
                    </a:lnTo>
                    <a:lnTo>
                      <a:pt x="639" y="172"/>
                    </a:lnTo>
                    <a:lnTo>
                      <a:pt x="636" y="127"/>
                    </a:lnTo>
                    <a:lnTo>
                      <a:pt x="632" y="110"/>
                    </a:lnTo>
                    <a:lnTo>
                      <a:pt x="626" y="96"/>
                    </a:lnTo>
                    <a:lnTo>
                      <a:pt x="612" y="69"/>
                    </a:lnTo>
                    <a:lnTo>
                      <a:pt x="598" y="52"/>
                    </a:lnTo>
                    <a:lnTo>
                      <a:pt x="584" y="34"/>
                    </a:lnTo>
                    <a:lnTo>
                      <a:pt x="567" y="21"/>
                    </a:lnTo>
                    <a:lnTo>
                      <a:pt x="547" y="10"/>
                    </a:lnTo>
                    <a:lnTo>
                      <a:pt x="523" y="0"/>
                    </a:lnTo>
                    <a:lnTo>
                      <a:pt x="495" y="0"/>
                    </a:lnTo>
                    <a:lnTo>
                      <a:pt x="461" y="0"/>
                    </a:lnTo>
                    <a:lnTo>
                      <a:pt x="426" y="3"/>
                    </a:lnTo>
                    <a:lnTo>
                      <a:pt x="389" y="14"/>
                    </a:lnTo>
                    <a:lnTo>
                      <a:pt x="371" y="21"/>
                    </a:lnTo>
                    <a:lnTo>
                      <a:pt x="354" y="31"/>
                    </a:lnTo>
                    <a:lnTo>
                      <a:pt x="337" y="41"/>
                    </a:lnTo>
                    <a:lnTo>
                      <a:pt x="320" y="55"/>
                    </a:lnTo>
                    <a:lnTo>
                      <a:pt x="306" y="72"/>
                    </a:lnTo>
                    <a:lnTo>
                      <a:pt x="292" y="93"/>
                    </a:lnTo>
                    <a:lnTo>
                      <a:pt x="282" y="117"/>
                    </a:lnTo>
                    <a:lnTo>
                      <a:pt x="275" y="141"/>
                    </a:lnTo>
                    <a:lnTo>
                      <a:pt x="268" y="172"/>
                    </a:lnTo>
                    <a:lnTo>
                      <a:pt x="265" y="206"/>
                    </a:lnTo>
                    <a:lnTo>
                      <a:pt x="261" y="316"/>
                    </a:lnTo>
                    <a:lnTo>
                      <a:pt x="251" y="412"/>
                    </a:lnTo>
                    <a:lnTo>
                      <a:pt x="248" y="491"/>
                    </a:lnTo>
                    <a:lnTo>
                      <a:pt x="251" y="515"/>
                    </a:lnTo>
                    <a:lnTo>
                      <a:pt x="255" y="532"/>
                    </a:lnTo>
                    <a:lnTo>
                      <a:pt x="265" y="543"/>
                    </a:lnTo>
                    <a:lnTo>
                      <a:pt x="268" y="550"/>
                    </a:lnTo>
                    <a:lnTo>
                      <a:pt x="268" y="560"/>
                    </a:lnTo>
                    <a:lnTo>
                      <a:pt x="265" y="567"/>
                    </a:lnTo>
                    <a:lnTo>
                      <a:pt x="261" y="574"/>
                    </a:lnTo>
                    <a:lnTo>
                      <a:pt x="241" y="584"/>
                    </a:lnTo>
                    <a:lnTo>
                      <a:pt x="206" y="594"/>
                    </a:lnTo>
                    <a:lnTo>
                      <a:pt x="152" y="605"/>
                    </a:lnTo>
                    <a:lnTo>
                      <a:pt x="121" y="608"/>
                    </a:lnTo>
                    <a:lnTo>
                      <a:pt x="93" y="622"/>
                    </a:lnTo>
                    <a:lnTo>
                      <a:pt x="73" y="639"/>
                    </a:lnTo>
                    <a:lnTo>
                      <a:pt x="55" y="660"/>
                    </a:lnTo>
                    <a:lnTo>
                      <a:pt x="38" y="684"/>
                    </a:lnTo>
                    <a:lnTo>
                      <a:pt x="28" y="711"/>
                    </a:lnTo>
                    <a:lnTo>
                      <a:pt x="24" y="742"/>
                    </a:lnTo>
                    <a:lnTo>
                      <a:pt x="21" y="773"/>
                    </a:lnTo>
                    <a:lnTo>
                      <a:pt x="18" y="928"/>
                    </a:lnTo>
                    <a:lnTo>
                      <a:pt x="7" y="1182"/>
                    </a:lnTo>
                    <a:lnTo>
                      <a:pt x="0" y="1436"/>
                    </a:lnTo>
                    <a:lnTo>
                      <a:pt x="0" y="1529"/>
                    </a:lnTo>
                    <a:lnTo>
                      <a:pt x="4" y="1584"/>
                    </a:lnTo>
                    <a:lnTo>
                      <a:pt x="11" y="1635"/>
                    </a:lnTo>
                    <a:lnTo>
                      <a:pt x="14" y="1680"/>
                    </a:lnTo>
                    <a:lnTo>
                      <a:pt x="18" y="1745"/>
                    </a:lnTo>
                    <a:lnTo>
                      <a:pt x="11" y="1828"/>
                    </a:lnTo>
                    <a:lnTo>
                      <a:pt x="11" y="1865"/>
                    </a:lnTo>
                    <a:lnTo>
                      <a:pt x="14" y="1883"/>
                    </a:lnTo>
                    <a:lnTo>
                      <a:pt x="18" y="1889"/>
                    </a:lnTo>
                    <a:lnTo>
                      <a:pt x="35" y="1907"/>
                    </a:lnTo>
                    <a:lnTo>
                      <a:pt x="55" y="1931"/>
                    </a:lnTo>
                    <a:lnTo>
                      <a:pt x="73" y="1955"/>
                    </a:lnTo>
                    <a:lnTo>
                      <a:pt x="79" y="1958"/>
                    </a:lnTo>
                    <a:lnTo>
                      <a:pt x="83" y="1962"/>
                    </a:lnTo>
                    <a:lnTo>
                      <a:pt x="93" y="1955"/>
                    </a:lnTo>
                    <a:lnTo>
                      <a:pt x="97" y="1951"/>
                    </a:lnTo>
                    <a:lnTo>
                      <a:pt x="100" y="1944"/>
                    </a:lnTo>
                    <a:lnTo>
                      <a:pt x="100" y="1937"/>
                    </a:lnTo>
                    <a:lnTo>
                      <a:pt x="100" y="1924"/>
                    </a:lnTo>
                    <a:lnTo>
                      <a:pt x="103" y="1917"/>
                    </a:lnTo>
                    <a:lnTo>
                      <a:pt x="110" y="1910"/>
                    </a:lnTo>
                    <a:lnTo>
                      <a:pt x="121" y="1900"/>
                    </a:lnTo>
                    <a:lnTo>
                      <a:pt x="121" y="1893"/>
                    </a:lnTo>
                    <a:lnTo>
                      <a:pt x="121" y="1889"/>
                    </a:lnTo>
                    <a:lnTo>
                      <a:pt x="114" y="1876"/>
                    </a:lnTo>
                    <a:lnTo>
                      <a:pt x="103" y="1858"/>
                    </a:lnTo>
                    <a:lnTo>
                      <a:pt x="100" y="1848"/>
                    </a:lnTo>
                    <a:lnTo>
                      <a:pt x="100" y="1838"/>
                    </a:lnTo>
                    <a:lnTo>
                      <a:pt x="103" y="1821"/>
                    </a:lnTo>
                    <a:lnTo>
                      <a:pt x="114" y="1803"/>
                    </a:lnTo>
                    <a:lnTo>
                      <a:pt x="117" y="1790"/>
                    </a:lnTo>
                    <a:lnTo>
                      <a:pt x="121" y="1773"/>
                    </a:lnTo>
                    <a:lnTo>
                      <a:pt x="124" y="1597"/>
                    </a:lnTo>
                    <a:lnTo>
                      <a:pt x="127" y="1508"/>
                    </a:lnTo>
                    <a:lnTo>
                      <a:pt x="131" y="1487"/>
                    </a:lnTo>
                    <a:lnTo>
                      <a:pt x="134" y="1491"/>
                    </a:lnTo>
                    <a:lnTo>
                      <a:pt x="145" y="1621"/>
                    </a:lnTo>
                    <a:lnTo>
                      <a:pt x="148" y="1738"/>
                    </a:lnTo>
                    <a:lnTo>
                      <a:pt x="152" y="1817"/>
                    </a:lnTo>
                    <a:lnTo>
                      <a:pt x="148" y="1883"/>
                    </a:lnTo>
                    <a:lnTo>
                      <a:pt x="134" y="1965"/>
                    </a:lnTo>
                    <a:lnTo>
                      <a:pt x="131" y="2006"/>
                    </a:lnTo>
                    <a:lnTo>
                      <a:pt x="127" y="2047"/>
                    </a:lnTo>
                    <a:lnTo>
                      <a:pt x="124" y="2116"/>
                    </a:lnTo>
                    <a:lnTo>
                      <a:pt x="124" y="2168"/>
                    </a:lnTo>
                    <a:lnTo>
                      <a:pt x="121" y="2199"/>
                    </a:lnTo>
                    <a:lnTo>
                      <a:pt x="117" y="2223"/>
                    </a:lnTo>
                    <a:lnTo>
                      <a:pt x="117" y="2250"/>
                    </a:lnTo>
                    <a:lnTo>
                      <a:pt x="110" y="2291"/>
                    </a:lnTo>
                    <a:lnTo>
                      <a:pt x="103" y="2346"/>
                    </a:lnTo>
                    <a:lnTo>
                      <a:pt x="90" y="2401"/>
                    </a:lnTo>
                    <a:lnTo>
                      <a:pt x="86" y="2446"/>
                    </a:lnTo>
                    <a:lnTo>
                      <a:pt x="86" y="2463"/>
                    </a:lnTo>
                    <a:lnTo>
                      <a:pt x="86" y="2477"/>
                    </a:lnTo>
                    <a:lnTo>
                      <a:pt x="90" y="2484"/>
                    </a:lnTo>
                    <a:lnTo>
                      <a:pt x="97" y="2491"/>
                    </a:lnTo>
                    <a:lnTo>
                      <a:pt x="155" y="2494"/>
                    </a:lnTo>
                    <a:lnTo>
                      <a:pt x="193" y="2497"/>
                    </a:lnTo>
                    <a:lnTo>
                      <a:pt x="200" y="2515"/>
                    </a:lnTo>
                    <a:lnTo>
                      <a:pt x="217" y="2559"/>
                    </a:lnTo>
                    <a:lnTo>
                      <a:pt x="224" y="2590"/>
                    </a:lnTo>
                    <a:lnTo>
                      <a:pt x="231" y="2618"/>
                    </a:lnTo>
                    <a:lnTo>
                      <a:pt x="234" y="2645"/>
                    </a:lnTo>
                    <a:lnTo>
                      <a:pt x="234" y="2669"/>
                    </a:lnTo>
                    <a:lnTo>
                      <a:pt x="217" y="2776"/>
                    </a:lnTo>
                    <a:lnTo>
                      <a:pt x="206" y="2841"/>
                    </a:lnTo>
                    <a:lnTo>
                      <a:pt x="206" y="2910"/>
                    </a:lnTo>
                    <a:lnTo>
                      <a:pt x="210" y="3119"/>
                    </a:lnTo>
                    <a:lnTo>
                      <a:pt x="210" y="3229"/>
                    </a:lnTo>
                    <a:lnTo>
                      <a:pt x="206" y="3298"/>
                    </a:lnTo>
                    <a:lnTo>
                      <a:pt x="193" y="3432"/>
                    </a:lnTo>
                    <a:lnTo>
                      <a:pt x="182" y="3511"/>
                    </a:lnTo>
                    <a:lnTo>
                      <a:pt x="172" y="3569"/>
                    </a:lnTo>
                    <a:lnTo>
                      <a:pt x="165" y="3597"/>
                    </a:lnTo>
                    <a:lnTo>
                      <a:pt x="165" y="3628"/>
                    </a:lnTo>
                    <a:lnTo>
                      <a:pt x="165" y="3662"/>
                    </a:lnTo>
                    <a:lnTo>
                      <a:pt x="169" y="3693"/>
                    </a:lnTo>
                    <a:lnTo>
                      <a:pt x="179" y="3724"/>
                    </a:lnTo>
                    <a:lnTo>
                      <a:pt x="193" y="3744"/>
                    </a:lnTo>
                    <a:lnTo>
                      <a:pt x="200" y="3755"/>
                    </a:lnTo>
                    <a:lnTo>
                      <a:pt x="210" y="3762"/>
                    </a:lnTo>
                    <a:lnTo>
                      <a:pt x="220" y="3765"/>
                    </a:lnTo>
                    <a:lnTo>
                      <a:pt x="234" y="3765"/>
                    </a:lnTo>
                    <a:lnTo>
                      <a:pt x="244" y="3762"/>
                    </a:lnTo>
                    <a:lnTo>
                      <a:pt x="255" y="3751"/>
                    </a:lnTo>
                    <a:lnTo>
                      <a:pt x="261" y="3741"/>
                    </a:lnTo>
                    <a:lnTo>
                      <a:pt x="268" y="3727"/>
                    </a:lnTo>
                    <a:lnTo>
                      <a:pt x="279" y="3693"/>
                    </a:lnTo>
                    <a:lnTo>
                      <a:pt x="282" y="3655"/>
                    </a:lnTo>
                    <a:lnTo>
                      <a:pt x="275" y="3521"/>
                    </a:lnTo>
                    <a:lnTo>
                      <a:pt x="275" y="3421"/>
                    </a:lnTo>
                    <a:lnTo>
                      <a:pt x="279" y="3373"/>
                    </a:lnTo>
                    <a:lnTo>
                      <a:pt x="285" y="3325"/>
                    </a:lnTo>
                    <a:lnTo>
                      <a:pt x="337" y="3047"/>
                    </a:lnTo>
                    <a:lnTo>
                      <a:pt x="364" y="2903"/>
                    </a:lnTo>
                    <a:lnTo>
                      <a:pt x="371" y="2851"/>
                    </a:lnTo>
                    <a:lnTo>
                      <a:pt x="375" y="2817"/>
                    </a:lnTo>
                    <a:lnTo>
                      <a:pt x="378" y="2748"/>
                    </a:lnTo>
                    <a:lnTo>
                      <a:pt x="382" y="2659"/>
                    </a:lnTo>
                    <a:lnTo>
                      <a:pt x="389" y="2573"/>
                    </a:lnTo>
                    <a:lnTo>
                      <a:pt x="389" y="2518"/>
                    </a:lnTo>
                    <a:lnTo>
                      <a:pt x="440" y="2521"/>
                    </a:lnTo>
                    <a:lnTo>
                      <a:pt x="474" y="2518"/>
                    </a:lnTo>
                    <a:lnTo>
                      <a:pt x="488" y="2515"/>
                    </a:lnTo>
                    <a:lnTo>
                      <a:pt x="495" y="2511"/>
                    </a:lnTo>
                    <a:lnTo>
                      <a:pt x="505" y="2511"/>
                    </a:lnTo>
                    <a:lnTo>
                      <a:pt x="512" y="2515"/>
                    </a:lnTo>
                    <a:lnTo>
                      <a:pt x="523" y="2521"/>
                    </a:lnTo>
                    <a:lnTo>
                      <a:pt x="529" y="2532"/>
                    </a:lnTo>
                    <a:lnTo>
                      <a:pt x="540" y="2552"/>
                    </a:lnTo>
                    <a:lnTo>
                      <a:pt x="543" y="2576"/>
                    </a:lnTo>
                    <a:lnTo>
                      <a:pt x="543" y="2614"/>
                    </a:lnTo>
                    <a:lnTo>
                      <a:pt x="533" y="2813"/>
                    </a:lnTo>
                    <a:lnTo>
                      <a:pt x="529" y="2910"/>
                    </a:lnTo>
                    <a:lnTo>
                      <a:pt x="529" y="2947"/>
                    </a:lnTo>
                    <a:lnTo>
                      <a:pt x="533" y="2978"/>
                    </a:lnTo>
                    <a:lnTo>
                      <a:pt x="543" y="3061"/>
                    </a:lnTo>
                    <a:lnTo>
                      <a:pt x="553" y="3178"/>
                    </a:lnTo>
                    <a:lnTo>
                      <a:pt x="557" y="3298"/>
                    </a:lnTo>
                    <a:lnTo>
                      <a:pt x="557" y="3346"/>
                    </a:lnTo>
                    <a:lnTo>
                      <a:pt x="557" y="3387"/>
                    </a:lnTo>
                    <a:lnTo>
                      <a:pt x="553" y="3415"/>
                    </a:lnTo>
                    <a:lnTo>
                      <a:pt x="547" y="3439"/>
                    </a:lnTo>
                    <a:lnTo>
                      <a:pt x="536" y="3476"/>
                    </a:lnTo>
                    <a:lnTo>
                      <a:pt x="529" y="3504"/>
                    </a:lnTo>
                    <a:lnTo>
                      <a:pt x="533" y="3514"/>
                    </a:lnTo>
                    <a:lnTo>
                      <a:pt x="536" y="3525"/>
                    </a:lnTo>
                    <a:lnTo>
                      <a:pt x="567" y="3579"/>
                    </a:lnTo>
                    <a:lnTo>
                      <a:pt x="581" y="3610"/>
                    </a:lnTo>
                    <a:lnTo>
                      <a:pt x="584" y="3624"/>
                    </a:lnTo>
                    <a:lnTo>
                      <a:pt x="584" y="3638"/>
                    </a:lnTo>
                    <a:lnTo>
                      <a:pt x="584" y="3652"/>
                    </a:lnTo>
                    <a:lnTo>
                      <a:pt x="588" y="3669"/>
                    </a:lnTo>
                    <a:lnTo>
                      <a:pt x="595" y="3686"/>
                    </a:lnTo>
                    <a:lnTo>
                      <a:pt x="605" y="3700"/>
                    </a:lnTo>
                    <a:lnTo>
                      <a:pt x="626" y="3717"/>
                    </a:lnTo>
                    <a:lnTo>
                      <a:pt x="650" y="3727"/>
                    </a:lnTo>
                    <a:lnTo>
                      <a:pt x="681" y="3738"/>
                    </a:lnTo>
                    <a:lnTo>
                      <a:pt x="722" y="3741"/>
                    </a:lnTo>
                    <a:lnTo>
                      <a:pt x="732" y="3741"/>
                    </a:lnTo>
                    <a:lnTo>
                      <a:pt x="739" y="3738"/>
                    </a:lnTo>
                    <a:lnTo>
                      <a:pt x="742" y="3734"/>
                    </a:lnTo>
                    <a:lnTo>
                      <a:pt x="746" y="3731"/>
                    </a:lnTo>
                    <a:lnTo>
                      <a:pt x="746" y="3717"/>
                    </a:lnTo>
                    <a:lnTo>
                      <a:pt x="739" y="3696"/>
                    </a:lnTo>
                    <a:lnTo>
                      <a:pt x="715" y="3652"/>
                    </a:lnTo>
                    <a:lnTo>
                      <a:pt x="687" y="3604"/>
                    </a:lnTo>
                    <a:lnTo>
                      <a:pt x="677" y="3579"/>
                    </a:lnTo>
                    <a:lnTo>
                      <a:pt x="667" y="3552"/>
                    </a:lnTo>
                    <a:lnTo>
                      <a:pt x="650" y="3490"/>
                    </a:lnTo>
                    <a:lnTo>
                      <a:pt x="639" y="3435"/>
                    </a:lnTo>
                    <a:lnTo>
                      <a:pt x="636" y="3387"/>
                    </a:lnTo>
                    <a:lnTo>
                      <a:pt x="660" y="3126"/>
                    </a:lnTo>
                    <a:lnTo>
                      <a:pt x="677" y="2941"/>
                    </a:lnTo>
                    <a:lnTo>
                      <a:pt x="681" y="2858"/>
                    </a:lnTo>
                    <a:lnTo>
                      <a:pt x="684" y="2789"/>
                    </a:lnTo>
                    <a:lnTo>
                      <a:pt x="684" y="2679"/>
                    </a:lnTo>
                    <a:lnTo>
                      <a:pt x="681" y="2583"/>
                    </a:lnTo>
                    <a:lnTo>
                      <a:pt x="681" y="2518"/>
                    </a:lnTo>
                    <a:lnTo>
                      <a:pt x="684" y="2501"/>
                    </a:lnTo>
                    <a:lnTo>
                      <a:pt x="684" y="2494"/>
                    </a:lnTo>
                    <a:lnTo>
                      <a:pt x="687" y="2494"/>
                    </a:lnTo>
                    <a:lnTo>
                      <a:pt x="739" y="2491"/>
                    </a:lnTo>
                    <a:lnTo>
                      <a:pt x="756" y="2487"/>
                    </a:lnTo>
                    <a:lnTo>
                      <a:pt x="770" y="2484"/>
                    </a:lnTo>
                    <a:lnTo>
                      <a:pt x="777" y="2477"/>
                    </a:lnTo>
                    <a:lnTo>
                      <a:pt x="780" y="2466"/>
                    </a:lnTo>
                    <a:lnTo>
                      <a:pt x="797" y="2123"/>
                    </a:lnTo>
                    <a:lnTo>
                      <a:pt x="804" y="1879"/>
                    </a:lnTo>
                    <a:lnTo>
                      <a:pt x="804" y="1783"/>
                    </a:lnTo>
                    <a:lnTo>
                      <a:pt x="797" y="1724"/>
                    </a:lnTo>
                    <a:lnTo>
                      <a:pt x="808" y="1724"/>
                    </a:lnTo>
                    <a:lnTo>
                      <a:pt x="814" y="1728"/>
                    </a:lnTo>
                    <a:lnTo>
                      <a:pt x="821" y="1738"/>
                    </a:lnTo>
                    <a:lnTo>
                      <a:pt x="825" y="1766"/>
                    </a:lnTo>
                    <a:lnTo>
                      <a:pt x="825" y="1807"/>
                    </a:lnTo>
                    <a:lnTo>
                      <a:pt x="828" y="1852"/>
                    </a:lnTo>
                    <a:lnTo>
                      <a:pt x="832" y="1869"/>
                    </a:lnTo>
                    <a:lnTo>
                      <a:pt x="839" y="1883"/>
                    </a:lnTo>
                    <a:lnTo>
                      <a:pt x="849" y="1896"/>
                    </a:lnTo>
                    <a:lnTo>
                      <a:pt x="856" y="1907"/>
                    </a:lnTo>
                    <a:lnTo>
                      <a:pt x="856" y="1910"/>
                    </a:lnTo>
                    <a:lnTo>
                      <a:pt x="852" y="1917"/>
                    </a:lnTo>
                    <a:lnTo>
                      <a:pt x="842" y="1927"/>
                    </a:lnTo>
                    <a:lnTo>
                      <a:pt x="828" y="1941"/>
                    </a:lnTo>
                    <a:lnTo>
                      <a:pt x="828" y="1944"/>
                    </a:lnTo>
                    <a:lnTo>
                      <a:pt x="835" y="1944"/>
                    </a:lnTo>
                    <a:lnTo>
                      <a:pt x="849" y="1944"/>
                    </a:lnTo>
                    <a:lnTo>
                      <a:pt x="859" y="1948"/>
                    </a:lnTo>
                    <a:lnTo>
                      <a:pt x="866" y="1955"/>
                    </a:lnTo>
                    <a:lnTo>
                      <a:pt x="869" y="1965"/>
                    </a:lnTo>
                    <a:lnTo>
                      <a:pt x="866" y="1968"/>
                    </a:lnTo>
                    <a:lnTo>
                      <a:pt x="859" y="1972"/>
                    </a:lnTo>
                    <a:lnTo>
                      <a:pt x="856" y="1975"/>
                    </a:lnTo>
                    <a:lnTo>
                      <a:pt x="856" y="1979"/>
                    </a:lnTo>
                    <a:lnTo>
                      <a:pt x="859" y="1986"/>
                    </a:lnTo>
                    <a:lnTo>
                      <a:pt x="866" y="1989"/>
                    </a:lnTo>
                    <a:lnTo>
                      <a:pt x="876" y="1989"/>
                    </a:lnTo>
                    <a:lnTo>
                      <a:pt x="904" y="1975"/>
                    </a:lnTo>
                    <a:lnTo>
                      <a:pt x="914" y="1972"/>
                    </a:lnTo>
                    <a:lnTo>
                      <a:pt x="921" y="1972"/>
                    </a:lnTo>
                    <a:lnTo>
                      <a:pt x="921" y="1979"/>
                    </a:lnTo>
                    <a:lnTo>
                      <a:pt x="921" y="1992"/>
                    </a:lnTo>
                    <a:lnTo>
                      <a:pt x="928" y="1999"/>
                    </a:lnTo>
                    <a:lnTo>
                      <a:pt x="931" y="1999"/>
                    </a:lnTo>
                    <a:lnTo>
                      <a:pt x="935" y="1996"/>
                    </a:lnTo>
                    <a:lnTo>
                      <a:pt x="945" y="1982"/>
                    </a:lnTo>
                    <a:lnTo>
                      <a:pt x="948" y="1962"/>
                    </a:lnTo>
                    <a:lnTo>
                      <a:pt x="948" y="1944"/>
                    </a:lnTo>
                    <a:lnTo>
                      <a:pt x="942" y="1924"/>
                    </a:lnTo>
                    <a:lnTo>
                      <a:pt x="931" y="1903"/>
                    </a:lnTo>
                    <a:lnTo>
                      <a:pt x="924" y="1879"/>
                    </a:lnTo>
                    <a:lnTo>
                      <a:pt x="918" y="1834"/>
                    </a:lnTo>
                    <a:lnTo>
                      <a:pt x="904" y="1700"/>
                    </a:lnTo>
                    <a:lnTo>
                      <a:pt x="897" y="1542"/>
                    </a:lnTo>
                    <a:lnTo>
                      <a:pt x="894" y="1467"/>
                    </a:lnTo>
                    <a:lnTo>
                      <a:pt x="897" y="13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26" name="Freeform 2878"/>
              <p:cNvSpPr>
                <a:spLocks/>
              </p:cNvSpPr>
              <p:nvPr/>
            </p:nvSpPr>
            <p:spPr bwMode="auto">
              <a:xfrm>
                <a:off x="4621213" y="439738"/>
                <a:ext cx="719138" cy="866775"/>
              </a:xfrm>
              <a:custGeom>
                <a:avLst/>
                <a:gdLst>
                  <a:gd name="T0" fmla="*/ 58 w 453"/>
                  <a:gd name="T1" fmla="*/ 189 h 546"/>
                  <a:gd name="T2" fmla="*/ 58 w 453"/>
                  <a:gd name="T3" fmla="*/ 189 h 546"/>
                  <a:gd name="T4" fmla="*/ 55 w 453"/>
                  <a:gd name="T5" fmla="*/ 237 h 546"/>
                  <a:gd name="T6" fmla="*/ 51 w 453"/>
                  <a:gd name="T7" fmla="*/ 285 h 546"/>
                  <a:gd name="T8" fmla="*/ 45 w 453"/>
                  <a:gd name="T9" fmla="*/ 312 h 546"/>
                  <a:gd name="T10" fmla="*/ 34 w 453"/>
                  <a:gd name="T11" fmla="*/ 337 h 546"/>
                  <a:gd name="T12" fmla="*/ 34 w 453"/>
                  <a:gd name="T13" fmla="*/ 337 h 546"/>
                  <a:gd name="T14" fmla="*/ 14 w 453"/>
                  <a:gd name="T15" fmla="*/ 388 h 546"/>
                  <a:gd name="T16" fmla="*/ 3 w 453"/>
                  <a:gd name="T17" fmla="*/ 416 h 546"/>
                  <a:gd name="T18" fmla="*/ 0 w 453"/>
                  <a:gd name="T19" fmla="*/ 443 h 546"/>
                  <a:gd name="T20" fmla="*/ 0 w 453"/>
                  <a:gd name="T21" fmla="*/ 457 h 546"/>
                  <a:gd name="T22" fmla="*/ 0 w 453"/>
                  <a:gd name="T23" fmla="*/ 470 h 546"/>
                  <a:gd name="T24" fmla="*/ 3 w 453"/>
                  <a:gd name="T25" fmla="*/ 484 h 546"/>
                  <a:gd name="T26" fmla="*/ 10 w 453"/>
                  <a:gd name="T27" fmla="*/ 498 h 546"/>
                  <a:gd name="T28" fmla="*/ 21 w 453"/>
                  <a:gd name="T29" fmla="*/ 508 h 546"/>
                  <a:gd name="T30" fmla="*/ 34 w 453"/>
                  <a:gd name="T31" fmla="*/ 522 h 546"/>
                  <a:gd name="T32" fmla="*/ 51 w 453"/>
                  <a:gd name="T33" fmla="*/ 532 h 546"/>
                  <a:gd name="T34" fmla="*/ 72 w 453"/>
                  <a:gd name="T35" fmla="*/ 546 h 546"/>
                  <a:gd name="T36" fmla="*/ 385 w 453"/>
                  <a:gd name="T37" fmla="*/ 536 h 546"/>
                  <a:gd name="T38" fmla="*/ 385 w 453"/>
                  <a:gd name="T39" fmla="*/ 536 h 546"/>
                  <a:gd name="T40" fmla="*/ 392 w 453"/>
                  <a:gd name="T41" fmla="*/ 536 h 546"/>
                  <a:gd name="T42" fmla="*/ 402 w 453"/>
                  <a:gd name="T43" fmla="*/ 536 h 546"/>
                  <a:gd name="T44" fmla="*/ 412 w 453"/>
                  <a:gd name="T45" fmla="*/ 532 h 546"/>
                  <a:gd name="T46" fmla="*/ 426 w 453"/>
                  <a:gd name="T47" fmla="*/ 529 h 546"/>
                  <a:gd name="T48" fmla="*/ 436 w 453"/>
                  <a:gd name="T49" fmla="*/ 519 h 546"/>
                  <a:gd name="T50" fmla="*/ 446 w 453"/>
                  <a:gd name="T51" fmla="*/ 505 h 546"/>
                  <a:gd name="T52" fmla="*/ 450 w 453"/>
                  <a:gd name="T53" fmla="*/ 484 h 546"/>
                  <a:gd name="T54" fmla="*/ 450 w 453"/>
                  <a:gd name="T55" fmla="*/ 484 h 546"/>
                  <a:gd name="T56" fmla="*/ 453 w 453"/>
                  <a:gd name="T57" fmla="*/ 460 h 546"/>
                  <a:gd name="T58" fmla="*/ 450 w 453"/>
                  <a:gd name="T59" fmla="*/ 433 h 546"/>
                  <a:gd name="T60" fmla="*/ 443 w 453"/>
                  <a:gd name="T61" fmla="*/ 371 h 546"/>
                  <a:gd name="T62" fmla="*/ 436 w 453"/>
                  <a:gd name="T63" fmla="*/ 302 h 546"/>
                  <a:gd name="T64" fmla="*/ 433 w 453"/>
                  <a:gd name="T65" fmla="*/ 271 h 546"/>
                  <a:gd name="T66" fmla="*/ 433 w 453"/>
                  <a:gd name="T67" fmla="*/ 240 h 546"/>
                  <a:gd name="T68" fmla="*/ 433 w 453"/>
                  <a:gd name="T69" fmla="*/ 240 h 546"/>
                  <a:gd name="T70" fmla="*/ 433 w 453"/>
                  <a:gd name="T71" fmla="*/ 223 h 546"/>
                  <a:gd name="T72" fmla="*/ 426 w 453"/>
                  <a:gd name="T73" fmla="*/ 199 h 546"/>
                  <a:gd name="T74" fmla="*/ 419 w 453"/>
                  <a:gd name="T75" fmla="*/ 172 h 546"/>
                  <a:gd name="T76" fmla="*/ 409 w 453"/>
                  <a:gd name="T77" fmla="*/ 141 h 546"/>
                  <a:gd name="T78" fmla="*/ 395 w 453"/>
                  <a:gd name="T79" fmla="*/ 110 h 546"/>
                  <a:gd name="T80" fmla="*/ 378 w 453"/>
                  <a:gd name="T81" fmla="*/ 79 h 546"/>
                  <a:gd name="T82" fmla="*/ 357 w 453"/>
                  <a:gd name="T83" fmla="*/ 51 h 546"/>
                  <a:gd name="T84" fmla="*/ 333 w 453"/>
                  <a:gd name="T85" fmla="*/ 27 h 546"/>
                  <a:gd name="T86" fmla="*/ 309 w 453"/>
                  <a:gd name="T87" fmla="*/ 10 h 546"/>
                  <a:gd name="T88" fmla="*/ 295 w 453"/>
                  <a:gd name="T89" fmla="*/ 7 h 546"/>
                  <a:gd name="T90" fmla="*/ 278 w 453"/>
                  <a:gd name="T91" fmla="*/ 0 h 546"/>
                  <a:gd name="T92" fmla="*/ 264 w 453"/>
                  <a:gd name="T93" fmla="*/ 0 h 546"/>
                  <a:gd name="T94" fmla="*/ 247 w 453"/>
                  <a:gd name="T95" fmla="*/ 0 h 546"/>
                  <a:gd name="T96" fmla="*/ 234 w 453"/>
                  <a:gd name="T97" fmla="*/ 3 h 546"/>
                  <a:gd name="T98" fmla="*/ 216 w 453"/>
                  <a:gd name="T99" fmla="*/ 10 h 546"/>
                  <a:gd name="T100" fmla="*/ 196 w 453"/>
                  <a:gd name="T101" fmla="*/ 20 h 546"/>
                  <a:gd name="T102" fmla="*/ 179 w 453"/>
                  <a:gd name="T103" fmla="*/ 31 h 546"/>
                  <a:gd name="T104" fmla="*/ 161 w 453"/>
                  <a:gd name="T105" fmla="*/ 48 h 546"/>
                  <a:gd name="T106" fmla="*/ 141 w 453"/>
                  <a:gd name="T107" fmla="*/ 69 h 546"/>
                  <a:gd name="T108" fmla="*/ 120 w 453"/>
                  <a:gd name="T109" fmla="*/ 93 h 546"/>
                  <a:gd name="T110" fmla="*/ 100 w 453"/>
                  <a:gd name="T111" fmla="*/ 120 h 546"/>
                  <a:gd name="T112" fmla="*/ 58 w 453"/>
                  <a:gd name="T113" fmla="*/ 189 h 546"/>
                  <a:gd name="T114" fmla="*/ 58 w 453"/>
                  <a:gd name="T115" fmla="*/ 189 h 54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453"/>
                  <a:gd name="T175" fmla="*/ 0 h 546"/>
                  <a:gd name="T176" fmla="*/ 453 w 453"/>
                  <a:gd name="T177" fmla="*/ 546 h 54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453" h="546">
                    <a:moveTo>
                      <a:pt x="58" y="189"/>
                    </a:moveTo>
                    <a:lnTo>
                      <a:pt x="58" y="189"/>
                    </a:lnTo>
                    <a:lnTo>
                      <a:pt x="55" y="237"/>
                    </a:lnTo>
                    <a:lnTo>
                      <a:pt x="51" y="285"/>
                    </a:lnTo>
                    <a:lnTo>
                      <a:pt x="45" y="312"/>
                    </a:lnTo>
                    <a:lnTo>
                      <a:pt x="34" y="337"/>
                    </a:lnTo>
                    <a:lnTo>
                      <a:pt x="14" y="388"/>
                    </a:lnTo>
                    <a:lnTo>
                      <a:pt x="3" y="416"/>
                    </a:lnTo>
                    <a:lnTo>
                      <a:pt x="0" y="443"/>
                    </a:lnTo>
                    <a:lnTo>
                      <a:pt x="0" y="457"/>
                    </a:lnTo>
                    <a:lnTo>
                      <a:pt x="0" y="470"/>
                    </a:lnTo>
                    <a:lnTo>
                      <a:pt x="3" y="484"/>
                    </a:lnTo>
                    <a:lnTo>
                      <a:pt x="10" y="498"/>
                    </a:lnTo>
                    <a:lnTo>
                      <a:pt x="21" y="508"/>
                    </a:lnTo>
                    <a:lnTo>
                      <a:pt x="34" y="522"/>
                    </a:lnTo>
                    <a:lnTo>
                      <a:pt x="51" y="532"/>
                    </a:lnTo>
                    <a:lnTo>
                      <a:pt x="72" y="546"/>
                    </a:lnTo>
                    <a:lnTo>
                      <a:pt x="385" y="536"/>
                    </a:lnTo>
                    <a:lnTo>
                      <a:pt x="392" y="536"/>
                    </a:lnTo>
                    <a:lnTo>
                      <a:pt x="402" y="536"/>
                    </a:lnTo>
                    <a:lnTo>
                      <a:pt x="412" y="532"/>
                    </a:lnTo>
                    <a:lnTo>
                      <a:pt x="426" y="529"/>
                    </a:lnTo>
                    <a:lnTo>
                      <a:pt x="436" y="519"/>
                    </a:lnTo>
                    <a:lnTo>
                      <a:pt x="446" y="505"/>
                    </a:lnTo>
                    <a:lnTo>
                      <a:pt x="450" y="484"/>
                    </a:lnTo>
                    <a:lnTo>
                      <a:pt x="453" y="460"/>
                    </a:lnTo>
                    <a:lnTo>
                      <a:pt x="450" y="433"/>
                    </a:lnTo>
                    <a:lnTo>
                      <a:pt x="443" y="371"/>
                    </a:lnTo>
                    <a:lnTo>
                      <a:pt x="436" y="302"/>
                    </a:lnTo>
                    <a:lnTo>
                      <a:pt x="433" y="271"/>
                    </a:lnTo>
                    <a:lnTo>
                      <a:pt x="433" y="240"/>
                    </a:lnTo>
                    <a:lnTo>
                      <a:pt x="433" y="223"/>
                    </a:lnTo>
                    <a:lnTo>
                      <a:pt x="426" y="199"/>
                    </a:lnTo>
                    <a:lnTo>
                      <a:pt x="419" y="172"/>
                    </a:lnTo>
                    <a:lnTo>
                      <a:pt x="409" y="141"/>
                    </a:lnTo>
                    <a:lnTo>
                      <a:pt x="395" y="110"/>
                    </a:lnTo>
                    <a:lnTo>
                      <a:pt x="378" y="79"/>
                    </a:lnTo>
                    <a:lnTo>
                      <a:pt x="357" y="51"/>
                    </a:lnTo>
                    <a:lnTo>
                      <a:pt x="333" y="27"/>
                    </a:lnTo>
                    <a:lnTo>
                      <a:pt x="309" y="10"/>
                    </a:lnTo>
                    <a:lnTo>
                      <a:pt x="295" y="7"/>
                    </a:lnTo>
                    <a:lnTo>
                      <a:pt x="278" y="0"/>
                    </a:lnTo>
                    <a:lnTo>
                      <a:pt x="264" y="0"/>
                    </a:lnTo>
                    <a:lnTo>
                      <a:pt x="247" y="0"/>
                    </a:lnTo>
                    <a:lnTo>
                      <a:pt x="234" y="3"/>
                    </a:lnTo>
                    <a:lnTo>
                      <a:pt x="216" y="10"/>
                    </a:lnTo>
                    <a:lnTo>
                      <a:pt x="196" y="20"/>
                    </a:lnTo>
                    <a:lnTo>
                      <a:pt x="179" y="31"/>
                    </a:lnTo>
                    <a:lnTo>
                      <a:pt x="161" y="48"/>
                    </a:lnTo>
                    <a:lnTo>
                      <a:pt x="141" y="69"/>
                    </a:lnTo>
                    <a:lnTo>
                      <a:pt x="120" y="93"/>
                    </a:lnTo>
                    <a:lnTo>
                      <a:pt x="100" y="120"/>
                    </a:lnTo>
                    <a:lnTo>
                      <a:pt x="58" y="1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27" name="Freeform 2879"/>
              <p:cNvSpPr>
                <a:spLocks/>
              </p:cNvSpPr>
              <p:nvPr/>
            </p:nvSpPr>
            <p:spPr bwMode="auto">
              <a:xfrm>
                <a:off x="5253038" y="739775"/>
                <a:ext cx="109538" cy="342900"/>
              </a:xfrm>
              <a:custGeom>
                <a:avLst/>
                <a:gdLst>
                  <a:gd name="T0" fmla="*/ 0 w 69"/>
                  <a:gd name="T1" fmla="*/ 17 h 216"/>
                  <a:gd name="T2" fmla="*/ 0 w 69"/>
                  <a:gd name="T3" fmla="*/ 17 h 216"/>
                  <a:gd name="T4" fmla="*/ 4 w 69"/>
                  <a:gd name="T5" fmla="*/ 34 h 216"/>
                  <a:gd name="T6" fmla="*/ 11 w 69"/>
                  <a:gd name="T7" fmla="*/ 75 h 216"/>
                  <a:gd name="T8" fmla="*/ 21 w 69"/>
                  <a:gd name="T9" fmla="*/ 106 h 216"/>
                  <a:gd name="T10" fmla="*/ 31 w 69"/>
                  <a:gd name="T11" fmla="*/ 141 h 216"/>
                  <a:gd name="T12" fmla="*/ 48 w 69"/>
                  <a:gd name="T13" fmla="*/ 175 h 216"/>
                  <a:gd name="T14" fmla="*/ 69 w 69"/>
                  <a:gd name="T15" fmla="*/ 216 h 216"/>
                  <a:gd name="T16" fmla="*/ 69 w 69"/>
                  <a:gd name="T17" fmla="*/ 216 h 216"/>
                  <a:gd name="T18" fmla="*/ 62 w 69"/>
                  <a:gd name="T19" fmla="*/ 199 h 216"/>
                  <a:gd name="T20" fmla="*/ 48 w 69"/>
                  <a:gd name="T21" fmla="*/ 151 h 216"/>
                  <a:gd name="T22" fmla="*/ 42 w 69"/>
                  <a:gd name="T23" fmla="*/ 120 h 216"/>
                  <a:gd name="T24" fmla="*/ 35 w 69"/>
                  <a:gd name="T25" fmla="*/ 82 h 216"/>
                  <a:gd name="T26" fmla="*/ 31 w 69"/>
                  <a:gd name="T27" fmla="*/ 44 h 216"/>
                  <a:gd name="T28" fmla="*/ 31 w 69"/>
                  <a:gd name="T29" fmla="*/ 0 h 216"/>
                  <a:gd name="T30" fmla="*/ 0 w 69"/>
                  <a:gd name="T31" fmla="*/ 17 h 21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9"/>
                  <a:gd name="T49" fmla="*/ 0 h 216"/>
                  <a:gd name="T50" fmla="*/ 69 w 69"/>
                  <a:gd name="T51" fmla="*/ 216 h 21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9" h="216">
                    <a:moveTo>
                      <a:pt x="0" y="17"/>
                    </a:moveTo>
                    <a:lnTo>
                      <a:pt x="0" y="17"/>
                    </a:lnTo>
                    <a:lnTo>
                      <a:pt x="4" y="34"/>
                    </a:lnTo>
                    <a:lnTo>
                      <a:pt x="11" y="75"/>
                    </a:lnTo>
                    <a:lnTo>
                      <a:pt x="21" y="106"/>
                    </a:lnTo>
                    <a:lnTo>
                      <a:pt x="31" y="141"/>
                    </a:lnTo>
                    <a:lnTo>
                      <a:pt x="48" y="175"/>
                    </a:lnTo>
                    <a:lnTo>
                      <a:pt x="69" y="216"/>
                    </a:lnTo>
                    <a:lnTo>
                      <a:pt x="62" y="199"/>
                    </a:lnTo>
                    <a:lnTo>
                      <a:pt x="48" y="151"/>
                    </a:lnTo>
                    <a:lnTo>
                      <a:pt x="42" y="120"/>
                    </a:lnTo>
                    <a:lnTo>
                      <a:pt x="35" y="82"/>
                    </a:lnTo>
                    <a:lnTo>
                      <a:pt x="31" y="44"/>
                    </a:lnTo>
                    <a:lnTo>
                      <a:pt x="31" y="0"/>
                    </a:lnTo>
                    <a:lnTo>
                      <a:pt x="0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28" name="Freeform 2880"/>
              <p:cNvSpPr>
                <a:spLocks/>
              </p:cNvSpPr>
              <p:nvPr/>
            </p:nvSpPr>
            <p:spPr bwMode="auto">
              <a:xfrm>
                <a:off x="4643438" y="723900"/>
                <a:ext cx="96838" cy="260350"/>
              </a:xfrm>
              <a:custGeom>
                <a:avLst/>
                <a:gdLst>
                  <a:gd name="T0" fmla="*/ 44 w 61"/>
                  <a:gd name="T1" fmla="*/ 24 h 164"/>
                  <a:gd name="T2" fmla="*/ 44 w 61"/>
                  <a:gd name="T3" fmla="*/ 24 h 164"/>
                  <a:gd name="T4" fmla="*/ 44 w 61"/>
                  <a:gd name="T5" fmla="*/ 41 h 164"/>
                  <a:gd name="T6" fmla="*/ 41 w 61"/>
                  <a:gd name="T7" fmla="*/ 82 h 164"/>
                  <a:gd name="T8" fmla="*/ 37 w 61"/>
                  <a:gd name="T9" fmla="*/ 106 h 164"/>
                  <a:gd name="T10" fmla="*/ 27 w 61"/>
                  <a:gd name="T11" fmla="*/ 127 h 164"/>
                  <a:gd name="T12" fmla="*/ 17 w 61"/>
                  <a:gd name="T13" fmla="*/ 147 h 164"/>
                  <a:gd name="T14" fmla="*/ 0 w 61"/>
                  <a:gd name="T15" fmla="*/ 164 h 164"/>
                  <a:gd name="T16" fmla="*/ 0 w 61"/>
                  <a:gd name="T17" fmla="*/ 164 h 164"/>
                  <a:gd name="T18" fmla="*/ 7 w 61"/>
                  <a:gd name="T19" fmla="*/ 164 h 164"/>
                  <a:gd name="T20" fmla="*/ 13 w 61"/>
                  <a:gd name="T21" fmla="*/ 158 h 164"/>
                  <a:gd name="T22" fmla="*/ 24 w 61"/>
                  <a:gd name="T23" fmla="*/ 151 h 164"/>
                  <a:gd name="T24" fmla="*/ 34 w 61"/>
                  <a:gd name="T25" fmla="*/ 137 h 164"/>
                  <a:gd name="T26" fmla="*/ 44 w 61"/>
                  <a:gd name="T27" fmla="*/ 113 h 164"/>
                  <a:gd name="T28" fmla="*/ 51 w 61"/>
                  <a:gd name="T29" fmla="*/ 85 h 164"/>
                  <a:gd name="T30" fmla="*/ 55 w 61"/>
                  <a:gd name="T31" fmla="*/ 48 h 164"/>
                  <a:gd name="T32" fmla="*/ 55 w 61"/>
                  <a:gd name="T33" fmla="*/ 48 h 164"/>
                  <a:gd name="T34" fmla="*/ 61 w 61"/>
                  <a:gd name="T35" fmla="*/ 10 h 164"/>
                  <a:gd name="T36" fmla="*/ 61 w 61"/>
                  <a:gd name="T37" fmla="*/ 3 h 164"/>
                  <a:gd name="T38" fmla="*/ 58 w 61"/>
                  <a:gd name="T39" fmla="*/ 0 h 164"/>
                  <a:gd name="T40" fmla="*/ 55 w 61"/>
                  <a:gd name="T41" fmla="*/ 6 h 164"/>
                  <a:gd name="T42" fmla="*/ 44 w 61"/>
                  <a:gd name="T43" fmla="*/ 24 h 164"/>
                  <a:gd name="T44" fmla="*/ 44 w 61"/>
                  <a:gd name="T45" fmla="*/ 24 h 16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1"/>
                  <a:gd name="T70" fmla="*/ 0 h 164"/>
                  <a:gd name="T71" fmla="*/ 61 w 61"/>
                  <a:gd name="T72" fmla="*/ 164 h 16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1" h="164">
                    <a:moveTo>
                      <a:pt x="44" y="24"/>
                    </a:moveTo>
                    <a:lnTo>
                      <a:pt x="44" y="24"/>
                    </a:lnTo>
                    <a:lnTo>
                      <a:pt x="44" y="41"/>
                    </a:lnTo>
                    <a:lnTo>
                      <a:pt x="41" y="82"/>
                    </a:lnTo>
                    <a:lnTo>
                      <a:pt x="37" y="106"/>
                    </a:lnTo>
                    <a:lnTo>
                      <a:pt x="27" y="127"/>
                    </a:lnTo>
                    <a:lnTo>
                      <a:pt x="17" y="147"/>
                    </a:lnTo>
                    <a:lnTo>
                      <a:pt x="0" y="164"/>
                    </a:lnTo>
                    <a:lnTo>
                      <a:pt x="7" y="164"/>
                    </a:lnTo>
                    <a:lnTo>
                      <a:pt x="13" y="158"/>
                    </a:lnTo>
                    <a:lnTo>
                      <a:pt x="24" y="151"/>
                    </a:lnTo>
                    <a:lnTo>
                      <a:pt x="34" y="137"/>
                    </a:lnTo>
                    <a:lnTo>
                      <a:pt x="44" y="113"/>
                    </a:lnTo>
                    <a:lnTo>
                      <a:pt x="51" y="85"/>
                    </a:lnTo>
                    <a:lnTo>
                      <a:pt x="55" y="48"/>
                    </a:lnTo>
                    <a:lnTo>
                      <a:pt x="61" y="10"/>
                    </a:lnTo>
                    <a:lnTo>
                      <a:pt x="61" y="3"/>
                    </a:lnTo>
                    <a:lnTo>
                      <a:pt x="58" y="0"/>
                    </a:lnTo>
                    <a:lnTo>
                      <a:pt x="55" y="6"/>
                    </a:lnTo>
                    <a:lnTo>
                      <a:pt x="44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29" name="Freeform 2881"/>
              <p:cNvSpPr>
                <a:spLocks/>
              </p:cNvSpPr>
              <p:nvPr/>
            </p:nvSpPr>
            <p:spPr bwMode="auto">
              <a:xfrm>
                <a:off x="4594225" y="946150"/>
                <a:ext cx="107950" cy="268288"/>
              </a:xfrm>
              <a:custGeom>
                <a:avLst/>
                <a:gdLst>
                  <a:gd name="T0" fmla="*/ 62 w 68"/>
                  <a:gd name="T1" fmla="*/ 0 h 169"/>
                  <a:gd name="T2" fmla="*/ 62 w 68"/>
                  <a:gd name="T3" fmla="*/ 0 h 169"/>
                  <a:gd name="T4" fmla="*/ 48 w 68"/>
                  <a:gd name="T5" fmla="*/ 18 h 169"/>
                  <a:gd name="T6" fmla="*/ 38 w 68"/>
                  <a:gd name="T7" fmla="*/ 35 h 169"/>
                  <a:gd name="T8" fmla="*/ 24 w 68"/>
                  <a:gd name="T9" fmla="*/ 55 h 169"/>
                  <a:gd name="T10" fmla="*/ 10 w 68"/>
                  <a:gd name="T11" fmla="*/ 83 h 169"/>
                  <a:gd name="T12" fmla="*/ 3 w 68"/>
                  <a:gd name="T13" fmla="*/ 110 h 169"/>
                  <a:gd name="T14" fmla="*/ 0 w 68"/>
                  <a:gd name="T15" fmla="*/ 124 h 169"/>
                  <a:gd name="T16" fmla="*/ 3 w 68"/>
                  <a:gd name="T17" fmla="*/ 141 h 169"/>
                  <a:gd name="T18" fmla="*/ 3 w 68"/>
                  <a:gd name="T19" fmla="*/ 155 h 169"/>
                  <a:gd name="T20" fmla="*/ 10 w 68"/>
                  <a:gd name="T21" fmla="*/ 169 h 169"/>
                  <a:gd name="T22" fmla="*/ 10 w 68"/>
                  <a:gd name="T23" fmla="*/ 169 h 169"/>
                  <a:gd name="T24" fmla="*/ 7 w 68"/>
                  <a:gd name="T25" fmla="*/ 155 h 169"/>
                  <a:gd name="T26" fmla="*/ 7 w 68"/>
                  <a:gd name="T27" fmla="*/ 141 h 169"/>
                  <a:gd name="T28" fmla="*/ 7 w 68"/>
                  <a:gd name="T29" fmla="*/ 121 h 169"/>
                  <a:gd name="T30" fmla="*/ 13 w 68"/>
                  <a:gd name="T31" fmla="*/ 97 h 169"/>
                  <a:gd name="T32" fmla="*/ 24 w 68"/>
                  <a:gd name="T33" fmla="*/ 72 h 169"/>
                  <a:gd name="T34" fmla="*/ 41 w 68"/>
                  <a:gd name="T35" fmla="*/ 45 h 169"/>
                  <a:gd name="T36" fmla="*/ 68 w 68"/>
                  <a:gd name="T37" fmla="*/ 18 h 169"/>
                  <a:gd name="T38" fmla="*/ 62 w 68"/>
                  <a:gd name="T39" fmla="*/ 0 h 16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8"/>
                  <a:gd name="T61" fmla="*/ 0 h 169"/>
                  <a:gd name="T62" fmla="*/ 68 w 68"/>
                  <a:gd name="T63" fmla="*/ 169 h 16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8" h="169">
                    <a:moveTo>
                      <a:pt x="62" y="0"/>
                    </a:moveTo>
                    <a:lnTo>
                      <a:pt x="62" y="0"/>
                    </a:lnTo>
                    <a:lnTo>
                      <a:pt x="48" y="18"/>
                    </a:lnTo>
                    <a:lnTo>
                      <a:pt x="38" y="35"/>
                    </a:lnTo>
                    <a:lnTo>
                      <a:pt x="24" y="55"/>
                    </a:lnTo>
                    <a:lnTo>
                      <a:pt x="10" y="83"/>
                    </a:lnTo>
                    <a:lnTo>
                      <a:pt x="3" y="110"/>
                    </a:lnTo>
                    <a:lnTo>
                      <a:pt x="0" y="124"/>
                    </a:lnTo>
                    <a:lnTo>
                      <a:pt x="3" y="141"/>
                    </a:lnTo>
                    <a:lnTo>
                      <a:pt x="3" y="155"/>
                    </a:lnTo>
                    <a:lnTo>
                      <a:pt x="10" y="169"/>
                    </a:lnTo>
                    <a:lnTo>
                      <a:pt x="7" y="155"/>
                    </a:lnTo>
                    <a:lnTo>
                      <a:pt x="7" y="141"/>
                    </a:lnTo>
                    <a:lnTo>
                      <a:pt x="7" y="121"/>
                    </a:lnTo>
                    <a:lnTo>
                      <a:pt x="13" y="97"/>
                    </a:lnTo>
                    <a:lnTo>
                      <a:pt x="24" y="72"/>
                    </a:lnTo>
                    <a:lnTo>
                      <a:pt x="41" y="45"/>
                    </a:lnTo>
                    <a:lnTo>
                      <a:pt x="68" y="18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0" name="Freeform 2882"/>
              <p:cNvSpPr>
                <a:spLocks/>
              </p:cNvSpPr>
              <p:nvPr/>
            </p:nvSpPr>
            <p:spPr bwMode="auto">
              <a:xfrm>
                <a:off x="5286375" y="957263"/>
                <a:ext cx="71438" cy="311150"/>
              </a:xfrm>
              <a:custGeom>
                <a:avLst/>
                <a:gdLst>
                  <a:gd name="T0" fmla="*/ 0 w 45"/>
                  <a:gd name="T1" fmla="*/ 14 h 196"/>
                  <a:gd name="T2" fmla="*/ 0 w 45"/>
                  <a:gd name="T3" fmla="*/ 14 h 196"/>
                  <a:gd name="T4" fmla="*/ 10 w 45"/>
                  <a:gd name="T5" fmla="*/ 35 h 196"/>
                  <a:gd name="T6" fmla="*/ 21 w 45"/>
                  <a:gd name="T7" fmla="*/ 59 h 196"/>
                  <a:gd name="T8" fmla="*/ 31 w 45"/>
                  <a:gd name="T9" fmla="*/ 83 h 196"/>
                  <a:gd name="T10" fmla="*/ 38 w 45"/>
                  <a:gd name="T11" fmla="*/ 114 h 196"/>
                  <a:gd name="T12" fmla="*/ 41 w 45"/>
                  <a:gd name="T13" fmla="*/ 144 h 196"/>
                  <a:gd name="T14" fmla="*/ 38 w 45"/>
                  <a:gd name="T15" fmla="*/ 158 h 196"/>
                  <a:gd name="T16" fmla="*/ 38 w 45"/>
                  <a:gd name="T17" fmla="*/ 172 h 196"/>
                  <a:gd name="T18" fmla="*/ 31 w 45"/>
                  <a:gd name="T19" fmla="*/ 186 h 196"/>
                  <a:gd name="T20" fmla="*/ 24 w 45"/>
                  <a:gd name="T21" fmla="*/ 196 h 196"/>
                  <a:gd name="T22" fmla="*/ 24 w 45"/>
                  <a:gd name="T23" fmla="*/ 196 h 196"/>
                  <a:gd name="T24" fmla="*/ 31 w 45"/>
                  <a:gd name="T25" fmla="*/ 186 h 196"/>
                  <a:gd name="T26" fmla="*/ 38 w 45"/>
                  <a:gd name="T27" fmla="*/ 172 h 196"/>
                  <a:gd name="T28" fmla="*/ 45 w 45"/>
                  <a:gd name="T29" fmla="*/ 151 h 196"/>
                  <a:gd name="T30" fmla="*/ 45 w 45"/>
                  <a:gd name="T31" fmla="*/ 127 h 196"/>
                  <a:gd name="T32" fmla="*/ 41 w 45"/>
                  <a:gd name="T33" fmla="*/ 93 h 196"/>
                  <a:gd name="T34" fmla="*/ 27 w 45"/>
                  <a:gd name="T35" fmla="*/ 52 h 196"/>
                  <a:gd name="T36" fmla="*/ 3 w 45"/>
                  <a:gd name="T37" fmla="*/ 0 h 196"/>
                  <a:gd name="T38" fmla="*/ 0 w 45"/>
                  <a:gd name="T39" fmla="*/ 14 h 1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5"/>
                  <a:gd name="T61" fmla="*/ 0 h 196"/>
                  <a:gd name="T62" fmla="*/ 45 w 45"/>
                  <a:gd name="T63" fmla="*/ 196 h 1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5" h="196">
                    <a:moveTo>
                      <a:pt x="0" y="14"/>
                    </a:moveTo>
                    <a:lnTo>
                      <a:pt x="0" y="14"/>
                    </a:lnTo>
                    <a:lnTo>
                      <a:pt x="10" y="35"/>
                    </a:lnTo>
                    <a:lnTo>
                      <a:pt x="21" y="59"/>
                    </a:lnTo>
                    <a:lnTo>
                      <a:pt x="31" y="83"/>
                    </a:lnTo>
                    <a:lnTo>
                      <a:pt x="38" y="114"/>
                    </a:lnTo>
                    <a:lnTo>
                      <a:pt x="41" y="144"/>
                    </a:lnTo>
                    <a:lnTo>
                      <a:pt x="38" y="158"/>
                    </a:lnTo>
                    <a:lnTo>
                      <a:pt x="38" y="172"/>
                    </a:lnTo>
                    <a:lnTo>
                      <a:pt x="31" y="186"/>
                    </a:lnTo>
                    <a:lnTo>
                      <a:pt x="24" y="196"/>
                    </a:lnTo>
                    <a:lnTo>
                      <a:pt x="31" y="186"/>
                    </a:lnTo>
                    <a:lnTo>
                      <a:pt x="38" y="172"/>
                    </a:lnTo>
                    <a:lnTo>
                      <a:pt x="45" y="151"/>
                    </a:lnTo>
                    <a:lnTo>
                      <a:pt x="45" y="127"/>
                    </a:lnTo>
                    <a:lnTo>
                      <a:pt x="41" y="93"/>
                    </a:lnTo>
                    <a:lnTo>
                      <a:pt x="27" y="52"/>
                    </a:lnTo>
                    <a:lnTo>
                      <a:pt x="3" y="0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  <p:sp>
            <p:nvSpPr>
              <p:cNvPr id="31" name="Freeform 2883"/>
              <p:cNvSpPr>
                <a:spLocks/>
              </p:cNvSpPr>
              <p:nvPr/>
            </p:nvSpPr>
            <p:spPr bwMode="auto">
              <a:xfrm>
                <a:off x="4659313" y="1317625"/>
                <a:ext cx="627063" cy="1182688"/>
              </a:xfrm>
              <a:custGeom>
                <a:avLst/>
                <a:gdLst>
                  <a:gd name="T0" fmla="*/ 45 w 395"/>
                  <a:gd name="T1" fmla="*/ 31 h 745"/>
                  <a:gd name="T2" fmla="*/ 48 w 395"/>
                  <a:gd name="T3" fmla="*/ 76 h 745"/>
                  <a:gd name="T4" fmla="*/ 38 w 395"/>
                  <a:gd name="T5" fmla="*/ 113 h 745"/>
                  <a:gd name="T6" fmla="*/ 7 w 395"/>
                  <a:gd name="T7" fmla="*/ 168 h 745"/>
                  <a:gd name="T8" fmla="*/ 0 w 395"/>
                  <a:gd name="T9" fmla="*/ 189 h 745"/>
                  <a:gd name="T10" fmla="*/ 31 w 395"/>
                  <a:gd name="T11" fmla="*/ 189 h 745"/>
                  <a:gd name="T12" fmla="*/ 45 w 395"/>
                  <a:gd name="T13" fmla="*/ 179 h 745"/>
                  <a:gd name="T14" fmla="*/ 65 w 395"/>
                  <a:gd name="T15" fmla="*/ 165 h 745"/>
                  <a:gd name="T16" fmla="*/ 79 w 395"/>
                  <a:gd name="T17" fmla="*/ 161 h 745"/>
                  <a:gd name="T18" fmla="*/ 106 w 395"/>
                  <a:gd name="T19" fmla="*/ 165 h 745"/>
                  <a:gd name="T20" fmla="*/ 127 w 395"/>
                  <a:gd name="T21" fmla="*/ 185 h 745"/>
                  <a:gd name="T22" fmla="*/ 144 w 395"/>
                  <a:gd name="T23" fmla="*/ 240 h 745"/>
                  <a:gd name="T24" fmla="*/ 158 w 395"/>
                  <a:gd name="T25" fmla="*/ 302 h 745"/>
                  <a:gd name="T26" fmla="*/ 172 w 395"/>
                  <a:gd name="T27" fmla="*/ 426 h 745"/>
                  <a:gd name="T28" fmla="*/ 175 w 395"/>
                  <a:gd name="T29" fmla="*/ 556 h 745"/>
                  <a:gd name="T30" fmla="*/ 192 w 395"/>
                  <a:gd name="T31" fmla="*/ 684 h 745"/>
                  <a:gd name="T32" fmla="*/ 206 w 395"/>
                  <a:gd name="T33" fmla="*/ 745 h 745"/>
                  <a:gd name="T34" fmla="*/ 227 w 395"/>
                  <a:gd name="T35" fmla="*/ 601 h 745"/>
                  <a:gd name="T36" fmla="*/ 230 w 395"/>
                  <a:gd name="T37" fmla="*/ 553 h 745"/>
                  <a:gd name="T38" fmla="*/ 237 w 395"/>
                  <a:gd name="T39" fmla="*/ 447 h 745"/>
                  <a:gd name="T40" fmla="*/ 254 w 395"/>
                  <a:gd name="T41" fmla="*/ 340 h 745"/>
                  <a:gd name="T42" fmla="*/ 254 w 395"/>
                  <a:gd name="T43" fmla="*/ 285 h 745"/>
                  <a:gd name="T44" fmla="*/ 254 w 395"/>
                  <a:gd name="T45" fmla="*/ 216 h 745"/>
                  <a:gd name="T46" fmla="*/ 264 w 395"/>
                  <a:gd name="T47" fmla="*/ 175 h 745"/>
                  <a:gd name="T48" fmla="*/ 278 w 395"/>
                  <a:gd name="T49" fmla="*/ 158 h 745"/>
                  <a:gd name="T50" fmla="*/ 299 w 395"/>
                  <a:gd name="T51" fmla="*/ 155 h 745"/>
                  <a:gd name="T52" fmla="*/ 316 w 395"/>
                  <a:gd name="T53" fmla="*/ 161 h 745"/>
                  <a:gd name="T54" fmla="*/ 333 w 395"/>
                  <a:gd name="T55" fmla="*/ 175 h 745"/>
                  <a:gd name="T56" fmla="*/ 368 w 395"/>
                  <a:gd name="T57" fmla="*/ 209 h 745"/>
                  <a:gd name="T58" fmla="*/ 395 w 395"/>
                  <a:gd name="T59" fmla="*/ 223 h 745"/>
                  <a:gd name="T60" fmla="*/ 395 w 395"/>
                  <a:gd name="T61" fmla="*/ 213 h 745"/>
                  <a:gd name="T62" fmla="*/ 388 w 395"/>
                  <a:gd name="T63" fmla="*/ 182 h 745"/>
                  <a:gd name="T64" fmla="*/ 368 w 395"/>
                  <a:gd name="T65" fmla="*/ 148 h 745"/>
                  <a:gd name="T66" fmla="*/ 361 w 395"/>
                  <a:gd name="T67" fmla="*/ 127 h 745"/>
                  <a:gd name="T68" fmla="*/ 361 w 395"/>
                  <a:gd name="T69" fmla="*/ 96 h 745"/>
                  <a:gd name="T70" fmla="*/ 361 w 395"/>
                  <a:gd name="T71" fmla="*/ 76 h 745"/>
                  <a:gd name="T72" fmla="*/ 350 w 395"/>
                  <a:gd name="T73" fmla="*/ 24 h 745"/>
                  <a:gd name="T74" fmla="*/ 340 w 395"/>
                  <a:gd name="T75" fmla="*/ 14 h 745"/>
                  <a:gd name="T76" fmla="*/ 330 w 395"/>
                  <a:gd name="T77" fmla="*/ 17 h 745"/>
                  <a:gd name="T78" fmla="*/ 289 w 395"/>
                  <a:gd name="T79" fmla="*/ 55 h 745"/>
                  <a:gd name="T80" fmla="*/ 244 w 395"/>
                  <a:gd name="T81" fmla="*/ 110 h 745"/>
                  <a:gd name="T82" fmla="*/ 234 w 395"/>
                  <a:gd name="T83" fmla="*/ 134 h 745"/>
                  <a:gd name="T84" fmla="*/ 216 w 395"/>
                  <a:gd name="T85" fmla="*/ 196 h 745"/>
                  <a:gd name="T86" fmla="*/ 203 w 395"/>
                  <a:gd name="T87" fmla="*/ 216 h 745"/>
                  <a:gd name="T88" fmla="*/ 192 w 395"/>
                  <a:gd name="T89" fmla="*/ 213 h 745"/>
                  <a:gd name="T90" fmla="*/ 175 w 395"/>
                  <a:gd name="T91" fmla="*/ 192 h 745"/>
                  <a:gd name="T92" fmla="*/ 120 w 395"/>
                  <a:gd name="T93" fmla="*/ 103 h 745"/>
                  <a:gd name="T94" fmla="*/ 69 w 395"/>
                  <a:gd name="T95" fmla="*/ 17 h 745"/>
                  <a:gd name="T96" fmla="*/ 45 w 395"/>
                  <a:gd name="T97" fmla="*/ 31 h 7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95"/>
                  <a:gd name="T148" fmla="*/ 0 h 745"/>
                  <a:gd name="T149" fmla="*/ 395 w 395"/>
                  <a:gd name="T150" fmla="*/ 745 h 7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95" h="745">
                    <a:moveTo>
                      <a:pt x="45" y="31"/>
                    </a:moveTo>
                    <a:lnTo>
                      <a:pt x="45" y="31"/>
                    </a:lnTo>
                    <a:lnTo>
                      <a:pt x="48" y="55"/>
                    </a:lnTo>
                    <a:lnTo>
                      <a:pt x="48" y="76"/>
                    </a:lnTo>
                    <a:lnTo>
                      <a:pt x="45" y="96"/>
                    </a:lnTo>
                    <a:lnTo>
                      <a:pt x="38" y="113"/>
                    </a:lnTo>
                    <a:lnTo>
                      <a:pt x="17" y="148"/>
                    </a:lnTo>
                    <a:lnTo>
                      <a:pt x="7" y="168"/>
                    </a:lnTo>
                    <a:lnTo>
                      <a:pt x="0" y="189"/>
                    </a:lnTo>
                    <a:lnTo>
                      <a:pt x="17" y="189"/>
                    </a:lnTo>
                    <a:lnTo>
                      <a:pt x="31" y="189"/>
                    </a:lnTo>
                    <a:lnTo>
                      <a:pt x="38" y="185"/>
                    </a:lnTo>
                    <a:lnTo>
                      <a:pt x="45" y="179"/>
                    </a:lnTo>
                    <a:lnTo>
                      <a:pt x="55" y="168"/>
                    </a:lnTo>
                    <a:lnTo>
                      <a:pt x="65" y="165"/>
                    </a:lnTo>
                    <a:lnTo>
                      <a:pt x="79" y="161"/>
                    </a:lnTo>
                    <a:lnTo>
                      <a:pt x="96" y="158"/>
                    </a:lnTo>
                    <a:lnTo>
                      <a:pt x="106" y="165"/>
                    </a:lnTo>
                    <a:lnTo>
                      <a:pt x="117" y="172"/>
                    </a:lnTo>
                    <a:lnTo>
                      <a:pt x="127" y="185"/>
                    </a:lnTo>
                    <a:lnTo>
                      <a:pt x="137" y="213"/>
                    </a:lnTo>
                    <a:lnTo>
                      <a:pt x="144" y="240"/>
                    </a:lnTo>
                    <a:lnTo>
                      <a:pt x="158" y="302"/>
                    </a:lnTo>
                    <a:lnTo>
                      <a:pt x="168" y="364"/>
                    </a:lnTo>
                    <a:lnTo>
                      <a:pt x="172" y="426"/>
                    </a:lnTo>
                    <a:lnTo>
                      <a:pt x="175" y="491"/>
                    </a:lnTo>
                    <a:lnTo>
                      <a:pt x="175" y="556"/>
                    </a:lnTo>
                    <a:lnTo>
                      <a:pt x="182" y="622"/>
                    </a:lnTo>
                    <a:lnTo>
                      <a:pt x="192" y="684"/>
                    </a:lnTo>
                    <a:lnTo>
                      <a:pt x="206" y="745"/>
                    </a:lnTo>
                    <a:lnTo>
                      <a:pt x="220" y="649"/>
                    </a:lnTo>
                    <a:lnTo>
                      <a:pt x="227" y="601"/>
                    </a:lnTo>
                    <a:lnTo>
                      <a:pt x="230" y="553"/>
                    </a:lnTo>
                    <a:lnTo>
                      <a:pt x="230" y="498"/>
                    </a:lnTo>
                    <a:lnTo>
                      <a:pt x="237" y="447"/>
                    </a:lnTo>
                    <a:lnTo>
                      <a:pt x="254" y="340"/>
                    </a:lnTo>
                    <a:lnTo>
                      <a:pt x="254" y="316"/>
                    </a:lnTo>
                    <a:lnTo>
                      <a:pt x="254" y="285"/>
                    </a:lnTo>
                    <a:lnTo>
                      <a:pt x="254" y="251"/>
                    </a:lnTo>
                    <a:lnTo>
                      <a:pt x="254" y="216"/>
                    </a:lnTo>
                    <a:lnTo>
                      <a:pt x="258" y="189"/>
                    </a:lnTo>
                    <a:lnTo>
                      <a:pt x="264" y="175"/>
                    </a:lnTo>
                    <a:lnTo>
                      <a:pt x="268" y="165"/>
                    </a:lnTo>
                    <a:lnTo>
                      <a:pt x="278" y="158"/>
                    </a:lnTo>
                    <a:lnTo>
                      <a:pt x="289" y="155"/>
                    </a:lnTo>
                    <a:lnTo>
                      <a:pt x="299" y="155"/>
                    </a:lnTo>
                    <a:lnTo>
                      <a:pt x="316" y="161"/>
                    </a:lnTo>
                    <a:lnTo>
                      <a:pt x="326" y="165"/>
                    </a:lnTo>
                    <a:lnTo>
                      <a:pt x="333" y="175"/>
                    </a:lnTo>
                    <a:lnTo>
                      <a:pt x="350" y="192"/>
                    </a:lnTo>
                    <a:lnTo>
                      <a:pt x="368" y="209"/>
                    </a:lnTo>
                    <a:lnTo>
                      <a:pt x="381" y="216"/>
                    </a:lnTo>
                    <a:lnTo>
                      <a:pt x="395" y="223"/>
                    </a:lnTo>
                    <a:lnTo>
                      <a:pt x="395" y="213"/>
                    </a:lnTo>
                    <a:lnTo>
                      <a:pt x="395" y="203"/>
                    </a:lnTo>
                    <a:lnTo>
                      <a:pt x="388" y="182"/>
                    </a:lnTo>
                    <a:lnTo>
                      <a:pt x="378" y="165"/>
                    </a:lnTo>
                    <a:lnTo>
                      <a:pt x="368" y="148"/>
                    </a:lnTo>
                    <a:lnTo>
                      <a:pt x="361" y="127"/>
                    </a:lnTo>
                    <a:lnTo>
                      <a:pt x="361" y="113"/>
                    </a:lnTo>
                    <a:lnTo>
                      <a:pt x="361" y="96"/>
                    </a:lnTo>
                    <a:lnTo>
                      <a:pt x="361" y="76"/>
                    </a:lnTo>
                    <a:lnTo>
                      <a:pt x="357" y="41"/>
                    </a:lnTo>
                    <a:lnTo>
                      <a:pt x="350" y="24"/>
                    </a:lnTo>
                    <a:lnTo>
                      <a:pt x="347" y="17"/>
                    </a:lnTo>
                    <a:lnTo>
                      <a:pt x="340" y="14"/>
                    </a:lnTo>
                    <a:lnTo>
                      <a:pt x="330" y="17"/>
                    </a:lnTo>
                    <a:lnTo>
                      <a:pt x="319" y="24"/>
                    </a:lnTo>
                    <a:lnTo>
                      <a:pt x="289" y="55"/>
                    </a:lnTo>
                    <a:lnTo>
                      <a:pt x="244" y="110"/>
                    </a:lnTo>
                    <a:lnTo>
                      <a:pt x="237" y="120"/>
                    </a:lnTo>
                    <a:lnTo>
                      <a:pt x="234" y="134"/>
                    </a:lnTo>
                    <a:lnTo>
                      <a:pt x="220" y="175"/>
                    </a:lnTo>
                    <a:lnTo>
                      <a:pt x="216" y="196"/>
                    </a:lnTo>
                    <a:lnTo>
                      <a:pt x="210" y="209"/>
                    </a:lnTo>
                    <a:lnTo>
                      <a:pt x="203" y="216"/>
                    </a:lnTo>
                    <a:lnTo>
                      <a:pt x="196" y="216"/>
                    </a:lnTo>
                    <a:lnTo>
                      <a:pt x="192" y="213"/>
                    </a:lnTo>
                    <a:lnTo>
                      <a:pt x="175" y="192"/>
                    </a:lnTo>
                    <a:lnTo>
                      <a:pt x="158" y="165"/>
                    </a:lnTo>
                    <a:lnTo>
                      <a:pt x="120" y="103"/>
                    </a:lnTo>
                    <a:lnTo>
                      <a:pt x="86" y="41"/>
                    </a:lnTo>
                    <a:lnTo>
                      <a:pt x="69" y="17"/>
                    </a:lnTo>
                    <a:lnTo>
                      <a:pt x="55" y="0"/>
                    </a:lnTo>
                    <a:lnTo>
                      <a:pt x="4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574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95400" y="1276350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6600" dirty="0">
                <a:solidFill>
                  <a:prstClr val="white"/>
                </a:solidFill>
              </a:rPr>
              <a:t>Part </a:t>
            </a:r>
            <a:r>
              <a:rPr lang="en-US" sz="6600" dirty="0" smtClean="0">
                <a:solidFill>
                  <a:prstClr val="white"/>
                </a:solidFill>
              </a:rPr>
              <a:t>3</a:t>
            </a:r>
            <a:endParaRPr lang="en-US" sz="6600" dirty="0">
              <a:solidFill>
                <a:prstClr val="white"/>
              </a:solidFill>
            </a:endParaRPr>
          </a:p>
          <a:p>
            <a:pPr lvl="0"/>
            <a:r>
              <a:rPr lang="zh-CN" altLang="en-US" sz="4800" b="1" dirty="0" smtClean="0">
                <a:solidFill>
                  <a:prstClr val="white"/>
                </a:solidFill>
              </a:rPr>
              <a:t>淡化权威</a:t>
            </a:r>
            <a:endParaRPr lang="en-US" sz="4800" b="1" dirty="0">
              <a:solidFill>
                <a:prstClr val="white"/>
              </a:solidFill>
            </a:endParaRPr>
          </a:p>
        </p:txBody>
      </p:sp>
      <p:grpSp>
        <p:nvGrpSpPr>
          <p:cNvPr id="7" name="组合 83"/>
          <p:cNvGrpSpPr>
            <a:grpSpLocks/>
          </p:cNvGrpSpPr>
          <p:nvPr/>
        </p:nvGrpSpPr>
        <p:grpSpPr bwMode="auto">
          <a:xfrm>
            <a:off x="4972064" y="2647950"/>
            <a:ext cx="3408150" cy="3952647"/>
            <a:chOff x="5572125" y="792163"/>
            <a:chExt cx="1341438" cy="1555750"/>
          </a:xfrm>
          <a:solidFill>
            <a:srgbClr val="00B0F0"/>
          </a:solidFill>
        </p:grpSpPr>
        <p:sp>
          <p:nvSpPr>
            <p:cNvPr id="8" name="Freeform 46"/>
            <p:cNvSpPr>
              <a:spLocks/>
            </p:cNvSpPr>
            <p:nvPr/>
          </p:nvSpPr>
          <p:spPr bwMode="auto">
            <a:xfrm>
              <a:off x="5572125" y="792163"/>
              <a:ext cx="1341438" cy="1555750"/>
            </a:xfrm>
            <a:custGeom>
              <a:avLst/>
              <a:gdLst>
                <a:gd name="T0" fmla="*/ 434975 w 845"/>
                <a:gd name="T1" fmla="*/ 817563 h 980"/>
                <a:gd name="T2" fmla="*/ 417513 w 845"/>
                <a:gd name="T3" fmla="*/ 1133475 h 980"/>
                <a:gd name="T4" fmla="*/ 369888 w 845"/>
                <a:gd name="T5" fmla="*/ 1376363 h 980"/>
                <a:gd name="T6" fmla="*/ 381000 w 845"/>
                <a:gd name="T7" fmla="*/ 1427163 h 980"/>
                <a:gd name="T8" fmla="*/ 452438 w 845"/>
                <a:gd name="T9" fmla="*/ 1476375 h 980"/>
                <a:gd name="T10" fmla="*/ 322263 w 845"/>
                <a:gd name="T11" fmla="*/ 1470025 h 980"/>
                <a:gd name="T12" fmla="*/ 269875 w 845"/>
                <a:gd name="T13" fmla="*/ 1463675 h 980"/>
                <a:gd name="T14" fmla="*/ 284163 w 845"/>
                <a:gd name="T15" fmla="*/ 1397000 h 980"/>
                <a:gd name="T16" fmla="*/ 301625 w 845"/>
                <a:gd name="T17" fmla="*/ 1065213 h 980"/>
                <a:gd name="T18" fmla="*/ 242888 w 845"/>
                <a:gd name="T19" fmla="*/ 1066800 h 980"/>
                <a:gd name="T20" fmla="*/ 119063 w 845"/>
                <a:gd name="T21" fmla="*/ 1431925 h 980"/>
                <a:gd name="T22" fmla="*/ 79375 w 845"/>
                <a:gd name="T23" fmla="*/ 1458913 h 980"/>
                <a:gd name="T24" fmla="*/ 14288 w 845"/>
                <a:gd name="T25" fmla="*/ 1479550 h 980"/>
                <a:gd name="T26" fmla="*/ 38100 w 845"/>
                <a:gd name="T27" fmla="*/ 1404938 h 980"/>
                <a:gd name="T28" fmla="*/ 82550 w 845"/>
                <a:gd name="T29" fmla="*/ 1158875 h 980"/>
                <a:gd name="T30" fmla="*/ 120650 w 845"/>
                <a:gd name="T31" fmla="*/ 920750 h 980"/>
                <a:gd name="T32" fmla="*/ 147638 w 845"/>
                <a:gd name="T33" fmla="*/ 668338 h 980"/>
                <a:gd name="T34" fmla="*/ 96838 w 845"/>
                <a:gd name="T35" fmla="*/ 506413 h 980"/>
                <a:gd name="T36" fmla="*/ 123825 w 845"/>
                <a:gd name="T37" fmla="*/ 388938 h 980"/>
                <a:gd name="T38" fmla="*/ 222250 w 845"/>
                <a:gd name="T39" fmla="*/ 338138 h 980"/>
                <a:gd name="T40" fmla="*/ 204788 w 845"/>
                <a:gd name="T41" fmla="*/ 280988 h 980"/>
                <a:gd name="T42" fmla="*/ 266700 w 845"/>
                <a:gd name="T43" fmla="*/ 184150 h 980"/>
                <a:gd name="T44" fmla="*/ 327025 w 845"/>
                <a:gd name="T45" fmla="*/ 192088 h 980"/>
                <a:gd name="T46" fmla="*/ 336550 w 845"/>
                <a:gd name="T47" fmla="*/ 234950 h 980"/>
                <a:gd name="T48" fmla="*/ 344488 w 845"/>
                <a:gd name="T49" fmla="*/ 333375 h 980"/>
                <a:gd name="T50" fmla="*/ 334963 w 845"/>
                <a:gd name="T51" fmla="*/ 374650 h 980"/>
                <a:gd name="T52" fmla="*/ 446088 w 845"/>
                <a:gd name="T53" fmla="*/ 428625 h 980"/>
                <a:gd name="T54" fmla="*/ 547688 w 845"/>
                <a:gd name="T55" fmla="*/ 495300 h 980"/>
                <a:gd name="T56" fmla="*/ 644525 w 845"/>
                <a:gd name="T57" fmla="*/ 412750 h 980"/>
                <a:gd name="T58" fmla="*/ 676275 w 845"/>
                <a:gd name="T59" fmla="*/ 327025 h 980"/>
                <a:gd name="T60" fmla="*/ 738188 w 845"/>
                <a:gd name="T61" fmla="*/ 227013 h 980"/>
                <a:gd name="T62" fmla="*/ 677863 w 845"/>
                <a:gd name="T63" fmla="*/ 195262 h 980"/>
                <a:gd name="T64" fmla="*/ 665163 w 845"/>
                <a:gd name="T65" fmla="*/ 168275 h 980"/>
                <a:gd name="T66" fmla="*/ 647700 w 845"/>
                <a:gd name="T67" fmla="*/ 127000 h 980"/>
                <a:gd name="T68" fmla="*/ 654050 w 845"/>
                <a:gd name="T69" fmla="*/ 55563 h 980"/>
                <a:gd name="T70" fmla="*/ 720725 w 845"/>
                <a:gd name="T71" fmla="*/ 1588 h 980"/>
                <a:gd name="T72" fmla="*/ 800100 w 845"/>
                <a:gd name="T73" fmla="*/ 44450 h 980"/>
                <a:gd name="T74" fmla="*/ 819150 w 845"/>
                <a:gd name="T75" fmla="*/ 160338 h 980"/>
                <a:gd name="T76" fmla="*/ 965200 w 845"/>
                <a:gd name="T77" fmla="*/ 190500 h 980"/>
                <a:gd name="T78" fmla="*/ 1087438 w 845"/>
                <a:gd name="T79" fmla="*/ 423863 h 980"/>
                <a:gd name="T80" fmla="*/ 1028700 w 845"/>
                <a:gd name="T81" fmla="*/ 488950 h 980"/>
                <a:gd name="T82" fmla="*/ 1095375 w 845"/>
                <a:gd name="T83" fmla="*/ 719138 h 980"/>
                <a:gd name="T84" fmla="*/ 1123950 w 845"/>
                <a:gd name="T85" fmla="*/ 920750 h 980"/>
                <a:gd name="T86" fmla="*/ 1289050 w 845"/>
                <a:gd name="T87" fmla="*/ 1331913 h 980"/>
                <a:gd name="T88" fmla="*/ 1339850 w 845"/>
                <a:gd name="T89" fmla="*/ 1443038 h 980"/>
                <a:gd name="T90" fmla="*/ 1290638 w 845"/>
                <a:gd name="T91" fmla="*/ 1541463 h 980"/>
                <a:gd name="T92" fmla="*/ 1243013 w 845"/>
                <a:gd name="T93" fmla="*/ 1500188 h 980"/>
                <a:gd name="T94" fmla="*/ 1209675 w 845"/>
                <a:gd name="T95" fmla="*/ 1419225 h 980"/>
                <a:gd name="T96" fmla="*/ 957263 w 845"/>
                <a:gd name="T97" fmla="*/ 885825 h 980"/>
                <a:gd name="T98" fmla="*/ 942975 w 845"/>
                <a:gd name="T99" fmla="*/ 1377950 h 980"/>
                <a:gd name="T100" fmla="*/ 928688 w 845"/>
                <a:gd name="T101" fmla="*/ 1511300 h 980"/>
                <a:gd name="T102" fmla="*/ 738188 w 845"/>
                <a:gd name="T103" fmla="*/ 1522413 h 980"/>
                <a:gd name="T104" fmla="*/ 755650 w 845"/>
                <a:gd name="T105" fmla="*/ 1487488 h 980"/>
                <a:gd name="T106" fmla="*/ 820738 w 845"/>
                <a:gd name="T107" fmla="*/ 1397000 h 980"/>
                <a:gd name="T108" fmla="*/ 828675 w 845"/>
                <a:gd name="T109" fmla="*/ 1179513 h 980"/>
                <a:gd name="T110" fmla="*/ 814388 w 845"/>
                <a:gd name="T111" fmla="*/ 1044575 h 980"/>
                <a:gd name="T112" fmla="*/ 768350 w 845"/>
                <a:gd name="T113" fmla="*/ 815975 h 980"/>
                <a:gd name="T114" fmla="*/ 752475 w 845"/>
                <a:gd name="T115" fmla="*/ 557213 h 980"/>
                <a:gd name="T116" fmla="*/ 725488 w 845"/>
                <a:gd name="T117" fmla="*/ 538163 h 980"/>
                <a:gd name="T118" fmla="*/ 668338 w 845"/>
                <a:gd name="T119" fmla="*/ 585788 h 980"/>
                <a:gd name="T120" fmla="*/ 514350 w 845"/>
                <a:gd name="T121" fmla="*/ 676275 h 980"/>
                <a:gd name="T122" fmla="*/ 458788 w 845"/>
                <a:gd name="T123" fmla="*/ 676275 h 980"/>
                <a:gd name="T124" fmla="*/ 428625 w 845"/>
                <a:gd name="T125" fmla="*/ 692150 h 98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45"/>
                <a:gd name="T190" fmla="*/ 0 h 980"/>
                <a:gd name="T191" fmla="*/ 845 w 845"/>
                <a:gd name="T192" fmla="*/ 980 h 98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45" h="980">
                  <a:moveTo>
                    <a:pt x="270" y="443"/>
                  </a:moveTo>
                  <a:lnTo>
                    <a:pt x="270" y="443"/>
                  </a:lnTo>
                  <a:lnTo>
                    <a:pt x="271" y="446"/>
                  </a:lnTo>
                  <a:lnTo>
                    <a:pt x="274" y="451"/>
                  </a:lnTo>
                  <a:lnTo>
                    <a:pt x="274" y="453"/>
                  </a:lnTo>
                  <a:lnTo>
                    <a:pt x="275" y="456"/>
                  </a:lnTo>
                  <a:lnTo>
                    <a:pt x="275" y="458"/>
                  </a:lnTo>
                  <a:lnTo>
                    <a:pt x="274" y="459"/>
                  </a:lnTo>
                  <a:lnTo>
                    <a:pt x="271" y="461"/>
                  </a:lnTo>
                  <a:lnTo>
                    <a:pt x="272" y="476"/>
                  </a:lnTo>
                  <a:lnTo>
                    <a:pt x="273" y="489"/>
                  </a:lnTo>
                  <a:lnTo>
                    <a:pt x="273" y="503"/>
                  </a:lnTo>
                  <a:lnTo>
                    <a:pt x="274" y="515"/>
                  </a:lnTo>
                  <a:lnTo>
                    <a:pt x="274" y="526"/>
                  </a:lnTo>
                  <a:lnTo>
                    <a:pt x="276" y="543"/>
                  </a:lnTo>
                  <a:lnTo>
                    <a:pt x="276" y="550"/>
                  </a:lnTo>
                  <a:lnTo>
                    <a:pt x="275" y="553"/>
                  </a:lnTo>
                  <a:lnTo>
                    <a:pt x="275" y="555"/>
                  </a:lnTo>
                  <a:lnTo>
                    <a:pt x="274" y="555"/>
                  </a:lnTo>
                  <a:lnTo>
                    <a:pt x="272" y="555"/>
                  </a:lnTo>
                  <a:lnTo>
                    <a:pt x="268" y="555"/>
                  </a:lnTo>
                  <a:lnTo>
                    <a:pt x="265" y="641"/>
                  </a:lnTo>
                  <a:lnTo>
                    <a:pt x="264" y="668"/>
                  </a:lnTo>
                  <a:lnTo>
                    <a:pt x="264" y="692"/>
                  </a:lnTo>
                  <a:lnTo>
                    <a:pt x="263" y="714"/>
                  </a:lnTo>
                  <a:lnTo>
                    <a:pt x="261" y="727"/>
                  </a:lnTo>
                  <a:lnTo>
                    <a:pt x="260" y="741"/>
                  </a:lnTo>
                  <a:lnTo>
                    <a:pt x="257" y="768"/>
                  </a:lnTo>
                  <a:lnTo>
                    <a:pt x="254" y="788"/>
                  </a:lnTo>
                  <a:lnTo>
                    <a:pt x="252" y="798"/>
                  </a:lnTo>
                  <a:lnTo>
                    <a:pt x="250" y="807"/>
                  </a:lnTo>
                  <a:lnTo>
                    <a:pt x="247" y="815"/>
                  </a:lnTo>
                  <a:lnTo>
                    <a:pt x="244" y="825"/>
                  </a:lnTo>
                  <a:lnTo>
                    <a:pt x="238" y="842"/>
                  </a:lnTo>
                  <a:lnTo>
                    <a:pt x="234" y="852"/>
                  </a:lnTo>
                  <a:lnTo>
                    <a:pt x="233" y="859"/>
                  </a:lnTo>
                  <a:lnTo>
                    <a:pt x="233" y="864"/>
                  </a:lnTo>
                  <a:lnTo>
                    <a:pt x="233" y="867"/>
                  </a:lnTo>
                  <a:lnTo>
                    <a:pt x="233" y="869"/>
                  </a:lnTo>
                  <a:lnTo>
                    <a:pt x="231" y="872"/>
                  </a:lnTo>
                  <a:lnTo>
                    <a:pt x="229" y="874"/>
                  </a:lnTo>
                  <a:lnTo>
                    <a:pt x="229" y="876"/>
                  </a:lnTo>
                  <a:lnTo>
                    <a:pt x="229" y="878"/>
                  </a:lnTo>
                  <a:lnTo>
                    <a:pt x="230" y="880"/>
                  </a:lnTo>
                  <a:lnTo>
                    <a:pt x="231" y="883"/>
                  </a:lnTo>
                  <a:lnTo>
                    <a:pt x="234" y="887"/>
                  </a:lnTo>
                  <a:lnTo>
                    <a:pt x="238" y="890"/>
                  </a:lnTo>
                  <a:lnTo>
                    <a:pt x="239" y="892"/>
                  </a:lnTo>
                  <a:lnTo>
                    <a:pt x="239" y="893"/>
                  </a:lnTo>
                  <a:lnTo>
                    <a:pt x="239" y="897"/>
                  </a:lnTo>
                  <a:lnTo>
                    <a:pt x="240" y="899"/>
                  </a:lnTo>
                  <a:lnTo>
                    <a:pt x="245" y="905"/>
                  </a:lnTo>
                  <a:lnTo>
                    <a:pt x="248" y="908"/>
                  </a:lnTo>
                  <a:lnTo>
                    <a:pt x="252" y="911"/>
                  </a:lnTo>
                  <a:lnTo>
                    <a:pt x="255" y="914"/>
                  </a:lnTo>
                  <a:lnTo>
                    <a:pt x="259" y="915"/>
                  </a:lnTo>
                  <a:lnTo>
                    <a:pt x="268" y="917"/>
                  </a:lnTo>
                  <a:lnTo>
                    <a:pt x="277" y="919"/>
                  </a:lnTo>
                  <a:lnTo>
                    <a:pt x="281" y="921"/>
                  </a:lnTo>
                  <a:lnTo>
                    <a:pt x="284" y="923"/>
                  </a:lnTo>
                  <a:lnTo>
                    <a:pt x="286" y="924"/>
                  </a:lnTo>
                  <a:lnTo>
                    <a:pt x="287" y="925"/>
                  </a:lnTo>
                  <a:lnTo>
                    <a:pt x="287" y="927"/>
                  </a:lnTo>
                  <a:lnTo>
                    <a:pt x="286" y="928"/>
                  </a:lnTo>
                  <a:lnTo>
                    <a:pt x="285" y="930"/>
                  </a:lnTo>
                  <a:lnTo>
                    <a:pt x="282" y="932"/>
                  </a:lnTo>
                  <a:lnTo>
                    <a:pt x="279" y="934"/>
                  </a:lnTo>
                  <a:lnTo>
                    <a:pt x="274" y="935"/>
                  </a:lnTo>
                  <a:lnTo>
                    <a:pt x="268" y="935"/>
                  </a:lnTo>
                  <a:lnTo>
                    <a:pt x="260" y="936"/>
                  </a:lnTo>
                  <a:lnTo>
                    <a:pt x="251" y="937"/>
                  </a:lnTo>
                  <a:lnTo>
                    <a:pt x="242" y="936"/>
                  </a:lnTo>
                  <a:lnTo>
                    <a:pt x="234" y="935"/>
                  </a:lnTo>
                  <a:lnTo>
                    <a:pt x="227" y="934"/>
                  </a:lnTo>
                  <a:lnTo>
                    <a:pt x="221" y="933"/>
                  </a:lnTo>
                  <a:lnTo>
                    <a:pt x="214" y="931"/>
                  </a:lnTo>
                  <a:lnTo>
                    <a:pt x="211" y="930"/>
                  </a:lnTo>
                  <a:lnTo>
                    <a:pt x="206" y="928"/>
                  </a:lnTo>
                  <a:lnTo>
                    <a:pt x="203" y="926"/>
                  </a:lnTo>
                  <a:lnTo>
                    <a:pt x="201" y="926"/>
                  </a:lnTo>
                  <a:lnTo>
                    <a:pt x="201" y="927"/>
                  </a:lnTo>
                  <a:lnTo>
                    <a:pt x="201" y="928"/>
                  </a:lnTo>
                  <a:lnTo>
                    <a:pt x="201" y="929"/>
                  </a:lnTo>
                  <a:lnTo>
                    <a:pt x="200" y="929"/>
                  </a:lnTo>
                  <a:lnTo>
                    <a:pt x="197" y="929"/>
                  </a:lnTo>
                  <a:lnTo>
                    <a:pt x="190" y="929"/>
                  </a:lnTo>
                  <a:lnTo>
                    <a:pt x="181" y="929"/>
                  </a:lnTo>
                  <a:lnTo>
                    <a:pt x="178" y="929"/>
                  </a:lnTo>
                  <a:lnTo>
                    <a:pt x="175" y="928"/>
                  </a:lnTo>
                  <a:lnTo>
                    <a:pt x="173" y="927"/>
                  </a:lnTo>
                  <a:lnTo>
                    <a:pt x="171" y="926"/>
                  </a:lnTo>
                  <a:lnTo>
                    <a:pt x="170" y="924"/>
                  </a:lnTo>
                  <a:lnTo>
                    <a:pt x="170" y="922"/>
                  </a:lnTo>
                  <a:lnTo>
                    <a:pt x="170" y="919"/>
                  </a:lnTo>
                  <a:lnTo>
                    <a:pt x="170" y="917"/>
                  </a:lnTo>
                  <a:lnTo>
                    <a:pt x="172" y="914"/>
                  </a:lnTo>
                  <a:lnTo>
                    <a:pt x="174" y="912"/>
                  </a:lnTo>
                  <a:lnTo>
                    <a:pt x="174" y="910"/>
                  </a:lnTo>
                  <a:lnTo>
                    <a:pt x="174" y="905"/>
                  </a:lnTo>
                  <a:lnTo>
                    <a:pt x="174" y="902"/>
                  </a:lnTo>
                  <a:lnTo>
                    <a:pt x="174" y="898"/>
                  </a:lnTo>
                  <a:lnTo>
                    <a:pt x="175" y="894"/>
                  </a:lnTo>
                  <a:lnTo>
                    <a:pt x="177" y="890"/>
                  </a:lnTo>
                  <a:lnTo>
                    <a:pt x="179" y="885"/>
                  </a:lnTo>
                  <a:lnTo>
                    <a:pt x="179" y="880"/>
                  </a:lnTo>
                  <a:lnTo>
                    <a:pt x="180" y="874"/>
                  </a:lnTo>
                  <a:lnTo>
                    <a:pt x="180" y="867"/>
                  </a:lnTo>
                  <a:lnTo>
                    <a:pt x="180" y="849"/>
                  </a:lnTo>
                  <a:lnTo>
                    <a:pt x="181" y="823"/>
                  </a:lnTo>
                  <a:lnTo>
                    <a:pt x="181" y="808"/>
                  </a:lnTo>
                  <a:lnTo>
                    <a:pt x="182" y="794"/>
                  </a:lnTo>
                  <a:lnTo>
                    <a:pt x="185" y="767"/>
                  </a:lnTo>
                  <a:lnTo>
                    <a:pt x="187" y="743"/>
                  </a:lnTo>
                  <a:lnTo>
                    <a:pt x="188" y="732"/>
                  </a:lnTo>
                  <a:lnTo>
                    <a:pt x="188" y="722"/>
                  </a:lnTo>
                  <a:lnTo>
                    <a:pt x="189" y="704"/>
                  </a:lnTo>
                  <a:lnTo>
                    <a:pt x="190" y="688"/>
                  </a:lnTo>
                  <a:lnTo>
                    <a:pt x="190" y="679"/>
                  </a:lnTo>
                  <a:lnTo>
                    <a:pt x="190" y="671"/>
                  </a:lnTo>
                  <a:lnTo>
                    <a:pt x="189" y="661"/>
                  </a:lnTo>
                  <a:lnTo>
                    <a:pt x="188" y="650"/>
                  </a:lnTo>
                  <a:lnTo>
                    <a:pt x="185" y="628"/>
                  </a:lnTo>
                  <a:lnTo>
                    <a:pt x="181" y="609"/>
                  </a:lnTo>
                  <a:lnTo>
                    <a:pt x="177" y="592"/>
                  </a:lnTo>
                  <a:lnTo>
                    <a:pt x="170" y="607"/>
                  </a:lnTo>
                  <a:lnTo>
                    <a:pt x="165" y="621"/>
                  </a:lnTo>
                  <a:lnTo>
                    <a:pt x="159" y="632"/>
                  </a:lnTo>
                  <a:lnTo>
                    <a:pt x="158" y="636"/>
                  </a:lnTo>
                  <a:lnTo>
                    <a:pt x="156" y="641"/>
                  </a:lnTo>
                  <a:lnTo>
                    <a:pt x="155" y="653"/>
                  </a:lnTo>
                  <a:lnTo>
                    <a:pt x="155" y="661"/>
                  </a:lnTo>
                  <a:lnTo>
                    <a:pt x="153" y="672"/>
                  </a:lnTo>
                  <a:lnTo>
                    <a:pt x="150" y="687"/>
                  </a:lnTo>
                  <a:lnTo>
                    <a:pt x="146" y="705"/>
                  </a:lnTo>
                  <a:lnTo>
                    <a:pt x="141" y="725"/>
                  </a:lnTo>
                  <a:lnTo>
                    <a:pt x="136" y="745"/>
                  </a:lnTo>
                  <a:lnTo>
                    <a:pt x="130" y="764"/>
                  </a:lnTo>
                  <a:lnTo>
                    <a:pt x="125" y="783"/>
                  </a:lnTo>
                  <a:lnTo>
                    <a:pt x="114" y="817"/>
                  </a:lnTo>
                  <a:lnTo>
                    <a:pt x="103" y="847"/>
                  </a:lnTo>
                  <a:lnTo>
                    <a:pt x="94" y="871"/>
                  </a:lnTo>
                  <a:lnTo>
                    <a:pt x="86" y="888"/>
                  </a:lnTo>
                  <a:lnTo>
                    <a:pt x="83" y="894"/>
                  </a:lnTo>
                  <a:lnTo>
                    <a:pt x="80" y="898"/>
                  </a:lnTo>
                  <a:lnTo>
                    <a:pt x="78" y="900"/>
                  </a:lnTo>
                  <a:lnTo>
                    <a:pt x="75" y="902"/>
                  </a:lnTo>
                  <a:lnTo>
                    <a:pt x="70" y="904"/>
                  </a:lnTo>
                  <a:lnTo>
                    <a:pt x="71" y="905"/>
                  </a:lnTo>
                  <a:lnTo>
                    <a:pt x="71" y="908"/>
                  </a:lnTo>
                  <a:lnTo>
                    <a:pt x="71" y="909"/>
                  </a:lnTo>
                  <a:lnTo>
                    <a:pt x="71" y="912"/>
                  </a:lnTo>
                  <a:lnTo>
                    <a:pt x="70" y="913"/>
                  </a:lnTo>
                  <a:lnTo>
                    <a:pt x="68" y="915"/>
                  </a:lnTo>
                  <a:lnTo>
                    <a:pt x="64" y="918"/>
                  </a:lnTo>
                  <a:lnTo>
                    <a:pt x="60" y="919"/>
                  </a:lnTo>
                  <a:lnTo>
                    <a:pt x="56" y="919"/>
                  </a:lnTo>
                  <a:lnTo>
                    <a:pt x="52" y="919"/>
                  </a:lnTo>
                  <a:lnTo>
                    <a:pt x="50" y="919"/>
                  </a:lnTo>
                  <a:lnTo>
                    <a:pt x="49" y="919"/>
                  </a:lnTo>
                  <a:lnTo>
                    <a:pt x="49" y="920"/>
                  </a:lnTo>
                  <a:lnTo>
                    <a:pt x="48" y="921"/>
                  </a:lnTo>
                  <a:lnTo>
                    <a:pt x="48" y="924"/>
                  </a:lnTo>
                  <a:lnTo>
                    <a:pt x="48" y="927"/>
                  </a:lnTo>
                  <a:lnTo>
                    <a:pt x="48" y="928"/>
                  </a:lnTo>
                  <a:lnTo>
                    <a:pt x="47" y="928"/>
                  </a:lnTo>
                  <a:lnTo>
                    <a:pt x="44" y="930"/>
                  </a:lnTo>
                  <a:lnTo>
                    <a:pt x="39" y="932"/>
                  </a:lnTo>
                  <a:lnTo>
                    <a:pt x="34" y="933"/>
                  </a:lnTo>
                  <a:lnTo>
                    <a:pt x="28" y="933"/>
                  </a:lnTo>
                  <a:lnTo>
                    <a:pt x="21" y="934"/>
                  </a:lnTo>
                  <a:lnTo>
                    <a:pt x="15" y="933"/>
                  </a:lnTo>
                  <a:lnTo>
                    <a:pt x="9" y="932"/>
                  </a:lnTo>
                  <a:lnTo>
                    <a:pt x="6" y="931"/>
                  </a:lnTo>
                  <a:lnTo>
                    <a:pt x="4" y="930"/>
                  </a:lnTo>
                  <a:lnTo>
                    <a:pt x="3" y="929"/>
                  </a:lnTo>
                  <a:lnTo>
                    <a:pt x="1" y="927"/>
                  </a:lnTo>
                  <a:lnTo>
                    <a:pt x="0" y="925"/>
                  </a:lnTo>
                  <a:lnTo>
                    <a:pt x="0" y="924"/>
                  </a:lnTo>
                  <a:lnTo>
                    <a:pt x="0" y="920"/>
                  </a:lnTo>
                  <a:lnTo>
                    <a:pt x="0" y="917"/>
                  </a:lnTo>
                  <a:lnTo>
                    <a:pt x="3" y="912"/>
                  </a:lnTo>
                  <a:lnTo>
                    <a:pt x="5" y="909"/>
                  </a:lnTo>
                  <a:lnTo>
                    <a:pt x="9" y="905"/>
                  </a:lnTo>
                  <a:lnTo>
                    <a:pt x="15" y="898"/>
                  </a:lnTo>
                  <a:lnTo>
                    <a:pt x="20" y="892"/>
                  </a:lnTo>
                  <a:lnTo>
                    <a:pt x="24" y="887"/>
                  </a:lnTo>
                  <a:lnTo>
                    <a:pt x="24" y="885"/>
                  </a:lnTo>
                  <a:lnTo>
                    <a:pt x="24" y="884"/>
                  </a:lnTo>
                  <a:lnTo>
                    <a:pt x="24" y="883"/>
                  </a:lnTo>
                  <a:lnTo>
                    <a:pt x="23" y="883"/>
                  </a:lnTo>
                  <a:lnTo>
                    <a:pt x="23" y="882"/>
                  </a:lnTo>
                  <a:lnTo>
                    <a:pt x="23" y="880"/>
                  </a:lnTo>
                  <a:lnTo>
                    <a:pt x="25" y="871"/>
                  </a:lnTo>
                  <a:lnTo>
                    <a:pt x="30" y="849"/>
                  </a:lnTo>
                  <a:lnTo>
                    <a:pt x="38" y="818"/>
                  </a:lnTo>
                  <a:lnTo>
                    <a:pt x="44" y="787"/>
                  </a:lnTo>
                  <a:lnTo>
                    <a:pt x="49" y="758"/>
                  </a:lnTo>
                  <a:lnTo>
                    <a:pt x="50" y="745"/>
                  </a:lnTo>
                  <a:lnTo>
                    <a:pt x="51" y="734"/>
                  </a:lnTo>
                  <a:lnTo>
                    <a:pt x="52" y="730"/>
                  </a:lnTo>
                  <a:lnTo>
                    <a:pt x="53" y="725"/>
                  </a:lnTo>
                  <a:lnTo>
                    <a:pt x="55" y="716"/>
                  </a:lnTo>
                  <a:lnTo>
                    <a:pt x="59" y="708"/>
                  </a:lnTo>
                  <a:lnTo>
                    <a:pt x="62" y="700"/>
                  </a:lnTo>
                  <a:lnTo>
                    <a:pt x="65" y="692"/>
                  </a:lnTo>
                  <a:lnTo>
                    <a:pt x="69" y="684"/>
                  </a:lnTo>
                  <a:lnTo>
                    <a:pt x="71" y="677"/>
                  </a:lnTo>
                  <a:lnTo>
                    <a:pt x="71" y="673"/>
                  </a:lnTo>
                  <a:lnTo>
                    <a:pt x="72" y="670"/>
                  </a:lnTo>
                  <a:lnTo>
                    <a:pt x="72" y="654"/>
                  </a:lnTo>
                  <a:lnTo>
                    <a:pt x="71" y="635"/>
                  </a:lnTo>
                  <a:lnTo>
                    <a:pt x="72" y="623"/>
                  </a:lnTo>
                  <a:lnTo>
                    <a:pt x="73" y="611"/>
                  </a:lnTo>
                  <a:lnTo>
                    <a:pt x="74" y="596"/>
                  </a:lnTo>
                  <a:lnTo>
                    <a:pt x="76" y="580"/>
                  </a:lnTo>
                  <a:lnTo>
                    <a:pt x="80" y="547"/>
                  </a:lnTo>
                  <a:lnTo>
                    <a:pt x="83" y="518"/>
                  </a:lnTo>
                  <a:lnTo>
                    <a:pt x="85" y="494"/>
                  </a:lnTo>
                  <a:lnTo>
                    <a:pt x="87" y="483"/>
                  </a:lnTo>
                  <a:lnTo>
                    <a:pt x="89" y="472"/>
                  </a:lnTo>
                  <a:lnTo>
                    <a:pt x="91" y="463"/>
                  </a:lnTo>
                  <a:lnTo>
                    <a:pt x="93" y="457"/>
                  </a:lnTo>
                  <a:lnTo>
                    <a:pt x="96" y="447"/>
                  </a:lnTo>
                  <a:lnTo>
                    <a:pt x="98" y="444"/>
                  </a:lnTo>
                  <a:lnTo>
                    <a:pt x="98" y="441"/>
                  </a:lnTo>
                  <a:lnTo>
                    <a:pt x="98" y="438"/>
                  </a:lnTo>
                  <a:lnTo>
                    <a:pt x="97" y="436"/>
                  </a:lnTo>
                  <a:lnTo>
                    <a:pt x="93" y="421"/>
                  </a:lnTo>
                  <a:lnTo>
                    <a:pt x="89" y="420"/>
                  </a:lnTo>
                  <a:lnTo>
                    <a:pt x="86" y="418"/>
                  </a:lnTo>
                  <a:lnTo>
                    <a:pt x="81" y="416"/>
                  </a:lnTo>
                  <a:lnTo>
                    <a:pt x="80" y="413"/>
                  </a:lnTo>
                  <a:lnTo>
                    <a:pt x="78" y="411"/>
                  </a:lnTo>
                  <a:lnTo>
                    <a:pt x="75" y="408"/>
                  </a:lnTo>
                  <a:lnTo>
                    <a:pt x="73" y="405"/>
                  </a:lnTo>
                  <a:lnTo>
                    <a:pt x="71" y="401"/>
                  </a:lnTo>
                  <a:lnTo>
                    <a:pt x="70" y="396"/>
                  </a:lnTo>
                  <a:lnTo>
                    <a:pt x="69" y="391"/>
                  </a:lnTo>
                  <a:lnTo>
                    <a:pt x="68" y="385"/>
                  </a:lnTo>
                  <a:lnTo>
                    <a:pt x="64" y="360"/>
                  </a:lnTo>
                  <a:lnTo>
                    <a:pt x="63" y="336"/>
                  </a:lnTo>
                  <a:lnTo>
                    <a:pt x="61" y="319"/>
                  </a:lnTo>
                  <a:lnTo>
                    <a:pt x="61" y="312"/>
                  </a:lnTo>
                  <a:lnTo>
                    <a:pt x="62" y="309"/>
                  </a:lnTo>
                  <a:lnTo>
                    <a:pt x="64" y="305"/>
                  </a:lnTo>
                  <a:lnTo>
                    <a:pt x="64" y="301"/>
                  </a:lnTo>
                  <a:lnTo>
                    <a:pt x="65" y="296"/>
                  </a:lnTo>
                  <a:lnTo>
                    <a:pt x="65" y="287"/>
                  </a:lnTo>
                  <a:lnTo>
                    <a:pt x="65" y="275"/>
                  </a:lnTo>
                  <a:lnTo>
                    <a:pt x="66" y="269"/>
                  </a:lnTo>
                  <a:lnTo>
                    <a:pt x="68" y="262"/>
                  </a:lnTo>
                  <a:lnTo>
                    <a:pt x="69" y="256"/>
                  </a:lnTo>
                  <a:lnTo>
                    <a:pt x="72" y="250"/>
                  </a:lnTo>
                  <a:lnTo>
                    <a:pt x="74" y="248"/>
                  </a:lnTo>
                  <a:lnTo>
                    <a:pt x="75" y="246"/>
                  </a:lnTo>
                  <a:lnTo>
                    <a:pt x="78" y="245"/>
                  </a:lnTo>
                  <a:lnTo>
                    <a:pt x="80" y="244"/>
                  </a:lnTo>
                  <a:lnTo>
                    <a:pt x="89" y="242"/>
                  </a:lnTo>
                  <a:lnTo>
                    <a:pt x="95" y="241"/>
                  </a:lnTo>
                  <a:lnTo>
                    <a:pt x="99" y="240"/>
                  </a:lnTo>
                  <a:lnTo>
                    <a:pt x="101" y="239"/>
                  </a:lnTo>
                  <a:lnTo>
                    <a:pt x="104" y="237"/>
                  </a:lnTo>
                  <a:lnTo>
                    <a:pt x="108" y="235"/>
                  </a:lnTo>
                  <a:lnTo>
                    <a:pt x="112" y="234"/>
                  </a:lnTo>
                  <a:lnTo>
                    <a:pt x="120" y="230"/>
                  </a:lnTo>
                  <a:lnTo>
                    <a:pt x="130" y="227"/>
                  </a:lnTo>
                  <a:lnTo>
                    <a:pt x="136" y="219"/>
                  </a:lnTo>
                  <a:lnTo>
                    <a:pt x="140" y="213"/>
                  </a:lnTo>
                  <a:lnTo>
                    <a:pt x="141" y="212"/>
                  </a:lnTo>
                  <a:lnTo>
                    <a:pt x="142" y="212"/>
                  </a:lnTo>
                  <a:lnTo>
                    <a:pt x="144" y="213"/>
                  </a:lnTo>
                  <a:lnTo>
                    <a:pt x="145" y="208"/>
                  </a:lnTo>
                  <a:lnTo>
                    <a:pt x="144" y="207"/>
                  </a:lnTo>
                  <a:lnTo>
                    <a:pt x="141" y="206"/>
                  </a:lnTo>
                  <a:lnTo>
                    <a:pt x="139" y="202"/>
                  </a:lnTo>
                  <a:lnTo>
                    <a:pt x="138" y="200"/>
                  </a:lnTo>
                  <a:lnTo>
                    <a:pt x="136" y="196"/>
                  </a:lnTo>
                  <a:lnTo>
                    <a:pt x="134" y="190"/>
                  </a:lnTo>
                  <a:lnTo>
                    <a:pt x="131" y="185"/>
                  </a:lnTo>
                  <a:lnTo>
                    <a:pt x="130" y="180"/>
                  </a:lnTo>
                  <a:lnTo>
                    <a:pt x="129" y="177"/>
                  </a:lnTo>
                  <a:lnTo>
                    <a:pt x="129" y="174"/>
                  </a:lnTo>
                  <a:lnTo>
                    <a:pt x="129" y="164"/>
                  </a:lnTo>
                  <a:lnTo>
                    <a:pt x="130" y="156"/>
                  </a:lnTo>
                  <a:lnTo>
                    <a:pt x="131" y="149"/>
                  </a:lnTo>
                  <a:lnTo>
                    <a:pt x="133" y="140"/>
                  </a:lnTo>
                  <a:lnTo>
                    <a:pt x="134" y="136"/>
                  </a:lnTo>
                  <a:lnTo>
                    <a:pt x="136" y="133"/>
                  </a:lnTo>
                  <a:lnTo>
                    <a:pt x="138" y="130"/>
                  </a:lnTo>
                  <a:lnTo>
                    <a:pt x="140" y="127"/>
                  </a:lnTo>
                  <a:lnTo>
                    <a:pt x="143" y="125"/>
                  </a:lnTo>
                  <a:lnTo>
                    <a:pt x="147" y="123"/>
                  </a:lnTo>
                  <a:lnTo>
                    <a:pt x="154" y="120"/>
                  </a:lnTo>
                  <a:lnTo>
                    <a:pt x="161" y="118"/>
                  </a:lnTo>
                  <a:lnTo>
                    <a:pt x="168" y="116"/>
                  </a:lnTo>
                  <a:lnTo>
                    <a:pt x="174" y="115"/>
                  </a:lnTo>
                  <a:lnTo>
                    <a:pt x="180" y="114"/>
                  </a:lnTo>
                  <a:lnTo>
                    <a:pt x="184" y="114"/>
                  </a:lnTo>
                  <a:lnTo>
                    <a:pt x="188" y="115"/>
                  </a:lnTo>
                  <a:lnTo>
                    <a:pt x="190" y="116"/>
                  </a:lnTo>
                  <a:lnTo>
                    <a:pt x="194" y="119"/>
                  </a:lnTo>
                  <a:lnTo>
                    <a:pt x="196" y="121"/>
                  </a:lnTo>
                  <a:lnTo>
                    <a:pt x="196" y="122"/>
                  </a:lnTo>
                  <a:lnTo>
                    <a:pt x="198" y="122"/>
                  </a:lnTo>
                  <a:lnTo>
                    <a:pt x="199" y="121"/>
                  </a:lnTo>
                  <a:lnTo>
                    <a:pt x="200" y="120"/>
                  </a:lnTo>
                  <a:lnTo>
                    <a:pt x="201" y="120"/>
                  </a:lnTo>
                  <a:lnTo>
                    <a:pt x="204" y="120"/>
                  </a:lnTo>
                  <a:lnTo>
                    <a:pt x="206" y="121"/>
                  </a:lnTo>
                  <a:lnTo>
                    <a:pt x="208" y="122"/>
                  </a:lnTo>
                  <a:lnTo>
                    <a:pt x="209" y="124"/>
                  </a:lnTo>
                  <a:lnTo>
                    <a:pt x="210" y="125"/>
                  </a:lnTo>
                  <a:lnTo>
                    <a:pt x="210" y="127"/>
                  </a:lnTo>
                  <a:lnTo>
                    <a:pt x="210" y="128"/>
                  </a:lnTo>
                  <a:lnTo>
                    <a:pt x="209" y="128"/>
                  </a:lnTo>
                  <a:lnTo>
                    <a:pt x="206" y="130"/>
                  </a:lnTo>
                  <a:lnTo>
                    <a:pt x="204" y="131"/>
                  </a:lnTo>
                  <a:lnTo>
                    <a:pt x="203" y="134"/>
                  </a:lnTo>
                  <a:lnTo>
                    <a:pt x="204" y="135"/>
                  </a:lnTo>
                  <a:lnTo>
                    <a:pt x="206" y="136"/>
                  </a:lnTo>
                  <a:lnTo>
                    <a:pt x="209" y="141"/>
                  </a:lnTo>
                  <a:lnTo>
                    <a:pt x="210" y="144"/>
                  </a:lnTo>
                  <a:lnTo>
                    <a:pt x="212" y="148"/>
                  </a:lnTo>
                  <a:lnTo>
                    <a:pt x="216" y="160"/>
                  </a:lnTo>
                  <a:lnTo>
                    <a:pt x="218" y="163"/>
                  </a:lnTo>
                  <a:lnTo>
                    <a:pt x="217" y="165"/>
                  </a:lnTo>
                  <a:lnTo>
                    <a:pt x="216" y="168"/>
                  </a:lnTo>
                  <a:lnTo>
                    <a:pt x="215" y="170"/>
                  </a:lnTo>
                  <a:lnTo>
                    <a:pt x="215" y="173"/>
                  </a:lnTo>
                  <a:lnTo>
                    <a:pt x="216" y="178"/>
                  </a:lnTo>
                  <a:lnTo>
                    <a:pt x="218" y="184"/>
                  </a:lnTo>
                  <a:lnTo>
                    <a:pt x="218" y="189"/>
                  </a:lnTo>
                  <a:lnTo>
                    <a:pt x="217" y="200"/>
                  </a:lnTo>
                  <a:lnTo>
                    <a:pt x="217" y="205"/>
                  </a:lnTo>
                  <a:lnTo>
                    <a:pt x="217" y="210"/>
                  </a:lnTo>
                  <a:lnTo>
                    <a:pt x="216" y="211"/>
                  </a:lnTo>
                  <a:lnTo>
                    <a:pt x="216" y="213"/>
                  </a:lnTo>
                  <a:lnTo>
                    <a:pt x="215" y="215"/>
                  </a:lnTo>
                  <a:lnTo>
                    <a:pt x="214" y="216"/>
                  </a:lnTo>
                  <a:lnTo>
                    <a:pt x="210" y="219"/>
                  </a:lnTo>
                  <a:lnTo>
                    <a:pt x="208" y="221"/>
                  </a:lnTo>
                  <a:lnTo>
                    <a:pt x="206" y="222"/>
                  </a:lnTo>
                  <a:lnTo>
                    <a:pt x="205" y="222"/>
                  </a:lnTo>
                  <a:lnTo>
                    <a:pt x="205" y="223"/>
                  </a:lnTo>
                  <a:lnTo>
                    <a:pt x="206" y="225"/>
                  </a:lnTo>
                  <a:lnTo>
                    <a:pt x="206" y="226"/>
                  </a:lnTo>
                  <a:lnTo>
                    <a:pt x="209" y="231"/>
                  </a:lnTo>
                  <a:lnTo>
                    <a:pt x="211" y="236"/>
                  </a:lnTo>
                  <a:lnTo>
                    <a:pt x="226" y="240"/>
                  </a:lnTo>
                  <a:lnTo>
                    <a:pt x="239" y="245"/>
                  </a:lnTo>
                  <a:lnTo>
                    <a:pt x="250" y="249"/>
                  </a:lnTo>
                  <a:lnTo>
                    <a:pt x="256" y="251"/>
                  </a:lnTo>
                  <a:lnTo>
                    <a:pt x="261" y="252"/>
                  </a:lnTo>
                  <a:lnTo>
                    <a:pt x="266" y="252"/>
                  </a:lnTo>
                  <a:lnTo>
                    <a:pt x="268" y="252"/>
                  </a:lnTo>
                  <a:lnTo>
                    <a:pt x="270" y="254"/>
                  </a:lnTo>
                  <a:lnTo>
                    <a:pt x="274" y="258"/>
                  </a:lnTo>
                  <a:lnTo>
                    <a:pt x="279" y="264"/>
                  </a:lnTo>
                  <a:lnTo>
                    <a:pt x="280" y="267"/>
                  </a:lnTo>
                  <a:lnTo>
                    <a:pt x="281" y="270"/>
                  </a:lnTo>
                  <a:lnTo>
                    <a:pt x="284" y="276"/>
                  </a:lnTo>
                  <a:lnTo>
                    <a:pt x="287" y="280"/>
                  </a:lnTo>
                  <a:lnTo>
                    <a:pt x="291" y="284"/>
                  </a:lnTo>
                  <a:lnTo>
                    <a:pt x="296" y="286"/>
                  </a:lnTo>
                  <a:lnTo>
                    <a:pt x="304" y="290"/>
                  </a:lnTo>
                  <a:lnTo>
                    <a:pt x="312" y="295"/>
                  </a:lnTo>
                  <a:lnTo>
                    <a:pt x="321" y="300"/>
                  </a:lnTo>
                  <a:lnTo>
                    <a:pt x="325" y="302"/>
                  </a:lnTo>
                  <a:lnTo>
                    <a:pt x="329" y="305"/>
                  </a:lnTo>
                  <a:lnTo>
                    <a:pt x="334" y="310"/>
                  </a:lnTo>
                  <a:lnTo>
                    <a:pt x="337" y="311"/>
                  </a:lnTo>
                  <a:lnTo>
                    <a:pt x="339" y="312"/>
                  </a:lnTo>
                  <a:lnTo>
                    <a:pt x="342" y="312"/>
                  </a:lnTo>
                  <a:lnTo>
                    <a:pt x="345" y="312"/>
                  </a:lnTo>
                  <a:lnTo>
                    <a:pt x="348" y="312"/>
                  </a:lnTo>
                  <a:lnTo>
                    <a:pt x="351" y="310"/>
                  </a:lnTo>
                  <a:lnTo>
                    <a:pt x="360" y="306"/>
                  </a:lnTo>
                  <a:lnTo>
                    <a:pt x="369" y="301"/>
                  </a:lnTo>
                  <a:lnTo>
                    <a:pt x="379" y="295"/>
                  </a:lnTo>
                  <a:lnTo>
                    <a:pt x="387" y="289"/>
                  </a:lnTo>
                  <a:lnTo>
                    <a:pt x="398" y="281"/>
                  </a:lnTo>
                  <a:lnTo>
                    <a:pt x="401" y="279"/>
                  </a:lnTo>
                  <a:lnTo>
                    <a:pt x="402" y="270"/>
                  </a:lnTo>
                  <a:lnTo>
                    <a:pt x="404" y="264"/>
                  </a:lnTo>
                  <a:lnTo>
                    <a:pt x="405" y="261"/>
                  </a:lnTo>
                  <a:lnTo>
                    <a:pt x="406" y="260"/>
                  </a:lnTo>
                  <a:lnTo>
                    <a:pt x="407" y="259"/>
                  </a:lnTo>
                  <a:lnTo>
                    <a:pt x="408" y="257"/>
                  </a:lnTo>
                  <a:lnTo>
                    <a:pt x="409" y="254"/>
                  </a:lnTo>
                  <a:lnTo>
                    <a:pt x="410" y="250"/>
                  </a:lnTo>
                  <a:lnTo>
                    <a:pt x="411" y="249"/>
                  </a:lnTo>
                  <a:lnTo>
                    <a:pt x="412" y="247"/>
                  </a:lnTo>
                  <a:lnTo>
                    <a:pt x="415" y="244"/>
                  </a:lnTo>
                  <a:lnTo>
                    <a:pt x="417" y="242"/>
                  </a:lnTo>
                  <a:lnTo>
                    <a:pt x="419" y="242"/>
                  </a:lnTo>
                  <a:lnTo>
                    <a:pt x="419" y="236"/>
                  </a:lnTo>
                  <a:lnTo>
                    <a:pt x="421" y="224"/>
                  </a:lnTo>
                  <a:lnTo>
                    <a:pt x="422" y="217"/>
                  </a:lnTo>
                  <a:lnTo>
                    <a:pt x="424" y="211"/>
                  </a:lnTo>
                  <a:lnTo>
                    <a:pt x="426" y="206"/>
                  </a:lnTo>
                  <a:lnTo>
                    <a:pt x="427" y="204"/>
                  </a:lnTo>
                  <a:lnTo>
                    <a:pt x="428" y="202"/>
                  </a:lnTo>
                  <a:lnTo>
                    <a:pt x="445" y="184"/>
                  </a:lnTo>
                  <a:lnTo>
                    <a:pt x="456" y="174"/>
                  </a:lnTo>
                  <a:lnTo>
                    <a:pt x="462" y="168"/>
                  </a:lnTo>
                  <a:lnTo>
                    <a:pt x="467" y="164"/>
                  </a:lnTo>
                  <a:lnTo>
                    <a:pt x="465" y="154"/>
                  </a:lnTo>
                  <a:lnTo>
                    <a:pt x="464" y="148"/>
                  </a:lnTo>
                  <a:lnTo>
                    <a:pt x="464" y="145"/>
                  </a:lnTo>
                  <a:lnTo>
                    <a:pt x="464" y="144"/>
                  </a:lnTo>
                  <a:lnTo>
                    <a:pt x="465" y="143"/>
                  </a:lnTo>
                  <a:lnTo>
                    <a:pt x="464" y="141"/>
                  </a:lnTo>
                  <a:lnTo>
                    <a:pt x="461" y="139"/>
                  </a:lnTo>
                  <a:lnTo>
                    <a:pt x="460" y="138"/>
                  </a:lnTo>
                  <a:lnTo>
                    <a:pt x="457" y="136"/>
                  </a:lnTo>
                  <a:lnTo>
                    <a:pt x="454" y="136"/>
                  </a:lnTo>
                  <a:lnTo>
                    <a:pt x="450" y="136"/>
                  </a:lnTo>
                  <a:lnTo>
                    <a:pt x="442" y="136"/>
                  </a:lnTo>
                  <a:lnTo>
                    <a:pt x="435" y="136"/>
                  </a:lnTo>
                  <a:lnTo>
                    <a:pt x="432" y="136"/>
                  </a:lnTo>
                  <a:lnTo>
                    <a:pt x="430" y="135"/>
                  </a:lnTo>
                  <a:lnTo>
                    <a:pt x="429" y="133"/>
                  </a:lnTo>
                  <a:lnTo>
                    <a:pt x="428" y="131"/>
                  </a:lnTo>
                  <a:lnTo>
                    <a:pt x="428" y="126"/>
                  </a:lnTo>
                  <a:lnTo>
                    <a:pt x="427" y="123"/>
                  </a:lnTo>
                  <a:lnTo>
                    <a:pt x="426" y="120"/>
                  </a:lnTo>
                  <a:lnTo>
                    <a:pt x="425" y="119"/>
                  </a:lnTo>
                  <a:lnTo>
                    <a:pt x="425" y="118"/>
                  </a:lnTo>
                  <a:lnTo>
                    <a:pt x="424" y="116"/>
                  </a:lnTo>
                  <a:lnTo>
                    <a:pt x="424" y="114"/>
                  </a:lnTo>
                  <a:lnTo>
                    <a:pt x="423" y="114"/>
                  </a:lnTo>
                  <a:lnTo>
                    <a:pt x="422" y="114"/>
                  </a:lnTo>
                  <a:lnTo>
                    <a:pt x="421" y="115"/>
                  </a:lnTo>
                  <a:lnTo>
                    <a:pt x="421" y="109"/>
                  </a:lnTo>
                  <a:lnTo>
                    <a:pt x="420" y="109"/>
                  </a:lnTo>
                  <a:lnTo>
                    <a:pt x="420" y="108"/>
                  </a:lnTo>
                  <a:lnTo>
                    <a:pt x="419" y="106"/>
                  </a:lnTo>
                  <a:lnTo>
                    <a:pt x="419" y="104"/>
                  </a:lnTo>
                  <a:lnTo>
                    <a:pt x="417" y="103"/>
                  </a:lnTo>
                  <a:lnTo>
                    <a:pt x="416" y="103"/>
                  </a:lnTo>
                  <a:lnTo>
                    <a:pt x="413" y="104"/>
                  </a:lnTo>
                  <a:lnTo>
                    <a:pt x="411" y="104"/>
                  </a:lnTo>
                  <a:lnTo>
                    <a:pt x="410" y="104"/>
                  </a:lnTo>
                  <a:lnTo>
                    <a:pt x="408" y="104"/>
                  </a:lnTo>
                  <a:lnTo>
                    <a:pt x="407" y="104"/>
                  </a:lnTo>
                  <a:lnTo>
                    <a:pt x="405" y="102"/>
                  </a:lnTo>
                  <a:lnTo>
                    <a:pt x="405" y="101"/>
                  </a:lnTo>
                  <a:lnTo>
                    <a:pt x="404" y="99"/>
                  </a:lnTo>
                  <a:lnTo>
                    <a:pt x="404" y="96"/>
                  </a:lnTo>
                  <a:lnTo>
                    <a:pt x="407" y="83"/>
                  </a:lnTo>
                  <a:lnTo>
                    <a:pt x="408" y="80"/>
                  </a:lnTo>
                  <a:lnTo>
                    <a:pt x="408" y="78"/>
                  </a:lnTo>
                  <a:lnTo>
                    <a:pt x="408" y="75"/>
                  </a:lnTo>
                  <a:lnTo>
                    <a:pt x="407" y="74"/>
                  </a:lnTo>
                  <a:lnTo>
                    <a:pt x="406" y="73"/>
                  </a:lnTo>
                  <a:lnTo>
                    <a:pt x="405" y="72"/>
                  </a:lnTo>
                  <a:lnTo>
                    <a:pt x="405" y="69"/>
                  </a:lnTo>
                  <a:lnTo>
                    <a:pt x="405" y="65"/>
                  </a:lnTo>
                  <a:lnTo>
                    <a:pt x="406" y="61"/>
                  </a:lnTo>
                  <a:lnTo>
                    <a:pt x="408" y="53"/>
                  </a:lnTo>
                  <a:lnTo>
                    <a:pt x="410" y="46"/>
                  </a:lnTo>
                  <a:lnTo>
                    <a:pt x="413" y="39"/>
                  </a:lnTo>
                  <a:lnTo>
                    <a:pt x="412" y="38"/>
                  </a:lnTo>
                  <a:lnTo>
                    <a:pt x="412" y="35"/>
                  </a:lnTo>
                  <a:lnTo>
                    <a:pt x="412" y="33"/>
                  </a:lnTo>
                  <a:lnTo>
                    <a:pt x="413" y="31"/>
                  </a:lnTo>
                  <a:lnTo>
                    <a:pt x="414" y="29"/>
                  </a:lnTo>
                  <a:lnTo>
                    <a:pt x="415" y="28"/>
                  </a:lnTo>
                  <a:lnTo>
                    <a:pt x="424" y="20"/>
                  </a:lnTo>
                  <a:lnTo>
                    <a:pt x="427" y="16"/>
                  </a:lnTo>
                  <a:lnTo>
                    <a:pt x="429" y="14"/>
                  </a:lnTo>
                  <a:lnTo>
                    <a:pt x="430" y="11"/>
                  </a:lnTo>
                  <a:lnTo>
                    <a:pt x="432" y="9"/>
                  </a:lnTo>
                  <a:lnTo>
                    <a:pt x="435" y="8"/>
                  </a:lnTo>
                  <a:lnTo>
                    <a:pt x="438" y="7"/>
                  </a:lnTo>
                  <a:lnTo>
                    <a:pt x="448" y="3"/>
                  </a:lnTo>
                  <a:lnTo>
                    <a:pt x="454" y="1"/>
                  </a:lnTo>
                  <a:lnTo>
                    <a:pt x="456" y="1"/>
                  </a:lnTo>
                  <a:lnTo>
                    <a:pt x="458" y="1"/>
                  </a:lnTo>
                  <a:lnTo>
                    <a:pt x="461" y="2"/>
                  </a:lnTo>
                  <a:lnTo>
                    <a:pt x="464" y="2"/>
                  </a:lnTo>
                  <a:lnTo>
                    <a:pt x="466" y="1"/>
                  </a:lnTo>
                  <a:lnTo>
                    <a:pt x="470" y="0"/>
                  </a:lnTo>
                  <a:lnTo>
                    <a:pt x="471" y="0"/>
                  </a:lnTo>
                  <a:lnTo>
                    <a:pt x="473" y="0"/>
                  </a:lnTo>
                  <a:lnTo>
                    <a:pt x="477" y="2"/>
                  </a:lnTo>
                  <a:lnTo>
                    <a:pt x="482" y="5"/>
                  </a:lnTo>
                  <a:lnTo>
                    <a:pt x="488" y="9"/>
                  </a:lnTo>
                  <a:lnTo>
                    <a:pt x="494" y="14"/>
                  </a:lnTo>
                  <a:lnTo>
                    <a:pt x="499" y="20"/>
                  </a:lnTo>
                  <a:lnTo>
                    <a:pt x="504" y="28"/>
                  </a:lnTo>
                  <a:lnTo>
                    <a:pt x="506" y="31"/>
                  </a:lnTo>
                  <a:lnTo>
                    <a:pt x="508" y="35"/>
                  </a:lnTo>
                  <a:lnTo>
                    <a:pt x="514" y="51"/>
                  </a:lnTo>
                  <a:lnTo>
                    <a:pt x="518" y="64"/>
                  </a:lnTo>
                  <a:lnTo>
                    <a:pt x="520" y="69"/>
                  </a:lnTo>
                  <a:lnTo>
                    <a:pt x="520" y="74"/>
                  </a:lnTo>
                  <a:lnTo>
                    <a:pt x="520" y="79"/>
                  </a:lnTo>
                  <a:lnTo>
                    <a:pt x="519" y="83"/>
                  </a:lnTo>
                  <a:lnTo>
                    <a:pt x="517" y="90"/>
                  </a:lnTo>
                  <a:lnTo>
                    <a:pt x="515" y="94"/>
                  </a:lnTo>
                  <a:lnTo>
                    <a:pt x="514" y="96"/>
                  </a:lnTo>
                  <a:lnTo>
                    <a:pt x="514" y="98"/>
                  </a:lnTo>
                  <a:lnTo>
                    <a:pt x="516" y="101"/>
                  </a:lnTo>
                  <a:lnTo>
                    <a:pt x="520" y="105"/>
                  </a:lnTo>
                  <a:lnTo>
                    <a:pt x="522" y="106"/>
                  </a:lnTo>
                  <a:lnTo>
                    <a:pt x="525" y="108"/>
                  </a:lnTo>
                  <a:lnTo>
                    <a:pt x="531" y="111"/>
                  </a:lnTo>
                  <a:lnTo>
                    <a:pt x="538" y="113"/>
                  </a:lnTo>
                  <a:lnTo>
                    <a:pt x="548" y="113"/>
                  </a:lnTo>
                  <a:lnTo>
                    <a:pt x="561" y="113"/>
                  </a:lnTo>
                  <a:lnTo>
                    <a:pt x="577" y="113"/>
                  </a:lnTo>
                  <a:lnTo>
                    <a:pt x="585" y="113"/>
                  </a:lnTo>
                  <a:lnTo>
                    <a:pt x="593" y="114"/>
                  </a:lnTo>
                  <a:lnTo>
                    <a:pt x="597" y="114"/>
                  </a:lnTo>
                  <a:lnTo>
                    <a:pt x="601" y="116"/>
                  </a:lnTo>
                  <a:lnTo>
                    <a:pt x="604" y="118"/>
                  </a:lnTo>
                  <a:lnTo>
                    <a:pt x="608" y="120"/>
                  </a:lnTo>
                  <a:lnTo>
                    <a:pt x="611" y="123"/>
                  </a:lnTo>
                  <a:lnTo>
                    <a:pt x="615" y="127"/>
                  </a:lnTo>
                  <a:lnTo>
                    <a:pt x="618" y="131"/>
                  </a:lnTo>
                  <a:lnTo>
                    <a:pt x="621" y="136"/>
                  </a:lnTo>
                  <a:lnTo>
                    <a:pt x="628" y="149"/>
                  </a:lnTo>
                  <a:lnTo>
                    <a:pt x="637" y="163"/>
                  </a:lnTo>
                  <a:lnTo>
                    <a:pt x="656" y="195"/>
                  </a:lnTo>
                  <a:lnTo>
                    <a:pt x="665" y="211"/>
                  </a:lnTo>
                  <a:lnTo>
                    <a:pt x="673" y="226"/>
                  </a:lnTo>
                  <a:lnTo>
                    <a:pt x="679" y="239"/>
                  </a:lnTo>
                  <a:lnTo>
                    <a:pt x="681" y="245"/>
                  </a:lnTo>
                  <a:lnTo>
                    <a:pt x="683" y="250"/>
                  </a:lnTo>
                  <a:lnTo>
                    <a:pt x="685" y="259"/>
                  </a:lnTo>
                  <a:lnTo>
                    <a:pt x="685" y="267"/>
                  </a:lnTo>
                  <a:lnTo>
                    <a:pt x="686" y="273"/>
                  </a:lnTo>
                  <a:lnTo>
                    <a:pt x="685" y="278"/>
                  </a:lnTo>
                  <a:lnTo>
                    <a:pt x="685" y="282"/>
                  </a:lnTo>
                  <a:lnTo>
                    <a:pt x="683" y="286"/>
                  </a:lnTo>
                  <a:lnTo>
                    <a:pt x="681" y="289"/>
                  </a:lnTo>
                  <a:lnTo>
                    <a:pt x="678" y="291"/>
                  </a:lnTo>
                  <a:lnTo>
                    <a:pt x="674" y="293"/>
                  </a:lnTo>
                  <a:lnTo>
                    <a:pt x="670" y="295"/>
                  </a:lnTo>
                  <a:lnTo>
                    <a:pt x="661" y="299"/>
                  </a:lnTo>
                  <a:lnTo>
                    <a:pt x="653" y="302"/>
                  </a:lnTo>
                  <a:lnTo>
                    <a:pt x="650" y="304"/>
                  </a:lnTo>
                  <a:lnTo>
                    <a:pt x="649" y="305"/>
                  </a:lnTo>
                  <a:lnTo>
                    <a:pt x="648" y="308"/>
                  </a:lnTo>
                  <a:lnTo>
                    <a:pt x="648" y="310"/>
                  </a:lnTo>
                  <a:lnTo>
                    <a:pt x="652" y="317"/>
                  </a:lnTo>
                  <a:lnTo>
                    <a:pt x="657" y="328"/>
                  </a:lnTo>
                  <a:lnTo>
                    <a:pt x="662" y="335"/>
                  </a:lnTo>
                  <a:lnTo>
                    <a:pt x="667" y="343"/>
                  </a:lnTo>
                  <a:lnTo>
                    <a:pt x="672" y="351"/>
                  </a:lnTo>
                  <a:lnTo>
                    <a:pt x="676" y="360"/>
                  </a:lnTo>
                  <a:lnTo>
                    <a:pt x="679" y="367"/>
                  </a:lnTo>
                  <a:lnTo>
                    <a:pt x="681" y="376"/>
                  </a:lnTo>
                  <a:lnTo>
                    <a:pt x="683" y="385"/>
                  </a:lnTo>
                  <a:lnTo>
                    <a:pt x="684" y="396"/>
                  </a:lnTo>
                  <a:lnTo>
                    <a:pt x="686" y="420"/>
                  </a:lnTo>
                  <a:lnTo>
                    <a:pt x="689" y="441"/>
                  </a:lnTo>
                  <a:lnTo>
                    <a:pt x="690" y="453"/>
                  </a:lnTo>
                  <a:lnTo>
                    <a:pt x="691" y="456"/>
                  </a:lnTo>
                  <a:lnTo>
                    <a:pt x="690" y="458"/>
                  </a:lnTo>
                  <a:lnTo>
                    <a:pt x="690" y="459"/>
                  </a:lnTo>
                  <a:lnTo>
                    <a:pt x="688" y="460"/>
                  </a:lnTo>
                  <a:lnTo>
                    <a:pt x="684" y="463"/>
                  </a:lnTo>
                  <a:lnTo>
                    <a:pt x="688" y="487"/>
                  </a:lnTo>
                  <a:lnTo>
                    <a:pt x="693" y="508"/>
                  </a:lnTo>
                  <a:lnTo>
                    <a:pt x="698" y="527"/>
                  </a:lnTo>
                  <a:lnTo>
                    <a:pt x="700" y="535"/>
                  </a:lnTo>
                  <a:lnTo>
                    <a:pt x="701" y="544"/>
                  </a:lnTo>
                  <a:lnTo>
                    <a:pt x="704" y="562"/>
                  </a:lnTo>
                  <a:lnTo>
                    <a:pt x="706" y="571"/>
                  </a:lnTo>
                  <a:lnTo>
                    <a:pt x="708" y="580"/>
                  </a:lnTo>
                  <a:lnTo>
                    <a:pt x="710" y="587"/>
                  </a:lnTo>
                  <a:lnTo>
                    <a:pt x="713" y="593"/>
                  </a:lnTo>
                  <a:lnTo>
                    <a:pt x="717" y="601"/>
                  </a:lnTo>
                  <a:lnTo>
                    <a:pt x="723" y="613"/>
                  </a:lnTo>
                  <a:lnTo>
                    <a:pt x="738" y="645"/>
                  </a:lnTo>
                  <a:lnTo>
                    <a:pt x="770" y="714"/>
                  </a:lnTo>
                  <a:lnTo>
                    <a:pt x="776" y="730"/>
                  </a:lnTo>
                  <a:lnTo>
                    <a:pt x="783" y="746"/>
                  </a:lnTo>
                  <a:lnTo>
                    <a:pt x="795" y="778"/>
                  </a:lnTo>
                  <a:lnTo>
                    <a:pt x="805" y="807"/>
                  </a:lnTo>
                  <a:lnTo>
                    <a:pt x="808" y="819"/>
                  </a:lnTo>
                  <a:lnTo>
                    <a:pt x="810" y="828"/>
                  </a:lnTo>
                  <a:lnTo>
                    <a:pt x="812" y="839"/>
                  </a:lnTo>
                  <a:lnTo>
                    <a:pt x="815" y="847"/>
                  </a:lnTo>
                  <a:lnTo>
                    <a:pt x="817" y="853"/>
                  </a:lnTo>
                  <a:lnTo>
                    <a:pt x="820" y="859"/>
                  </a:lnTo>
                  <a:lnTo>
                    <a:pt x="825" y="868"/>
                  </a:lnTo>
                  <a:lnTo>
                    <a:pt x="834" y="878"/>
                  </a:lnTo>
                  <a:lnTo>
                    <a:pt x="841" y="885"/>
                  </a:lnTo>
                  <a:lnTo>
                    <a:pt x="843" y="888"/>
                  </a:lnTo>
                  <a:lnTo>
                    <a:pt x="844" y="890"/>
                  </a:lnTo>
                  <a:lnTo>
                    <a:pt x="845" y="895"/>
                  </a:lnTo>
                  <a:lnTo>
                    <a:pt x="845" y="900"/>
                  </a:lnTo>
                  <a:lnTo>
                    <a:pt x="845" y="905"/>
                  </a:lnTo>
                  <a:lnTo>
                    <a:pt x="845" y="908"/>
                  </a:lnTo>
                  <a:lnTo>
                    <a:pt x="844" y="909"/>
                  </a:lnTo>
                  <a:lnTo>
                    <a:pt x="843" y="910"/>
                  </a:lnTo>
                  <a:lnTo>
                    <a:pt x="843" y="913"/>
                  </a:lnTo>
                  <a:lnTo>
                    <a:pt x="845" y="920"/>
                  </a:lnTo>
                  <a:lnTo>
                    <a:pt x="845" y="926"/>
                  </a:lnTo>
                  <a:lnTo>
                    <a:pt x="844" y="932"/>
                  </a:lnTo>
                  <a:lnTo>
                    <a:pt x="843" y="938"/>
                  </a:lnTo>
                  <a:lnTo>
                    <a:pt x="841" y="945"/>
                  </a:lnTo>
                  <a:lnTo>
                    <a:pt x="838" y="948"/>
                  </a:lnTo>
                  <a:lnTo>
                    <a:pt x="836" y="952"/>
                  </a:lnTo>
                  <a:lnTo>
                    <a:pt x="832" y="956"/>
                  </a:lnTo>
                  <a:lnTo>
                    <a:pt x="828" y="960"/>
                  </a:lnTo>
                  <a:lnTo>
                    <a:pt x="823" y="964"/>
                  </a:lnTo>
                  <a:lnTo>
                    <a:pt x="818" y="968"/>
                  </a:lnTo>
                  <a:lnTo>
                    <a:pt x="813" y="971"/>
                  </a:lnTo>
                  <a:lnTo>
                    <a:pt x="808" y="974"/>
                  </a:lnTo>
                  <a:lnTo>
                    <a:pt x="803" y="977"/>
                  </a:lnTo>
                  <a:lnTo>
                    <a:pt x="798" y="979"/>
                  </a:lnTo>
                  <a:lnTo>
                    <a:pt x="793" y="980"/>
                  </a:lnTo>
                  <a:lnTo>
                    <a:pt x="790" y="980"/>
                  </a:lnTo>
                  <a:lnTo>
                    <a:pt x="786" y="980"/>
                  </a:lnTo>
                  <a:lnTo>
                    <a:pt x="783" y="979"/>
                  </a:lnTo>
                  <a:lnTo>
                    <a:pt x="782" y="978"/>
                  </a:lnTo>
                  <a:lnTo>
                    <a:pt x="781" y="976"/>
                  </a:lnTo>
                  <a:lnTo>
                    <a:pt x="781" y="974"/>
                  </a:lnTo>
                  <a:lnTo>
                    <a:pt x="781" y="973"/>
                  </a:lnTo>
                  <a:lnTo>
                    <a:pt x="780" y="964"/>
                  </a:lnTo>
                  <a:lnTo>
                    <a:pt x="781" y="958"/>
                  </a:lnTo>
                  <a:lnTo>
                    <a:pt x="782" y="952"/>
                  </a:lnTo>
                  <a:lnTo>
                    <a:pt x="783" y="945"/>
                  </a:lnTo>
                  <a:lnTo>
                    <a:pt x="784" y="940"/>
                  </a:lnTo>
                  <a:lnTo>
                    <a:pt x="785" y="934"/>
                  </a:lnTo>
                  <a:lnTo>
                    <a:pt x="785" y="927"/>
                  </a:lnTo>
                  <a:lnTo>
                    <a:pt x="785" y="920"/>
                  </a:lnTo>
                  <a:lnTo>
                    <a:pt x="782" y="898"/>
                  </a:lnTo>
                  <a:lnTo>
                    <a:pt x="780" y="899"/>
                  </a:lnTo>
                  <a:lnTo>
                    <a:pt x="777" y="900"/>
                  </a:lnTo>
                  <a:lnTo>
                    <a:pt x="773" y="900"/>
                  </a:lnTo>
                  <a:lnTo>
                    <a:pt x="770" y="900"/>
                  </a:lnTo>
                  <a:lnTo>
                    <a:pt x="767" y="900"/>
                  </a:lnTo>
                  <a:lnTo>
                    <a:pt x="766" y="899"/>
                  </a:lnTo>
                  <a:lnTo>
                    <a:pt x="765" y="898"/>
                  </a:lnTo>
                  <a:lnTo>
                    <a:pt x="763" y="896"/>
                  </a:lnTo>
                  <a:lnTo>
                    <a:pt x="762" y="894"/>
                  </a:lnTo>
                  <a:lnTo>
                    <a:pt x="760" y="888"/>
                  </a:lnTo>
                  <a:lnTo>
                    <a:pt x="755" y="878"/>
                  </a:lnTo>
                  <a:lnTo>
                    <a:pt x="741" y="850"/>
                  </a:lnTo>
                  <a:lnTo>
                    <a:pt x="725" y="819"/>
                  </a:lnTo>
                  <a:lnTo>
                    <a:pt x="713" y="795"/>
                  </a:lnTo>
                  <a:lnTo>
                    <a:pt x="676" y="721"/>
                  </a:lnTo>
                  <a:lnTo>
                    <a:pt x="652" y="673"/>
                  </a:lnTo>
                  <a:lnTo>
                    <a:pt x="635" y="638"/>
                  </a:lnTo>
                  <a:lnTo>
                    <a:pt x="628" y="624"/>
                  </a:lnTo>
                  <a:lnTo>
                    <a:pt x="623" y="611"/>
                  </a:lnTo>
                  <a:lnTo>
                    <a:pt x="613" y="585"/>
                  </a:lnTo>
                  <a:lnTo>
                    <a:pt x="603" y="558"/>
                  </a:lnTo>
                  <a:lnTo>
                    <a:pt x="600" y="576"/>
                  </a:lnTo>
                  <a:lnTo>
                    <a:pt x="598" y="594"/>
                  </a:lnTo>
                  <a:lnTo>
                    <a:pt x="595" y="617"/>
                  </a:lnTo>
                  <a:lnTo>
                    <a:pt x="592" y="641"/>
                  </a:lnTo>
                  <a:lnTo>
                    <a:pt x="591" y="666"/>
                  </a:lnTo>
                  <a:lnTo>
                    <a:pt x="590" y="677"/>
                  </a:lnTo>
                  <a:lnTo>
                    <a:pt x="590" y="688"/>
                  </a:lnTo>
                  <a:lnTo>
                    <a:pt x="590" y="698"/>
                  </a:lnTo>
                  <a:lnTo>
                    <a:pt x="591" y="707"/>
                  </a:lnTo>
                  <a:lnTo>
                    <a:pt x="593" y="725"/>
                  </a:lnTo>
                  <a:lnTo>
                    <a:pt x="594" y="744"/>
                  </a:lnTo>
                  <a:lnTo>
                    <a:pt x="595" y="765"/>
                  </a:lnTo>
                  <a:lnTo>
                    <a:pt x="595" y="787"/>
                  </a:lnTo>
                  <a:lnTo>
                    <a:pt x="594" y="829"/>
                  </a:lnTo>
                  <a:lnTo>
                    <a:pt x="594" y="868"/>
                  </a:lnTo>
                  <a:lnTo>
                    <a:pt x="595" y="895"/>
                  </a:lnTo>
                  <a:lnTo>
                    <a:pt x="596" y="913"/>
                  </a:lnTo>
                  <a:lnTo>
                    <a:pt x="597" y="922"/>
                  </a:lnTo>
                  <a:lnTo>
                    <a:pt x="597" y="923"/>
                  </a:lnTo>
                  <a:lnTo>
                    <a:pt x="597" y="924"/>
                  </a:lnTo>
                  <a:lnTo>
                    <a:pt x="595" y="924"/>
                  </a:lnTo>
                  <a:lnTo>
                    <a:pt x="598" y="936"/>
                  </a:lnTo>
                  <a:lnTo>
                    <a:pt x="600" y="945"/>
                  </a:lnTo>
                  <a:lnTo>
                    <a:pt x="600" y="948"/>
                  </a:lnTo>
                  <a:lnTo>
                    <a:pt x="600" y="949"/>
                  </a:lnTo>
                  <a:lnTo>
                    <a:pt x="585" y="952"/>
                  </a:lnTo>
                  <a:lnTo>
                    <a:pt x="576" y="952"/>
                  </a:lnTo>
                  <a:lnTo>
                    <a:pt x="572" y="953"/>
                  </a:lnTo>
                  <a:lnTo>
                    <a:pt x="571" y="952"/>
                  </a:lnTo>
                  <a:lnTo>
                    <a:pt x="570" y="950"/>
                  </a:lnTo>
                  <a:lnTo>
                    <a:pt x="568" y="950"/>
                  </a:lnTo>
                  <a:lnTo>
                    <a:pt x="565" y="950"/>
                  </a:lnTo>
                  <a:lnTo>
                    <a:pt x="557" y="953"/>
                  </a:lnTo>
                  <a:lnTo>
                    <a:pt x="549" y="954"/>
                  </a:lnTo>
                  <a:lnTo>
                    <a:pt x="535" y="956"/>
                  </a:lnTo>
                  <a:lnTo>
                    <a:pt x="518" y="958"/>
                  </a:lnTo>
                  <a:lnTo>
                    <a:pt x="499" y="959"/>
                  </a:lnTo>
                  <a:lnTo>
                    <a:pt x="481" y="959"/>
                  </a:lnTo>
                  <a:lnTo>
                    <a:pt x="465" y="959"/>
                  </a:lnTo>
                  <a:lnTo>
                    <a:pt x="459" y="958"/>
                  </a:lnTo>
                  <a:lnTo>
                    <a:pt x="454" y="957"/>
                  </a:lnTo>
                  <a:lnTo>
                    <a:pt x="451" y="956"/>
                  </a:lnTo>
                  <a:lnTo>
                    <a:pt x="450" y="955"/>
                  </a:lnTo>
                  <a:lnTo>
                    <a:pt x="450" y="954"/>
                  </a:lnTo>
                  <a:lnTo>
                    <a:pt x="449" y="951"/>
                  </a:lnTo>
                  <a:lnTo>
                    <a:pt x="449" y="948"/>
                  </a:lnTo>
                  <a:lnTo>
                    <a:pt x="449" y="945"/>
                  </a:lnTo>
                  <a:lnTo>
                    <a:pt x="450" y="943"/>
                  </a:lnTo>
                  <a:lnTo>
                    <a:pt x="452" y="941"/>
                  </a:lnTo>
                  <a:lnTo>
                    <a:pt x="455" y="939"/>
                  </a:lnTo>
                  <a:lnTo>
                    <a:pt x="459" y="938"/>
                  </a:lnTo>
                  <a:lnTo>
                    <a:pt x="464" y="938"/>
                  </a:lnTo>
                  <a:lnTo>
                    <a:pt x="476" y="937"/>
                  </a:lnTo>
                  <a:lnTo>
                    <a:pt x="482" y="935"/>
                  </a:lnTo>
                  <a:lnTo>
                    <a:pt x="488" y="934"/>
                  </a:lnTo>
                  <a:lnTo>
                    <a:pt x="494" y="933"/>
                  </a:lnTo>
                  <a:lnTo>
                    <a:pt x="499" y="930"/>
                  </a:lnTo>
                  <a:lnTo>
                    <a:pt x="502" y="928"/>
                  </a:lnTo>
                  <a:lnTo>
                    <a:pt x="506" y="925"/>
                  </a:lnTo>
                  <a:lnTo>
                    <a:pt x="512" y="915"/>
                  </a:lnTo>
                  <a:lnTo>
                    <a:pt x="511" y="915"/>
                  </a:lnTo>
                  <a:lnTo>
                    <a:pt x="510" y="915"/>
                  </a:lnTo>
                  <a:lnTo>
                    <a:pt x="510" y="913"/>
                  </a:lnTo>
                  <a:lnTo>
                    <a:pt x="511" y="908"/>
                  </a:lnTo>
                  <a:lnTo>
                    <a:pt x="513" y="898"/>
                  </a:lnTo>
                  <a:lnTo>
                    <a:pt x="517" y="880"/>
                  </a:lnTo>
                  <a:lnTo>
                    <a:pt x="521" y="857"/>
                  </a:lnTo>
                  <a:lnTo>
                    <a:pt x="526" y="833"/>
                  </a:lnTo>
                  <a:lnTo>
                    <a:pt x="530" y="814"/>
                  </a:lnTo>
                  <a:lnTo>
                    <a:pt x="531" y="808"/>
                  </a:lnTo>
                  <a:lnTo>
                    <a:pt x="531" y="802"/>
                  </a:lnTo>
                  <a:lnTo>
                    <a:pt x="530" y="797"/>
                  </a:lnTo>
                  <a:lnTo>
                    <a:pt x="529" y="795"/>
                  </a:lnTo>
                  <a:lnTo>
                    <a:pt x="527" y="793"/>
                  </a:lnTo>
                  <a:lnTo>
                    <a:pt x="525" y="789"/>
                  </a:lnTo>
                  <a:lnTo>
                    <a:pt x="524" y="785"/>
                  </a:lnTo>
                  <a:lnTo>
                    <a:pt x="522" y="779"/>
                  </a:lnTo>
                  <a:lnTo>
                    <a:pt x="522" y="772"/>
                  </a:lnTo>
                  <a:lnTo>
                    <a:pt x="521" y="758"/>
                  </a:lnTo>
                  <a:lnTo>
                    <a:pt x="522" y="743"/>
                  </a:lnTo>
                  <a:lnTo>
                    <a:pt x="522" y="731"/>
                  </a:lnTo>
                  <a:lnTo>
                    <a:pt x="523" y="722"/>
                  </a:lnTo>
                  <a:lnTo>
                    <a:pt x="523" y="719"/>
                  </a:lnTo>
                  <a:lnTo>
                    <a:pt x="522" y="715"/>
                  </a:lnTo>
                  <a:lnTo>
                    <a:pt x="521" y="712"/>
                  </a:lnTo>
                  <a:lnTo>
                    <a:pt x="520" y="708"/>
                  </a:lnTo>
                  <a:lnTo>
                    <a:pt x="519" y="704"/>
                  </a:lnTo>
                  <a:lnTo>
                    <a:pt x="517" y="701"/>
                  </a:lnTo>
                  <a:lnTo>
                    <a:pt x="515" y="692"/>
                  </a:lnTo>
                  <a:lnTo>
                    <a:pt x="514" y="684"/>
                  </a:lnTo>
                  <a:lnTo>
                    <a:pt x="515" y="676"/>
                  </a:lnTo>
                  <a:lnTo>
                    <a:pt x="514" y="669"/>
                  </a:lnTo>
                  <a:lnTo>
                    <a:pt x="513" y="658"/>
                  </a:lnTo>
                  <a:lnTo>
                    <a:pt x="509" y="630"/>
                  </a:lnTo>
                  <a:lnTo>
                    <a:pt x="504" y="598"/>
                  </a:lnTo>
                  <a:lnTo>
                    <a:pt x="500" y="573"/>
                  </a:lnTo>
                  <a:lnTo>
                    <a:pt x="499" y="563"/>
                  </a:lnTo>
                  <a:lnTo>
                    <a:pt x="497" y="553"/>
                  </a:lnTo>
                  <a:lnTo>
                    <a:pt x="497" y="535"/>
                  </a:lnTo>
                  <a:lnTo>
                    <a:pt x="496" y="517"/>
                  </a:lnTo>
                  <a:lnTo>
                    <a:pt x="495" y="517"/>
                  </a:lnTo>
                  <a:lnTo>
                    <a:pt x="490" y="518"/>
                  </a:lnTo>
                  <a:lnTo>
                    <a:pt x="488" y="518"/>
                  </a:lnTo>
                  <a:lnTo>
                    <a:pt x="486" y="517"/>
                  </a:lnTo>
                  <a:lnTo>
                    <a:pt x="484" y="516"/>
                  </a:lnTo>
                  <a:lnTo>
                    <a:pt x="484" y="514"/>
                  </a:lnTo>
                  <a:lnTo>
                    <a:pt x="482" y="508"/>
                  </a:lnTo>
                  <a:lnTo>
                    <a:pt x="480" y="497"/>
                  </a:lnTo>
                  <a:lnTo>
                    <a:pt x="477" y="482"/>
                  </a:lnTo>
                  <a:lnTo>
                    <a:pt x="474" y="460"/>
                  </a:lnTo>
                  <a:lnTo>
                    <a:pt x="472" y="448"/>
                  </a:lnTo>
                  <a:lnTo>
                    <a:pt x="472" y="436"/>
                  </a:lnTo>
                  <a:lnTo>
                    <a:pt x="472" y="424"/>
                  </a:lnTo>
                  <a:lnTo>
                    <a:pt x="474" y="413"/>
                  </a:lnTo>
                  <a:lnTo>
                    <a:pt x="476" y="395"/>
                  </a:lnTo>
                  <a:lnTo>
                    <a:pt x="477" y="382"/>
                  </a:lnTo>
                  <a:lnTo>
                    <a:pt x="477" y="377"/>
                  </a:lnTo>
                  <a:lnTo>
                    <a:pt x="477" y="372"/>
                  </a:lnTo>
                  <a:lnTo>
                    <a:pt x="475" y="362"/>
                  </a:lnTo>
                  <a:lnTo>
                    <a:pt x="474" y="351"/>
                  </a:lnTo>
                  <a:lnTo>
                    <a:pt x="470" y="350"/>
                  </a:lnTo>
                  <a:lnTo>
                    <a:pt x="467" y="348"/>
                  </a:lnTo>
                  <a:lnTo>
                    <a:pt x="467" y="347"/>
                  </a:lnTo>
                  <a:lnTo>
                    <a:pt x="466" y="346"/>
                  </a:lnTo>
                  <a:lnTo>
                    <a:pt x="465" y="344"/>
                  </a:lnTo>
                  <a:lnTo>
                    <a:pt x="465" y="345"/>
                  </a:lnTo>
                  <a:lnTo>
                    <a:pt x="462" y="345"/>
                  </a:lnTo>
                  <a:lnTo>
                    <a:pt x="461" y="346"/>
                  </a:lnTo>
                  <a:lnTo>
                    <a:pt x="460" y="346"/>
                  </a:lnTo>
                  <a:lnTo>
                    <a:pt x="459" y="345"/>
                  </a:lnTo>
                  <a:lnTo>
                    <a:pt x="459" y="344"/>
                  </a:lnTo>
                  <a:lnTo>
                    <a:pt x="457" y="339"/>
                  </a:lnTo>
                  <a:lnTo>
                    <a:pt x="457" y="333"/>
                  </a:lnTo>
                  <a:lnTo>
                    <a:pt x="457" y="327"/>
                  </a:lnTo>
                  <a:lnTo>
                    <a:pt x="457" y="325"/>
                  </a:lnTo>
                  <a:lnTo>
                    <a:pt x="458" y="322"/>
                  </a:lnTo>
                  <a:lnTo>
                    <a:pt x="460" y="318"/>
                  </a:lnTo>
                  <a:lnTo>
                    <a:pt x="460" y="317"/>
                  </a:lnTo>
                  <a:lnTo>
                    <a:pt x="459" y="317"/>
                  </a:lnTo>
                  <a:lnTo>
                    <a:pt x="457" y="319"/>
                  </a:lnTo>
                  <a:lnTo>
                    <a:pt x="455" y="322"/>
                  </a:lnTo>
                  <a:lnTo>
                    <a:pt x="446" y="335"/>
                  </a:lnTo>
                  <a:lnTo>
                    <a:pt x="429" y="361"/>
                  </a:lnTo>
                  <a:lnTo>
                    <a:pt x="425" y="365"/>
                  </a:lnTo>
                  <a:lnTo>
                    <a:pt x="421" y="369"/>
                  </a:lnTo>
                  <a:lnTo>
                    <a:pt x="416" y="372"/>
                  </a:lnTo>
                  <a:lnTo>
                    <a:pt x="411" y="376"/>
                  </a:lnTo>
                  <a:lnTo>
                    <a:pt x="402" y="382"/>
                  </a:lnTo>
                  <a:lnTo>
                    <a:pt x="399" y="385"/>
                  </a:lnTo>
                  <a:lnTo>
                    <a:pt x="395" y="388"/>
                  </a:lnTo>
                  <a:lnTo>
                    <a:pt x="392" y="391"/>
                  </a:lnTo>
                  <a:lnTo>
                    <a:pt x="389" y="394"/>
                  </a:lnTo>
                  <a:lnTo>
                    <a:pt x="384" y="397"/>
                  </a:lnTo>
                  <a:lnTo>
                    <a:pt x="379" y="400"/>
                  </a:lnTo>
                  <a:lnTo>
                    <a:pt x="366" y="405"/>
                  </a:lnTo>
                  <a:lnTo>
                    <a:pt x="351" y="411"/>
                  </a:lnTo>
                  <a:lnTo>
                    <a:pt x="338" y="418"/>
                  </a:lnTo>
                  <a:lnTo>
                    <a:pt x="328" y="423"/>
                  </a:lnTo>
                  <a:lnTo>
                    <a:pt x="324" y="426"/>
                  </a:lnTo>
                  <a:lnTo>
                    <a:pt x="321" y="427"/>
                  </a:lnTo>
                  <a:lnTo>
                    <a:pt x="319" y="427"/>
                  </a:lnTo>
                  <a:lnTo>
                    <a:pt x="318" y="426"/>
                  </a:lnTo>
                  <a:lnTo>
                    <a:pt x="316" y="422"/>
                  </a:lnTo>
                  <a:lnTo>
                    <a:pt x="311" y="422"/>
                  </a:lnTo>
                  <a:lnTo>
                    <a:pt x="306" y="423"/>
                  </a:lnTo>
                  <a:lnTo>
                    <a:pt x="301" y="425"/>
                  </a:lnTo>
                  <a:lnTo>
                    <a:pt x="294" y="427"/>
                  </a:lnTo>
                  <a:lnTo>
                    <a:pt x="291" y="428"/>
                  </a:lnTo>
                  <a:lnTo>
                    <a:pt x="290" y="427"/>
                  </a:lnTo>
                  <a:lnTo>
                    <a:pt x="289" y="426"/>
                  </a:lnTo>
                  <a:lnTo>
                    <a:pt x="286" y="427"/>
                  </a:lnTo>
                  <a:lnTo>
                    <a:pt x="284" y="429"/>
                  </a:lnTo>
                  <a:lnTo>
                    <a:pt x="281" y="431"/>
                  </a:lnTo>
                  <a:lnTo>
                    <a:pt x="280" y="433"/>
                  </a:lnTo>
                  <a:lnTo>
                    <a:pt x="279" y="435"/>
                  </a:lnTo>
                  <a:lnTo>
                    <a:pt x="279" y="436"/>
                  </a:lnTo>
                  <a:lnTo>
                    <a:pt x="277" y="437"/>
                  </a:lnTo>
                  <a:lnTo>
                    <a:pt x="276" y="437"/>
                  </a:lnTo>
                  <a:lnTo>
                    <a:pt x="275" y="436"/>
                  </a:lnTo>
                  <a:lnTo>
                    <a:pt x="274" y="435"/>
                  </a:lnTo>
                  <a:lnTo>
                    <a:pt x="272" y="436"/>
                  </a:lnTo>
                  <a:lnTo>
                    <a:pt x="270" y="436"/>
                  </a:lnTo>
                  <a:lnTo>
                    <a:pt x="270" y="437"/>
                  </a:lnTo>
                  <a:lnTo>
                    <a:pt x="270" y="441"/>
                  </a:lnTo>
                  <a:lnTo>
                    <a:pt x="270" y="4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1" name="Freeform 47"/>
            <p:cNvSpPr>
              <a:spLocks/>
            </p:cNvSpPr>
            <p:nvPr/>
          </p:nvSpPr>
          <p:spPr bwMode="auto">
            <a:xfrm>
              <a:off x="5997575" y="1341438"/>
              <a:ext cx="109538" cy="80962"/>
            </a:xfrm>
            <a:custGeom>
              <a:avLst/>
              <a:gdLst>
                <a:gd name="T0" fmla="*/ 9525 w 69"/>
                <a:gd name="T1" fmla="*/ 80962 h 51"/>
                <a:gd name="T2" fmla="*/ 52388 w 69"/>
                <a:gd name="T3" fmla="*/ 63500 h 51"/>
                <a:gd name="T4" fmla="*/ 52388 w 69"/>
                <a:gd name="T5" fmla="*/ 63500 h 51"/>
                <a:gd name="T6" fmla="*/ 53975 w 69"/>
                <a:gd name="T7" fmla="*/ 60325 h 51"/>
                <a:gd name="T8" fmla="*/ 57150 w 69"/>
                <a:gd name="T9" fmla="*/ 57150 h 51"/>
                <a:gd name="T10" fmla="*/ 60325 w 69"/>
                <a:gd name="T11" fmla="*/ 55562 h 51"/>
                <a:gd name="T12" fmla="*/ 60325 w 69"/>
                <a:gd name="T13" fmla="*/ 55562 h 51"/>
                <a:gd name="T14" fmla="*/ 84138 w 69"/>
                <a:gd name="T15" fmla="*/ 46037 h 51"/>
                <a:gd name="T16" fmla="*/ 96838 w 69"/>
                <a:gd name="T17" fmla="*/ 39687 h 51"/>
                <a:gd name="T18" fmla="*/ 106363 w 69"/>
                <a:gd name="T19" fmla="*/ 33337 h 51"/>
                <a:gd name="T20" fmla="*/ 106363 w 69"/>
                <a:gd name="T21" fmla="*/ 33337 h 51"/>
                <a:gd name="T22" fmla="*/ 109538 w 69"/>
                <a:gd name="T23" fmla="*/ 31750 h 51"/>
                <a:gd name="T24" fmla="*/ 109538 w 69"/>
                <a:gd name="T25" fmla="*/ 30162 h 51"/>
                <a:gd name="T26" fmla="*/ 109538 w 69"/>
                <a:gd name="T27" fmla="*/ 28575 h 51"/>
                <a:gd name="T28" fmla="*/ 107950 w 69"/>
                <a:gd name="T29" fmla="*/ 28575 h 51"/>
                <a:gd name="T30" fmla="*/ 106363 w 69"/>
                <a:gd name="T31" fmla="*/ 25400 h 51"/>
                <a:gd name="T32" fmla="*/ 98425 w 69"/>
                <a:gd name="T33" fmla="*/ 23812 h 51"/>
                <a:gd name="T34" fmla="*/ 98425 w 69"/>
                <a:gd name="T35" fmla="*/ 23812 h 51"/>
                <a:gd name="T36" fmla="*/ 87313 w 69"/>
                <a:gd name="T37" fmla="*/ 22225 h 51"/>
                <a:gd name="T38" fmla="*/ 74613 w 69"/>
                <a:gd name="T39" fmla="*/ 20637 h 51"/>
                <a:gd name="T40" fmla="*/ 58738 w 69"/>
                <a:gd name="T41" fmla="*/ 17462 h 51"/>
                <a:gd name="T42" fmla="*/ 50800 w 69"/>
                <a:gd name="T43" fmla="*/ 15875 h 51"/>
                <a:gd name="T44" fmla="*/ 41275 w 69"/>
                <a:gd name="T45" fmla="*/ 14287 h 51"/>
                <a:gd name="T46" fmla="*/ 41275 w 69"/>
                <a:gd name="T47" fmla="*/ 14287 h 51"/>
                <a:gd name="T48" fmla="*/ 28575 w 69"/>
                <a:gd name="T49" fmla="*/ 7937 h 51"/>
                <a:gd name="T50" fmla="*/ 19050 w 69"/>
                <a:gd name="T51" fmla="*/ 4762 h 51"/>
                <a:gd name="T52" fmla="*/ 11113 w 69"/>
                <a:gd name="T53" fmla="*/ 0 h 51"/>
                <a:gd name="T54" fmla="*/ 11113 w 69"/>
                <a:gd name="T55" fmla="*/ 0 h 51"/>
                <a:gd name="T56" fmla="*/ 9525 w 69"/>
                <a:gd name="T57" fmla="*/ 15875 h 51"/>
                <a:gd name="T58" fmla="*/ 7938 w 69"/>
                <a:gd name="T59" fmla="*/ 30162 h 51"/>
                <a:gd name="T60" fmla="*/ 3175 w 69"/>
                <a:gd name="T61" fmla="*/ 46037 h 51"/>
                <a:gd name="T62" fmla="*/ 3175 w 69"/>
                <a:gd name="T63" fmla="*/ 46037 h 51"/>
                <a:gd name="T64" fmla="*/ 1588 w 69"/>
                <a:gd name="T65" fmla="*/ 57150 h 51"/>
                <a:gd name="T66" fmla="*/ 0 w 69"/>
                <a:gd name="T67" fmla="*/ 68262 h 51"/>
                <a:gd name="T68" fmla="*/ 0 w 69"/>
                <a:gd name="T69" fmla="*/ 74612 h 51"/>
                <a:gd name="T70" fmla="*/ 1588 w 69"/>
                <a:gd name="T71" fmla="*/ 77787 h 51"/>
                <a:gd name="T72" fmla="*/ 1588 w 69"/>
                <a:gd name="T73" fmla="*/ 77787 h 51"/>
                <a:gd name="T74" fmla="*/ 3175 w 69"/>
                <a:gd name="T75" fmla="*/ 79375 h 51"/>
                <a:gd name="T76" fmla="*/ 4763 w 69"/>
                <a:gd name="T77" fmla="*/ 80962 h 51"/>
                <a:gd name="T78" fmla="*/ 9525 w 69"/>
                <a:gd name="T79" fmla="*/ 80962 h 51"/>
                <a:gd name="T80" fmla="*/ 9525 w 69"/>
                <a:gd name="T81" fmla="*/ 80962 h 5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9"/>
                <a:gd name="T124" fmla="*/ 0 h 51"/>
                <a:gd name="T125" fmla="*/ 69 w 69"/>
                <a:gd name="T126" fmla="*/ 51 h 5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9" h="51">
                  <a:moveTo>
                    <a:pt x="6" y="51"/>
                  </a:moveTo>
                  <a:lnTo>
                    <a:pt x="33" y="40"/>
                  </a:lnTo>
                  <a:lnTo>
                    <a:pt x="34" y="38"/>
                  </a:lnTo>
                  <a:lnTo>
                    <a:pt x="36" y="36"/>
                  </a:lnTo>
                  <a:lnTo>
                    <a:pt x="38" y="35"/>
                  </a:lnTo>
                  <a:lnTo>
                    <a:pt x="53" y="29"/>
                  </a:lnTo>
                  <a:lnTo>
                    <a:pt x="61" y="25"/>
                  </a:lnTo>
                  <a:lnTo>
                    <a:pt x="67" y="21"/>
                  </a:lnTo>
                  <a:lnTo>
                    <a:pt x="69" y="20"/>
                  </a:lnTo>
                  <a:lnTo>
                    <a:pt x="69" y="19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7" y="16"/>
                  </a:lnTo>
                  <a:lnTo>
                    <a:pt x="62" y="15"/>
                  </a:lnTo>
                  <a:lnTo>
                    <a:pt x="55" y="14"/>
                  </a:lnTo>
                  <a:lnTo>
                    <a:pt x="47" y="13"/>
                  </a:lnTo>
                  <a:lnTo>
                    <a:pt x="37" y="11"/>
                  </a:lnTo>
                  <a:lnTo>
                    <a:pt x="32" y="10"/>
                  </a:lnTo>
                  <a:lnTo>
                    <a:pt x="26" y="9"/>
                  </a:lnTo>
                  <a:lnTo>
                    <a:pt x="18" y="5"/>
                  </a:lnTo>
                  <a:lnTo>
                    <a:pt x="12" y="3"/>
                  </a:lnTo>
                  <a:lnTo>
                    <a:pt x="7" y="0"/>
                  </a:lnTo>
                  <a:lnTo>
                    <a:pt x="6" y="10"/>
                  </a:lnTo>
                  <a:lnTo>
                    <a:pt x="5" y="19"/>
                  </a:lnTo>
                  <a:lnTo>
                    <a:pt x="2" y="29"/>
                  </a:lnTo>
                  <a:lnTo>
                    <a:pt x="1" y="36"/>
                  </a:lnTo>
                  <a:lnTo>
                    <a:pt x="0" y="43"/>
                  </a:lnTo>
                  <a:lnTo>
                    <a:pt x="0" y="47"/>
                  </a:lnTo>
                  <a:lnTo>
                    <a:pt x="1" y="49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6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2" name="Freeform 48"/>
            <p:cNvSpPr>
              <a:spLocks/>
            </p:cNvSpPr>
            <p:nvPr/>
          </p:nvSpPr>
          <p:spPr bwMode="auto">
            <a:xfrm>
              <a:off x="5795963" y="1120775"/>
              <a:ext cx="80962" cy="92075"/>
            </a:xfrm>
            <a:custGeom>
              <a:avLst/>
              <a:gdLst>
                <a:gd name="T0" fmla="*/ 0 w 51"/>
                <a:gd name="T1" fmla="*/ 6350 h 58"/>
                <a:gd name="T2" fmla="*/ 3175 w 51"/>
                <a:gd name="T3" fmla="*/ 0 h 58"/>
                <a:gd name="T4" fmla="*/ 3175 w 51"/>
                <a:gd name="T5" fmla="*/ 0 h 58"/>
                <a:gd name="T6" fmla="*/ 4762 w 51"/>
                <a:gd name="T7" fmla="*/ 1588 h 58"/>
                <a:gd name="T8" fmla="*/ 12700 w 51"/>
                <a:gd name="T9" fmla="*/ 6350 h 58"/>
                <a:gd name="T10" fmla="*/ 22225 w 51"/>
                <a:gd name="T11" fmla="*/ 14288 h 58"/>
                <a:gd name="T12" fmla="*/ 28575 w 51"/>
                <a:gd name="T13" fmla="*/ 15875 h 58"/>
                <a:gd name="T14" fmla="*/ 36512 w 51"/>
                <a:gd name="T15" fmla="*/ 19050 h 58"/>
                <a:gd name="T16" fmla="*/ 36512 w 51"/>
                <a:gd name="T17" fmla="*/ 19050 h 58"/>
                <a:gd name="T18" fmla="*/ 50800 w 51"/>
                <a:gd name="T19" fmla="*/ 25400 h 58"/>
                <a:gd name="T20" fmla="*/ 63500 w 51"/>
                <a:gd name="T21" fmla="*/ 33338 h 58"/>
                <a:gd name="T22" fmla="*/ 74612 w 51"/>
                <a:gd name="T23" fmla="*/ 39688 h 58"/>
                <a:gd name="T24" fmla="*/ 77787 w 51"/>
                <a:gd name="T25" fmla="*/ 42863 h 58"/>
                <a:gd name="T26" fmla="*/ 79375 w 51"/>
                <a:gd name="T27" fmla="*/ 44450 h 58"/>
                <a:gd name="T28" fmla="*/ 79375 w 51"/>
                <a:gd name="T29" fmla="*/ 44450 h 58"/>
                <a:gd name="T30" fmla="*/ 80962 w 51"/>
                <a:gd name="T31" fmla="*/ 47625 h 58"/>
                <a:gd name="T32" fmla="*/ 80962 w 51"/>
                <a:gd name="T33" fmla="*/ 47625 h 58"/>
                <a:gd name="T34" fmla="*/ 77787 w 51"/>
                <a:gd name="T35" fmla="*/ 52388 h 58"/>
                <a:gd name="T36" fmla="*/ 76200 w 51"/>
                <a:gd name="T37" fmla="*/ 55563 h 58"/>
                <a:gd name="T38" fmla="*/ 74612 w 51"/>
                <a:gd name="T39" fmla="*/ 58738 h 58"/>
                <a:gd name="T40" fmla="*/ 74612 w 51"/>
                <a:gd name="T41" fmla="*/ 58738 h 58"/>
                <a:gd name="T42" fmla="*/ 76200 w 51"/>
                <a:gd name="T43" fmla="*/ 60325 h 58"/>
                <a:gd name="T44" fmla="*/ 77787 w 51"/>
                <a:gd name="T45" fmla="*/ 61913 h 58"/>
                <a:gd name="T46" fmla="*/ 79375 w 51"/>
                <a:gd name="T47" fmla="*/ 66675 h 58"/>
                <a:gd name="T48" fmla="*/ 79375 w 51"/>
                <a:gd name="T49" fmla="*/ 69850 h 58"/>
                <a:gd name="T50" fmla="*/ 79375 w 51"/>
                <a:gd name="T51" fmla="*/ 69850 h 58"/>
                <a:gd name="T52" fmla="*/ 77787 w 51"/>
                <a:gd name="T53" fmla="*/ 84138 h 58"/>
                <a:gd name="T54" fmla="*/ 77787 w 51"/>
                <a:gd name="T55" fmla="*/ 92075 h 58"/>
                <a:gd name="T56" fmla="*/ 77787 w 51"/>
                <a:gd name="T57" fmla="*/ 92075 h 58"/>
                <a:gd name="T58" fmla="*/ 65087 w 51"/>
                <a:gd name="T59" fmla="*/ 77788 h 58"/>
                <a:gd name="T60" fmla="*/ 53975 w 51"/>
                <a:gd name="T61" fmla="*/ 63500 h 58"/>
                <a:gd name="T62" fmla="*/ 44450 w 51"/>
                <a:gd name="T63" fmla="*/ 52388 h 58"/>
                <a:gd name="T64" fmla="*/ 44450 w 51"/>
                <a:gd name="T65" fmla="*/ 52388 h 58"/>
                <a:gd name="T66" fmla="*/ 33337 w 51"/>
                <a:gd name="T67" fmla="*/ 39688 h 58"/>
                <a:gd name="T68" fmla="*/ 20637 w 51"/>
                <a:gd name="T69" fmla="*/ 28575 h 58"/>
                <a:gd name="T70" fmla="*/ 4762 w 51"/>
                <a:gd name="T71" fmla="*/ 12700 h 58"/>
                <a:gd name="T72" fmla="*/ 4762 w 51"/>
                <a:gd name="T73" fmla="*/ 12700 h 58"/>
                <a:gd name="T74" fmla="*/ 3175 w 51"/>
                <a:gd name="T75" fmla="*/ 11113 h 58"/>
                <a:gd name="T76" fmla="*/ 1587 w 51"/>
                <a:gd name="T77" fmla="*/ 7938 h 58"/>
                <a:gd name="T78" fmla="*/ 0 w 51"/>
                <a:gd name="T79" fmla="*/ 6350 h 58"/>
                <a:gd name="T80" fmla="*/ 0 w 51"/>
                <a:gd name="T81" fmla="*/ 6350 h 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1"/>
                <a:gd name="T124" fmla="*/ 0 h 58"/>
                <a:gd name="T125" fmla="*/ 51 w 51"/>
                <a:gd name="T126" fmla="*/ 58 h 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1" h="58">
                  <a:moveTo>
                    <a:pt x="0" y="4"/>
                  </a:moveTo>
                  <a:lnTo>
                    <a:pt x="2" y="0"/>
                  </a:lnTo>
                  <a:lnTo>
                    <a:pt x="3" y="1"/>
                  </a:lnTo>
                  <a:lnTo>
                    <a:pt x="8" y="4"/>
                  </a:lnTo>
                  <a:lnTo>
                    <a:pt x="14" y="9"/>
                  </a:lnTo>
                  <a:lnTo>
                    <a:pt x="18" y="10"/>
                  </a:lnTo>
                  <a:lnTo>
                    <a:pt x="23" y="12"/>
                  </a:lnTo>
                  <a:lnTo>
                    <a:pt x="32" y="16"/>
                  </a:lnTo>
                  <a:lnTo>
                    <a:pt x="40" y="21"/>
                  </a:lnTo>
                  <a:lnTo>
                    <a:pt x="47" y="25"/>
                  </a:lnTo>
                  <a:lnTo>
                    <a:pt x="49" y="27"/>
                  </a:lnTo>
                  <a:lnTo>
                    <a:pt x="50" y="28"/>
                  </a:lnTo>
                  <a:lnTo>
                    <a:pt x="51" y="30"/>
                  </a:lnTo>
                  <a:lnTo>
                    <a:pt x="49" y="33"/>
                  </a:lnTo>
                  <a:lnTo>
                    <a:pt x="48" y="35"/>
                  </a:lnTo>
                  <a:lnTo>
                    <a:pt x="47" y="37"/>
                  </a:lnTo>
                  <a:lnTo>
                    <a:pt x="48" y="38"/>
                  </a:lnTo>
                  <a:lnTo>
                    <a:pt x="49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49" y="53"/>
                  </a:lnTo>
                  <a:lnTo>
                    <a:pt x="49" y="58"/>
                  </a:lnTo>
                  <a:lnTo>
                    <a:pt x="41" y="49"/>
                  </a:lnTo>
                  <a:lnTo>
                    <a:pt x="34" y="40"/>
                  </a:lnTo>
                  <a:lnTo>
                    <a:pt x="28" y="33"/>
                  </a:lnTo>
                  <a:lnTo>
                    <a:pt x="21" y="25"/>
                  </a:lnTo>
                  <a:lnTo>
                    <a:pt x="13" y="18"/>
                  </a:lnTo>
                  <a:lnTo>
                    <a:pt x="3" y="8"/>
                  </a:lnTo>
                  <a:lnTo>
                    <a:pt x="2" y="7"/>
                  </a:lnTo>
                  <a:lnTo>
                    <a:pt x="1" y="5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4" name="Freeform 49"/>
            <p:cNvSpPr>
              <a:spLocks/>
            </p:cNvSpPr>
            <p:nvPr/>
          </p:nvSpPr>
          <p:spPr bwMode="auto">
            <a:xfrm>
              <a:off x="5883275" y="1147763"/>
              <a:ext cx="39688" cy="119062"/>
            </a:xfrm>
            <a:custGeom>
              <a:avLst/>
              <a:gdLst>
                <a:gd name="T0" fmla="*/ 0 w 25"/>
                <a:gd name="T1" fmla="*/ 17462 h 75"/>
                <a:gd name="T2" fmla="*/ 0 w 25"/>
                <a:gd name="T3" fmla="*/ 17462 h 75"/>
                <a:gd name="T4" fmla="*/ 3175 w 25"/>
                <a:gd name="T5" fmla="*/ 14287 h 75"/>
                <a:gd name="T6" fmla="*/ 9525 w 25"/>
                <a:gd name="T7" fmla="*/ 4762 h 75"/>
                <a:gd name="T8" fmla="*/ 9525 w 25"/>
                <a:gd name="T9" fmla="*/ 4762 h 75"/>
                <a:gd name="T10" fmla="*/ 11113 w 25"/>
                <a:gd name="T11" fmla="*/ 1587 h 75"/>
                <a:gd name="T12" fmla="*/ 12700 w 25"/>
                <a:gd name="T13" fmla="*/ 0 h 75"/>
                <a:gd name="T14" fmla="*/ 14288 w 25"/>
                <a:gd name="T15" fmla="*/ 0 h 75"/>
                <a:gd name="T16" fmla="*/ 14288 w 25"/>
                <a:gd name="T17" fmla="*/ 0 h 75"/>
                <a:gd name="T18" fmla="*/ 15875 w 25"/>
                <a:gd name="T19" fmla="*/ 3175 h 75"/>
                <a:gd name="T20" fmla="*/ 15875 w 25"/>
                <a:gd name="T21" fmla="*/ 3175 h 75"/>
                <a:gd name="T22" fmla="*/ 17463 w 25"/>
                <a:gd name="T23" fmla="*/ 12700 h 75"/>
                <a:gd name="T24" fmla="*/ 22225 w 25"/>
                <a:gd name="T25" fmla="*/ 28575 h 75"/>
                <a:gd name="T26" fmla="*/ 26988 w 25"/>
                <a:gd name="T27" fmla="*/ 47625 h 75"/>
                <a:gd name="T28" fmla="*/ 30163 w 25"/>
                <a:gd name="T29" fmla="*/ 63500 h 75"/>
                <a:gd name="T30" fmla="*/ 30163 w 25"/>
                <a:gd name="T31" fmla="*/ 63500 h 75"/>
                <a:gd name="T32" fmla="*/ 36513 w 25"/>
                <a:gd name="T33" fmla="*/ 90487 h 75"/>
                <a:gd name="T34" fmla="*/ 38100 w 25"/>
                <a:gd name="T35" fmla="*/ 101600 h 75"/>
                <a:gd name="T36" fmla="*/ 39688 w 25"/>
                <a:gd name="T37" fmla="*/ 109537 h 75"/>
                <a:gd name="T38" fmla="*/ 39688 w 25"/>
                <a:gd name="T39" fmla="*/ 109537 h 75"/>
                <a:gd name="T40" fmla="*/ 39688 w 25"/>
                <a:gd name="T41" fmla="*/ 119062 h 75"/>
                <a:gd name="T42" fmla="*/ 39688 w 25"/>
                <a:gd name="T43" fmla="*/ 119062 h 75"/>
                <a:gd name="T44" fmla="*/ 38100 w 25"/>
                <a:gd name="T45" fmla="*/ 114300 h 75"/>
                <a:gd name="T46" fmla="*/ 36513 w 25"/>
                <a:gd name="T47" fmla="*/ 100012 h 75"/>
                <a:gd name="T48" fmla="*/ 31750 w 25"/>
                <a:gd name="T49" fmla="*/ 84137 h 75"/>
                <a:gd name="T50" fmla="*/ 30163 w 25"/>
                <a:gd name="T51" fmla="*/ 76200 h 75"/>
                <a:gd name="T52" fmla="*/ 26988 w 25"/>
                <a:gd name="T53" fmla="*/ 68262 h 75"/>
                <a:gd name="T54" fmla="*/ 26988 w 25"/>
                <a:gd name="T55" fmla="*/ 68262 h 75"/>
                <a:gd name="T56" fmla="*/ 12700 w 25"/>
                <a:gd name="T57" fmla="*/ 47625 h 75"/>
                <a:gd name="T58" fmla="*/ 7938 w 25"/>
                <a:gd name="T59" fmla="*/ 39687 h 75"/>
                <a:gd name="T60" fmla="*/ 7938 w 25"/>
                <a:gd name="T61" fmla="*/ 34925 h 75"/>
                <a:gd name="T62" fmla="*/ 7938 w 25"/>
                <a:gd name="T63" fmla="*/ 34925 h 75"/>
                <a:gd name="T64" fmla="*/ 7938 w 25"/>
                <a:gd name="T65" fmla="*/ 26987 h 75"/>
                <a:gd name="T66" fmla="*/ 6350 w 25"/>
                <a:gd name="T67" fmla="*/ 23812 h 75"/>
                <a:gd name="T68" fmla="*/ 6350 w 25"/>
                <a:gd name="T69" fmla="*/ 22225 h 75"/>
                <a:gd name="T70" fmla="*/ 4763 w 25"/>
                <a:gd name="T71" fmla="*/ 20637 h 75"/>
                <a:gd name="T72" fmla="*/ 4763 w 25"/>
                <a:gd name="T73" fmla="*/ 20637 h 75"/>
                <a:gd name="T74" fmla="*/ 0 w 25"/>
                <a:gd name="T75" fmla="*/ 17462 h 75"/>
                <a:gd name="T76" fmla="*/ 0 w 25"/>
                <a:gd name="T77" fmla="*/ 17462 h 75"/>
                <a:gd name="T78" fmla="*/ 0 w 25"/>
                <a:gd name="T79" fmla="*/ 17462 h 7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"/>
                <a:gd name="T121" fmla="*/ 0 h 75"/>
                <a:gd name="T122" fmla="*/ 25 w 25"/>
                <a:gd name="T123" fmla="*/ 75 h 7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" h="75">
                  <a:moveTo>
                    <a:pt x="0" y="11"/>
                  </a:moveTo>
                  <a:lnTo>
                    <a:pt x="0" y="11"/>
                  </a:lnTo>
                  <a:lnTo>
                    <a:pt x="2" y="9"/>
                  </a:lnTo>
                  <a:lnTo>
                    <a:pt x="6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2"/>
                  </a:lnTo>
                  <a:lnTo>
                    <a:pt x="11" y="8"/>
                  </a:lnTo>
                  <a:lnTo>
                    <a:pt x="14" y="18"/>
                  </a:lnTo>
                  <a:lnTo>
                    <a:pt x="17" y="30"/>
                  </a:lnTo>
                  <a:lnTo>
                    <a:pt x="19" y="40"/>
                  </a:lnTo>
                  <a:lnTo>
                    <a:pt x="23" y="57"/>
                  </a:lnTo>
                  <a:lnTo>
                    <a:pt x="24" y="64"/>
                  </a:lnTo>
                  <a:lnTo>
                    <a:pt x="25" y="69"/>
                  </a:lnTo>
                  <a:lnTo>
                    <a:pt x="25" y="75"/>
                  </a:lnTo>
                  <a:lnTo>
                    <a:pt x="24" y="72"/>
                  </a:lnTo>
                  <a:lnTo>
                    <a:pt x="23" y="63"/>
                  </a:lnTo>
                  <a:lnTo>
                    <a:pt x="20" y="53"/>
                  </a:lnTo>
                  <a:lnTo>
                    <a:pt x="19" y="48"/>
                  </a:lnTo>
                  <a:lnTo>
                    <a:pt x="17" y="43"/>
                  </a:lnTo>
                  <a:lnTo>
                    <a:pt x="8" y="30"/>
                  </a:lnTo>
                  <a:lnTo>
                    <a:pt x="5" y="25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5" name="Freeform 50"/>
            <p:cNvSpPr>
              <a:spLocks/>
            </p:cNvSpPr>
            <p:nvPr/>
          </p:nvSpPr>
          <p:spPr bwMode="auto">
            <a:xfrm>
              <a:off x="5857875" y="1406525"/>
              <a:ext cx="47625" cy="88900"/>
            </a:xfrm>
            <a:custGeom>
              <a:avLst/>
              <a:gdLst>
                <a:gd name="T0" fmla="*/ 0 w 30"/>
                <a:gd name="T1" fmla="*/ 84138 h 56"/>
                <a:gd name="T2" fmla="*/ 33338 w 30"/>
                <a:gd name="T3" fmla="*/ 88900 h 56"/>
                <a:gd name="T4" fmla="*/ 33338 w 30"/>
                <a:gd name="T5" fmla="*/ 88900 h 56"/>
                <a:gd name="T6" fmla="*/ 36513 w 30"/>
                <a:gd name="T7" fmla="*/ 79375 h 56"/>
                <a:gd name="T8" fmla="*/ 39688 w 30"/>
                <a:gd name="T9" fmla="*/ 69850 h 56"/>
                <a:gd name="T10" fmla="*/ 41275 w 30"/>
                <a:gd name="T11" fmla="*/ 63500 h 56"/>
                <a:gd name="T12" fmla="*/ 41275 w 30"/>
                <a:gd name="T13" fmla="*/ 63500 h 56"/>
                <a:gd name="T14" fmla="*/ 41275 w 30"/>
                <a:gd name="T15" fmla="*/ 55563 h 56"/>
                <a:gd name="T16" fmla="*/ 39688 w 30"/>
                <a:gd name="T17" fmla="*/ 55563 h 56"/>
                <a:gd name="T18" fmla="*/ 39688 w 30"/>
                <a:gd name="T19" fmla="*/ 55563 h 56"/>
                <a:gd name="T20" fmla="*/ 41275 w 30"/>
                <a:gd name="T21" fmla="*/ 39688 h 56"/>
                <a:gd name="T22" fmla="*/ 42863 w 30"/>
                <a:gd name="T23" fmla="*/ 26988 h 56"/>
                <a:gd name="T24" fmla="*/ 46038 w 30"/>
                <a:gd name="T25" fmla="*/ 15875 h 56"/>
                <a:gd name="T26" fmla="*/ 46038 w 30"/>
                <a:gd name="T27" fmla="*/ 15875 h 56"/>
                <a:gd name="T28" fmla="*/ 47625 w 30"/>
                <a:gd name="T29" fmla="*/ 3175 h 56"/>
                <a:gd name="T30" fmla="*/ 47625 w 30"/>
                <a:gd name="T31" fmla="*/ 3175 h 56"/>
                <a:gd name="T32" fmla="*/ 47625 w 30"/>
                <a:gd name="T33" fmla="*/ 1588 h 56"/>
                <a:gd name="T34" fmla="*/ 44450 w 30"/>
                <a:gd name="T35" fmla="*/ 0 h 56"/>
                <a:gd name="T36" fmla="*/ 44450 w 30"/>
                <a:gd name="T37" fmla="*/ 0 h 56"/>
                <a:gd name="T38" fmla="*/ 23813 w 30"/>
                <a:gd name="T39" fmla="*/ 0 h 56"/>
                <a:gd name="T40" fmla="*/ 23813 w 30"/>
                <a:gd name="T41" fmla="*/ 0 h 56"/>
                <a:gd name="T42" fmla="*/ 22225 w 30"/>
                <a:gd name="T43" fmla="*/ 7938 h 56"/>
                <a:gd name="T44" fmla="*/ 19050 w 30"/>
                <a:gd name="T45" fmla="*/ 17463 h 56"/>
                <a:gd name="T46" fmla="*/ 14288 w 30"/>
                <a:gd name="T47" fmla="*/ 30163 h 56"/>
                <a:gd name="T48" fmla="*/ 14288 w 30"/>
                <a:gd name="T49" fmla="*/ 30163 h 56"/>
                <a:gd name="T50" fmla="*/ 12700 w 30"/>
                <a:gd name="T51" fmla="*/ 36513 h 56"/>
                <a:gd name="T52" fmla="*/ 9525 w 30"/>
                <a:gd name="T53" fmla="*/ 46037 h 56"/>
                <a:gd name="T54" fmla="*/ 4763 w 30"/>
                <a:gd name="T55" fmla="*/ 61913 h 56"/>
                <a:gd name="T56" fmla="*/ 0 w 30"/>
                <a:gd name="T57" fmla="*/ 84138 h 56"/>
                <a:gd name="T58" fmla="*/ 0 w 30"/>
                <a:gd name="T59" fmla="*/ 84138 h 5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0"/>
                <a:gd name="T91" fmla="*/ 0 h 56"/>
                <a:gd name="T92" fmla="*/ 30 w 30"/>
                <a:gd name="T93" fmla="*/ 56 h 5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0" h="56">
                  <a:moveTo>
                    <a:pt x="0" y="53"/>
                  </a:moveTo>
                  <a:lnTo>
                    <a:pt x="21" y="56"/>
                  </a:lnTo>
                  <a:lnTo>
                    <a:pt x="23" y="50"/>
                  </a:lnTo>
                  <a:lnTo>
                    <a:pt x="25" y="44"/>
                  </a:lnTo>
                  <a:lnTo>
                    <a:pt x="26" y="40"/>
                  </a:lnTo>
                  <a:lnTo>
                    <a:pt x="26" y="35"/>
                  </a:lnTo>
                  <a:lnTo>
                    <a:pt x="25" y="35"/>
                  </a:lnTo>
                  <a:lnTo>
                    <a:pt x="26" y="25"/>
                  </a:lnTo>
                  <a:lnTo>
                    <a:pt x="27" y="17"/>
                  </a:lnTo>
                  <a:lnTo>
                    <a:pt x="29" y="10"/>
                  </a:lnTo>
                  <a:lnTo>
                    <a:pt x="30" y="2"/>
                  </a:lnTo>
                  <a:lnTo>
                    <a:pt x="30" y="1"/>
                  </a:lnTo>
                  <a:lnTo>
                    <a:pt x="28" y="0"/>
                  </a:lnTo>
                  <a:lnTo>
                    <a:pt x="15" y="0"/>
                  </a:lnTo>
                  <a:lnTo>
                    <a:pt x="14" y="5"/>
                  </a:lnTo>
                  <a:lnTo>
                    <a:pt x="12" y="11"/>
                  </a:lnTo>
                  <a:lnTo>
                    <a:pt x="9" y="19"/>
                  </a:lnTo>
                  <a:lnTo>
                    <a:pt x="8" y="23"/>
                  </a:lnTo>
                  <a:lnTo>
                    <a:pt x="6" y="29"/>
                  </a:lnTo>
                  <a:lnTo>
                    <a:pt x="3" y="39"/>
                  </a:lnTo>
                  <a:lnTo>
                    <a:pt x="0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6" name="Freeform 51"/>
            <p:cNvSpPr>
              <a:spLocks/>
            </p:cNvSpPr>
            <p:nvPr/>
          </p:nvSpPr>
          <p:spPr bwMode="auto">
            <a:xfrm>
              <a:off x="6007100" y="1404938"/>
              <a:ext cx="65088" cy="66675"/>
            </a:xfrm>
            <a:custGeom>
              <a:avLst/>
              <a:gdLst>
                <a:gd name="T0" fmla="*/ 0 w 41"/>
                <a:gd name="T1" fmla="*/ 17462 h 42"/>
                <a:gd name="T2" fmla="*/ 42863 w 41"/>
                <a:gd name="T3" fmla="*/ 0 h 42"/>
                <a:gd name="T4" fmla="*/ 42863 w 41"/>
                <a:gd name="T5" fmla="*/ 0 h 42"/>
                <a:gd name="T6" fmla="*/ 49213 w 41"/>
                <a:gd name="T7" fmla="*/ 11112 h 42"/>
                <a:gd name="T8" fmla="*/ 52388 w 41"/>
                <a:gd name="T9" fmla="*/ 22225 h 42"/>
                <a:gd name="T10" fmla="*/ 57150 w 41"/>
                <a:gd name="T11" fmla="*/ 31750 h 42"/>
                <a:gd name="T12" fmla="*/ 57150 w 41"/>
                <a:gd name="T13" fmla="*/ 31750 h 42"/>
                <a:gd name="T14" fmla="*/ 58738 w 41"/>
                <a:gd name="T15" fmla="*/ 42862 h 42"/>
                <a:gd name="T16" fmla="*/ 61913 w 41"/>
                <a:gd name="T17" fmla="*/ 50800 h 42"/>
                <a:gd name="T18" fmla="*/ 65088 w 41"/>
                <a:gd name="T19" fmla="*/ 57150 h 42"/>
                <a:gd name="T20" fmla="*/ 65088 w 41"/>
                <a:gd name="T21" fmla="*/ 57150 h 42"/>
                <a:gd name="T22" fmla="*/ 58738 w 41"/>
                <a:gd name="T23" fmla="*/ 57150 h 42"/>
                <a:gd name="T24" fmla="*/ 50800 w 41"/>
                <a:gd name="T25" fmla="*/ 58738 h 42"/>
                <a:gd name="T26" fmla="*/ 42863 w 41"/>
                <a:gd name="T27" fmla="*/ 60325 h 42"/>
                <a:gd name="T28" fmla="*/ 42863 w 41"/>
                <a:gd name="T29" fmla="*/ 60325 h 42"/>
                <a:gd name="T30" fmla="*/ 30163 w 41"/>
                <a:gd name="T31" fmla="*/ 65088 h 42"/>
                <a:gd name="T32" fmla="*/ 26988 w 41"/>
                <a:gd name="T33" fmla="*/ 66675 h 42"/>
                <a:gd name="T34" fmla="*/ 26988 w 41"/>
                <a:gd name="T35" fmla="*/ 66675 h 42"/>
                <a:gd name="T36" fmla="*/ 23813 w 41"/>
                <a:gd name="T37" fmla="*/ 63500 h 42"/>
                <a:gd name="T38" fmla="*/ 19050 w 41"/>
                <a:gd name="T39" fmla="*/ 57150 h 42"/>
                <a:gd name="T40" fmla="*/ 15875 w 41"/>
                <a:gd name="T41" fmla="*/ 50800 h 42"/>
                <a:gd name="T42" fmla="*/ 15875 w 41"/>
                <a:gd name="T43" fmla="*/ 50800 h 42"/>
                <a:gd name="T44" fmla="*/ 11113 w 41"/>
                <a:gd name="T45" fmla="*/ 38100 h 42"/>
                <a:gd name="T46" fmla="*/ 7938 w 41"/>
                <a:gd name="T47" fmla="*/ 33338 h 42"/>
                <a:gd name="T48" fmla="*/ 4763 w 41"/>
                <a:gd name="T49" fmla="*/ 28575 h 42"/>
                <a:gd name="T50" fmla="*/ 4763 w 41"/>
                <a:gd name="T51" fmla="*/ 28575 h 42"/>
                <a:gd name="T52" fmla="*/ 1588 w 41"/>
                <a:gd name="T53" fmla="*/ 23812 h 42"/>
                <a:gd name="T54" fmla="*/ 0 w 41"/>
                <a:gd name="T55" fmla="*/ 22225 h 42"/>
                <a:gd name="T56" fmla="*/ 0 w 41"/>
                <a:gd name="T57" fmla="*/ 17462 h 42"/>
                <a:gd name="T58" fmla="*/ 0 w 41"/>
                <a:gd name="T59" fmla="*/ 17462 h 4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1"/>
                <a:gd name="T91" fmla="*/ 0 h 42"/>
                <a:gd name="T92" fmla="*/ 41 w 41"/>
                <a:gd name="T93" fmla="*/ 42 h 4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1" h="42">
                  <a:moveTo>
                    <a:pt x="0" y="11"/>
                  </a:moveTo>
                  <a:lnTo>
                    <a:pt x="27" y="0"/>
                  </a:lnTo>
                  <a:lnTo>
                    <a:pt x="31" y="7"/>
                  </a:lnTo>
                  <a:lnTo>
                    <a:pt x="33" y="14"/>
                  </a:lnTo>
                  <a:lnTo>
                    <a:pt x="36" y="20"/>
                  </a:lnTo>
                  <a:lnTo>
                    <a:pt x="37" y="27"/>
                  </a:lnTo>
                  <a:lnTo>
                    <a:pt x="39" y="32"/>
                  </a:lnTo>
                  <a:lnTo>
                    <a:pt x="41" y="36"/>
                  </a:lnTo>
                  <a:lnTo>
                    <a:pt x="37" y="36"/>
                  </a:lnTo>
                  <a:lnTo>
                    <a:pt x="32" y="37"/>
                  </a:lnTo>
                  <a:lnTo>
                    <a:pt x="27" y="38"/>
                  </a:lnTo>
                  <a:lnTo>
                    <a:pt x="19" y="41"/>
                  </a:lnTo>
                  <a:lnTo>
                    <a:pt x="17" y="42"/>
                  </a:lnTo>
                  <a:lnTo>
                    <a:pt x="15" y="40"/>
                  </a:lnTo>
                  <a:lnTo>
                    <a:pt x="12" y="36"/>
                  </a:lnTo>
                  <a:lnTo>
                    <a:pt x="10" y="32"/>
                  </a:lnTo>
                  <a:lnTo>
                    <a:pt x="7" y="24"/>
                  </a:lnTo>
                  <a:lnTo>
                    <a:pt x="5" y="21"/>
                  </a:lnTo>
                  <a:lnTo>
                    <a:pt x="3" y="18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7" name="Freeform 52"/>
            <p:cNvSpPr>
              <a:spLocks/>
            </p:cNvSpPr>
            <p:nvPr/>
          </p:nvSpPr>
          <p:spPr bwMode="auto">
            <a:xfrm>
              <a:off x="6196013" y="1238250"/>
              <a:ext cx="11112" cy="23813"/>
            </a:xfrm>
            <a:custGeom>
              <a:avLst/>
              <a:gdLst>
                <a:gd name="T0" fmla="*/ 1587 w 7"/>
                <a:gd name="T1" fmla="*/ 6350 h 15"/>
                <a:gd name="T2" fmla="*/ 1587 w 7"/>
                <a:gd name="T3" fmla="*/ 6350 h 15"/>
                <a:gd name="T4" fmla="*/ 4762 w 7"/>
                <a:gd name="T5" fmla="*/ 1588 h 15"/>
                <a:gd name="T6" fmla="*/ 7937 w 7"/>
                <a:gd name="T7" fmla="*/ 0 h 15"/>
                <a:gd name="T8" fmla="*/ 9525 w 7"/>
                <a:gd name="T9" fmla="*/ 0 h 15"/>
                <a:gd name="T10" fmla="*/ 9525 w 7"/>
                <a:gd name="T11" fmla="*/ 0 h 15"/>
                <a:gd name="T12" fmla="*/ 11112 w 7"/>
                <a:gd name="T13" fmla="*/ 12700 h 15"/>
                <a:gd name="T14" fmla="*/ 11112 w 7"/>
                <a:gd name="T15" fmla="*/ 12700 h 15"/>
                <a:gd name="T16" fmla="*/ 6350 w 7"/>
                <a:gd name="T17" fmla="*/ 17463 h 15"/>
                <a:gd name="T18" fmla="*/ 3175 w 7"/>
                <a:gd name="T19" fmla="*/ 22225 h 15"/>
                <a:gd name="T20" fmla="*/ 1587 w 7"/>
                <a:gd name="T21" fmla="*/ 23813 h 15"/>
                <a:gd name="T22" fmla="*/ 1587 w 7"/>
                <a:gd name="T23" fmla="*/ 23813 h 15"/>
                <a:gd name="T24" fmla="*/ 0 w 7"/>
                <a:gd name="T25" fmla="*/ 22225 h 15"/>
                <a:gd name="T26" fmla="*/ 0 w 7"/>
                <a:gd name="T27" fmla="*/ 17463 h 15"/>
                <a:gd name="T28" fmla="*/ 0 w 7"/>
                <a:gd name="T29" fmla="*/ 11113 h 15"/>
                <a:gd name="T30" fmla="*/ 0 w 7"/>
                <a:gd name="T31" fmla="*/ 11113 h 15"/>
                <a:gd name="T32" fmla="*/ 0 w 7"/>
                <a:gd name="T33" fmla="*/ 7938 h 15"/>
                <a:gd name="T34" fmla="*/ 1587 w 7"/>
                <a:gd name="T35" fmla="*/ 6350 h 15"/>
                <a:gd name="T36" fmla="*/ 1587 w 7"/>
                <a:gd name="T37" fmla="*/ 6350 h 1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"/>
                <a:gd name="T58" fmla="*/ 0 h 15"/>
                <a:gd name="T59" fmla="*/ 7 w 7"/>
                <a:gd name="T60" fmla="*/ 15 h 1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" h="15">
                  <a:moveTo>
                    <a:pt x="1" y="4"/>
                  </a:moveTo>
                  <a:lnTo>
                    <a:pt x="1" y="4"/>
                  </a:lnTo>
                  <a:lnTo>
                    <a:pt x="3" y="1"/>
                  </a:lnTo>
                  <a:lnTo>
                    <a:pt x="5" y="0"/>
                  </a:lnTo>
                  <a:lnTo>
                    <a:pt x="6" y="0"/>
                  </a:lnTo>
                  <a:lnTo>
                    <a:pt x="7" y="8"/>
                  </a:lnTo>
                  <a:lnTo>
                    <a:pt x="4" y="11"/>
                  </a:lnTo>
                  <a:lnTo>
                    <a:pt x="2" y="14"/>
                  </a:lnTo>
                  <a:lnTo>
                    <a:pt x="1" y="15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8" name="Freeform 53"/>
            <p:cNvSpPr>
              <a:spLocks/>
            </p:cNvSpPr>
            <p:nvPr/>
          </p:nvSpPr>
          <p:spPr bwMode="auto">
            <a:xfrm>
              <a:off x="6407150" y="1244600"/>
              <a:ext cx="44450" cy="65088"/>
            </a:xfrm>
            <a:custGeom>
              <a:avLst/>
              <a:gdLst>
                <a:gd name="T0" fmla="*/ 0 w 28"/>
                <a:gd name="T1" fmla="*/ 14288 h 41"/>
                <a:gd name="T2" fmla="*/ 0 w 28"/>
                <a:gd name="T3" fmla="*/ 14288 h 41"/>
                <a:gd name="T4" fmla="*/ 0 w 28"/>
                <a:gd name="T5" fmla="*/ 12700 h 41"/>
                <a:gd name="T6" fmla="*/ 1588 w 28"/>
                <a:gd name="T7" fmla="*/ 9525 h 41"/>
                <a:gd name="T8" fmla="*/ 3175 w 28"/>
                <a:gd name="T9" fmla="*/ 7938 h 41"/>
                <a:gd name="T10" fmla="*/ 4763 w 28"/>
                <a:gd name="T11" fmla="*/ 6350 h 41"/>
                <a:gd name="T12" fmla="*/ 7938 w 28"/>
                <a:gd name="T13" fmla="*/ 4763 h 41"/>
                <a:gd name="T14" fmla="*/ 7938 w 28"/>
                <a:gd name="T15" fmla="*/ 4763 h 41"/>
                <a:gd name="T16" fmla="*/ 14288 w 28"/>
                <a:gd name="T17" fmla="*/ 1588 h 41"/>
                <a:gd name="T18" fmla="*/ 19050 w 28"/>
                <a:gd name="T19" fmla="*/ 1588 h 41"/>
                <a:gd name="T20" fmla="*/ 22225 w 28"/>
                <a:gd name="T21" fmla="*/ 0 h 41"/>
                <a:gd name="T22" fmla="*/ 23812 w 28"/>
                <a:gd name="T23" fmla="*/ 1588 h 41"/>
                <a:gd name="T24" fmla="*/ 25400 w 28"/>
                <a:gd name="T25" fmla="*/ 1588 h 41"/>
                <a:gd name="T26" fmla="*/ 26988 w 28"/>
                <a:gd name="T27" fmla="*/ 4763 h 41"/>
                <a:gd name="T28" fmla="*/ 26988 w 28"/>
                <a:gd name="T29" fmla="*/ 4763 h 41"/>
                <a:gd name="T30" fmla="*/ 33338 w 28"/>
                <a:gd name="T31" fmla="*/ 19050 h 41"/>
                <a:gd name="T32" fmla="*/ 36513 w 28"/>
                <a:gd name="T33" fmla="*/ 31750 h 41"/>
                <a:gd name="T34" fmla="*/ 39688 w 28"/>
                <a:gd name="T35" fmla="*/ 44450 h 41"/>
                <a:gd name="T36" fmla="*/ 39688 w 28"/>
                <a:gd name="T37" fmla="*/ 44450 h 41"/>
                <a:gd name="T38" fmla="*/ 44450 w 28"/>
                <a:gd name="T39" fmla="*/ 65088 h 41"/>
                <a:gd name="T40" fmla="*/ 44450 w 28"/>
                <a:gd name="T41" fmla="*/ 65088 h 41"/>
                <a:gd name="T42" fmla="*/ 39688 w 28"/>
                <a:gd name="T43" fmla="*/ 63500 h 41"/>
                <a:gd name="T44" fmla="*/ 34925 w 28"/>
                <a:gd name="T45" fmla="*/ 63500 h 41"/>
                <a:gd name="T46" fmla="*/ 28575 w 28"/>
                <a:gd name="T47" fmla="*/ 65088 h 41"/>
                <a:gd name="T48" fmla="*/ 28575 w 28"/>
                <a:gd name="T49" fmla="*/ 65088 h 41"/>
                <a:gd name="T50" fmla="*/ 15875 w 28"/>
                <a:gd name="T51" fmla="*/ 65088 h 41"/>
                <a:gd name="T52" fmla="*/ 14288 w 28"/>
                <a:gd name="T53" fmla="*/ 65088 h 41"/>
                <a:gd name="T54" fmla="*/ 14288 w 28"/>
                <a:gd name="T55" fmla="*/ 65088 h 41"/>
                <a:gd name="T56" fmla="*/ 14288 w 28"/>
                <a:gd name="T57" fmla="*/ 65088 h 41"/>
                <a:gd name="T58" fmla="*/ 19050 w 28"/>
                <a:gd name="T59" fmla="*/ 60325 h 41"/>
                <a:gd name="T60" fmla="*/ 22225 w 28"/>
                <a:gd name="T61" fmla="*/ 57150 h 41"/>
                <a:gd name="T62" fmla="*/ 22225 w 28"/>
                <a:gd name="T63" fmla="*/ 55563 h 41"/>
                <a:gd name="T64" fmla="*/ 23812 w 28"/>
                <a:gd name="T65" fmla="*/ 55563 h 41"/>
                <a:gd name="T66" fmla="*/ 23812 w 28"/>
                <a:gd name="T67" fmla="*/ 55563 h 41"/>
                <a:gd name="T68" fmla="*/ 22225 w 28"/>
                <a:gd name="T69" fmla="*/ 52388 h 41"/>
                <a:gd name="T70" fmla="*/ 20638 w 28"/>
                <a:gd name="T71" fmla="*/ 47625 h 41"/>
                <a:gd name="T72" fmla="*/ 15875 w 28"/>
                <a:gd name="T73" fmla="*/ 33338 h 41"/>
                <a:gd name="T74" fmla="*/ 15875 w 28"/>
                <a:gd name="T75" fmla="*/ 33338 h 41"/>
                <a:gd name="T76" fmla="*/ 12700 w 28"/>
                <a:gd name="T77" fmla="*/ 23813 h 41"/>
                <a:gd name="T78" fmla="*/ 7938 w 28"/>
                <a:gd name="T79" fmla="*/ 15875 h 41"/>
                <a:gd name="T80" fmla="*/ 6350 w 28"/>
                <a:gd name="T81" fmla="*/ 11113 h 41"/>
                <a:gd name="T82" fmla="*/ 4763 w 28"/>
                <a:gd name="T83" fmla="*/ 11113 h 41"/>
                <a:gd name="T84" fmla="*/ 4763 w 28"/>
                <a:gd name="T85" fmla="*/ 11113 h 41"/>
                <a:gd name="T86" fmla="*/ 4763 w 28"/>
                <a:gd name="T87" fmla="*/ 11113 h 41"/>
                <a:gd name="T88" fmla="*/ 0 w 28"/>
                <a:gd name="T89" fmla="*/ 14288 h 41"/>
                <a:gd name="T90" fmla="*/ 0 w 28"/>
                <a:gd name="T91" fmla="*/ 14288 h 4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8"/>
                <a:gd name="T139" fmla="*/ 0 h 41"/>
                <a:gd name="T140" fmla="*/ 28 w 28"/>
                <a:gd name="T141" fmla="*/ 41 h 41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8" h="41">
                  <a:moveTo>
                    <a:pt x="0" y="9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1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5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4" y="0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7" y="3"/>
                  </a:lnTo>
                  <a:lnTo>
                    <a:pt x="21" y="12"/>
                  </a:lnTo>
                  <a:lnTo>
                    <a:pt x="23" y="20"/>
                  </a:lnTo>
                  <a:lnTo>
                    <a:pt x="25" y="28"/>
                  </a:lnTo>
                  <a:lnTo>
                    <a:pt x="28" y="41"/>
                  </a:lnTo>
                  <a:lnTo>
                    <a:pt x="25" y="40"/>
                  </a:lnTo>
                  <a:lnTo>
                    <a:pt x="22" y="40"/>
                  </a:lnTo>
                  <a:lnTo>
                    <a:pt x="18" y="41"/>
                  </a:lnTo>
                  <a:lnTo>
                    <a:pt x="10" y="41"/>
                  </a:lnTo>
                  <a:lnTo>
                    <a:pt x="9" y="41"/>
                  </a:lnTo>
                  <a:lnTo>
                    <a:pt x="12" y="38"/>
                  </a:lnTo>
                  <a:lnTo>
                    <a:pt x="14" y="36"/>
                  </a:lnTo>
                  <a:lnTo>
                    <a:pt x="14" y="35"/>
                  </a:lnTo>
                  <a:lnTo>
                    <a:pt x="15" y="35"/>
                  </a:lnTo>
                  <a:lnTo>
                    <a:pt x="14" y="33"/>
                  </a:lnTo>
                  <a:lnTo>
                    <a:pt x="13" y="30"/>
                  </a:lnTo>
                  <a:lnTo>
                    <a:pt x="10" y="21"/>
                  </a:lnTo>
                  <a:lnTo>
                    <a:pt x="8" y="15"/>
                  </a:lnTo>
                  <a:lnTo>
                    <a:pt x="5" y="10"/>
                  </a:lnTo>
                  <a:lnTo>
                    <a:pt x="4" y="7"/>
                  </a:lnTo>
                  <a:lnTo>
                    <a:pt x="3" y="7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9" name="Freeform 54"/>
            <p:cNvSpPr>
              <a:spLocks/>
            </p:cNvSpPr>
            <p:nvPr/>
          </p:nvSpPr>
          <p:spPr bwMode="auto">
            <a:xfrm>
              <a:off x="6353175" y="1379538"/>
              <a:ext cx="15875" cy="49212"/>
            </a:xfrm>
            <a:custGeom>
              <a:avLst/>
              <a:gdLst>
                <a:gd name="T0" fmla="*/ 7938 w 10"/>
                <a:gd name="T1" fmla="*/ 0 h 31"/>
                <a:gd name="T2" fmla="*/ 7938 w 10"/>
                <a:gd name="T3" fmla="*/ 0 h 31"/>
                <a:gd name="T4" fmla="*/ 3175 w 10"/>
                <a:gd name="T5" fmla="*/ 19050 h 31"/>
                <a:gd name="T6" fmla="*/ 1588 w 10"/>
                <a:gd name="T7" fmla="*/ 33337 h 31"/>
                <a:gd name="T8" fmla="*/ 0 w 10"/>
                <a:gd name="T9" fmla="*/ 38100 h 31"/>
                <a:gd name="T10" fmla="*/ 1588 w 10"/>
                <a:gd name="T11" fmla="*/ 41275 h 31"/>
                <a:gd name="T12" fmla="*/ 1588 w 10"/>
                <a:gd name="T13" fmla="*/ 41275 h 31"/>
                <a:gd name="T14" fmla="*/ 4762 w 10"/>
                <a:gd name="T15" fmla="*/ 46037 h 31"/>
                <a:gd name="T16" fmla="*/ 6350 w 10"/>
                <a:gd name="T17" fmla="*/ 47625 h 31"/>
                <a:gd name="T18" fmla="*/ 7938 w 10"/>
                <a:gd name="T19" fmla="*/ 49212 h 31"/>
                <a:gd name="T20" fmla="*/ 11112 w 10"/>
                <a:gd name="T21" fmla="*/ 47625 h 31"/>
                <a:gd name="T22" fmla="*/ 11112 w 10"/>
                <a:gd name="T23" fmla="*/ 47625 h 31"/>
                <a:gd name="T24" fmla="*/ 15875 w 10"/>
                <a:gd name="T25" fmla="*/ 44450 h 31"/>
                <a:gd name="T26" fmla="*/ 7938 w 10"/>
                <a:gd name="T27" fmla="*/ 0 h 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"/>
                <a:gd name="T43" fmla="*/ 0 h 31"/>
                <a:gd name="T44" fmla="*/ 10 w 10"/>
                <a:gd name="T45" fmla="*/ 31 h 3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" h="31">
                  <a:moveTo>
                    <a:pt x="5" y="0"/>
                  </a:moveTo>
                  <a:lnTo>
                    <a:pt x="5" y="0"/>
                  </a:lnTo>
                  <a:lnTo>
                    <a:pt x="2" y="12"/>
                  </a:lnTo>
                  <a:lnTo>
                    <a:pt x="1" y="21"/>
                  </a:lnTo>
                  <a:lnTo>
                    <a:pt x="0" y="24"/>
                  </a:lnTo>
                  <a:lnTo>
                    <a:pt x="1" y="26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10" y="28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20" name="Freeform 55"/>
            <p:cNvSpPr>
              <a:spLocks/>
            </p:cNvSpPr>
            <p:nvPr/>
          </p:nvSpPr>
          <p:spPr bwMode="auto">
            <a:xfrm>
              <a:off x="6308725" y="944563"/>
              <a:ext cx="90488" cy="242887"/>
            </a:xfrm>
            <a:custGeom>
              <a:avLst/>
              <a:gdLst>
                <a:gd name="T0" fmla="*/ 15875 w 57"/>
                <a:gd name="T1" fmla="*/ 242887 h 153"/>
                <a:gd name="T2" fmla="*/ 4763 w 57"/>
                <a:gd name="T3" fmla="*/ 179387 h 153"/>
                <a:gd name="T4" fmla="*/ 3175 w 57"/>
                <a:gd name="T5" fmla="*/ 158750 h 153"/>
                <a:gd name="T6" fmla="*/ 3175 w 57"/>
                <a:gd name="T7" fmla="*/ 146050 h 153"/>
                <a:gd name="T8" fmla="*/ 6350 w 57"/>
                <a:gd name="T9" fmla="*/ 127000 h 153"/>
                <a:gd name="T10" fmla="*/ 1588 w 57"/>
                <a:gd name="T11" fmla="*/ 87312 h 153"/>
                <a:gd name="T12" fmla="*/ 0 w 57"/>
                <a:gd name="T13" fmla="*/ 80962 h 153"/>
                <a:gd name="T14" fmla="*/ 1588 w 57"/>
                <a:gd name="T15" fmla="*/ 73025 h 153"/>
                <a:gd name="T16" fmla="*/ 6350 w 57"/>
                <a:gd name="T17" fmla="*/ 77787 h 153"/>
                <a:gd name="T18" fmla="*/ 12700 w 57"/>
                <a:gd name="T19" fmla="*/ 82550 h 153"/>
                <a:gd name="T20" fmla="*/ 14288 w 57"/>
                <a:gd name="T21" fmla="*/ 80962 h 153"/>
                <a:gd name="T22" fmla="*/ 17463 w 57"/>
                <a:gd name="T23" fmla="*/ 74612 h 153"/>
                <a:gd name="T24" fmla="*/ 26988 w 57"/>
                <a:gd name="T25" fmla="*/ 55562 h 153"/>
                <a:gd name="T26" fmla="*/ 36513 w 57"/>
                <a:gd name="T27" fmla="*/ 42862 h 153"/>
                <a:gd name="T28" fmla="*/ 57150 w 57"/>
                <a:gd name="T29" fmla="*/ 19050 h 153"/>
                <a:gd name="T30" fmla="*/ 66675 w 57"/>
                <a:gd name="T31" fmla="*/ 9525 h 153"/>
                <a:gd name="T32" fmla="*/ 90488 w 57"/>
                <a:gd name="T33" fmla="*/ 12700 h 153"/>
                <a:gd name="T34" fmla="*/ 88900 w 57"/>
                <a:gd name="T35" fmla="*/ 14287 h 153"/>
                <a:gd name="T36" fmla="*/ 79375 w 57"/>
                <a:gd name="T37" fmla="*/ 28575 h 153"/>
                <a:gd name="T38" fmla="*/ 71438 w 57"/>
                <a:gd name="T39" fmla="*/ 44450 h 153"/>
                <a:gd name="T40" fmla="*/ 66675 w 57"/>
                <a:gd name="T41" fmla="*/ 55562 h 153"/>
                <a:gd name="T42" fmla="*/ 41275 w 57"/>
                <a:gd name="T43" fmla="*/ 160337 h 153"/>
                <a:gd name="T44" fmla="*/ 38100 w 57"/>
                <a:gd name="T45" fmla="*/ 155575 h 153"/>
                <a:gd name="T46" fmla="*/ 36513 w 57"/>
                <a:gd name="T47" fmla="*/ 146050 h 153"/>
                <a:gd name="T48" fmla="*/ 36513 w 57"/>
                <a:gd name="T49" fmla="*/ 141287 h 153"/>
                <a:gd name="T50" fmla="*/ 36513 w 57"/>
                <a:gd name="T51" fmla="*/ 131762 h 153"/>
                <a:gd name="T52" fmla="*/ 31750 w 57"/>
                <a:gd name="T53" fmla="*/ 109537 h 153"/>
                <a:gd name="T54" fmla="*/ 31750 w 57"/>
                <a:gd name="T55" fmla="*/ 106362 h 153"/>
                <a:gd name="T56" fmla="*/ 31750 w 57"/>
                <a:gd name="T57" fmla="*/ 95250 h 153"/>
                <a:gd name="T58" fmla="*/ 34925 w 57"/>
                <a:gd name="T59" fmla="*/ 90487 h 153"/>
                <a:gd name="T60" fmla="*/ 26988 w 57"/>
                <a:gd name="T61" fmla="*/ 73025 h 153"/>
                <a:gd name="T62" fmla="*/ 23813 w 57"/>
                <a:gd name="T63" fmla="*/ 76200 h 153"/>
                <a:gd name="T64" fmla="*/ 15875 w 57"/>
                <a:gd name="T65" fmla="*/ 82550 h 153"/>
                <a:gd name="T66" fmla="*/ 9525 w 57"/>
                <a:gd name="T67" fmla="*/ 85725 h 153"/>
                <a:gd name="T68" fmla="*/ 6350 w 57"/>
                <a:gd name="T69" fmla="*/ 85725 h 153"/>
                <a:gd name="T70" fmla="*/ 6350 w 57"/>
                <a:gd name="T71" fmla="*/ 98425 h 153"/>
                <a:gd name="T72" fmla="*/ 7938 w 57"/>
                <a:gd name="T73" fmla="*/ 106362 h 153"/>
                <a:gd name="T74" fmla="*/ 7938 w 57"/>
                <a:gd name="T75" fmla="*/ 127000 h 153"/>
                <a:gd name="T76" fmla="*/ 6350 w 57"/>
                <a:gd name="T77" fmla="*/ 150812 h 153"/>
                <a:gd name="T78" fmla="*/ 9525 w 57"/>
                <a:gd name="T79" fmla="*/ 179387 h 153"/>
                <a:gd name="T80" fmla="*/ 12700 w 57"/>
                <a:gd name="T81" fmla="*/ 207962 h 153"/>
                <a:gd name="T82" fmla="*/ 15875 w 57"/>
                <a:gd name="T83" fmla="*/ 242887 h 15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7"/>
                <a:gd name="T127" fmla="*/ 0 h 153"/>
                <a:gd name="T128" fmla="*/ 57 w 57"/>
                <a:gd name="T129" fmla="*/ 153 h 15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7" h="153">
                  <a:moveTo>
                    <a:pt x="10" y="153"/>
                  </a:moveTo>
                  <a:lnTo>
                    <a:pt x="10" y="153"/>
                  </a:lnTo>
                  <a:lnTo>
                    <a:pt x="6" y="130"/>
                  </a:lnTo>
                  <a:lnTo>
                    <a:pt x="3" y="113"/>
                  </a:lnTo>
                  <a:lnTo>
                    <a:pt x="2" y="105"/>
                  </a:lnTo>
                  <a:lnTo>
                    <a:pt x="2" y="100"/>
                  </a:lnTo>
                  <a:lnTo>
                    <a:pt x="2" y="92"/>
                  </a:lnTo>
                  <a:lnTo>
                    <a:pt x="3" y="86"/>
                  </a:lnTo>
                  <a:lnTo>
                    <a:pt x="4" y="80"/>
                  </a:lnTo>
                  <a:lnTo>
                    <a:pt x="1" y="55"/>
                  </a:lnTo>
                  <a:lnTo>
                    <a:pt x="0" y="51"/>
                  </a:lnTo>
                  <a:lnTo>
                    <a:pt x="0" y="48"/>
                  </a:lnTo>
                  <a:lnTo>
                    <a:pt x="1" y="46"/>
                  </a:lnTo>
                  <a:lnTo>
                    <a:pt x="4" y="49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9" y="51"/>
                  </a:lnTo>
                  <a:lnTo>
                    <a:pt x="10" y="50"/>
                  </a:lnTo>
                  <a:lnTo>
                    <a:pt x="11" y="47"/>
                  </a:lnTo>
                  <a:lnTo>
                    <a:pt x="14" y="41"/>
                  </a:lnTo>
                  <a:lnTo>
                    <a:pt x="17" y="35"/>
                  </a:lnTo>
                  <a:lnTo>
                    <a:pt x="23" y="27"/>
                  </a:lnTo>
                  <a:lnTo>
                    <a:pt x="30" y="19"/>
                  </a:lnTo>
                  <a:lnTo>
                    <a:pt x="36" y="12"/>
                  </a:lnTo>
                  <a:lnTo>
                    <a:pt x="42" y="6"/>
                  </a:lnTo>
                  <a:lnTo>
                    <a:pt x="50" y="0"/>
                  </a:lnTo>
                  <a:lnTo>
                    <a:pt x="57" y="8"/>
                  </a:lnTo>
                  <a:lnTo>
                    <a:pt x="56" y="9"/>
                  </a:lnTo>
                  <a:lnTo>
                    <a:pt x="52" y="14"/>
                  </a:lnTo>
                  <a:lnTo>
                    <a:pt x="50" y="18"/>
                  </a:lnTo>
                  <a:lnTo>
                    <a:pt x="47" y="23"/>
                  </a:lnTo>
                  <a:lnTo>
                    <a:pt x="45" y="28"/>
                  </a:lnTo>
                  <a:lnTo>
                    <a:pt x="42" y="35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4" y="98"/>
                  </a:lnTo>
                  <a:lnTo>
                    <a:pt x="23" y="94"/>
                  </a:lnTo>
                  <a:lnTo>
                    <a:pt x="23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3" y="83"/>
                  </a:lnTo>
                  <a:lnTo>
                    <a:pt x="22" y="77"/>
                  </a:lnTo>
                  <a:lnTo>
                    <a:pt x="20" y="69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0"/>
                  </a:lnTo>
                  <a:lnTo>
                    <a:pt x="22" y="57"/>
                  </a:lnTo>
                  <a:lnTo>
                    <a:pt x="24" y="50"/>
                  </a:lnTo>
                  <a:lnTo>
                    <a:pt x="17" y="46"/>
                  </a:lnTo>
                  <a:lnTo>
                    <a:pt x="15" y="48"/>
                  </a:lnTo>
                  <a:lnTo>
                    <a:pt x="13" y="50"/>
                  </a:lnTo>
                  <a:lnTo>
                    <a:pt x="10" y="52"/>
                  </a:lnTo>
                  <a:lnTo>
                    <a:pt x="6" y="54"/>
                  </a:lnTo>
                  <a:lnTo>
                    <a:pt x="4" y="54"/>
                  </a:lnTo>
                  <a:lnTo>
                    <a:pt x="4" y="57"/>
                  </a:lnTo>
                  <a:lnTo>
                    <a:pt x="4" y="62"/>
                  </a:lnTo>
                  <a:lnTo>
                    <a:pt x="5" y="67"/>
                  </a:lnTo>
                  <a:lnTo>
                    <a:pt x="5" y="73"/>
                  </a:lnTo>
                  <a:lnTo>
                    <a:pt x="5" y="80"/>
                  </a:lnTo>
                  <a:lnTo>
                    <a:pt x="4" y="88"/>
                  </a:lnTo>
                  <a:lnTo>
                    <a:pt x="4" y="95"/>
                  </a:lnTo>
                  <a:lnTo>
                    <a:pt x="6" y="113"/>
                  </a:lnTo>
                  <a:lnTo>
                    <a:pt x="8" y="131"/>
                  </a:lnTo>
                  <a:lnTo>
                    <a:pt x="10" y="1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044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1249082" y="1769985"/>
            <a:ext cx="1219200" cy="121920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/>
              </a:rPr>
              <a:t>管理</a:t>
            </a:r>
            <a:r>
              <a:rPr lang="zh-CN" altLang="en-US" sz="1600" b="1" kern="0" dirty="0" smtClean="0">
                <a:solidFill>
                  <a:prstClr val="white"/>
                </a:solidFill>
                <a:latin typeface="微软雅黑"/>
              </a:rPr>
              <a:t>者</a:t>
            </a:r>
            <a:endParaRPr lang="en-US" altLang="zh-CN" sz="1600" b="1" kern="0" dirty="0" smtClean="0">
              <a:solidFill>
                <a:prstClr val="white"/>
              </a:solidFill>
              <a:latin typeface="微软雅黑"/>
            </a:endParaRPr>
          </a:p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/>
              </a:rPr>
              <a:t>角色</a:t>
            </a:r>
            <a:endParaRPr lang="en-US" sz="1600" b="1" kern="0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696074" y="1765948"/>
            <a:ext cx="1219200" cy="1219200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/>
              </a:rPr>
              <a:t>准父</a:t>
            </a:r>
            <a:r>
              <a:rPr lang="zh-CN" altLang="en-US" sz="1600" b="1" kern="0" dirty="0" smtClean="0">
                <a:solidFill>
                  <a:prstClr val="white"/>
                </a:solidFill>
                <a:latin typeface="微软雅黑"/>
              </a:rPr>
              <a:t>母</a:t>
            </a:r>
            <a:endParaRPr lang="en-US" altLang="zh-CN" sz="1600" b="1" kern="0" dirty="0" smtClean="0">
              <a:solidFill>
                <a:prstClr val="white"/>
              </a:solidFill>
              <a:latin typeface="微软雅黑"/>
            </a:endParaRPr>
          </a:p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/>
              </a:rPr>
              <a:t>角色</a:t>
            </a:r>
            <a:endParaRPr lang="en-US" sz="1600" b="1" kern="0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“管</a:t>
            </a:r>
            <a:r>
              <a:rPr lang="zh-CN" altLang="en-US" dirty="0"/>
              <a:t>理</a:t>
            </a:r>
            <a:r>
              <a:rPr lang="zh-CN" altLang="en-US" dirty="0" smtClean="0"/>
              <a:t>者”与“准父母”双重角色并行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830848" y="2804387"/>
            <a:ext cx="2057401" cy="1676873"/>
            <a:chOff x="598214" y="2412578"/>
            <a:chExt cx="1870887" cy="2070943"/>
          </a:xfrm>
        </p:grpSpPr>
        <p:sp>
          <p:nvSpPr>
            <p:cNvPr id="14" name="Rectangle 13"/>
            <p:cNvSpPr/>
            <p:nvPr/>
          </p:nvSpPr>
          <p:spPr>
            <a:xfrm>
              <a:off x="598214" y="2898330"/>
              <a:ext cx="1870887" cy="15851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工作时间进行，帮助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90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后检查、评估、总结、改进，最好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15-20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分钟结束。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598214" y="2412578"/>
              <a:ext cx="1870887" cy="456453"/>
            </a:xfrm>
            <a:custGeom>
              <a:avLst/>
              <a:gdLst>
                <a:gd name="connsiteX0" fmla="*/ 0 w 1870887"/>
                <a:gd name="connsiteY0" fmla="*/ 0 h 272963"/>
                <a:gd name="connsiteX1" fmla="*/ 1870887 w 1870887"/>
                <a:gd name="connsiteY1" fmla="*/ 0 h 272963"/>
                <a:gd name="connsiteX2" fmla="*/ 1870887 w 1870887"/>
                <a:gd name="connsiteY2" fmla="*/ 272963 h 272963"/>
                <a:gd name="connsiteX3" fmla="*/ 0 w 1870887"/>
                <a:gd name="connsiteY3" fmla="*/ 272963 h 272963"/>
                <a:gd name="connsiteX4" fmla="*/ 0 w 1870887"/>
                <a:gd name="connsiteY4" fmla="*/ 0 h 2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887" h="272963">
                  <a:moveTo>
                    <a:pt x="0" y="0"/>
                  </a:moveTo>
                  <a:lnTo>
                    <a:pt x="1870887" y="0"/>
                  </a:lnTo>
                  <a:lnTo>
                    <a:pt x="1870887" y="272963"/>
                  </a:lnTo>
                  <a:lnTo>
                    <a:pt x="0" y="272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正</a:t>
              </a:r>
              <a:r>
                <a:rPr lang="zh-CN" altLang="en-US" b="1" kern="0" dirty="0" smtClean="0">
                  <a:solidFill>
                    <a:prstClr val="white"/>
                  </a:solidFill>
                  <a:latin typeface="微软雅黑"/>
                  <a:ea typeface="微软雅黑"/>
                </a:rPr>
                <a:t>式沟通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276974" y="2800350"/>
            <a:ext cx="2057401" cy="1676873"/>
            <a:chOff x="3124200" y="2400299"/>
            <a:chExt cx="1870887" cy="2070943"/>
          </a:xfrm>
        </p:grpSpPr>
        <p:sp>
          <p:nvSpPr>
            <p:cNvPr id="17" name="Rectangle 16"/>
            <p:cNvSpPr/>
            <p:nvPr/>
          </p:nvSpPr>
          <p:spPr>
            <a:xfrm>
              <a:off x="3124200" y="2886051"/>
              <a:ext cx="1870887" cy="15851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最好离开公司，多花时间，制造轻松的气氛，让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90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后有更私人化和情绪化表达的机会。</a:t>
              </a:r>
              <a:endPara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124200" y="2400299"/>
              <a:ext cx="1870887" cy="456453"/>
            </a:xfrm>
            <a:custGeom>
              <a:avLst/>
              <a:gdLst>
                <a:gd name="connsiteX0" fmla="*/ 0 w 1870887"/>
                <a:gd name="connsiteY0" fmla="*/ 0 h 272963"/>
                <a:gd name="connsiteX1" fmla="*/ 1870887 w 1870887"/>
                <a:gd name="connsiteY1" fmla="*/ 0 h 272963"/>
                <a:gd name="connsiteX2" fmla="*/ 1870887 w 1870887"/>
                <a:gd name="connsiteY2" fmla="*/ 272963 h 272963"/>
                <a:gd name="connsiteX3" fmla="*/ 0 w 1870887"/>
                <a:gd name="connsiteY3" fmla="*/ 272963 h 272963"/>
                <a:gd name="connsiteX4" fmla="*/ 0 w 1870887"/>
                <a:gd name="connsiteY4" fmla="*/ 0 h 2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887" h="272963">
                  <a:moveTo>
                    <a:pt x="0" y="0"/>
                  </a:moveTo>
                  <a:lnTo>
                    <a:pt x="1870887" y="0"/>
                  </a:lnTo>
                  <a:lnTo>
                    <a:pt x="1870887" y="272963"/>
                  </a:lnTo>
                  <a:lnTo>
                    <a:pt x="0" y="272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254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marL="0" marR="0" lvl="0" indent="0" algn="ctr" defTabSz="4000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</a:rPr>
                <a:t>非正式沟通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5175" name="Group 5174"/>
          <p:cNvGrpSpPr/>
          <p:nvPr/>
        </p:nvGrpSpPr>
        <p:grpSpPr>
          <a:xfrm>
            <a:off x="2849562" y="2375548"/>
            <a:ext cx="3420385" cy="2761602"/>
            <a:chOff x="2849563" y="2814638"/>
            <a:chExt cx="2876550" cy="2322512"/>
          </a:xfrm>
        </p:grpSpPr>
        <p:sp>
          <p:nvSpPr>
            <p:cNvPr id="5135" name="Freeform 37"/>
            <p:cNvSpPr>
              <a:spLocks/>
            </p:cNvSpPr>
            <p:nvPr/>
          </p:nvSpPr>
          <p:spPr bwMode="auto">
            <a:xfrm>
              <a:off x="2849563" y="2814638"/>
              <a:ext cx="1339850" cy="2322512"/>
            </a:xfrm>
            <a:custGeom>
              <a:avLst/>
              <a:gdLst>
                <a:gd name="T0" fmla="*/ 721 w 844"/>
                <a:gd name="T1" fmla="*/ 1443 h 1463"/>
                <a:gd name="T2" fmla="*/ 151 w 844"/>
                <a:gd name="T3" fmla="*/ 1463 h 1463"/>
                <a:gd name="T4" fmla="*/ 140 w 844"/>
                <a:gd name="T5" fmla="*/ 1387 h 1463"/>
                <a:gd name="T6" fmla="*/ 131 w 844"/>
                <a:gd name="T7" fmla="*/ 1352 h 1463"/>
                <a:gd name="T8" fmla="*/ 122 w 844"/>
                <a:gd name="T9" fmla="*/ 1325 h 1463"/>
                <a:gd name="T10" fmla="*/ 111 w 844"/>
                <a:gd name="T11" fmla="*/ 1281 h 1463"/>
                <a:gd name="T12" fmla="*/ 118 w 844"/>
                <a:gd name="T13" fmla="*/ 1174 h 1463"/>
                <a:gd name="T14" fmla="*/ 94 w 844"/>
                <a:gd name="T15" fmla="*/ 1125 h 1463"/>
                <a:gd name="T16" fmla="*/ 57 w 844"/>
                <a:gd name="T17" fmla="*/ 1103 h 1463"/>
                <a:gd name="T18" fmla="*/ 25 w 844"/>
                <a:gd name="T19" fmla="*/ 1075 h 1463"/>
                <a:gd name="T20" fmla="*/ 1 w 844"/>
                <a:gd name="T21" fmla="*/ 1035 h 1463"/>
                <a:gd name="T22" fmla="*/ 10 w 844"/>
                <a:gd name="T23" fmla="*/ 920 h 1463"/>
                <a:gd name="T24" fmla="*/ 28 w 844"/>
                <a:gd name="T25" fmla="*/ 816 h 1463"/>
                <a:gd name="T26" fmla="*/ 38 w 844"/>
                <a:gd name="T27" fmla="*/ 757 h 1463"/>
                <a:gd name="T28" fmla="*/ 46 w 844"/>
                <a:gd name="T29" fmla="*/ 617 h 1463"/>
                <a:gd name="T30" fmla="*/ 67 w 844"/>
                <a:gd name="T31" fmla="*/ 549 h 1463"/>
                <a:gd name="T32" fmla="*/ 107 w 844"/>
                <a:gd name="T33" fmla="*/ 490 h 1463"/>
                <a:gd name="T34" fmla="*/ 183 w 844"/>
                <a:gd name="T35" fmla="*/ 429 h 1463"/>
                <a:gd name="T36" fmla="*/ 225 w 844"/>
                <a:gd name="T37" fmla="*/ 408 h 1463"/>
                <a:gd name="T38" fmla="*/ 266 w 844"/>
                <a:gd name="T39" fmla="*/ 392 h 1463"/>
                <a:gd name="T40" fmla="*/ 289 w 844"/>
                <a:gd name="T41" fmla="*/ 371 h 1463"/>
                <a:gd name="T42" fmla="*/ 316 w 844"/>
                <a:gd name="T43" fmla="*/ 348 h 1463"/>
                <a:gd name="T44" fmla="*/ 334 w 844"/>
                <a:gd name="T45" fmla="*/ 346 h 1463"/>
                <a:gd name="T46" fmla="*/ 347 w 844"/>
                <a:gd name="T47" fmla="*/ 331 h 1463"/>
                <a:gd name="T48" fmla="*/ 356 w 844"/>
                <a:gd name="T49" fmla="*/ 314 h 1463"/>
                <a:gd name="T50" fmla="*/ 363 w 844"/>
                <a:gd name="T51" fmla="*/ 287 h 1463"/>
                <a:gd name="T52" fmla="*/ 340 w 844"/>
                <a:gd name="T53" fmla="*/ 230 h 1463"/>
                <a:gd name="T54" fmla="*/ 346 w 844"/>
                <a:gd name="T55" fmla="*/ 167 h 1463"/>
                <a:gd name="T56" fmla="*/ 352 w 844"/>
                <a:gd name="T57" fmla="*/ 115 h 1463"/>
                <a:gd name="T58" fmla="*/ 388 w 844"/>
                <a:gd name="T59" fmla="*/ 44 h 1463"/>
                <a:gd name="T60" fmla="*/ 409 w 844"/>
                <a:gd name="T61" fmla="*/ 26 h 1463"/>
                <a:gd name="T62" fmla="*/ 432 w 844"/>
                <a:gd name="T63" fmla="*/ 14 h 1463"/>
                <a:gd name="T64" fmla="*/ 456 w 844"/>
                <a:gd name="T65" fmla="*/ 9 h 1463"/>
                <a:gd name="T66" fmla="*/ 483 w 844"/>
                <a:gd name="T67" fmla="*/ 2 h 1463"/>
                <a:gd name="T68" fmla="*/ 506 w 844"/>
                <a:gd name="T69" fmla="*/ 0 h 1463"/>
                <a:gd name="T70" fmla="*/ 535 w 844"/>
                <a:gd name="T71" fmla="*/ 0 h 1463"/>
                <a:gd name="T72" fmla="*/ 576 w 844"/>
                <a:gd name="T73" fmla="*/ 6 h 1463"/>
                <a:gd name="T74" fmla="*/ 616 w 844"/>
                <a:gd name="T75" fmla="*/ 17 h 1463"/>
                <a:gd name="T76" fmla="*/ 646 w 844"/>
                <a:gd name="T77" fmla="*/ 32 h 1463"/>
                <a:gd name="T78" fmla="*/ 673 w 844"/>
                <a:gd name="T79" fmla="*/ 53 h 1463"/>
                <a:gd name="T80" fmla="*/ 677 w 844"/>
                <a:gd name="T81" fmla="*/ 83 h 1463"/>
                <a:gd name="T82" fmla="*/ 690 w 844"/>
                <a:gd name="T83" fmla="*/ 108 h 1463"/>
                <a:gd name="T84" fmla="*/ 699 w 844"/>
                <a:gd name="T85" fmla="*/ 199 h 1463"/>
                <a:gd name="T86" fmla="*/ 681 w 844"/>
                <a:gd name="T87" fmla="*/ 250 h 1463"/>
                <a:gd name="T88" fmla="*/ 669 w 844"/>
                <a:gd name="T89" fmla="*/ 297 h 1463"/>
                <a:gd name="T90" fmla="*/ 653 w 844"/>
                <a:gd name="T91" fmla="*/ 363 h 1463"/>
                <a:gd name="T92" fmla="*/ 625 w 844"/>
                <a:gd name="T93" fmla="*/ 401 h 1463"/>
                <a:gd name="T94" fmla="*/ 601 w 844"/>
                <a:gd name="T95" fmla="*/ 440 h 1463"/>
                <a:gd name="T96" fmla="*/ 579 w 844"/>
                <a:gd name="T97" fmla="*/ 465 h 1463"/>
                <a:gd name="T98" fmla="*/ 595 w 844"/>
                <a:gd name="T99" fmla="*/ 484 h 1463"/>
                <a:gd name="T100" fmla="*/ 656 w 844"/>
                <a:gd name="T101" fmla="*/ 517 h 1463"/>
                <a:gd name="T102" fmla="*/ 709 w 844"/>
                <a:gd name="T103" fmla="*/ 563 h 1463"/>
                <a:gd name="T104" fmla="*/ 730 w 844"/>
                <a:gd name="T105" fmla="*/ 651 h 1463"/>
                <a:gd name="T106" fmla="*/ 763 w 844"/>
                <a:gd name="T107" fmla="*/ 778 h 1463"/>
                <a:gd name="T108" fmla="*/ 786 w 844"/>
                <a:gd name="T109" fmla="*/ 856 h 1463"/>
                <a:gd name="T110" fmla="*/ 793 w 844"/>
                <a:gd name="T111" fmla="*/ 916 h 1463"/>
                <a:gd name="T112" fmla="*/ 816 w 844"/>
                <a:gd name="T113" fmla="*/ 971 h 1463"/>
                <a:gd name="T114" fmla="*/ 832 w 844"/>
                <a:gd name="T115" fmla="*/ 1031 h 1463"/>
                <a:gd name="T116" fmla="*/ 844 w 844"/>
                <a:gd name="T117" fmla="*/ 1141 h 1463"/>
                <a:gd name="T118" fmla="*/ 825 w 844"/>
                <a:gd name="T119" fmla="*/ 1309 h 1463"/>
                <a:gd name="T120" fmla="*/ 786 w 844"/>
                <a:gd name="T121" fmla="*/ 1350 h 1463"/>
                <a:gd name="T122" fmla="*/ 731 w 844"/>
                <a:gd name="T123" fmla="*/ 1399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44" h="1463">
                  <a:moveTo>
                    <a:pt x="715" y="1413"/>
                  </a:moveTo>
                  <a:lnTo>
                    <a:pt x="718" y="1426"/>
                  </a:lnTo>
                  <a:lnTo>
                    <a:pt x="721" y="1443"/>
                  </a:lnTo>
                  <a:lnTo>
                    <a:pt x="725" y="1456"/>
                  </a:lnTo>
                  <a:lnTo>
                    <a:pt x="726" y="1462"/>
                  </a:lnTo>
                  <a:lnTo>
                    <a:pt x="151" y="1463"/>
                  </a:lnTo>
                  <a:lnTo>
                    <a:pt x="143" y="1434"/>
                  </a:lnTo>
                  <a:lnTo>
                    <a:pt x="139" y="1411"/>
                  </a:lnTo>
                  <a:lnTo>
                    <a:pt x="140" y="1387"/>
                  </a:lnTo>
                  <a:lnTo>
                    <a:pt x="143" y="1356"/>
                  </a:lnTo>
                  <a:lnTo>
                    <a:pt x="138" y="1354"/>
                  </a:lnTo>
                  <a:lnTo>
                    <a:pt x="131" y="1352"/>
                  </a:lnTo>
                  <a:lnTo>
                    <a:pt x="126" y="1348"/>
                  </a:lnTo>
                  <a:lnTo>
                    <a:pt x="122" y="1342"/>
                  </a:lnTo>
                  <a:lnTo>
                    <a:pt x="122" y="1325"/>
                  </a:lnTo>
                  <a:lnTo>
                    <a:pt x="123" y="1309"/>
                  </a:lnTo>
                  <a:lnTo>
                    <a:pt x="122" y="1293"/>
                  </a:lnTo>
                  <a:lnTo>
                    <a:pt x="111" y="1281"/>
                  </a:lnTo>
                  <a:lnTo>
                    <a:pt x="111" y="1246"/>
                  </a:lnTo>
                  <a:lnTo>
                    <a:pt x="115" y="1210"/>
                  </a:lnTo>
                  <a:lnTo>
                    <a:pt x="118" y="1174"/>
                  </a:lnTo>
                  <a:lnTo>
                    <a:pt x="118" y="1138"/>
                  </a:lnTo>
                  <a:lnTo>
                    <a:pt x="106" y="1132"/>
                  </a:lnTo>
                  <a:lnTo>
                    <a:pt x="94" y="1125"/>
                  </a:lnTo>
                  <a:lnTo>
                    <a:pt x="81" y="1117"/>
                  </a:lnTo>
                  <a:lnTo>
                    <a:pt x="69" y="1110"/>
                  </a:lnTo>
                  <a:lnTo>
                    <a:pt x="57" y="1103"/>
                  </a:lnTo>
                  <a:lnTo>
                    <a:pt x="46" y="1095"/>
                  </a:lnTo>
                  <a:lnTo>
                    <a:pt x="34" y="1085"/>
                  </a:lnTo>
                  <a:lnTo>
                    <a:pt x="25" y="1075"/>
                  </a:lnTo>
                  <a:lnTo>
                    <a:pt x="16" y="1061"/>
                  </a:lnTo>
                  <a:lnTo>
                    <a:pt x="8" y="1048"/>
                  </a:lnTo>
                  <a:lnTo>
                    <a:pt x="1" y="1035"/>
                  </a:lnTo>
                  <a:lnTo>
                    <a:pt x="0" y="1019"/>
                  </a:lnTo>
                  <a:lnTo>
                    <a:pt x="5" y="970"/>
                  </a:lnTo>
                  <a:lnTo>
                    <a:pt x="10" y="920"/>
                  </a:lnTo>
                  <a:lnTo>
                    <a:pt x="17" y="871"/>
                  </a:lnTo>
                  <a:lnTo>
                    <a:pt x="24" y="822"/>
                  </a:lnTo>
                  <a:lnTo>
                    <a:pt x="28" y="816"/>
                  </a:lnTo>
                  <a:lnTo>
                    <a:pt x="30" y="796"/>
                  </a:lnTo>
                  <a:lnTo>
                    <a:pt x="34" y="776"/>
                  </a:lnTo>
                  <a:lnTo>
                    <a:pt x="38" y="757"/>
                  </a:lnTo>
                  <a:lnTo>
                    <a:pt x="41" y="737"/>
                  </a:lnTo>
                  <a:lnTo>
                    <a:pt x="46" y="644"/>
                  </a:lnTo>
                  <a:lnTo>
                    <a:pt x="46" y="617"/>
                  </a:lnTo>
                  <a:lnTo>
                    <a:pt x="50" y="594"/>
                  </a:lnTo>
                  <a:lnTo>
                    <a:pt x="57" y="570"/>
                  </a:lnTo>
                  <a:lnTo>
                    <a:pt x="67" y="549"/>
                  </a:lnTo>
                  <a:lnTo>
                    <a:pt x="78" y="529"/>
                  </a:lnTo>
                  <a:lnTo>
                    <a:pt x="93" y="509"/>
                  </a:lnTo>
                  <a:lnTo>
                    <a:pt x="107" y="490"/>
                  </a:lnTo>
                  <a:lnTo>
                    <a:pt x="123" y="473"/>
                  </a:lnTo>
                  <a:lnTo>
                    <a:pt x="172" y="437"/>
                  </a:lnTo>
                  <a:lnTo>
                    <a:pt x="183" y="429"/>
                  </a:lnTo>
                  <a:lnTo>
                    <a:pt x="196" y="421"/>
                  </a:lnTo>
                  <a:lnTo>
                    <a:pt x="210" y="415"/>
                  </a:lnTo>
                  <a:lnTo>
                    <a:pt x="225" y="408"/>
                  </a:lnTo>
                  <a:lnTo>
                    <a:pt x="240" y="403"/>
                  </a:lnTo>
                  <a:lnTo>
                    <a:pt x="254" y="397"/>
                  </a:lnTo>
                  <a:lnTo>
                    <a:pt x="266" y="392"/>
                  </a:lnTo>
                  <a:lnTo>
                    <a:pt x="277" y="388"/>
                  </a:lnTo>
                  <a:lnTo>
                    <a:pt x="286" y="383"/>
                  </a:lnTo>
                  <a:lnTo>
                    <a:pt x="289" y="371"/>
                  </a:lnTo>
                  <a:lnTo>
                    <a:pt x="295" y="362"/>
                  </a:lnTo>
                  <a:lnTo>
                    <a:pt x="306" y="354"/>
                  </a:lnTo>
                  <a:lnTo>
                    <a:pt x="316" y="348"/>
                  </a:lnTo>
                  <a:lnTo>
                    <a:pt x="323" y="350"/>
                  </a:lnTo>
                  <a:lnTo>
                    <a:pt x="328" y="348"/>
                  </a:lnTo>
                  <a:lnTo>
                    <a:pt x="334" y="346"/>
                  </a:lnTo>
                  <a:lnTo>
                    <a:pt x="339" y="342"/>
                  </a:lnTo>
                  <a:lnTo>
                    <a:pt x="343" y="336"/>
                  </a:lnTo>
                  <a:lnTo>
                    <a:pt x="347" y="331"/>
                  </a:lnTo>
                  <a:lnTo>
                    <a:pt x="351" y="327"/>
                  </a:lnTo>
                  <a:lnTo>
                    <a:pt x="356" y="323"/>
                  </a:lnTo>
                  <a:lnTo>
                    <a:pt x="356" y="314"/>
                  </a:lnTo>
                  <a:lnTo>
                    <a:pt x="358" y="305"/>
                  </a:lnTo>
                  <a:lnTo>
                    <a:pt x="360" y="297"/>
                  </a:lnTo>
                  <a:lnTo>
                    <a:pt x="363" y="287"/>
                  </a:lnTo>
                  <a:lnTo>
                    <a:pt x="351" y="270"/>
                  </a:lnTo>
                  <a:lnTo>
                    <a:pt x="344" y="252"/>
                  </a:lnTo>
                  <a:lnTo>
                    <a:pt x="340" y="230"/>
                  </a:lnTo>
                  <a:lnTo>
                    <a:pt x="340" y="209"/>
                  </a:lnTo>
                  <a:lnTo>
                    <a:pt x="342" y="188"/>
                  </a:lnTo>
                  <a:lnTo>
                    <a:pt x="346" y="167"/>
                  </a:lnTo>
                  <a:lnTo>
                    <a:pt x="348" y="146"/>
                  </a:lnTo>
                  <a:lnTo>
                    <a:pt x="350" y="126"/>
                  </a:lnTo>
                  <a:lnTo>
                    <a:pt x="352" y="115"/>
                  </a:lnTo>
                  <a:lnTo>
                    <a:pt x="362" y="91"/>
                  </a:lnTo>
                  <a:lnTo>
                    <a:pt x="373" y="65"/>
                  </a:lnTo>
                  <a:lnTo>
                    <a:pt x="388" y="44"/>
                  </a:lnTo>
                  <a:lnTo>
                    <a:pt x="395" y="38"/>
                  </a:lnTo>
                  <a:lnTo>
                    <a:pt x="401" y="32"/>
                  </a:lnTo>
                  <a:lnTo>
                    <a:pt x="409" y="26"/>
                  </a:lnTo>
                  <a:lnTo>
                    <a:pt x="416" y="22"/>
                  </a:lnTo>
                  <a:lnTo>
                    <a:pt x="424" y="18"/>
                  </a:lnTo>
                  <a:lnTo>
                    <a:pt x="432" y="14"/>
                  </a:lnTo>
                  <a:lnTo>
                    <a:pt x="440" y="12"/>
                  </a:lnTo>
                  <a:lnTo>
                    <a:pt x="449" y="10"/>
                  </a:lnTo>
                  <a:lnTo>
                    <a:pt x="456" y="9"/>
                  </a:lnTo>
                  <a:lnTo>
                    <a:pt x="464" y="6"/>
                  </a:lnTo>
                  <a:lnTo>
                    <a:pt x="473" y="5"/>
                  </a:lnTo>
                  <a:lnTo>
                    <a:pt x="483" y="2"/>
                  </a:lnTo>
                  <a:lnTo>
                    <a:pt x="493" y="1"/>
                  </a:lnTo>
                  <a:lnTo>
                    <a:pt x="501" y="1"/>
                  </a:lnTo>
                  <a:lnTo>
                    <a:pt x="506" y="0"/>
                  </a:lnTo>
                  <a:lnTo>
                    <a:pt x="507" y="0"/>
                  </a:lnTo>
                  <a:lnTo>
                    <a:pt x="522" y="0"/>
                  </a:lnTo>
                  <a:lnTo>
                    <a:pt x="535" y="0"/>
                  </a:lnTo>
                  <a:lnTo>
                    <a:pt x="550" y="2"/>
                  </a:lnTo>
                  <a:lnTo>
                    <a:pt x="563" y="4"/>
                  </a:lnTo>
                  <a:lnTo>
                    <a:pt x="576" y="6"/>
                  </a:lnTo>
                  <a:lnTo>
                    <a:pt x="591" y="9"/>
                  </a:lnTo>
                  <a:lnTo>
                    <a:pt x="603" y="13"/>
                  </a:lnTo>
                  <a:lnTo>
                    <a:pt x="616" y="17"/>
                  </a:lnTo>
                  <a:lnTo>
                    <a:pt x="625" y="22"/>
                  </a:lnTo>
                  <a:lnTo>
                    <a:pt x="636" y="26"/>
                  </a:lnTo>
                  <a:lnTo>
                    <a:pt x="646" y="32"/>
                  </a:lnTo>
                  <a:lnTo>
                    <a:pt x="656" y="38"/>
                  </a:lnTo>
                  <a:lnTo>
                    <a:pt x="665" y="45"/>
                  </a:lnTo>
                  <a:lnTo>
                    <a:pt x="673" y="53"/>
                  </a:lnTo>
                  <a:lnTo>
                    <a:pt x="678" y="62"/>
                  </a:lnTo>
                  <a:lnTo>
                    <a:pt x="681" y="73"/>
                  </a:lnTo>
                  <a:lnTo>
                    <a:pt x="677" y="83"/>
                  </a:lnTo>
                  <a:lnTo>
                    <a:pt x="681" y="91"/>
                  </a:lnTo>
                  <a:lnTo>
                    <a:pt x="687" y="101"/>
                  </a:lnTo>
                  <a:lnTo>
                    <a:pt x="690" y="108"/>
                  </a:lnTo>
                  <a:lnTo>
                    <a:pt x="695" y="138"/>
                  </a:lnTo>
                  <a:lnTo>
                    <a:pt x="698" y="168"/>
                  </a:lnTo>
                  <a:lnTo>
                    <a:pt x="699" y="199"/>
                  </a:lnTo>
                  <a:lnTo>
                    <a:pt x="695" y="228"/>
                  </a:lnTo>
                  <a:lnTo>
                    <a:pt x="687" y="240"/>
                  </a:lnTo>
                  <a:lnTo>
                    <a:pt x="681" y="250"/>
                  </a:lnTo>
                  <a:lnTo>
                    <a:pt x="673" y="261"/>
                  </a:lnTo>
                  <a:lnTo>
                    <a:pt x="668" y="273"/>
                  </a:lnTo>
                  <a:lnTo>
                    <a:pt x="669" y="297"/>
                  </a:lnTo>
                  <a:lnTo>
                    <a:pt x="668" y="321"/>
                  </a:lnTo>
                  <a:lnTo>
                    <a:pt x="662" y="343"/>
                  </a:lnTo>
                  <a:lnTo>
                    <a:pt x="653" y="363"/>
                  </a:lnTo>
                  <a:lnTo>
                    <a:pt x="642" y="375"/>
                  </a:lnTo>
                  <a:lnTo>
                    <a:pt x="633" y="387"/>
                  </a:lnTo>
                  <a:lnTo>
                    <a:pt x="625" y="401"/>
                  </a:lnTo>
                  <a:lnTo>
                    <a:pt x="617" y="415"/>
                  </a:lnTo>
                  <a:lnTo>
                    <a:pt x="609" y="428"/>
                  </a:lnTo>
                  <a:lnTo>
                    <a:pt x="601" y="440"/>
                  </a:lnTo>
                  <a:lnTo>
                    <a:pt x="589" y="450"/>
                  </a:lnTo>
                  <a:lnTo>
                    <a:pt x="576" y="460"/>
                  </a:lnTo>
                  <a:lnTo>
                    <a:pt x="579" y="465"/>
                  </a:lnTo>
                  <a:lnTo>
                    <a:pt x="585" y="473"/>
                  </a:lnTo>
                  <a:lnTo>
                    <a:pt x="592" y="481"/>
                  </a:lnTo>
                  <a:lnTo>
                    <a:pt x="595" y="484"/>
                  </a:lnTo>
                  <a:lnTo>
                    <a:pt x="615" y="494"/>
                  </a:lnTo>
                  <a:lnTo>
                    <a:pt x="636" y="505"/>
                  </a:lnTo>
                  <a:lnTo>
                    <a:pt x="656" y="517"/>
                  </a:lnTo>
                  <a:lnTo>
                    <a:pt x="676" y="530"/>
                  </a:lnTo>
                  <a:lnTo>
                    <a:pt x="693" y="546"/>
                  </a:lnTo>
                  <a:lnTo>
                    <a:pt x="709" y="563"/>
                  </a:lnTo>
                  <a:lnTo>
                    <a:pt x="719" y="583"/>
                  </a:lnTo>
                  <a:lnTo>
                    <a:pt x="725" y="607"/>
                  </a:lnTo>
                  <a:lnTo>
                    <a:pt x="730" y="651"/>
                  </a:lnTo>
                  <a:lnTo>
                    <a:pt x="739" y="694"/>
                  </a:lnTo>
                  <a:lnTo>
                    <a:pt x="751" y="735"/>
                  </a:lnTo>
                  <a:lnTo>
                    <a:pt x="763" y="778"/>
                  </a:lnTo>
                  <a:lnTo>
                    <a:pt x="778" y="823"/>
                  </a:lnTo>
                  <a:lnTo>
                    <a:pt x="783" y="839"/>
                  </a:lnTo>
                  <a:lnTo>
                    <a:pt x="786" y="856"/>
                  </a:lnTo>
                  <a:lnTo>
                    <a:pt x="788" y="872"/>
                  </a:lnTo>
                  <a:lnTo>
                    <a:pt x="790" y="889"/>
                  </a:lnTo>
                  <a:lnTo>
                    <a:pt x="793" y="916"/>
                  </a:lnTo>
                  <a:lnTo>
                    <a:pt x="804" y="933"/>
                  </a:lnTo>
                  <a:lnTo>
                    <a:pt x="811" y="951"/>
                  </a:lnTo>
                  <a:lnTo>
                    <a:pt x="816" y="971"/>
                  </a:lnTo>
                  <a:lnTo>
                    <a:pt x="820" y="991"/>
                  </a:lnTo>
                  <a:lnTo>
                    <a:pt x="824" y="1003"/>
                  </a:lnTo>
                  <a:lnTo>
                    <a:pt x="832" y="1031"/>
                  </a:lnTo>
                  <a:lnTo>
                    <a:pt x="840" y="1065"/>
                  </a:lnTo>
                  <a:lnTo>
                    <a:pt x="844" y="1096"/>
                  </a:lnTo>
                  <a:lnTo>
                    <a:pt x="844" y="1141"/>
                  </a:lnTo>
                  <a:lnTo>
                    <a:pt x="840" y="1207"/>
                  </a:lnTo>
                  <a:lnTo>
                    <a:pt x="833" y="1272"/>
                  </a:lnTo>
                  <a:lnTo>
                    <a:pt x="825" y="1309"/>
                  </a:lnTo>
                  <a:lnTo>
                    <a:pt x="817" y="1319"/>
                  </a:lnTo>
                  <a:lnTo>
                    <a:pt x="803" y="1333"/>
                  </a:lnTo>
                  <a:lnTo>
                    <a:pt x="786" y="1350"/>
                  </a:lnTo>
                  <a:lnTo>
                    <a:pt x="766" y="1368"/>
                  </a:lnTo>
                  <a:lnTo>
                    <a:pt x="747" y="1385"/>
                  </a:lnTo>
                  <a:lnTo>
                    <a:pt x="731" y="1399"/>
                  </a:lnTo>
                  <a:lnTo>
                    <a:pt x="719" y="1409"/>
                  </a:lnTo>
                  <a:lnTo>
                    <a:pt x="715" y="141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6" name="Freeform 38"/>
            <p:cNvSpPr>
              <a:spLocks/>
            </p:cNvSpPr>
            <p:nvPr/>
          </p:nvSpPr>
          <p:spPr bwMode="auto">
            <a:xfrm>
              <a:off x="3425826" y="2840038"/>
              <a:ext cx="452438" cy="274637"/>
            </a:xfrm>
            <a:custGeom>
              <a:avLst/>
              <a:gdLst>
                <a:gd name="T0" fmla="*/ 24 w 285"/>
                <a:gd name="T1" fmla="*/ 59 h 173"/>
                <a:gd name="T2" fmla="*/ 14 w 285"/>
                <a:gd name="T3" fmla="*/ 78 h 173"/>
                <a:gd name="T4" fmla="*/ 8 w 285"/>
                <a:gd name="T5" fmla="*/ 96 h 173"/>
                <a:gd name="T6" fmla="*/ 3 w 285"/>
                <a:gd name="T7" fmla="*/ 116 h 173"/>
                <a:gd name="T8" fmla="*/ 0 w 285"/>
                <a:gd name="T9" fmla="*/ 138 h 173"/>
                <a:gd name="T10" fmla="*/ 6 w 285"/>
                <a:gd name="T11" fmla="*/ 134 h 173"/>
                <a:gd name="T12" fmla="*/ 14 w 285"/>
                <a:gd name="T13" fmla="*/ 134 h 173"/>
                <a:gd name="T14" fmla="*/ 21 w 285"/>
                <a:gd name="T15" fmla="*/ 134 h 173"/>
                <a:gd name="T16" fmla="*/ 29 w 285"/>
                <a:gd name="T17" fmla="*/ 135 h 173"/>
                <a:gd name="T18" fmla="*/ 37 w 285"/>
                <a:gd name="T19" fmla="*/ 143 h 173"/>
                <a:gd name="T20" fmla="*/ 44 w 285"/>
                <a:gd name="T21" fmla="*/ 152 h 173"/>
                <a:gd name="T22" fmla="*/ 48 w 285"/>
                <a:gd name="T23" fmla="*/ 163 h 173"/>
                <a:gd name="T24" fmla="*/ 52 w 285"/>
                <a:gd name="T25" fmla="*/ 173 h 173"/>
                <a:gd name="T26" fmla="*/ 59 w 285"/>
                <a:gd name="T27" fmla="*/ 155 h 173"/>
                <a:gd name="T28" fmla="*/ 57 w 285"/>
                <a:gd name="T29" fmla="*/ 136 h 173"/>
                <a:gd name="T30" fmla="*/ 52 w 285"/>
                <a:gd name="T31" fmla="*/ 116 h 173"/>
                <a:gd name="T32" fmla="*/ 50 w 285"/>
                <a:gd name="T33" fmla="*/ 96 h 173"/>
                <a:gd name="T34" fmla="*/ 52 w 285"/>
                <a:gd name="T35" fmla="*/ 85 h 173"/>
                <a:gd name="T36" fmla="*/ 54 w 285"/>
                <a:gd name="T37" fmla="*/ 74 h 173"/>
                <a:gd name="T38" fmla="*/ 58 w 285"/>
                <a:gd name="T39" fmla="*/ 63 h 173"/>
                <a:gd name="T40" fmla="*/ 63 w 285"/>
                <a:gd name="T41" fmla="*/ 54 h 173"/>
                <a:gd name="T42" fmla="*/ 66 w 285"/>
                <a:gd name="T43" fmla="*/ 47 h 173"/>
                <a:gd name="T44" fmla="*/ 69 w 285"/>
                <a:gd name="T45" fmla="*/ 42 h 173"/>
                <a:gd name="T46" fmla="*/ 74 w 285"/>
                <a:gd name="T47" fmla="*/ 37 h 173"/>
                <a:gd name="T48" fmla="*/ 79 w 285"/>
                <a:gd name="T49" fmla="*/ 33 h 173"/>
                <a:gd name="T50" fmla="*/ 86 w 285"/>
                <a:gd name="T51" fmla="*/ 29 h 173"/>
                <a:gd name="T52" fmla="*/ 93 w 285"/>
                <a:gd name="T53" fmla="*/ 26 h 173"/>
                <a:gd name="T54" fmla="*/ 101 w 285"/>
                <a:gd name="T55" fmla="*/ 24 h 173"/>
                <a:gd name="T56" fmla="*/ 107 w 285"/>
                <a:gd name="T57" fmla="*/ 22 h 173"/>
                <a:gd name="T58" fmla="*/ 132 w 285"/>
                <a:gd name="T59" fmla="*/ 20 h 173"/>
                <a:gd name="T60" fmla="*/ 155 w 285"/>
                <a:gd name="T61" fmla="*/ 17 h 173"/>
                <a:gd name="T62" fmla="*/ 177 w 285"/>
                <a:gd name="T63" fmla="*/ 17 h 173"/>
                <a:gd name="T64" fmla="*/ 199 w 285"/>
                <a:gd name="T65" fmla="*/ 20 h 173"/>
                <a:gd name="T66" fmla="*/ 218 w 285"/>
                <a:gd name="T67" fmla="*/ 24 h 173"/>
                <a:gd name="T68" fmla="*/ 238 w 285"/>
                <a:gd name="T69" fmla="*/ 29 h 173"/>
                <a:gd name="T70" fmla="*/ 257 w 285"/>
                <a:gd name="T71" fmla="*/ 37 h 173"/>
                <a:gd name="T72" fmla="*/ 274 w 285"/>
                <a:gd name="T73" fmla="*/ 46 h 173"/>
                <a:gd name="T74" fmla="*/ 283 w 285"/>
                <a:gd name="T75" fmla="*/ 47 h 173"/>
                <a:gd name="T76" fmla="*/ 283 w 285"/>
                <a:gd name="T77" fmla="*/ 45 h 173"/>
                <a:gd name="T78" fmla="*/ 285 w 285"/>
                <a:gd name="T79" fmla="*/ 41 h 173"/>
                <a:gd name="T80" fmla="*/ 285 w 285"/>
                <a:gd name="T81" fmla="*/ 37 h 173"/>
                <a:gd name="T82" fmla="*/ 285 w 285"/>
                <a:gd name="T83" fmla="*/ 34 h 173"/>
                <a:gd name="T84" fmla="*/ 268 w 285"/>
                <a:gd name="T85" fmla="*/ 25 h 173"/>
                <a:gd name="T86" fmla="*/ 250 w 285"/>
                <a:gd name="T87" fmla="*/ 17 h 173"/>
                <a:gd name="T88" fmla="*/ 232 w 285"/>
                <a:gd name="T89" fmla="*/ 12 h 173"/>
                <a:gd name="T90" fmla="*/ 215 w 285"/>
                <a:gd name="T91" fmla="*/ 6 h 173"/>
                <a:gd name="T92" fmla="*/ 196 w 285"/>
                <a:gd name="T93" fmla="*/ 2 h 173"/>
                <a:gd name="T94" fmla="*/ 177 w 285"/>
                <a:gd name="T95" fmla="*/ 1 h 173"/>
                <a:gd name="T96" fmla="*/ 158 w 285"/>
                <a:gd name="T97" fmla="*/ 0 h 173"/>
                <a:gd name="T98" fmla="*/ 138 w 285"/>
                <a:gd name="T99" fmla="*/ 1 h 173"/>
                <a:gd name="T100" fmla="*/ 120 w 285"/>
                <a:gd name="T101" fmla="*/ 4 h 173"/>
                <a:gd name="T102" fmla="*/ 103 w 285"/>
                <a:gd name="T103" fmla="*/ 6 h 173"/>
                <a:gd name="T104" fmla="*/ 87 w 285"/>
                <a:gd name="T105" fmla="*/ 10 h 173"/>
                <a:gd name="T106" fmla="*/ 71 w 285"/>
                <a:gd name="T107" fmla="*/ 14 h 173"/>
                <a:gd name="T108" fmla="*/ 56 w 285"/>
                <a:gd name="T109" fmla="*/ 22 h 173"/>
                <a:gd name="T110" fmla="*/ 44 w 285"/>
                <a:gd name="T111" fmla="*/ 32 h 173"/>
                <a:gd name="T112" fmla="*/ 32 w 285"/>
                <a:gd name="T113" fmla="*/ 43 h 173"/>
                <a:gd name="T114" fmla="*/ 24 w 285"/>
                <a:gd name="T115" fmla="*/ 59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85" h="173">
                  <a:moveTo>
                    <a:pt x="24" y="59"/>
                  </a:moveTo>
                  <a:lnTo>
                    <a:pt x="14" y="78"/>
                  </a:lnTo>
                  <a:lnTo>
                    <a:pt x="8" y="96"/>
                  </a:lnTo>
                  <a:lnTo>
                    <a:pt x="3" y="116"/>
                  </a:lnTo>
                  <a:lnTo>
                    <a:pt x="0" y="138"/>
                  </a:lnTo>
                  <a:lnTo>
                    <a:pt x="6" y="134"/>
                  </a:lnTo>
                  <a:lnTo>
                    <a:pt x="14" y="134"/>
                  </a:lnTo>
                  <a:lnTo>
                    <a:pt x="21" y="134"/>
                  </a:lnTo>
                  <a:lnTo>
                    <a:pt x="29" y="135"/>
                  </a:lnTo>
                  <a:lnTo>
                    <a:pt x="37" y="143"/>
                  </a:lnTo>
                  <a:lnTo>
                    <a:pt x="44" y="152"/>
                  </a:lnTo>
                  <a:lnTo>
                    <a:pt x="48" y="163"/>
                  </a:lnTo>
                  <a:lnTo>
                    <a:pt x="52" y="173"/>
                  </a:lnTo>
                  <a:lnTo>
                    <a:pt x="59" y="155"/>
                  </a:lnTo>
                  <a:lnTo>
                    <a:pt x="57" y="136"/>
                  </a:lnTo>
                  <a:lnTo>
                    <a:pt x="52" y="116"/>
                  </a:lnTo>
                  <a:lnTo>
                    <a:pt x="50" y="96"/>
                  </a:lnTo>
                  <a:lnTo>
                    <a:pt x="52" y="85"/>
                  </a:lnTo>
                  <a:lnTo>
                    <a:pt x="54" y="74"/>
                  </a:lnTo>
                  <a:lnTo>
                    <a:pt x="58" y="63"/>
                  </a:lnTo>
                  <a:lnTo>
                    <a:pt x="63" y="54"/>
                  </a:lnTo>
                  <a:lnTo>
                    <a:pt x="66" y="47"/>
                  </a:lnTo>
                  <a:lnTo>
                    <a:pt x="69" y="42"/>
                  </a:lnTo>
                  <a:lnTo>
                    <a:pt x="74" y="37"/>
                  </a:lnTo>
                  <a:lnTo>
                    <a:pt x="79" y="33"/>
                  </a:lnTo>
                  <a:lnTo>
                    <a:pt x="86" y="29"/>
                  </a:lnTo>
                  <a:lnTo>
                    <a:pt x="93" y="26"/>
                  </a:lnTo>
                  <a:lnTo>
                    <a:pt x="101" y="24"/>
                  </a:lnTo>
                  <a:lnTo>
                    <a:pt x="107" y="22"/>
                  </a:lnTo>
                  <a:lnTo>
                    <a:pt x="132" y="20"/>
                  </a:lnTo>
                  <a:lnTo>
                    <a:pt x="155" y="17"/>
                  </a:lnTo>
                  <a:lnTo>
                    <a:pt x="177" y="17"/>
                  </a:lnTo>
                  <a:lnTo>
                    <a:pt x="199" y="20"/>
                  </a:lnTo>
                  <a:lnTo>
                    <a:pt x="218" y="24"/>
                  </a:lnTo>
                  <a:lnTo>
                    <a:pt x="238" y="29"/>
                  </a:lnTo>
                  <a:lnTo>
                    <a:pt x="257" y="37"/>
                  </a:lnTo>
                  <a:lnTo>
                    <a:pt x="274" y="46"/>
                  </a:lnTo>
                  <a:lnTo>
                    <a:pt x="283" y="47"/>
                  </a:lnTo>
                  <a:lnTo>
                    <a:pt x="283" y="45"/>
                  </a:lnTo>
                  <a:lnTo>
                    <a:pt x="285" y="41"/>
                  </a:lnTo>
                  <a:lnTo>
                    <a:pt x="285" y="37"/>
                  </a:lnTo>
                  <a:lnTo>
                    <a:pt x="285" y="34"/>
                  </a:lnTo>
                  <a:lnTo>
                    <a:pt x="268" y="25"/>
                  </a:lnTo>
                  <a:lnTo>
                    <a:pt x="250" y="17"/>
                  </a:lnTo>
                  <a:lnTo>
                    <a:pt x="232" y="12"/>
                  </a:lnTo>
                  <a:lnTo>
                    <a:pt x="215" y="6"/>
                  </a:lnTo>
                  <a:lnTo>
                    <a:pt x="196" y="2"/>
                  </a:lnTo>
                  <a:lnTo>
                    <a:pt x="177" y="1"/>
                  </a:lnTo>
                  <a:lnTo>
                    <a:pt x="158" y="0"/>
                  </a:lnTo>
                  <a:lnTo>
                    <a:pt x="138" y="1"/>
                  </a:lnTo>
                  <a:lnTo>
                    <a:pt x="120" y="4"/>
                  </a:lnTo>
                  <a:lnTo>
                    <a:pt x="103" y="6"/>
                  </a:lnTo>
                  <a:lnTo>
                    <a:pt x="87" y="10"/>
                  </a:lnTo>
                  <a:lnTo>
                    <a:pt x="71" y="14"/>
                  </a:lnTo>
                  <a:lnTo>
                    <a:pt x="56" y="22"/>
                  </a:lnTo>
                  <a:lnTo>
                    <a:pt x="44" y="32"/>
                  </a:lnTo>
                  <a:lnTo>
                    <a:pt x="32" y="43"/>
                  </a:lnTo>
                  <a:lnTo>
                    <a:pt x="24" y="59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7" name="Freeform 39"/>
            <p:cNvSpPr>
              <a:spLocks/>
            </p:cNvSpPr>
            <p:nvPr/>
          </p:nvSpPr>
          <p:spPr bwMode="auto">
            <a:xfrm>
              <a:off x="3414713" y="2892425"/>
              <a:ext cx="514350" cy="661987"/>
            </a:xfrm>
            <a:custGeom>
              <a:avLst/>
              <a:gdLst>
                <a:gd name="T0" fmla="*/ 76 w 324"/>
                <a:gd name="T1" fmla="*/ 74 h 417"/>
                <a:gd name="T2" fmla="*/ 84 w 324"/>
                <a:gd name="T3" fmla="*/ 120 h 417"/>
                <a:gd name="T4" fmla="*/ 73 w 324"/>
                <a:gd name="T5" fmla="*/ 167 h 417"/>
                <a:gd name="T6" fmla="*/ 61 w 324"/>
                <a:gd name="T7" fmla="*/ 169 h 417"/>
                <a:gd name="T8" fmla="*/ 43 w 324"/>
                <a:gd name="T9" fmla="*/ 138 h 417"/>
                <a:gd name="T10" fmla="*/ 7 w 324"/>
                <a:gd name="T11" fmla="*/ 138 h 417"/>
                <a:gd name="T12" fmla="*/ 12 w 324"/>
                <a:gd name="T13" fmla="*/ 216 h 417"/>
                <a:gd name="T14" fmla="*/ 23 w 324"/>
                <a:gd name="T15" fmla="*/ 226 h 417"/>
                <a:gd name="T16" fmla="*/ 37 w 324"/>
                <a:gd name="T17" fmla="*/ 228 h 417"/>
                <a:gd name="T18" fmla="*/ 29 w 324"/>
                <a:gd name="T19" fmla="*/ 244 h 417"/>
                <a:gd name="T20" fmla="*/ 17 w 324"/>
                <a:gd name="T21" fmla="*/ 294 h 417"/>
                <a:gd name="T22" fmla="*/ 44 w 324"/>
                <a:gd name="T23" fmla="*/ 343 h 417"/>
                <a:gd name="T24" fmla="*/ 80 w 324"/>
                <a:gd name="T25" fmla="*/ 388 h 417"/>
                <a:gd name="T26" fmla="*/ 113 w 324"/>
                <a:gd name="T27" fmla="*/ 416 h 417"/>
                <a:gd name="T28" fmla="*/ 130 w 324"/>
                <a:gd name="T29" fmla="*/ 403 h 417"/>
                <a:gd name="T30" fmla="*/ 105 w 324"/>
                <a:gd name="T31" fmla="*/ 379 h 417"/>
                <a:gd name="T32" fmla="*/ 84 w 324"/>
                <a:gd name="T33" fmla="*/ 367 h 417"/>
                <a:gd name="T34" fmla="*/ 65 w 324"/>
                <a:gd name="T35" fmla="*/ 358 h 417"/>
                <a:gd name="T36" fmla="*/ 53 w 324"/>
                <a:gd name="T37" fmla="*/ 340 h 417"/>
                <a:gd name="T38" fmla="*/ 39 w 324"/>
                <a:gd name="T39" fmla="*/ 281 h 417"/>
                <a:gd name="T40" fmla="*/ 44 w 324"/>
                <a:gd name="T41" fmla="*/ 254 h 417"/>
                <a:gd name="T42" fmla="*/ 49 w 324"/>
                <a:gd name="T43" fmla="*/ 260 h 417"/>
                <a:gd name="T44" fmla="*/ 51 w 324"/>
                <a:gd name="T45" fmla="*/ 276 h 417"/>
                <a:gd name="T46" fmla="*/ 72 w 324"/>
                <a:gd name="T47" fmla="*/ 336 h 417"/>
                <a:gd name="T48" fmla="*/ 100 w 324"/>
                <a:gd name="T49" fmla="*/ 352 h 417"/>
                <a:gd name="T50" fmla="*/ 114 w 324"/>
                <a:gd name="T51" fmla="*/ 360 h 417"/>
                <a:gd name="T52" fmla="*/ 141 w 324"/>
                <a:gd name="T53" fmla="*/ 391 h 417"/>
                <a:gd name="T54" fmla="*/ 170 w 324"/>
                <a:gd name="T55" fmla="*/ 399 h 417"/>
                <a:gd name="T56" fmla="*/ 199 w 324"/>
                <a:gd name="T57" fmla="*/ 397 h 417"/>
                <a:gd name="T58" fmla="*/ 228 w 324"/>
                <a:gd name="T59" fmla="*/ 378 h 417"/>
                <a:gd name="T60" fmla="*/ 249 w 324"/>
                <a:gd name="T61" fmla="*/ 339 h 417"/>
                <a:gd name="T62" fmla="*/ 280 w 324"/>
                <a:gd name="T63" fmla="*/ 302 h 417"/>
                <a:gd name="T64" fmla="*/ 292 w 324"/>
                <a:gd name="T65" fmla="*/ 260 h 417"/>
                <a:gd name="T66" fmla="*/ 280 w 324"/>
                <a:gd name="T67" fmla="*/ 225 h 417"/>
                <a:gd name="T68" fmla="*/ 253 w 324"/>
                <a:gd name="T69" fmla="*/ 203 h 417"/>
                <a:gd name="T70" fmla="*/ 269 w 324"/>
                <a:gd name="T71" fmla="*/ 208 h 417"/>
                <a:gd name="T72" fmla="*/ 298 w 324"/>
                <a:gd name="T73" fmla="*/ 207 h 417"/>
                <a:gd name="T74" fmla="*/ 308 w 324"/>
                <a:gd name="T75" fmla="*/ 180 h 417"/>
                <a:gd name="T76" fmla="*/ 288 w 324"/>
                <a:gd name="T77" fmla="*/ 172 h 417"/>
                <a:gd name="T78" fmla="*/ 267 w 324"/>
                <a:gd name="T79" fmla="*/ 168 h 417"/>
                <a:gd name="T80" fmla="*/ 257 w 324"/>
                <a:gd name="T81" fmla="*/ 160 h 417"/>
                <a:gd name="T82" fmla="*/ 261 w 324"/>
                <a:gd name="T83" fmla="*/ 150 h 417"/>
                <a:gd name="T84" fmla="*/ 277 w 324"/>
                <a:gd name="T85" fmla="*/ 140 h 417"/>
                <a:gd name="T86" fmla="*/ 294 w 324"/>
                <a:gd name="T87" fmla="*/ 138 h 417"/>
                <a:gd name="T88" fmla="*/ 313 w 324"/>
                <a:gd name="T89" fmla="*/ 144 h 417"/>
                <a:gd name="T90" fmla="*/ 324 w 324"/>
                <a:gd name="T91" fmla="*/ 127 h 417"/>
                <a:gd name="T92" fmla="*/ 310 w 324"/>
                <a:gd name="T93" fmla="*/ 57 h 417"/>
                <a:gd name="T94" fmla="*/ 272 w 324"/>
                <a:gd name="T95" fmla="*/ 21 h 417"/>
                <a:gd name="T96" fmla="*/ 222 w 324"/>
                <a:gd name="T97" fmla="*/ 5 h 417"/>
                <a:gd name="T98" fmla="*/ 171 w 324"/>
                <a:gd name="T99" fmla="*/ 0 h 417"/>
                <a:gd name="T100" fmla="*/ 122 w 324"/>
                <a:gd name="T101" fmla="*/ 4 h 417"/>
                <a:gd name="T102" fmla="*/ 84 w 324"/>
                <a:gd name="T103" fmla="*/ 26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4" h="417">
                  <a:moveTo>
                    <a:pt x="76" y="41"/>
                  </a:moveTo>
                  <a:lnTo>
                    <a:pt x="73" y="58"/>
                  </a:lnTo>
                  <a:lnTo>
                    <a:pt x="76" y="74"/>
                  </a:lnTo>
                  <a:lnTo>
                    <a:pt x="81" y="90"/>
                  </a:lnTo>
                  <a:lnTo>
                    <a:pt x="86" y="105"/>
                  </a:lnTo>
                  <a:lnTo>
                    <a:pt x="84" y="120"/>
                  </a:lnTo>
                  <a:lnTo>
                    <a:pt x="81" y="136"/>
                  </a:lnTo>
                  <a:lnTo>
                    <a:pt x="77" y="151"/>
                  </a:lnTo>
                  <a:lnTo>
                    <a:pt x="73" y="167"/>
                  </a:lnTo>
                  <a:lnTo>
                    <a:pt x="69" y="169"/>
                  </a:lnTo>
                  <a:lnTo>
                    <a:pt x="65" y="169"/>
                  </a:lnTo>
                  <a:lnTo>
                    <a:pt x="61" y="169"/>
                  </a:lnTo>
                  <a:lnTo>
                    <a:pt x="57" y="168"/>
                  </a:lnTo>
                  <a:lnTo>
                    <a:pt x="47" y="155"/>
                  </a:lnTo>
                  <a:lnTo>
                    <a:pt x="43" y="138"/>
                  </a:lnTo>
                  <a:lnTo>
                    <a:pt x="35" y="122"/>
                  </a:lnTo>
                  <a:lnTo>
                    <a:pt x="19" y="115"/>
                  </a:lnTo>
                  <a:lnTo>
                    <a:pt x="7" y="138"/>
                  </a:lnTo>
                  <a:lnTo>
                    <a:pt x="0" y="164"/>
                  </a:lnTo>
                  <a:lnTo>
                    <a:pt x="3" y="191"/>
                  </a:lnTo>
                  <a:lnTo>
                    <a:pt x="12" y="216"/>
                  </a:lnTo>
                  <a:lnTo>
                    <a:pt x="15" y="220"/>
                  </a:lnTo>
                  <a:lnTo>
                    <a:pt x="19" y="224"/>
                  </a:lnTo>
                  <a:lnTo>
                    <a:pt x="23" y="226"/>
                  </a:lnTo>
                  <a:lnTo>
                    <a:pt x="28" y="229"/>
                  </a:lnTo>
                  <a:lnTo>
                    <a:pt x="33" y="229"/>
                  </a:lnTo>
                  <a:lnTo>
                    <a:pt x="37" y="228"/>
                  </a:lnTo>
                  <a:lnTo>
                    <a:pt x="41" y="228"/>
                  </a:lnTo>
                  <a:lnTo>
                    <a:pt x="43" y="233"/>
                  </a:lnTo>
                  <a:lnTo>
                    <a:pt x="29" y="244"/>
                  </a:lnTo>
                  <a:lnTo>
                    <a:pt x="23" y="260"/>
                  </a:lnTo>
                  <a:lnTo>
                    <a:pt x="20" y="277"/>
                  </a:lnTo>
                  <a:lnTo>
                    <a:pt x="17" y="294"/>
                  </a:lnTo>
                  <a:lnTo>
                    <a:pt x="24" y="311"/>
                  </a:lnTo>
                  <a:lnTo>
                    <a:pt x="33" y="327"/>
                  </a:lnTo>
                  <a:lnTo>
                    <a:pt x="44" y="343"/>
                  </a:lnTo>
                  <a:lnTo>
                    <a:pt x="56" y="359"/>
                  </a:lnTo>
                  <a:lnTo>
                    <a:pt x="68" y="374"/>
                  </a:lnTo>
                  <a:lnTo>
                    <a:pt x="80" y="388"/>
                  </a:lnTo>
                  <a:lnTo>
                    <a:pt x="93" y="403"/>
                  </a:lnTo>
                  <a:lnTo>
                    <a:pt x="105" y="417"/>
                  </a:lnTo>
                  <a:lnTo>
                    <a:pt x="113" y="416"/>
                  </a:lnTo>
                  <a:lnTo>
                    <a:pt x="118" y="412"/>
                  </a:lnTo>
                  <a:lnTo>
                    <a:pt x="125" y="408"/>
                  </a:lnTo>
                  <a:lnTo>
                    <a:pt x="130" y="403"/>
                  </a:lnTo>
                  <a:lnTo>
                    <a:pt x="121" y="396"/>
                  </a:lnTo>
                  <a:lnTo>
                    <a:pt x="113" y="388"/>
                  </a:lnTo>
                  <a:lnTo>
                    <a:pt x="105" y="379"/>
                  </a:lnTo>
                  <a:lnTo>
                    <a:pt x="97" y="370"/>
                  </a:lnTo>
                  <a:lnTo>
                    <a:pt x="90" y="368"/>
                  </a:lnTo>
                  <a:lnTo>
                    <a:pt x="84" y="367"/>
                  </a:lnTo>
                  <a:lnTo>
                    <a:pt x="77" y="364"/>
                  </a:lnTo>
                  <a:lnTo>
                    <a:pt x="72" y="362"/>
                  </a:lnTo>
                  <a:lnTo>
                    <a:pt x="65" y="358"/>
                  </a:lnTo>
                  <a:lnTo>
                    <a:pt x="61" y="352"/>
                  </a:lnTo>
                  <a:lnTo>
                    <a:pt x="57" y="347"/>
                  </a:lnTo>
                  <a:lnTo>
                    <a:pt x="53" y="340"/>
                  </a:lnTo>
                  <a:lnTo>
                    <a:pt x="47" y="322"/>
                  </a:lnTo>
                  <a:lnTo>
                    <a:pt x="41" y="301"/>
                  </a:lnTo>
                  <a:lnTo>
                    <a:pt x="39" y="281"/>
                  </a:lnTo>
                  <a:lnTo>
                    <a:pt x="40" y="258"/>
                  </a:lnTo>
                  <a:lnTo>
                    <a:pt x="41" y="257"/>
                  </a:lnTo>
                  <a:lnTo>
                    <a:pt x="44" y="254"/>
                  </a:lnTo>
                  <a:lnTo>
                    <a:pt x="45" y="254"/>
                  </a:lnTo>
                  <a:lnTo>
                    <a:pt x="48" y="256"/>
                  </a:lnTo>
                  <a:lnTo>
                    <a:pt x="49" y="260"/>
                  </a:lnTo>
                  <a:lnTo>
                    <a:pt x="49" y="265"/>
                  </a:lnTo>
                  <a:lnTo>
                    <a:pt x="49" y="270"/>
                  </a:lnTo>
                  <a:lnTo>
                    <a:pt x="51" y="276"/>
                  </a:lnTo>
                  <a:lnTo>
                    <a:pt x="56" y="297"/>
                  </a:lnTo>
                  <a:lnTo>
                    <a:pt x="63" y="318"/>
                  </a:lnTo>
                  <a:lnTo>
                    <a:pt x="72" y="336"/>
                  </a:lnTo>
                  <a:lnTo>
                    <a:pt x="89" y="352"/>
                  </a:lnTo>
                  <a:lnTo>
                    <a:pt x="94" y="352"/>
                  </a:lnTo>
                  <a:lnTo>
                    <a:pt x="100" y="352"/>
                  </a:lnTo>
                  <a:lnTo>
                    <a:pt x="104" y="350"/>
                  </a:lnTo>
                  <a:lnTo>
                    <a:pt x="109" y="348"/>
                  </a:lnTo>
                  <a:lnTo>
                    <a:pt x="114" y="360"/>
                  </a:lnTo>
                  <a:lnTo>
                    <a:pt x="121" y="372"/>
                  </a:lnTo>
                  <a:lnTo>
                    <a:pt x="129" y="383"/>
                  </a:lnTo>
                  <a:lnTo>
                    <a:pt x="141" y="391"/>
                  </a:lnTo>
                  <a:lnTo>
                    <a:pt x="150" y="393"/>
                  </a:lnTo>
                  <a:lnTo>
                    <a:pt x="159" y="396"/>
                  </a:lnTo>
                  <a:lnTo>
                    <a:pt x="170" y="399"/>
                  </a:lnTo>
                  <a:lnTo>
                    <a:pt x="179" y="399"/>
                  </a:lnTo>
                  <a:lnTo>
                    <a:pt x="190" y="399"/>
                  </a:lnTo>
                  <a:lnTo>
                    <a:pt x="199" y="397"/>
                  </a:lnTo>
                  <a:lnTo>
                    <a:pt x="208" y="393"/>
                  </a:lnTo>
                  <a:lnTo>
                    <a:pt x="216" y="388"/>
                  </a:lnTo>
                  <a:lnTo>
                    <a:pt x="228" y="378"/>
                  </a:lnTo>
                  <a:lnTo>
                    <a:pt x="237" y="366"/>
                  </a:lnTo>
                  <a:lnTo>
                    <a:pt x="245" y="352"/>
                  </a:lnTo>
                  <a:lnTo>
                    <a:pt x="249" y="339"/>
                  </a:lnTo>
                  <a:lnTo>
                    <a:pt x="261" y="327"/>
                  </a:lnTo>
                  <a:lnTo>
                    <a:pt x="272" y="315"/>
                  </a:lnTo>
                  <a:lnTo>
                    <a:pt x="280" y="302"/>
                  </a:lnTo>
                  <a:lnTo>
                    <a:pt x="286" y="289"/>
                  </a:lnTo>
                  <a:lnTo>
                    <a:pt x="290" y="274"/>
                  </a:lnTo>
                  <a:lnTo>
                    <a:pt x="292" y="260"/>
                  </a:lnTo>
                  <a:lnTo>
                    <a:pt x="293" y="244"/>
                  </a:lnTo>
                  <a:lnTo>
                    <a:pt x="292" y="228"/>
                  </a:lnTo>
                  <a:lnTo>
                    <a:pt x="280" y="225"/>
                  </a:lnTo>
                  <a:lnTo>
                    <a:pt x="269" y="220"/>
                  </a:lnTo>
                  <a:lnTo>
                    <a:pt x="260" y="212"/>
                  </a:lnTo>
                  <a:lnTo>
                    <a:pt x="253" y="203"/>
                  </a:lnTo>
                  <a:lnTo>
                    <a:pt x="259" y="201"/>
                  </a:lnTo>
                  <a:lnTo>
                    <a:pt x="264" y="204"/>
                  </a:lnTo>
                  <a:lnTo>
                    <a:pt x="269" y="208"/>
                  </a:lnTo>
                  <a:lnTo>
                    <a:pt x="276" y="211"/>
                  </a:lnTo>
                  <a:lnTo>
                    <a:pt x="289" y="213"/>
                  </a:lnTo>
                  <a:lnTo>
                    <a:pt x="298" y="207"/>
                  </a:lnTo>
                  <a:lnTo>
                    <a:pt x="306" y="195"/>
                  </a:lnTo>
                  <a:lnTo>
                    <a:pt x="313" y="184"/>
                  </a:lnTo>
                  <a:lnTo>
                    <a:pt x="308" y="180"/>
                  </a:lnTo>
                  <a:lnTo>
                    <a:pt x="301" y="176"/>
                  </a:lnTo>
                  <a:lnTo>
                    <a:pt x="294" y="173"/>
                  </a:lnTo>
                  <a:lnTo>
                    <a:pt x="288" y="172"/>
                  </a:lnTo>
                  <a:lnTo>
                    <a:pt x="281" y="171"/>
                  </a:lnTo>
                  <a:lnTo>
                    <a:pt x="275" y="169"/>
                  </a:lnTo>
                  <a:lnTo>
                    <a:pt x="267" y="168"/>
                  </a:lnTo>
                  <a:lnTo>
                    <a:pt x="260" y="167"/>
                  </a:lnTo>
                  <a:lnTo>
                    <a:pt x="259" y="164"/>
                  </a:lnTo>
                  <a:lnTo>
                    <a:pt x="257" y="160"/>
                  </a:lnTo>
                  <a:lnTo>
                    <a:pt x="256" y="156"/>
                  </a:lnTo>
                  <a:lnTo>
                    <a:pt x="257" y="154"/>
                  </a:lnTo>
                  <a:lnTo>
                    <a:pt x="261" y="150"/>
                  </a:lnTo>
                  <a:lnTo>
                    <a:pt x="267" y="146"/>
                  </a:lnTo>
                  <a:lnTo>
                    <a:pt x="272" y="143"/>
                  </a:lnTo>
                  <a:lnTo>
                    <a:pt x="277" y="140"/>
                  </a:lnTo>
                  <a:lnTo>
                    <a:pt x="282" y="139"/>
                  </a:lnTo>
                  <a:lnTo>
                    <a:pt x="289" y="138"/>
                  </a:lnTo>
                  <a:lnTo>
                    <a:pt x="294" y="138"/>
                  </a:lnTo>
                  <a:lnTo>
                    <a:pt x="301" y="139"/>
                  </a:lnTo>
                  <a:lnTo>
                    <a:pt x="306" y="142"/>
                  </a:lnTo>
                  <a:lnTo>
                    <a:pt x="313" y="144"/>
                  </a:lnTo>
                  <a:lnTo>
                    <a:pt x="318" y="147"/>
                  </a:lnTo>
                  <a:lnTo>
                    <a:pt x="324" y="151"/>
                  </a:lnTo>
                  <a:lnTo>
                    <a:pt x="324" y="127"/>
                  </a:lnTo>
                  <a:lnTo>
                    <a:pt x="320" y="103"/>
                  </a:lnTo>
                  <a:lnTo>
                    <a:pt x="316" y="79"/>
                  </a:lnTo>
                  <a:lnTo>
                    <a:pt x="310" y="57"/>
                  </a:lnTo>
                  <a:lnTo>
                    <a:pt x="298" y="42"/>
                  </a:lnTo>
                  <a:lnTo>
                    <a:pt x="286" y="30"/>
                  </a:lnTo>
                  <a:lnTo>
                    <a:pt x="272" y="21"/>
                  </a:lnTo>
                  <a:lnTo>
                    <a:pt x="256" y="14"/>
                  </a:lnTo>
                  <a:lnTo>
                    <a:pt x="239" y="9"/>
                  </a:lnTo>
                  <a:lnTo>
                    <a:pt x="222" y="5"/>
                  </a:lnTo>
                  <a:lnTo>
                    <a:pt x="204" y="2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54" y="1"/>
                  </a:lnTo>
                  <a:lnTo>
                    <a:pt x="138" y="2"/>
                  </a:lnTo>
                  <a:lnTo>
                    <a:pt x="122" y="4"/>
                  </a:lnTo>
                  <a:lnTo>
                    <a:pt x="108" y="9"/>
                  </a:lnTo>
                  <a:lnTo>
                    <a:pt x="96" y="16"/>
                  </a:lnTo>
                  <a:lnTo>
                    <a:pt x="84" y="26"/>
                  </a:lnTo>
                  <a:lnTo>
                    <a:pt x="76" y="4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8" name="Freeform 40"/>
            <p:cNvSpPr>
              <a:spLocks/>
            </p:cNvSpPr>
            <p:nvPr/>
          </p:nvSpPr>
          <p:spPr bwMode="auto">
            <a:xfrm>
              <a:off x="3602038" y="3070225"/>
              <a:ext cx="155575" cy="73025"/>
            </a:xfrm>
            <a:custGeom>
              <a:avLst/>
              <a:gdLst>
                <a:gd name="T0" fmla="*/ 0 w 98"/>
                <a:gd name="T1" fmla="*/ 26 h 46"/>
                <a:gd name="T2" fmla="*/ 1 w 98"/>
                <a:gd name="T3" fmla="*/ 28 h 46"/>
                <a:gd name="T4" fmla="*/ 3 w 98"/>
                <a:gd name="T5" fmla="*/ 30 h 46"/>
                <a:gd name="T6" fmla="*/ 4 w 98"/>
                <a:gd name="T7" fmla="*/ 31 h 46"/>
                <a:gd name="T8" fmla="*/ 5 w 98"/>
                <a:gd name="T9" fmla="*/ 32 h 46"/>
                <a:gd name="T10" fmla="*/ 16 w 98"/>
                <a:gd name="T11" fmla="*/ 31 h 46"/>
                <a:gd name="T12" fmla="*/ 28 w 98"/>
                <a:gd name="T13" fmla="*/ 31 h 46"/>
                <a:gd name="T14" fmla="*/ 39 w 98"/>
                <a:gd name="T15" fmla="*/ 31 h 46"/>
                <a:gd name="T16" fmla="*/ 49 w 98"/>
                <a:gd name="T17" fmla="*/ 32 h 46"/>
                <a:gd name="T18" fmla="*/ 60 w 98"/>
                <a:gd name="T19" fmla="*/ 34 h 46"/>
                <a:gd name="T20" fmla="*/ 69 w 98"/>
                <a:gd name="T21" fmla="*/ 36 h 46"/>
                <a:gd name="T22" fmla="*/ 78 w 98"/>
                <a:gd name="T23" fmla="*/ 40 h 46"/>
                <a:gd name="T24" fmla="*/ 88 w 98"/>
                <a:gd name="T25" fmla="*/ 44 h 46"/>
                <a:gd name="T26" fmla="*/ 92 w 98"/>
                <a:gd name="T27" fmla="*/ 46 h 46"/>
                <a:gd name="T28" fmla="*/ 96 w 98"/>
                <a:gd name="T29" fmla="*/ 44 h 46"/>
                <a:gd name="T30" fmla="*/ 97 w 98"/>
                <a:gd name="T31" fmla="*/ 40 h 46"/>
                <a:gd name="T32" fmla="*/ 98 w 98"/>
                <a:gd name="T33" fmla="*/ 36 h 46"/>
                <a:gd name="T34" fmla="*/ 93 w 98"/>
                <a:gd name="T35" fmla="*/ 24 h 46"/>
                <a:gd name="T36" fmla="*/ 84 w 98"/>
                <a:gd name="T37" fmla="*/ 15 h 46"/>
                <a:gd name="T38" fmla="*/ 73 w 98"/>
                <a:gd name="T39" fmla="*/ 7 h 46"/>
                <a:gd name="T40" fmla="*/ 61 w 98"/>
                <a:gd name="T41" fmla="*/ 2 h 46"/>
                <a:gd name="T42" fmla="*/ 52 w 98"/>
                <a:gd name="T43" fmla="*/ 0 h 46"/>
                <a:gd name="T44" fmla="*/ 44 w 98"/>
                <a:gd name="T45" fmla="*/ 0 h 46"/>
                <a:gd name="T46" fmla="*/ 35 w 98"/>
                <a:gd name="T47" fmla="*/ 2 h 46"/>
                <a:gd name="T48" fmla="*/ 27 w 98"/>
                <a:gd name="T49" fmla="*/ 4 h 46"/>
                <a:gd name="T50" fmla="*/ 20 w 98"/>
                <a:gd name="T51" fmla="*/ 8 h 46"/>
                <a:gd name="T52" fmla="*/ 12 w 98"/>
                <a:gd name="T53" fmla="*/ 12 h 46"/>
                <a:gd name="T54" fmla="*/ 5 w 98"/>
                <a:gd name="T55" fmla="*/ 19 h 46"/>
                <a:gd name="T56" fmla="*/ 0 w 98"/>
                <a:gd name="T57" fmla="*/ 2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8" h="46">
                  <a:moveTo>
                    <a:pt x="0" y="26"/>
                  </a:moveTo>
                  <a:lnTo>
                    <a:pt x="1" y="28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5" y="32"/>
                  </a:lnTo>
                  <a:lnTo>
                    <a:pt x="16" y="31"/>
                  </a:lnTo>
                  <a:lnTo>
                    <a:pt x="28" y="31"/>
                  </a:lnTo>
                  <a:lnTo>
                    <a:pt x="39" y="31"/>
                  </a:lnTo>
                  <a:lnTo>
                    <a:pt x="49" y="32"/>
                  </a:lnTo>
                  <a:lnTo>
                    <a:pt x="60" y="34"/>
                  </a:lnTo>
                  <a:lnTo>
                    <a:pt x="69" y="36"/>
                  </a:lnTo>
                  <a:lnTo>
                    <a:pt x="78" y="40"/>
                  </a:lnTo>
                  <a:lnTo>
                    <a:pt x="88" y="44"/>
                  </a:lnTo>
                  <a:lnTo>
                    <a:pt x="92" y="46"/>
                  </a:lnTo>
                  <a:lnTo>
                    <a:pt x="96" y="44"/>
                  </a:lnTo>
                  <a:lnTo>
                    <a:pt x="97" y="40"/>
                  </a:lnTo>
                  <a:lnTo>
                    <a:pt x="98" y="36"/>
                  </a:lnTo>
                  <a:lnTo>
                    <a:pt x="93" y="24"/>
                  </a:lnTo>
                  <a:lnTo>
                    <a:pt x="84" y="15"/>
                  </a:lnTo>
                  <a:lnTo>
                    <a:pt x="73" y="7"/>
                  </a:lnTo>
                  <a:lnTo>
                    <a:pt x="61" y="2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35" y="2"/>
                  </a:lnTo>
                  <a:lnTo>
                    <a:pt x="27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5" y="19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9" name="Freeform 41"/>
            <p:cNvSpPr>
              <a:spLocks/>
            </p:cNvSpPr>
            <p:nvPr/>
          </p:nvSpPr>
          <p:spPr bwMode="auto">
            <a:xfrm>
              <a:off x="3621088" y="3086100"/>
              <a:ext cx="115888" cy="39687"/>
            </a:xfrm>
            <a:custGeom>
              <a:avLst/>
              <a:gdLst>
                <a:gd name="T0" fmla="*/ 0 w 73"/>
                <a:gd name="T1" fmla="*/ 13 h 25"/>
                <a:gd name="T2" fmla="*/ 9 w 73"/>
                <a:gd name="T3" fmla="*/ 12 h 25"/>
                <a:gd name="T4" fmla="*/ 19 w 73"/>
                <a:gd name="T5" fmla="*/ 10 h 25"/>
                <a:gd name="T6" fmla="*/ 29 w 73"/>
                <a:gd name="T7" fmla="*/ 12 h 25"/>
                <a:gd name="T8" fmla="*/ 39 w 73"/>
                <a:gd name="T9" fmla="*/ 13 h 25"/>
                <a:gd name="T10" fmla="*/ 48 w 73"/>
                <a:gd name="T11" fmla="*/ 14 h 25"/>
                <a:gd name="T12" fmla="*/ 56 w 73"/>
                <a:gd name="T13" fmla="*/ 17 h 25"/>
                <a:gd name="T14" fmla="*/ 65 w 73"/>
                <a:gd name="T15" fmla="*/ 21 h 25"/>
                <a:gd name="T16" fmla="*/ 73 w 73"/>
                <a:gd name="T17" fmla="*/ 25 h 25"/>
                <a:gd name="T18" fmla="*/ 68 w 73"/>
                <a:gd name="T19" fmla="*/ 16 h 25"/>
                <a:gd name="T20" fmla="*/ 58 w 73"/>
                <a:gd name="T21" fmla="*/ 9 h 25"/>
                <a:gd name="T22" fmla="*/ 49 w 73"/>
                <a:gd name="T23" fmla="*/ 4 h 25"/>
                <a:gd name="T24" fmla="*/ 40 w 73"/>
                <a:gd name="T25" fmla="*/ 0 h 25"/>
                <a:gd name="T26" fmla="*/ 35 w 73"/>
                <a:gd name="T27" fmla="*/ 1 h 25"/>
                <a:gd name="T28" fmla="*/ 29 w 73"/>
                <a:gd name="T29" fmla="*/ 1 h 25"/>
                <a:gd name="T30" fmla="*/ 24 w 73"/>
                <a:gd name="T31" fmla="*/ 2 h 25"/>
                <a:gd name="T32" fmla="*/ 19 w 73"/>
                <a:gd name="T33" fmla="*/ 4 h 25"/>
                <a:gd name="T34" fmla="*/ 13 w 73"/>
                <a:gd name="T35" fmla="*/ 5 h 25"/>
                <a:gd name="T36" fmla="*/ 9 w 73"/>
                <a:gd name="T37" fmla="*/ 6 h 25"/>
                <a:gd name="T38" fmla="*/ 4 w 73"/>
                <a:gd name="T39" fmla="*/ 9 h 25"/>
                <a:gd name="T40" fmla="*/ 0 w 73"/>
                <a:gd name="T41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3" h="25">
                  <a:moveTo>
                    <a:pt x="0" y="13"/>
                  </a:moveTo>
                  <a:lnTo>
                    <a:pt x="9" y="12"/>
                  </a:lnTo>
                  <a:lnTo>
                    <a:pt x="19" y="10"/>
                  </a:lnTo>
                  <a:lnTo>
                    <a:pt x="29" y="12"/>
                  </a:lnTo>
                  <a:lnTo>
                    <a:pt x="39" y="13"/>
                  </a:lnTo>
                  <a:lnTo>
                    <a:pt x="48" y="14"/>
                  </a:lnTo>
                  <a:lnTo>
                    <a:pt x="56" y="17"/>
                  </a:lnTo>
                  <a:lnTo>
                    <a:pt x="65" y="21"/>
                  </a:lnTo>
                  <a:lnTo>
                    <a:pt x="73" y="25"/>
                  </a:lnTo>
                  <a:lnTo>
                    <a:pt x="68" y="16"/>
                  </a:lnTo>
                  <a:lnTo>
                    <a:pt x="58" y="9"/>
                  </a:lnTo>
                  <a:lnTo>
                    <a:pt x="49" y="4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9" y="1"/>
                  </a:lnTo>
                  <a:lnTo>
                    <a:pt x="24" y="2"/>
                  </a:lnTo>
                  <a:lnTo>
                    <a:pt x="19" y="4"/>
                  </a:lnTo>
                  <a:lnTo>
                    <a:pt x="13" y="5"/>
                  </a:lnTo>
                  <a:lnTo>
                    <a:pt x="9" y="6"/>
                  </a:lnTo>
                  <a:lnTo>
                    <a:pt x="4" y="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0" name="Freeform 42"/>
            <p:cNvSpPr>
              <a:spLocks/>
            </p:cNvSpPr>
            <p:nvPr/>
          </p:nvSpPr>
          <p:spPr bwMode="auto">
            <a:xfrm>
              <a:off x="3432176" y="3106738"/>
              <a:ext cx="38100" cy="103187"/>
            </a:xfrm>
            <a:custGeom>
              <a:avLst/>
              <a:gdLst>
                <a:gd name="T0" fmla="*/ 0 w 24"/>
                <a:gd name="T1" fmla="*/ 7 h 65"/>
                <a:gd name="T2" fmla="*/ 0 w 24"/>
                <a:gd name="T3" fmla="*/ 8 h 65"/>
                <a:gd name="T4" fmla="*/ 4 w 24"/>
                <a:gd name="T5" fmla="*/ 9 h 65"/>
                <a:gd name="T6" fmla="*/ 6 w 24"/>
                <a:gd name="T7" fmla="*/ 9 h 65"/>
                <a:gd name="T8" fmla="*/ 10 w 24"/>
                <a:gd name="T9" fmla="*/ 11 h 65"/>
                <a:gd name="T10" fmla="*/ 12 w 24"/>
                <a:gd name="T11" fmla="*/ 15 h 65"/>
                <a:gd name="T12" fmla="*/ 8 w 24"/>
                <a:gd name="T13" fmla="*/ 16 h 65"/>
                <a:gd name="T14" fmla="*/ 9 w 24"/>
                <a:gd name="T15" fmla="*/ 19 h 65"/>
                <a:gd name="T16" fmla="*/ 10 w 24"/>
                <a:gd name="T17" fmla="*/ 21 h 65"/>
                <a:gd name="T18" fmla="*/ 12 w 24"/>
                <a:gd name="T19" fmla="*/ 24 h 65"/>
                <a:gd name="T20" fmla="*/ 2 w 24"/>
                <a:gd name="T21" fmla="*/ 32 h 65"/>
                <a:gd name="T22" fmla="*/ 1 w 24"/>
                <a:gd name="T23" fmla="*/ 41 h 65"/>
                <a:gd name="T24" fmla="*/ 2 w 24"/>
                <a:gd name="T25" fmla="*/ 52 h 65"/>
                <a:gd name="T26" fmla="*/ 2 w 24"/>
                <a:gd name="T27" fmla="*/ 62 h 65"/>
                <a:gd name="T28" fmla="*/ 5 w 24"/>
                <a:gd name="T29" fmla="*/ 65 h 65"/>
                <a:gd name="T30" fmla="*/ 9 w 24"/>
                <a:gd name="T31" fmla="*/ 65 h 65"/>
                <a:gd name="T32" fmla="*/ 13 w 24"/>
                <a:gd name="T33" fmla="*/ 65 h 65"/>
                <a:gd name="T34" fmla="*/ 17 w 24"/>
                <a:gd name="T35" fmla="*/ 65 h 65"/>
                <a:gd name="T36" fmla="*/ 17 w 24"/>
                <a:gd name="T37" fmla="*/ 64 h 65"/>
                <a:gd name="T38" fmla="*/ 17 w 24"/>
                <a:gd name="T39" fmla="*/ 62 h 65"/>
                <a:gd name="T40" fmla="*/ 16 w 24"/>
                <a:gd name="T41" fmla="*/ 62 h 65"/>
                <a:gd name="T42" fmla="*/ 14 w 24"/>
                <a:gd name="T43" fmla="*/ 61 h 65"/>
                <a:gd name="T44" fmla="*/ 16 w 24"/>
                <a:gd name="T45" fmla="*/ 56 h 65"/>
                <a:gd name="T46" fmla="*/ 14 w 24"/>
                <a:gd name="T47" fmla="*/ 49 h 65"/>
                <a:gd name="T48" fmla="*/ 13 w 24"/>
                <a:gd name="T49" fmla="*/ 44 h 65"/>
                <a:gd name="T50" fmla="*/ 12 w 24"/>
                <a:gd name="T51" fmla="*/ 38 h 65"/>
                <a:gd name="T52" fmla="*/ 16 w 24"/>
                <a:gd name="T53" fmla="*/ 38 h 65"/>
                <a:gd name="T54" fmla="*/ 14 w 24"/>
                <a:gd name="T55" fmla="*/ 38 h 65"/>
                <a:gd name="T56" fmla="*/ 13 w 24"/>
                <a:gd name="T57" fmla="*/ 38 h 65"/>
                <a:gd name="T58" fmla="*/ 12 w 24"/>
                <a:gd name="T59" fmla="*/ 38 h 65"/>
                <a:gd name="T60" fmla="*/ 10 w 24"/>
                <a:gd name="T61" fmla="*/ 37 h 65"/>
                <a:gd name="T62" fmla="*/ 13 w 24"/>
                <a:gd name="T63" fmla="*/ 37 h 65"/>
                <a:gd name="T64" fmla="*/ 16 w 24"/>
                <a:gd name="T65" fmla="*/ 36 h 65"/>
                <a:gd name="T66" fmla="*/ 18 w 24"/>
                <a:gd name="T67" fmla="*/ 36 h 65"/>
                <a:gd name="T68" fmla="*/ 21 w 24"/>
                <a:gd name="T69" fmla="*/ 36 h 65"/>
                <a:gd name="T70" fmla="*/ 24 w 24"/>
                <a:gd name="T71" fmla="*/ 28 h 65"/>
                <a:gd name="T72" fmla="*/ 24 w 24"/>
                <a:gd name="T73" fmla="*/ 21 h 65"/>
                <a:gd name="T74" fmla="*/ 21 w 24"/>
                <a:gd name="T75" fmla="*/ 13 h 65"/>
                <a:gd name="T76" fmla="*/ 18 w 24"/>
                <a:gd name="T77" fmla="*/ 7 h 65"/>
                <a:gd name="T78" fmla="*/ 14 w 24"/>
                <a:gd name="T79" fmla="*/ 3 h 65"/>
                <a:gd name="T80" fmla="*/ 8 w 24"/>
                <a:gd name="T81" fmla="*/ 0 h 65"/>
                <a:gd name="T82" fmla="*/ 2 w 24"/>
                <a:gd name="T83" fmla="*/ 1 h 65"/>
                <a:gd name="T84" fmla="*/ 0 w 24"/>
                <a:gd name="T85" fmla="*/ 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" h="65">
                  <a:moveTo>
                    <a:pt x="0" y="7"/>
                  </a:moveTo>
                  <a:lnTo>
                    <a:pt x="0" y="8"/>
                  </a:lnTo>
                  <a:lnTo>
                    <a:pt x="4" y="9"/>
                  </a:lnTo>
                  <a:lnTo>
                    <a:pt x="6" y="9"/>
                  </a:lnTo>
                  <a:lnTo>
                    <a:pt x="10" y="11"/>
                  </a:lnTo>
                  <a:lnTo>
                    <a:pt x="12" y="15"/>
                  </a:lnTo>
                  <a:lnTo>
                    <a:pt x="8" y="16"/>
                  </a:lnTo>
                  <a:lnTo>
                    <a:pt x="9" y="19"/>
                  </a:lnTo>
                  <a:lnTo>
                    <a:pt x="10" y="21"/>
                  </a:lnTo>
                  <a:lnTo>
                    <a:pt x="12" y="24"/>
                  </a:lnTo>
                  <a:lnTo>
                    <a:pt x="2" y="32"/>
                  </a:lnTo>
                  <a:lnTo>
                    <a:pt x="1" y="41"/>
                  </a:lnTo>
                  <a:lnTo>
                    <a:pt x="2" y="52"/>
                  </a:lnTo>
                  <a:lnTo>
                    <a:pt x="2" y="62"/>
                  </a:lnTo>
                  <a:lnTo>
                    <a:pt x="5" y="65"/>
                  </a:lnTo>
                  <a:lnTo>
                    <a:pt x="9" y="65"/>
                  </a:lnTo>
                  <a:lnTo>
                    <a:pt x="13" y="65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4" y="61"/>
                  </a:lnTo>
                  <a:lnTo>
                    <a:pt x="16" y="56"/>
                  </a:lnTo>
                  <a:lnTo>
                    <a:pt x="14" y="49"/>
                  </a:lnTo>
                  <a:lnTo>
                    <a:pt x="13" y="44"/>
                  </a:lnTo>
                  <a:lnTo>
                    <a:pt x="12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12" y="38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21" y="36"/>
                  </a:lnTo>
                  <a:lnTo>
                    <a:pt x="24" y="28"/>
                  </a:lnTo>
                  <a:lnTo>
                    <a:pt x="24" y="21"/>
                  </a:lnTo>
                  <a:lnTo>
                    <a:pt x="21" y="13"/>
                  </a:lnTo>
                  <a:lnTo>
                    <a:pt x="18" y="7"/>
                  </a:lnTo>
                  <a:lnTo>
                    <a:pt x="14" y="3"/>
                  </a:lnTo>
                  <a:lnTo>
                    <a:pt x="8" y="0"/>
                  </a:lnTo>
                  <a:lnTo>
                    <a:pt x="2" y="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1" name="Freeform 43"/>
            <p:cNvSpPr>
              <a:spLocks/>
            </p:cNvSpPr>
            <p:nvPr/>
          </p:nvSpPr>
          <p:spPr bwMode="auto">
            <a:xfrm>
              <a:off x="3844926" y="3130550"/>
              <a:ext cx="77788" cy="39687"/>
            </a:xfrm>
            <a:custGeom>
              <a:avLst/>
              <a:gdLst>
                <a:gd name="T0" fmla="*/ 0 w 49"/>
                <a:gd name="T1" fmla="*/ 6 h 25"/>
                <a:gd name="T2" fmla="*/ 0 w 49"/>
                <a:gd name="T3" fmla="*/ 9 h 25"/>
                <a:gd name="T4" fmla="*/ 6 w 49"/>
                <a:gd name="T5" fmla="*/ 9 h 25"/>
                <a:gd name="T6" fmla="*/ 13 w 49"/>
                <a:gd name="T7" fmla="*/ 9 h 25"/>
                <a:gd name="T8" fmla="*/ 19 w 49"/>
                <a:gd name="T9" fmla="*/ 12 h 25"/>
                <a:gd name="T10" fmla="*/ 25 w 49"/>
                <a:gd name="T11" fmla="*/ 13 h 25"/>
                <a:gd name="T12" fmla="*/ 30 w 49"/>
                <a:gd name="T13" fmla="*/ 16 h 25"/>
                <a:gd name="T14" fmla="*/ 35 w 49"/>
                <a:gd name="T15" fmla="*/ 18 h 25"/>
                <a:gd name="T16" fmla="*/ 41 w 49"/>
                <a:gd name="T17" fmla="*/ 21 h 25"/>
                <a:gd name="T18" fmla="*/ 46 w 49"/>
                <a:gd name="T19" fmla="*/ 25 h 25"/>
                <a:gd name="T20" fmla="*/ 47 w 49"/>
                <a:gd name="T21" fmla="*/ 22 h 25"/>
                <a:gd name="T22" fmla="*/ 49 w 49"/>
                <a:gd name="T23" fmla="*/ 19 h 25"/>
                <a:gd name="T24" fmla="*/ 49 w 49"/>
                <a:gd name="T25" fmla="*/ 18 h 25"/>
                <a:gd name="T26" fmla="*/ 47 w 49"/>
                <a:gd name="T27" fmla="*/ 16 h 25"/>
                <a:gd name="T28" fmla="*/ 42 w 49"/>
                <a:gd name="T29" fmla="*/ 12 h 25"/>
                <a:gd name="T30" fmla="*/ 37 w 49"/>
                <a:gd name="T31" fmla="*/ 8 h 25"/>
                <a:gd name="T32" fmla="*/ 31 w 49"/>
                <a:gd name="T33" fmla="*/ 4 h 25"/>
                <a:gd name="T34" fmla="*/ 25 w 49"/>
                <a:gd name="T35" fmla="*/ 1 h 25"/>
                <a:gd name="T36" fmla="*/ 18 w 49"/>
                <a:gd name="T37" fmla="*/ 0 h 25"/>
                <a:gd name="T38" fmla="*/ 11 w 49"/>
                <a:gd name="T39" fmla="*/ 0 h 25"/>
                <a:gd name="T40" fmla="*/ 5 w 49"/>
                <a:gd name="T41" fmla="*/ 2 h 25"/>
                <a:gd name="T42" fmla="*/ 0 w 49"/>
                <a:gd name="T43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9" h="25">
                  <a:moveTo>
                    <a:pt x="0" y="6"/>
                  </a:moveTo>
                  <a:lnTo>
                    <a:pt x="0" y="9"/>
                  </a:lnTo>
                  <a:lnTo>
                    <a:pt x="6" y="9"/>
                  </a:lnTo>
                  <a:lnTo>
                    <a:pt x="13" y="9"/>
                  </a:lnTo>
                  <a:lnTo>
                    <a:pt x="19" y="12"/>
                  </a:lnTo>
                  <a:lnTo>
                    <a:pt x="25" y="13"/>
                  </a:lnTo>
                  <a:lnTo>
                    <a:pt x="30" y="16"/>
                  </a:lnTo>
                  <a:lnTo>
                    <a:pt x="35" y="18"/>
                  </a:lnTo>
                  <a:lnTo>
                    <a:pt x="41" y="21"/>
                  </a:lnTo>
                  <a:lnTo>
                    <a:pt x="46" y="25"/>
                  </a:lnTo>
                  <a:lnTo>
                    <a:pt x="47" y="22"/>
                  </a:lnTo>
                  <a:lnTo>
                    <a:pt x="49" y="19"/>
                  </a:lnTo>
                  <a:lnTo>
                    <a:pt x="49" y="18"/>
                  </a:lnTo>
                  <a:lnTo>
                    <a:pt x="47" y="16"/>
                  </a:lnTo>
                  <a:lnTo>
                    <a:pt x="42" y="12"/>
                  </a:lnTo>
                  <a:lnTo>
                    <a:pt x="37" y="8"/>
                  </a:lnTo>
                  <a:lnTo>
                    <a:pt x="31" y="4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1" y="0"/>
                  </a:lnTo>
                  <a:lnTo>
                    <a:pt x="5" y="2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2" name="Freeform 44"/>
            <p:cNvSpPr>
              <a:spLocks/>
            </p:cNvSpPr>
            <p:nvPr/>
          </p:nvSpPr>
          <p:spPr bwMode="auto">
            <a:xfrm>
              <a:off x="3635376" y="3165475"/>
              <a:ext cx="88900" cy="39687"/>
            </a:xfrm>
            <a:custGeom>
              <a:avLst/>
              <a:gdLst>
                <a:gd name="T0" fmla="*/ 0 w 56"/>
                <a:gd name="T1" fmla="*/ 3 h 25"/>
                <a:gd name="T2" fmla="*/ 6 w 56"/>
                <a:gd name="T3" fmla="*/ 8 h 25"/>
                <a:gd name="T4" fmla="*/ 10 w 56"/>
                <a:gd name="T5" fmla="*/ 13 h 25"/>
                <a:gd name="T6" fmla="*/ 16 w 56"/>
                <a:gd name="T7" fmla="*/ 17 h 25"/>
                <a:gd name="T8" fmla="*/ 22 w 56"/>
                <a:gd name="T9" fmla="*/ 21 h 25"/>
                <a:gd name="T10" fmla="*/ 28 w 56"/>
                <a:gd name="T11" fmla="*/ 24 h 25"/>
                <a:gd name="T12" fmla="*/ 35 w 56"/>
                <a:gd name="T13" fmla="*/ 25 h 25"/>
                <a:gd name="T14" fmla="*/ 41 w 56"/>
                <a:gd name="T15" fmla="*/ 25 h 25"/>
                <a:gd name="T16" fmla="*/ 48 w 56"/>
                <a:gd name="T17" fmla="*/ 24 h 25"/>
                <a:gd name="T18" fmla="*/ 52 w 56"/>
                <a:gd name="T19" fmla="*/ 23 h 25"/>
                <a:gd name="T20" fmla="*/ 55 w 56"/>
                <a:gd name="T21" fmla="*/ 21 h 25"/>
                <a:gd name="T22" fmla="*/ 55 w 56"/>
                <a:gd name="T23" fmla="*/ 19 h 25"/>
                <a:gd name="T24" fmla="*/ 56 w 56"/>
                <a:gd name="T25" fmla="*/ 16 h 25"/>
                <a:gd name="T26" fmla="*/ 49 w 56"/>
                <a:gd name="T27" fmla="*/ 15 h 25"/>
                <a:gd name="T28" fmla="*/ 43 w 56"/>
                <a:gd name="T29" fmla="*/ 15 h 25"/>
                <a:gd name="T30" fmla="*/ 35 w 56"/>
                <a:gd name="T31" fmla="*/ 13 h 25"/>
                <a:gd name="T32" fmla="*/ 28 w 56"/>
                <a:gd name="T33" fmla="*/ 12 h 25"/>
                <a:gd name="T34" fmla="*/ 22 w 56"/>
                <a:gd name="T35" fmla="*/ 9 h 25"/>
                <a:gd name="T36" fmla="*/ 16 w 56"/>
                <a:gd name="T37" fmla="*/ 7 h 25"/>
                <a:gd name="T38" fmla="*/ 10 w 56"/>
                <a:gd name="T39" fmla="*/ 4 h 25"/>
                <a:gd name="T40" fmla="*/ 4 w 56"/>
                <a:gd name="T41" fmla="*/ 0 h 25"/>
                <a:gd name="T42" fmla="*/ 3 w 56"/>
                <a:gd name="T43" fmla="*/ 0 h 25"/>
                <a:gd name="T44" fmla="*/ 2 w 56"/>
                <a:gd name="T45" fmla="*/ 0 h 25"/>
                <a:gd name="T46" fmla="*/ 2 w 56"/>
                <a:gd name="T47" fmla="*/ 1 h 25"/>
                <a:gd name="T48" fmla="*/ 0 w 56"/>
                <a:gd name="T49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25">
                  <a:moveTo>
                    <a:pt x="0" y="3"/>
                  </a:moveTo>
                  <a:lnTo>
                    <a:pt x="6" y="8"/>
                  </a:lnTo>
                  <a:lnTo>
                    <a:pt x="10" y="13"/>
                  </a:lnTo>
                  <a:lnTo>
                    <a:pt x="16" y="17"/>
                  </a:lnTo>
                  <a:lnTo>
                    <a:pt x="22" y="21"/>
                  </a:lnTo>
                  <a:lnTo>
                    <a:pt x="28" y="24"/>
                  </a:lnTo>
                  <a:lnTo>
                    <a:pt x="35" y="25"/>
                  </a:lnTo>
                  <a:lnTo>
                    <a:pt x="41" y="25"/>
                  </a:lnTo>
                  <a:lnTo>
                    <a:pt x="48" y="24"/>
                  </a:lnTo>
                  <a:lnTo>
                    <a:pt x="52" y="23"/>
                  </a:lnTo>
                  <a:lnTo>
                    <a:pt x="55" y="21"/>
                  </a:lnTo>
                  <a:lnTo>
                    <a:pt x="55" y="19"/>
                  </a:lnTo>
                  <a:lnTo>
                    <a:pt x="56" y="16"/>
                  </a:lnTo>
                  <a:lnTo>
                    <a:pt x="49" y="15"/>
                  </a:lnTo>
                  <a:lnTo>
                    <a:pt x="43" y="15"/>
                  </a:lnTo>
                  <a:lnTo>
                    <a:pt x="35" y="13"/>
                  </a:lnTo>
                  <a:lnTo>
                    <a:pt x="28" y="12"/>
                  </a:lnTo>
                  <a:lnTo>
                    <a:pt x="22" y="9"/>
                  </a:lnTo>
                  <a:lnTo>
                    <a:pt x="16" y="7"/>
                  </a:lnTo>
                  <a:lnTo>
                    <a:pt x="10" y="4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3" name="Freeform 45"/>
            <p:cNvSpPr>
              <a:spLocks/>
            </p:cNvSpPr>
            <p:nvPr/>
          </p:nvSpPr>
          <p:spPr bwMode="auto">
            <a:xfrm>
              <a:off x="3719513" y="3228975"/>
              <a:ext cx="88900" cy="147637"/>
            </a:xfrm>
            <a:custGeom>
              <a:avLst/>
              <a:gdLst>
                <a:gd name="T0" fmla="*/ 36 w 56"/>
                <a:gd name="T1" fmla="*/ 61 h 93"/>
                <a:gd name="T2" fmla="*/ 37 w 56"/>
                <a:gd name="T3" fmla="*/ 65 h 93"/>
                <a:gd name="T4" fmla="*/ 37 w 56"/>
                <a:gd name="T5" fmla="*/ 69 h 93"/>
                <a:gd name="T6" fmla="*/ 37 w 56"/>
                <a:gd name="T7" fmla="*/ 73 h 93"/>
                <a:gd name="T8" fmla="*/ 36 w 56"/>
                <a:gd name="T9" fmla="*/ 78 h 93"/>
                <a:gd name="T10" fmla="*/ 31 w 56"/>
                <a:gd name="T11" fmla="*/ 82 h 93"/>
                <a:gd name="T12" fmla="*/ 26 w 56"/>
                <a:gd name="T13" fmla="*/ 83 h 93"/>
                <a:gd name="T14" fmla="*/ 19 w 56"/>
                <a:gd name="T15" fmla="*/ 83 h 93"/>
                <a:gd name="T16" fmla="*/ 12 w 56"/>
                <a:gd name="T17" fmla="*/ 83 h 93"/>
                <a:gd name="T18" fmla="*/ 10 w 56"/>
                <a:gd name="T19" fmla="*/ 82 h 93"/>
                <a:gd name="T20" fmla="*/ 7 w 56"/>
                <a:gd name="T21" fmla="*/ 79 h 93"/>
                <a:gd name="T22" fmla="*/ 4 w 56"/>
                <a:gd name="T23" fmla="*/ 78 h 93"/>
                <a:gd name="T24" fmla="*/ 0 w 56"/>
                <a:gd name="T25" fmla="*/ 79 h 93"/>
                <a:gd name="T26" fmla="*/ 0 w 56"/>
                <a:gd name="T27" fmla="*/ 85 h 93"/>
                <a:gd name="T28" fmla="*/ 4 w 56"/>
                <a:gd name="T29" fmla="*/ 87 h 93"/>
                <a:gd name="T30" fmla="*/ 10 w 56"/>
                <a:gd name="T31" fmla="*/ 89 h 93"/>
                <a:gd name="T32" fmla="*/ 14 w 56"/>
                <a:gd name="T33" fmla="*/ 91 h 93"/>
                <a:gd name="T34" fmla="*/ 22 w 56"/>
                <a:gd name="T35" fmla="*/ 93 h 93"/>
                <a:gd name="T36" fmla="*/ 28 w 56"/>
                <a:gd name="T37" fmla="*/ 91 h 93"/>
                <a:gd name="T38" fmla="*/ 36 w 56"/>
                <a:gd name="T39" fmla="*/ 90 h 93"/>
                <a:gd name="T40" fmla="*/ 43 w 56"/>
                <a:gd name="T41" fmla="*/ 87 h 93"/>
                <a:gd name="T42" fmla="*/ 49 w 56"/>
                <a:gd name="T43" fmla="*/ 70 h 93"/>
                <a:gd name="T44" fmla="*/ 49 w 56"/>
                <a:gd name="T45" fmla="*/ 49 h 93"/>
                <a:gd name="T46" fmla="*/ 49 w 56"/>
                <a:gd name="T47" fmla="*/ 29 h 93"/>
                <a:gd name="T48" fmla="*/ 55 w 56"/>
                <a:gd name="T49" fmla="*/ 9 h 93"/>
                <a:gd name="T50" fmla="*/ 55 w 56"/>
                <a:gd name="T51" fmla="*/ 8 h 93"/>
                <a:gd name="T52" fmla="*/ 56 w 56"/>
                <a:gd name="T53" fmla="*/ 7 h 93"/>
                <a:gd name="T54" fmla="*/ 56 w 56"/>
                <a:gd name="T55" fmla="*/ 5 h 93"/>
                <a:gd name="T56" fmla="*/ 56 w 56"/>
                <a:gd name="T57" fmla="*/ 4 h 93"/>
                <a:gd name="T58" fmla="*/ 52 w 56"/>
                <a:gd name="T59" fmla="*/ 0 h 93"/>
                <a:gd name="T60" fmla="*/ 41 w 56"/>
                <a:gd name="T61" fmla="*/ 12 h 93"/>
                <a:gd name="T62" fmla="*/ 36 w 56"/>
                <a:gd name="T63" fmla="*/ 28 h 93"/>
                <a:gd name="T64" fmla="*/ 35 w 56"/>
                <a:gd name="T65" fmla="*/ 44 h 93"/>
                <a:gd name="T66" fmla="*/ 36 w 56"/>
                <a:gd name="T67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93">
                  <a:moveTo>
                    <a:pt x="36" y="61"/>
                  </a:moveTo>
                  <a:lnTo>
                    <a:pt x="37" y="65"/>
                  </a:lnTo>
                  <a:lnTo>
                    <a:pt x="37" y="69"/>
                  </a:lnTo>
                  <a:lnTo>
                    <a:pt x="37" y="73"/>
                  </a:lnTo>
                  <a:lnTo>
                    <a:pt x="36" y="78"/>
                  </a:lnTo>
                  <a:lnTo>
                    <a:pt x="31" y="82"/>
                  </a:lnTo>
                  <a:lnTo>
                    <a:pt x="26" y="83"/>
                  </a:lnTo>
                  <a:lnTo>
                    <a:pt x="19" y="83"/>
                  </a:lnTo>
                  <a:lnTo>
                    <a:pt x="12" y="83"/>
                  </a:lnTo>
                  <a:lnTo>
                    <a:pt x="10" y="82"/>
                  </a:lnTo>
                  <a:lnTo>
                    <a:pt x="7" y="79"/>
                  </a:lnTo>
                  <a:lnTo>
                    <a:pt x="4" y="78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4" y="87"/>
                  </a:lnTo>
                  <a:lnTo>
                    <a:pt x="10" y="89"/>
                  </a:lnTo>
                  <a:lnTo>
                    <a:pt x="14" y="91"/>
                  </a:lnTo>
                  <a:lnTo>
                    <a:pt x="22" y="93"/>
                  </a:lnTo>
                  <a:lnTo>
                    <a:pt x="28" y="91"/>
                  </a:lnTo>
                  <a:lnTo>
                    <a:pt x="36" y="90"/>
                  </a:lnTo>
                  <a:lnTo>
                    <a:pt x="43" y="87"/>
                  </a:lnTo>
                  <a:lnTo>
                    <a:pt x="49" y="70"/>
                  </a:lnTo>
                  <a:lnTo>
                    <a:pt x="49" y="49"/>
                  </a:lnTo>
                  <a:lnTo>
                    <a:pt x="49" y="29"/>
                  </a:lnTo>
                  <a:lnTo>
                    <a:pt x="55" y="9"/>
                  </a:lnTo>
                  <a:lnTo>
                    <a:pt x="55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6" y="4"/>
                  </a:lnTo>
                  <a:lnTo>
                    <a:pt x="52" y="0"/>
                  </a:lnTo>
                  <a:lnTo>
                    <a:pt x="41" y="12"/>
                  </a:lnTo>
                  <a:lnTo>
                    <a:pt x="36" y="28"/>
                  </a:lnTo>
                  <a:lnTo>
                    <a:pt x="35" y="44"/>
                  </a:lnTo>
                  <a:lnTo>
                    <a:pt x="36" y="6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4" name="Freeform 46"/>
            <p:cNvSpPr>
              <a:spLocks/>
            </p:cNvSpPr>
            <p:nvPr/>
          </p:nvSpPr>
          <p:spPr bwMode="auto">
            <a:xfrm>
              <a:off x="3660776" y="3295650"/>
              <a:ext cx="57150" cy="55562"/>
            </a:xfrm>
            <a:custGeom>
              <a:avLst/>
              <a:gdLst>
                <a:gd name="T0" fmla="*/ 2 w 36"/>
                <a:gd name="T1" fmla="*/ 10 h 35"/>
                <a:gd name="T2" fmla="*/ 0 w 36"/>
                <a:gd name="T3" fmla="*/ 16 h 35"/>
                <a:gd name="T4" fmla="*/ 0 w 36"/>
                <a:gd name="T5" fmla="*/ 24 h 35"/>
                <a:gd name="T6" fmla="*/ 3 w 36"/>
                <a:gd name="T7" fmla="*/ 31 h 35"/>
                <a:gd name="T8" fmla="*/ 10 w 36"/>
                <a:gd name="T9" fmla="*/ 35 h 35"/>
                <a:gd name="T10" fmla="*/ 16 w 36"/>
                <a:gd name="T11" fmla="*/ 33 h 35"/>
                <a:gd name="T12" fmla="*/ 23 w 36"/>
                <a:gd name="T13" fmla="*/ 33 h 35"/>
                <a:gd name="T14" fmla="*/ 29 w 36"/>
                <a:gd name="T15" fmla="*/ 35 h 35"/>
                <a:gd name="T16" fmla="*/ 36 w 36"/>
                <a:gd name="T17" fmla="*/ 33 h 35"/>
                <a:gd name="T18" fmla="*/ 33 w 36"/>
                <a:gd name="T19" fmla="*/ 28 h 35"/>
                <a:gd name="T20" fmla="*/ 28 w 36"/>
                <a:gd name="T21" fmla="*/ 27 h 35"/>
                <a:gd name="T22" fmla="*/ 21 w 36"/>
                <a:gd name="T23" fmla="*/ 27 h 35"/>
                <a:gd name="T24" fmla="*/ 16 w 36"/>
                <a:gd name="T25" fmla="*/ 28 h 35"/>
                <a:gd name="T26" fmla="*/ 15 w 36"/>
                <a:gd name="T27" fmla="*/ 28 h 35"/>
                <a:gd name="T28" fmla="*/ 12 w 36"/>
                <a:gd name="T29" fmla="*/ 25 h 35"/>
                <a:gd name="T30" fmla="*/ 8 w 36"/>
                <a:gd name="T31" fmla="*/ 22 h 35"/>
                <a:gd name="T32" fmla="*/ 7 w 36"/>
                <a:gd name="T33" fmla="*/ 18 h 35"/>
                <a:gd name="T34" fmla="*/ 7 w 36"/>
                <a:gd name="T35" fmla="*/ 12 h 35"/>
                <a:gd name="T36" fmla="*/ 12 w 36"/>
                <a:gd name="T37" fmla="*/ 8 h 35"/>
                <a:gd name="T38" fmla="*/ 17 w 36"/>
                <a:gd name="T39" fmla="*/ 7 h 35"/>
                <a:gd name="T40" fmla="*/ 20 w 36"/>
                <a:gd name="T41" fmla="*/ 6 h 35"/>
                <a:gd name="T42" fmla="*/ 15 w 36"/>
                <a:gd name="T43" fmla="*/ 0 h 35"/>
                <a:gd name="T44" fmla="*/ 11 w 36"/>
                <a:gd name="T45" fmla="*/ 0 h 35"/>
                <a:gd name="T46" fmla="*/ 7 w 36"/>
                <a:gd name="T47" fmla="*/ 2 h 35"/>
                <a:gd name="T48" fmla="*/ 3 w 36"/>
                <a:gd name="T49" fmla="*/ 6 h 35"/>
                <a:gd name="T50" fmla="*/ 2 w 36"/>
                <a:gd name="T51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6" h="35">
                  <a:moveTo>
                    <a:pt x="2" y="10"/>
                  </a:moveTo>
                  <a:lnTo>
                    <a:pt x="0" y="16"/>
                  </a:lnTo>
                  <a:lnTo>
                    <a:pt x="0" y="24"/>
                  </a:lnTo>
                  <a:lnTo>
                    <a:pt x="3" y="31"/>
                  </a:lnTo>
                  <a:lnTo>
                    <a:pt x="10" y="35"/>
                  </a:lnTo>
                  <a:lnTo>
                    <a:pt x="16" y="33"/>
                  </a:lnTo>
                  <a:lnTo>
                    <a:pt x="23" y="33"/>
                  </a:lnTo>
                  <a:lnTo>
                    <a:pt x="29" y="35"/>
                  </a:lnTo>
                  <a:lnTo>
                    <a:pt x="36" y="33"/>
                  </a:lnTo>
                  <a:lnTo>
                    <a:pt x="33" y="28"/>
                  </a:lnTo>
                  <a:lnTo>
                    <a:pt x="28" y="27"/>
                  </a:lnTo>
                  <a:lnTo>
                    <a:pt x="21" y="27"/>
                  </a:lnTo>
                  <a:lnTo>
                    <a:pt x="16" y="28"/>
                  </a:lnTo>
                  <a:lnTo>
                    <a:pt x="15" y="28"/>
                  </a:lnTo>
                  <a:lnTo>
                    <a:pt x="12" y="25"/>
                  </a:lnTo>
                  <a:lnTo>
                    <a:pt x="8" y="22"/>
                  </a:lnTo>
                  <a:lnTo>
                    <a:pt x="7" y="18"/>
                  </a:lnTo>
                  <a:lnTo>
                    <a:pt x="7" y="12"/>
                  </a:lnTo>
                  <a:lnTo>
                    <a:pt x="12" y="8"/>
                  </a:lnTo>
                  <a:lnTo>
                    <a:pt x="17" y="7"/>
                  </a:lnTo>
                  <a:lnTo>
                    <a:pt x="20" y="6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7" y="2"/>
                  </a:lnTo>
                  <a:lnTo>
                    <a:pt x="3" y="6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5" name="Freeform 47"/>
            <p:cNvSpPr>
              <a:spLocks/>
            </p:cNvSpPr>
            <p:nvPr/>
          </p:nvSpPr>
          <p:spPr bwMode="auto">
            <a:xfrm>
              <a:off x="3581401" y="3306763"/>
              <a:ext cx="76200" cy="88900"/>
            </a:xfrm>
            <a:custGeom>
              <a:avLst/>
              <a:gdLst>
                <a:gd name="T0" fmla="*/ 14 w 48"/>
                <a:gd name="T1" fmla="*/ 13 h 56"/>
                <a:gd name="T2" fmla="*/ 9 w 48"/>
                <a:gd name="T3" fmla="*/ 20 h 56"/>
                <a:gd name="T4" fmla="*/ 5 w 48"/>
                <a:gd name="T5" fmla="*/ 25 h 56"/>
                <a:gd name="T6" fmla="*/ 3 w 48"/>
                <a:gd name="T7" fmla="*/ 32 h 56"/>
                <a:gd name="T8" fmla="*/ 0 w 48"/>
                <a:gd name="T9" fmla="*/ 40 h 56"/>
                <a:gd name="T10" fmla="*/ 1 w 48"/>
                <a:gd name="T11" fmla="*/ 44 h 56"/>
                <a:gd name="T12" fmla="*/ 1 w 48"/>
                <a:gd name="T13" fmla="*/ 48 h 56"/>
                <a:gd name="T14" fmla="*/ 3 w 48"/>
                <a:gd name="T15" fmla="*/ 52 h 56"/>
                <a:gd name="T16" fmla="*/ 7 w 48"/>
                <a:gd name="T17" fmla="*/ 56 h 56"/>
                <a:gd name="T18" fmla="*/ 9 w 48"/>
                <a:gd name="T19" fmla="*/ 49 h 56"/>
                <a:gd name="T20" fmla="*/ 11 w 48"/>
                <a:gd name="T21" fmla="*/ 42 h 56"/>
                <a:gd name="T22" fmla="*/ 13 w 48"/>
                <a:gd name="T23" fmla="*/ 36 h 56"/>
                <a:gd name="T24" fmla="*/ 16 w 48"/>
                <a:gd name="T25" fmla="*/ 29 h 56"/>
                <a:gd name="T26" fmla="*/ 22 w 48"/>
                <a:gd name="T27" fmla="*/ 21 h 56"/>
                <a:gd name="T28" fmla="*/ 32 w 48"/>
                <a:gd name="T29" fmla="*/ 16 h 56"/>
                <a:gd name="T30" fmla="*/ 40 w 48"/>
                <a:gd name="T31" fmla="*/ 11 h 56"/>
                <a:gd name="T32" fmla="*/ 48 w 48"/>
                <a:gd name="T33" fmla="*/ 4 h 56"/>
                <a:gd name="T34" fmla="*/ 46 w 48"/>
                <a:gd name="T35" fmla="*/ 0 h 56"/>
                <a:gd name="T36" fmla="*/ 38 w 48"/>
                <a:gd name="T37" fmla="*/ 4 h 56"/>
                <a:gd name="T38" fmla="*/ 30 w 48"/>
                <a:gd name="T39" fmla="*/ 8 h 56"/>
                <a:gd name="T40" fmla="*/ 22 w 48"/>
                <a:gd name="T41" fmla="*/ 12 h 56"/>
                <a:gd name="T42" fmla="*/ 14 w 48"/>
                <a:gd name="T43" fmla="*/ 1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56">
                  <a:moveTo>
                    <a:pt x="14" y="13"/>
                  </a:moveTo>
                  <a:lnTo>
                    <a:pt x="9" y="20"/>
                  </a:lnTo>
                  <a:lnTo>
                    <a:pt x="5" y="25"/>
                  </a:lnTo>
                  <a:lnTo>
                    <a:pt x="3" y="32"/>
                  </a:lnTo>
                  <a:lnTo>
                    <a:pt x="0" y="40"/>
                  </a:lnTo>
                  <a:lnTo>
                    <a:pt x="1" y="44"/>
                  </a:lnTo>
                  <a:lnTo>
                    <a:pt x="1" y="48"/>
                  </a:lnTo>
                  <a:lnTo>
                    <a:pt x="3" y="52"/>
                  </a:lnTo>
                  <a:lnTo>
                    <a:pt x="7" y="56"/>
                  </a:lnTo>
                  <a:lnTo>
                    <a:pt x="9" y="49"/>
                  </a:lnTo>
                  <a:lnTo>
                    <a:pt x="11" y="42"/>
                  </a:lnTo>
                  <a:lnTo>
                    <a:pt x="13" y="36"/>
                  </a:lnTo>
                  <a:lnTo>
                    <a:pt x="16" y="29"/>
                  </a:lnTo>
                  <a:lnTo>
                    <a:pt x="22" y="21"/>
                  </a:lnTo>
                  <a:lnTo>
                    <a:pt x="32" y="16"/>
                  </a:lnTo>
                  <a:lnTo>
                    <a:pt x="40" y="11"/>
                  </a:lnTo>
                  <a:lnTo>
                    <a:pt x="48" y="4"/>
                  </a:lnTo>
                  <a:lnTo>
                    <a:pt x="46" y="0"/>
                  </a:lnTo>
                  <a:lnTo>
                    <a:pt x="38" y="4"/>
                  </a:lnTo>
                  <a:lnTo>
                    <a:pt x="30" y="8"/>
                  </a:lnTo>
                  <a:lnTo>
                    <a:pt x="22" y="12"/>
                  </a:lnTo>
                  <a:lnTo>
                    <a:pt x="14" y="1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6" name="Freeform 48"/>
            <p:cNvSpPr>
              <a:spLocks/>
            </p:cNvSpPr>
            <p:nvPr/>
          </p:nvSpPr>
          <p:spPr bwMode="auto">
            <a:xfrm>
              <a:off x="3635376" y="3367088"/>
              <a:ext cx="136525" cy="96837"/>
            </a:xfrm>
            <a:custGeom>
              <a:avLst/>
              <a:gdLst>
                <a:gd name="T0" fmla="*/ 0 w 86"/>
                <a:gd name="T1" fmla="*/ 2 h 61"/>
                <a:gd name="T2" fmla="*/ 2 w 86"/>
                <a:gd name="T3" fmla="*/ 11 h 61"/>
                <a:gd name="T4" fmla="*/ 6 w 86"/>
                <a:gd name="T5" fmla="*/ 19 h 61"/>
                <a:gd name="T6" fmla="*/ 8 w 86"/>
                <a:gd name="T7" fmla="*/ 27 h 61"/>
                <a:gd name="T8" fmla="*/ 12 w 86"/>
                <a:gd name="T9" fmla="*/ 36 h 61"/>
                <a:gd name="T10" fmla="*/ 16 w 86"/>
                <a:gd name="T11" fmla="*/ 43 h 61"/>
                <a:gd name="T12" fmla="*/ 22 w 86"/>
                <a:gd name="T13" fmla="*/ 49 h 61"/>
                <a:gd name="T14" fmla="*/ 27 w 86"/>
                <a:gd name="T15" fmla="*/ 56 h 61"/>
                <a:gd name="T16" fmla="*/ 33 w 86"/>
                <a:gd name="T17" fmla="*/ 60 h 61"/>
                <a:gd name="T18" fmla="*/ 41 w 86"/>
                <a:gd name="T19" fmla="*/ 61 h 61"/>
                <a:gd name="T20" fmla="*/ 49 w 86"/>
                <a:gd name="T21" fmla="*/ 61 h 61"/>
                <a:gd name="T22" fmla="*/ 56 w 86"/>
                <a:gd name="T23" fmla="*/ 59 h 61"/>
                <a:gd name="T24" fmla="*/ 63 w 86"/>
                <a:gd name="T25" fmla="*/ 55 h 61"/>
                <a:gd name="T26" fmla="*/ 68 w 86"/>
                <a:gd name="T27" fmla="*/ 49 h 61"/>
                <a:gd name="T28" fmla="*/ 75 w 86"/>
                <a:gd name="T29" fmla="*/ 44 h 61"/>
                <a:gd name="T30" fmla="*/ 80 w 86"/>
                <a:gd name="T31" fmla="*/ 39 h 61"/>
                <a:gd name="T32" fmla="*/ 85 w 86"/>
                <a:gd name="T33" fmla="*/ 34 h 61"/>
                <a:gd name="T34" fmla="*/ 86 w 86"/>
                <a:gd name="T35" fmla="*/ 32 h 61"/>
                <a:gd name="T36" fmla="*/ 79 w 86"/>
                <a:gd name="T37" fmla="*/ 31 h 61"/>
                <a:gd name="T38" fmla="*/ 71 w 86"/>
                <a:gd name="T39" fmla="*/ 30 h 61"/>
                <a:gd name="T40" fmla="*/ 63 w 86"/>
                <a:gd name="T41" fmla="*/ 30 h 61"/>
                <a:gd name="T42" fmla="*/ 55 w 86"/>
                <a:gd name="T43" fmla="*/ 27 h 61"/>
                <a:gd name="T44" fmla="*/ 48 w 86"/>
                <a:gd name="T45" fmla="*/ 24 h 61"/>
                <a:gd name="T46" fmla="*/ 41 w 86"/>
                <a:gd name="T47" fmla="*/ 23 h 61"/>
                <a:gd name="T48" fmla="*/ 35 w 86"/>
                <a:gd name="T49" fmla="*/ 20 h 61"/>
                <a:gd name="T50" fmla="*/ 28 w 86"/>
                <a:gd name="T51" fmla="*/ 18 h 61"/>
                <a:gd name="T52" fmla="*/ 22 w 86"/>
                <a:gd name="T53" fmla="*/ 14 h 61"/>
                <a:gd name="T54" fmla="*/ 16 w 86"/>
                <a:gd name="T55" fmla="*/ 10 h 61"/>
                <a:gd name="T56" fmla="*/ 11 w 86"/>
                <a:gd name="T57" fmla="*/ 6 h 61"/>
                <a:gd name="T58" fmla="*/ 6 w 86"/>
                <a:gd name="T59" fmla="*/ 0 h 61"/>
                <a:gd name="T60" fmla="*/ 4 w 86"/>
                <a:gd name="T61" fmla="*/ 0 h 61"/>
                <a:gd name="T62" fmla="*/ 3 w 86"/>
                <a:gd name="T63" fmla="*/ 0 h 61"/>
                <a:gd name="T64" fmla="*/ 2 w 86"/>
                <a:gd name="T65" fmla="*/ 0 h 61"/>
                <a:gd name="T66" fmla="*/ 0 w 86"/>
                <a:gd name="T67" fmla="*/ 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6" h="61">
                  <a:moveTo>
                    <a:pt x="0" y="2"/>
                  </a:moveTo>
                  <a:lnTo>
                    <a:pt x="2" y="11"/>
                  </a:lnTo>
                  <a:lnTo>
                    <a:pt x="6" y="19"/>
                  </a:lnTo>
                  <a:lnTo>
                    <a:pt x="8" y="27"/>
                  </a:lnTo>
                  <a:lnTo>
                    <a:pt x="12" y="36"/>
                  </a:lnTo>
                  <a:lnTo>
                    <a:pt x="16" y="43"/>
                  </a:lnTo>
                  <a:lnTo>
                    <a:pt x="22" y="49"/>
                  </a:lnTo>
                  <a:lnTo>
                    <a:pt x="27" y="56"/>
                  </a:lnTo>
                  <a:lnTo>
                    <a:pt x="33" y="60"/>
                  </a:lnTo>
                  <a:lnTo>
                    <a:pt x="41" y="61"/>
                  </a:lnTo>
                  <a:lnTo>
                    <a:pt x="49" y="61"/>
                  </a:lnTo>
                  <a:lnTo>
                    <a:pt x="56" y="59"/>
                  </a:lnTo>
                  <a:lnTo>
                    <a:pt x="63" y="55"/>
                  </a:lnTo>
                  <a:lnTo>
                    <a:pt x="68" y="49"/>
                  </a:lnTo>
                  <a:lnTo>
                    <a:pt x="75" y="44"/>
                  </a:lnTo>
                  <a:lnTo>
                    <a:pt x="80" y="39"/>
                  </a:lnTo>
                  <a:lnTo>
                    <a:pt x="85" y="34"/>
                  </a:lnTo>
                  <a:lnTo>
                    <a:pt x="86" y="32"/>
                  </a:lnTo>
                  <a:lnTo>
                    <a:pt x="79" y="31"/>
                  </a:lnTo>
                  <a:lnTo>
                    <a:pt x="71" y="30"/>
                  </a:lnTo>
                  <a:lnTo>
                    <a:pt x="63" y="30"/>
                  </a:lnTo>
                  <a:lnTo>
                    <a:pt x="55" y="27"/>
                  </a:lnTo>
                  <a:lnTo>
                    <a:pt x="48" y="24"/>
                  </a:lnTo>
                  <a:lnTo>
                    <a:pt x="41" y="23"/>
                  </a:lnTo>
                  <a:lnTo>
                    <a:pt x="35" y="20"/>
                  </a:lnTo>
                  <a:lnTo>
                    <a:pt x="28" y="18"/>
                  </a:lnTo>
                  <a:lnTo>
                    <a:pt x="22" y="14"/>
                  </a:lnTo>
                  <a:lnTo>
                    <a:pt x="16" y="10"/>
                  </a:lnTo>
                  <a:lnTo>
                    <a:pt x="11" y="6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7" name="Freeform 49"/>
            <p:cNvSpPr>
              <a:spLocks/>
            </p:cNvSpPr>
            <p:nvPr/>
          </p:nvSpPr>
          <p:spPr bwMode="auto">
            <a:xfrm>
              <a:off x="3394076" y="3367088"/>
              <a:ext cx="153988" cy="184150"/>
            </a:xfrm>
            <a:custGeom>
              <a:avLst/>
              <a:gdLst>
                <a:gd name="T0" fmla="*/ 0 w 97"/>
                <a:gd name="T1" fmla="*/ 49 h 116"/>
                <a:gd name="T2" fmla="*/ 11 w 97"/>
                <a:gd name="T3" fmla="*/ 61 h 116"/>
                <a:gd name="T4" fmla="*/ 21 w 97"/>
                <a:gd name="T5" fmla="*/ 72 h 116"/>
                <a:gd name="T6" fmla="*/ 33 w 97"/>
                <a:gd name="T7" fmla="*/ 81 h 116"/>
                <a:gd name="T8" fmla="*/ 45 w 97"/>
                <a:gd name="T9" fmla="*/ 91 h 116"/>
                <a:gd name="T10" fmla="*/ 57 w 97"/>
                <a:gd name="T11" fmla="*/ 97 h 116"/>
                <a:gd name="T12" fmla="*/ 70 w 97"/>
                <a:gd name="T13" fmla="*/ 104 h 116"/>
                <a:gd name="T14" fmla="*/ 83 w 97"/>
                <a:gd name="T15" fmla="*/ 110 h 116"/>
                <a:gd name="T16" fmla="*/ 97 w 97"/>
                <a:gd name="T17" fmla="*/ 116 h 116"/>
                <a:gd name="T18" fmla="*/ 86 w 97"/>
                <a:gd name="T19" fmla="*/ 104 h 116"/>
                <a:gd name="T20" fmla="*/ 74 w 97"/>
                <a:gd name="T21" fmla="*/ 91 h 116"/>
                <a:gd name="T22" fmla="*/ 64 w 97"/>
                <a:gd name="T23" fmla="*/ 76 h 116"/>
                <a:gd name="T24" fmla="*/ 53 w 97"/>
                <a:gd name="T25" fmla="*/ 61 h 116"/>
                <a:gd name="T26" fmla="*/ 44 w 97"/>
                <a:gd name="T27" fmla="*/ 47 h 116"/>
                <a:gd name="T28" fmla="*/ 33 w 97"/>
                <a:gd name="T29" fmla="*/ 31 h 116"/>
                <a:gd name="T30" fmla="*/ 24 w 97"/>
                <a:gd name="T31" fmla="*/ 16 h 116"/>
                <a:gd name="T32" fmla="*/ 16 w 97"/>
                <a:gd name="T33" fmla="*/ 0 h 116"/>
                <a:gd name="T34" fmla="*/ 8 w 97"/>
                <a:gd name="T35" fmla="*/ 11 h 116"/>
                <a:gd name="T36" fmla="*/ 4 w 97"/>
                <a:gd name="T37" fmla="*/ 23 h 116"/>
                <a:gd name="T38" fmla="*/ 1 w 97"/>
                <a:gd name="T39" fmla="*/ 36 h 116"/>
                <a:gd name="T40" fmla="*/ 0 w 97"/>
                <a:gd name="T41" fmla="*/ 4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16">
                  <a:moveTo>
                    <a:pt x="0" y="49"/>
                  </a:moveTo>
                  <a:lnTo>
                    <a:pt x="11" y="61"/>
                  </a:lnTo>
                  <a:lnTo>
                    <a:pt x="21" y="72"/>
                  </a:lnTo>
                  <a:lnTo>
                    <a:pt x="33" y="81"/>
                  </a:lnTo>
                  <a:lnTo>
                    <a:pt x="45" y="91"/>
                  </a:lnTo>
                  <a:lnTo>
                    <a:pt x="57" y="97"/>
                  </a:lnTo>
                  <a:lnTo>
                    <a:pt x="70" y="104"/>
                  </a:lnTo>
                  <a:lnTo>
                    <a:pt x="83" y="110"/>
                  </a:lnTo>
                  <a:lnTo>
                    <a:pt x="97" y="116"/>
                  </a:lnTo>
                  <a:lnTo>
                    <a:pt x="86" y="104"/>
                  </a:lnTo>
                  <a:lnTo>
                    <a:pt x="74" y="91"/>
                  </a:lnTo>
                  <a:lnTo>
                    <a:pt x="64" y="76"/>
                  </a:lnTo>
                  <a:lnTo>
                    <a:pt x="53" y="61"/>
                  </a:lnTo>
                  <a:lnTo>
                    <a:pt x="44" y="47"/>
                  </a:lnTo>
                  <a:lnTo>
                    <a:pt x="33" y="31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8" y="11"/>
                  </a:lnTo>
                  <a:lnTo>
                    <a:pt x="4" y="23"/>
                  </a:lnTo>
                  <a:lnTo>
                    <a:pt x="1" y="36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8" name="Freeform 50"/>
            <p:cNvSpPr>
              <a:spLocks/>
            </p:cNvSpPr>
            <p:nvPr/>
          </p:nvSpPr>
          <p:spPr bwMode="auto">
            <a:xfrm>
              <a:off x="3667126" y="3403600"/>
              <a:ext cx="80963" cy="46037"/>
            </a:xfrm>
            <a:custGeom>
              <a:avLst/>
              <a:gdLst>
                <a:gd name="T0" fmla="*/ 19 w 51"/>
                <a:gd name="T1" fmla="*/ 28 h 29"/>
                <a:gd name="T2" fmla="*/ 28 w 51"/>
                <a:gd name="T3" fmla="*/ 29 h 29"/>
                <a:gd name="T4" fmla="*/ 36 w 51"/>
                <a:gd name="T5" fmla="*/ 26 h 29"/>
                <a:gd name="T6" fmla="*/ 44 w 51"/>
                <a:gd name="T7" fmla="*/ 21 h 29"/>
                <a:gd name="T8" fmla="*/ 51 w 51"/>
                <a:gd name="T9" fmla="*/ 14 h 29"/>
                <a:gd name="T10" fmla="*/ 44 w 51"/>
                <a:gd name="T11" fmla="*/ 14 h 29"/>
                <a:gd name="T12" fmla="*/ 36 w 51"/>
                <a:gd name="T13" fmla="*/ 14 h 29"/>
                <a:gd name="T14" fmla="*/ 29 w 51"/>
                <a:gd name="T15" fmla="*/ 13 h 29"/>
                <a:gd name="T16" fmla="*/ 24 w 51"/>
                <a:gd name="T17" fmla="*/ 11 h 29"/>
                <a:gd name="T18" fmla="*/ 17 w 51"/>
                <a:gd name="T19" fmla="*/ 9 h 29"/>
                <a:gd name="T20" fmla="*/ 11 w 51"/>
                <a:gd name="T21" fmla="*/ 7 h 29"/>
                <a:gd name="T22" fmla="*/ 6 w 51"/>
                <a:gd name="T23" fmla="*/ 3 h 29"/>
                <a:gd name="T24" fmla="*/ 0 w 51"/>
                <a:gd name="T25" fmla="*/ 0 h 29"/>
                <a:gd name="T26" fmla="*/ 3 w 51"/>
                <a:gd name="T27" fmla="*/ 7 h 29"/>
                <a:gd name="T28" fmla="*/ 7 w 51"/>
                <a:gd name="T29" fmla="*/ 14 h 29"/>
                <a:gd name="T30" fmla="*/ 12 w 51"/>
                <a:gd name="T31" fmla="*/ 22 h 29"/>
                <a:gd name="T32" fmla="*/ 19 w 51"/>
                <a:gd name="T3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29">
                  <a:moveTo>
                    <a:pt x="19" y="28"/>
                  </a:moveTo>
                  <a:lnTo>
                    <a:pt x="28" y="29"/>
                  </a:lnTo>
                  <a:lnTo>
                    <a:pt x="36" y="26"/>
                  </a:lnTo>
                  <a:lnTo>
                    <a:pt x="44" y="21"/>
                  </a:lnTo>
                  <a:lnTo>
                    <a:pt x="51" y="14"/>
                  </a:lnTo>
                  <a:lnTo>
                    <a:pt x="44" y="14"/>
                  </a:lnTo>
                  <a:lnTo>
                    <a:pt x="36" y="14"/>
                  </a:lnTo>
                  <a:lnTo>
                    <a:pt x="29" y="13"/>
                  </a:lnTo>
                  <a:lnTo>
                    <a:pt x="24" y="11"/>
                  </a:lnTo>
                  <a:lnTo>
                    <a:pt x="17" y="9"/>
                  </a:lnTo>
                  <a:lnTo>
                    <a:pt x="11" y="7"/>
                  </a:lnTo>
                  <a:lnTo>
                    <a:pt x="6" y="3"/>
                  </a:lnTo>
                  <a:lnTo>
                    <a:pt x="0" y="0"/>
                  </a:lnTo>
                  <a:lnTo>
                    <a:pt x="3" y="7"/>
                  </a:lnTo>
                  <a:lnTo>
                    <a:pt x="7" y="14"/>
                  </a:lnTo>
                  <a:lnTo>
                    <a:pt x="12" y="22"/>
                  </a:lnTo>
                  <a:lnTo>
                    <a:pt x="19" y="2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9" name="Freeform 51"/>
            <p:cNvSpPr>
              <a:spLocks/>
            </p:cNvSpPr>
            <p:nvPr/>
          </p:nvSpPr>
          <p:spPr bwMode="auto">
            <a:xfrm>
              <a:off x="3363913" y="3508375"/>
              <a:ext cx="354013" cy="133350"/>
            </a:xfrm>
            <a:custGeom>
              <a:avLst/>
              <a:gdLst>
                <a:gd name="T0" fmla="*/ 0 w 223"/>
                <a:gd name="T1" fmla="*/ 7 h 84"/>
                <a:gd name="T2" fmla="*/ 16 w 223"/>
                <a:gd name="T3" fmla="*/ 25 h 84"/>
                <a:gd name="T4" fmla="*/ 34 w 223"/>
                <a:gd name="T5" fmla="*/ 41 h 84"/>
                <a:gd name="T6" fmla="*/ 52 w 223"/>
                <a:gd name="T7" fmla="*/ 55 h 84"/>
                <a:gd name="T8" fmla="*/ 73 w 223"/>
                <a:gd name="T9" fmla="*/ 66 h 84"/>
                <a:gd name="T10" fmla="*/ 95 w 223"/>
                <a:gd name="T11" fmla="*/ 76 h 84"/>
                <a:gd name="T12" fmla="*/ 116 w 223"/>
                <a:gd name="T13" fmla="*/ 81 h 84"/>
                <a:gd name="T14" fmla="*/ 140 w 223"/>
                <a:gd name="T15" fmla="*/ 84 h 84"/>
                <a:gd name="T16" fmla="*/ 165 w 223"/>
                <a:gd name="T17" fmla="*/ 82 h 84"/>
                <a:gd name="T18" fmla="*/ 173 w 223"/>
                <a:gd name="T19" fmla="*/ 81 h 84"/>
                <a:gd name="T20" fmla="*/ 181 w 223"/>
                <a:gd name="T21" fmla="*/ 78 h 84"/>
                <a:gd name="T22" fmla="*/ 189 w 223"/>
                <a:gd name="T23" fmla="*/ 74 h 84"/>
                <a:gd name="T24" fmla="*/ 197 w 223"/>
                <a:gd name="T25" fmla="*/ 70 h 84"/>
                <a:gd name="T26" fmla="*/ 203 w 223"/>
                <a:gd name="T27" fmla="*/ 66 h 84"/>
                <a:gd name="T28" fmla="*/ 210 w 223"/>
                <a:gd name="T29" fmla="*/ 61 h 84"/>
                <a:gd name="T30" fmla="*/ 216 w 223"/>
                <a:gd name="T31" fmla="*/ 56 h 84"/>
                <a:gd name="T32" fmla="*/ 223 w 223"/>
                <a:gd name="T33" fmla="*/ 51 h 84"/>
                <a:gd name="T34" fmla="*/ 222 w 223"/>
                <a:gd name="T35" fmla="*/ 41 h 84"/>
                <a:gd name="T36" fmla="*/ 218 w 223"/>
                <a:gd name="T37" fmla="*/ 41 h 84"/>
                <a:gd name="T38" fmla="*/ 208 w 223"/>
                <a:gd name="T39" fmla="*/ 49 h 84"/>
                <a:gd name="T40" fmla="*/ 197 w 223"/>
                <a:gd name="T41" fmla="*/ 56 h 84"/>
                <a:gd name="T42" fmla="*/ 186 w 223"/>
                <a:gd name="T43" fmla="*/ 61 h 84"/>
                <a:gd name="T44" fmla="*/ 174 w 223"/>
                <a:gd name="T45" fmla="*/ 64 h 84"/>
                <a:gd name="T46" fmla="*/ 161 w 223"/>
                <a:gd name="T47" fmla="*/ 66 h 84"/>
                <a:gd name="T48" fmla="*/ 149 w 223"/>
                <a:gd name="T49" fmla="*/ 68 h 84"/>
                <a:gd name="T50" fmla="*/ 136 w 223"/>
                <a:gd name="T51" fmla="*/ 68 h 84"/>
                <a:gd name="T52" fmla="*/ 122 w 223"/>
                <a:gd name="T53" fmla="*/ 68 h 84"/>
                <a:gd name="T54" fmla="*/ 105 w 223"/>
                <a:gd name="T55" fmla="*/ 64 h 84"/>
                <a:gd name="T56" fmla="*/ 89 w 223"/>
                <a:gd name="T57" fmla="*/ 58 h 84"/>
                <a:gd name="T58" fmla="*/ 72 w 223"/>
                <a:gd name="T59" fmla="*/ 52 h 84"/>
                <a:gd name="T60" fmla="*/ 57 w 223"/>
                <a:gd name="T61" fmla="*/ 44 h 84"/>
                <a:gd name="T62" fmla="*/ 43 w 223"/>
                <a:gd name="T63" fmla="*/ 35 h 84"/>
                <a:gd name="T64" fmla="*/ 28 w 223"/>
                <a:gd name="T65" fmla="*/ 24 h 84"/>
                <a:gd name="T66" fmla="*/ 15 w 223"/>
                <a:gd name="T67" fmla="*/ 12 h 84"/>
                <a:gd name="T68" fmla="*/ 3 w 223"/>
                <a:gd name="T69" fmla="*/ 0 h 84"/>
                <a:gd name="T70" fmla="*/ 2 w 223"/>
                <a:gd name="T71" fmla="*/ 0 h 84"/>
                <a:gd name="T72" fmla="*/ 0 w 223"/>
                <a:gd name="T73" fmla="*/ 3 h 84"/>
                <a:gd name="T74" fmla="*/ 0 w 223"/>
                <a:gd name="T75" fmla="*/ 4 h 84"/>
                <a:gd name="T76" fmla="*/ 0 w 223"/>
                <a:gd name="T77" fmla="*/ 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3" h="84">
                  <a:moveTo>
                    <a:pt x="0" y="7"/>
                  </a:moveTo>
                  <a:lnTo>
                    <a:pt x="16" y="25"/>
                  </a:lnTo>
                  <a:lnTo>
                    <a:pt x="34" y="41"/>
                  </a:lnTo>
                  <a:lnTo>
                    <a:pt x="52" y="55"/>
                  </a:lnTo>
                  <a:lnTo>
                    <a:pt x="73" y="66"/>
                  </a:lnTo>
                  <a:lnTo>
                    <a:pt x="95" y="76"/>
                  </a:lnTo>
                  <a:lnTo>
                    <a:pt x="116" y="81"/>
                  </a:lnTo>
                  <a:lnTo>
                    <a:pt x="140" y="84"/>
                  </a:lnTo>
                  <a:lnTo>
                    <a:pt x="165" y="82"/>
                  </a:lnTo>
                  <a:lnTo>
                    <a:pt x="173" y="81"/>
                  </a:lnTo>
                  <a:lnTo>
                    <a:pt x="181" y="78"/>
                  </a:lnTo>
                  <a:lnTo>
                    <a:pt x="189" y="74"/>
                  </a:lnTo>
                  <a:lnTo>
                    <a:pt x="197" y="70"/>
                  </a:lnTo>
                  <a:lnTo>
                    <a:pt x="203" y="66"/>
                  </a:lnTo>
                  <a:lnTo>
                    <a:pt x="210" y="61"/>
                  </a:lnTo>
                  <a:lnTo>
                    <a:pt x="216" y="56"/>
                  </a:lnTo>
                  <a:lnTo>
                    <a:pt x="223" y="51"/>
                  </a:lnTo>
                  <a:lnTo>
                    <a:pt x="222" y="41"/>
                  </a:lnTo>
                  <a:lnTo>
                    <a:pt x="218" y="41"/>
                  </a:lnTo>
                  <a:lnTo>
                    <a:pt x="208" y="49"/>
                  </a:lnTo>
                  <a:lnTo>
                    <a:pt x="197" y="56"/>
                  </a:lnTo>
                  <a:lnTo>
                    <a:pt x="186" y="61"/>
                  </a:lnTo>
                  <a:lnTo>
                    <a:pt x="174" y="64"/>
                  </a:lnTo>
                  <a:lnTo>
                    <a:pt x="161" y="66"/>
                  </a:lnTo>
                  <a:lnTo>
                    <a:pt x="149" y="68"/>
                  </a:lnTo>
                  <a:lnTo>
                    <a:pt x="136" y="68"/>
                  </a:lnTo>
                  <a:lnTo>
                    <a:pt x="122" y="68"/>
                  </a:lnTo>
                  <a:lnTo>
                    <a:pt x="105" y="64"/>
                  </a:lnTo>
                  <a:lnTo>
                    <a:pt x="89" y="58"/>
                  </a:lnTo>
                  <a:lnTo>
                    <a:pt x="72" y="52"/>
                  </a:lnTo>
                  <a:lnTo>
                    <a:pt x="57" y="44"/>
                  </a:lnTo>
                  <a:lnTo>
                    <a:pt x="43" y="35"/>
                  </a:lnTo>
                  <a:lnTo>
                    <a:pt x="28" y="24"/>
                  </a:lnTo>
                  <a:lnTo>
                    <a:pt x="15" y="12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0" name="Freeform 52"/>
            <p:cNvSpPr>
              <a:spLocks/>
            </p:cNvSpPr>
            <p:nvPr/>
          </p:nvSpPr>
          <p:spPr bwMode="auto">
            <a:xfrm>
              <a:off x="3633788" y="3535363"/>
              <a:ext cx="25400" cy="15875"/>
            </a:xfrm>
            <a:custGeom>
              <a:avLst/>
              <a:gdLst>
                <a:gd name="T0" fmla="*/ 16 w 16"/>
                <a:gd name="T1" fmla="*/ 4 h 10"/>
                <a:gd name="T2" fmla="*/ 7 w 16"/>
                <a:gd name="T3" fmla="*/ 0 h 10"/>
                <a:gd name="T4" fmla="*/ 0 w 16"/>
                <a:gd name="T5" fmla="*/ 10 h 10"/>
                <a:gd name="T6" fmla="*/ 16 w 16"/>
                <a:gd name="T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0">
                  <a:moveTo>
                    <a:pt x="16" y="4"/>
                  </a:moveTo>
                  <a:lnTo>
                    <a:pt x="7" y="0"/>
                  </a:lnTo>
                  <a:lnTo>
                    <a:pt x="0" y="1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1" name="Freeform 53"/>
            <p:cNvSpPr>
              <a:spLocks/>
            </p:cNvSpPr>
            <p:nvPr/>
          </p:nvSpPr>
          <p:spPr bwMode="auto">
            <a:xfrm>
              <a:off x="3405188" y="4476750"/>
              <a:ext cx="49213" cy="161925"/>
            </a:xfrm>
            <a:custGeom>
              <a:avLst/>
              <a:gdLst>
                <a:gd name="T0" fmla="*/ 14 w 31"/>
                <a:gd name="T1" fmla="*/ 21 h 102"/>
                <a:gd name="T2" fmla="*/ 8 w 31"/>
                <a:gd name="T3" fmla="*/ 38 h 102"/>
                <a:gd name="T4" fmla="*/ 5 w 31"/>
                <a:gd name="T5" fmla="*/ 57 h 102"/>
                <a:gd name="T6" fmla="*/ 2 w 31"/>
                <a:gd name="T7" fmla="*/ 77 h 102"/>
                <a:gd name="T8" fmla="*/ 0 w 31"/>
                <a:gd name="T9" fmla="*/ 94 h 102"/>
                <a:gd name="T10" fmla="*/ 1 w 31"/>
                <a:gd name="T11" fmla="*/ 97 h 102"/>
                <a:gd name="T12" fmla="*/ 2 w 31"/>
                <a:gd name="T13" fmla="*/ 99 h 102"/>
                <a:gd name="T14" fmla="*/ 5 w 31"/>
                <a:gd name="T15" fmla="*/ 101 h 102"/>
                <a:gd name="T16" fmla="*/ 9 w 31"/>
                <a:gd name="T17" fmla="*/ 102 h 102"/>
                <a:gd name="T18" fmla="*/ 12 w 31"/>
                <a:gd name="T19" fmla="*/ 93 h 102"/>
                <a:gd name="T20" fmla="*/ 13 w 31"/>
                <a:gd name="T21" fmla="*/ 82 h 102"/>
                <a:gd name="T22" fmla="*/ 14 w 31"/>
                <a:gd name="T23" fmla="*/ 71 h 102"/>
                <a:gd name="T24" fmla="*/ 16 w 31"/>
                <a:gd name="T25" fmla="*/ 61 h 102"/>
                <a:gd name="T26" fmla="*/ 19 w 31"/>
                <a:gd name="T27" fmla="*/ 45 h 102"/>
                <a:gd name="T28" fmla="*/ 23 w 31"/>
                <a:gd name="T29" fmla="*/ 30 h 102"/>
                <a:gd name="T30" fmla="*/ 27 w 31"/>
                <a:gd name="T31" fmla="*/ 16 h 102"/>
                <a:gd name="T32" fmla="*/ 31 w 31"/>
                <a:gd name="T33" fmla="*/ 0 h 102"/>
                <a:gd name="T34" fmla="*/ 26 w 31"/>
                <a:gd name="T35" fmla="*/ 4 h 102"/>
                <a:gd name="T36" fmla="*/ 22 w 31"/>
                <a:gd name="T37" fmla="*/ 9 h 102"/>
                <a:gd name="T38" fmla="*/ 18 w 31"/>
                <a:gd name="T39" fmla="*/ 16 h 102"/>
                <a:gd name="T40" fmla="*/ 14 w 31"/>
                <a:gd name="T41" fmla="*/ 2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" h="102">
                  <a:moveTo>
                    <a:pt x="14" y="21"/>
                  </a:moveTo>
                  <a:lnTo>
                    <a:pt x="8" y="38"/>
                  </a:lnTo>
                  <a:lnTo>
                    <a:pt x="5" y="57"/>
                  </a:lnTo>
                  <a:lnTo>
                    <a:pt x="2" y="77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5" y="101"/>
                  </a:lnTo>
                  <a:lnTo>
                    <a:pt x="9" y="102"/>
                  </a:lnTo>
                  <a:lnTo>
                    <a:pt x="12" y="93"/>
                  </a:lnTo>
                  <a:lnTo>
                    <a:pt x="13" y="82"/>
                  </a:lnTo>
                  <a:lnTo>
                    <a:pt x="14" y="71"/>
                  </a:lnTo>
                  <a:lnTo>
                    <a:pt x="16" y="61"/>
                  </a:lnTo>
                  <a:lnTo>
                    <a:pt x="19" y="45"/>
                  </a:lnTo>
                  <a:lnTo>
                    <a:pt x="23" y="30"/>
                  </a:lnTo>
                  <a:lnTo>
                    <a:pt x="27" y="16"/>
                  </a:lnTo>
                  <a:lnTo>
                    <a:pt x="31" y="0"/>
                  </a:lnTo>
                  <a:lnTo>
                    <a:pt x="26" y="4"/>
                  </a:lnTo>
                  <a:lnTo>
                    <a:pt x="22" y="9"/>
                  </a:lnTo>
                  <a:lnTo>
                    <a:pt x="18" y="16"/>
                  </a:lnTo>
                  <a:lnTo>
                    <a:pt x="14" y="2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2" name="Freeform 54"/>
            <p:cNvSpPr>
              <a:spLocks/>
            </p:cNvSpPr>
            <p:nvPr/>
          </p:nvSpPr>
          <p:spPr bwMode="auto">
            <a:xfrm>
              <a:off x="3508376" y="4511675"/>
              <a:ext cx="414338" cy="269875"/>
            </a:xfrm>
            <a:custGeom>
              <a:avLst/>
              <a:gdLst>
                <a:gd name="T0" fmla="*/ 5 w 261"/>
                <a:gd name="T1" fmla="*/ 57 h 170"/>
                <a:gd name="T2" fmla="*/ 13 w 261"/>
                <a:gd name="T3" fmla="*/ 101 h 170"/>
                <a:gd name="T4" fmla="*/ 54 w 261"/>
                <a:gd name="T5" fmla="*/ 134 h 170"/>
                <a:gd name="T6" fmla="*/ 96 w 261"/>
                <a:gd name="T7" fmla="*/ 161 h 170"/>
                <a:gd name="T8" fmla="*/ 120 w 261"/>
                <a:gd name="T9" fmla="*/ 170 h 170"/>
                <a:gd name="T10" fmla="*/ 125 w 261"/>
                <a:gd name="T11" fmla="*/ 165 h 170"/>
                <a:gd name="T12" fmla="*/ 120 w 261"/>
                <a:gd name="T13" fmla="*/ 158 h 170"/>
                <a:gd name="T14" fmla="*/ 143 w 261"/>
                <a:gd name="T15" fmla="*/ 161 h 170"/>
                <a:gd name="T16" fmla="*/ 172 w 261"/>
                <a:gd name="T17" fmla="*/ 162 h 170"/>
                <a:gd name="T18" fmla="*/ 204 w 261"/>
                <a:gd name="T19" fmla="*/ 155 h 170"/>
                <a:gd name="T20" fmla="*/ 237 w 261"/>
                <a:gd name="T21" fmla="*/ 150 h 170"/>
                <a:gd name="T22" fmla="*/ 223 w 261"/>
                <a:gd name="T23" fmla="*/ 146 h 170"/>
                <a:gd name="T24" fmla="*/ 197 w 261"/>
                <a:gd name="T25" fmla="*/ 153 h 170"/>
                <a:gd name="T26" fmla="*/ 169 w 261"/>
                <a:gd name="T27" fmla="*/ 150 h 170"/>
                <a:gd name="T28" fmla="*/ 141 w 261"/>
                <a:gd name="T29" fmla="*/ 141 h 170"/>
                <a:gd name="T30" fmla="*/ 128 w 261"/>
                <a:gd name="T31" fmla="*/ 138 h 170"/>
                <a:gd name="T32" fmla="*/ 133 w 261"/>
                <a:gd name="T33" fmla="*/ 132 h 170"/>
                <a:gd name="T34" fmla="*/ 152 w 261"/>
                <a:gd name="T35" fmla="*/ 132 h 170"/>
                <a:gd name="T36" fmla="*/ 176 w 261"/>
                <a:gd name="T37" fmla="*/ 141 h 170"/>
                <a:gd name="T38" fmla="*/ 201 w 261"/>
                <a:gd name="T39" fmla="*/ 141 h 170"/>
                <a:gd name="T40" fmla="*/ 261 w 261"/>
                <a:gd name="T41" fmla="*/ 134 h 170"/>
                <a:gd name="T42" fmla="*/ 249 w 261"/>
                <a:gd name="T43" fmla="*/ 121 h 170"/>
                <a:gd name="T44" fmla="*/ 231 w 261"/>
                <a:gd name="T45" fmla="*/ 116 h 170"/>
                <a:gd name="T46" fmla="*/ 206 w 261"/>
                <a:gd name="T47" fmla="*/ 118 h 170"/>
                <a:gd name="T48" fmla="*/ 181 w 261"/>
                <a:gd name="T49" fmla="*/ 120 h 170"/>
                <a:gd name="T50" fmla="*/ 157 w 261"/>
                <a:gd name="T51" fmla="*/ 110 h 170"/>
                <a:gd name="T52" fmla="*/ 141 w 261"/>
                <a:gd name="T53" fmla="*/ 106 h 170"/>
                <a:gd name="T54" fmla="*/ 131 w 261"/>
                <a:gd name="T55" fmla="*/ 102 h 170"/>
                <a:gd name="T56" fmla="*/ 139 w 261"/>
                <a:gd name="T57" fmla="*/ 92 h 170"/>
                <a:gd name="T58" fmla="*/ 157 w 261"/>
                <a:gd name="T59" fmla="*/ 98 h 170"/>
                <a:gd name="T60" fmla="*/ 174 w 261"/>
                <a:gd name="T61" fmla="*/ 106 h 170"/>
                <a:gd name="T62" fmla="*/ 193 w 261"/>
                <a:gd name="T63" fmla="*/ 109 h 170"/>
                <a:gd name="T64" fmla="*/ 222 w 261"/>
                <a:gd name="T65" fmla="*/ 105 h 170"/>
                <a:gd name="T66" fmla="*/ 251 w 261"/>
                <a:gd name="T67" fmla="*/ 100 h 170"/>
                <a:gd name="T68" fmla="*/ 257 w 261"/>
                <a:gd name="T69" fmla="*/ 92 h 170"/>
                <a:gd name="T70" fmla="*/ 245 w 261"/>
                <a:gd name="T71" fmla="*/ 84 h 170"/>
                <a:gd name="T72" fmla="*/ 222 w 261"/>
                <a:gd name="T73" fmla="*/ 87 h 170"/>
                <a:gd name="T74" fmla="*/ 200 w 261"/>
                <a:gd name="T75" fmla="*/ 88 h 170"/>
                <a:gd name="T76" fmla="*/ 176 w 261"/>
                <a:gd name="T77" fmla="*/ 76 h 170"/>
                <a:gd name="T78" fmla="*/ 152 w 261"/>
                <a:gd name="T79" fmla="*/ 53 h 170"/>
                <a:gd name="T80" fmla="*/ 125 w 261"/>
                <a:gd name="T81" fmla="*/ 32 h 170"/>
                <a:gd name="T82" fmla="*/ 123 w 261"/>
                <a:gd name="T83" fmla="*/ 27 h 170"/>
                <a:gd name="T84" fmla="*/ 136 w 261"/>
                <a:gd name="T85" fmla="*/ 27 h 170"/>
                <a:gd name="T86" fmla="*/ 160 w 261"/>
                <a:gd name="T87" fmla="*/ 37 h 170"/>
                <a:gd name="T88" fmla="*/ 193 w 261"/>
                <a:gd name="T89" fmla="*/ 53 h 170"/>
                <a:gd name="T90" fmla="*/ 221 w 261"/>
                <a:gd name="T91" fmla="*/ 57 h 170"/>
                <a:gd name="T92" fmla="*/ 226 w 261"/>
                <a:gd name="T93" fmla="*/ 45 h 170"/>
                <a:gd name="T94" fmla="*/ 212 w 261"/>
                <a:gd name="T95" fmla="*/ 49 h 170"/>
                <a:gd name="T96" fmla="*/ 206 w 261"/>
                <a:gd name="T97" fmla="*/ 48 h 170"/>
                <a:gd name="T98" fmla="*/ 209 w 261"/>
                <a:gd name="T99" fmla="*/ 40 h 170"/>
                <a:gd name="T100" fmla="*/ 218 w 261"/>
                <a:gd name="T101" fmla="*/ 39 h 170"/>
                <a:gd name="T102" fmla="*/ 194 w 261"/>
                <a:gd name="T103" fmla="*/ 30 h 170"/>
                <a:gd name="T104" fmla="*/ 170 w 261"/>
                <a:gd name="T105" fmla="*/ 19 h 170"/>
                <a:gd name="T106" fmla="*/ 149 w 261"/>
                <a:gd name="T107" fmla="*/ 3 h 170"/>
                <a:gd name="T108" fmla="*/ 124 w 261"/>
                <a:gd name="T109" fmla="*/ 0 h 170"/>
                <a:gd name="T110" fmla="*/ 99 w 261"/>
                <a:gd name="T111" fmla="*/ 2 h 170"/>
                <a:gd name="T112" fmla="*/ 72 w 261"/>
                <a:gd name="T113" fmla="*/ 7 h 170"/>
                <a:gd name="T114" fmla="*/ 45 w 261"/>
                <a:gd name="T115" fmla="*/ 22 h 170"/>
                <a:gd name="T116" fmla="*/ 14 w 261"/>
                <a:gd name="T117" fmla="*/ 2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1" h="170">
                  <a:moveTo>
                    <a:pt x="14" y="27"/>
                  </a:moveTo>
                  <a:lnTo>
                    <a:pt x="9" y="41"/>
                  </a:lnTo>
                  <a:lnTo>
                    <a:pt x="5" y="57"/>
                  </a:lnTo>
                  <a:lnTo>
                    <a:pt x="1" y="73"/>
                  </a:lnTo>
                  <a:lnTo>
                    <a:pt x="0" y="89"/>
                  </a:lnTo>
                  <a:lnTo>
                    <a:pt x="13" y="101"/>
                  </a:lnTo>
                  <a:lnTo>
                    <a:pt x="26" y="113"/>
                  </a:lnTo>
                  <a:lnTo>
                    <a:pt x="39" y="124"/>
                  </a:lnTo>
                  <a:lnTo>
                    <a:pt x="54" y="134"/>
                  </a:lnTo>
                  <a:lnTo>
                    <a:pt x="67" y="144"/>
                  </a:lnTo>
                  <a:lnTo>
                    <a:pt x="82" y="153"/>
                  </a:lnTo>
                  <a:lnTo>
                    <a:pt x="96" y="161"/>
                  </a:lnTo>
                  <a:lnTo>
                    <a:pt x="111" y="169"/>
                  </a:lnTo>
                  <a:lnTo>
                    <a:pt x="116" y="169"/>
                  </a:lnTo>
                  <a:lnTo>
                    <a:pt x="120" y="170"/>
                  </a:lnTo>
                  <a:lnTo>
                    <a:pt x="124" y="169"/>
                  </a:lnTo>
                  <a:lnTo>
                    <a:pt x="127" y="167"/>
                  </a:lnTo>
                  <a:lnTo>
                    <a:pt x="125" y="165"/>
                  </a:lnTo>
                  <a:lnTo>
                    <a:pt x="123" y="163"/>
                  </a:lnTo>
                  <a:lnTo>
                    <a:pt x="121" y="161"/>
                  </a:lnTo>
                  <a:lnTo>
                    <a:pt x="120" y="158"/>
                  </a:lnTo>
                  <a:lnTo>
                    <a:pt x="128" y="155"/>
                  </a:lnTo>
                  <a:lnTo>
                    <a:pt x="136" y="157"/>
                  </a:lnTo>
                  <a:lnTo>
                    <a:pt x="143" y="161"/>
                  </a:lnTo>
                  <a:lnTo>
                    <a:pt x="151" y="163"/>
                  </a:lnTo>
                  <a:lnTo>
                    <a:pt x="161" y="163"/>
                  </a:lnTo>
                  <a:lnTo>
                    <a:pt x="172" y="162"/>
                  </a:lnTo>
                  <a:lnTo>
                    <a:pt x="182" y="159"/>
                  </a:lnTo>
                  <a:lnTo>
                    <a:pt x="193" y="158"/>
                  </a:lnTo>
                  <a:lnTo>
                    <a:pt x="204" y="155"/>
                  </a:lnTo>
                  <a:lnTo>
                    <a:pt x="216" y="153"/>
                  </a:lnTo>
                  <a:lnTo>
                    <a:pt x="226" y="151"/>
                  </a:lnTo>
                  <a:lnTo>
                    <a:pt x="237" y="150"/>
                  </a:lnTo>
                  <a:lnTo>
                    <a:pt x="241" y="146"/>
                  </a:lnTo>
                  <a:lnTo>
                    <a:pt x="231" y="146"/>
                  </a:lnTo>
                  <a:lnTo>
                    <a:pt x="223" y="146"/>
                  </a:lnTo>
                  <a:lnTo>
                    <a:pt x="214" y="149"/>
                  </a:lnTo>
                  <a:lnTo>
                    <a:pt x="206" y="151"/>
                  </a:lnTo>
                  <a:lnTo>
                    <a:pt x="197" y="153"/>
                  </a:lnTo>
                  <a:lnTo>
                    <a:pt x="188" y="154"/>
                  </a:lnTo>
                  <a:lnTo>
                    <a:pt x="178" y="153"/>
                  </a:lnTo>
                  <a:lnTo>
                    <a:pt x="169" y="150"/>
                  </a:lnTo>
                  <a:lnTo>
                    <a:pt x="160" y="148"/>
                  </a:lnTo>
                  <a:lnTo>
                    <a:pt x="152" y="144"/>
                  </a:lnTo>
                  <a:lnTo>
                    <a:pt x="141" y="141"/>
                  </a:lnTo>
                  <a:lnTo>
                    <a:pt x="131" y="141"/>
                  </a:lnTo>
                  <a:lnTo>
                    <a:pt x="129" y="140"/>
                  </a:lnTo>
                  <a:lnTo>
                    <a:pt x="128" y="138"/>
                  </a:lnTo>
                  <a:lnTo>
                    <a:pt x="127" y="137"/>
                  </a:lnTo>
                  <a:lnTo>
                    <a:pt x="127" y="134"/>
                  </a:lnTo>
                  <a:lnTo>
                    <a:pt x="133" y="132"/>
                  </a:lnTo>
                  <a:lnTo>
                    <a:pt x="140" y="130"/>
                  </a:lnTo>
                  <a:lnTo>
                    <a:pt x="145" y="130"/>
                  </a:lnTo>
                  <a:lnTo>
                    <a:pt x="152" y="132"/>
                  </a:lnTo>
                  <a:lnTo>
                    <a:pt x="160" y="136"/>
                  </a:lnTo>
                  <a:lnTo>
                    <a:pt x="168" y="138"/>
                  </a:lnTo>
                  <a:lnTo>
                    <a:pt x="176" y="141"/>
                  </a:lnTo>
                  <a:lnTo>
                    <a:pt x="185" y="141"/>
                  </a:lnTo>
                  <a:lnTo>
                    <a:pt x="193" y="141"/>
                  </a:lnTo>
                  <a:lnTo>
                    <a:pt x="201" y="141"/>
                  </a:lnTo>
                  <a:lnTo>
                    <a:pt x="209" y="138"/>
                  </a:lnTo>
                  <a:lnTo>
                    <a:pt x="217" y="134"/>
                  </a:lnTo>
                  <a:lnTo>
                    <a:pt x="261" y="134"/>
                  </a:lnTo>
                  <a:lnTo>
                    <a:pt x="257" y="129"/>
                  </a:lnTo>
                  <a:lnTo>
                    <a:pt x="253" y="124"/>
                  </a:lnTo>
                  <a:lnTo>
                    <a:pt x="249" y="121"/>
                  </a:lnTo>
                  <a:lnTo>
                    <a:pt x="243" y="118"/>
                  </a:lnTo>
                  <a:lnTo>
                    <a:pt x="238" y="117"/>
                  </a:lnTo>
                  <a:lnTo>
                    <a:pt x="231" y="116"/>
                  </a:lnTo>
                  <a:lnTo>
                    <a:pt x="223" y="116"/>
                  </a:lnTo>
                  <a:lnTo>
                    <a:pt x="214" y="116"/>
                  </a:lnTo>
                  <a:lnTo>
                    <a:pt x="206" y="118"/>
                  </a:lnTo>
                  <a:lnTo>
                    <a:pt x="198" y="121"/>
                  </a:lnTo>
                  <a:lnTo>
                    <a:pt x="189" y="121"/>
                  </a:lnTo>
                  <a:lnTo>
                    <a:pt x="181" y="120"/>
                  </a:lnTo>
                  <a:lnTo>
                    <a:pt x="173" y="118"/>
                  </a:lnTo>
                  <a:lnTo>
                    <a:pt x="165" y="114"/>
                  </a:lnTo>
                  <a:lnTo>
                    <a:pt x="157" y="110"/>
                  </a:lnTo>
                  <a:lnTo>
                    <a:pt x="151" y="106"/>
                  </a:lnTo>
                  <a:lnTo>
                    <a:pt x="145" y="105"/>
                  </a:lnTo>
                  <a:lnTo>
                    <a:pt x="141" y="106"/>
                  </a:lnTo>
                  <a:lnTo>
                    <a:pt x="137" y="108"/>
                  </a:lnTo>
                  <a:lnTo>
                    <a:pt x="132" y="106"/>
                  </a:lnTo>
                  <a:lnTo>
                    <a:pt x="131" y="102"/>
                  </a:lnTo>
                  <a:lnTo>
                    <a:pt x="132" y="98"/>
                  </a:lnTo>
                  <a:lnTo>
                    <a:pt x="136" y="94"/>
                  </a:lnTo>
                  <a:lnTo>
                    <a:pt x="139" y="92"/>
                  </a:lnTo>
                  <a:lnTo>
                    <a:pt x="145" y="93"/>
                  </a:lnTo>
                  <a:lnTo>
                    <a:pt x="151" y="96"/>
                  </a:lnTo>
                  <a:lnTo>
                    <a:pt x="157" y="98"/>
                  </a:lnTo>
                  <a:lnTo>
                    <a:pt x="163" y="101"/>
                  </a:lnTo>
                  <a:lnTo>
                    <a:pt x="168" y="104"/>
                  </a:lnTo>
                  <a:lnTo>
                    <a:pt x="174" y="106"/>
                  </a:lnTo>
                  <a:lnTo>
                    <a:pt x="180" y="109"/>
                  </a:lnTo>
                  <a:lnTo>
                    <a:pt x="186" y="110"/>
                  </a:lnTo>
                  <a:lnTo>
                    <a:pt x="193" y="109"/>
                  </a:lnTo>
                  <a:lnTo>
                    <a:pt x="201" y="109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33" y="104"/>
                  </a:lnTo>
                  <a:lnTo>
                    <a:pt x="242" y="102"/>
                  </a:lnTo>
                  <a:lnTo>
                    <a:pt x="251" y="100"/>
                  </a:lnTo>
                  <a:lnTo>
                    <a:pt x="257" y="98"/>
                  </a:lnTo>
                  <a:lnTo>
                    <a:pt x="257" y="97"/>
                  </a:lnTo>
                  <a:lnTo>
                    <a:pt x="257" y="92"/>
                  </a:lnTo>
                  <a:lnTo>
                    <a:pt x="254" y="88"/>
                  </a:lnTo>
                  <a:lnTo>
                    <a:pt x="249" y="84"/>
                  </a:lnTo>
                  <a:lnTo>
                    <a:pt x="245" y="84"/>
                  </a:lnTo>
                  <a:lnTo>
                    <a:pt x="238" y="84"/>
                  </a:lnTo>
                  <a:lnTo>
                    <a:pt x="231" y="85"/>
                  </a:lnTo>
                  <a:lnTo>
                    <a:pt x="222" y="87"/>
                  </a:lnTo>
                  <a:lnTo>
                    <a:pt x="214" y="87"/>
                  </a:lnTo>
                  <a:lnTo>
                    <a:pt x="206" y="88"/>
                  </a:lnTo>
                  <a:lnTo>
                    <a:pt x="200" y="88"/>
                  </a:lnTo>
                  <a:lnTo>
                    <a:pt x="194" y="87"/>
                  </a:lnTo>
                  <a:lnTo>
                    <a:pt x="185" y="81"/>
                  </a:lnTo>
                  <a:lnTo>
                    <a:pt x="176" y="76"/>
                  </a:lnTo>
                  <a:lnTo>
                    <a:pt x="168" y="68"/>
                  </a:lnTo>
                  <a:lnTo>
                    <a:pt x="160" y="61"/>
                  </a:lnTo>
                  <a:lnTo>
                    <a:pt x="152" y="53"/>
                  </a:lnTo>
                  <a:lnTo>
                    <a:pt x="144" y="45"/>
                  </a:lnTo>
                  <a:lnTo>
                    <a:pt x="135" y="39"/>
                  </a:lnTo>
                  <a:lnTo>
                    <a:pt x="125" y="32"/>
                  </a:lnTo>
                  <a:lnTo>
                    <a:pt x="124" y="31"/>
                  </a:lnTo>
                  <a:lnTo>
                    <a:pt x="123" y="30"/>
                  </a:lnTo>
                  <a:lnTo>
                    <a:pt x="123" y="27"/>
                  </a:lnTo>
                  <a:lnTo>
                    <a:pt x="123" y="26"/>
                  </a:lnTo>
                  <a:lnTo>
                    <a:pt x="129" y="24"/>
                  </a:lnTo>
                  <a:lnTo>
                    <a:pt x="136" y="27"/>
                  </a:lnTo>
                  <a:lnTo>
                    <a:pt x="143" y="31"/>
                  </a:lnTo>
                  <a:lnTo>
                    <a:pt x="149" y="36"/>
                  </a:lnTo>
                  <a:lnTo>
                    <a:pt x="160" y="37"/>
                  </a:lnTo>
                  <a:lnTo>
                    <a:pt x="172" y="41"/>
                  </a:lnTo>
                  <a:lnTo>
                    <a:pt x="182" y="48"/>
                  </a:lnTo>
                  <a:lnTo>
                    <a:pt x="193" y="53"/>
                  </a:lnTo>
                  <a:lnTo>
                    <a:pt x="202" y="59"/>
                  </a:lnTo>
                  <a:lnTo>
                    <a:pt x="212" y="61"/>
                  </a:lnTo>
                  <a:lnTo>
                    <a:pt x="221" y="57"/>
                  </a:lnTo>
                  <a:lnTo>
                    <a:pt x="229" y="48"/>
                  </a:lnTo>
                  <a:lnTo>
                    <a:pt x="229" y="41"/>
                  </a:lnTo>
                  <a:lnTo>
                    <a:pt x="226" y="45"/>
                  </a:lnTo>
                  <a:lnTo>
                    <a:pt x="222" y="47"/>
                  </a:lnTo>
                  <a:lnTo>
                    <a:pt x="217" y="48"/>
                  </a:lnTo>
                  <a:lnTo>
                    <a:pt x="212" y="49"/>
                  </a:lnTo>
                  <a:lnTo>
                    <a:pt x="209" y="49"/>
                  </a:lnTo>
                  <a:lnTo>
                    <a:pt x="208" y="49"/>
                  </a:lnTo>
                  <a:lnTo>
                    <a:pt x="206" y="48"/>
                  </a:lnTo>
                  <a:lnTo>
                    <a:pt x="205" y="47"/>
                  </a:lnTo>
                  <a:lnTo>
                    <a:pt x="206" y="43"/>
                  </a:lnTo>
                  <a:lnTo>
                    <a:pt x="209" y="40"/>
                  </a:lnTo>
                  <a:lnTo>
                    <a:pt x="213" y="40"/>
                  </a:lnTo>
                  <a:lnTo>
                    <a:pt x="217" y="39"/>
                  </a:lnTo>
                  <a:lnTo>
                    <a:pt x="218" y="39"/>
                  </a:lnTo>
                  <a:lnTo>
                    <a:pt x="210" y="36"/>
                  </a:lnTo>
                  <a:lnTo>
                    <a:pt x="202" y="32"/>
                  </a:lnTo>
                  <a:lnTo>
                    <a:pt x="194" y="30"/>
                  </a:lnTo>
                  <a:lnTo>
                    <a:pt x="186" y="27"/>
                  </a:lnTo>
                  <a:lnTo>
                    <a:pt x="177" y="23"/>
                  </a:lnTo>
                  <a:lnTo>
                    <a:pt x="170" y="19"/>
                  </a:lnTo>
                  <a:lnTo>
                    <a:pt x="164" y="14"/>
                  </a:lnTo>
                  <a:lnTo>
                    <a:pt x="157" y="7"/>
                  </a:lnTo>
                  <a:lnTo>
                    <a:pt x="149" y="3"/>
                  </a:lnTo>
                  <a:lnTo>
                    <a:pt x="141" y="2"/>
                  </a:lnTo>
                  <a:lnTo>
                    <a:pt x="132" y="0"/>
                  </a:lnTo>
                  <a:lnTo>
                    <a:pt x="124" y="0"/>
                  </a:lnTo>
                  <a:lnTo>
                    <a:pt x="115" y="2"/>
                  </a:lnTo>
                  <a:lnTo>
                    <a:pt x="107" y="2"/>
                  </a:lnTo>
                  <a:lnTo>
                    <a:pt x="99" y="2"/>
                  </a:lnTo>
                  <a:lnTo>
                    <a:pt x="92" y="0"/>
                  </a:lnTo>
                  <a:lnTo>
                    <a:pt x="82" y="3"/>
                  </a:lnTo>
                  <a:lnTo>
                    <a:pt x="72" y="7"/>
                  </a:lnTo>
                  <a:lnTo>
                    <a:pt x="62" y="11"/>
                  </a:lnTo>
                  <a:lnTo>
                    <a:pt x="54" y="16"/>
                  </a:lnTo>
                  <a:lnTo>
                    <a:pt x="45" y="22"/>
                  </a:lnTo>
                  <a:lnTo>
                    <a:pt x="34" y="26"/>
                  </a:lnTo>
                  <a:lnTo>
                    <a:pt x="25" y="27"/>
                  </a:lnTo>
                  <a:lnTo>
                    <a:pt x="14" y="27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3" name="Freeform 55"/>
            <p:cNvSpPr>
              <a:spLocks/>
            </p:cNvSpPr>
            <p:nvPr/>
          </p:nvSpPr>
          <p:spPr bwMode="auto">
            <a:xfrm>
              <a:off x="2890838" y="3390900"/>
              <a:ext cx="1158875" cy="1298575"/>
            </a:xfrm>
            <a:custGeom>
              <a:avLst/>
              <a:gdLst>
                <a:gd name="T0" fmla="*/ 566 w 730"/>
                <a:gd name="T1" fmla="*/ 770 h 818"/>
                <a:gd name="T2" fmla="*/ 566 w 730"/>
                <a:gd name="T3" fmla="*/ 766 h 818"/>
                <a:gd name="T4" fmla="*/ 612 w 730"/>
                <a:gd name="T5" fmla="*/ 775 h 818"/>
                <a:gd name="T6" fmla="*/ 628 w 730"/>
                <a:gd name="T7" fmla="*/ 746 h 818"/>
                <a:gd name="T8" fmla="*/ 577 w 730"/>
                <a:gd name="T9" fmla="*/ 714 h 818"/>
                <a:gd name="T10" fmla="*/ 499 w 730"/>
                <a:gd name="T11" fmla="*/ 693 h 818"/>
                <a:gd name="T12" fmla="*/ 419 w 730"/>
                <a:gd name="T13" fmla="*/ 700 h 818"/>
                <a:gd name="T14" fmla="*/ 373 w 730"/>
                <a:gd name="T15" fmla="*/ 667 h 818"/>
                <a:gd name="T16" fmla="*/ 324 w 730"/>
                <a:gd name="T17" fmla="*/ 627 h 818"/>
                <a:gd name="T18" fmla="*/ 260 w 730"/>
                <a:gd name="T19" fmla="*/ 606 h 818"/>
                <a:gd name="T20" fmla="*/ 253 w 730"/>
                <a:gd name="T21" fmla="*/ 563 h 818"/>
                <a:gd name="T22" fmla="*/ 240 w 730"/>
                <a:gd name="T23" fmla="*/ 453 h 818"/>
                <a:gd name="T24" fmla="*/ 204 w 730"/>
                <a:gd name="T25" fmla="*/ 362 h 818"/>
                <a:gd name="T26" fmla="*/ 196 w 730"/>
                <a:gd name="T27" fmla="*/ 262 h 818"/>
                <a:gd name="T28" fmla="*/ 188 w 730"/>
                <a:gd name="T29" fmla="*/ 260 h 818"/>
                <a:gd name="T30" fmla="*/ 179 w 730"/>
                <a:gd name="T31" fmla="*/ 346 h 818"/>
                <a:gd name="T32" fmla="*/ 220 w 730"/>
                <a:gd name="T33" fmla="*/ 447 h 818"/>
                <a:gd name="T34" fmla="*/ 216 w 730"/>
                <a:gd name="T35" fmla="*/ 514 h 818"/>
                <a:gd name="T36" fmla="*/ 208 w 730"/>
                <a:gd name="T37" fmla="*/ 582 h 818"/>
                <a:gd name="T38" fmla="*/ 134 w 730"/>
                <a:gd name="T39" fmla="*/ 562 h 818"/>
                <a:gd name="T40" fmla="*/ 112 w 730"/>
                <a:gd name="T41" fmla="*/ 542 h 818"/>
                <a:gd name="T42" fmla="*/ 141 w 730"/>
                <a:gd name="T43" fmla="*/ 584 h 818"/>
                <a:gd name="T44" fmla="*/ 223 w 730"/>
                <a:gd name="T45" fmla="*/ 606 h 818"/>
                <a:gd name="T46" fmla="*/ 210 w 730"/>
                <a:gd name="T47" fmla="*/ 639 h 818"/>
                <a:gd name="T48" fmla="*/ 174 w 730"/>
                <a:gd name="T49" fmla="*/ 665 h 818"/>
                <a:gd name="T50" fmla="*/ 147 w 730"/>
                <a:gd name="T51" fmla="*/ 660 h 818"/>
                <a:gd name="T52" fmla="*/ 154 w 730"/>
                <a:gd name="T53" fmla="*/ 660 h 818"/>
                <a:gd name="T54" fmla="*/ 147 w 730"/>
                <a:gd name="T55" fmla="*/ 649 h 818"/>
                <a:gd name="T56" fmla="*/ 135 w 730"/>
                <a:gd name="T57" fmla="*/ 667 h 818"/>
                <a:gd name="T58" fmla="*/ 184 w 730"/>
                <a:gd name="T59" fmla="*/ 673 h 818"/>
                <a:gd name="T60" fmla="*/ 256 w 730"/>
                <a:gd name="T61" fmla="*/ 633 h 818"/>
                <a:gd name="T62" fmla="*/ 347 w 730"/>
                <a:gd name="T63" fmla="*/ 667 h 818"/>
                <a:gd name="T64" fmla="*/ 370 w 730"/>
                <a:gd name="T65" fmla="*/ 700 h 818"/>
                <a:gd name="T66" fmla="*/ 370 w 730"/>
                <a:gd name="T67" fmla="*/ 787 h 818"/>
                <a:gd name="T68" fmla="*/ 321 w 730"/>
                <a:gd name="T69" fmla="*/ 811 h 818"/>
                <a:gd name="T70" fmla="*/ 216 w 730"/>
                <a:gd name="T71" fmla="*/ 798 h 818"/>
                <a:gd name="T72" fmla="*/ 75 w 730"/>
                <a:gd name="T73" fmla="*/ 736 h 818"/>
                <a:gd name="T74" fmla="*/ 12 w 730"/>
                <a:gd name="T75" fmla="*/ 692 h 818"/>
                <a:gd name="T76" fmla="*/ 29 w 730"/>
                <a:gd name="T77" fmla="*/ 433 h 818"/>
                <a:gd name="T78" fmla="*/ 51 w 730"/>
                <a:gd name="T79" fmla="*/ 229 h 818"/>
                <a:gd name="T80" fmla="*/ 159 w 730"/>
                <a:gd name="T81" fmla="*/ 90 h 818"/>
                <a:gd name="T82" fmla="*/ 264 w 730"/>
                <a:gd name="T83" fmla="*/ 45 h 818"/>
                <a:gd name="T84" fmla="*/ 271 w 730"/>
                <a:gd name="T85" fmla="*/ 29 h 818"/>
                <a:gd name="T86" fmla="*/ 298 w 730"/>
                <a:gd name="T87" fmla="*/ 3 h 818"/>
                <a:gd name="T88" fmla="*/ 293 w 730"/>
                <a:gd name="T89" fmla="*/ 11 h 818"/>
                <a:gd name="T90" fmla="*/ 322 w 730"/>
                <a:gd name="T91" fmla="*/ 64 h 818"/>
                <a:gd name="T92" fmla="*/ 403 w 730"/>
                <a:gd name="T93" fmla="*/ 113 h 818"/>
                <a:gd name="T94" fmla="*/ 504 w 730"/>
                <a:gd name="T95" fmla="*/ 101 h 818"/>
                <a:gd name="T96" fmla="*/ 545 w 730"/>
                <a:gd name="T97" fmla="*/ 130 h 818"/>
                <a:gd name="T98" fmla="*/ 612 w 730"/>
                <a:gd name="T99" fmla="*/ 178 h 818"/>
                <a:gd name="T100" fmla="*/ 679 w 730"/>
                <a:gd name="T101" fmla="*/ 248 h 818"/>
                <a:gd name="T102" fmla="*/ 693 w 730"/>
                <a:gd name="T103" fmla="*/ 360 h 818"/>
                <a:gd name="T104" fmla="*/ 729 w 730"/>
                <a:gd name="T105" fmla="*/ 508 h 818"/>
                <a:gd name="T106" fmla="*/ 689 w 730"/>
                <a:gd name="T107" fmla="*/ 516 h 818"/>
                <a:gd name="T108" fmla="*/ 680 w 730"/>
                <a:gd name="T109" fmla="*/ 284 h 818"/>
                <a:gd name="T110" fmla="*/ 644 w 730"/>
                <a:gd name="T111" fmla="*/ 424 h 818"/>
                <a:gd name="T112" fmla="*/ 639 w 730"/>
                <a:gd name="T113" fmla="*/ 775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30" h="818">
                  <a:moveTo>
                    <a:pt x="594" y="785"/>
                  </a:moveTo>
                  <a:lnTo>
                    <a:pt x="590" y="783"/>
                  </a:lnTo>
                  <a:lnTo>
                    <a:pt x="585" y="781"/>
                  </a:lnTo>
                  <a:lnTo>
                    <a:pt x="578" y="778"/>
                  </a:lnTo>
                  <a:lnTo>
                    <a:pt x="573" y="774"/>
                  </a:lnTo>
                  <a:lnTo>
                    <a:pt x="566" y="770"/>
                  </a:lnTo>
                  <a:lnTo>
                    <a:pt x="561" y="766"/>
                  </a:lnTo>
                  <a:lnTo>
                    <a:pt x="557" y="762"/>
                  </a:lnTo>
                  <a:lnTo>
                    <a:pt x="554" y="759"/>
                  </a:lnTo>
                  <a:lnTo>
                    <a:pt x="555" y="761"/>
                  </a:lnTo>
                  <a:lnTo>
                    <a:pt x="559" y="762"/>
                  </a:lnTo>
                  <a:lnTo>
                    <a:pt x="566" y="766"/>
                  </a:lnTo>
                  <a:lnTo>
                    <a:pt x="574" y="769"/>
                  </a:lnTo>
                  <a:lnTo>
                    <a:pt x="582" y="773"/>
                  </a:lnTo>
                  <a:lnTo>
                    <a:pt x="590" y="775"/>
                  </a:lnTo>
                  <a:lnTo>
                    <a:pt x="597" y="778"/>
                  </a:lnTo>
                  <a:lnTo>
                    <a:pt x="602" y="778"/>
                  </a:lnTo>
                  <a:lnTo>
                    <a:pt x="612" y="775"/>
                  </a:lnTo>
                  <a:lnTo>
                    <a:pt x="620" y="770"/>
                  </a:lnTo>
                  <a:lnTo>
                    <a:pt x="624" y="765"/>
                  </a:lnTo>
                  <a:lnTo>
                    <a:pt x="626" y="762"/>
                  </a:lnTo>
                  <a:lnTo>
                    <a:pt x="627" y="757"/>
                  </a:lnTo>
                  <a:lnTo>
                    <a:pt x="628" y="751"/>
                  </a:lnTo>
                  <a:lnTo>
                    <a:pt x="628" y="746"/>
                  </a:lnTo>
                  <a:lnTo>
                    <a:pt x="627" y="742"/>
                  </a:lnTo>
                  <a:lnTo>
                    <a:pt x="616" y="737"/>
                  </a:lnTo>
                  <a:lnTo>
                    <a:pt x="606" y="732"/>
                  </a:lnTo>
                  <a:lnTo>
                    <a:pt x="597" y="725"/>
                  </a:lnTo>
                  <a:lnTo>
                    <a:pt x="586" y="720"/>
                  </a:lnTo>
                  <a:lnTo>
                    <a:pt x="577" y="714"/>
                  </a:lnTo>
                  <a:lnTo>
                    <a:pt x="566" y="708"/>
                  </a:lnTo>
                  <a:lnTo>
                    <a:pt x="557" y="702"/>
                  </a:lnTo>
                  <a:lnTo>
                    <a:pt x="546" y="697"/>
                  </a:lnTo>
                  <a:lnTo>
                    <a:pt x="530" y="694"/>
                  </a:lnTo>
                  <a:lnTo>
                    <a:pt x="514" y="693"/>
                  </a:lnTo>
                  <a:lnTo>
                    <a:pt x="499" y="693"/>
                  </a:lnTo>
                  <a:lnTo>
                    <a:pt x="483" y="693"/>
                  </a:lnTo>
                  <a:lnTo>
                    <a:pt x="467" y="694"/>
                  </a:lnTo>
                  <a:lnTo>
                    <a:pt x="451" y="698"/>
                  </a:lnTo>
                  <a:lnTo>
                    <a:pt x="436" y="704"/>
                  </a:lnTo>
                  <a:lnTo>
                    <a:pt x="423" y="712"/>
                  </a:lnTo>
                  <a:lnTo>
                    <a:pt x="419" y="700"/>
                  </a:lnTo>
                  <a:lnTo>
                    <a:pt x="410" y="692"/>
                  </a:lnTo>
                  <a:lnTo>
                    <a:pt x="398" y="687"/>
                  </a:lnTo>
                  <a:lnTo>
                    <a:pt x="387" y="680"/>
                  </a:lnTo>
                  <a:lnTo>
                    <a:pt x="379" y="679"/>
                  </a:lnTo>
                  <a:lnTo>
                    <a:pt x="375" y="673"/>
                  </a:lnTo>
                  <a:lnTo>
                    <a:pt x="373" y="667"/>
                  </a:lnTo>
                  <a:lnTo>
                    <a:pt x="373" y="659"/>
                  </a:lnTo>
                  <a:lnTo>
                    <a:pt x="365" y="649"/>
                  </a:lnTo>
                  <a:lnTo>
                    <a:pt x="355" y="641"/>
                  </a:lnTo>
                  <a:lnTo>
                    <a:pt x="346" y="635"/>
                  </a:lnTo>
                  <a:lnTo>
                    <a:pt x="336" y="631"/>
                  </a:lnTo>
                  <a:lnTo>
                    <a:pt x="324" y="627"/>
                  </a:lnTo>
                  <a:lnTo>
                    <a:pt x="313" y="624"/>
                  </a:lnTo>
                  <a:lnTo>
                    <a:pt x="301" y="620"/>
                  </a:lnTo>
                  <a:lnTo>
                    <a:pt x="289" y="618"/>
                  </a:lnTo>
                  <a:lnTo>
                    <a:pt x="280" y="614"/>
                  </a:lnTo>
                  <a:lnTo>
                    <a:pt x="269" y="611"/>
                  </a:lnTo>
                  <a:lnTo>
                    <a:pt x="260" y="606"/>
                  </a:lnTo>
                  <a:lnTo>
                    <a:pt x="253" y="596"/>
                  </a:lnTo>
                  <a:lnTo>
                    <a:pt x="252" y="595"/>
                  </a:lnTo>
                  <a:lnTo>
                    <a:pt x="252" y="594"/>
                  </a:lnTo>
                  <a:lnTo>
                    <a:pt x="252" y="592"/>
                  </a:lnTo>
                  <a:lnTo>
                    <a:pt x="253" y="591"/>
                  </a:lnTo>
                  <a:lnTo>
                    <a:pt x="253" y="563"/>
                  </a:lnTo>
                  <a:lnTo>
                    <a:pt x="248" y="537"/>
                  </a:lnTo>
                  <a:lnTo>
                    <a:pt x="240" y="510"/>
                  </a:lnTo>
                  <a:lnTo>
                    <a:pt x="234" y="482"/>
                  </a:lnTo>
                  <a:lnTo>
                    <a:pt x="235" y="472"/>
                  </a:lnTo>
                  <a:lnTo>
                    <a:pt x="239" y="463"/>
                  </a:lnTo>
                  <a:lnTo>
                    <a:pt x="240" y="453"/>
                  </a:lnTo>
                  <a:lnTo>
                    <a:pt x="237" y="443"/>
                  </a:lnTo>
                  <a:lnTo>
                    <a:pt x="230" y="427"/>
                  </a:lnTo>
                  <a:lnTo>
                    <a:pt x="222" y="411"/>
                  </a:lnTo>
                  <a:lnTo>
                    <a:pt x="215" y="395"/>
                  </a:lnTo>
                  <a:lnTo>
                    <a:pt x="208" y="379"/>
                  </a:lnTo>
                  <a:lnTo>
                    <a:pt x="204" y="362"/>
                  </a:lnTo>
                  <a:lnTo>
                    <a:pt x="200" y="345"/>
                  </a:lnTo>
                  <a:lnTo>
                    <a:pt x="198" y="326"/>
                  </a:lnTo>
                  <a:lnTo>
                    <a:pt x="196" y="307"/>
                  </a:lnTo>
                  <a:lnTo>
                    <a:pt x="195" y="293"/>
                  </a:lnTo>
                  <a:lnTo>
                    <a:pt x="196" y="277"/>
                  </a:lnTo>
                  <a:lnTo>
                    <a:pt x="196" y="262"/>
                  </a:lnTo>
                  <a:lnTo>
                    <a:pt x="199" y="248"/>
                  </a:lnTo>
                  <a:lnTo>
                    <a:pt x="196" y="248"/>
                  </a:lnTo>
                  <a:lnTo>
                    <a:pt x="195" y="249"/>
                  </a:lnTo>
                  <a:lnTo>
                    <a:pt x="192" y="252"/>
                  </a:lnTo>
                  <a:lnTo>
                    <a:pt x="191" y="252"/>
                  </a:lnTo>
                  <a:lnTo>
                    <a:pt x="188" y="260"/>
                  </a:lnTo>
                  <a:lnTo>
                    <a:pt x="184" y="266"/>
                  </a:lnTo>
                  <a:lnTo>
                    <a:pt x="182" y="274"/>
                  </a:lnTo>
                  <a:lnTo>
                    <a:pt x="179" y="282"/>
                  </a:lnTo>
                  <a:lnTo>
                    <a:pt x="178" y="303"/>
                  </a:lnTo>
                  <a:lnTo>
                    <a:pt x="178" y="325"/>
                  </a:lnTo>
                  <a:lnTo>
                    <a:pt x="179" y="346"/>
                  </a:lnTo>
                  <a:lnTo>
                    <a:pt x="183" y="366"/>
                  </a:lnTo>
                  <a:lnTo>
                    <a:pt x="190" y="386"/>
                  </a:lnTo>
                  <a:lnTo>
                    <a:pt x="198" y="403"/>
                  </a:lnTo>
                  <a:lnTo>
                    <a:pt x="207" y="421"/>
                  </a:lnTo>
                  <a:lnTo>
                    <a:pt x="220" y="437"/>
                  </a:lnTo>
                  <a:lnTo>
                    <a:pt x="220" y="447"/>
                  </a:lnTo>
                  <a:lnTo>
                    <a:pt x="219" y="456"/>
                  </a:lnTo>
                  <a:lnTo>
                    <a:pt x="218" y="464"/>
                  </a:lnTo>
                  <a:lnTo>
                    <a:pt x="216" y="473"/>
                  </a:lnTo>
                  <a:lnTo>
                    <a:pt x="212" y="488"/>
                  </a:lnTo>
                  <a:lnTo>
                    <a:pt x="214" y="501"/>
                  </a:lnTo>
                  <a:lnTo>
                    <a:pt x="216" y="514"/>
                  </a:lnTo>
                  <a:lnTo>
                    <a:pt x="220" y="527"/>
                  </a:lnTo>
                  <a:lnTo>
                    <a:pt x="224" y="539"/>
                  </a:lnTo>
                  <a:lnTo>
                    <a:pt x="227" y="553"/>
                  </a:lnTo>
                  <a:lnTo>
                    <a:pt x="226" y="566"/>
                  </a:lnTo>
                  <a:lnTo>
                    <a:pt x="222" y="579"/>
                  </a:lnTo>
                  <a:lnTo>
                    <a:pt x="208" y="582"/>
                  </a:lnTo>
                  <a:lnTo>
                    <a:pt x="195" y="582"/>
                  </a:lnTo>
                  <a:lnTo>
                    <a:pt x="182" y="580"/>
                  </a:lnTo>
                  <a:lnTo>
                    <a:pt x="169" y="578"/>
                  </a:lnTo>
                  <a:lnTo>
                    <a:pt x="157" y="575"/>
                  </a:lnTo>
                  <a:lnTo>
                    <a:pt x="145" y="569"/>
                  </a:lnTo>
                  <a:lnTo>
                    <a:pt x="134" y="562"/>
                  </a:lnTo>
                  <a:lnTo>
                    <a:pt x="124" y="554"/>
                  </a:lnTo>
                  <a:lnTo>
                    <a:pt x="121" y="551"/>
                  </a:lnTo>
                  <a:lnTo>
                    <a:pt x="118" y="547"/>
                  </a:lnTo>
                  <a:lnTo>
                    <a:pt x="117" y="543"/>
                  </a:lnTo>
                  <a:lnTo>
                    <a:pt x="113" y="541"/>
                  </a:lnTo>
                  <a:lnTo>
                    <a:pt x="112" y="542"/>
                  </a:lnTo>
                  <a:lnTo>
                    <a:pt x="110" y="545"/>
                  </a:lnTo>
                  <a:lnTo>
                    <a:pt x="109" y="546"/>
                  </a:lnTo>
                  <a:lnTo>
                    <a:pt x="109" y="549"/>
                  </a:lnTo>
                  <a:lnTo>
                    <a:pt x="118" y="562"/>
                  </a:lnTo>
                  <a:lnTo>
                    <a:pt x="129" y="574"/>
                  </a:lnTo>
                  <a:lnTo>
                    <a:pt x="141" y="584"/>
                  </a:lnTo>
                  <a:lnTo>
                    <a:pt x="155" y="591"/>
                  </a:lnTo>
                  <a:lnTo>
                    <a:pt x="170" y="596"/>
                  </a:lnTo>
                  <a:lnTo>
                    <a:pt x="186" y="600"/>
                  </a:lnTo>
                  <a:lnTo>
                    <a:pt x="202" y="602"/>
                  </a:lnTo>
                  <a:lnTo>
                    <a:pt x="219" y="600"/>
                  </a:lnTo>
                  <a:lnTo>
                    <a:pt x="223" y="606"/>
                  </a:lnTo>
                  <a:lnTo>
                    <a:pt x="224" y="611"/>
                  </a:lnTo>
                  <a:lnTo>
                    <a:pt x="226" y="618"/>
                  </a:lnTo>
                  <a:lnTo>
                    <a:pt x="226" y="624"/>
                  </a:lnTo>
                  <a:lnTo>
                    <a:pt x="220" y="630"/>
                  </a:lnTo>
                  <a:lnTo>
                    <a:pt x="215" y="635"/>
                  </a:lnTo>
                  <a:lnTo>
                    <a:pt x="210" y="639"/>
                  </a:lnTo>
                  <a:lnTo>
                    <a:pt x="206" y="644"/>
                  </a:lnTo>
                  <a:lnTo>
                    <a:pt x="200" y="649"/>
                  </a:lnTo>
                  <a:lnTo>
                    <a:pt x="195" y="653"/>
                  </a:lnTo>
                  <a:lnTo>
                    <a:pt x="190" y="659"/>
                  </a:lnTo>
                  <a:lnTo>
                    <a:pt x="183" y="663"/>
                  </a:lnTo>
                  <a:lnTo>
                    <a:pt x="174" y="665"/>
                  </a:lnTo>
                  <a:lnTo>
                    <a:pt x="166" y="665"/>
                  </a:lnTo>
                  <a:lnTo>
                    <a:pt x="157" y="665"/>
                  </a:lnTo>
                  <a:lnTo>
                    <a:pt x="147" y="663"/>
                  </a:lnTo>
                  <a:lnTo>
                    <a:pt x="147" y="661"/>
                  </a:lnTo>
                  <a:lnTo>
                    <a:pt x="147" y="660"/>
                  </a:lnTo>
                  <a:lnTo>
                    <a:pt x="147" y="660"/>
                  </a:lnTo>
                  <a:lnTo>
                    <a:pt x="149" y="659"/>
                  </a:lnTo>
                  <a:lnTo>
                    <a:pt x="150" y="660"/>
                  </a:lnTo>
                  <a:lnTo>
                    <a:pt x="150" y="660"/>
                  </a:lnTo>
                  <a:lnTo>
                    <a:pt x="150" y="660"/>
                  </a:lnTo>
                  <a:lnTo>
                    <a:pt x="151" y="660"/>
                  </a:lnTo>
                  <a:lnTo>
                    <a:pt x="154" y="660"/>
                  </a:lnTo>
                  <a:lnTo>
                    <a:pt x="157" y="659"/>
                  </a:lnTo>
                  <a:lnTo>
                    <a:pt x="158" y="656"/>
                  </a:lnTo>
                  <a:lnTo>
                    <a:pt x="158" y="653"/>
                  </a:lnTo>
                  <a:lnTo>
                    <a:pt x="155" y="651"/>
                  </a:lnTo>
                  <a:lnTo>
                    <a:pt x="151" y="649"/>
                  </a:lnTo>
                  <a:lnTo>
                    <a:pt x="147" y="649"/>
                  </a:lnTo>
                  <a:lnTo>
                    <a:pt x="143" y="649"/>
                  </a:lnTo>
                  <a:lnTo>
                    <a:pt x="139" y="651"/>
                  </a:lnTo>
                  <a:lnTo>
                    <a:pt x="137" y="653"/>
                  </a:lnTo>
                  <a:lnTo>
                    <a:pt x="135" y="659"/>
                  </a:lnTo>
                  <a:lnTo>
                    <a:pt x="134" y="663"/>
                  </a:lnTo>
                  <a:lnTo>
                    <a:pt x="135" y="667"/>
                  </a:lnTo>
                  <a:lnTo>
                    <a:pt x="139" y="668"/>
                  </a:lnTo>
                  <a:lnTo>
                    <a:pt x="142" y="671"/>
                  </a:lnTo>
                  <a:lnTo>
                    <a:pt x="145" y="673"/>
                  </a:lnTo>
                  <a:lnTo>
                    <a:pt x="159" y="677"/>
                  </a:lnTo>
                  <a:lnTo>
                    <a:pt x="173" y="677"/>
                  </a:lnTo>
                  <a:lnTo>
                    <a:pt x="184" y="673"/>
                  </a:lnTo>
                  <a:lnTo>
                    <a:pt x="196" y="668"/>
                  </a:lnTo>
                  <a:lnTo>
                    <a:pt x="208" y="661"/>
                  </a:lnTo>
                  <a:lnTo>
                    <a:pt x="219" y="652"/>
                  </a:lnTo>
                  <a:lnTo>
                    <a:pt x="230" y="643"/>
                  </a:lnTo>
                  <a:lnTo>
                    <a:pt x="239" y="633"/>
                  </a:lnTo>
                  <a:lnTo>
                    <a:pt x="256" y="633"/>
                  </a:lnTo>
                  <a:lnTo>
                    <a:pt x="273" y="636"/>
                  </a:lnTo>
                  <a:lnTo>
                    <a:pt x="289" y="639"/>
                  </a:lnTo>
                  <a:lnTo>
                    <a:pt x="305" y="643"/>
                  </a:lnTo>
                  <a:lnTo>
                    <a:pt x="321" y="648"/>
                  </a:lnTo>
                  <a:lnTo>
                    <a:pt x="334" y="656"/>
                  </a:lnTo>
                  <a:lnTo>
                    <a:pt x="347" y="667"/>
                  </a:lnTo>
                  <a:lnTo>
                    <a:pt x="359" y="679"/>
                  </a:lnTo>
                  <a:lnTo>
                    <a:pt x="361" y="683"/>
                  </a:lnTo>
                  <a:lnTo>
                    <a:pt x="361" y="687"/>
                  </a:lnTo>
                  <a:lnTo>
                    <a:pt x="359" y="692"/>
                  </a:lnTo>
                  <a:lnTo>
                    <a:pt x="362" y="696"/>
                  </a:lnTo>
                  <a:lnTo>
                    <a:pt x="370" y="700"/>
                  </a:lnTo>
                  <a:lnTo>
                    <a:pt x="378" y="704"/>
                  </a:lnTo>
                  <a:lnTo>
                    <a:pt x="386" y="708"/>
                  </a:lnTo>
                  <a:lnTo>
                    <a:pt x="394" y="712"/>
                  </a:lnTo>
                  <a:lnTo>
                    <a:pt x="381" y="736"/>
                  </a:lnTo>
                  <a:lnTo>
                    <a:pt x="373" y="761"/>
                  </a:lnTo>
                  <a:lnTo>
                    <a:pt x="370" y="787"/>
                  </a:lnTo>
                  <a:lnTo>
                    <a:pt x="371" y="814"/>
                  </a:lnTo>
                  <a:lnTo>
                    <a:pt x="358" y="812"/>
                  </a:lnTo>
                  <a:lnTo>
                    <a:pt x="349" y="810"/>
                  </a:lnTo>
                  <a:lnTo>
                    <a:pt x="340" y="806"/>
                  </a:lnTo>
                  <a:lnTo>
                    <a:pt x="329" y="804"/>
                  </a:lnTo>
                  <a:lnTo>
                    <a:pt x="321" y="811"/>
                  </a:lnTo>
                  <a:lnTo>
                    <a:pt x="302" y="816"/>
                  </a:lnTo>
                  <a:lnTo>
                    <a:pt x="285" y="818"/>
                  </a:lnTo>
                  <a:lnTo>
                    <a:pt x="268" y="815"/>
                  </a:lnTo>
                  <a:lnTo>
                    <a:pt x="251" y="811"/>
                  </a:lnTo>
                  <a:lnTo>
                    <a:pt x="234" y="804"/>
                  </a:lnTo>
                  <a:lnTo>
                    <a:pt x="216" y="798"/>
                  </a:lnTo>
                  <a:lnTo>
                    <a:pt x="199" y="791"/>
                  </a:lnTo>
                  <a:lnTo>
                    <a:pt x="182" y="787"/>
                  </a:lnTo>
                  <a:lnTo>
                    <a:pt x="105" y="751"/>
                  </a:lnTo>
                  <a:lnTo>
                    <a:pt x="94" y="746"/>
                  </a:lnTo>
                  <a:lnTo>
                    <a:pt x="84" y="741"/>
                  </a:lnTo>
                  <a:lnTo>
                    <a:pt x="75" y="736"/>
                  </a:lnTo>
                  <a:lnTo>
                    <a:pt x="64" y="730"/>
                  </a:lnTo>
                  <a:lnTo>
                    <a:pt x="55" y="725"/>
                  </a:lnTo>
                  <a:lnTo>
                    <a:pt x="45" y="718"/>
                  </a:lnTo>
                  <a:lnTo>
                    <a:pt x="36" y="712"/>
                  </a:lnTo>
                  <a:lnTo>
                    <a:pt x="27" y="705"/>
                  </a:lnTo>
                  <a:lnTo>
                    <a:pt x="12" y="692"/>
                  </a:lnTo>
                  <a:lnTo>
                    <a:pt x="6" y="676"/>
                  </a:lnTo>
                  <a:lnTo>
                    <a:pt x="3" y="659"/>
                  </a:lnTo>
                  <a:lnTo>
                    <a:pt x="0" y="641"/>
                  </a:lnTo>
                  <a:lnTo>
                    <a:pt x="7" y="547"/>
                  </a:lnTo>
                  <a:lnTo>
                    <a:pt x="25" y="451"/>
                  </a:lnTo>
                  <a:lnTo>
                    <a:pt x="29" y="433"/>
                  </a:lnTo>
                  <a:lnTo>
                    <a:pt x="35" y="416"/>
                  </a:lnTo>
                  <a:lnTo>
                    <a:pt x="39" y="398"/>
                  </a:lnTo>
                  <a:lnTo>
                    <a:pt x="40" y="379"/>
                  </a:lnTo>
                  <a:lnTo>
                    <a:pt x="37" y="327"/>
                  </a:lnTo>
                  <a:lnTo>
                    <a:pt x="40" y="277"/>
                  </a:lnTo>
                  <a:lnTo>
                    <a:pt x="51" y="229"/>
                  </a:lnTo>
                  <a:lnTo>
                    <a:pt x="69" y="184"/>
                  </a:lnTo>
                  <a:lnTo>
                    <a:pt x="86" y="164"/>
                  </a:lnTo>
                  <a:lnTo>
                    <a:pt x="104" y="144"/>
                  </a:lnTo>
                  <a:lnTo>
                    <a:pt x="121" y="126"/>
                  </a:lnTo>
                  <a:lnTo>
                    <a:pt x="141" y="107"/>
                  </a:lnTo>
                  <a:lnTo>
                    <a:pt x="159" y="90"/>
                  </a:lnTo>
                  <a:lnTo>
                    <a:pt x="181" y="76"/>
                  </a:lnTo>
                  <a:lnTo>
                    <a:pt x="202" y="61"/>
                  </a:lnTo>
                  <a:lnTo>
                    <a:pt x="224" y="50"/>
                  </a:lnTo>
                  <a:lnTo>
                    <a:pt x="259" y="40"/>
                  </a:lnTo>
                  <a:lnTo>
                    <a:pt x="260" y="42"/>
                  </a:lnTo>
                  <a:lnTo>
                    <a:pt x="264" y="45"/>
                  </a:lnTo>
                  <a:lnTo>
                    <a:pt x="267" y="48"/>
                  </a:lnTo>
                  <a:lnTo>
                    <a:pt x="268" y="50"/>
                  </a:lnTo>
                  <a:lnTo>
                    <a:pt x="275" y="50"/>
                  </a:lnTo>
                  <a:lnTo>
                    <a:pt x="273" y="44"/>
                  </a:lnTo>
                  <a:lnTo>
                    <a:pt x="272" y="37"/>
                  </a:lnTo>
                  <a:lnTo>
                    <a:pt x="271" y="29"/>
                  </a:lnTo>
                  <a:lnTo>
                    <a:pt x="272" y="22"/>
                  </a:lnTo>
                  <a:lnTo>
                    <a:pt x="276" y="15"/>
                  </a:lnTo>
                  <a:lnTo>
                    <a:pt x="281" y="8"/>
                  </a:lnTo>
                  <a:lnTo>
                    <a:pt x="289" y="4"/>
                  </a:lnTo>
                  <a:lnTo>
                    <a:pt x="297" y="0"/>
                  </a:lnTo>
                  <a:lnTo>
                    <a:pt x="298" y="3"/>
                  </a:lnTo>
                  <a:lnTo>
                    <a:pt x="298" y="5"/>
                  </a:lnTo>
                  <a:lnTo>
                    <a:pt x="297" y="7"/>
                  </a:lnTo>
                  <a:lnTo>
                    <a:pt x="296" y="9"/>
                  </a:lnTo>
                  <a:lnTo>
                    <a:pt x="294" y="9"/>
                  </a:lnTo>
                  <a:lnTo>
                    <a:pt x="294" y="9"/>
                  </a:lnTo>
                  <a:lnTo>
                    <a:pt x="293" y="11"/>
                  </a:lnTo>
                  <a:lnTo>
                    <a:pt x="292" y="11"/>
                  </a:lnTo>
                  <a:lnTo>
                    <a:pt x="292" y="22"/>
                  </a:lnTo>
                  <a:lnTo>
                    <a:pt x="296" y="34"/>
                  </a:lnTo>
                  <a:lnTo>
                    <a:pt x="302" y="45"/>
                  </a:lnTo>
                  <a:lnTo>
                    <a:pt x="312" y="54"/>
                  </a:lnTo>
                  <a:lnTo>
                    <a:pt x="322" y="64"/>
                  </a:lnTo>
                  <a:lnTo>
                    <a:pt x="333" y="72"/>
                  </a:lnTo>
                  <a:lnTo>
                    <a:pt x="342" y="81"/>
                  </a:lnTo>
                  <a:lnTo>
                    <a:pt x="351" y="89"/>
                  </a:lnTo>
                  <a:lnTo>
                    <a:pt x="367" y="99"/>
                  </a:lnTo>
                  <a:lnTo>
                    <a:pt x="385" y="107"/>
                  </a:lnTo>
                  <a:lnTo>
                    <a:pt x="403" y="113"/>
                  </a:lnTo>
                  <a:lnTo>
                    <a:pt x="423" y="117"/>
                  </a:lnTo>
                  <a:lnTo>
                    <a:pt x="443" y="118"/>
                  </a:lnTo>
                  <a:lnTo>
                    <a:pt x="463" y="117"/>
                  </a:lnTo>
                  <a:lnTo>
                    <a:pt x="481" y="113"/>
                  </a:lnTo>
                  <a:lnTo>
                    <a:pt x="499" y="105"/>
                  </a:lnTo>
                  <a:lnTo>
                    <a:pt x="504" y="101"/>
                  </a:lnTo>
                  <a:lnTo>
                    <a:pt x="509" y="98"/>
                  </a:lnTo>
                  <a:lnTo>
                    <a:pt x="514" y="97"/>
                  </a:lnTo>
                  <a:lnTo>
                    <a:pt x="518" y="97"/>
                  </a:lnTo>
                  <a:lnTo>
                    <a:pt x="524" y="106"/>
                  </a:lnTo>
                  <a:lnTo>
                    <a:pt x="534" y="119"/>
                  </a:lnTo>
                  <a:lnTo>
                    <a:pt x="545" y="130"/>
                  </a:lnTo>
                  <a:lnTo>
                    <a:pt x="549" y="134"/>
                  </a:lnTo>
                  <a:lnTo>
                    <a:pt x="562" y="143"/>
                  </a:lnTo>
                  <a:lnTo>
                    <a:pt x="575" y="151"/>
                  </a:lnTo>
                  <a:lnTo>
                    <a:pt x="587" y="160"/>
                  </a:lnTo>
                  <a:lnTo>
                    <a:pt x="601" y="170"/>
                  </a:lnTo>
                  <a:lnTo>
                    <a:pt x="612" y="178"/>
                  </a:lnTo>
                  <a:lnTo>
                    <a:pt x="626" y="187"/>
                  </a:lnTo>
                  <a:lnTo>
                    <a:pt x="638" y="196"/>
                  </a:lnTo>
                  <a:lnTo>
                    <a:pt x="648" y="205"/>
                  </a:lnTo>
                  <a:lnTo>
                    <a:pt x="661" y="219"/>
                  </a:lnTo>
                  <a:lnTo>
                    <a:pt x="672" y="232"/>
                  </a:lnTo>
                  <a:lnTo>
                    <a:pt x="679" y="248"/>
                  </a:lnTo>
                  <a:lnTo>
                    <a:pt x="683" y="264"/>
                  </a:lnTo>
                  <a:lnTo>
                    <a:pt x="685" y="281"/>
                  </a:lnTo>
                  <a:lnTo>
                    <a:pt x="687" y="299"/>
                  </a:lnTo>
                  <a:lnTo>
                    <a:pt x="688" y="317"/>
                  </a:lnTo>
                  <a:lnTo>
                    <a:pt x="688" y="335"/>
                  </a:lnTo>
                  <a:lnTo>
                    <a:pt x="693" y="360"/>
                  </a:lnTo>
                  <a:lnTo>
                    <a:pt x="700" y="384"/>
                  </a:lnTo>
                  <a:lnTo>
                    <a:pt x="707" y="409"/>
                  </a:lnTo>
                  <a:lnTo>
                    <a:pt x="713" y="433"/>
                  </a:lnTo>
                  <a:lnTo>
                    <a:pt x="720" y="459"/>
                  </a:lnTo>
                  <a:lnTo>
                    <a:pt x="725" y="482"/>
                  </a:lnTo>
                  <a:lnTo>
                    <a:pt x="729" y="508"/>
                  </a:lnTo>
                  <a:lnTo>
                    <a:pt x="730" y="534"/>
                  </a:lnTo>
                  <a:lnTo>
                    <a:pt x="722" y="531"/>
                  </a:lnTo>
                  <a:lnTo>
                    <a:pt x="714" y="527"/>
                  </a:lnTo>
                  <a:lnTo>
                    <a:pt x="707" y="523"/>
                  </a:lnTo>
                  <a:lnTo>
                    <a:pt x="699" y="520"/>
                  </a:lnTo>
                  <a:lnTo>
                    <a:pt x="689" y="516"/>
                  </a:lnTo>
                  <a:lnTo>
                    <a:pt x="680" y="512"/>
                  </a:lnTo>
                  <a:lnTo>
                    <a:pt x="672" y="508"/>
                  </a:lnTo>
                  <a:lnTo>
                    <a:pt x="663" y="505"/>
                  </a:lnTo>
                  <a:lnTo>
                    <a:pt x="661" y="486"/>
                  </a:lnTo>
                  <a:lnTo>
                    <a:pt x="668" y="378"/>
                  </a:lnTo>
                  <a:lnTo>
                    <a:pt x="680" y="284"/>
                  </a:lnTo>
                  <a:lnTo>
                    <a:pt x="677" y="282"/>
                  </a:lnTo>
                  <a:lnTo>
                    <a:pt x="671" y="285"/>
                  </a:lnTo>
                  <a:lnTo>
                    <a:pt x="668" y="290"/>
                  </a:lnTo>
                  <a:lnTo>
                    <a:pt x="667" y="297"/>
                  </a:lnTo>
                  <a:lnTo>
                    <a:pt x="664" y="302"/>
                  </a:lnTo>
                  <a:lnTo>
                    <a:pt x="644" y="424"/>
                  </a:lnTo>
                  <a:lnTo>
                    <a:pt x="636" y="520"/>
                  </a:lnTo>
                  <a:lnTo>
                    <a:pt x="635" y="622"/>
                  </a:lnTo>
                  <a:lnTo>
                    <a:pt x="639" y="659"/>
                  </a:lnTo>
                  <a:lnTo>
                    <a:pt x="642" y="698"/>
                  </a:lnTo>
                  <a:lnTo>
                    <a:pt x="642" y="737"/>
                  </a:lnTo>
                  <a:lnTo>
                    <a:pt x="639" y="775"/>
                  </a:lnTo>
                  <a:lnTo>
                    <a:pt x="594" y="785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4" name="Freeform 56"/>
            <p:cNvSpPr>
              <a:spLocks/>
            </p:cNvSpPr>
            <p:nvPr/>
          </p:nvSpPr>
          <p:spPr bwMode="auto">
            <a:xfrm>
              <a:off x="3838576" y="4221163"/>
              <a:ext cx="317500" cy="882650"/>
            </a:xfrm>
            <a:custGeom>
              <a:avLst/>
              <a:gdLst>
                <a:gd name="T0" fmla="*/ 21 w 200"/>
                <a:gd name="T1" fmla="*/ 439 h 556"/>
                <a:gd name="T2" fmla="*/ 38 w 200"/>
                <a:gd name="T3" fmla="*/ 427 h 556"/>
                <a:gd name="T4" fmla="*/ 42 w 200"/>
                <a:gd name="T5" fmla="*/ 394 h 556"/>
                <a:gd name="T6" fmla="*/ 43 w 200"/>
                <a:gd name="T7" fmla="*/ 350 h 556"/>
                <a:gd name="T8" fmla="*/ 53 w 200"/>
                <a:gd name="T9" fmla="*/ 336 h 556"/>
                <a:gd name="T10" fmla="*/ 62 w 200"/>
                <a:gd name="T11" fmla="*/ 328 h 556"/>
                <a:gd name="T12" fmla="*/ 64 w 200"/>
                <a:gd name="T13" fmla="*/ 319 h 556"/>
                <a:gd name="T14" fmla="*/ 62 w 200"/>
                <a:gd name="T15" fmla="*/ 307 h 556"/>
                <a:gd name="T16" fmla="*/ 59 w 200"/>
                <a:gd name="T17" fmla="*/ 289 h 556"/>
                <a:gd name="T18" fmla="*/ 63 w 200"/>
                <a:gd name="T19" fmla="*/ 263 h 556"/>
                <a:gd name="T20" fmla="*/ 58 w 200"/>
                <a:gd name="T21" fmla="*/ 103 h 556"/>
                <a:gd name="T22" fmla="*/ 79 w 200"/>
                <a:gd name="T23" fmla="*/ 160 h 556"/>
                <a:gd name="T24" fmla="*/ 86 w 200"/>
                <a:gd name="T25" fmla="*/ 222 h 556"/>
                <a:gd name="T26" fmla="*/ 96 w 200"/>
                <a:gd name="T27" fmla="*/ 398 h 556"/>
                <a:gd name="T28" fmla="*/ 103 w 200"/>
                <a:gd name="T29" fmla="*/ 389 h 556"/>
                <a:gd name="T30" fmla="*/ 103 w 200"/>
                <a:gd name="T31" fmla="*/ 238 h 556"/>
                <a:gd name="T32" fmla="*/ 103 w 200"/>
                <a:gd name="T33" fmla="*/ 193 h 556"/>
                <a:gd name="T34" fmla="*/ 98 w 200"/>
                <a:gd name="T35" fmla="*/ 148 h 556"/>
                <a:gd name="T36" fmla="*/ 84 w 200"/>
                <a:gd name="T37" fmla="*/ 107 h 556"/>
                <a:gd name="T38" fmla="*/ 58 w 200"/>
                <a:gd name="T39" fmla="*/ 71 h 556"/>
                <a:gd name="T40" fmla="*/ 96 w 200"/>
                <a:gd name="T41" fmla="*/ 75 h 556"/>
                <a:gd name="T42" fmla="*/ 124 w 200"/>
                <a:gd name="T43" fmla="*/ 103 h 556"/>
                <a:gd name="T44" fmla="*/ 141 w 200"/>
                <a:gd name="T45" fmla="*/ 137 h 556"/>
                <a:gd name="T46" fmla="*/ 148 w 200"/>
                <a:gd name="T47" fmla="*/ 177 h 556"/>
                <a:gd name="T48" fmla="*/ 149 w 200"/>
                <a:gd name="T49" fmla="*/ 218 h 556"/>
                <a:gd name="T50" fmla="*/ 152 w 200"/>
                <a:gd name="T51" fmla="*/ 236 h 556"/>
                <a:gd name="T52" fmla="*/ 170 w 200"/>
                <a:gd name="T53" fmla="*/ 246 h 556"/>
                <a:gd name="T54" fmla="*/ 177 w 200"/>
                <a:gd name="T55" fmla="*/ 239 h 556"/>
                <a:gd name="T56" fmla="*/ 178 w 200"/>
                <a:gd name="T57" fmla="*/ 228 h 556"/>
                <a:gd name="T58" fmla="*/ 167 w 200"/>
                <a:gd name="T59" fmla="*/ 235 h 556"/>
                <a:gd name="T60" fmla="*/ 163 w 200"/>
                <a:gd name="T61" fmla="*/ 226 h 556"/>
                <a:gd name="T62" fmla="*/ 156 w 200"/>
                <a:gd name="T63" fmla="*/ 116 h 556"/>
                <a:gd name="T64" fmla="*/ 136 w 200"/>
                <a:gd name="T65" fmla="*/ 85 h 556"/>
                <a:gd name="T66" fmla="*/ 107 w 200"/>
                <a:gd name="T67" fmla="*/ 61 h 556"/>
                <a:gd name="T68" fmla="*/ 75 w 200"/>
                <a:gd name="T69" fmla="*/ 39 h 556"/>
                <a:gd name="T70" fmla="*/ 63 w 200"/>
                <a:gd name="T71" fmla="*/ 0 h 556"/>
                <a:gd name="T72" fmla="*/ 90 w 200"/>
                <a:gd name="T73" fmla="*/ 12 h 556"/>
                <a:gd name="T74" fmla="*/ 117 w 200"/>
                <a:gd name="T75" fmla="*/ 24 h 556"/>
                <a:gd name="T76" fmla="*/ 143 w 200"/>
                <a:gd name="T77" fmla="*/ 39 h 556"/>
                <a:gd name="T78" fmla="*/ 164 w 200"/>
                <a:gd name="T79" fmla="*/ 61 h 556"/>
                <a:gd name="T80" fmla="*/ 182 w 200"/>
                <a:gd name="T81" fmla="*/ 118 h 556"/>
                <a:gd name="T82" fmla="*/ 197 w 200"/>
                <a:gd name="T83" fmla="*/ 179 h 556"/>
                <a:gd name="T84" fmla="*/ 198 w 200"/>
                <a:gd name="T85" fmla="*/ 289 h 556"/>
                <a:gd name="T86" fmla="*/ 184 w 200"/>
                <a:gd name="T87" fmla="*/ 410 h 556"/>
                <a:gd name="T88" fmla="*/ 87 w 200"/>
                <a:gd name="T89" fmla="*/ 490 h 556"/>
                <a:gd name="T90" fmla="*/ 84 w 200"/>
                <a:gd name="T91" fmla="*/ 447 h 556"/>
                <a:gd name="T92" fmla="*/ 79 w 200"/>
                <a:gd name="T93" fmla="*/ 463 h 556"/>
                <a:gd name="T94" fmla="*/ 78 w 200"/>
                <a:gd name="T95" fmla="*/ 513 h 556"/>
                <a:gd name="T96" fmla="*/ 78 w 200"/>
                <a:gd name="T97" fmla="*/ 539 h 556"/>
                <a:gd name="T98" fmla="*/ 66 w 200"/>
                <a:gd name="T99" fmla="*/ 544 h 556"/>
                <a:gd name="T100" fmla="*/ 45 w 200"/>
                <a:gd name="T101" fmla="*/ 552 h 556"/>
                <a:gd name="T102" fmla="*/ 15 w 200"/>
                <a:gd name="T103" fmla="*/ 556 h 556"/>
                <a:gd name="T104" fmla="*/ 1 w 200"/>
                <a:gd name="T105" fmla="*/ 539 h 556"/>
                <a:gd name="T106" fmla="*/ 8 w 200"/>
                <a:gd name="T107" fmla="*/ 48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0" h="556">
                  <a:moveTo>
                    <a:pt x="10" y="446"/>
                  </a:moveTo>
                  <a:lnTo>
                    <a:pt x="21" y="439"/>
                  </a:lnTo>
                  <a:lnTo>
                    <a:pt x="30" y="433"/>
                  </a:lnTo>
                  <a:lnTo>
                    <a:pt x="38" y="427"/>
                  </a:lnTo>
                  <a:lnTo>
                    <a:pt x="41" y="421"/>
                  </a:lnTo>
                  <a:lnTo>
                    <a:pt x="42" y="394"/>
                  </a:lnTo>
                  <a:lnTo>
                    <a:pt x="43" y="369"/>
                  </a:lnTo>
                  <a:lnTo>
                    <a:pt x="43" y="350"/>
                  </a:lnTo>
                  <a:lnTo>
                    <a:pt x="43" y="342"/>
                  </a:lnTo>
                  <a:lnTo>
                    <a:pt x="53" y="336"/>
                  </a:lnTo>
                  <a:lnTo>
                    <a:pt x="59" y="331"/>
                  </a:lnTo>
                  <a:lnTo>
                    <a:pt x="62" y="328"/>
                  </a:lnTo>
                  <a:lnTo>
                    <a:pt x="63" y="325"/>
                  </a:lnTo>
                  <a:lnTo>
                    <a:pt x="64" y="319"/>
                  </a:lnTo>
                  <a:lnTo>
                    <a:pt x="64" y="312"/>
                  </a:lnTo>
                  <a:lnTo>
                    <a:pt x="62" y="307"/>
                  </a:lnTo>
                  <a:lnTo>
                    <a:pt x="57" y="301"/>
                  </a:lnTo>
                  <a:lnTo>
                    <a:pt x="59" y="289"/>
                  </a:lnTo>
                  <a:lnTo>
                    <a:pt x="62" y="276"/>
                  </a:lnTo>
                  <a:lnTo>
                    <a:pt x="63" y="263"/>
                  </a:lnTo>
                  <a:lnTo>
                    <a:pt x="63" y="250"/>
                  </a:lnTo>
                  <a:lnTo>
                    <a:pt x="58" y="103"/>
                  </a:lnTo>
                  <a:lnTo>
                    <a:pt x="72" y="129"/>
                  </a:lnTo>
                  <a:lnTo>
                    <a:pt x="79" y="160"/>
                  </a:lnTo>
                  <a:lnTo>
                    <a:pt x="82" y="191"/>
                  </a:lnTo>
                  <a:lnTo>
                    <a:pt x="86" y="222"/>
                  </a:lnTo>
                  <a:lnTo>
                    <a:pt x="94" y="398"/>
                  </a:lnTo>
                  <a:lnTo>
                    <a:pt x="96" y="398"/>
                  </a:lnTo>
                  <a:lnTo>
                    <a:pt x="100" y="394"/>
                  </a:lnTo>
                  <a:lnTo>
                    <a:pt x="103" y="389"/>
                  </a:lnTo>
                  <a:lnTo>
                    <a:pt x="103" y="386"/>
                  </a:lnTo>
                  <a:lnTo>
                    <a:pt x="103" y="238"/>
                  </a:lnTo>
                  <a:lnTo>
                    <a:pt x="103" y="215"/>
                  </a:lnTo>
                  <a:lnTo>
                    <a:pt x="103" y="193"/>
                  </a:lnTo>
                  <a:lnTo>
                    <a:pt x="102" y="170"/>
                  </a:lnTo>
                  <a:lnTo>
                    <a:pt x="98" y="148"/>
                  </a:lnTo>
                  <a:lnTo>
                    <a:pt x="92" y="128"/>
                  </a:lnTo>
                  <a:lnTo>
                    <a:pt x="84" y="107"/>
                  </a:lnTo>
                  <a:lnTo>
                    <a:pt x="72" y="88"/>
                  </a:lnTo>
                  <a:lnTo>
                    <a:pt x="58" y="71"/>
                  </a:lnTo>
                  <a:lnTo>
                    <a:pt x="61" y="47"/>
                  </a:lnTo>
                  <a:lnTo>
                    <a:pt x="96" y="75"/>
                  </a:lnTo>
                  <a:lnTo>
                    <a:pt x="112" y="88"/>
                  </a:lnTo>
                  <a:lnTo>
                    <a:pt x="124" y="103"/>
                  </a:lnTo>
                  <a:lnTo>
                    <a:pt x="133" y="120"/>
                  </a:lnTo>
                  <a:lnTo>
                    <a:pt x="141" y="137"/>
                  </a:lnTo>
                  <a:lnTo>
                    <a:pt x="145" y="157"/>
                  </a:lnTo>
                  <a:lnTo>
                    <a:pt x="148" y="177"/>
                  </a:lnTo>
                  <a:lnTo>
                    <a:pt x="149" y="197"/>
                  </a:lnTo>
                  <a:lnTo>
                    <a:pt x="149" y="218"/>
                  </a:lnTo>
                  <a:lnTo>
                    <a:pt x="148" y="228"/>
                  </a:lnTo>
                  <a:lnTo>
                    <a:pt x="152" y="236"/>
                  </a:lnTo>
                  <a:lnTo>
                    <a:pt x="160" y="243"/>
                  </a:lnTo>
                  <a:lnTo>
                    <a:pt x="170" y="246"/>
                  </a:lnTo>
                  <a:lnTo>
                    <a:pt x="174" y="243"/>
                  </a:lnTo>
                  <a:lnTo>
                    <a:pt x="177" y="239"/>
                  </a:lnTo>
                  <a:lnTo>
                    <a:pt x="178" y="234"/>
                  </a:lnTo>
                  <a:lnTo>
                    <a:pt x="178" y="228"/>
                  </a:lnTo>
                  <a:lnTo>
                    <a:pt x="172" y="236"/>
                  </a:lnTo>
                  <a:lnTo>
                    <a:pt x="167" y="235"/>
                  </a:lnTo>
                  <a:lnTo>
                    <a:pt x="164" y="230"/>
                  </a:lnTo>
                  <a:lnTo>
                    <a:pt x="163" y="226"/>
                  </a:lnTo>
                  <a:lnTo>
                    <a:pt x="161" y="133"/>
                  </a:lnTo>
                  <a:lnTo>
                    <a:pt x="156" y="116"/>
                  </a:lnTo>
                  <a:lnTo>
                    <a:pt x="148" y="100"/>
                  </a:lnTo>
                  <a:lnTo>
                    <a:pt x="136" y="85"/>
                  </a:lnTo>
                  <a:lnTo>
                    <a:pt x="123" y="72"/>
                  </a:lnTo>
                  <a:lnTo>
                    <a:pt x="107" y="61"/>
                  </a:lnTo>
                  <a:lnTo>
                    <a:pt x="91" y="50"/>
                  </a:lnTo>
                  <a:lnTo>
                    <a:pt x="75" y="39"/>
                  </a:lnTo>
                  <a:lnTo>
                    <a:pt x="61" y="28"/>
                  </a:lnTo>
                  <a:lnTo>
                    <a:pt x="63" y="0"/>
                  </a:lnTo>
                  <a:lnTo>
                    <a:pt x="76" y="7"/>
                  </a:lnTo>
                  <a:lnTo>
                    <a:pt x="90" y="12"/>
                  </a:lnTo>
                  <a:lnTo>
                    <a:pt x="103" y="18"/>
                  </a:lnTo>
                  <a:lnTo>
                    <a:pt x="117" y="24"/>
                  </a:lnTo>
                  <a:lnTo>
                    <a:pt x="129" y="31"/>
                  </a:lnTo>
                  <a:lnTo>
                    <a:pt x="143" y="39"/>
                  </a:lnTo>
                  <a:lnTo>
                    <a:pt x="153" y="50"/>
                  </a:lnTo>
                  <a:lnTo>
                    <a:pt x="164" y="61"/>
                  </a:lnTo>
                  <a:lnTo>
                    <a:pt x="173" y="89"/>
                  </a:lnTo>
                  <a:lnTo>
                    <a:pt x="182" y="118"/>
                  </a:lnTo>
                  <a:lnTo>
                    <a:pt x="192" y="148"/>
                  </a:lnTo>
                  <a:lnTo>
                    <a:pt x="197" y="179"/>
                  </a:lnTo>
                  <a:lnTo>
                    <a:pt x="200" y="220"/>
                  </a:lnTo>
                  <a:lnTo>
                    <a:pt x="198" y="289"/>
                  </a:lnTo>
                  <a:lnTo>
                    <a:pt x="194" y="361"/>
                  </a:lnTo>
                  <a:lnTo>
                    <a:pt x="184" y="410"/>
                  </a:lnTo>
                  <a:lnTo>
                    <a:pt x="90" y="511"/>
                  </a:lnTo>
                  <a:lnTo>
                    <a:pt x="87" y="490"/>
                  </a:lnTo>
                  <a:lnTo>
                    <a:pt x="86" y="467"/>
                  </a:lnTo>
                  <a:lnTo>
                    <a:pt x="84" y="447"/>
                  </a:lnTo>
                  <a:lnTo>
                    <a:pt x="83" y="439"/>
                  </a:lnTo>
                  <a:lnTo>
                    <a:pt x="79" y="463"/>
                  </a:lnTo>
                  <a:lnTo>
                    <a:pt x="78" y="488"/>
                  </a:lnTo>
                  <a:lnTo>
                    <a:pt x="78" y="513"/>
                  </a:lnTo>
                  <a:lnTo>
                    <a:pt x="79" y="537"/>
                  </a:lnTo>
                  <a:lnTo>
                    <a:pt x="78" y="539"/>
                  </a:lnTo>
                  <a:lnTo>
                    <a:pt x="72" y="541"/>
                  </a:lnTo>
                  <a:lnTo>
                    <a:pt x="66" y="544"/>
                  </a:lnTo>
                  <a:lnTo>
                    <a:pt x="57" y="548"/>
                  </a:lnTo>
                  <a:lnTo>
                    <a:pt x="45" y="552"/>
                  </a:lnTo>
                  <a:lnTo>
                    <a:pt x="31" y="554"/>
                  </a:lnTo>
                  <a:lnTo>
                    <a:pt x="15" y="556"/>
                  </a:lnTo>
                  <a:lnTo>
                    <a:pt x="0" y="554"/>
                  </a:lnTo>
                  <a:lnTo>
                    <a:pt x="1" y="539"/>
                  </a:lnTo>
                  <a:lnTo>
                    <a:pt x="4" y="513"/>
                  </a:lnTo>
                  <a:lnTo>
                    <a:pt x="8" y="480"/>
                  </a:lnTo>
                  <a:lnTo>
                    <a:pt x="10" y="44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5" name="Freeform 57"/>
            <p:cNvSpPr>
              <a:spLocks/>
            </p:cNvSpPr>
            <p:nvPr/>
          </p:nvSpPr>
          <p:spPr bwMode="auto">
            <a:xfrm>
              <a:off x="3065463" y="4640263"/>
              <a:ext cx="815975" cy="307975"/>
            </a:xfrm>
            <a:custGeom>
              <a:avLst/>
              <a:gdLst>
                <a:gd name="T0" fmla="*/ 492 w 514"/>
                <a:gd name="T1" fmla="*/ 165 h 194"/>
                <a:gd name="T2" fmla="*/ 438 w 514"/>
                <a:gd name="T3" fmla="*/ 179 h 194"/>
                <a:gd name="T4" fmla="*/ 382 w 514"/>
                <a:gd name="T5" fmla="*/ 188 h 194"/>
                <a:gd name="T6" fmla="*/ 329 w 514"/>
                <a:gd name="T7" fmla="*/ 191 h 194"/>
                <a:gd name="T8" fmla="*/ 293 w 514"/>
                <a:gd name="T9" fmla="*/ 186 h 194"/>
                <a:gd name="T10" fmla="*/ 264 w 514"/>
                <a:gd name="T11" fmla="*/ 187 h 194"/>
                <a:gd name="T12" fmla="*/ 235 w 514"/>
                <a:gd name="T13" fmla="*/ 191 h 194"/>
                <a:gd name="T14" fmla="*/ 206 w 514"/>
                <a:gd name="T15" fmla="*/ 194 h 194"/>
                <a:gd name="T16" fmla="*/ 104 w 514"/>
                <a:gd name="T17" fmla="*/ 182 h 194"/>
                <a:gd name="T18" fmla="*/ 81 w 514"/>
                <a:gd name="T19" fmla="*/ 183 h 194"/>
                <a:gd name="T20" fmla="*/ 57 w 514"/>
                <a:gd name="T21" fmla="*/ 186 h 194"/>
                <a:gd name="T22" fmla="*/ 35 w 514"/>
                <a:gd name="T23" fmla="*/ 187 h 194"/>
                <a:gd name="T24" fmla="*/ 11 w 514"/>
                <a:gd name="T25" fmla="*/ 187 h 194"/>
                <a:gd name="T26" fmla="*/ 16 w 514"/>
                <a:gd name="T27" fmla="*/ 149 h 194"/>
                <a:gd name="T28" fmla="*/ 15 w 514"/>
                <a:gd name="T29" fmla="*/ 142 h 194"/>
                <a:gd name="T30" fmla="*/ 10 w 514"/>
                <a:gd name="T31" fmla="*/ 135 h 194"/>
                <a:gd name="T32" fmla="*/ 2 w 514"/>
                <a:gd name="T33" fmla="*/ 69 h 194"/>
                <a:gd name="T34" fmla="*/ 10 w 514"/>
                <a:gd name="T35" fmla="*/ 0 h 194"/>
                <a:gd name="T36" fmla="*/ 31 w 514"/>
                <a:gd name="T37" fmla="*/ 10 h 194"/>
                <a:gd name="T38" fmla="*/ 52 w 514"/>
                <a:gd name="T39" fmla="*/ 19 h 194"/>
                <a:gd name="T40" fmla="*/ 74 w 514"/>
                <a:gd name="T41" fmla="*/ 27 h 194"/>
                <a:gd name="T42" fmla="*/ 97 w 514"/>
                <a:gd name="T43" fmla="*/ 33 h 194"/>
                <a:gd name="T44" fmla="*/ 130 w 514"/>
                <a:gd name="T45" fmla="*/ 43 h 194"/>
                <a:gd name="T46" fmla="*/ 166 w 514"/>
                <a:gd name="T47" fmla="*/ 53 h 194"/>
                <a:gd name="T48" fmla="*/ 199 w 514"/>
                <a:gd name="T49" fmla="*/ 55 h 194"/>
                <a:gd name="T50" fmla="*/ 231 w 514"/>
                <a:gd name="T51" fmla="*/ 36 h 194"/>
                <a:gd name="T52" fmla="*/ 249 w 514"/>
                <a:gd name="T53" fmla="*/ 41 h 194"/>
                <a:gd name="T54" fmla="*/ 261 w 514"/>
                <a:gd name="T55" fmla="*/ 43 h 194"/>
                <a:gd name="T56" fmla="*/ 272 w 514"/>
                <a:gd name="T57" fmla="*/ 43 h 194"/>
                <a:gd name="T58" fmla="*/ 281 w 514"/>
                <a:gd name="T59" fmla="*/ 39 h 194"/>
                <a:gd name="T60" fmla="*/ 298 w 514"/>
                <a:gd name="T61" fmla="*/ 45 h 194"/>
                <a:gd name="T62" fmla="*/ 326 w 514"/>
                <a:gd name="T63" fmla="*/ 65 h 194"/>
                <a:gd name="T64" fmla="*/ 355 w 514"/>
                <a:gd name="T65" fmla="*/ 82 h 194"/>
                <a:gd name="T66" fmla="*/ 385 w 514"/>
                <a:gd name="T67" fmla="*/ 97 h 194"/>
                <a:gd name="T68" fmla="*/ 406 w 514"/>
                <a:gd name="T69" fmla="*/ 104 h 194"/>
                <a:gd name="T70" fmla="*/ 416 w 514"/>
                <a:gd name="T71" fmla="*/ 104 h 194"/>
                <a:gd name="T72" fmla="*/ 428 w 514"/>
                <a:gd name="T73" fmla="*/ 101 h 194"/>
                <a:gd name="T74" fmla="*/ 439 w 514"/>
                <a:gd name="T75" fmla="*/ 97 h 194"/>
                <a:gd name="T76" fmla="*/ 514 w 514"/>
                <a:gd name="T77" fmla="*/ 8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14" h="194">
                  <a:moveTo>
                    <a:pt x="514" y="154"/>
                  </a:moveTo>
                  <a:lnTo>
                    <a:pt x="492" y="165"/>
                  </a:lnTo>
                  <a:lnTo>
                    <a:pt x="465" y="173"/>
                  </a:lnTo>
                  <a:lnTo>
                    <a:pt x="438" y="179"/>
                  </a:lnTo>
                  <a:lnTo>
                    <a:pt x="410" y="184"/>
                  </a:lnTo>
                  <a:lnTo>
                    <a:pt x="382" y="188"/>
                  </a:lnTo>
                  <a:lnTo>
                    <a:pt x="354" y="191"/>
                  </a:lnTo>
                  <a:lnTo>
                    <a:pt x="329" y="191"/>
                  </a:lnTo>
                  <a:lnTo>
                    <a:pt x="308" y="188"/>
                  </a:lnTo>
                  <a:lnTo>
                    <a:pt x="293" y="186"/>
                  </a:lnTo>
                  <a:lnTo>
                    <a:pt x="279" y="186"/>
                  </a:lnTo>
                  <a:lnTo>
                    <a:pt x="264" y="187"/>
                  </a:lnTo>
                  <a:lnTo>
                    <a:pt x="249" y="190"/>
                  </a:lnTo>
                  <a:lnTo>
                    <a:pt x="235" y="191"/>
                  </a:lnTo>
                  <a:lnTo>
                    <a:pt x="220" y="194"/>
                  </a:lnTo>
                  <a:lnTo>
                    <a:pt x="206" y="194"/>
                  </a:lnTo>
                  <a:lnTo>
                    <a:pt x="191" y="192"/>
                  </a:lnTo>
                  <a:lnTo>
                    <a:pt x="104" y="182"/>
                  </a:lnTo>
                  <a:lnTo>
                    <a:pt x="92" y="182"/>
                  </a:lnTo>
                  <a:lnTo>
                    <a:pt x="81" y="183"/>
                  </a:lnTo>
                  <a:lnTo>
                    <a:pt x="69" y="184"/>
                  </a:lnTo>
                  <a:lnTo>
                    <a:pt x="57" y="186"/>
                  </a:lnTo>
                  <a:lnTo>
                    <a:pt x="47" y="186"/>
                  </a:lnTo>
                  <a:lnTo>
                    <a:pt x="35" y="187"/>
                  </a:lnTo>
                  <a:lnTo>
                    <a:pt x="23" y="187"/>
                  </a:lnTo>
                  <a:lnTo>
                    <a:pt x="11" y="187"/>
                  </a:lnTo>
                  <a:lnTo>
                    <a:pt x="10" y="153"/>
                  </a:lnTo>
                  <a:lnTo>
                    <a:pt x="16" y="149"/>
                  </a:lnTo>
                  <a:lnTo>
                    <a:pt x="16" y="145"/>
                  </a:lnTo>
                  <a:lnTo>
                    <a:pt x="15" y="142"/>
                  </a:lnTo>
                  <a:lnTo>
                    <a:pt x="12" y="138"/>
                  </a:lnTo>
                  <a:lnTo>
                    <a:pt x="10" y="135"/>
                  </a:lnTo>
                  <a:lnTo>
                    <a:pt x="0" y="104"/>
                  </a:lnTo>
                  <a:lnTo>
                    <a:pt x="2" y="69"/>
                  </a:lnTo>
                  <a:lnTo>
                    <a:pt x="7" y="33"/>
                  </a:lnTo>
                  <a:lnTo>
                    <a:pt x="10" y="0"/>
                  </a:lnTo>
                  <a:lnTo>
                    <a:pt x="20" y="4"/>
                  </a:lnTo>
                  <a:lnTo>
                    <a:pt x="31" y="10"/>
                  </a:lnTo>
                  <a:lnTo>
                    <a:pt x="41" y="15"/>
                  </a:lnTo>
                  <a:lnTo>
                    <a:pt x="52" y="19"/>
                  </a:lnTo>
                  <a:lnTo>
                    <a:pt x="64" y="23"/>
                  </a:lnTo>
                  <a:lnTo>
                    <a:pt x="74" y="27"/>
                  </a:lnTo>
                  <a:lnTo>
                    <a:pt x="85" y="31"/>
                  </a:lnTo>
                  <a:lnTo>
                    <a:pt x="97" y="33"/>
                  </a:lnTo>
                  <a:lnTo>
                    <a:pt x="113" y="37"/>
                  </a:lnTo>
                  <a:lnTo>
                    <a:pt x="130" y="43"/>
                  </a:lnTo>
                  <a:lnTo>
                    <a:pt x="147" y="49"/>
                  </a:lnTo>
                  <a:lnTo>
                    <a:pt x="166" y="53"/>
                  </a:lnTo>
                  <a:lnTo>
                    <a:pt x="183" y="56"/>
                  </a:lnTo>
                  <a:lnTo>
                    <a:pt x="199" y="55"/>
                  </a:lnTo>
                  <a:lnTo>
                    <a:pt x="216" y="49"/>
                  </a:lnTo>
                  <a:lnTo>
                    <a:pt x="231" y="36"/>
                  </a:lnTo>
                  <a:lnTo>
                    <a:pt x="244" y="41"/>
                  </a:lnTo>
                  <a:lnTo>
                    <a:pt x="249" y="41"/>
                  </a:lnTo>
                  <a:lnTo>
                    <a:pt x="256" y="43"/>
                  </a:lnTo>
                  <a:lnTo>
                    <a:pt x="261" y="43"/>
                  </a:lnTo>
                  <a:lnTo>
                    <a:pt x="267" y="43"/>
                  </a:lnTo>
                  <a:lnTo>
                    <a:pt x="272" y="43"/>
                  </a:lnTo>
                  <a:lnTo>
                    <a:pt x="277" y="41"/>
                  </a:lnTo>
                  <a:lnTo>
                    <a:pt x="281" y="39"/>
                  </a:lnTo>
                  <a:lnTo>
                    <a:pt x="285" y="35"/>
                  </a:lnTo>
                  <a:lnTo>
                    <a:pt x="298" y="45"/>
                  </a:lnTo>
                  <a:lnTo>
                    <a:pt x="313" y="55"/>
                  </a:lnTo>
                  <a:lnTo>
                    <a:pt x="326" y="65"/>
                  </a:lnTo>
                  <a:lnTo>
                    <a:pt x="341" y="74"/>
                  </a:lnTo>
                  <a:lnTo>
                    <a:pt x="355" y="82"/>
                  </a:lnTo>
                  <a:lnTo>
                    <a:pt x="370" y="90"/>
                  </a:lnTo>
                  <a:lnTo>
                    <a:pt x="385" y="97"/>
                  </a:lnTo>
                  <a:lnTo>
                    <a:pt x="400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6" y="104"/>
                  </a:lnTo>
                  <a:lnTo>
                    <a:pt x="423" y="102"/>
                  </a:lnTo>
                  <a:lnTo>
                    <a:pt x="428" y="101"/>
                  </a:lnTo>
                  <a:lnTo>
                    <a:pt x="434" y="98"/>
                  </a:lnTo>
                  <a:lnTo>
                    <a:pt x="439" y="97"/>
                  </a:lnTo>
                  <a:lnTo>
                    <a:pt x="444" y="96"/>
                  </a:lnTo>
                  <a:lnTo>
                    <a:pt x="514" y="82"/>
                  </a:lnTo>
                  <a:lnTo>
                    <a:pt x="514" y="15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6" name="Freeform 58"/>
            <p:cNvSpPr>
              <a:spLocks/>
            </p:cNvSpPr>
            <p:nvPr/>
          </p:nvSpPr>
          <p:spPr bwMode="auto">
            <a:xfrm>
              <a:off x="3103563" y="4851400"/>
              <a:ext cx="681038" cy="47625"/>
            </a:xfrm>
            <a:custGeom>
              <a:avLst/>
              <a:gdLst>
                <a:gd name="T0" fmla="*/ 280 w 429"/>
                <a:gd name="T1" fmla="*/ 10 h 30"/>
                <a:gd name="T2" fmla="*/ 266 w 429"/>
                <a:gd name="T3" fmla="*/ 8 h 30"/>
                <a:gd name="T4" fmla="*/ 253 w 429"/>
                <a:gd name="T5" fmla="*/ 6 h 30"/>
                <a:gd name="T6" fmla="*/ 241 w 429"/>
                <a:gd name="T7" fmla="*/ 4 h 30"/>
                <a:gd name="T8" fmla="*/ 229 w 429"/>
                <a:gd name="T9" fmla="*/ 2 h 30"/>
                <a:gd name="T10" fmla="*/ 217 w 429"/>
                <a:gd name="T11" fmla="*/ 1 h 30"/>
                <a:gd name="T12" fmla="*/ 206 w 429"/>
                <a:gd name="T13" fmla="*/ 1 h 30"/>
                <a:gd name="T14" fmla="*/ 194 w 429"/>
                <a:gd name="T15" fmla="*/ 1 h 30"/>
                <a:gd name="T16" fmla="*/ 182 w 429"/>
                <a:gd name="T17" fmla="*/ 0 h 30"/>
                <a:gd name="T18" fmla="*/ 170 w 429"/>
                <a:gd name="T19" fmla="*/ 1 h 30"/>
                <a:gd name="T20" fmla="*/ 156 w 429"/>
                <a:gd name="T21" fmla="*/ 1 h 30"/>
                <a:gd name="T22" fmla="*/ 142 w 429"/>
                <a:gd name="T23" fmla="*/ 2 h 30"/>
                <a:gd name="T24" fmla="*/ 126 w 429"/>
                <a:gd name="T25" fmla="*/ 4 h 30"/>
                <a:gd name="T26" fmla="*/ 110 w 429"/>
                <a:gd name="T27" fmla="*/ 6 h 30"/>
                <a:gd name="T28" fmla="*/ 92 w 429"/>
                <a:gd name="T29" fmla="*/ 8 h 30"/>
                <a:gd name="T30" fmla="*/ 72 w 429"/>
                <a:gd name="T31" fmla="*/ 12 h 30"/>
                <a:gd name="T32" fmla="*/ 50 w 429"/>
                <a:gd name="T33" fmla="*/ 14 h 30"/>
                <a:gd name="T34" fmla="*/ 44 w 429"/>
                <a:gd name="T35" fmla="*/ 14 h 30"/>
                <a:gd name="T36" fmla="*/ 37 w 429"/>
                <a:gd name="T37" fmla="*/ 14 h 30"/>
                <a:gd name="T38" fmla="*/ 31 w 429"/>
                <a:gd name="T39" fmla="*/ 14 h 30"/>
                <a:gd name="T40" fmla="*/ 24 w 429"/>
                <a:gd name="T41" fmla="*/ 14 h 30"/>
                <a:gd name="T42" fmla="*/ 17 w 429"/>
                <a:gd name="T43" fmla="*/ 13 h 30"/>
                <a:gd name="T44" fmla="*/ 12 w 429"/>
                <a:gd name="T45" fmla="*/ 13 h 30"/>
                <a:gd name="T46" fmla="*/ 5 w 429"/>
                <a:gd name="T47" fmla="*/ 14 h 30"/>
                <a:gd name="T48" fmla="*/ 0 w 429"/>
                <a:gd name="T49" fmla="*/ 16 h 30"/>
                <a:gd name="T50" fmla="*/ 0 w 429"/>
                <a:gd name="T51" fmla="*/ 18 h 30"/>
                <a:gd name="T52" fmla="*/ 1 w 429"/>
                <a:gd name="T53" fmla="*/ 20 h 30"/>
                <a:gd name="T54" fmla="*/ 3 w 429"/>
                <a:gd name="T55" fmla="*/ 21 h 30"/>
                <a:gd name="T56" fmla="*/ 4 w 429"/>
                <a:gd name="T57" fmla="*/ 22 h 30"/>
                <a:gd name="T58" fmla="*/ 23 w 429"/>
                <a:gd name="T59" fmla="*/ 25 h 30"/>
                <a:gd name="T60" fmla="*/ 40 w 429"/>
                <a:gd name="T61" fmla="*/ 26 h 30"/>
                <a:gd name="T62" fmla="*/ 58 w 429"/>
                <a:gd name="T63" fmla="*/ 26 h 30"/>
                <a:gd name="T64" fmla="*/ 77 w 429"/>
                <a:gd name="T65" fmla="*/ 26 h 30"/>
                <a:gd name="T66" fmla="*/ 96 w 429"/>
                <a:gd name="T67" fmla="*/ 24 h 30"/>
                <a:gd name="T68" fmla="*/ 114 w 429"/>
                <a:gd name="T69" fmla="*/ 22 h 30"/>
                <a:gd name="T70" fmla="*/ 131 w 429"/>
                <a:gd name="T71" fmla="*/ 18 h 30"/>
                <a:gd name="T72" fmla="*/ 149 w 429"/>
                <a:gd name="T73" fmla="*/ 14 h 30"/>
                <a:gd name="T74" fmla="*/ 215 w 429"/>
                <a:gd name="T75" fmla="*/ 16 h 30"/>
                <a:gd name="T76" fmla="*/ 327 w 429"/>
                <a:gd name="T77" fmla="*/ 29 h 30"/>
                <a:gd name="T78" fmla="*/ 339 w 429"/>
                <a:gd name="T79" fmla="*/ 30 h 30"/>
                <a:gd name="T80" fmla="*/ 353 w 429"/>
                <a:gd name="T81" fmla="*/ 30 h 30"/>
                <a:gd name="T82" fmla="*/ 365 w 429"/>
                <a:gd name="T83" fmla="*/ 29 h 30"/>
                <a:gd name="T84" fmla="*/ 376 w 429"/>
                <a:gd name="T85" fmla="*/ 26 h 30"/>
                <a:gd name="T86" fmla="*/ 388 w 429"/>
                <a:gd name="T87" fmla="*/ 25 h 30"/>
                <a:gd name="T88" fmla="*/ 400 w 429"/>
                <a:gd name="T89" fmla="*/ 21 h 30"/>
                <a:gd name="T90" fmla="*/ 412 w 429"/>
                <a:gd name="T91" fmla="*/ 17 h 30"/>
                <a:gd name="T92" fmla="*/ 423 w 429"/>
                <a:gd name="T93" fmla="*/ 13 h 30"/>
                <a:gd name="T94" fmla="*/ 425 w 429"/>
                <a:gd name="T95" fmla="*/ 10 h 30"/>
                <a:gd name="T96" fmla="*/ 428 w 429"/>
                <a:gd name="T97" fmla="*/ 8 h 30"/>
                <a:gd name="T98" fmla="*/ 429 w 429"/>
                <a:gd name="T99" fmla="*/ 4 h 30"/>
                <a:gd name="T100" fmla="*/ 429 w 429"/>
                <a:gd name="T101" fmla="*/ 0 h 30"/>
                <a:gd name="T102" fmla="*/ 411 w 429"/>
                <a:gd name="T103" fmla="*/ 4 h 30"/>
                <a:gd name="T104" fmla="*/ 394 w 429"/>
                <a:gd name="T105" fmla="*/ 8 h 30"/>
                <a:gd name="T106" fmla="*/ 374 w 429"/>
                <a:gd name="T107" fmla="*/ 12 h 30"/>
                <a:gd name="T108" fmla="*/ 355 w 429"/>
                <a:gd name="T109" fmla="*/ 14 h 30"/>
                <a:gd name="T110" fmla="*/ 337 w 429"/>
                <a:gd name="T111" fmla="*/ 17 h 30"/>
                <a:gd name="T112" fmla="*/ 318 w 429"/>
                <a:gd name="T113" fmla="*/ 17 h 30"/>
                <a:gd name="T114" fmla="*/ 298 w 429"/>
                <a:gd name="T115" fmla="*/ 14 h 30"/>
                <a:gd name="T116" fmla="*/ 280 w 429"/>
                <a:gd name="T117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9" h="30">
                  <a:moveTo>
                    <a:pt x="280" y="10"/>
                  </a:moveTo>
                  <a:lnTo>
                    <a:pt x="266" y="8"/>
                  </a:lnTo>
                  <a:lnTo>
                    <a:pt x="253" y="6"/>
                  </a:lnTo>
                  <a:lnTo>
                    <a:pt x="241" y="4"/>
                  </a:lnTo>
                  <a:lnTo>
                    <a:pt x="229" y="2"/>
                  </a:lnTo>
                  <a:lnTo>
                    <a:pt x="217" y="1"/>
                  </a:lnTo>
                  <a:lnTo>
                    <a:pt x="206" y="1"/>
                  </a:lnTo>
                  <a:lnTo>
                    <a:pt x="194" y="1"/>
                  </a:lnTo>
                  <a:lnTo>
                    <a:pt x="182" y="0"/>
                  </a:lnTo>
                  <a:lnTo>
                    <a:pt x="170" y="1"/>
                  </a:lnTo>
                  <a:lnTo>
                    <a:pt x="156" y="1"/>
                  </a:lnTo>
                  <a:lnTo>
                    <a:pt x="142" y="2"/>
                  </a:lnTo>
                  <a:lnTo>
                    <a:pt x="126" y="4"/>
                  </a:lnTo>
                  <a:lnTo>
                    <a:pt x="110" y="6"/>
                  </a:lnTo>
                  <a:lnTo>
                    <a:pt x="92" y="8"/>
                  </a:lnTo>
                  <a:lnTo>
                    <a:pt x="72" y="12"/>
                  </a:lnTo>
                  <a:lnTo>
                    <a:pt x="50" y="14"/>
                  </a:lnTo>
                  <a:lnTo>
                    <a:pt x="44" y="14"/>
                  </a:lnTo>
                  <a:lnTo>
                    <a:pt x="37" y="14"/>
                  </a:lnTo>
                  <a:lnTo>
                    <a:pt x="31" y="14"/>
                  </a:lnTo>
                  <a:lnTo>
                    <a:pt x="24" y="14"/>
                  </a:lnTo>
                  <a:lnTo>
                    <a:pt x="17" y="13"/>
                  </a:lnTo>
                  <a:lnTo>
                    <a:pt x="12" y="13"/>
                  </a:lnTo>
                  <a:lnTo>
                    <a:pt x="5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3" y="21"/>
                  </a:lnTo>
                  <a:lnTo>
                    <a:pt x="4" y="22"/>
                  </a:lnTo>
                  <a:lnTo>
                    <a:pt x="23" y="25"/>
                  </a:lnTo>
                  <a:lnTo>
                    <a:pt x="40" y="26"/>
                  </a:lnTo>
                  <a:lnTo>
                    <a:pt x="58" y="26"/>
                  </a:lnTo>
                  <a:lnTo>
                    <a:pt x="77" y="26"/>
                  </a:lnTo>
                  <a:lnTo>
                    <a:pt x="96" y="24"/>
                  </a:lnTo>
                  <a:lnTo>
                    <a:pt x="114" y="22"/>
                  </a:lnTo>
                  <a:lnTo>
                    <a:pt x="131" y="18"/>
                  </a:lnTo>
                  <a:lnTo>
                    <a:pt x="149" y="14"/>
                  </a:lnTo>
                  <a:lnTo>
                    <a:pt x="215" y="16"/>
                  </a:lnTo>
                  <a:lnTo>
                    <a:pt x="327" y="29"/>
                  </a:lnTo>
                  <a:lnTo>
                    <a:pt x="339" y="30"/>
                  </a:lnTo>
                  <a:lnTo>
                    <a:pt x="353" y="30"/>
                  </a:lnTo>
                  <a:lnTo>
                    <a:pt x="365" y="29"/>
                  </a:lnTo>
                  <a:lnTo>
                    <a:pt x="376" y="26"/>
                  </a:lnTo>
                  <a:lnTo>
                    <a:pt x="388" y="25"/>
                  </a:lnTo>
                  <a:lnTo>
                    <a:pt x="400" y="21"/>
                  </a:lnTo>
                  <a:lnTo>
                    <a:pt x="412" y="17"/>
                  </a:lnTo>
                  <a:lnTo>
                    <a:pt x="423" y="13"/>
                  </a:lnTo>
                  <a:lnTo>
                    <a:pt x="425" y="10"/>
                  </a:lnTo>
                  <a:lnTo>
                    <a:pt x="428" y="8"/>
                  </a:lnTo>
                  <a:lnTo>
                    <a:pt x="429" y="4"/>
                  </a:lnTo>
                  <a:lnTo>
                    <a:pt x="429" y="0"/>
                  </a:lnTo>
                  <a:lnTo>
                    <a:pt x="411" y="4"/>
                  </a:lnTo>
                  <a:lnTo>
                    <a:pt x="394" y="8"/>
                  </a:lnTo>
                  <a:lnTo>
                    <a:pt x="374" y="12"/>
                  </a:lnTo>
                  <a:lnTo>
                    <a:pt x="355" y="14"/>
                  </a:lnTo>
                  <a:lnTo>
                    <a:pt x="337" y="17"/>
                  </a:lnTo>
                  <a:lnTo>
                    <a:pt x="318" y="17"/>
                  </a:lnTo>
                  <a:lnTo>
                    <a:pt x="298" y="14"/>
                  </a:lnTo>
                  <a:lnTo>
                    <a:pt x="280" y="1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7" name="Freeform 59"/>
            <p:cNvSpPr>
              <a:spLocks/>
            </p:cNvSpPr>
            <p:nvPr/>
          </p:nvSpPr>
          <p:spPr bwMode="auto">
            <a:xfrm>
              <a:off x="3117851" y="4938713"/>
              <a:ext cx="698500" cy="168275"/>
            </a:xfrm>
            <a:custGeom>
              <a:avLst/>
              <a:gdLst>
                <a:gd name="T0" fmla="*/ 218 w 440"/>
                <a:gd name="T1" fmla="*/ 18 h 106"/>
                <a:gd name="T2" fmla="*/ 138 w 440"/>
                <a:gd name="T3" fmla="*/ 23 h 106"/>
                <a:gd name="T4" fmla="*/ 122 w 440"/>
                <a:gd name="T5" fmla="*/ 19 h 106"/>
                <a:gd name="T6" fmla="*/ 105 w 440"/>
                <a:gd name="T7" fmla="*/ 16 h 106"/>
                <a:gd name="T8" fmla="*/ 88 w 440"/>
                <a:gd name="T9" fmla="*/ 15 h 106"/>
                <a:gd name="T10" fmla="*/ 71 w 440"/>
                <a:gd name="T11" fmla="*/ 14 h 106"/>
                <a:gd name="T12" fmla="*/ 53 w 440"/>
                <a:gd name="T13" fmla="*/ 14 h 106"/>
                <a:gd name="T14" fmla="*/ 36 w 440"/>
                <a:gd name="T15" fmla="*/ 15 h 106"/>
                <a:gd name="T16" fmla="*/ 19 w 440"/>
                <a:gd name="T17" fmla="*/ 16 h 106"/>
                <a:gd name="T18" fmla="*/ 2 w 440"/>
                <a:gd name="T19" fmla="*/ 19 h 106"/>
                <a:gd name="T20" fmla="*/ 0 w 440"/>
                <a:gd name="T21" fmla="*/ 51 h 106"/>
                <a:gd name="T22" fmla="*/ 3 w 440"/>
                <a:gd name="T23" fmla="*/ 77 h 106"/>
                <a:gd name="T24" fmla="*/ 6 w 440"/>
                <a:gd name="T25" fmla="*/ 96 h 106"/>
                <a:gd name="T26" fmla="*/ 11 w 440"/>
                <a:gd name="T27" fmla="*/ 106 h 106"/>
                <a:gd name="T28" fmla="*/ 431 w 440"/>
                <a:gd name="T29" fmla="*/ 105 h 106"/>
                <a:gd name="T30" fmla="*/ 440 w 440"/>
                <a:gd name="T31" fmla="*/ 0 h 106"/>
                <a:gd name="T32" fmla="*/ 427 w 440"/>
                <a:gd name="T33" fmla="*/ 4 h 106"/>
                <a:gd name="T34" fmla="*/ 414 w 440"/>
                <a:gd name="T35" fmla="*/ 8 h 106"/>
                <a:gd name="T36" fmla="*/ 399 w 440"/>
                <a:gd name="T37" fmla="*/ 11 h 106"/>
                <a:gd name="T38" fmla="*/ 386 w 440"/>
                <a:gd name="T39" fmla="*/ 14 h 106"/>
                <a:gd name="T40" fmla="*/ 371 w 440"/>
                <a:gd name="T41" fmla="*/ 15 h 106"/>
                <a:gd name="T42" fmla="*/ 358 w 440"/>
                <a:gd name="T43" fmla="*/ 16 h 106"/>
                <a:gd name="T44" fmla="*/ 344 w 440"/>
                <a:gd name="T45" fmla="*/ 18 h 106"/>
                <a:gd name="T46" fmla="*/ 330 w 440"/>
                <a:gd name="T47" fmla="*/ 18 h 106"/>
                <a:gd name="T48" fmla="*/ 316 w 440"/>
                <a:gd name="T49" fmla="*/ 18 h 106"/>
                <a:gd name="T50" fmla="*/ 303 w 440"/>
                <a:gd name="T51" fmla="*/ 18 h 106"/>
                <a:gd name="T52" fmla="*/ 288 w 440"/>
                <a:gd name="T53" fmla="*/ 18 h 106"/>
                <a:gd name="T54" fmla="*/ 273 w 440"/>
                <a:gd name="T55" fmla="*/ 18 h 106"/>
                <a:gd name="T56" fmla="*/ 260 w 440"/>
                <a:gd name="T57" fmla="*/ 16 h 106"/>
                <a:gd name="T58" fmla="*/ 246 w 440"/>
                <a:gd name="T59" fmla="*/ 16 h 106"/>
                <a:gd name="T60" fmla="*/ 232 w 440"/>
                <a:gd name="T61" fmla="*/ 18 h 106"/>
                <a:gd name="T62" fmla="*/ 218 w 440"/>
                <a:gd name="T63" fmla="*/ 1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" h="106">
                  <a:moveTo>
                    <a:pt x="218" y="18"/>
                  </a:moveTo>
                  <a:lnTo>
                    <a:pt x="138" y="23"/>
                  </a:lnTo>
                  <a:lnTo>
                    <a:pt x="122" y="19"/>
                  </a:lnTo>
                  <a:lnTo>
                    <a:pt x="105" y="16"/>
                  </a:lnTo>
                  <a:lnTo>
                    <a:pt x="88" y="15"/>
                  </a:lnTo>
                  <a:lnTo>
                    <a:pt x="71" y="14"/>
                  </a:lnTo>
                  <a:lnTo>
                    <a:pt x="53" y="14"/>
                  </a:lnTo>
                  <a:lnTo>
                    <a:pt x="36" y="15"/>
                  </a:lnTo>
                  <a:lnTo>
                    <a:pt x="19" y="16"/>
                  </a:lnTo>
                  <a:lnTo>
                    <a:pt x="2" y="19"/>
                  </a:lnTo>
                  <a:lnTo>
                    <a:pt x="0" y="51"/>
                  </a:lnTo>
                  <a:lnTo>
                    <a:pt x="3" y="77"/>
                  </a:lnTo>
                  <a:lnTo>
                    <a:pt x="6" y="96"/>
                  </a:lnTo>
                  <a:lnTo>
                    <a:pt x="11" y="106"/>
                  </a:lnTo>
                  <a:lnTo>
                    <a:pt x="431" y="105"/>
                  </a:lnTo>
                  <a:lnTo>
                    <a:pt x="440" y="0"/>
                  </a:lnTo>
                  <a:lnTo>
                    <a:pt x="427" y="4"/>
                  </a:lnTo>
                  <a:lnTo>
                    <a:pt x="414" y="8"/>
                  </a:lnTo>
                  <a:lnTo>
                    <a:pt x="399" y="11"/>
                  </a:lnTo>
                  <a:lnTo>
                    <a:pt x="386" y="14"/>
                  </a:lnTo>
                  <a:lnTo>
                    <a:pt x="371" y="15"/>
                  </a:lnTo>
                  <a:lnTo>
                    <a:pt x="358" y="16"/>
                  </a:lnTo>
                  <a:lnTo>
                    <a:pt x="344" y="18"/>
                  </a:lnTo>
                  <a:lnTo>
                    <a:pt x="330" y="18"/>
                  </a:lnTo>
                  <a:lnTo>
                    <a:pt x="316" y="18"/>
                  </a:lnTo>
                  <a:lnTo>
                    <a:pt x="303" y="18"/>
                  </a:lnTo>
                  <a:lnTo>
                    <a:pt x="288" y="18"/>
                  </a:lnTo>
                  <a:lnTo>
                    <a:pt x="273" y="18"/>
                  </a:lnTo>
                  <a:lnTo>
                    <a:pt x="260" y="16"/>
                  </a:lnTo>
                  <a:lnTo>
                    <a:pt x="246" y="16"/>
                  </a:lnTo>
                  <a:lnTo>
                    <a:pt x="232" y="18"/>
                  </a:lnTo>
                  <a:lnTo>
                    <a:pt x="218" y="1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8" name="Freeform 60"/>
            <p:cNvSpPr>
              <a:spLocks/>
            </p:cNvSpPr>
            <p:nvPr/>
          </p:nvSpPr>
          <p:spPr bwMode="auto">
            <a:xfrm>
              <a:off x="3963988" y="2886075"/>
              <a:ext cx="1762125" cy="2243137"/>
            </a:xfrm>
            <a:custGeom>
              <a:avLst/>
              <a:gdLst>
                <a:gd name="T0" fmla="*/ 966 w 1110"/>
                <a:gd name="T1" fmla="*/ 1244 h 1413"/>
                <a:gd name="T2" fmla="*/ 1100 w 1110"/>
                <a:gd name="T3" fmla="*/ 1118 h 1413"/>
                <a:gd name="T4" fmla="*/ 1102 w 1110"/>
                <a:gd name="T5" fmla="*/ 1065 h 1413"/>
                <a:gd name="T6" fmla="*/ 1079 w 1110"/>
                <a:gd name="T7" fmla="*/ 920 h 1413"/>
                <a:gd name="T8" fmla="*/ 982 w 1110"/>
                <a:gd name="T9" fmla="*/ 815 h 1413"/>
                <a:gd name="T10" fmla="*/ 943 w 1110"/>
                <a:gd name="T11" fmla="*/ 669 h 1413"/>
                <a:gd name="T12" fmla="*/ 884 w 1110"/>
                <a:gd name="T13" fmla="*/ 485 h 1413"/>
                <a:gd name="T14" fmla="*/ 823 w 1110"/>
                <a:gd name="T15" fmla="*/ 380 h 1413"/>
                <a:gd name="T16" fmla="*/ 857 w 1110"/>
                <a:gd name="T17" fmla="*/ 315 h 1413"/>
                <a:gd name="T18" fmla="*/ 872 w 1110"/>
                <a:gd name="T19" fmla="*/ 189 h 1413"/>
                <a:gd name="T20" fmla="*/ 815 w 1110"/>
                <a:gd name="T21" fmla="*/ 67 h 1413"/>
                <a:gd name="T22" fmla="*/ 704 w 1110"/>
                <a:gd name="T23" fmla="*/ 13 h 1413"/>
                <a:gd name="T24" fmla="*/ 567 w 1110"/>
                <a:gd name="T25" fmla="*/ 3 h 1413"/>
                <a:gd name="T26" fmla="*/ 541 w 1110"/>
                <a:gd name="T27" fmla="*/ 36 h 1413"/>
                <a:gd name="T28" fmla="*/ 531 w 1110"/>
                <a:gd name="T29" fmla="*/ 103 h 1413"/>
                <a:gd name="T30" fmla="*/ 530 w 1110"/>
                <a:gd name="T31" fmla="*/ 175 h 1413"/>
                <a:gd name="T32" fmla="*/ 534 w 1110"/>
                <a:gd name="T33" fmla="*/ 204 h 1413"/>
                <a:gd name="T34" fmla="*/ 506 w 1110"/>
                <a:gd name="T35" fmla="*/ 241 h 1413"/>
                <a:gd name="T36" fmla="*/ 489 w 1110"/>
                <a:gd name="T37" fmla="*/ 280 h 1413"/>
                <a:gd name="T38" fmla="*/ 506 w 1110"/>
                <a:gd name="T39" fmla="*/ 333 h 1413"/>
                <a:gd name="T40" fmla="*/ 518 w 1110"/>
                <a:gd name="T41" fmla="*/ 420 h 1413"/>
                <a:gd name="T42" fmla="*/ 572 w 1110"/>
                <a:gd name="T43" fmla="*/ 452 h 1413"/>
                <a:gd name="T44" fmla="*/ 606 w 1110"/>
                <a:gd name="T45" fmla="*/ 450 h 1413"/>
                <a:gd name="T46" fmla="*/ 612 w 1110"/>
                <a:gd name="T47" fmla="*/ 493 h 1413"/>
                <a:gd name="T48" fmla="*/ 530 w 1110"/>
                <a:gd name="T49" fmla="*/ 576 h 1413"/>
                <a:gd name="T50" fmla="*/ 497 w 1110"/>
                <a:gd name="T51" fmla="*/ 731 h 1413"/>
                <a:gd name="T52" fmla="*/ 477 w 1110"/>
                <a:gd name="T53" fmla="*/ 971 h 1413"/>
                <a:gd name="T54" fmla="*/ 445 w 1110"/>
                <a:gd name="T55" fmla="*/ 982 h 1413"/>
                <a:gd name="T56" fmla="*/ 367 w 1110"/>
                <a:gd name="T57" fmla="*/ 1007 h 1413"/>
                <a:gd name="T58" fmla="*/ 269 w 1110"/>
                <a:gd name="T59" fmla="*/ 1034 h 1413"/>
                <a:gd name="T60" fmla="*/ 213 w 1110"/>
                <a:gd name="T61" fmla="*/ 1019 h 1413"/>
                <a:gd name="T62" fmla="*/ 156 w 1110"/>
                <a:gd name="T63" fmla="*/ 989 h 1413"/>
                <a:gd name="T64" fmla="*/ 110 w 1110"/>
                <a:gd name="T65" fmla="*/ 979 h 1413"/>
                <a:gd name="T66" fmla="*/ 65 w 1110"/>
                <a:gd name="T67" fmla="*/ 1002 h 1413"/>
                <a:gd name="T68" fmla="*/ 20 w 1110"/>
                <a:gd name="T69" fmla="*/ 1018 h 1413"/>
                <a:gd name="T70" fmla="*/ 31 w 1110"/>
                <a:gd name="T71" fmla="*/ 1056 h 1413"/>
                <a:gd name="T72" fmla="*/ 28 w 1110"/>
                <a:gd name="T73" fmla="*/ 1111 h 1413"/>
                <a:gd name="T74" fmla="*/ 12 w 1110"/>
                <a:gd name="T75" fmla="*/ 1166 h 1413"/>
                <a:gd name="T76" fmla="*/ 1 w 1110"/>
                <a:gd name="T77" fmla="*/ 1177 h 1413"/>
                <a:gd name="T78" fmla="*/ 3 w 1110"/>
                <a:gd name="T79" fmla="*/ 1191 h 1413"/>
                <a:gd name="T80" fmla="*/ 5 w 1110"/>
                <a:gd name="T81" fmla="*/ 1207 h 1413"/>
                <a:gd name="T82" fmla="*/ 16 w 1110"/>
                <a:gd name="T83" fmla="*/ 1242 h 1413"/>
                <a:gd name="T84" fmla="*/ 40 w 1110"/>
                <a:gd name="T85" fmla="*/ 1214 h 1413"/>
                <a:gd name="T86" fmla="*/ 49 w 1110"/>
                <a:gd name="T87" fmla="*/ 1244 h 1413"/>
                <a:gd name="T88" fmla="*/ 65 w 1110"/>
                <a:gd name="T89" fmla="*/ 1218 h 1413"/>
                <a:gd name="T90" fmla="*/ 81 w 1110"/>
                <a:gd name="T91" fmla="*/ 1205 h 1413"/>
                <a:gd name="T92" fmla="*/ 78 w 1110"/>
                <a:gd name="T93" fmla="*/ 1186 h 1413"/>
                <a:gd name="T94" fmla="*/ 94 w 1110"/>
                <a:gd name="T95" fmla="*/ 1170 h 1413"/>
                <a:gd name="T96" fmla="*/ 201 w 1110"/>
                <a:gd name="T97" fmla="*/ 1166 h 1413"/>
                <a:gd name="T98" fmla="*/ 276 w 1110"/>
                <a:gd name="T99" fmla="*/ 1197 h 1413"/>
                <a:gd name="T100" fmla="*/ 338 w 1110"/>
                <a:gd name="T101" fmla="*/ 1198 h 1413"/>
                <a:gd name="T102" fmla="*/ 417 w 1110"/>
                <a:gd name="T103" fmla="*/ 1195 h 1413"/>
                <a:gd name="T104" fmla="*/ 460 w 1110"/>
                <a:gd name="T105" fmla="*/ 1413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0" h="1413">
                  <a:moveTo>
                    <a:pt x="983" y="1413"/>
                  </a:moveTo>
                  <a:lnTo>
                    <a:pt x="979" y="1390"/>
                  </a:lnTo>
                  <a:lnTo>
                    <a:pt x="975" y="1346"/>
                  </a:lnTo>
                  <a:lnTo>
                    <a:pt x="970" y="1295"/>
                  </a:lnTo>
                  <a:lnTo>
                    <a:pt x="966" y="1244"/>
                  </a:lnTo>
                  <a:lnTo>
                    <a:pt x="1072" y="1255"/>
                  </a:lnTo>
                  <a:lnTo>
                    <a:pt x="1073" y="1137"/>
                  </a:lnTo>
                  <a:lnTo>
                    <a:pt x="1077" y="1134"/>
                  </a:lnTo>
                  <a:lnTo>
                    <a:pt x="1088" y="1128"/>
                  </a:lnTo>
                  <a:lnTo>
                    <a:pt x="1100" y="1118"/>
                  </a:lnTo>
                  <a:lnTo>
                    <a:pt x="1108" y="1108"/>
                  </a:lnTo>
                  <a:lnTo>
                    <a:pt x="1110" y="1096"/>
                  </a:lnTo>
                  <a:lnTo>
                    <a:pt x="1110" y="1085"/>
                  </a:lnTo>
                  <a:lnTo>
                    <a:pt x="1108" y="1076"/>
                  </a:lnTo>
                  <a:lnTo>
                    <a:pt x="1102" y="1065"/>
                  </a:lnTo>
                  <a:lnTo>
                    <a:pt x="1094" y="1058"/>
                  </a:lnTo>
                  <a:lnTo>
                    <a:pt x="1087" y="1051"/>
                  </a:lnTo>
                  <a:lnTo>
                    <a:pt x="1079" y="1048"/>
                  </a:lnTo>
                  <a:lnTo>
                    <a:pt x="1076" y="1047"/>
                  </a:lnTo>
                  <a:lnTo>
                    <a:pt x="1079" y="920"/>
                  </a:lnTo>
                  <a:lnTo>
                    <a:pt x="1006" y="910"/>
                  </a:lnTo>
                  <a:lnTo>
                    <a:pt x="1003" y="900"/>
                  </a:lnTo>
                  <a:lnTo>
                    <a:pt x="996" y="873"/>
                  </a:lnTo>
                  <a:lnTo>
                    <a:pt x="988" y="841"/>
                  </a:lnTo>
                  <a:lnTo>
                    <a:pt x="982" y="815"/>
                  </a:lnTo>
                  <a:lnTo>
                    <a:pt x="974" y="787"/>
                  </a:lnTo>
                  <a:lnTo>
                    <a:pt x="963" y="751"/>
                  </a:lnTo>
                  <a:lnTo>
                    <a:pt x="954" y="722"/>
                  </a:lnTo>
                  <a:lnTo>
                    <a:pt x="950" y="709"/>
                  </a:lnTo>
                  <a:lnTo>
                    <a:pt x="943" y="669"/>
                  </a:lnTo>
                  <a:lnTo>
                    <a:pt x="937" y="629"/>
                  </a:lnTo>
                  <a:lnTo>
                    <a:pt x="928" y="591"/>
                  </a:lnTo>
                  <a:lnTo>
                    <a:pt x="916" y="554"/>
                  </a:lnTo>
                  <a:lnTo>
                    <a:pt x="902" y="519"/>
                  </a:lnTo>
                  <a:lnTo>
                    <a:pt x="884" y="485"/>
                  </a:lnTo>
                  <a:lnTo>
                    <a:pt x="863" y="453"/>
                  </a:lnTo>
                  <a:lnTo>
                    <a:pt x="836" y="424"/>
                  </a:lnTo>
                  <a:lnTo>
                    <a:pt x="835" y="408"/>
                  </a:lnTo>
                  <a:lnTo>
                    <a:pt x="828" y="394"/>
                  </a:lnTo>
                  <a:lnTo>
                    <a:pt x="823" y="380"/>
                  </a:lnTo>
                  <a:lnTo>
                    <a:pt x="828" y="364"/>
                  </a:lnTo>
                  <a:lnTo>
                    <a:pt x="833" y="351"/>
                  </a:lnTo>
                  <a:lnTo>
                    <a:pt x="841" y="339"/>
                  </a:lnTo>
                  <a:lnTo>
                    <a:pt x="849" y="329"/>
                  </a:lnTo>
                  <a:lnTo>
                    <a:pt x="857" y="315"/>
                  </a:lnTo>
                  <a:lnTo>
                    <a:pt x="865" y="294"/>
                  </a:lnTo>
                  <a:lnTo>
                    <a:pt x="871" y="270"/>
                  </a:lnTo>
                  <a:lnTo>
                    <a:pt x="873" y="246"/>
                  </a:lnTo>
                  <a:lnTo>
                    <a:pt x="873" y="221"/>
                  </a:lnTo>
                  <a:lnTo>
                    <a:pt x="872" y="189"/>
                  </a:lnTo>
                  <a:lnTo>
                    <a:pt x="868" y="160"/>
                  </a:lnTo>
                  <a:lnTo>
                    <a:pt x="860" y="134"/>
                  </a:lnTo>
                  <a:lnTo>
                    <a:pt x="848" y="109"/>
                  </a:lnTo>
                  <a:lnTo>
                    <a:pt x="833" y="87"/>
                  </a:lnTo>
                  <a:lnTo>
                    <a:pt x="815" y="67"/>
                  </a:lnTo>
                  <a:lnTo>
                    <a:pt x="794" y="50"/>
                  </a:lnTo>
                  <a:lnTo>
                    <a:pt x="769" y="36"/>
                  </a:lnTo>
                  <a:lnTo>
                    <a:pt x="751" y="28"/>
                  </a:lnTo>
                  <a:lnTo>
                    <a:pt x="729" y="20"/>
                  </a:lnTo>
                  <a:lnTo>
                    <a:pt x="704" y="13"/>
                  </a:lnTo>
                  <a:lnTo>
                    <a:pt x="677" y="6"/>
                  </a:lnTo>
                  <a:lnTo>
                    <a:pt x="649" y="3"/>
                  </a:lnTo>
                  <a:lnTo>
                    <a:pt x="620" y="1"/>
                  </a:lnTo>
                  <a:lnTo>
                    <a:pt x="594" y="0"/>
                  </a:lnTo>
                  <a:lnTo>
                    <a:pt x="567" y="3"/>
                  </a:lnTo>
                  <a:lnTo>
                    <a:pt x="559" y="5"/>
                  </a:lnTo>
                  <a:lnTo>
                    <a:pt x="553" y="10"/>
                  </a:lnTo>
                  <a:lnTo>
                    <a:pt x="547" y="16"/>
                  </a:lnTo>
                  <a:lnTo>
                    <a:pt x="543" y="22"/>
                  </a:lnTo>
                  <a:lnTo>
                    <a:pt x="541" y="36"/>
                  </a:lnTo>
                  <a:lnTo>
                    <a:pt x="545" y="46"/>
                  </a:lnTo>
                  <a:lnTo>
                    <a:pt x="546" y="58"/>
                  </a:lnTo>
                  <a:lnTo>
                    <a:pt x="541" y="75"/>
                  </a:lnTo>
                  <a:lnTo>
                    <a:pt x="535" y="87"/>
                  </a:lnTo>
                  <a:lnTo>
                    <a:pt x="531" y="103"/>
                  </a:lnTo>
                  <a:lnTo>
                    <a:pt x="530" y="118"/>
                  </a:lnTo>
                  <a:lnTo>
                    <a:pt x="530" y="123"/>
                  </a:lnTo>
                  <a:lnTo>
                    <a:pt x="529" y="140"/>
                  </a:lnTo>
                  <a:lnTo>
                    <a:pt x="529" y="158"/>
                  </a:lnTo>
                  <a:lnTo>
                    <a:pt x="530" y="175"/>
                  </a:lnTo>
                  <a:lnTo>
                    <a:pt x="534" y="191"/>
                  </a:lnTo>
                  <a:lnTo>
                    <a:pt x="527" y="193"/>
                  </a:lnTo>
                  <a:lnTo>
                    <a:pt x="529" y="199"/>
                  </a:lnTo>
                  <a:lnTo>
                    <a:pt x="531" y="201"/>
                  </a:lnTo>
                  <a:lnTo>
                    <a:pt x="534" y="204"/>
                  </a:lnTo>
                  <a:lnTo>
                    <a:pt x="537" y="208"/>
                  </a:lnTo>
                  <a:lnTo>
                    <a:pt x="531" y="216"/>
                  </a:lnTo>
                  <a:lnTo>
                    <a:pt x="523" y="224"/>
                  </a:lnTo>
                  <a:lnTo>
                    <a:pt x="514" y="233"/>
                  </a:lnTo>
                  <a:lnTo>
                    <a:pt x="506" y="241"/>
                  </a:lnTo>
                  <a:lnTo>
                    <a:pt x="498" y="249"/>
                  </a:lnTo>
                  <a:lnTo>
                    <a:pt x="492" y="257"/>
                  </a:lnTo>
                  <a:lnTo>
                    <a:pt x="488" y="264"/>
                  </a:lnTo>
                  <a:lnTo>
                    <a:pt x="486" y="270"/>
                  </a:lnTo>
                  <a:lnTo>
                    <a:pt x="489" y="280"/>
                  </a:lnTo>
                  <a:lnTo>
                    <a:pt x="496" y="287"/>
                  </a:lnTo>
                  <a:lnTo>
                    <a:pt x="501" y="293"/>
                  </a:lnTo>
                  <a:lnTo>
                    <a:pt x="504" y="295"/>
                  </a:lnTo>
                  <a:lnTo>
                    <a:pt x="502" y="311"/>
                  </a:lnTo>
                  <a:lnTo>
                    <a:pt x="506" y="333"/>
                  </a:lnTo>
                  <a:lnTo>
                    <a:pt x="510" y="350"/>
                  </a:lnTo>
                  <a:lnTo>
                    <a:pt x="513" y="358"/>
                  </a:lnTo>
                  <a:lnTo>
                    <a:pt x="518" y="384"/>
                  </a:lnTo>
                  <a:lnTo>
                    <a:pt x="517" y="404"/>
                  </a:lnTo>
                  <a:lnTo>
                    <a:pt x="518" y="420"/>
                  </a:lnTo>
                  <a:lnTo>
                    <a:pt x="529" y="436"/>
                  </a:lnTo>
                  <a:lnTo>
                    <a:pt x="553" y="448"/>
                  </a:lnTo>
                  <a:lnTo>
                    <a:pt x="559" y="449"/>
                  </a:lnTo>
                  <a:lnTo>
                    <a:pt x="566" y="450"/>
                  </a:lnTo>
                  <a:lnTo>
                    <a:pt x="572" y="452"/>
                  </a:lnTo>
                  <a:lnTo>
                    <a:pt x="579" y="452"/>
                  </a:lnTo>
                  <a:lnTo>
                    <a:pt x="586" y="452"/>
                  </a:lnTo>
                  <a:lnTo>
                    <a:pt x="592" y="452"/>
                  </a:lnTo>
                  <a:lnTo>
                    <a:pt x="599" y="450"/>
                  </a:lnTo>
                  <a:lnTo>
                    <a:pt x="606" y="450"/>
                  </a:lnTo>
                  <a:lnTo>
                    <a:pt x="610" y="458"/>
                  </a:lnTo>
                  <a:lnTo>
                    <a:pt x="616" y="468"/>
                  </a:lnTo>
                  <a:lnTo>
                    <a:pt x="621" y="476"/>
                  </a:lnTo>
                  <a:lnTo>
                    <a:pt x="624" y="485"/>
                  </a:lnTo>
                  <a:lnTo>
                    <a:pt x="612" y="493"/>
                  </a:lnTo>
                  <a:lnTo>
                    <a:pt x="598" y="507"/>
                  </a:lnTo>
                  <a:lnTo>
                    <a:pt x="579" y="525"/>
                  </a:lnTo>
                  <a:lnTo>
                    <a:pt x="562" y="543"/>
                  </a:lnTo>
                  <a:lnTo>
                    <a:pt x="545" y="561"/>
                  </a:lnTo>
                  <a:lnTo>
                    <a:pt x="530" y="576"/>
                  </a:lnTo>
                  <a:lnTo>
                    <a:pt x="521" y="587"/>
                  </a:lnTo>
                  <a:lnTo>
                    <a:pt x="517" y="591"/>
                  </a:lnTo>
                  <a:lnTo>
                    <a:pt x="510" y="620"/>
                  </a:lnTo>
                  <a:lnTo>
                    <a:pt x="504" y="669"/>
                  </a:lnTo>
                  <a:lnTo>
                    <a:pt x="497" y="731"/>
                  </a:lnTo>
                  <a:lnTo>
                    <a:pt x="492" y="798"/>
                  </a:lnTo>
                  <a:lnTo>
                    <a:pt x="485" y="863"/>
                  </a:lnTo>
                  <a:lnTo>
                    <a:pt x="481" y="918"/>
                  </a:lnTo>
                  <a:lnTo>
                    <a:pt x="478" y="957"/>
                  </a:lnTo>
                  <a:lnTo>
                    <a:pt x="477" y="971"/>
                  </a:lnTo>
                  <a:lnTo>
                    <a:pt x="476" y="971"/>
                  </a:lnTo>
                  <a:lnTo>
                    <a:pt x="472" y="973"/>
                  </a:lnTo>
                  <a:lnTo>
                    <a:pt x="465" y="975"/>
                  </a:lnTo>
                  <a:lnTo>
                    <a:pt x="456" y="978"/>
                  </a:lnTo>
                  <a:lnTo>
                    <a:pt x="445" y="982"/>
                  </a:lnTo>
                  <a:lnTo>
                    <a:pt x="432" y="986"/>
                  </a:lnTo>
                  <a:lnTo>
                    <a:pt x="419" y="991"/>
                  </a:lnTo>
                  <a:lnTo>
                    <a:pt x="403" y="997"/>
                  </a:lnTo>
                  <a:lnTo>
                    <a:pt x="386" y="1002"/>
                  </a:lnTo>
                  <a:lnTo>
                    <a:pt x="367" y="1007"/>
                  </a:lnTo>
                  <a:lnTo>
                    <a:pt x="349" y="1012"/>
                  </a:lnTo>
                  <a:lnTo>
                    <a:pt x="329" y="1018"/>
                  </a:lnTo>
                  <a:lnTo>
                    <a:pt x="309" y="1024"/>
                  </a:lnTo>
                  <a:lnTo>
                    <a:pt x="289" y="1030"/>
                  </a:lnTo>
                  <a:lnTo>
                    <a:pt x="269" y="1034"/>
                  </a:lnTo>
                  <a:lnTo>
                    <a:pt x="249" y="1039"/>
                  </a:lnTo>
                  <a:lnTo>
                    <a:pt x="247" y="1038"/>
                  </a:lnTo>
                  <a:lnTo>
                    <a:pt x="239" y="1034"/>
                  </a:lnTo>
                  <a:lnTo>
                    <a:pt x="227" y="1027"/>
                  </a:lnTo>
                  <a:lnTo>
                    <a:pt x="213" y="1019"/>
                  </a:lnTo>
                  <a:lnTo>
                    <a:pt x="199" y="1012"/>
                  </a:lnTo>
                  <a:lnTo>
                    <a:pt x="186" y="1005"/>
                  </a:lnTo>
                  <a:lnTo>
                    <a:pt x="174" y="998"/>
                  </a:lnTo>
                  <a:lnTo>
                    <a:pt x="166" y="993"/>
                  </a:lnTo>
                  <a:lnTo>
                    <a:pt x="156" y="989"/>
                  </a:lnTo>
                  <a:lnTo>
                    <a:pt x="147" y="985"/>
                  </a:lnTo>
                  <a:lnTo>
                    <a:pt x="138" y="982"/>
                  </a:lnTo>
                  <a:lnTo>
                    <a:pt x="129" y="979"/>
                  </a:lnTo>
                  <a:lnTo>
                    <a:pt x="119" y="979"/>
                  </a:lnTo>
                  <a:lnTo>
                    <a:pt x="110" y="979"/>
                  </a:lnTo>
                  <a:lnTo>
                    <a:pt x="99" y="982"/>
                  </a:lnTo>
                  <a:lnTo>
                    <a:pt x="88" y="986"/>
                  </a:lnTo>
                  <a:lnTo>
                    <a:pt x="73" y="999"/>
                  </a:lnTo>
                  <a:lnTo>
                    <a:pt x="70" y="999"/>
                  </a:lnTo>
                  <a:lnTo>
                    <a:pt x="65" y="1002"/>
                  </a:lnTo>
                  <a:lnTo>
                    <a:pt x="57" y="1005"/>
                  </a:lnTo>
                  <a:lnTo>
                    <a:pt x="48" y="1007"/>
                  </a:lnTo>
                  <a:lnTo>
                    <a:pt x="37" y="1011"/>
                  </a:lnTo>
                  <a:lnTo>
                    <a:pt x="28" y="1014"/>
                  </a:lnTo>
                  <a:lnTo>
                    <a:pt x="20" y="1018"/>
                  </a:lnTo>
                  <a:lnTo>
                    <a:pt x="15" y="1022"/>
                  </a:lnTo>
                  <a:lnTo>
                    <a:pt x="13" y="1026"/>
                  </a:lnTo>
                  <a:lnTo>
                    <a:pt x="12" y="1035"/>
                  </a:lnTo>
                  <a:lnTo>
                    <a:pt x="16" y="1047"/>
                  </a:lnTo>
                  <a:lnTo>
                    <a:pt x="31" y="1056"/>
                  </a:lnTo>
                  <a:lnTo>
                    <a:pt x="36" y="1061"/>
                  </a:lnTo>
                  <a:lnTo>
                    <a:pt x="36" y="1069"/>
                  </a:lnTo>
                  <a:lnTo>
                    <a:pt x="37" y="1077"/>
                  </a:lnTo>
                  <a:lnTo>
                    <a:pt x="42" y="1087"/>
                  </a:lnTo>
                  <a:lnTo>
                    <a:pt x="28" y="1111"/>
                  </a:lnTo>
                  <a:lnTo>
                    <a:pt x="13" y="1116"/>
                  </a:lnTo>
                  <a:lnTo>
                    <a:pt x="4" y="1125"/>
                  </a:lnTo>
                  <a:lnTo>
                    <a:pt x="0" y="1137"/>
                  </a:lnTo>
                  <a:lnTo>
                    <a:pt x="3" y="1152"/>
                  </a:lnTo>
                  <a:lnTo>
                    <a:pt x="12" y="1166"/>
                  </a:lnTo>
                  <a:lnTo>
                    <a:pt x="9" y="1166"/>
                  </a:lnTo>
                  <a:lnTo>
                    <a:pt x="7" y="1168"/>
                  </a:lnTo>
                  <a:lnTo>
                    <a:pt x="4" y="1170"/>
                  </a:lnTo>
                  <a:lnTo>
                    <a:pt x="1" y="1173"/>
                  </a:lnTo>
                  <a:lnTo>
                    <a:pt x="1" y="1177"/>
                  </a:lnTo>
                  <a:lnTo>
                    <a:pt x="3" y="1179"/>
                  </a:lnTo>
                  <a:lnTo>
                    <a:pt x="5" y="1182"/>
                  </a:lnTo>
                  <a:lnTo>
                    <a:pt x="8" y="1185"/>
                  </a:lnTo>
                  <a:lnTo>
                    <a:pt x="7" y="1189"/>
                  </a:lnTo>
                  <a:lnTo>
                    <a:pt x="3" y="1191"/>
                  </a:lnTo>
                  <a:lnTo>
                    <a:pt x="1" y="1194"/>
                  </a:lnTo>
                  <a:lnTo>
                    <a:pt x="3" y="1198"/>
                  </a:lnTo>
                  <a:lnTo>
                    <a:pt x="9" y="1205"/>
                  </a:lnTo>
                  <a:lnTo>
                    <a:pt x="7" y="1206"/>
                  </a:lnTo>
                  <a:lnTo>
                    <a:pt x="5" y="1207"/>
                  </a:lnTo>
                  <a:lnTo>
                    <a:pt x="3" y="1210"/>
                  </a:lnTo>
                  <a:lnTo>
                    <a:pt x="1" y="1211"/>
                  </a:lnTo>
                  <a:lnTo>
                    <a:pt x="7" y="1222"/>
                  </a:lnTo>
                  <a:lnTo>
                    <a:pt x="12" y="1232"/>
                  </a:lnTo>
                  <a:lnTo>
                    <a:pt x="16" y="1242"/>
                  </a:lnTo>
                  <a:lnTo>
                    <a:pt x="21" y="1251"/>
                  </a:lnTo>
                  <a:lnTo>
                    <a:pt x="27" y="1244"/>
                  </a:lnTo>
                  <a:lnTo>
                    <a:pt x="33" y="1232"/>
                  </a:lnTo>
                  <a:lnTo>
                    <a:pt x="37" y="1219"/>
                  </a:lnTo>
                  <a:lnTo>
                    <a:pt x="40" y="1214"/>
                  </a:lnTo>
                  <a:lnTo>
                    <a:pt x="40" y="1222"/>
                  </a:lnTo>
                  <a:lnTo>
                    <a:pt x="40" y="1232"/>
                  </a:lnTo>
                  <a:lnTo>
                    <a:pt x="41" y="1243"/>
                  </a:lnTo>
                  <a:lnTo>
                    <a:pt x="44" y="1250"/>
                  </a:lnTo>
                  <a:lnTo>
                    <a:pt x="49" y="1244"/>
                  </a:lnTo>
                  <a:lnTo>
                    <a:pt x="57" y="1236"/>
                  </a:lnTo>
                  <a:lnTo>
                    <a:pt x="64" y="1227"/>
                  </a:lnTo>
                  <a:lnTo>
                    <a:pt x="68" y="1223"/>
                  </a:lnTo>
                  <a:lnTo>
                    <a:pt x="66" y="1221"/>
                  </a:lnTo>
                  <a:lnTo>
                    <a:pt x="65" y="1218"/>
                  </a:lnTo>
                  <a:lnTo>
                    <a:pt x="65" y="1214"/>
                  </a:lnTo>
                  <a:lnTo>
                    <a:pt x="66" y="1211"/>
                  </a:lnTo>
                  <a:lnTo>
                    <a:pt x="70" y="1209"/>
                  </a:lnTo>
                  <a:lnTo>
                    <a:pt x="76" y="1207"/>
                  </a:lnTo>
                  <a:lnTo>
                    <a:pt x="81" y="1205"/>
                  </a:lnTo>
                  <a:lnTo>
                    <a:pt x="84" y="1199"/>
                  </a:lnTo>
                  <a:lnTo>
                    <a:pt x="84" y="1195"/>
                  </a:lnTo>
                  <a:lnTo>
                    <a:pt x="82" y="1193"/>
                  </a:lnTo>
                  <a:lnTo>
                    <a:pt x="81" y="1189"/>
                  </a:lnTo>
                  <a:lnTo>
                    <a:pt x="78" y="1186"/>
                  </a:lnTo>
                  <a:lnTo>
                    <a:pt x="81" y="1183"/>
                  </a:lnTo>
                  <a:lnTo>
                    <a:pt x="85" y="1179"/>
                  </a:lnTo>
                  <a:lnTo>
                    <a:pt x="88" y="1175"/>
                  </a:lnTo>
                  <a:lnTo>
                    <a:pt x="89" y="1170"/>
                  </a:lnTo>
                  <a:lnTo>
                    <a:pt x="94" y="1170"/>
                  </a:lnTo>
                  <a:lnTo>
                    <a:pt x="107" y="1170"/>
                  </a:lnTo>
                  <a:lnTo>
                    <a:pt x="127" y="1170"/>
                  </a:lnTo>
                  <a:lnTo>
                    <a:pt x="150" y="1169"/>
                  </a:lnTo>
                  <a:lnTo>
                    <a:pt x="176" y="1168"/>
                  </a:lnTo>
                  <a:lnTo>
                    <a:pt x="201" y="1166"/>
                  </a:lnTo>
                  <a:lnTo>
                    <a:pt x="224" y="1164"/>
                  </a:lnTo>
                  <a:lnTo>
                    <a:pt x="243" y="1161"/>
                  </a:lnTo>
                  <a:lnTo>
                    <a:pt x="261" y="1195"/>
                  </a:lnTo>
                  <a:lnTo>
                    <a:pt x="268" y="1197"/>
                  </a:lnTo>
                  <a:lnTo>
                    <a:pt x="276" y="1197"/>
                  </a:lnTo>
                  <a:lnTo>
                    <a:pt x="286" y="1198"/>
                  </a:lnTo>
                  <a:lnTo>
                    <a:pt x="297" y="1198"/>
                  </a:lnTo>
                  <a:lnTo>
                    <a:pt x="310" y="1198"/>
                  </a:lnTo>
                  <a:lnTo>
                    <a:pt x="323" y="1198"/>
                  </a:lnTo>
                  <a:lnTo>
                    <a:pt x="338" y="1198"/>
                  </a:lnTo>
                  <a:lnTo>
                    <a:pt x="353" y="1197"/>
                  </a:lnTo>
                  <a:lnTo>
                    <a:pt x="368" y="1197"/>
                  </a:lnTo>
                  <a:lnTo>
                    <a:pt x="386" y="1197"/>
                  </a:lnTo>
                  <a:lnTo>
                    <a:pt x="402" y="1195"/>
                  </a:lnTo>
                  <a:lnTo>
                    <a:pt x="417" y="1195"/>
                  </a:lnTo>
                  <a:lnTo>
                    <a:pt x="433" y="1194"/>
                  </a:lnTo>
                  <a:lnTo>
                    <a:pt x="449" y="1193"/>
                  </a:lnTo>
                  <a:lnTo>
                    <a:pt x="465" y="1193"/>
                  </a:lnTo>
                  <a:lnTo>
                    <a:pt x="480" y="1191"/>
                  </a:lnTo>
                  <a:lnTo>
                    <a:pt x="460" y="1413"/>
                  </a:lnTo>
                  <a:lnTo>
                    <a:pt x="983" y="141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0" name="Freeform 62"/>
            <p:cNvSpPr>
              <a:spLocks/>
            </p:cNvSpPr>
            <p:nvPr/>
          </p:nvSpPr>
          <p:spPr bwMode="auto">
            <a:xfrm>
              <a:off x="5478463" y="4405313"/>
              <a:ext cx="117475" cy="400050"/>
            </a:xfrm>
            <a:custGeom>
              <a:avLst/>
              <a:gdLst>
                <a:gd name="T0" fmla="*/ 9 w 74"/>
                <a:gd name="T1" fmla="*/ 245 h 252"/>
                <a:gd name="T2" fmla="*/ 66 w 74"/>
                <a:gd name="T3" fmla="*/ 252 h 252"/>
                <a:gd name="T4" fmla="*/ 68 w 74"/>
                <a:gd name="T5" fmla="*/ 204 h 252"/>
                <a:gd name="T6" fmla="*/ 62 w 74"/>
                <a:gd name="T7" fmla="*/ 204 h 252"/>
                <a:gd name="T8" fmla="*/ 58 w 74"/>
                <a:gd name="T9" fmla="*/ 203 h 252"/>
                <a:gd name="T10" fmla="*/ 54 w 74"/>
                <a:gd name="T11" fmla="*/ 201 h 252"/>
                <a:gd name="T12" fmla="*/ 53 w 74"/>
                <a:gd name="T13" fmla="*/ 197 h 252"/>
                <a:gd name="T14" fmla="*/ 53 w 74"/>
                <a:gd name="T15" fmla="*/ 61 h 252"/>
                <a:gd name="T16" fmla="*/ 54 w 74"/>
                <a:gd name="T17" fmla="*/ 58 h 252"/>
                <a:gd name="T18" fmla="*/ 56 w 74"/>
                <a:gd name="T19" fmla="*/ 55 h 252"/>
                <a:gd name="T20" fmla="*/ 57 w 74"/>
                <a:gd name="T21" fmla="*/ 54 h 252"/>
                <a:gd name="T22" fmla="*/ 58 w 74"/>
                <a:gd name="T23" fmla="*/ 51 h 252"/>
                <a:gd name="T24" fmla="*/ 62 w 74"/>
                <a:gd name="T25" fmla="*/ 51 h 252"/>
                <a:gd name="T26" fmla="*/ 65 w 74"/>
                <a:gd name="T27" fmla="*/ 51 h 252"/>
                <a:gd name="T28" fmla="*/ 69 w 74"/>
                <a:gd name="T29" fmla="*/ 53 h 252"/>
                <a:gd name="T30" fmla="*/ 72 w 74"/>
                <a:gd name="T31" fmla="*/ 54 h 252"/>
                <a:gd name="T32" fmla="*/ 73 w 74"/>
                <a:gd name="T33" fmla="*/ 42 h 252"/>
                <a:gd name="T34" fmla="*/ 73 w 74"/>
                <a:gd name="T35" fmla="*/ 30 h 252"/>
                <a:gd name="T36" fmla="*/ 73 w 74"/>
                <a:gd name="T37" fmla="*/ 18 h 252"/>
                <a:gd name="T38" fmla="*/ 74 w 74"/>
                <a:gd name="T39" fmla="*/ 6 h 252"/>
                <a:gd name="T40" fmla="*/ 68 w 74"/>
                <a:gd name="T41" fmla="*/ 5 h 252"/>
                <a:gd name="T42" fmla="*/ 58 w 74"/>
                <a:gd name="T43" fmla="*/ 5 h 252"/>
                <a:gd name="T44" fmla="*/ 48 w 74"/>
                <a:gd name="T45" fmla="*/ 4 h 252"/>
                <a:gd name="T46" fmla="*/ 37 w 74"/>
                <a:gd name="T47" fmla="*/ 2 h 252"/>
                <a:gd name="T48" fmla="*/ 27 w 74"/>
                <a:gd name="T49" fmla="*/ 1 h 252"/>
                <a:gd name="T50" fmla="*/ 16 w 74"/>
                <a:gd name="T51" fmla="*/ 0 h 252"/>
                <a:gd name="T52" fmla="*/ 7 w 74"/>
                <a:gd name="T53" fmla="*/ 0 h 252"/>
                <a:gd name="T54" fmla="*/ 0 w 74"/>
                <a:gd name="T55" fmla="*/ 0 h 252"/>
                <a:gd name="T56" fmla="*/ 9 w 74"/>
                <a:gd name="T57" fmla="*/ 24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" h="252">
                  <a:moveTo>
                    <a:pt x="9" y="245"/>
                  </a:moveTo>
                  <a:lnTo>
                    <a:pt x="66" y="252"/>
                  </a:lnTo>
                  <a:lnTo>
                    <a:pt x="68" y="204"/>
                  </a:lnTo>
                  <a:lnTo>
                    <a:pt x="62" y="204"/>
                  </a:lnTo>
                  <a:lnTo>
                    <a:pt x="58" y="203"/>
                  </a:lnTo>
                  <a:lnTo>
                    <a:pt x="54" y="201"/>
                  </a:lnTo>
                  <a:lnTo>
                    <a:pt x="53" y="197"/>
                  </a:lnTo>
                  <a:lnTo>
                    <a:pt x="53" y="61"/>
                  </a:lnTo>
                  <a:lnTo>
                    <a:pt x="54" y="58"/>
                  </a:lnTo>
                  <a:lnTo>
                    <a:pt x="56" y="55"/>
                  </a:lnTo>
                  <a:lnTo>
                    <a:pt x="57" y="54"/>
                  </a:lnTo>
                  <a:lnTo>
                    <a:pt x="58" y="51"/>
                  </a:lnTo>
                  <a:lnTo>
                    <a:pt x="62" y="51"/>
                  </a:lnTo>
                  <a:lnTo>
                    <a:pt x="65" y="51"/>
                  </a:lnTo>
                  <a:lnTo>
                    <a:pt x="69" y="53"/>
                  </a:lnTo>
                  <a:lnTo>
                    <a:pt x="72" y="54"/>
                  </a:lnTo>
                  <a:lnTo>
                    <a:pt x="73" y="42"/>
                  </a:lnTo>
                  <a:lnTo>
                    <a:pt x="73" y="30"/>
                  </a:lnTo>
                  <a:lnTo>
                    <a:pt x="73" y="18"/>
                  </a:lnTo>
                  <a:lnTo>
                    <a:pt x="74" y="6"/>
                  </a:lnTo>
                  <a:lnTo>
                    <a:pt x="68" y="5"/>
                  </a:lnTo>
                  <a:lnTo>
                    <a:pt x="58" y="5"/>
                  </a:lnTo>
                  <a:lnTo>
                    <a:pt x="48" y="4"/>
                  </a:lnTo>
                  <a:lnTo>
                    <a:pt x="37" y="2"/>
                  </a:lnTo>
                  <a:lnTo>
                    <a:pt x="27" y="1"/>
                  </a:lnTo>
                  <a:lnTo>
                    <a:pt x="16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9" y="245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3" name="Freeform 65"/>
            <p:cNvSpPr>
              <a:spLocks/>
            </p:cNvSpPr>
            <p:nvPr/>
          </p:nvSpPr>
          <p:spPr bwMode="auto">
            <a:xfrm>
              <a:off x="5491163" y="4678363"/>
              <a:ext cx="157163" cy="176212"/>
            </a:xfrm>
            <a:custGeom>
              <a:avLst/>
              <a:gdLst>
                <a:gd name="T0" fmla="*/ 70 w 99"/>
                <a:gd name="T1" fmla="*/ 28 h 111"/>
                <a:gd name="T2" fmla="*/ 69 w 99"/>
                <a:gd name="T3" fmla="*/ 92 h 111"/>
                <a:gd name="T4" fmla="*/ 1 w 99"/>
                <a:gd name="T5" fmla="*/ 84 h 111"/>
                <a:gd name="T6" fmla="*/ 0 w 99"/>
                <a:gd name="T7" fmla="*/ 102 h 111"/>
                <a:gd name="T8" fmla="*/ 93 w 99"/>
                <a:gd name="T9" fmla="*/ 111 h 111"/>
                <a:gd name="T10" fmla="*/ 98 w 99"/>
                <a:gd name="T11" fmla="*/ 7 h 111"/>
                <a:gd name="T12" fmla="*/ 99 w 99"/>
                <a:gd name="T13" fmla="*/ 5 h 111"/>
                <a:gd name="T14" fmla="*/ 86 w 99"/>
                <a:gd name="T15" fmla="*/ 0 h 111"/>
                <a:gd name="T16" fmla="*/ 85 w 99"/>
                <a:gd name="T17" fmla="*/ 8 h 111"/>
                <a:gd name="T18" fmla="*/ 81 w 99"/>
                <a:gd name="T19" fmla="*/ 15 h 111"/>
                <a:gd name="T20" fmla="*/ 76 w 99"/>
                <a:gd name="T21" fmla="*/ 21 h 111"/>
                <a:gd name="T22" fmla="*/ 70 w 99"/>
                <a:gd name="T23" fmla="*/ 2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111">
                  <a:moveTo>
                    <a:pt x="70" y="28"/>
                  </a:moveTo>
                  <a:lnTo>
                    <a:pt x="69" y="92"/>
                  </a:lnTo>
                  <a:lnTo>
                    <a:pt x="1" y="84"/>
                  </a:lnTo>
                  <a:lnTo>
                    <a:pt x="0" y="102"/>
                  </a:lnTo>
                  <a:lnTo>
                    <a:pt x="93" y="111"/>
                  </a:lnTo>
                  <a:lnTo>
                    <a:pt x="98" y="7"/>
                  </a:lnTo>
                  <a:lnTo>
                    <a:pt x="99" y="5"/>
                  </a:lnTo>
                  <a:lnTo>
                    <a:pt x="86" y="0"/>
                  </a:lnTo>
                  <a:lnTo>
                    <a:pt x="85" y="8"/>
                  </a:lnTo>
                  <a:lnTo>
                    <a:pt x="81" y="15"/>
                  </a:lnTo>
                  <a:lnTo>
                    <a:pt x="76" y="21"/>
                  </a:lnTo>
                  <a:lnTo>
                    <a:pt x="70" y="2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4" name="Freeform 66"/>
            <p:cNvSpPr>
              <a:spLocks/>
            </p:cNvSpPr>
            <p:nvPr/>
          </p:nvSpPr>
          <p:spPr bwMode="auto">
            <a:xfrm>
              <a:off x="4002088" y="4465638"/>
              <a:ext cx="347663" cy="255587"/>
            </a:xfrm>
            <a:custGeom>
              <a:avLst/>
              <a:gdLst>
                <a:gd name="T0" fmla="*/ 83 w 219"/>
                <a:gd name="T1" fmla="*/ 4 h 161"/>
                <a:gd name="T2" fmla="*/ 102 w 219"/>
                <a:gd name="T3" fmla="*/ 7 h 161"/>
                <a:gd name="T4" fmla="*/ 119 w 219"/>
                <a:gd name="T5" fmla="*/ 13 h 161"/>
                <a:gd name="T6" fmla="*/ 134 w 219"/>
                <a:gd name="T7" fmla="*/ 24 h 161"/>
                <a:gd name="T8" fmla="*/ 134 w 219"/>
                <a:gd name="T9" fmla="*/ 33 h 161"/>
                <a:gd name="T10" fmla="*/ 124 w 219"/>
                <a:gd name="T11" fmla="*/ 28 h 161"/>
                <a:gd name="T12" fmla="*/ 97 w 219"/>
                <a:gd name="T13" fmla="*/ 19 h 161"/>
                <a:gd name="T14" fmla="*/ 67 w 219"/>
                <a:gd name="T15" fmla="*/ 16 h 161"/>
                <a:gd name="T16" fmla="*/ 42 w 219"/>
                <a:gd name="T17" fmla="*/ 21 h 161"/>
                <a:gd name="T18" fmla="*/ 17 w 219"/>
                <a:gd name="T19" fmla="*/ 29 h 161"/>
                <a:gd name="T20" fmla="*/ 1 w 219"/>
                <a:gd name="T21" fmla="*/ 37 h 161"/>
                <a:gd name="T22" fmla="*/ 0 w 219"/>
                <a:gd name="T23" fmla="*/ 44 h 161"/>
                <a:gd name="T24" fmla="*/ 4 w 219"/>
                <a:gd name="T25" fmla="*/ 47 h 161"/>
                <a:gd name="T26" fmla="*/ 16 w 219"/>
                <a:gd name="T27" fmla="*/ 48 h 161"/>
                <a:gd name="T28" fmla="*/ 30 w 219"/>
                <a:gd name="T29" fmla="*/ 49 h 161"/>
                <a:gd name="T30" fmla="*/ 45 w 219"/>
                <a:gd name="T31" fmla="*/ 51 h 161"/>
                <a:gd name="T32" fmla="*/ 50 w 219"/>
                <a:gd name="T33" fmla="*/ 55 h 161"/>
                <a:gd name="T34" fmla="*/ 52 w 219"/>
                <a:gd name="T35" fmla="*/ 59 h 161"/>
                <a:gd name="T36" fmla="*/ 45 w 219"/>
                <a:gd name="T37" fmla="*/ 64 h 161"/>
                <a:gd name="T38" fmla="*/ 30 w 219"/>
                <a:gd name="T39" fmla="*/ 65 h 161"/>
                <a:gd name="T40" fmla="*/ 24 w 219"/>
                <a:gd name="T41" fmla="*/ 80 h 161"/>
                <a:gd name="T42" fmla="*/ 32 w 219"/>
                <a:gd name="T43" fmla="*/ 98 h 161"/>
                <a:gd name="T44" fmla="*/ 37 w 219"/>
                <a:gd name="T45" fmla="*/ 117 h 161"/>
                <a:gd name="T46" fmla="*/ 48 w 219"/>
                <a:gd name="T47" fmla="*/ 131 h 161"/>
                <a:gd name="T48" fmla="*/ 48 w 219"/>
                <a:gd name="T49" fmla="*/ 146 h 161"/>
                <a:gd name="T50" fmla="*/ 54 w 219"/>
                <a:gd name="T51" fmla="*/ 155 h 161"/>
                <a:gd name="T52" fmla="*/ 79 w 219"/>
                <a:gd name="T53" fmla="*/ 161 h 161"/>
                <a:gd name="T54" fmla="*/ 119 w 219"/>
                <a:gd name="T55" fmla="*/ 158 h 161"/>
                <a:gd name="T56" fmla="*/ 158 w 219"/>
                <a:gd name="T57" fmla="*/ 151 h 161"/>
                <a:gd name="T58" fmla="*/ 197 w 219"/>
                <a:gd name="T59" fmla="*/ 147 h 161"/>
                <a:gd name="T60" fmla="*/ 216 w 219"/>
                <a:gd name="T61" fmla="*/ 130 h 161"/>
                <a:gd name="T62" fmla="*/ 217 w 219"/>
                <a:gd name="T63" fmla="*/ 93 h 161"/>
                <a:gd name="T64" fmla="*/ 205 w 219"/>
                <a:gd name="T65" fmla="*/ 65 h 161"/>
                <a:gd name="T66" fmla="*/ 183 w 219"/>
                <a:gd name="T67" fmla="*/ 48 h 161"/>
                <a:gd name="T68" fmla="*/ 159 w 219"/>
                <a:gd name="T69" fmla="*/ 32 h 161"/>
                <a:gd name="T70" fmla="*/ 135 w 219"/>
                <a:gd name="T71" fmla="*/ 15 h 161"/>
                <a:gd name="T72" fmla="*/ 115 w 219"/>
                <a:gd name="T73" fmla="*/ 3 h 161"/>
                <a:gd name="T74" fmla="*/ 102 w 219"/>
                <a:gd name="T75" fmla="*/ 0 h 161"/>
                <a:gd name="T76" fmla="*/ 91 w 219"/>
                <a:gd name="T77" fmla="*/ 2 h 161"/>
                <a:gd name="T78" fmla="*/ 81 w 219"/>
                <a:gd name="T79" fmla="*/ 3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9" h="161">
                  <a:moveTo>
                    <a:pt x="74" y="3"/>
                  </a:moveTo>
                  <a:lnTo>
                    <a:pt x="83" y="4"/>
                  </a:lnTo>
                  <a:lnTo>
                    <a:pt x="93" y="6"/>
                  </a:lnTo>
                  <a:lnTo>
                    <a:pt x="102" y="7"/>
                  </a:lnTo>
                  <a:lnTo>
                    <a:pt x="111" y="10"/>
                  </a:lnTo>
                  <a:lnTo>
                    <a:pt x="119" y="13"/>
                  </a:lnTo>
                  <a:lnTo>
                    <a:pt x="127" y="17"/>
                  </a:lnTo>
                  <a:lnTo>
                    <a:pt x="134" y="24"/>
                  </a:lnTo>
                  <a:lnTo>
                    <a:pt x="139" y="31"/>
                  </a:lnTo>
                  <a:lnTo>
                    <a:pt x="134" y="33"/>
                  </a:lnTo>
                  <a:lnTo>
                    <a:pt x="131" y="32"/>
                  </a:lnTo>
                  <a:lnTo>
                    <a:pt x="124" y="28"/>
                  </a:lnTo>
                  <a:lnTo>
                    <a:pt x="114" y="23"/>
                  </a:lnTo>
                  <a:lnTo>
                    <a:pt x="97" y="19"/>
                  </a:lnTo>
                  <a:lnTo>
                    <a:pt x="81" y="16"/>
                  </a:lnTo>
                  <a:lnTo>
                    <a:pt x="67" y="16"/>
                  </a:lnTo>
                  <a:lnTo>
                    <a:pt x="54" y="19"/>
                  </a:lnTo>
                  <a:lnTo>
                    <a:pt x="42" y="21"/>
                  </a:lnTo>
                  <a:lnTo>
                    <a:pt x="30" y="25"/>
                  </a:lnTo>
                  <a:lnTo>
                    <a:pt x="17" y="29"/>
                  </a:lnTo>
                  <a:lnTo>
                    <a:pt x="3" y="35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1" y="47"/>
                  </a:lnTo>
                  <a:lnTo>
                    <a:pt x="4" y="47"/>
                  </a:lnTo>
                  <a:lnTo>
                    <a:pt x="9" y="47"/>
                  </a:lnTo>
                  <a:lnTo>
                    <a:pt x="16" y="48"/>
                  </a:lnTo>
                  <a:lnTo>
                    <a:pt x="24" y="48"/>
                  </a:lnTo>
                  <a:lnTo>
                    <a:pt x="30" y="49"/>
                  </a:lnTo>
                  <a:lnTo>
                    <a:pt x="38" y="51"/>
                  </a:lnTo>
                  <a:lnTo>
                    <a:pt x="45" y="51"/>
                  </a:lnTo>
                  <a:lnTo>
                    <a:pt x="50" y="52"/>
                  </a:lnTo>
                  <a:lnTo>
                    <a:pt x="50" y="55"/>
                  </a:lnTo>
                  <a:lnTo>
                    <a:pt x="52" y="56"/>
                  </a:lnTo>
                  <a:lnTo>
                    <a:pt x="52" y="59"/>
                  </a:lnTo>
                  <a:lnTo>
                    <a:pt x="52" y="61"/>
                  </a:lnTo>
                  <a:lnTo>
                    <a:pt x="45" y="64"/>
                  </a:lnTo>
                  <a:lnTo>
                    <a:pt x="38" y="65"/>
                  </a:lnTo>
                  <a:lnTo>
                    <a:pt x="30" y="65"/>
                  </a:lnTo>
                  <a:lnTo>
                    <a:pt x="25" y="69"/>
                  </a:lnTo>
                  <a:lnTo>
                    <a:pt x="24" y="80"/>
                  </a:lnTo>
                  <a:lnTo>
                    <a:pt x="28" y="89"/>
                  </a:lnTo>
                  <a:lnTo>
                    <a:pt x="32" y="98"/>
                  </a:lnTo>
                  <a:lnTo>
                    <a:pt x="30" y="110"/>
                  </a:lnTo>
                  <a:lnTo>
                    <a:pt x="37" y="117"/>
                  </a:lnTo>
                  <a:lnTo>
                    <a:pt x="44" y="123"/>
                  </a:lnTo>
                  <a:lnTo>
                    <a:pt x="48" y="131"/>
                  </a:lnTo>
                  <a:lnTo>
                    <a:pt x="45" y="142"/>
                  </a:lnTo>
                  <a:lnTo>
                    <a:pt x="48" y="146"/>
                  </a:lnTo>
                  <a:lnTo>
                    <a:pt x="50" y="151"/>
                  </a:lnTo>
                  <a:lnTo>
                    <a:pt x="54" y="155"/>
                  </a:lnTo>
                  <a:lnTo>
                    <a:pt x="58" y="158"/>
                  </a:lnTo>
                  <a:lnTo>
                    <a:pt x="79" y="161"/>
                  </a:lnTo>
                  <a:lnTo>
                    <a:pt x="99" y="159"/>
                  </a:lnTo>
                  <a:lnTo>
                    <a:pt x="119" y="158"/>
                  </a:lnTo>
                  <a:lnTo>
                    <a:pt x="139" y="154"/>
                  </a:lnTo>
                  <a:lnTo>
                    <a:pt x="158" y="151"/>
                  </a:lnTo>
                  <a:lnTo>
                    <a:pt x="177" y="149"/>
                  </a:lnTo>
                  <a:lnTo>
                    <a:pt x="197" y="147"/>
                  </a:lnTo>
                  <a:lnTo>
                    <a:pt x="219" y="149"/>
                  </a:lnTo>
                  <a:lnTo>
                    <a:pt x="216" y="130"/>
                  </a:lnTo>
                  <a:lnTo>
                    <a:pt x="217" y="112"/>
                  </a:lnTo>
                  <a:lnTo>
                    <a:pt x="217" y="93"/>
                  </a:lnTo>
                  <a:lnTo>
                    <a:pt x="216" y="74"/>
                  </a:lnTo>
                  <a:lnTo>
                    <a:pt x="205" y="65"/>
                  </a:lnTo>
                  <a:lnTo>
                    <a:pt x="195" y="56"/>
                  </a:lnTo>
                  <a:lnTo>
                    <a:pt x="183" y="48"/>
                  </a:lnTo>
                  <a:lnTo>
                    <a:pt x="171" y="40"/>
                  </a:lnTo>
                  <a:lnTo>
                    <a:pt x="159" y="32"/>
                  </a:lnTo>
                  <a:lnTo>
                    <a:pt x="146" y="24"/>
                  </a:lnTo>
                  <a:lnTo>
                    <a:pt x="135" y="15"/>
                  </a:lnTo>
                  <a:lnTo>
                    <a:pt x="123" y="6"/>
                  </a:lnTo>
                  <a:lnTo>
                    <a:pt x="115" y="3"/>
                  </a:lnTo>
                  <a:lnTo>
                    <a:pt x="107" y="0"/>
                  </a:lnTo>
                  <a:lnTo>
                    <a:pt x="102" y="0"/>
                  </a:lnTo>
                  <a:lnTo>
                    <a:pt x="97" y="0"/>
                  </a:lnTo>
                  <a:lnTo>
                    <a:pt x="91" y="2"/>
                  </a:lnTo>
                  <a:lnTo>
                    <a:pt x="86" y="2"/>
                  </a:lnTo>
                  <a:lnTo>
                    <a:pt x="81" y="3"/>
                  </a:lnTo>
                  <a:lnTo>
                    <a:pt x="74" y="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5" name="Freeform 67"/>
            <p:cNvSpPr>
              <a:spLocks/>
            </p:cNvSpPr>
            <p:nvPr/>
          </p:nvSpPr>
          <p:spPr bwMode="auto">
            <a:xfrm>
              <a:off x="4378326" y="3586163"/>
              <a:ext cx="1095375" cy="1520825"/>
            </a:xfrm>
            <a:custGeom>
              <a:avLst/>
              <a:gdLst>
                <a:gd name="T0" fmla="*/ 247 w 690"/>
                <a:gd name="T1" fmla="*/ 746 h 958"/>
                <a:gd name="T2" fmla="*/ 276 w 690"/>
                <a:gd name="T3" fmla="*/ 741 h 958"/>
                <a:gd name="T4" fmla="*/ 282 w 690"/>
                <a:gd name="T5" fmla="*/ 738 h 958"/>
                <a:gd name="T6" fmla="*/ 350 w 690"/>
                <a:gd name="T7" fmla="*/ 717 h 958"/>
                <a:gd name="T8" fmla="*/ 386 w 690"/>
                <a:gd name="T9" fmla="*/ 699 h 958"/>
                <a:gd name="T10" fmla="*/ 406 w 690"/>
                <a:gd name="T11" fmla="*/ 677 h 958"/>
                <a:gd name="T12" fmla="*/ 424 w 690"/>
                <a:gd name="T13" fmla="*/ 644 h 958"/>
                <a:gd name="T14" fmla="*/ 436 w 690"/>
                <a:gd name="T15" fmla="*/ 583 h 958"/>
                <a:gd name="T16" fmla="*/ 452 w 690"/>
                <a:gd name="T17" fmla="*/ 501 h 958"/>
                <a:gd name="T18" fmla="*/ 461 w 690"/>
                <a:gd name="T19" fmla="*/ 423 h 958"/>
                <a:gd name="T20" fmla="*/ 466 w 690"/>
                <a:gd name="T21" fmla="*/ 365 h 958"/>
                <a:gd name="T22" fmla="*/ 459 w 690"/>
                <a:gd name="T23" fmla="*/ 350 h 958"/>
                <a:gd name="T24" fmla="*/ 451 w 690"/>
                <a:gd name="T25" fmla="*/ 336 h 958"/>
                <a:gd name="T26" fmla="*/ 444 w 690"/>
                <a:gd name="T27" fmla="*/ 411 h 958"/>
                <a:gd name="T28" fmla="*/ 424 w 690"/>
                <a:gd name="T29" fmla="*/ 520 h 958"/>
                <a:gd name="T30" fmla="*/ 396 w 690"/>
                <a:gd name="T31" fmla="*/ 620 h 958"/>
                <a:gd name="T32" fmla="*/ 366 w 690"/>
                <a:gd name="T33" fmla="*/ 674 h 958"/>
                <a:gd name="T34" fmla="*/ 351 w 690"/>
                <a:gd name="T35" fmla="*/ 681 h 958"/>
                <a:gd name="T36" fmla="*/ 334 w 690"/>
                <a:gd name="T37" fmla="*/ 692 h 958"/>
                <a:gd name="T38" fmla="*/ 314 w 690"/>
                <a:gd name="T39" fmla="*/ 703 h 958"/>
                <a:gd name="T40" fmla="*/ 285 w 690"/>
                <a:gd name="T41" fmla="*/ 712 h 958"/>
                <a:gd name="T42" fmla="*/ 244 w 690"/>
                <a:gd name="T43" fmla="*/ 721 h 958"/>
                <a:gd name="T44" fmla="*/ 188 w 690"/>
                <a:gd name="T45" fmla="*/ 728 h 958"/>
                <a:gd name="T46" fmla="*/ 113 w 690"/>
                <a:gd name="T47" fmla="*/ 733 h 958"/>
                <a:gd name="T48" fmla="*/ 15 w 690"/>
                <a:gd name="T49" fmla="*/ 733 h 958"/>
                <a:gd name="T50" fmla="*/ 3 w 690"/>
                <a:gd name="T51" fmla="*/ 691 h 958"/>
                <a:gd name="T52" fmla="*/ 5 w 690"/>
                <a:gd name="T53" fmla="*/ 613 h 958"/>
                <a:gd name="T54" fmla="*/ 32 w 690"/>
                <a:gd name="T55" fmla="*/ 609 h 958"/>
                <a:gd name="T56" fmla="*/ 66 w 690"/>
                <a:gd name="T57" fmla="*/ 602 h 958"/>
                <a:gd name="T58" fmla="*/ 103 w 690"/>
                <a:gd name="T59" fmla="*/ 594 h 958"/>
                <a:gd name="T60" fmla="*/ 141 w 690"/>
                <a:gd name="T61" fmla="*/ 586 h 958"/>
                <a:gd name="T62" fmla="*/ 176 w 690"/>
                <a:gd name="T63" fmla="*/ 578 h 958"/>
                <a:gd name="T64" fmla="*/ 205 w 690"/>
                <a:gd name="T65" fmla="*/ 573 h 958"/>
                <a:gd name="T66" fmla="*/ 224 w 690"/>
                <a:gd name="T67" fmla="*/ 567 h 958"/>
                <a:gd name="T68" fmla="*/ 232 w 690"/>
                <a:gd name="T69" fmla="*/ 566 h 958"/>
                <a:gd name="T70" fmla="*/ 241 w 690"/>
                <a:gd name="T71" fmla="*/ 477 h 958"/>
                <a:gd name="T72" fmla="*/ 257 w 690"/>
                <a:gd name="T73" fmla="*/ 343 h 958"/>
                <a:gd name="T74" fmla="*/ 272 w 690"/>
                <a:gd name="T75" fmla="*/ 220 h 958"/>
                <a:gd name="T76" fmla="*/ 278 w 690"/>
                <a:gd name="T77" fmla="*/ 167 h 958"/>
                <a:gd name="T78" fmla="*/ 297 w 690"/>
                <a:gd name="T79" fmla="*/ 142 h 958"/>
                <a:gd name="T80" fmla="*/ 317 w 690"/>
                <a:gd name="T81" fmla="*/ 120 h 958"/>
                <a:gd name="T82" fmla="*/ 339 w 690"/>
                <a:gd name="T83" fmla="*/ 98 h 958"/>
                <a:gd name="T84" fmla="*/ 364 w 690"/>
                <a:gd name="T85" fmla="*/ 80 h 958"/>
                <a:gd name="T86" fmla="*/ 492 w 690"/>
                <a:gd name="T87" fmla="*/ 17 h 958"/>
                <a:gd name="T88" fmla="*/ 518 w 690"/>
                <a:gd name="T89" fmla="*/ 7 h 958"/>
                <a:gd name="T90" fmla="*/ 543 w 690"/>
                <a:gd name="T91" fmla="*/ 0 h 958"/>
                <a:gd name="T92" fmla="*/ 567 w 690"/>
                <a:gd name="T93" fmla="*/ 4 h 958"/>
                <a:gd name="T94" fmla="*/ 588 w 690"/>
                <a:gd name="T95" fmla="*/ 28 h 958"/>
                <a:gd name="T96" fmla="*/ 606 w 690"/>
                <a:gd name="T97" fmla="*/ 60 h 958"/>
                <a:gd name="T98" fmla="*/ 620 w 690"/>
                <a:gd name="T99" fmla="*/ 92 h 958"/>
                <a:gd name="T100" fmla="*/ 635 w 690"/>
                <a:gd name="T101" fmla="*/ 122 h 958"/>
                <a:gd name="T102" fmla="*/ 660 w 690"/>
                <a:gd name="T103" fmla="*/ 206 h 958"/>
                <a:gd name="T104" fmla="*/ 671 w 690"/>
                <a:gd name="T105" fmla="*/ 383 h 958"/>
                <a:gd name="T106" fmla="*/ 681 w 690"/>
                <a:gd name="T107" fmla="*/ 825 h 958"/>
                <a:gd name="T108" fmla="*/ 231 w 690"/>
                <a:gd name="T109" fmla="*/ 958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0" h="958">
                  <a:moveTo>
                    <a:pt x="231" y="958"/>
                  </a:moveTo>
                  <a:lnTo>
                    <a:pt x="247" y="746"/>
                  </a:lnTo>
                  <a:lnTo>
                    <a:pt x="265" y="744"/>
                  </a:lnTo>
                  <a:lnTo>
                    <a:pt x="276" y="741"/>
                  </a:lnTo>
                  <a:lnTo>
                    <a:pt x="281" y="740"/>
                  </a:lnTo>
                  <a:lnTo>
                    <a:pt x="282" y="738"/>
                  </a:lnTo>
                  <a:lnTo>
                    <a:pt x="321" y="727"/>
                  </a:lnTo>
                  <a:lnTo>
                    <a:pt x="350" y="717"/>
                  </a:lnTo>
                  <a:lnTo>
                    <a:pt x="371" y="708"/>
                  </a:lnTo>
                  <a:lnTo>
                    <a:pt x="386" y="699"/>
                  </a:lnTo>
                  <a:lnTo>
                    <a:pt x="396" y="689"/>
                  </a:lnTo>
                  <a:lnTo>
                    <a:pt x="406" y="677"/>
                  </a:lnTo>
                  <a:lnTo>
                    <a:pt x="413" y="663"/>
                  </a:lnTo>
                  <a:lnTo>
                    <a:pt x="424" y="644"/>
                  </a:lnTo>
                  <a:lnTo>
                    <a:pt x="428" y="626"/>
                  </a:lnTo>
                  <a:lnTo>
                    <a:pt x="436" y="583"/>
                  </a:lnTo>
                  <a:lnTo>
                    <a:pt x="445" y="536"/>
                  </a:lnTo>
                  <a:lnTo>
                    <a:pt x="452" y="501"/>
                  </a:lnTo>
                  <a:lnTo>
                    <a:pt x="456" y="468"/>
                  </a:lnTo>
                  <a:lnTo>
                    <a:pt x="461" y="423"/>
                  </a:lnTo>
                  <a:lnTo>
                    <a:pt x="465" y="382"/>
                  </a:lnTo>
                  <a:lnTo>
                    <a:pt x="466" y="365"/>
                  </a:lnTo>
                  <a:lnTo>
                    <a:pt x="464" y="361"/>
                  </a:lnTo>
                  <a:lnTo>
                    <a:pt x="459" y="350"/>
                  </a:lnTo>
                  <a:lnTo>
                    <a:pt x="453" y="340"/>
                  </a:lnTo>
                  <a:lnTo>
                    <a:pt x="451" y="336"/>
                  </a:lnTo>
                  <a:lnTo>
                    <a:pt x="449" y="367"/>
                  </a:lnTo>
                  <a:lnTo>
                    <a:pt x="444" y="411"/>
                  </a:lnTo>
                  <a:lnTo>
                    <a:pt x="436" y="464"/>
                  </a:lnTo>
                  <a:lnTo>
                    <a:pt x="424" y="520"/>
                  </a:lnTo>
                  <a:lnTo>
                    <a:pt x="411" y="573"/>
                  </a:lnTo>
                  <a:lnTo>
                    <a:pt x="396" y="620"/>
                  </a:lnTo>
                  <a:lnTo>
                    <a:pt x="382" y="655"/>
                  </a:lnTo>
                  <a:lnTo>
                    <a:pt x="366" y="674"/>
                  </a:lnTo>
                  <a:lnTo>
                    <a:pt x="358" y="677"/>
                  </a:lnTo>
                  <a:lnTo>
                    <a:pt x="351" y="681"/>
                  </a:lnTo>
                  <a:lnTo>
                    <a:pt x="343" y="687"/>
                  </a:lnTo>
                  <a:lnTo>
                    <a:pt x="334" y="692"/>
                  </a:lnTo>
                  <a:lnTo>
                    <a:pt x="325" y="697"/>
                  </a:lnTo>
                  <a:lnTo>
                    <a:pt x="314" y="703"/>
                  </a:lnTo>
                  <a:lnTo>
                    <a:pt x="301" y="708"/>
                  </a:lnTo>
                  <a:lnTo>
                    <a:pt x="285" y="712"/>
                  </a:lnTo>
                  <a:lnTo>
                    <a:pt x="266" y="717"/>
                  </a:lnTo>
                  <a:lnTo>
                    <a:pt x="244" y="721"/>
                  </a:lnTo>
                  <a:lnTo>
                    <a:pt x="217" y="725"/>
                  </a:lnTo>
                  <a:lnTo>
                    <a:pt x="188" y="728"/>
                  </a:lnTo>
                  <a:lnTo>
                    <a:pt x="152" y="731"/>
                  </a:lnTo>
                  <a:lnTo>
                    <a:pt x="113" y="733"/>
                  </a:lnTo>
                  <a:lnTo>
                    <a:pt x="66" y="733"/>
                  </a:lnTo>
                  <a:lnTo>
                    <a:pt x="15" y="733"/>
                  </a:lnTo>
                  <a:lnTo>
                    <a:pt x="9" y="721"/>
                  </a:lnTo>
                  <a:lnTo>
                    <a:pt x="3" y="691"/>
                  </a:lnTo>
                  <a:lnTo>
                    <a:pt x="0" y="651"/>
                  </a:lnTo>
                  <a:lnTo>
                    <a:pt x="5" y="613"/>
                  </a:lnTo>
                  <a:lnTo>
                    <a:pt x="17" y="611"/>
                  </a:lnTo>
                  <a:lnTo>
                    <a:pt x="32" y="609"/>
                  </a:lnTo>
                  <a:lnTo>
                    <a:pt x="48" y="606"/>
                  </a:lnTo>
                  <a:lnTo>
                    <a:pt x="66" y="602"/>
                  </a:lnTo>
                  <a:lnTo>
                    <a:pt x="85" y="598"/>
                  </a:lnTo>
                  <a:lnTo>
                    <a:pt x="103" y="594"/>
                  </a:lnTo>
                  <a:lnTo>
                    <a:pt x="122" y="590"/>
                  </a:lnTo>
                  <a:lnTo>
                    <a:pt x="141" y="586"/>
                  </a:lnTo>
                  <a:lnTo>
                    <a:pt x="159" y="582"/>
                  </a:lnTo>
                  <a:lnTo>
                    <a:pt x="176" y="578"/>
                  </a:lnTo>
                  <a:lnTo>
                    <a:pt x="191" y="575"/>
                  </a:lnTo>
                  <a:lnTo>
                    <a:pt x="205" y="573"/>
                  </a:lnTo>
                  <a:lnTo>
                    <a:pt x="216" y="570"/>
                  </a:lnTo>
                  <a:lnTo>
                    <a:pt x="224" y="567"/>
                  </a:lnTo>
                  <a:lnTo>
                    <a:pt x="231" y="566"/>
                  </a:lnTo>
                  <a:lnTo>
                    <a:pt x="232" y="566"/>
                  </a:lnTo>
                  <a:lnTo>
                    <a:pt x="235" y="532"/>
                  </a:lnTo>
                  <a:lnTo>
                    <a:pt x="241" y="477"/>
                  </a:lnTo>
                  <a:lnTo>
                    <a:pt x="248" y="412"/>
                  </a:lnTo>
                  <a:lnTo>
                    <a:pt x="257" y="343"/>
                  </a:lnTo>
                  <a:lnTo>
                    <a:pt x="265" y="277"/>
                  </a:lnTo>
                  <a:lnTo>
                    <a:pt x="272" y="220"/>
                  </a:lnTo>
                  <a:lnTo>
                    <a:pt x="277" y="182"/>
                  </a:lnTo>
                  <a:lnTo>
                    <a:pt x="278" y="167"/>
                  </a:lnTo>
                  <a:lnTo>
                    <a:pt x="288" y="155"/>
                  </a:lnTo>
                  <a:lnTo>
                    <a:pt x="297" y="142"/>
                  </a:lnTo>
                  <a:lnTo>
                    <a:pt x="306" y="130"/>
                  </a:lnTo>
                  <a:lnTo>
                    <a:pt x="317" y="120"/>
                  </a:lnTo>
                  <a:lnTo>
                    <a:pt x="327" y="108"/>
                  </a:lnTo>
                  <a:lnTo>
                    <a:pt x="339" y="98"/>
                  </a:lnTo>
                  <a:lnTo>
                    <a:pt x="351" y="88"/>
                  </a:lnTo>
                  <a:lnTo>
                    <a:pt x="364" y="80"/>
                  </a:lnTo>
                  <a:lnTo>
                    <a:pt x="480" y="23"/>
                  </a:lnTo>
                  <a:lnTo>
                    <a:pt x="492" y="17"/>
                  </a:lnTo>
                  <a:lnTo>
                    <a:pt x="505" y="12"/>
                  </a:lnTo>
                  <a:lnTo>
                    <a:pt x="518" y="7"/>
                  </a:lnTo>
                  <a:lnTo>
                    <a:pt x="531" y="2"/>
                  </a:lnTo>
                  <a:lnTo>
                    <a:pt x="543" y="0"/>
                  </a:lnTo>
                  <a:lnTo>
                    <a:pt x="557" y="0"/>
                  </a:lnTo>
                  <a:lnTo>
                    <a:pt x="567" y="4"/>
                  </a:lnTo>
                  <a:lnTo>
                    <a:pt x="579" y="13"/>
                  </a:lnTo>
                  <a:lnTo>
                    <a:pt x="588" y="28"/>
                  </a:lnTo>
                  <a:lnTo>
                    <a:pt x="598" y="44"/>
                  </a:lnTo>
                  <a:lnTo>
                    <a:pt x="606" y="60"/>
                  </a:lnTo>
                  <a:lnTo>
                    <a:pt x="614" y="76"/>
                  </a:lnTo>
                  <a:lnTo>
                    <a:pt x="620" y="92"/>
                  </a:lnTo>
                  <a:lnTo>
                    <a:pt x="628" y="106"/>
                  </a:lnTo>
                  <a:lnTo>
                    <a:pt x="635" y="122"/>
                  </a:lnTo>
                  <a:lnTo>
                    <a:pt x="643" y="138"/>
                  </a:lnTo>
                  <a:lnTo>
                    <a:pt x="660" y="206"/>
                  </a:lnTo>
                  <a:lnTo>
                    <a:pt x="668" y="300"/>
                  </a:lnTo>
                  <a:lnTo>
                    <a:pt x="671" y="383"/>
                  </a:lnTo>
                  <a:lnTo>
                    <a:pt x="671" y="419"/>
                  </a:lnTo>
                  <a:lnTo>
                    <a:pt x="681" y="825"/>
                  </a:lnTo>
                  <a:lnTo>
                    <a:pt x="690" y="957"/>
                  </a:lnTo>
                  <a:lnTo>
                    <a:pt x="231" y="95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6" name="Freeform 68"/>
            <p:cNvSpPr>
              <a:spLocks/>
            </p:cNvSpPr>
            <p:nvPr/>
          </p:nvSpPr>
          <p:spPr bwMode="auto">
            <a:xfrm>
              <a:off x="4794251" y="2995613"/>
              <a:ext cx="366713" cy="627062"/>
            </a:xfrm>
            <a:custGeom>
              <a:avLst/>
              <a:gdLst>
                <a:gd name="T0" fmla="*/ 39 w 231"/>
                <a:gd name="T1" fmla="*/ 20 h 395"/>
                <a:gd name="T2" fmla="*/ 28 w 231"/>
                <a:gd name="T3" fmla="*/ 55 h 395"/>
                <a:gd name="T4" fmla="*/ 34 w 231"/>
                <a:gd name="T5" fmla="*/ 81 h 395"/>
                <a:gd name="T6" fmla="*/ 51 w 231"/>
                <a:gd name="T7" fmla="*/ 95 h 395"/>
                <a:gd name="T8" fmla="*/ 45 w 231"/>
                <a:gd name="T9" fmla="*/ 104 h 395"/>
                <a:gd name="T10" fmla="*/ 32 w 231"/>
                <a:gd name="T11" fmla="*/ 98 h 395"/>
                <a:gd name="T12" fmla="*/ 26 w 231"/>
                <a:gd name="T13" fmla="*/ 108 h 395"/>
                <a:gd name="T14" fmla="*/ 32 w 231"/>
                <a:gd name="T15" fmla="*/ 131 h 395"/>
                <a:gd name="T16" fmla="*/ 20 w 231"/>
                <a:gd name="T17" fmla="*/ 161 h 395"/>
                <a:gd name="T18" fmla="*/ 2 w 231"/>
                <a:gd name="T19" fmla="*/ 201 h 395"/>
                <a:gd name="T20" fmla="*/ 3 w 231"/>
                <a:gd name="T21" fmla="*/ 249 h 395"/>
                <a:gd name="T22" fmla="*/ 11 w 231"/>
                <a:gd name="T23" fmla="*/ 290 h 395"/>
                <a:gd name="T24" fmla="*/ 15 w 231"/>
                <a:gd name="T25" fmla="*/ 318 h 395"/>
                <a:gd name="T26" fmla="*/ 15 w 231"/>
                <a:gd name="T27" fmla="*/ 334 h 395"/>
                <a:gd name="T28" fmla="*/ 24 w 231"/>
                <a:gd name="T29" fmla="*/ 354 h 395"/>
                <a:gd name="T30" fmla="*/ 41 w 231"/>
                <a:gd name="T31" fmla="*/ 363 h 395"/>
                <a:gd name="T32" fmla="*/ 64 w 231"/>
                <a:gd name="T33" fmla="*/ 366 h 395"/>
                <a:gd name="T34" fmla="*/ 87 w 231"/>
                <a:gd name="T35" fmla="*/ 364 h 395"/>
                <a:gd name="T36" fmla="*/ 104 w 231"/>
                <a:gd name="T37" fmla="*/ 371 h 395"/>
                <a:gd name="T38" fmla="*/ 114 w 231"/>
                <a:gd name="T39" fmla="*/ 387 h 395"/>
                <a:gd name="T40" fmla="*/ 132 w 231"/>
                <a:gd name="T41" fmla="*/ 384 h 395"/>
                <a:gd name="T42" fmla="*/ 158 w 231"/>
                <a:gd name="T43" fmla="*/ 366 h 395"/>
                <a:gd name="T44" fmla="*/ 186 w 231"/>
                <a:gd name="T45" fmla="*/ 348 h 395"/>
                <a:gd name="T46" fmla="*/ 215 w 231"/>
                <a:gd name="T47" fmla="*/ 334 h 395"/>
                <a:gd name="T48" fmla="*/ 216 w 231"/>
                <a:gd name="T49" fmla="*/ 310 h 395"/>
                <a:gd name="T50" fmla="*/ 214 w 231"/>
                <a:gd name="T51" fmla="*/ 321 h 395"/>
                <a:gd name="T52" fmla="*/ 206 w 231"/>
                <a:gd name="T53" fmla="*/ 326 h 395"/>
                <a:gd name="T54" fmla="*/ 198 w 231"/>
                <a:gd name="T55" fmla="*/ 294 h 395"/>
                <a:gd name="T56" fmla="*/ 197 w 231"/>
                <a:gd name="T57" fmla="*/ 260 h 395"/>
                <a:gd name="T58" fmla="*/ 187 w 231"/>
                <a:gd name="T59" fmla="*/ 277 h 395"/>
                <a:gd name="T60" fmla="*/ 169 w 231"/>
                <a:gd name="T61" fmla="*/ 290 h 395"/>
                <a:gd name="T62" fmla="*/ 149 w 231"/>
                <a:gd name="T63" fmla="*/ 286 h 395"/>
                <a:gd name="T64" fmla="*/ 136 w 231"/>
                <a:gd name="T65" fmla="*/ 271 h 395"/>
                <a:gd name="T66" fmla="*/ 137 w 231"/>
                <a:gd name="T67" fmla="*/ 269 h 395"/>
                <a:gd name="T68" fmla="*/ 140 w 231"/>
                <a:gd name="T69" fmla="*/ 266 h 395"/>
                <a:gd name="T70" fmla="*/ 154 w 231"/>
                <a:gd name="T71" fmla="*/ 270 h 395"/>
                <a:gd name="T72" fmla="*/ 167 w 231"/>
                <a:gd name="T73" fmla="*/ 269 h 395"/>
                <a:gd name="T74" fmla="*/ 190 w 231"/>
                <a:gd name="T75" fmla="*/ 233 h 395"/>
                <a:gd name="T76" fmla="*/ 190 w 231"/>
                <a:gd name="T77" fmla="*/ 191 h 395"/>
                <a:gd name="T78" fmla="*/ 183 w 231"/>
                <a:gd name="T79" fmla="*/ 172 h 395"/>
                <a:gd name="T80" fmla="*/ 169 w 231"/>
                <a:gd name="T81" fmla="*/ 158 h 395"/>
                <a:gd name="T82" fmla="*/ 159 w 231"/>
                <a:gd name="T83" fmla="*/ 161 h 395"/>
                <a:gd name="T84" fmla="*/ 154 w 231"/>
                <a:gd name="T85" fmla="*/ 169 h 395"/>
                <a:gd name="T86" fmla="*/ 154 w 231"/>
                <a:gd name="T87" fmla="*/ 172 h 395"/>
                <a:gd name="T88" fmla="*/ 151 w 231"/>
                <a:gd name="T89" fmla="*/ 175 h 395"/>
                <a:gd name="T90" fmla="*/ 142 w 231"/>
                <a:gd name="T91" fmla="*/ 169 h 395"/>
                <a:gd name="T92" fmla="*/ 132 w 231"/>
                <a:gd name="T93" fmla="*/ 164 h 395"/>
                <a:gd name="T94" fmla="*/ 132 w 231"/>
                <a:gd name="T95" fmla="*/ 127 h 395"/>
                <a:gd name="T96" fmla="*/ 124 w 231"/>
                <a:gd name="T97" fmla="*/ 91 h 395"/>
                <a:gd name="T98" fmla="*/ 138 w 231"/>
                <a:gd name="T99" fmla="*/ 63 h 395"/>
                <a:gd name="T100" fmla="*/ 138 w 231"/>
                <a:gd name="T101" fmla="*/ 32 h 395"/>
                <a:gd name="T102" fmla="*/ 126 w 231"/>
                <a:gd name="T103" fmla="*/ 18 h 395"/>
                <a:gd name="T104" fmla="*/ 110 w 231"/>
                <a:gd name="T105" fmla="*/ 9 h 395"/>
                <a:gd name="T106" fmla="*/ 93 w 231"/>
                <a:gd name="T107" fmla="*/ 4 h 395"/>
                <a:gd name="T108" fmla="*/ 75 w 231"/>
                <a:gd name="T109" fmla="*/ 0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1" h="395">
                  <a:moveTo>
                    <a:pt x="48" y="4"/>
                  </a:moveTo>
                  <a:lnTo>
                    <a:pt x="39" y="20"/>
                  </a:lnTo>
                  <a:lnTo>
                    <a:pt x="32" y="37"/>
                  </a:lnTo>
                  <a:lnTo>
                    <a:pt x="28" y="55"/>
                  </a:lnTo>
                  <a:lnTo>
                    <a:pt x="26" y="74"/>
                  </a:lnTo>
                  <a:lnTo>
                    <a:pt x="34" y="81"/>
                  </a:lnTo>
                  <a:lnTo>
                    <a:pt x="43" y="87"/>
                  </a:lnTo>
                  <a:lnTo>
                    <a:pt x="51" y="95"/>
                  </a:lnTo>
                  <a:lnTo>
                    <a:pt x="52" y="104"/>
                  </a:lnTo>
                  <a:lnTo>
                    <a:pt x="45" y="104"/>
                  </a:lnTo>
                  <a:lnTo>
                    <a:pt x="39" y="102"/>
                  </a:lnTo>
                  <a:lnTo>
                    <a:pt x="32" y="98"/>
                  </a:lnTo>
                  <a:lnTo>
                    <a:pt x="24" y="97"/>
                  </a:lnTo>
                  <a:lnTo>
                    <a:pt x="26" y="108"/>
                  </a:lnTo>
                  <a:lnTo>
                    <a:pt x="30" y="120"/>
                  </a:lnTo>
                  <a:lnTo>
                    <a:pt x="32" y="131"/>
                  </a:lnTo>
                  <a:lnTo>
                    <a:pt x="32" y="143"/>
                  </a:lnTo>
                  <a:lnTo>
                    <a:pt x="20" y="161"/>
                  </a:lnTo>
                  <a:lnTo>
                    <a:pt x="10" y="181"/>
                  </a:lnTo>
                  <a:lnTo>
                    <a:pt x="2" y="201"/>
                  </a:lnTo>
                  <a:lnTo>
                    <a:pt x="0" y="224"/>
                  </a:lnTo>
                  <a:lnTo>
                    <a:pt x="3" y="249"/>
                  </a:lnTo>
                  <a:lnTo>
                    <a:pt x="7" y="270"/>
                  </a:lnTo>
                  <a:lnTo>
                    <a:pt x="11" y="290"/>
                  </a:lnTo>
                  <a:lnTo>
                    <a:pt x="16" y="311"/>
                  </a:lnTo>
                  <a:lnTo>
                    <a:pt x="15" y="318"/>
                  </a:lnTo>
                  <a:lnTo>
                    <a:pt x="15" y="325"/>
                  </a:lnTo>
                  <a:lnTo>
                    <a:pt x="15" y="334"/>
                  </a:lnTo>
                  <a:lnTo>
                    <a:pt x="18" y="346"/>
                  </a:lnTo>
                  <a:lnTo>
                    <a:pt x="24" y="354"/>
                  </a:lnTo>
                  <a:lnTo>
                    <a:pt x="32" y="359"/>
                  </a:lnTo>
                  <a:lnTo>
                    <a:pt x="41" y="363"/>
                  </a:lnTo>
                  <a:lnTo>
                    <a:pt x="53" y="366"/>
                  </a:lnTo>
                  <a:lnTo>
                    <a:pt x="64" y="366"/>
                  </a:lnTo>
                  <a:lnTo>
                    <a:pt x="76" y="366"/>
                  </a:lnTo>
                  <a:lnTo>
                    <a:pt x="87" y="364"/>
                  </a:lnTo>
                  <a:lnTo>
                    <a:pt x="97" y="363"/>
                  </a:lnTo>
                  <a:lnTo>
                    <a:pt x="104" y="371"/>
                  </a:lnTo>
                  <a:lnTo>
                    <a:pt x="109" y="379"/>
                  </a:lnTo>
                  <a:lnTo>
                    <a:pt x="114" y="387"/>
                  </a:lnTo>
                  <a:lnTo>
                    <a:pt x="118" y="395"/>
                  </a:lnTo>
                  <a:lnTo>
                    <a:pt x="132" y="384"/>
                  </a:lnTo>
                  <a:lnTo>
                    <a:pt x="144" y="375"/>
                  </a:lnTo>
                  <a:lnTo>
                    <a:pt x="158" y="366"/>
                  </a:lnTo>
                  <a:lnTo>
                    <a:pt x="171" y="356"/>
                  </a:lnTo>
                  <a:lnTo>
                    <a:pt x="186" y="348"/>
                  </a:lnTo>
                  <a:lnTo>
                    <a:pt x="200" y="340"/>
                  </a:lnTo>
                  <a:lnTo>
                    <a:pt x="215" y="334"/>
                  </a:lnTo>
                  <a:lnTo>
                    <a:pt x="231" y="328"/>
                  </a:lnTo>
                  <a:lnTo>
                    <a:pt x="216" y="310"/>
                  </a:lnTo>
                  <a:lnTo>
                    <a:pt x="214" y="314"/>
                  </a:lnTo>
                  <a:lnTo>
                    <a:pt x="214" y="321"/>
                  </a:lnTo>
                  <a:lnTo>
                    <a:pt x="211" y="325"/>
                  </a:lnTo>
                  <a:lnTo>
                    <a:pt x="206" y="326"/>
                  </a:lnTo>
                  <a:lnTo>
                    <a:pt x="200" y="311"/>
                  </a:lnTo>
                  <a:lnTo>
                    <a:pt x="198" y="294"/>
                  </a:lnTo>
                  <a:lnTo>
                    <a:pt x="198" y="277"/>
                  </a:lnTo>
                  <a:lnTo>
                    <a:pt x="197" y="260"/>
                  </a:lnTo>
                  <a:lnTo>
                    <a:pt x="193" y="268"/>
                  </a:lnTo>
                  <a:lnTo>
                    <a:pt x="187" y="277"/>
                  </a:lnTo>
                  <a:lnTo>
                    <a:pt x="179" y="285"/>
                  </a:lnTo>
                  <a:lnTo>
                    <a:pt x="169" y="290"/>
                  </a:lnTo>
                  <a:lnTo>
                    <a:pt x="158" y="290"/>
                  </a:lnTo>
                  <a:lnTo>
                    <a:pt x="149" y="286"/>
                  </a:lnTo>
                  <a:lnTo>
                    <a:pt x="142" y="279"/>
                  </a:lnTo>
                  <a:lnTo>
                    <a:pt x="136" y="271"/>
                  </a:lnTo>
                  <a:lnTo>
                    <a:pt x="136" y="270"/>
                  </a:lnTo>
                  <a:lnTo>
                    <a:pt x="137" y="269"/>
                  </a:lnTo>
                  <a:lnTo>
                    <a:pt x="138" y="268"/>
                  </a:lnTo>
                  <a:lnTo>
                    <a:pt x="140" y="266"/>
                  </a:lnTo>
                  <a:lnTo>
                    <a:pt x="146" y="268"/>
                  </a:lnTo>
                  <a:lnTo>
                    <a:pt x="154" y="270"/>
                  </a:lnTo>
                  <a:lnTo>
                    <a:pt x="161" y="271"/>
                  </a:lnTo>
                  <a:lnTo>
                    <a:pt x="167" y="269"/>
                  </a:lnTo>
                  <a:lnTo>
                    <a:pt x="182" y="253"/>
                  </a:lnTo>
                  <a:lnTo>
                    <a:pt x="190" y="233"/>
                  </a:lnTo>
                  <a:lnTo>
                    <a:pt x="193" y="212"/>
                  </a:lnTo>
                  <a:lnTo>
                    <a:pt x="190" y="191"/>
                  </a:lnTo>
                  <a:lnTo>
                    <a:pt x="187" y="181"/>
                  </a:lnTo>
                  <a:lnTo>
                    <a:pt x="183" y="172"/>
                  </a:lnTo>
                  <a:lnTo>
                    <a:pt x="178" y="163"/>
                  </a:lnTo>
                  <a:lnTo>
                    <a:pt x="169" y="158"/>
                  </a:lnTo>
                  <a:lnTo>
                    <a:pt x="163" y="158"/>
                  </a:lnTo>
                  <a:lnTo>
                    <a:pt x="159" y="161"/>
                  </a:lnTo>
                  <a:lnTo>
                    <a:pt x="157" y="165"/>
                  </a:lnTo>
                  <a:lnTo>
                    <a:pt x="154" y="169"/>
                  </a:lnTo>
                  <a:lnTo>
                    <a:pt x="154" y="171"/>
                  </a:lnTo>
                  <a:lnTo>
                    <a:pt x="154" y="172"/>
                  </a:lnTo>
                  <a:lnTo>
                    <a:pt x="153" y="173"/>
                  </a:lnTo>
                  <a:lnTo>
                    <a:pt x="151" y="175"/>
                  </a:lnTo>
                  <a:lnTo>
                    <a:pt x="147" y="172"/>
                  </a:lnTo>
                  <a:lnTo>
                    <a:pt x="142" y="169"/>
                  </a:lnTo>
                  <a:lnTo>
                    <a:pt x="137" y="167"/>
                  </a:lnTo>
                  <a:lnTo>
                    <a:pt x="132" y="164"/>
                  </a:lnTo>
                  <a:lnTo>
                    <a:pt x="133" y="146"/>
                  </a:lnTo>
                  <a:lnTo>
                    <a:pt x="132" y="127"/>
                  </a:lnTo>
                  <a:lnTo>
                    <a:pt x="128" y="108"/>
                  </a:lnTo>
                  <a:lnTo>
                    <a:pt x="124" y="91"/>
                  </a:lnTo>
                  <a:lnTo>
                    <a:pt x="133" y="78"/>
                  </a:lnTo>
                  <a:lnTo>
                    <a:pt x="138" y="63"/>
                  </a:lnTo>
                  <a:lnTo>
                    <a:pt x="140" y="49"/>
                  </a:lnTo>
                  <a:lnTo>
                    <a:pt x="138" y="32"/>
                  </a:lnTo>
                  <a:lnTo>
                    <a:pt x="133" y="25"/>
                  </a:lnTo>
                  <a:lnTo>
                    <a:pt x="126" y="18"/>
                  </a:lnTo>
                  <a:lnTo>
                    <a:pt x="120" y="13"/>
                  </a:lnTo>
                  <a:lnTo>
                    <a:pt x="110" y="9"/>
                  </a:lnTo>
                  <a:lnTo>
                    <a:pt x="102" y="6"/>
                  </a:lnTo>
                  <a:lnTo>
                    <a:pt x="93" y="4"/>
                  </a:lnTo>
                  <a:lnTo>
                    <a:pt x="84" y="2"/>
                  </a:lnTo>
                  <a:lnTo>
                    <a:pt x="75" y="0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7" name="Freeform 69"/>
            <p:cNvSpPr>
              <a:spLocks/>
            </p:cNvSpPr>
            <p:nvPr/>
          </p:nvSpPr>
          <p:spPr bwMode="auto">
            <a:xfrm>
              <a:off x="4752976" y="3287713"/>
              <a:ext cx="22225" cy="39687"/>
            </a:xfrm>
            <a:custGeom>
              <a:avLst/>
              <a:gdLst>
                <a:gd name="T0" fmla="*/ 1 w 14"/>
                <a:gd name="T1" fmla="*/ 20 h 25"/>
                <a:gd name="T2" fmla="*/ 1 w 14"/>
                <a:gd name="T3" fmla="*/ 21 h 25"/>
                <a:gd name="T4" fmla="*/ 4 w 14"/>
                <a:gd name="T5" fmla="*/ 23 h 25"/>
                <a:gd name="T6" fmla="*/ 5 w 14"/>
                <a:gd name="T7" fmla="*/ 24 h 25"/>
                <a:gd name="T8" fmla="*/ 7 w 14"/>
                <a:gd name="T9" fmla="*/ 25 h 25"/>
                <a:gd name="T10" fmla="*/ 14 w 14"/>
                <a:gd name="T11" fmla="*/ 0 h 25"/>
                <a:gd name="T12" fmla="*/ 11 w 14"/>
                <a:gd name="T13" fmla="*/ 5 h 25"/>
                <a:gd name="T14" fmla="*/ 4 w 14"/>
                <a:gd name="T15" fmla="*/ 9 h 25"/>
                <a:gd name="T16" fmla="*/ 0 w 14"/>
                <a:gd name="T17" fmla="*/ 15 h 25"/>
                <a:gd name="T18" fmla="*/ 1 w 14"/>
                <a:gd name="T19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25">
                  <a:moveTo>
                    <a:pt x="1" y="20"/>
                  </a:moveTo>
                  <a:lnTo>
                    <a:pt x="1" y="21"/>
                  </a:lnTo>
                  <a:lnTo>
                    <a:pt x="4" y="23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4" y="0"/>
                  </a:lnTo>
                  <a:lnTo>
                    <a:pt x="11" y="5"/>
                  </a:lnTo>
                  <a:lnTo>
                    <a:pt x="4" y="9"/>
                  </a:lnTo>
                  <a:lnTo>
                    <a:pt x="0" y="15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8" name="Freeform 70"/>
            <p:cNvSpPr>
              <a:spLocks/>
            </p:cNvSpPr>
            <p:nvPr/>
          </p:nvSpPr>
          <p:spPr bwMode="auto">
            <a:xfrm>
              <a:off x="5024438" y="3286125"/>
              <a:ext cx="66675" cy="104775"/>
            </a:xfrm>
            <a:custGeom>
              <a:avLst/>
              <a:gdLst>
                <a:gd name="T0" fmla="*/ 6 w 42"/>
                <a:gd name="T1" fmla="*/ 6 h 66"/>
                <a:gd name="T2" fmla="*/ 2 w 42"/>
                <a:gd name="T3" fmla="*/ 13 h 66"/>
                <a:gd name="T4" fmla="*/ 1 w 42"/>
                <a:gd name="T5" fmla="*/ 18 h 66"/>
                <a:gd name="T6" fmla="*/ 0 w 42"/>
                <a:gd name="T7" fmla="*/ 25 h 66"/>
                <a:gd name="T8" fmla="*/ 0 w 42"/>
                <a:gd name="T9" fmla="*/ 30 h 66"/>
                <a:gd name="T10" fmla="*/ 6 w 42"/>
                <a:gd name="T11" fmla="*/ 38 h 66"/>
                <a:gd name="T12" fmla="*/ 4 w 42"/>
                <a:gd name="T13" fmla="*/ 49 h 66"/>
                <a:gd name="T14" fmla="*/ 1 w 42"/>
                <a:gd name="T15" fmla="*/ 59 h 66"/>
                <a:gd name="T16" fmla="*/ 10 w 42"/>
                <a:gd name="T17" fmla="*/ 66 h 66"/>
                <a:gd name="T18" fmla="*/ 16 w 42"/>
                <a:gd name="T19" fmla="*/ 65 h 66"/>
                <a:gd name="T20" fmla="*/ 13 w 42"/>
                <a:gd name="T21" fmla="*/ 55 h 66"/>
                <a:gd name="T22" fmla="*/ 14 w 42"/>
                <a:gd name="T23" fmla="*/ 47 h 66"/>
                <a:gd name="T24" fmla="*/ 16 w 42"/>
                <a:gd name="T25" fmla="*/ 38 h 66"/>
                <a:gd name="T26" fmla="*/ 12 w 42"/>
                <a:gd name="T27" fmla="*/ 30 h 66"/>
                <a:gd name="T28" fmla="*/ 17 w 42"/>
                <a:gd name="T29" fmla="*/ 29 h 66"/>
                <a:gd name="T30" fmla="*/ 21 w 42"/>
                <a:gd name="T31" fmla="*/ 30 h 66"/>
                <a:gd name="T32" fmla="*/ 25 w 42"/>
                <a:gd name="T33" fmla="*/ 31 h 66"/>
                <a:gd name="T34" fmla="*/ 29 w 42"/>
                <a:gd name="T35" fmla="*/ 28 h 66"/>
                <a:gd name="T36" fmla="*/ 25 w 42"/>
                <a:gd name="T37" fmla="*/ 25 h 66"/>
                <a:gd name="T38" fmla="*/ 21 w 42"/>
                <a:gd name="T39" fmla="*/ 22 h 66"/>
                <a:gd name="T40" fmla="*/ 17 w 42"/>
                <a:gd name="T41" fmla="*/ 21 h 66"/>
                <a:gd name="T42" fmla="*/ 13 w 42"/>
                <a:gd name="T43" fmla="*/ 21 h 66"/>
                <a:gd name="T44" fmla="*/ 16 w 42"/>
                <a:gd name="T45" fmla="*/ 17 h 66"/>
                <a:gd name="T46" fmla="*/ 18 w 42"/>
                <a:gd name="T47" fmla="*/ 13 h 66"/>
                <a:gd name="T48" fmla="*/ 22 w 42"/>
                <a:gd name="T49" fmla="*/ 12 h 66"/>
                <a:gd name="T50" fmla="*/ 28 w 42"/>
                <a:gd name="T51" fmla="*/ 12 h 66"/>
                <a:gd name="T52" fmla="*/ 32 w 42"/>
                <a:gd name="T53" fmla="*/ 16 h 66"/>
                <a:gd name="T54" fmla="*/ 34 w 42"/>
                <a:gd name="T55" fmla="*/ 20 h 66"/>
                <a:gd name="T56" fmla="*/ 36 w 42"/>
                <a:gd name="T57" fmla="*/ 24 h 66"/>
                <a:gd name="T58" fmla="*/ 34 w 42"/>
                <a:gd name="T59" fmla="*/ 29 h 66"/>
                <a:gd name="T60" fmla="*/ 36 w 42"/>
                <a:gd name="T61" fmla="*/ 30 h 66"/>
                <a:gd name="T62" fmla="*/ 37 w 42"/>
                <a:gd name="T63" fmla="*/ 30 h 66"/>
                <a:gd name="T64" fmla="*/ 38 w 42"/>
                <a:gd name="T65" fmla="*/ 31 h 66"/>
                <a:gd name="T66" fmla="*/ 40 w 42"/>
                <a:gd name="T67" fmla="*/ 31 h 66"/>
                <a:gd name="T68" fmla="*/ 41 w 42"/>
                <a:gd name="T69" fmla="*/ 28 h 66"/>
                <a:gd name="T70" fmla="*/ 42 w 42"/>
                <a:gd name="T71" fmla="*/ 21 h 66"/>
                <a:gd name="T72" fmla="*/ 42 w 42"/>
                <a:gd name="T73" fmla="*/ 16 h 66"/>
                <a:gd name="T74" fmla="*/ 42 w 42"/>
                <a:gd name="T75" fmla="*/ 12 h 66"/>
                <a:gd name="T76" fmla="*/ 34 w 42"/>
                <a:gd name="T77" fmla="*/ 4 h 66"/>
                <a:gd name="T78" fmla="*/ 25 w 42"/>
                <a:gd name="T79" fmla="*/ 0 h 66"/>
                <a:gd name="T80" fmla="*/ 14 w 42"/>
                <a:gd name="T81" fmla="*/ 1 h 66"/>
                <a:gd name="T82" fmla="*/ 6 w 42"/>
                <a:gd name="T83" fmla="*/ 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" h="66">
                  <a:moveTo>
                    <a:pt x="6" y="6"/>
                  </a:moveTo>
                  <a:lnTo>
                    <a:pt x="2" y="13"/>
                  </a:lnTo>
                  <a:lnTo>
                    <a:pt x="1" y="18"/>
                  </a:lnTo>
                  <a:lnTo>
                    <a:pt x="0" y="25"/>
                  </a:lnTo>
                  <a:lnTo>
                    <a:pt x="0" y="30"/>
                  </a:lnTo>
                  <a:lnTo>
                    <a:pt x="6" y="38"/>
                  </a:lnTo>
                  <a:lnTo>
                    <a:pt x="4" y="49"/>
                  </a:lnTo>
                  <a:lnTo>
                    <a:pt x="1" y="59"/>
                  </a:lnTo>
                  <a:lnTo>
                    <a:pt x="10" y="66"/>
                  </a:lnTo>
                  <a:lnTo>
                    <a:pt x="16" y="65"/>
                  </a:lnTo>
                  <a:lnTo>
                    <a:pt x="13" y="55"/>
                  </a:lnTo>
                  <a:lnTo>
                    <a:pt x="14" y="47"/>
                  </a:lnTo>
                  <a:lnTo>
                    <a:pt x="16" y="38"/>
                  </a:lnTo>
                  <a:lnTo>
                    <a:pt x="12" y="30"/>
                  </a:lnTo>
                  <a:lnTo>
                    <a:pt x="17" y="29"/>
                  </a:lnTo>
                  <a:lnTo>
                    <a:pt x="21" y="30"/>
                  </a:lnTo>
                  <a:lnTo>
                    <a:pt x="25" y="31"/>
                  </a:lnTo>
                  <a:lnTo>
                    <a:pt x="29" y="28"/>
                  </a:lnTo>
                  <a:lnTo>
                    <a:pt x="25" y="25"/>
                  </a:lnTo>
                  <a:lnTo>
                    <a:pt x="21" y="22"/>
                  </a:lnTo>
                  <a:lnTo>
                    <a:pt x="17" y="21"/>
                  </a:lnTo>
                  <a:lnTo>
                    <a:pt x="13" y="21"/>
                  </a:lnTo>
                  <a:lnTo>
                    <a:pt x="16" y="17"/>
                  </a:lnTo>
                  <a:lnTo>
                    <a:pt x="18" y="13"/>
                  </a:lnTo>
                  <a:lnTo>
                    <a:pt x="22" y="12"/>
                  </a:lnTo>
                  <a:lnTo>
                    <a:pt x="28" y="12"/>
                  </a:lnTo>
                  <a:lnTo>
                    <a:pt x="32" y="16"/>
                  </a:lnTo>
                  <a:lnTo>
                    <a:pt x="34" y="20"/>
                  </a:lnTo>
                  <a:lnTo>
                    <a:pt x="36" y="24"/>
                  </a:lnTo>
                  <a:lnTo>
                    <a:pt x="34" y="29"/>
                  </a:lnTo>
                  <a:lnTo>
                    <a:pt x="36" y="30"/>
                  </a:lnTo>
                  <a:lnTo>
                    <a:pt x="37" y="30"/>
                  </a:lnTo>
                  <a:lnTo>
                    <a:pt x="38" y="31"/>
                  </a:lnTo>
                  <a:lnTo>
                    <a:pt x="40" y="31"/>
                  </a:lnTo>
                  <a:lnTo>
                    <a:pt x="41" y="28"/>
                  </a:lnTo>
                  <a:lnTo>
                    <a:pt x="42" y="21"/>
                  </a:lnTo>
                  <a:lnTo>
                    <a:pt x="42" y="16"/>
                  </a:lnTo>
                  <a:lnTo>
                    <a:pt x="42" y="12"/>
                  </a:lnTo>
                  <a:lnTo>
                    <a:pt x="34" y="4"/>
                  </a:lnTo>
                  <a:lnTo>
                    <a:pt x="25" y="0"/>
                  </a:lnTo>
                  <a:lnTo>
                    <a:pt x="14" y="1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9" name="Freeform 71"/>
            <p:cNvSpPr>
              <a:spLocks/>
            </p:cNvSpPr>
            <p:nvPr/>
          </p:nvSpPr>
          <p:spPr bwMode="auto">
            <a:xfrm>
              <a:off x="4984751" y="3521075"/>
              <a:ext cx="265113" cy="152400"/>
            </a:xfrm>
            <a:custGeom>
              <a:avLst/>
              <a:gdLst>
                <a:gd name="T0" fmla="*/ 0 w 167"/>
                <a:gd name="T1" fmla="*/ 96 h 96"/>
                <a:gd name="T2" fmla="*/ 91 w 167"/>
                <a:gd name="T3" fmla="*/ 49 h 96"/>
                <a:gd name="T4" fmla="*/ 100 w 167"/>
                <a:gd name="T5" fmla="*/ 45 h 96"/>
                <a:gd name="T6" fmla="*/ 111 w 167"/>
                <a:gd name="T7" fmla="*/ 41 h 96"/>
                <a:gd name="T8" fmla="*/ 120 w 167"/>
                <a:gd name="T9" fmla="*/ 37 h 96"/>
                <a:gd name="T10" fmla="*/ 130 w 167"/>
                <a:gd name="T11" fmla="*/ 33 h 96"/>
                <a:gd name="T12" fmla="*/ 140 w 167"/>
                <a:gd name="T13" fmla="*/ 29 h 96"/>
                <a:gd name="T14" fmla="*/ 149 w 167"/>
                <a:gd name="T15" fmla="*/ 27 h 96"/>
                <a:gd name="T16" fmla="*/ 157 w 167"/>
                <a:gd name="T17" fmla="*/ 24 h 96"/>
                <a:gd name="T18" fmla="*/ 167 w 167"/>
                <a:gd name="T19" fmla="*/ 21 h 96"/>
                <a:gd name="T20" fmla="*/ 165 w 167"/>
                <a:gd name="T21" fmla="*/ 16 h 96"/>
                <a:gd name="T22" fmla="*/ 161 w 167"/>
                <a:gd name="T23" fmla="*/ 11 h 96"/>
                <a:gd name="T24" fmla="*/ 159 w 167"/>
                <a:gd name="T25" fmla="*/ 5 h 96"/>
                <a:gd name="T26" fmla="*/ 155 w 167"/>
                <a:gd name="T27" fmla="*/ 0 h 96"/>
                <a:gd name="T28" fmla="*/ 132 w 167"/>
                <a:gd name="T29" fmla="*/ 5 h 96"/>
                <a:gd name="T30" fmla="*/ 111 w 167"/>
                <a:gd name="T31" fmla="*/ 13 h 96"/>
                <a:gd name="T32" fmla="*/ 90 w 167"/>
                <a:gd name="T33" fmla="*/ 21 h 96"/>
                <a:gd name="T34" fmla="*/ 70 w 167"/>
                <a:gd name="T35" fmla="*/ 33 h 96"/>
                <a:gd name="T36" fmla="*/ 51 w 167"/>
                <a:gd name="T37" fmla="*/ 45 h 96"/>
                <a:gd name="T38" fmla="*/ 33 w 167"/>
                <a:gd name="T39" fmla="*/ 61 h 96"/>
                <a:gd name="T40" fmla="*/ 16 w 167"/>
                <a:gd name="T41" fmla="*/ 77 h 96"/>
                <a:gd name="T42" fmla="*/ 0 w 167"/>
                <a:gd name="T4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96">
                  <a:moveTo>
                    <a:pt x="0" y="96"/>
                  </a:moveTo>
                  <a:lnTo>
                    <a:pt x="91" y="49"/>
                  </a:lnTo>
                  <a:lnTo>
                    <a:pt x="100" y="45"/>
                  </a:lnTo>
                  <a:lnTo>
                    <a:pt x="111" y="41"/>
                  </a:lnTo>
                  <a:lnTo>
                    <a:pt x="120" y="37"/>
                  </a:lnTo>
                  <a:lnTo>
                    <a:pt x="130" y="33"/>
                  </a:lnTo>
                  <a:lnTo>
                    <a:pt x="140" y="29"/>
                  </a:lnTo>
                  <a:lnTo>
                    <a:pt x="149" y="27"/>
                  </a:lnTo>
                  <a:lnTo>
                    <a:pt x="157" y="24"/>
                  </a:lnTo>
                  <a:lnTo>
                    <a:pt x="167" y="21"/>
                  </a:lnTo>
                  <a:lnTo>
                    <a:pt x="165" y="16"/>
                  </a:lnTo>
                  <a:lnTo>
                    <a:pt x="161" y="11"/>
                  </a:lnTo>
                  <a:lnTo>
                    <a:pt x="159" y="5"/>
                  </a:lnTo>
                  <a:lnTo>
                    <a:pt x="155" y="0"/>
                  </a:lnTo>
                  <a:lnTo>
                    <a:pt x="132" y="5"/>
                  </a:lnTo>
                  <a:lnTo>
                    <a:pt x="111" y="13"/>
                  </a:lnTo>
                  <a:lnTo>
                    <a:pt x="90" y="21"/>
                  </a:lnTo>
                  <a:lnTo>
                    <a:pt x="70" y="33"/>
                  </a:lnTo>
                  <a:lnTo>
                    <a:pt x="51" y="45"/>
                  </a:lnTo>
                  <a:lnTo>
                    <a:pt x="33" y="61"/>
                  </a:lnTo>
                  <a:lnTo>
                    <a:pt x="16" y="77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0" name="Freeform 72"/>
            <p:cNvSpPr>
              <a:spLocks/>
            </p:cNvSpPr>
            <p:nvPr/>
          </p:nvSpPr>
          <p:spPr bwMode="auto">
            <a:xfrm>
              <a:off x="4881563" y="3822700"/>
              <a:ext cx="227013" cy="184150"/>
            </a:xfrm>
            <a:custGeom>
              <a:avLst/>
              <a:gdLst>
                <a:gd name="T0" fmla="*/ 0 w 143"/>
                <a:gd name="T1" fmla="*/ 1 h 116"/>
                <a:gd name="T2" fmla="*/ 12 w 143"/>
                <a:gd name="T3" fmla="*/ 6 h 116"/>
                <a:gd name="T4" fmla="*/ 28 w 143"/>
                <a:gd name="T5" fmla="*/ 16 h 116"/>
                <a:gd name="T6" fmla="*/ 46 w 143"/>
                <a:gd name="T7" fmla="*/ 27 h 116"/>
                <a:gd name="T8" fmla="*/ 66 w 143"/>
                <a:gd name="T9" fmla="*/ 42 h 116"/>
                <a:gd name="T10" fmla="*/ 86 w 143"/>
                <a:gd name="T11" fmla="*/ 58 h 116"/>
                <a:gd name="T12" fmla="*/ 104 w 143"/>
                <a:gd name="T13" fmla="*/ 75 h 116"/>
                <a:gd name="T14" fmla="*/ 120 w 143"/>
                <a:gd name="T15" fmla="*/ 95 h 116"/>
                <a:gd name="T16" fmla="*/ 131 w 143"/>
                <a:gd name="T17" fmla="*/ 115 h 116"/>
                <a:gd name="T18" fmla="*/ 132 w 143"/>
                <a:gd name="T19" fmla="*/ 116 h 116"/>
                <a:gd name="T20" fmla="*/ 136 w 143"/>
                <a:gd name="T21" fmla="*/ 116 h 116"/>
                <a:gd name="T22" fmla="*/ 139 w 143"/>
                <a:gd name="T23" fmla="*/ 115 h 116"/>
                <a:gd name="T24" fmla="*/ 143 w 143"/>
                <a:gd name="T25" fmla="*/ 115 h 116"/>
                <a:gd name="T26" fmla="*/ 139 w 143"/>
                <a:gd name="T27" fmla="*/ 102 h 116"/>
                <a:gd name="T28" fmla="*/ 128 w 143"/>
                <a:gd name="T29" fmla="*/ 84 h 116"/>
                <a:gd name="T30" fmla="*/ 114 w 143"/>
                <a:gd name="T31" fmla="*/ 66 h 116"/>
                <a:gd name="T32" fmla="*/ 95 w 143"/>
                <a:gd name="T33" fmla="*/ 46 h 116"/>
                <a:gd name="T34" fmla="*/ 73 w 143"/>
                <a:gd name="T35" fmla="*/ 29 h 116"/>
                <a:gd name="T36" fmla="*/ 50 w 143"/>
                <a:gd name="T37" fmla="*/ 14 h 116"/>
                <a:gd name="T38" fmla="*/ 26 w 143"/>
                <a:gd name="T39" fmla="*/ 4 h 116"/>
                <a:gd name="T40" fmla="*/ 2 w 143"/>
                <a:gd name="T41" fmla="*/ 0 h 116"/>
                <a:gd name="T42" fmla="*/ 0 w 143"/>
                <a:gd name="T43" fmla="*/ 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116">
                  <a:moveTo>
                    <a:pt x="0" y="1"/>
                  </a:moveTo>
                  <a:lnTo>
                    <a:pt x="12" y="6"/>
                  </a:lnTo>
                  <a:lnTo>
                    <a:pt x="28" y="16"/>
                  </a:lnTo>
                  <a:lnTo>
                    <a:pt x="46" y="27"/>
                  </a:lnTo>
                  <a:lnTo>
                    <a:pt x="66" y="42"/>
                  </a:lnTo>
                  <a:lnTo>
                    <a:pt x="86" y="58"/>
                  </a:lnTo>
                  <a:lnTo>
                    <a:pt x="104" y="75"/>
                  </a:lnTo>
                  <a:lnTo>
                    <a:pt x="120" y="95"/>
                  </a:lnTo>
                  <a:lnTo>
                    <a:pt x="131" y="115"/>
                  </a:lnTo>
                  <a:lnTo>
                    <a:pt x="132" y="116"/>
                  </a:lnTo>
                  <a:lnTo>
                    <a:pt x="136" y="116"/>
                  </a:lnTo>
                  <a:lnTo>
                    <a:pt x="139" y="115"/>
                  </a:lnTo>
                  <a:lnTo>
                    <a:pt x="143" y="115"/>
                  </a:lnTo>
                  <a:lnTo>
                    <a:pt x="139" y="102"/>
                  </a:lnTo>
                  <a:lnTo>
                    <a:pt x="128" y="84"/>
                  </a:lnTo>
                  <a:lnTo>
                    <a:pt x="114" y="66"/>
                  </a:lnTo>
                  <a:lnTo>
                    <a:pt x="95" y="46"/>
                  </a:lnTo>
                  <a:lnTo>
                    <a:pt x="73" y="29"/>
                  </a:lnTo>
                  <a:lnTo>
                    <a:pt x="50" y="14"/>
                  </a:lnTo>
                  <a:lnTo>
                    <a:pt x="26" y="4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1" name="Freeform 73"/>
            <p:cNvSpPr>
              <a:spLocks/>
            </p:cNvSpPr>
            <p:nvPr/>
          </p:nvSpPr>
          <p:spPr bwMode="auto">
            <a:xfrm>
              <a:off x="3981451" y="4672013"/>
              <a:ext cx="80963" cy="169862"/>
            </a:xfrm>
            <a:custGeom>
              <a:avLst/>
              <a:gdLst>
                <a:gd name="T0" fmla="*/ 21 w 51"/>
                <a:gd name="T1" fmla="*/ 13 h 107"/>
                <a:gd name="T2" fmla="*/ 25 w 51"/>
                <a:gd name="T3" fmla="*/ 17 h 107"/>
                <a:gd name="T4" fmla="*/ 26 w 51"/>
                <a:gd name="T5" fmla="*/ 17 h 107"/>
                <a:gd name="T6" fmla="*/ 29 w 51"/>
                <a:gd name="T7" fmla="*/ 17 h 107"/>
                <a:gd name="T8" fmla="*/ 35 w 51"/>
                <a:gd name="T9" fmla="*/ 17 h 107"/>
                <a:gd name="T10" fmla="*/ 39 w 51"/>
                <a:gd name="T11" fmla="*/ 16 h 107"/>
                <a:gd name="T12" fmla="*/ 43 w 51"/>
                <a:gd name="T13" fmla="*/ 13 h 107"/>
                <a:gd name="T14" fmla="*/ 46 w 51"/>
                <a:gd name="T15" fmla="*/ 11 h 107"/>
                <a:gd name="T16" fmla="*/ 50 w 51"/>
                <a:gd name="T17" fmla="*/ 12 h 107"/>
                <a:gd name="T18" fmla="*/ 51 w 51"/>
                <a:gd name="T19" fmla="*/ 17 h 107"/>
                <a:gd name="T20" fmla="*/ 51 w 51"/>
                <a:gd name="T21" fmla="*/ 21 h 107"/>
                <a:gd name="T22" fmla="*/ 50 w 51"/>
                <a:gd name="T23" fmla="*/ 25 h 107"/>
                <a:gd name="T24" fmla="*/ 47 w 51"/>
                <a:gd name="T25" fmla="*/ 31 h 107"/>
                <a:gd name="T26" fmla="*/ 45 w 51"/>
                <a:gd name="T27" fmla="*/ 35 h 107"/>
                <a:gd name="T28" fmla="*/ 42 w 51"/>
                <a:gd name="T29" fmla="*/ 36 h 107"/>
                <a:gd name="T30" fmla="*/ 38 w 51"/>
                <a:gd name="T31" fmla="*/ 39 h 107"/>
                <a:gd name="T32" fmla="*/ 34 w 51"/>
                <a:gd name="T33" fmla="*/ 43 h 107"/>
                <a:gd name="T34" fmla="*/ 26 w 51"/>
                <a:gd name="T35" fmla="*/ 60 h 107"/>
                <a:gd name="T36" fmla="*/ 21 w 51"/>
                <a:gd name="T37" fmla="*/ 81 h 107"/>
                <a:gd name="T38" fmla="*/ 17 w 51"/>
                <a:gd name="T39" fmla="*/ 98 h 107"/>
                <a:gd name="T40" fmla="*/ 14 w 51"/>
                <a:gd name="T41" fmla="*/ 107 h 107"/>
                <a:gd name="T42" fmla="*/ 12 w 51"/>
                <a:gd name="T43" fmla="*/ 103 h 107"/>
                <a:gd name="T44" fmla="*/ 9 w 51"/>
                <a:gd name="T45" fmla="*/ 100 h 107"/>
                <a:gd name="T46" fmla="*/ 6 w 51"/>
                <a:gd name="T47" fmla="*/ 93 h 107"/>
                <a:gd name="T48" fmla="*/ 6 w 51"/>
                <a:gd name="T49" fmla="*/ 88 h 107"/>
                <a:gd name="T50" fmla="*/ 9 w 51"/>
                <a:gd name="T51" fmla="*/ 85 h 107"/>
                <a:gd name="T52" fmla="*/ 12 w 51"/>
                <a:gd name="T53" fmla="*/ 84 h 107"/>
                <a:gd name="T54" fmla="*/ 13 w 51"/>
                <a:gd name="T55" fmla="*/ 81 h 107"/>
                <a:gd name="T56" fmla="*/ 12 w 51"/>
                <a:gd name="T57" fmla="*/ 78 h 107"/>
                <a:gd name="T58" fmla="*/ 5 w 51"/>
                <a:gd name="T59" fmla="*/ 70 h 107"/>
                <a:gd name="T60" fmla="*/ 8 w 51"/>
                <a:gd name="T61" fmla="*/ 69 h 107"/>
                <a:gd name="T62" fmla="*/ 9 w 51"/>
                <a:gd name="T63" fmla="*/ 68 h 107"/>
                <a:gd name="T64" fmla="*/ 12 w 51"/>
                <a:gd name="T65" fmla="*/ 65 h 107"/>
                <a:gd name="T66" fmla="*/ 13 w 51"/>
                <a:gd name="T67" fmla="*/ 64 h 107"/>
                <a:gd name="T68" fmla="*/ 13 w 51"/>
                <a:gd name="T69" fmla="*/ 60 h 107"/>
                <a:gd name="T70" fmla="*/ 12 w 51"/>
                <a:gd name="T71" fmla="*/ 57 h 107"/>
                <a:gd name="T72" fmla="*/ 8 w 51"/>
                <a:gd name="T73" fmla="*/ 54 h 107"/>
                <a:gd name="T74" fmla="*/ 5 w 51"/>
                <a:gd name="T75" fmla="*/ 52 h 107"/>
                <a:gd name="T76" fmla="*/ 8 w 51"/>
                <a:gd name="T77" fmla="*/ 49 h 107"/>
                <a:gd name="T78" fmla="*/ 12 w 51"/>
                <a:gd name="T79" fmla="*/ 45 h 107"/>
                <a:gd name="T80" fmla="*/ 14 w 51"/>
                <a:gd name="T81" fmla="*/ 41 h 107"/>
                <a:gd name="T82" fmla="*/ 14 w 51"/>
                <a:gd name="T83" fmla="*/ 37 h 107"/>
                <a:gd name="T84" fmla="*/ 8 w 51"/>
                <a:gd name="T85" fmla="*/ 32 h 107"/>
                <a:gd name="T86" fmla="*/ 2 w 51"/>
                <a:gd name="T87" fmla="*/ 24 h 107"/>
                <a:gd name="T88" fmla="*/ 0 w 51"/>
                <a:gd name="T89" fmla="*/ 17 h 107"/>
                <a:gd name="T90" fmla="*/ 2 w 51"/>
                <a:gd name="T91" fmla="*/ 9 h 107"/>
                <a:gd name="T92" fmla="*/ 6 w 51"/>
                <a:gd name="T93" fmla="*/ 7 h 107"/>
                <a:gd name="T94" fmla="*/ 9 w 51"/>
                <a:gd name="T95" fmla="*/ 4 h 107"/>
                <a:gd name="T96" fmla="*/ 12 w 51"/>
                <a:gd name="T97" fmla="*/ 1 h 107"/>
                <a:gd name="T98" fmla="*/ 16 w 51"/>
                <a:gd name="T99" fmla="*/ 0 h 107"/>
                <a:gd name="T100" fmla="*/ 21 w 51"/>
                <a:gd name="T101" fmla="*/ 0 h 107"/>
                <a:gd name="T102" fmla="*/ 21 w 51"/>
                <a:gd name="T103" fmla="*/ 4 h 107"/>
                <a:gd name="T104" fmla="*/ 20 w 51"/>
                <a:gd name="T105" fmla="*/ 8 h 107"/>
                <a:gd name="T106" fmla="*/ 21 w 51"/>
                <a:gd name="T107" fmla="*/ 1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1" h="107">
                  <a:moveTo>
                    <a:pt x="21" y="13"/>
                  </a:moveTo>
                  <a:lnTo>
                    <a:pt x="25" y="17"/>
                  </a:lnTo>
                  <a:lnTo>
                    <a:pt x="26" y="17"/>
                  </a:lnTo>
                  <a:lnTo>
                    <a:pt x="29" y="17"/>
                  </a:lnTo>
                  <a:lnTo>
                    <a:pt x="35" y="17"/>
                  </a:lnTo>
                  <a:lnTo>
                    <a:pt x="39" y="16"/>
                  </a:lnTo>
                  <a:lnTo>
                    <a:pt x="43" y="13"/>
                  </a:lnTo>
                  <a:lnTo>
                    <a:pt x="46" y="11"/>
                  </a:lnTo>
                  <a:lnTo>
                    <a:pt x="50" y="12"/>
                  </a:lnTo>
                  <a:lnTo>
                    <a:pt x="51" y="17"/>
                  </a:lnTo>
                  <a:lnTo>
                    <a:pt x="51" y="21"/>
                  </a:lnTo>
                  <a:lnTo>
                    <a:pt x="50" y="25"/>
                  </a:lnTo>
                  <a:lnTo>
                    <a:pt x="47" y="31"/>
                  </a:lnTo>
                  <a:lnTo>
                    <a:pt x="45" y="35"/>
                  </a:lnTo>
                  <a:lnTo>
                    <a:pt x="42" y="36"/>
                  </a:lnTo>
                  <a:lnTo>
                    <a:pt x="38" y="39"/>
                  </a:lnTo>
                  <a:lnTo>
                    <a:pt x="34" y="43"/>
                  </a:lnTo>
                  <a:lnTo>
                    <a:pt x="26" y="60"/>
                  </a:lnTo>
                  <a:lnTo>
                    <a:pt x="21" y="81"/>
                  </a:lnTo>
                  <a:lnTo>
                    <a:pt x="17" y="98"/>
                  </a:lnTo>
                  <a:lnTo>
                    <a:pt x="14" y="107"/>
                  </a:lnTo>
                  <a:lnTo>
                    <a:pt x="12" y="103"/>
                  </a:lnTo>
                  <a:lnTo>
                    <a:pt x="9" y="100"/>
                  </a:lnTo>
                  <a:lnTo>
                    <a:pt x="6" y="93"/>
                  </a:lnTo>
                  <a:lnTo>
                    <a:pt x="6" y="88"/>
                  </a:lnTo>
                  <a:lnTo>
                    <a:pt x="9" y="85"/>
                  </a:lnTo>
                  <a:lnTo>
                    <a:pt x="12" y="84"/>
                  </a:lnTo>
                  <a:lnTo>
                    <a:pt x="13" y="81"/>
                  </a:lnTo>
                  <a:lnTo>
                    <a:pt x="12" y="78"/>
                  </a:lnTo>
                  <a:lnTo>
                    <a:pt x="5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2" y="65"/>
                  </a:lnTo>
                  <a:lnTo>
                    <a:pt x="13" y="64"/>
                  </a:lnTo>
                  <a:lnTo>
                    <a:pt x="13" y="60"/>
                  </a:lnTo>
                  <a:lnTo>
                    <a:pt x="12" y="57"/>
                  </a:lnTo>
                  <a:lnTo>
                    <a:pt x="8" y="54"/>
                  </a:lnTo>
                  <a:lnTo>
                    <a:pt x="5" y="52"/>
                  </a:lnTo>
                  <a:lnTo>
                    <a:pt x="8" y="49"/>
                  </a:lnTo>
                  <a:lnTo>
                    <a:pt x="12" y="45"/>
                  </a:lnTo>
                  <a:lnTo>
                    <a:pt x="14" y="41"/>
                  </a:lnTo>
                  <a:lnTo>
                    <a:pt x="14" y="37"/>
                  </a:lnTo>
                  <a:lnTo>
                    <a:pt x="8" y="32"/>
                  </a:lnTo>
                  <a:lnTo>
                    <a:pt x="2" y="24"/>
                  </a:lnTo>
                  <a:lnTo>
                    <a:pt x="0" y="17"/>
                  </a:lnTo>
                  <a:lnTo>
                    <a:pt x="2" y="9"/>
                  </a:lnTo>
                  <a:lnTo>
                    <a:pt x="6" y="7"/>
                  </a:lnTo>
                  <a:lnTo>
                    <a:pt x="9" y="4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20" y="8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2" name="Freeform 74"/>
            <p:cNvSpPr>
              <a:spLocks/>
            </p:cNvSpPr>
            <p:nvPr/>
          </p:nvSpPr>
          <p:spPr bwMode="auto">
            <a:xfrm>
              <a:off x="4037013" y="4730750"/>
              <a:ext cx="47625" cy="111125"/>
            </a:xfrm>
            <a:custGeom>
              <a:avLst/>
              <a:gdLst>
                <a:gd name="T0" fmla="*/ 24 w 30"/>
                <a:gd name="T1" fmla="*/ 20 h 70"/>
                <a:gd name="T2" fmla="*/ 24 w 30"/>
                <a:gd name="T3" fmla="*/ 25 h 70"/>
                <a:gd name="T4" fmla="*/ 26 w 30"/>
                <a:gd name="T5" fmla="*/ 31 h 70"/>
                <a:gd name="T6" fmla="*/ 27 w 30"/>
                <a:gd name="T7" fmla="*/ 36 h 70"/>
                <a:gd name="T8" fmla="*/ 23 w 30"/>
                <a:gd name="T9" fmla="*/ 40 h 70"/>
                <a:gd name="T10" fmla="*/ 16 w 30"/>
                <a:gd name="T11" fmla="*/ 45 h 70"/>
                <a:gd name="T12" fmla="*/ 12 w 30"/>
                <a:gd name="T13" fmla="*/ 55 h 70"/>
                <a:gd name="T14" fmla="*/ 7 w 30"/>
                <a:gd name="T15" fmla="*/ 64 h 70"/>
                <a:gd name="T16" fmla="*/ 0 w 30"/>
                <a:gd name="T17" fmla="*/ 70 h 70"/>
                <a:gd name="T18" fmla="*/ 7 w 30"/>
                <a:gd name="T19" fmla="*/ 11 h 70"/>
                <a:gd name="T20" fmla="*/ 10 w 30"/>
                <a:gd name="T21" fmla="*/ 8 h 70"/>
                <a:gd name="T22" fmla="*/ 14 w 30"/>
                <a:gd name="T23" fmla="*/ 7 h 70"/>
                <a:gd name="T24" fmla="*/ 18 w 30"/>
                <a:gd name="T25" fmla="*/ 4 h 70"/>
                <a:gd name="T26" fmla="*/ 20 w 30"/>
                <a:gd name="T27" fmla="*/ 0 h 70"/>
                <a:gd name="T28" fmla="*/ 23 w 30"/>
                <a:gd name="T29" fmla="*/ 3 h 70"/>
                <a:gd name="T30" fmla="*/ 28 w 30"/>
                <a:gd name="T31" fmla="*/ 8 h 70"/>
                <a:gd name="T32" fmla="*/ 30 w 30"/>
                <a:gd name="T33" fmla="*/ 15 h 70"/>
                <a:gd name="T34" fmla="*/ 24 w 30"/>
                <a:gd name="T35" fmla="*/ 2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70">
                  <a:moveTo>
                    <a:pt x="24" y="20"/>
                  </a:moveTo>
                  <a:lnTo>
                    <a:pt x="24" y="25"/>
                  </a:lnTo>
                  <a:lnTo>
                    <a:pt x="26" y="31"/>
                  </a:lnTo>
                  <a:lnTo>
                    <a:pt x="27" y="36"/>
                  </a:lnTo>
                  <a:lnTo>
                    <a:pt x="23" y="40"/>
                  </a:lnTo>
                  <a:lnTo>
                    <a:pt x="16" y="45"/>
                  </a:lnTo>
                  <a:lnTo>
                    <a:pt x="12" y="55"/>
                  </a:lnTo>
                  <a:lnTo>
                    <a:pt x="7" y="64"/>
                  </a:lnTo>
                  <a:lnTo>
                    <a:pt x="0" y="70"/>
                  </a:lnTo>
                  <a:lnTo>
                    <a:pt x="7" y="11"/>
                  </a:lnTo>
                  <a:lnTo>
                    <a:pt x="10" y="8"/>
                  </a:lnTo>
                  <a:lnTo>
                    <a:pt x="14" y="7"/>
                  </a:lnTo>
                  <a:lnTo>
                    <a:pt x="18" y="4"/>
                  </a:lnTo>
                  <a:lnTo>
                    <a:pt x="20" y="0"/>
                  </a:lnTo>
                  <a:lnTo>
                    <a:pt x="23" y="3"/>
                  </a:lnTo>
                  <a:lnTo>
                    <a:pt x="28" y="8"/>
                  </a:lnTo>
                  <a:lnTo>
                    <a:pt x="30" y="15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3" name="Freeform 75"/>
            <p:cNvSpPr>
              <a:spLocks/>
            </p:cNvSpPr>
            <p:nvPr/>
          </p:nvSpPr>
          <p:spPr bwMode="auto">
            <a:xfrm>
              <a:off x="4022726" y="4627563"/>
              <a:ext cx="20638" cy="57150"/>
            </a:xfrm>
            <a:custGeom>
              <a:avLst/>
              <a:gdLst>
                <a:gd name="T0" fmla="*/ 8 w 13"/>
                <a:gd name="T1" fmla="*/ 21 h 36"/>
                <a:gd name="T2" fmla="*/ 13 w 13"/>
                <a:gd name="T3" fmla="*/ 33 h 36"/>
                <a:gd name="T4" fmla="*/ 9 w 13"/>
                <a:gd name="T5" fmla="*/ 36 h 36"/>
                <a:gd name="T6" fmla="*/ 5 w 13"/>
                <a:gd name="T7" fmla="*/ 35 h 36"/>
                <a:gd name="T8" fmla="*/ 1 w 13"/>
                <a:gd name="T9" fmla="*/ 31 h 36"/>
                <a:gd name="T10" fmla="*/ 0 w 13"/>
                <a:gd name="T11" fmla="*/ 25 h 36"/>
                <a:gd name="T12" fmla="*/ 1 w 13"/>
                <a:gd name="T13" fmla="*/ 19 h 36"/>
                <a:gd name="T14" fmla="*/ 4 w 13"/>
                <a:gd name="T15" fmla="*/ 12 h 36"/>
                <a:gd name="T16" fmla="*/ 8 w 13"/>
                <a:gd name="T17" fmla="*/ 6 h 36"/>
                <a:gd name="T18" fmla="*/ 13 w 13"/>
                <a:gd name="T19" fmla="*/ 0 h 36"/>
                <a:gd name="T20" fmla="*/ 8 w 13"/>
                <a:gd name="T2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36">
                  <a:moveTo>
                    <a:pt x="8" y="21"/>
                  </a:moveTo>
                  <a:lnTo>
                    <a:pt x="13" y="33"/>
                  </a:lnTo>
                  <a:lnTo>
                    <a:pt x="9" y="36"/>
                  </a:lnTo>
                  <a:lnTo>
                    <a:pt x="5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1" y="19"/>
                  </a:lnTo>
                  <a:lnTo>
                    <a:pt x="4" y="12"/>
                  </a:lnTo>
                  <a:lnTo>
                    <a:pt x="8" y="6"/>
                  </a:lnTo>
                  <a:lnTo>
                    <a:pt x="13" y="0"/>
                  </a:lnTo>
                  <a:lnTo>
                    <a:pt x="8" y="2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000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95550"/>
            <a:ext cx="9144000" cy="4572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让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后“参与”是最大的认可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495800" y="2724150"/>
            <a:ext cx="0" cy="1066800"/>
          </a:xfrm>
          <a:prstGeom prst="line">
            <a:avLst/>
          </a:prstGeom>
          <a:ln w="19050">
            <a:gradFill>
              <a:gsLst>
                <a:gs pos="25000">
                  <a:srgbClr val="00B0F0"/>
                </a:gs>
                <a:gs pos="0">
                  <a:schemeClr val="bg1"/>
                </a:gs>
                <a:gs pos="24000">
                  <a:schemeClr val="bg1"/>
                </a:gs>
                <a:gs pos="100000">
                  <a:srgbClr val="00B0F0"/>
                </a:gs>
              </a:gsLst>
              <a:lin ang="5400000" scaled="0"/>
            </a:gra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19800" y="1657350"/>
            <a:ext cx="0" cy="1066800"/>
          </a:xfrm>
          <a:prstGeom prst="line">
            <a:avLst/>
          </a:prstGeom>
          <a:ln w="19050">
            <a:gradFill>
              <a:gsLst>
                <a:gs pos="76000">
                  <a:schemeClr val="bg1"/>
                </a:gs>
                <a:gs pos="75000">
                  <a:srgbClr val="00B0F0"/>
                </a:gs>
                <a:gs pos="0">
                  <a:srgbClr val="00B0F0"/>
                </a:gs>
                <a:gs pos="100000">
                  <a:schemeClr val="bg1"/>
                </a:gs>
              </a:gsLst>
              <a:lin ang="5400000" scaled="0"/>
            </a:gra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15200" y="2724150"/>
            <a:ext cx="0" cy="1066800"/>
          </a:xfrm>
          <a:prstGeom prst="line">
            <a:avLst/>
          </a:prstGeom>
          <a:ln w="19050">
            <a:gradFill>
              <a:gsLst>
                <a:gs pos="25000">
                  <a:srgbClr val="00B0F0"/>
                </a:gs>
                <a:gs pos="0">
                  <a:schemeClr val="bg1"/>
                </a:gs>
                <a:gs pos="24000">
                  <a:schemeClr val="bg1"/>
                </a:gs>
                <a:gs pos="100000">
                  <a:srgbClr val="00B0F0"/>
                </a:gs>
              </a:gsLst>
              <a:lin ang="5400000" scaled="0"/>
            </a:gra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34904" y="1472684"/>
            <a:ext cx="1752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赋予话语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权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供一个员工可以畅所欲言的途径。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95800" y="325755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组织专项讨论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公司的新项目，邀请他们参与讨论，并听取他们的建议。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9800" y="1479887"/>
            <a:ext cx="1752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与高层沟通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让他们有机会与公司的高层进行交流。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325755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创造表现机会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让他们自己组成团队来完成一些可以展示成果的工作。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65" name="组合 3046"/>
          <p:cNvGrpSpPr>
            <a:grpSpLocks/>
          </p:cNvGrpSpPr>
          <p:nvPr/>
        </p:nvGrpSpPr>
        <p:grpSpPr bwMode="auto">
          <a:xfrm>
            <a:off x="104008" y="2112467"/>
            <a:ext cx="3324991" cy="3031033"/>
            <a:chOff x="4016025" y="1955800"/>
            <a:chExt cx="4594338" cy="4187843"/>
          </a:xfrm>
        </p:grpSpPr>
        <p:sp>
          <p:nvSpPr>
            <p:cNvPr id="1066" name="Freeform 1819"/>
            <p:cNvSpPr>
              <a:spLocks noEditPoints="1"/>
            </p:cNvSpPr>
            <p:nvPr/>
          </p:nvSpPr>
          <p:spPr bwMode="auto">
            <a:xfrm>
              <a:off x="4016025" y="1955800"/>
              <a:ext cx="4594338" cy="4187843"/>
            </a:xfrm>
            <a:custGeom>
              <a:avLst/>
              <a:gdLst>
                <a:gd name="T0" fmla="*/ 1931 w 1944"/>
                <a:gd name="T1" fmla="*/ 663 h 1772"/>
                <a:gd name="T2" fmla="*/ 1810 w 1944"/>
                <a:gd name="T3" fmla="*/ 536 h 1772"/>
                <a:gd name="T4" fmla="*/ 1702 w 1944"/>
                <a:gd name="T5" fmla="*/ 459 h 1772"/>
                <a:gd name="T6" fmla="*/ 1695 w 1944"/>
                <a:gd name="T7" fmla="*/ 300 h 1772"/>
                <a:gd name="T8" fmla="*/ 1721 w 1944"/>
                <a:gd name="T9" fmla="*/ 242 h 1772"/>
                <a:gd name="T10" fmla="*/ 1708 w 1944"/>
                <a:gd name="T11" fmla="*/ 115 h 1772"/>
                <a:gd name="T12" fmla="*/ 1632 w 1944"/>
                <a:gd name="T13" fmla="*/ 13 h 1772"/>
                <a:gd name="T14" fmla="*/ 1536 w 1944"/>
                <a:gd name="T15" fmla="*/ 0 h 1772"/>
                <a:gd name="T16" fmla="*/ 1434 w 1944"/>
                <a:gd name="T17" fmla="*/ 70 h 1772"/>
                <a:gd name="T18" fmla="*/ 1402 w 1944"/>
                <a:gd name="T19" fmla="*/ 166 h 1772"/>
                <a:gd name="T20" fmla="*/ 1447 w 1944"/>
                <a:gd name="T21" fmla="*/ 332 h 1772"/>
                <a:gd name="T22" fmla="*/ 1466 w 1944"/>
                <a:gd name="T23" fmla="*/ 485 h 1772"/>
                <a:gd name="T24" fmla="*/ 1281 w 1944"/>
                <a:gd name="T25" fmla="*/ 561 h 1772"/>
                <a:gd name="T26" fmla="*/ 1211 w 1944"/>
                <a:gd name="T27" fmla="*/ 663 h 1772"/>
                <a:gd name="T28" fmla="*/ 1147 w 1944"/>
                <a:gd name="T29" fmla="*/ 293 h 1772"/>
                <a:gd name="T30" fmla="*/ 1058 w 1944"/>
                <a:gd name="T31" fmla="*/ 109 h 1772"/>
                <a:gd name="T32" fmla="*/ 1007 w 1944"/>
                <a:gd name="T33" fmla="*/ 58 h 1772"/>
                <a:gd name="T34" fmla="*/ 930 w 1944"/>
                <a:gd name="T35" fmla="*/ 77 h 1772"/>
                <a:gd name="T36" fmla="*/ 886 w 1944"/>
                <a:gd name="T37" fmla="*/ 58 h 1772"/>
                <a:gd name="T38" fmla="*/ 848 w 1944"/>
                <a:gd name="T39" fmla="*/ 83 h 1772"/>
                <a:gd name="T40" fmla="*/ 752 w 1944"/>
                <a:gd name="T41" fmla="*/ 262 h 1772"/>
                <a:gd name="T42" fmla="*/ 758 w 1944"/>
                <a:gd name="T43" fmla="*/ 370 h 1772"/>
                <a:gd name="T44" fmla="*/ 777 w 1944"/>
                <a:gd name="T45" fmla="*/ 510 h 1772"/>
                <a:gd name="T46" fmla="*/ 758 w 1944"/>
                <a:gd name="T47" fmla="*/ 606 h 1772"/>
                <a:gd name="T48" fmla="*/ 752 w 1944"/>
                <a:gd name="T49" fmla="*/ 676 h 1772"/>
                <a:gd name="T50" fmla="*/ 720 w 1944"/>
                <a:gd name="T51" fmla="*/ 701 h 1772"/>
                <a:gd name="T52" fmla="*/ 580 w 1944"/>
                <a:gd name="T53" fmla="*/ 829 h 1772"/>
                <a:gd name="T54" fmla="*/ 554 w 1944"/>
                <a:gd name="T55" fmla="*/ 727 h 1772"/>
                <a:gd name="T56" fmla="*/ 395 w 1944"/>
                <a:gd name="T57" fmla="*/ 612 h 1772"/>
                <a:gd name="T58" fmla="*/ 427 w 1944"/>
                <a:gd name="T59" fmla="*/ 351 h 1772"/>
                <a:gd name="T60" fmla="*/ 382 w 1944"/>
                <a:gd name="T61" fmla="*/ 242 h 1772"/>
                <a:gd name="T62" fmla="*/ 287 w 1944"/>
                <a:gd name="T63" fmla="*/ 185 h 1772"/>
                <a:gd name="T64" fmla="*/ 166 w 1944"/>
                <a:gd name="T65" fmla="*/ 223 h 1772"/>
                <a:gd name="T66" fmla="*/ 121 w 1944"/>
                <a:gd name="T67" fmla="*/ 338 h 1772"/>
                <a:gd name="T68" fmla="*/ 108 w 1944"/>
                <a:gd name="T69" fmla="*/ 587 h 1772"/>
                <a:gd name="T70" fmla="*/ 38 w 1944"/>
                <a:gd name="T71" fmla="*/ 714 h 1772"/>
                <a:gd name="T72" fmla="*/ 0 w 1944"/>
                <a:gd name="T73" fmla="*/ 771 h 1772"/>
                <a:gd name="T74" fmla="*/ 44 w 1944"/>
                <a:gd name="T75" fmla="*/ 982 h 1772"/>
                <a:gd name="T76" fmla="*/ 153 w 1944"/>
                <a:gd name="T77" fmla="*/ 1173 h 1772"/>
                <a:gd name="T78" fmla="*/ 159 w 1944"/>
                <a:gd name="T79" fmla="*/ 1205 h 1772"/>
                <a:gd name="T80" fmla="*/ 172 w 1944"/>
                <a:gd name="T81" fmla="*/ 1243 h 1772"/>
                <a:gd name="T82" fmla="*/ 178 w 1944"/>
                <a:gd name="T83" fmla="*/ 1275 h 1772"/>
                <a:gd name="T84" fmla="*/ 159 w 1944"/>
                <a:gd name="T85" fmla="*/ 1453 h 1772"/>
                <a:gd name="T86" fmla="*/ 159 w 1944"/>
                <a:gd name="T87" fmla="*/ 1645 h 1772"/>
                <a:gd name="T88" fmla="*/ 452 w 1944"/>
                <a:gd name="T89" fmla="*/ 1772 h 1772"/>
                <a:gd name="T90" fmla="*/ 675 w 1944"/>
                <a:gd name="T91" fmla="*/ 1772 h 1772"/>
                <a:gd name="T92" fmla="*/ 695 w 1944"/>
                <a:gd name="T93" fmla="*/ 1402 h 1772"/>
                <a:gd name="T94" fmla="*/ 726 w 1944"/>
                <a:gd name="T95" fmla="*/ 1766 h 1772"/>
                <a:gd name="T96" fmla="*/ 1797 w 1944"/>
                <a:gd name="T97" fmla="*/ 1543 h 1772"/>
                <a:gd name="T98" fmla="*/ 1810 w 1944"/>
                <a:gd name="T99" fmla="*/ 1332 h 1772"/>
                <a:gd name="T100" fmla="*/ 1848 w 1944"/>
                <a:gd name="T101" fmla="*/ 1186 h 1772"/>
                <a:gd name="T102" fmla="*/ 1262 w 1944"/>
                <a:gd name="T103" fmla="*/ 1351 h 1772"/>
                <a:gd name="T104" fmla="*/ 1211 w 1944"/>
                <a:gd name="T105" fmla="*/ 1402 h 1772"/>
                <a:gd name="T106" fmla="*/ 1166 w 1944"/>
                <a:gd name="T107" fmla="*/ 1249 h 1772"/>
                <a:gd name="T108" fmla="*/ 1268 w 1944"/>
                <a:gd name="T109" fmla="*/ 1198 h 1772"/>
                <a:gd name="T110" fmla="*/ 1281 w 1944"/>
                <a:gd name="T111" fmla="*/ 1288 h 17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944"/>
                <a:gd name="T169" fmla="*/ 0 h 1772"/>
                <a:gd name="T170" fmla="*/ 1944 w 1944"/>
                <a:gd name="T171" fmla="*/ 1772 h 17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944" h="1772">
                  <a:moveTo>
                    <a:pt x="1944" y="708"/>
                  </a:moveTo>
                  <a:lnTo>
                    <a:pt x="1944" y="708"/>
                  </a:lnTo>
                  <a:lnTo>
                    <a:pt x="1937" y="682"/>
                  </a:lnTo>
                  <a:lnTo>
                    <a:pt x="1931" y="663"/>
                  </a:lnTo>
                  <a:lnTo>
                    <a:pt x="1899" y="618"/>
                  </a:lnTo>
                  <a:lnTo>
                    <a:pt x="1867" y="593"/>
                  </a:lnTo>
                  <a:lnTo>
                    <a:pt x="1855" y="580"/>
                  </a:lnTo>
                  <a:lnTo>
                    <a:pt x="1810" y="536"/>
                  </a:lnTo>
                  <a:lnTo>
                    <a:pt x="1772" y="504"/>
                  </a:lnTo>
                  <a:lnTo>
                    <a:pt x="1740" y="478"/>
                  </a:lnTo>
                  <a:lnTo>
                    <a:pt x="1702" y="459"/>
                  </a:lnTo>
                  <a:lnTo>
                    <a:pt x="1670" y="402"/>
                  </a:lnTo>
                  <a:lnTo>
                    <a:pt x="1670" y="383"/>
                  </a:lnTo>
                  <a:lnTo>
                    <a:pt x="1676" y="306"/>
                  </a:lnTo>
                  <a:lnTo>
                    <a:pt x="1695" y="300"/>
                  </a:lnTo>
                  <a:lnTo>
                    <a:pt x="1708" y="293"/>
                  </a:lnTo>
                  <a:lnTo>
                    <a:pt x="1714" y="274"/>
                  </a:lnTo>
                  <a:lnTo>
                    <a:pt x="1721" y="242"/>
                  </a:lnTo>
                  <a:lnTo>
                    <a:pt x="1714" y="191"/>
                  </a:lnTo>
                  <a:lnTo>
                    <a:pt x="1721" y="140"/>
                  </a:lnTo>
                  <a:lnTo>
                    <a:pt x="1708" y="115"/>
                  </a:lnTo>
                  <a:lnTo>
                    <a:pt x="1702" y="89"/>
                  </a:lnTo>
                  <a:lnTo>
                    <a:pt x="1670" y="45"/>
                  </a:lnTo>
                  <a:lnTo>
                    <a:pt x="1638" y="26"/>
                  </a:lnTo>
                  <a:lnTo>
                    <a:pt x="1632" y="13"/>
                  </a:lnTo>
                  <a:lnTo>
                    <a:pt x="1593" y="7"/>
                  </a:lnTo>
                  <a:lnTo>
                    <a:pt x="1568" y="0"/>
                  </a:lnTo>
                  <a:lnTo>
                    <a:pt x="1536" y="0"/>
                  </a:lnTo>
                  <a:lnTo>
                    <a:pt x="1491" y="13"/>
                  </a:lnTo>
                  <a:lnTo>
                    <a:pt x="1459" y="38"/>
                  </a:lnTo>
                  <a:lnTo>
                    <a:pt x="1434" y="70"/>
                  </a:lnTo>
                  <a:lnTo>
                    <a:pt x="1415" y="96"/>
                  </a:lnTo>
                  <a:lnTo>
                    <a:pt x="1408" y="121"/>
                  </a:lnTo>
                  <a:lnTo>
                    <a:pt x="1402" y="147"/>
                  </a:lnTo>
                  <a:lnTo>
                    <a:pt x="1402" y="166"/>
                  </a:lnTo>
                  <a:lnTo>
                    <a:pt x="1402" y="198"/>
                  </a:lnTo>
                  <a:lnTo>
                    <a:pt x="1408" y="255"/>
                  </a:lnTo>
                  <a:lnTo>
                    <a:pt x="1428" y="325"/>
                  </a:lnTo>
                  <a:lnTo>
                    <a:pt x="1447" y="332"/>
                  </a:lnTo>
                  <a:lnTo>
                    <a:pt x="1466" y="383"/>
                  </a:lnTo>
                  <a:lnTo>
                    <a:pt x="1479" y="414"/>
                  </a:lnTo>
                  <a:lnTo>
                    <a:pt x="1466" y="485"/>
                  </a:lnTo>
                  <a:lnTo>
                    <a:pt x="1402" y="516"/>
                  </a:lnTo>
                  <a:lnTo>
                    <a:pt x="1345" y="536"/>
                  </a:lnTo>
                  <a:lnTo>
                    <a:pt x="1281" y="561"/>
                  </a:lnTo>
                  <a:lnTo>
                    <a:pt x="1262" y="574"/>
                  </a:lnTo>
                  <a:lnTo>
                    <a:pt x="1243" y="593"/>
                  </a:lnTo>
                  <a:lnTo>
                    <a:pt x="1224" y="618"/>
                  </a:lnTo>
                  <a:lnTo>
                    <a:pt x="1211" y="663"/>
                  </a:lnTo>
                  <a:lnTo>
                    <a:pt x="1179" y="625"/>
                  </a:lnTo>
                  <a:lnTo>
                    <a:pt x="1153" y="504"/>
                  </a:lnTo>
                  <a:lnTo>
                    <a:pt x="1147" y="293"/>
                  </a:lnTo>
                  <a:lnTo>
                    <a:pt x="1141" y="249"/>
                  </a:lnTo>
                  <a:lnTo>
                    <a:pt x="1122" y="211"/>
                  </a:lnTo>
                  <a:lnTo>
                    <a:pt x="1090" y="147"/>
                  </a:lnTo>
                  <a:lnTo>
                    <a:pt x="1058" y="109"/>
                  </a:lnTo>
                  <a:lnTo>
                    <a:pt x="1045" y="89"/>
                  </a:lnTo>
                  <a:lnTo>
                    <a:pt x="1026" y="70"/>
                  </a:lnTo>
                  <a:lnTo>
                    <a:pt x="1007" y="58"/>
                  </a:lnTo>
                  <a:lnTo>
                    <a:pt x="981" y="58"/>
                  </a:lnTo>
                  <a:lnTo>
                    <a:pt x="969" y="58"/>
                  </a:lnTo>
                  <a:lnTo>
                    <a:pt x="943" y="64"/>
                  </a:lnTo>
                  <a:lnTo>
                    <a:pt x="930" y="77"/>
                  </a:lnTo>
                  <a:lnTo>
                    <a:pt x="918" y="64"/>
                  </a:lnTo>
                  <a:lnTo>
                    <a:pt x="899" y="58"/>
                  </a:lnTo>
                  <a:lnTo>
                    <a:pt x="886" y="58"/>
                  </a:lnTo>
                  <a:lnTo>
                    <a:pt x="873" y="64"/>
                  </a:lnTo>
                  <a:lnTo>
                    <a:pt x="854" y="77"/>
                  </a:lnTo>
                  <a:lnTo>
                    <a:pt x="848" y="83"/>
                  </a:lnTo>
                  <a:lnTo>
                    <a:pt x="809" y="134"/>
                  </a:lnTo>
                  <a:lnTo>
                    <a:pt x="777" y="191"/>
                  </a:lnTo>
                  <a:lnTo>
                    <a:pt x="752" y="262"/>
                  </a:lnTo>
                  <a:lnTo>
                    <a:pt x="752" y="300"/>
                  </a:lnTo>
                  <a:lnTo>
                    <a:pt x="752" y="332"/>
                  </a:lnTo>
                  <a:lnTo>
                    <a:pt x="758" y="370"/>
                  </a:lnTo>
                  <a:lnTo>
                    <a:pt x="771" y="402"/>
                  </a:lnTo>
                  <a:lnTo>
                    <a:pt x="777" y="440"/>
                  </a:lnTo>
                  <a:lnTo>
                    <a:pt x="777" y="472"/>
                  </a:lnTo>
                  <a:lnTo>
                    <a:pt x="777" y="510"/>
                  </a:lnTo>
                  <a:lnTo>
                    <a:pt x="765" y="587"/>
                  </a:lnTo>
                  <a:lnTo>
                    <a:pt x="758" y="606"/>
                  </a:lnTo>
                  <a:lnTo>
                    <a:pt x="758" y="663"/>
                  </a:lnTo>
                  <a:lnTo>
                    <a:pt x="752" y="669"/>
                  </a:lnTo>
                  <a:lnTo>
                    <a:pt x="752" y="676"/>
                  </a:lnTo>
                  <a:lnTo>
                    <a:pt x="746" y="689"/>
                  </a:lnTo>
                  <a:lnTo>
                    <a:pt x="733" y="695"/>
                  </a:lnTo>
                  <a:lnTo>
                    <a:pt x="720" y="701"/>
                  </a:lnTo>
                  <a:lnTo>
                    <a:pt x="707" y="708"/>
                  </a:lnTo>
                  <a:lnTo>
                    <a:pt x="669" y="803"/>
                  </a:lnTo>
                  <a:lnTo>
                    <a:pt x="624" y="931"/>
                  </a:lnTo>
                  <a:lnTo>
                    <a:pt x="580" y="829"/>
                  </a:lnTo>
                  <a:lnTo>
                    <a:pt x="593" y="810"/>
                  </a:lnTo>
                  <a:lnTo>
                    <a:pt x="561" y="746"/>
                  </a:lnTo>
                  <a:lnTo>
                    <a:pt x="554" y="727"/>
                  </a:lnTo>
                  <a:lnTo>
                    <a:pt x="542" y="708"/>
                  </a:lnTo>
                  <a:lnTo>
                    <a:pt x="516" y="676"/>
                  </a:lnTo>
                  <a:lnTo>
                    <a:pt x="471" y="644"/>
                  </a:lnTo>
                  <a:lnTo>
                    <a:pt x="395" y="612"/>
                  </a:lnTo>
                  <a:lnTo>
                    <a:pt x="401" y="599"/>
                  </a:lnTo>
                  <a:lnTo>
                    <a:pt x="427" y="599"/>
                  </a:lnTo>
                  <a:lnTo>
                    <a:pt x="440" y="491"/>
                  </a:lnTo>
                  <a:lnTo>
                    <a:pt x="427" y="351"/>
                  </a:lnTo>
                  <a:lnTo>
                    <a:pt x="408" y="300"/>
                  </a:lnTo>
                  <a:lnTo>
                    <a:pt x="395" y="268"/>
                  </a:lnTo>
                  <a:lnTo>
                    <a:pt x="382" y="242"/>
                  </a:lnTo>
                  <a:lnTo>
                    <a:pt x="357" y="223"/>
                  </a:lnTo>
                  <a:lnTo>
                    <a:pt x="331" y="204"/>
                  </a:lnTo>
                  <a:lnTo>
                    <a:pt x="287" y="185"/>
                  </a:lnTo>
                  <a:lnTo>
                    <a:pt x="248" y="185"/>
                  </a:lnTo>
                  <a:lnTo>
                    <a:pt x="210" y="191"/>
                  </a:lnTo>
                  <a:lnTo>
                    <a:pt x="185" y="204"/>
                  </a:lnTo>
                  <a:lnTo>
                    <a:pt x="166" y="223"/>
                  </a:lnTo>
                  <a:lnTo>
                    <a:pt x="146" y="242"/>
                  </a:lnTo>
                  <a:lnTo>
                    <a:pt x="134" y="287"/>
                  </a:lnTo>
                  <a:lnTo>
                    <a:pt x="121" y="338"/>
                  </a:lnTo>
                  <a:lnTo>
                    <a:pt x="102" y="453"/>
                  </a:lnTo>
                  <a:lnTo>
                    <a:pt x="95" y="542"/>
                  </a:lnTo>
                  <a:lnTo>
                    <a:pt x="95" y="580"/>
                  </a:lnTo>
                  <a:lnTo>
                    <a:pt x="108" y="587"/>
                  </a:lnTo>
                  <a:lnTo>
                    <a:pt x="146" y="618"/>
                  </a:lnTo>
                  <a:lnTo>
                    <a:pt x="76" y="689"/>
                  </a:lnTo>
                  <a:lnTo>
                    <a:pt x="38" y="714"/>
                  </a:lnTo>
                  <a:lnTo>
                    <a:pt x="25" y="720"/>
                  </a:lnTo>
                  <a:lnTo>
                    <a:pt x="13" y="740"/>
                  </a:lnTo>
                  <a:lnTo>
                    <a:pt x="6" y="752"/>
                  </a:lnTo>
                  <a:lnTo>
                    <a:pt x="0" y="771"/>
                  </a:lnTo>
                  <a:lnTo>
                    <a:pt x="0" y="797"/>
                  </a:lnTo>
                  <a:lnTo>
                    <a:pt x="0" y="810"/>
                  </a:lnTo>
                  <a:lnTo>
                    <a:pt x="19" y="969"/>
                  </a:lnTo>
                  <a:lnTo>
                    <a:pt x="44" y="982"/>
                  </a:lnTo>
                  <a:lnTo>
                    <a:pt x="70" y="1039"/>
                  </a:lnTo>
                  <a:lnTo>
                    <a:pt x="102" y="1103"/>
                  </a:lnTo>
                  <a:lnTo>
                    <a:pt x="153" y="1173"/>
                  </a:lnTo>
                  <a:lnTo>
                    <a:pt x="153" y="1192"/>
                  </a:lnTo>
                  <a:lnTo>
                    <a:pt x="153" y="1205"/>
                  </a:lnTo>
                  <a:lnTo>
                    <a:pt x="159" y="1205"/>
                  </a:lnTo>
                  <a:lnTo>
                    <a:pt x="159" y="1230"/>
                  </a:lnTo>
                  <a:lnTo>
                    <a:pt x="159" y="1243"/>
                  </a:lnTo>
                  <a:lnTo>
                    <a:pt x="172" y="1243"/>
                  </a:lnTo>
                  <a:lnTo>
                    <a:pt x="172" y="1249"/>
                  </a:lnTo>
                  <a:lnTo>
                    <a:pt x="172" y="1262"/>
                  </a:lnTo>
                  <a:lnTo>
                    <a:pt x="178" y="1275"/>
                  </a:lnTo>
                  <a:lnTo>
                    <a:pt x="191" y="1275"/>
                  </a:lnTo>
                  <a:lnTo>
                    <a:pt x="172" y="1383"/>
                  </a:lnTo>
                  <a:lnTo>
                    <a:pt x="159" y="1453"/>
                  </a:lnTo>
                  <a:lnTo>
                    <a:pt x="153" y="1511"/>
                  </a:lnTo>
                  <a:lnTo>
                    <a:pt x="153" y="1562"/>
                  </a:lnTo>
                  <a:lnTo>
                    <a:pt x="153" y="1606"/>
                  </a:lnTo>
                  <a:lnTo>
                    <a:pt x="159" y="1645"/>
                  </a:lnTo>
                  <a:lnTo>
                    <a:pt x="178" y="1702"/>
                  </a:lnTo>
                  <a:lnTo>
                    <a:pt x="185" y="1721"/>
                  </a:lnTo>
                  <a:lnTo>
                    <a:pt x="191" y="1772"/>
                  </a:lnTo>
                  <a:lnTo>
                    <a:pt x="452" y="1772"/>
                  </a:lnTo>
                  <a:lnTo>
                    <a:pt x="452" y="1759"/>
                  </a:lnTo>
                  <a:lnTo>
                    <a:pt x="459" y="1772"/>
                  </a:lnTo>
                  <a:lnTo>
                    <a:pt x="675" y="1772"/>
                  </a:lnTo>
                  <a:lnTo>
                    <a:pt x="663" y="1645"/>
                  </a:lnTo>
                  <a:lnTo>
                    <a:pt x="637" y="1504"/>
                  </a:lnTo>
                  <a:lnTo>
                    <a:pt x="612" y="1351"/>
                  </a:lnTo>
                  <a:lnTo>
                    <a:pt x="695" y="1402"/>
                  </a:lnTo>
                  <a:lnTo>
                    <a:pt x="688" y="1696"/>
                  </a:lnTo>
                  <a:lnTo>
                    <a:pt x="701" y="1696"/>
                  </a:lnTo>
                  <a:lnTo>
                    <a:pt x="714" y="1645"/>
                  </a:lnTo>
                  <a:lnTo>
                    <a:pt x="726" y="1766"/>
                  </a:lnTo>
                  <a:lnTo>
                    <a:pt x="726" y="1772"/>
                  </a:lnTo>
                  <a:lnTo>
                    <a:pt x="1778" y="1772"/>
                  </a:lnTo>
                  <a:lnTo>
                    <a:pt x="1785" y="1715"/>
                  </a:lnTo>
                  <a:lnTo>
                    <a:pt x="1797" y="1543"/>
                  </a:lnTo>
                  <a:lnTo>
                    <a:pt x="1778" y="1390"/>
                  </a:lnTo>
                  <a:lnTo>
                    <a:pt x="1778" y="1345"/>
                  </a:lnTo>
                  <a:lnTo>
                    <a:pt x="1810" y="1332"/>
                  </a:lnTo>
                  <a:lnTo>
                    <a:pt x="1829" y="1319"/>
                  </a:lnTo>
                  <a:lnTo>
                    <a:pt x="1836" y="1307"/>
                  </a:lnTo>
                  <a:lnTo>
                    <a:pt x="1848" y="1186"/>
                  </a:lnTo>
                  <a:lnTo>
                    <a:pt x="1867" y="1065"/>
                  </a:lnTo>
                  <a:lnTo>
                    <a:pt x="1944" y="797"/>
                  </a:lnTo>
                  <a:lnTo>
                    <a:pt x="1944" y="708"/>
                  </a:lnTo>
                  <a:close/>
                  <a:moveTo>
                    <a:pt x="1262" y="1351"/>
                  </a:moveTo>
                  <a:lnTo>
                    <a:pt x="1249" y="1377"/>
                  </a:lnTo>
                  <a:lnTo>
                    <a:pt x="1249" y="1466"/>
                  </a:lnTo>
                  <a:lnTo>
                    <a:pt x="1236" y="1453"/>
                  </a:lnTo>
                  <a:lnTo>
                    <a:pt x="1211" y="1402"/>
                  </a:lnTo>
                  <a:lnTo>
                    <a:pt x="1211" y="1358"/>
                  </a:lnTo>
                  <a:lnTo>
                    <a:pt x="1166" y="1275"/>
                  </a:lnTo>
                  <a:lnTo>
                    <a:pt x="1166" y="1249"/>
                  </a:lnTo>
                  <a:lnTo>
                    <a:pt x="1179" y="1218"/>
                  </a:lnTo>
                  <a:lnTo>
                    <a:pt x="1192" y="1186"/>
                  </a:lnTo>
                  <a:lnTo>
                    <a:pt x="1204" y="1154"/>
                  </a:lnTo>
                  <a:lnTo>
                    <a:pt x="1268" y="1198"/>
                  </a:lnTo>
                  <a:lnTo>
                    <a:pt x="1236" y="1230"/>
                  </a:lnTo>
                  <a:lnTo>
                    <a:pt x="1243" y="1256"/>
                  </a:lnTo>
                  <a:lnTo>
                    <a:pt x="1262" y="1281"/>
                  </a:lnTo>
                  <a:lnTo>
                    <a:pt x="1281" y="1288"/>
                  </a:lnTo>
                  <a:lnTo>
                    <a:pt x="1287" y="1307"/>
                  </a:lnTo>
                  <a:lnTo>
                    <a:pt x="1262" y="1351"/>
                  </a:lnTo>
                  <a:close/>
                </a:path>
              </a:pathLst>
            </a:custGeom>
            <a:solidFill>
              <a:srgbClr val="00B0F0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prstClr val="black"/>
                </a:solidFill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1067" name="Freeform 1820"/>
            <p:cNvSpPr>
              <a:spLocks/>
            </p:cNvSpPr>
            <p:nvPr/>
          </p:nvSpPr>
          <p:spPr bwMode="auto">
            <a:xfrm>
              <a:off x="7343611" y="3116200"/>
              <a:ext cx="423039" cy="1460546"/>
            </a:xfrm>
            <a:custGeom>
              <a:avLst/>
              <a:gdLst>
                <a:gd name="T0" fmla="*/ 134 w 179"/>
                <a:gd name="T1" fmla="*/ 0 h 618"/>
                <a:gd name="T2" fmla="*/ 179 w 179"/>
                <a:gd name="T3" fmla="*/ 51 h 618"/>
                <a:gd name="T4" fmla="*/ 141 w 179"/>
                <a:gd name="T5" fmla="*/ 83 h 618"/>
                <a:gd name="T6" fmla="*/ 141 w 179"/>
                <a:gd name="T7" fmla="*/ 83 h 618"/>
                <a:gd name="T8" fmla="*/ 153 w 179"/>
                <a:gd name="T9" fmla="*/ 172 h 618"/>
                <a:gd name="T10" fmla="*/ 153 w 179"/>
                <a:gd name="T11" fmla="*/ 255 h 618"/>
                <a:gd name="T12" fmla="*/ 147 w 179"/>
                <a:gd name="T13" fmla="*/ 344 h 618"/>
                <a:gd name="T14" fmla="*/ 134 w 179"/>
                <a:gd name="T15" fmla="*/ 516 h 618"/>
                <a:gd name="T16" fmla="*/ 134 w 179"/>
                <a:gd name="T17" fmla="*/ 593 h 618"/>
                <a:gd name="T18" fmla="*/ 83 w 179"/>
                <a:gd name="T19" fmla="*/ 618 h 618"/>
                <a:gd name="T20" fmla="*/ 0 w 179"/>
                <a:gd name="T21" fmla="*/ 593 h 618"/>
                <a:gd name="T22" fmla="*/ 0 w 179"/>
                <a:gd name="T23" fmla="*/ 593 h 618"/>
                <a:gd name="T24" fmla="*/ 26 w 179"/>
                <a:gd name="T25" fmla="*/ 433 h 618"/>
                <a:gd name="T26" fmla="*/ 51 w 179"/>
                <a:gd name="T27" fmla="*/ 312 h 618"/>
                <a:gd name="T28" fmla="*/ 64 w 179"/>
                <a:gd name="T29" fmla="*/ 261 h 618"/>
                <a:gd name="T30" fmla="*/ 71 w 179"/>
                <a:gd name="T31" fmla="*/ 223 h 618"/>
                <a:gd name="T32" fmla="*/ 71 w 179"/>
                <a:gd name="T33" fmla="*/ 223 h 618"/>
                <a:gd name="T34" fmla="*/ 90 w 179"/>
                <a:gd name="T35" fmla="*/ 172 h 618"/>
                <a:gd name="T36" fmla="*/ 102 w 179"/>
                <a:gd name="T37" fmla="*/ 121 h 618"/>
                <a:gd name="T38" fmla="*/ 102 w 179"/>
                <a:gd name="T39" fmla="*/ 70 h 618"/>
                <a:gd name="T40" fmla="*/ 96 w 179"/>
                <a:gd name="T41" fmla="*/ 38 h 618"/>
                <a:gd name="T42" fmla="*/ 134 w 179"/>
                <a:gd name="T43" fmla="*/ 0 h 61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79"/>
                <a:gd name="T67" fmla="*/ 0 h 618"/>
                <a:gd name="T68" fmla="*/ 179 w 179"/>
                <a:gd name="T69" fmla="*/ 618 h 61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79" h="618">
                  <a:moveTo>
                    <a:pt x="134" y="0"/>
                  </a:moveTo>
                  <a:lnTo>
                    <a:pt x="179" y="51"/>
                  </a:lnTo>
                  <a:lnTo>
                    <a:pt x="141" y="83"/>
                  </a:lnTo>
                  <a:lnTo>
                    <a:pt x="153" y="172"/>
                  </a:lnTo>
                  <a:lnTo>
                    <a:pt x="153" y="255"/>
                  </a:lnTo>
                  <a:lnTo>
                    <a:pt x="147" y="344"/>
                  </a:lnTo>
                  <a:lnTo>
                    <a:pt x="134" y="516"/>
                  </a:lnTo>
                  <a:lnTo>
                    <a:pt x="134" y="593"/>
                  </a:lnTo>
                  <a:lnTo>
                    <a:pt x="83" y="618"/>
                  </a:lnTo>
                  <a:lnTo>
                    <a:pt x="0" y="593"/>
                  </a:lnTo>
                  <a:lnTo>
                    <a:pt x="26" y="433"/>
                  </a:lnTo>
                  <a:lnTo>
                    <a:pt x="51" y="312"/>
                  </a:lnTo>
                  <a:lnTo>
                    <a:pt x="64" y="261"/>
                  </a:lnTo>
                  <a:lnTo>
                    <a:pt x="71" y="223"/>
                  </a:lnTo>
                  <a:lnTo>
                    <a:pt x="90" y="172"/>
                  </a:lnTo>
                  <a:lnTo>
                    <a:pt x="102" y="121"/>
                  </a:lnTo>
                  <a:lnTo>
                    <a:pt x="102" y="70"/>
                  </a:lnTo>
                  <a:lnTo>
                    <a:pt x="96" y="38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prstClr val="black"/>
                </a:solidFill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1068" name="Freeform 1821"/>
            <p:cNvSpPr>
              <a:spLocks/>
            </p:cNvSpPr>
            <p:nvPr/>
          </p:nvSpPr>
          <p:spPr bwMode="auto">
            <a:xfrm>
              <a:off x="7329431" y="4834351"/>
              <a:ext cx="316688" cy="224518"/>
            </a:xfrm>
            <a:custGeom>
              <a:avLst/>
              <a:gdLst>
                <a:gd name="T0" fmla="*/ 128 w 134"/>
                <a:gd name="T1" fmla="*/ 31 h 95"/>
                <a:gd name="T2" fmla="*/ 134 w 134"/>
                <a:gd name="T3" fmla="*/ 70 h 95"/>
                <a:gd name="T4" fmla="*/ 51 w 134"/>
                <a:gd name="T5" fmla="*/ 95 h 95"/>
                <a:gd name="T6" fmla="*/ 0 w 134"/>
                <a:gd name="T7" fmla="*/ 44 h 95"/>
                <a:gd name="T8" fmla="*/ 0 w 134"/>
                <a:gd name="T9" fmla="*/ 12 h 95"/>
                <a:gd name="T10" fmla="*/ 51 w 134"/>
                <a:gd name="T11" fmla="*/ 0 h 95"/>
                <a:gd name="T12" fmla="*/ 128 w 134"/>
                <a:gd name="T13" fmla="*/ 31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4"/>
                <a:gd name="T22" fmla="*/ 0 h 95"/>
                <a:gd name="T23" fmla="*/ 134 w 134"/>
                <a:gd name="T24" fmla="*/ 95 h 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4" h="95">
                  <a:moveTo>
                    <a:pt x="128" y="31"/>
                  </a:moveTo>
                  <a:lnTo>
                    <a:pt x="134" y="70"/>
                  </a:lnTo>
                  <a:lnTo>
                    <a:pt x="51" y="95"/>
                  </a:lnTo>
                  <a:lnTo>
                    <a:pt x="0" y="44"/>
                  </a:lnTo>
                  <a:lnTo>
                    <a:pt x="0" y="12"/>
                  </a:lnTo>
                  <a:lnTo>
                    <a:pt x="51" y="0"/>
                  </a:lnTo>
                  <a:lnTo>
                    <a:pt x="128" y="3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prstClr val="black"/>
                </a:solidFill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1069" name="Freeform 1822"/>
            <p:cNvSpPr>
              <a:spLocks/>
            </p:cNvSpPr>
            <p:nvPr/>
          </p:nvSpPr>
          <p:spPr bwMode="auto">
            <a:xfrm>
              <a:off x="5807439" y="3491973"/>
              <a:ext cx="815354" cy="950064"/>
            </a:xfrm>
            <a:custGeom>
              <a:avLst/>
              <a:gdLst>
                <a:gd name="T0" fmla="*/ 90 w 345"/>
                <a:gd name="T1" fmla="*/ 230 h 402"/>
                <a:gd name="T2" fmla="*/ 128 w 345"/>
                <a:gd name="T3" fmla="*/ 179 h 402"/>
                <a:gd name="T4" fmla="*/ 166 w 345"/>
                <a:gd name="T5" fmla="*/ 115 h 402"/>
                <a:gd name="T6" fmla="*/ 198 w 345"/>
                <a:gd name="T7" fmla="*/ 58 h 402"/>
                <a:gd name="T8" fmla="*/ 249 w 345"/>
                <a:gd name="T9" fmla="*/ 0 h 402"/>
                <a:gd name="T10" fmla="*/ 281 w 345"/>
                <a:gd name="T11" fmla="*/ 19 h 402"/>
                <a:gd name="T12" fmla="*/ 332 w 345"/>
                <a:gd name="T13" fmla="*/ 32 h 402"/>
                <a:gd name="T14" fmla="*/ 345 w 345"/>
                <a:gd name="T15" fmla="*/ 83 h 402"/>
                <a:gd name="T16" fmla="*/ 249 w 345"/>
                <a:gd name="T17" fmla="*/ 90 h 402"/>
                <a:gd name="T18" fmla="*/ 287 w 345"/>
                <a:gd name="T19" fmla="*/ 172 h 402"/>
                <a:gd name="T20" fmla="*/ 192 w 345"/>
                <a:gd name="T21" fmla="*/ 223 h 402"/>
                <a:gd name="T22" fmla="*/ 121 w 345"/>
                <a:gd name="T23" fmla="*/ 281 h 402"/>
                <a:gd name="T24" fmla="*/ 51 w 345"/>
                <a:gd name="T25" fmla="*/ 402 h 402"/>
                <a:gd name="T26" fmla="*/ 39 w 345"/>
                <a:gd name="T27" fmla="*/ 357 h 402"/>
                <a:gd name="T28" fmla="*/ 32 w 345"/>
                <a:gd name="T29" fmla="*/ 255 h 402"/>
                <a:gd name="T30" fmla="*/ 32 w 345"/>
                <a:gd name="T31" fmla="*/ 179 h 402"/>
                <a:gd name="T32" fmla="*/ 0 w 345"/>
                <a:gd name="T33" fmla="*/ 128 h 402"/>
                <a:gd name="T34" fmla="*/ 64 w 345"/>
                <a:gd name="T35" fmla="*/ 83 h 402"/>
                <a:gd name="T36" fmla="*/ 13 w 345"/>
                <a:gd name="T37" fmla="*/ 58 h 402"/>
                <a:gd name="T38" fmla="*/ 90 w 345"/>
                <a:gd name="T39" fmla="*/ 13 h 402"/>
                <a:gd name="T40" fmla="*/ 96 w 345"/>
                <a:gd name="T41" fmla="*/ 90 h 402"/>
                <a:gd name="T42" fmla="*/ 90 w 345"/>
                <a:gd name="T43" fmla="*/ 160 h 402"/>
                <a:gd name="T44" fmla="*/ 90 w 345"/>
                <a:gd name="T45" fmla="*/ 230 h 40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45"/>
                <a:gd name="T70" fmla="*/ 0 h 402"/>
                <a:gd name="T71" fmla="*/ 345 w 345"/>
                <a:gd name="T72" fmla="*/ 402 h 40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45" h="402">
                  <a:moveTo>
                    <a:pt x="90" y="230"/>
                  </a:moveTo>
                  <a:lnTo>
                    <a:pt x="128" y="179"/>
                  </a:lnTo>
                  <a:lnTo>
                    <a:pt x="166" y="115"/>
                  </a:lnTo>
                  <a:lnTo>
                    <a:pt x="198" y="58"/>
                  </a:lnTo>
                  <a:lnTo>
                    <a:pt x="249" y="0"/>
                  </a:lnTo>
                  <a:lnTo>
                    <a:pt x="281" y="19"/>
                  </a:lnTo>
                  <a:lnTo>
                    <a:pt x="332" y="32"/>
                  </a:lnTo>
                  <a:lnTo>
                    <a:pt x="345" y="83"/>
                  </a:lnTo>
                  <a:lnTo>
                    <a:pt x="249" y="90"/>
                  </a:lnTo>
                  <a:lnTo>
                    <a:pt x="287" y="172"/>
                  </a:lnTo>
                  <a:lnTo>
                    <a:pt x="192" y="223"/>
                  </a:lnTo>
                  <a:lnTo>
                    <a:pt x="121" y="281"/>
                  </a:lnTo>
                  <a:lnTo>
                    <a:pt x="51" y="402"/>
                  </a:lnTo>
                  <a:lnTo>
                    <a:pt x="39" y="357"/>
                  </a:lnTo>
                  <a:lnTo>
                    <a:pt x="32" y="255"/>
                  </a:lnTo>
                  <a:lnTo>
                    <a:pt x="32" y="179"/>
                  </a:lnTo>
                  <a:lnTo>
                    <a:pt x="0" y="128"/>
                  </a:lnTo>
                  <a:lnTo>
                    <a:pt x="64" y="83"/>
                  </a:lnTo>
                  <a:lnTo>
                    <a:pt x="13" y="58"/>
                  </a:lnTo>
                  <a:lnTo>
                    <a:pt x="90" y="13"/>
                  </a:lnTo>
                  <a:lnTo>
                    <a:pt x="96" y="90"/>
                  </a:lnTo>
                  <a:lnTo>
                    <a:pt x="90" y="160"/>
                  </a:lnTo>
                  <a:lnTo>
                    <a:pt x="90" y="2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prstClr val="black"/>
                </a:solidFill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1070" name="Freeform 1823"/>
            <p:cNvSpPr>
              <a:spLocks/>
            </p:cNvSpPr>
            <p:nvPr/>
          </p:nvSpPr>
          <p:spPr bwMode="auto">
            <a:xfrm>
              <a:off x="4316170" y="3416346"/>
              <a:ext cx="843714" cy="647556"/>
            </a:xfrm>
            <a:custGeom>
              <a:avLst/>
              <a:gdLst>
                <a:gd name="T0" fmla="*/ 262 w 357"/>
                <a:gd name="T1" fmla="*/ 51 h 274"/>
                <a:gd name="T2" fmla="*/ 249 w 357"/>
                <a:gd name="T3" fmla="*/ 20 h 274"/>
                <a:gd name="T4" fmla="*/ 306 w 357"/>
                <a:gd name="T5" fmla="*/ 20 h 274"/>
                <a:gd name="T6" fmla="*/ 357 w 357"/>
                <a:gd name="T7" fmla="*/ 64 h 274"/>
                <a:gd name="T8" fmla="*/ 293 w 357"/>
                <a:gd name="T9" fmla="*/ 64 h 274"/>
                <a:gd name="T10" fmla="*/ 306 w 357"/>
                <a:gd name="T11" fmla="*/ 102 h 274"/>
                <a:gd name="T12" fmla="*/ 313 w 357"/>
                <a:gd name="T13" fmla="*/ 166 h 274"/>
                <a:gd name="T14" fmla="*/ 313 w 357"/>
                <a:gd name="T15" fmla="*/ 274 h 274"/>
                <a:gd name="T16" fmla="*/ 262 w 357"/>
                <a:gd name="T17" fmla="*/ 236 h 274"/>
                <a:gd name="T18" fmla="*/ 185 w 357"/>
                <a:gd name="T19" fmla="*/ 185 h 274"/>
                <a:gd name="T20" fmla="*/ 153 w 357"/>
                <a:gd name="T21" fmla="*/ 128 h 274"/>
                <a:gd name="T22" fmla="*/ 115 w 357"/>
                <a:gd name="T23" fmla="*/ 83 h 274"/>
                <a:gd name="T24" fmla="*/ 45 w 357"/>
                <a:gd name="T25" fmla="*/ 147 h 274"/>
                <a:gd name="T26" fmla="*/ 0 w 357"/>
                <a:gd name="T27" fmla="*/ 26 h 274"/>
                <a:gd name="T28" fmla="*/ 13 w 357"/>
                <a:gd name="T29" fmla="*/ 0 h 274"/>
                <a:gd name="T30" fmla="*/ 83 w 357"/>
                <a:gd name="T31" fmla="*/ 20 h 274"/>
                <a:gd name="T32" fmla="*/ 153 w 357"/>
                <a:gd name="T33" fmla="*/ 58 h 274"/>
                <a:gd name="T34" fmla="*/ 204 w 357"/>
                <a:gd name="T35" fmla="*/ 122 h 274"/>
                <a:gd name="T36" fmla="*/ 262 w 357"/>
                <a:gd name="T37" fmla="*/ 198 h 274"/>
                <a:gd name="T38" fmla="*/ 300 w 357"/>
                <a:gd name="T39" fmla="*/ 249 h 274"/>
                <a:gd name="T40" fmla="*/ 281 w 357"/>
                <a:gd name="T41" fmla="*/ 166 h 274"/>
                <a:gd name="T42" fmla="*/ 268 w 357"/>
                <a:gd name="T43" fmla="*/ 83 h 274"/>
                <a:gd name="T44" fmla="*/ 262 w 357"/>
                <a:gd name="T45" fmla="*/ 51 h 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57"/>
                <a:gd name="T70" fmla="*/ 0 h 274"/>
                <a:gd name="T71" fmla="*/ 357 w 357"/>
                <a:gd name="T72" fmla="*/ 274 h 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57" h="274">
                  <a:moveTo>
                    <a:pt x="262" y="51"/>
                  </a:moveTo>
                  <a:lnTo>
                    <a:pt x="249" y="20"/>
                  </a:lnTo>
                  <a:lnTo>
                    <a:pt x="306" y="20"/>
                  </a:lnTo>
                  <a:lnTo>
                    <a:pt x="357" y="64"/>
                  </a:lnTo>
                  <a:lnTo>
                    <a:pt x="293" y="64"/>
                  </a:lnTo>
                  <a:lnTo>
                    <a:pt x="306" y="102"/>
                  </a:lnTo>
                  <a:lnTo>
                    <a:pt x="313" y="166"/>
                  </a:lnTo>
                  <a:lnTo>
                    <a:pt x="313" y="274"/>
                  </a:lnTo>
                  <a:lnTo>
                    <a:pt x="262" y="236"/>
                  </a:lnTo>
                  <a:lnTo>
                    <a:pt x="185" y="185"/>
                  </a:lnTo>
                  <a:lnTo>
                    <a:pt x="153" y="128"/>
                  </a:lnTo>
                  <a:lnTo>
                    <a:pt x="115" y="83"/>
                  </a:lnTo>
                  <a:lnTo>
                    <a:pt x="45" y="147"/>
                  </a:lnTo>
                  <a:lnTo>
                    <a:pt x="0" y="26"/>
                  </a:lnTo>
                  <a:lnTo>
                    <a:pt x="13" y="0"/>
                  </a:lnTo>
                  <a:lnTo>
                    <a:pt x="83" y="20"/>
                  </a:lnTo>
                  <a:lnTo>
                    <a:pt x="153" y="58"/>
                  </a:lnTo>
                  <a:lnTo>
                    <a:pt x="204" y="122"/>
                  </a:lnTo>
                  <a:lnTo>
                    <a:pt x="262" y="198"/>
                  </a:lnTo>
                  <a:lnTo>
                    <a:pt x="300" y="249"/>
                  </a:lnTo>
                  <a:lnTo>
                    <a:pt x="281" y="166"/>
                  </a:lnTo>
                  <a:lnTo>
                    <a:pt x="268" y="83"/>
                  </a:lnTo>
                  <a:lnTo>
                    <a:pt x="262" y="5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prstClr val="black"/>
                </a:solidFill>
                <a:latin typeface="Calibri" pitchFamily="34" charset="0"/>
                <a:ea typeface="宋体" charset="-122"/>
              </a:endParaRPr>
            </a:p>
          </p:txBody>
        </p:sp>
      </p:grpSp>
      <p:cxnSp>
        <p:nvCxnSpPr>
          <p:cNvPr id="1071" name="Straight Connector 1070"/>
          <p:cNvCxnSpPr/>
          <p:nvPr/>
        </p:nvCxnSpPr>
        <p:spPr>
          <a:xfrm>
            <a:off x="3227717" y="1686195"/>
            <a:ext cx="0" cy="1066800"/>
          </a:xfrm>
          <a:prstGeom prst="line">
            <a:avLst/>
          </a:prstGeom>
          <a:ln w="19050">
            <a:gradFill>
              <a:gsLst>
                <a:gs pos="76000">
                  <a:schemeClr val="bg1"/>
                </a:gs>
                <a:gs pos="75000">
                  <a:srgbClr val="00B0F0"/>
                </a:gs>
                <a:gs pos="0">
                  <a:srgbClr val="00B0F0"/>
                </a:gs>
                <a:gs pos="100000">
                  <a:schemeClr val="bg1"/>
                </a:gs>
              </a:gsLst>
              <a:lin ang="5400000" scaled="0"/>
            </a:gra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67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面对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后，需要成为教练型管理者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191000" y="1253878"/>
            <a:ext cx="3429000" cy="3429000"/>
            <a:chOff x="1219200" y="1262495"/>
            <a:chExt cx="3429000" cy="3429000"/>
          </a:xfrm>
        </p:grpSpPr>
        <p:grpSp>
          <p:nvGrpSpPr>
            <p:cNvPr id="8" name="Group 7"/>
            <p:cNvGrpSpPr/>
            <p:nvPr/>
          </p:nvGrpSpPr>
          <p:grpSpPr>
            <a:xfrm>
              <a:off x="1350604" y="1428750"/>
              <a:ext cx="3124199" cy="3124200"/>
              <a:chOff x="2771648" y="771397"/>
              <a:chExt cx="3600704" cy="3600705"/>
            </a:xfrm>
          </p:grpSpPr>
          <p:sp>
            <p:nvSpPr>
              <p:cNvPr id="14" name="Freeform 13"/>
              <p:cNvSpPr/>
              <p:nvPr/>
            </p:nvSpPr>
            <p:spPr>
              <a:xfrm>
                <a:off x="2771648" y="771397"/>
                <a:ext cx="1759712" cy="1759712"/>
              </a:xfrm>
              <a:custGeom>
                <a:avLst/>
                <a:gdLst>
                  <a:gd name="connsiteX0" fmla="*/ 0 w 1759712"/>
                  <a:gd name="connsiteY0" fmla="*/ 1759712 h 1759712"/>
                  <a:gd name="connsiteX1" fmla="*/ 1759712 w 1759712"/>
                  <a:gd name="connsiteY1" fmla="*/ 0 h 1759712"/>
                  <a:gd name="connsiteX2" fmla="*/ 1759712 w 1759712"/>
                  <a:gd name="connsiteY2" fmla="*/ 1759712 h 1759712"/>
                  <a:gd name="connsiteX3" fmla="*/ 0 w 1759712"/>
                  <a:gd name="connsiteY3" fmla="*/ 1759712 h 1759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9712" h="1759712">
                    <a:moveTo>
                      <a:pt x="0" y="1759712"/>
                    </a:moveTo>
                    <a:cubicBezTo>
                      <a:pt x="0" y="787850"/>
                      <a:pt x="787850" y="0"/>
                      <a:pt x="1759712" y="0"/>
                    </a:cubicBezTo>
                    <a:lnTo>
                      <a:pt x="1759712" y="1759712"/>
                    </a:lnTo>
                    <a:lnTo>
                      <a:pt x="0" y="1759712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21656" tIns="721656" rIns="206248" bIns="206248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4612640" y="771397"/>
                <a:ext cx="1759712" cy="1759712"/>
              </a:xfrm>
              <a:custGeom>
                <a:avLst/>
                <a:gdLst>
                  <a:gd name="connsiteX0" fmla="*/ 0 w 1759712"/>
                  <a:gd name="connsiteY0" fmla="*/ 1759712 h 1759712"/>
                  <a:gd name="connsiteX1" fmla="*/ 1759712 w 1759712"/>
                  <a:gd name="connsiteY1" fmla="*/ 0 h 1759712"/>
                  <a:gd name="connsiteX2" fmla="*/ 1759712 w 1759712"/>
                  <a:gd name="connsiteY2" fmla="*/ 1759712 h 1759712"/>
                  <a:gd name="connsiteX3" fmla="*/ 0 w 1759712"/>
                  <a:gd name="connsiteY3" fmla="*/ 1759712 h 1759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9712" h="1759712">
                    <a:moveTo>
                      <a:pt x="0" y="0"/>
                    </a:moveTo>
                    <a:cubicBezTo>
                      <a:pt x="971862" y="0"/>
                      <a:pt x="1759712" y="787850"/>
                      <a:pt x="1759712" y="1759712"/>
                    </a:cubicBezTo>
                    <a:lnTo>
                      <a:pt x="0" y="17597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6248" tIns="721656" rIns="721656" bIns="206248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  <p:sp>
            <p:nvSpPr>
              <p:cNvPr id="16" name="Freeform 15"/>
              <p:cNvSpPr/>
              <p:nvPr/>
            </p:nvSpPr>
            <p:spPr>
              <a:xfrm rot="21600000">
                <a:off x="4612640" y="2612389"/>
                <a:ext cx="1759712" cy="1759713"/>
              </a:xfrm>
              <a:custGeom>
                <a:avLst/>
                <a:gdLst>
                  <a:gd name="connsiteX0" fmla="*/ 0 w 1759712"/>
                  <a:gd name="connsiteY0" fmla="*/ 1759712 h 1759712"/>
                  <a:gd name="connsiteX1" fmla="*/ 1759712 w 1759712"/>
                  <a:gd name="connsiteY1" fmla="*/ 0 h 1759712"/>
                  <a:gd name="connsiteX2" fmla="*/ 1759712 w 1759712"/>
                  <a:gd name="connsiteY2" fmla="*/ 1759712 h 1759712"/>
                  <a:gd name="connsiteX3" fmla="*/ 0 w 1759712"/>
                  <a:gd name="connsiteY3" fmla="*/ 1759712 h 1759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9712" h="1759712">
                    <a:moveTo>
                      <a:pt x="1759712" y="0"/>
                    </a:moveTo>
                    <a:cubicBezTo>
                      <a:pt x="1759712" y="971862"/>
                      <a:pt x="971862" y="1759712"/>
                      <a:pt x="0" y="1759712"/>
                    </a:cubicBezTo>
                    <a:lnTo>
                      <a:pt x="0" y="0"/>
                    </a:lnTo>
                    <a:lnTo>
                      <a:pt x="1759712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6248" tIns="206249" rIns="721656" bIns="721656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  <p:sp>
            <p:nvSpPr>
              <p:cNvPr id="17" name="Freeform 16"/>
              <p:cNvSpPr/>
              <p:nvPr/>
            </p:nvSpPr>
            <p:spPr>
              <a:xfrm rot="21600000">
                <a:off x="2771648" y="2612390"/>
                <a:ext cx="1759712" cy="1759712"/>
              </a:xfrm>
              <a:custGeom>
                <a:avLst/>
                <a:gdLst>
                  <a:gd name="connsiteX0" fmla="*/ 0 w 1759712"/>
                  <a:gd name="connsiteY0" fmla="*/ 1759712 h 1759712"/>
                  <a:gd name="connsiteX1" fmla="*/ 1759712 w 1759712"/>
                  <a:gd name="connsiteY1" fmla="*/ 0 h 1759712"/>
                  <a:gd name="connsiteX2" fmla="*/ 1759712 w 1759712"/>
                  <a:gd name="connsiteY2" fmla="*/ 1759712 h 1759712"/>
                  <a:gd name="connsiteX3" fmla="*/ 0 w 1759712"/>
                  <a:gd name="connsiteY3" fmla="*/ 1759712 h 1759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9712" h="1759712">
                    <a:moveTo>
                      <a:pt x="1759712" y="1759712"/>
                    </a:moveTo>
                    <a:cubicBezTo>
                      <a:pt x="787850" y="1759712"/>
                      <a:pt x="0" y="971862"/>
                      <a:pt x="0" y="0"/>
                    </a:cubicBezTo>
                    <a:lnTo>
                      <a:pt x="1759712" y="0"/>
                    </a:lnTo>
                    <a:lnTo>
                      <a:pt x="1759712" y="1759712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21656" tIns="206248" rIns="206247" bIns="721656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</p:grpSp>
        <p:sp>
          <p:nvSpPr>
            <p:cNvPr id="20" name="Oval 19"/>
            <p:cNvSpPr/>
            <p:nvPr/>
          </p:nvSpPr>
          <p:spPr>
            <a:xfrm>
              <a:off x="2152650" y="2230269"/>
              <a:ext cx="1519032" cy="15190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solidFill>
                    <a:srgbClr val="00B0F0"/>
                  </a:solidFill>
                </a:rPr>
                <a:t>聆听</a:t>
              </a:r>
              <a:endParaRPr lang="en-US" altLang="zh-CN" dirty="0" smtClean="0">
                <a:solidFill>
                  <a:srgbClr val="00B0F0"/>
                </a:solidFill>
              </a:endParaRPr>
            </a:p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zh-CN" altLang="en-US" dirty="0">
                  <a:solidFill>
                    <a:srgbClr val="00B0F0"/>
                  </a:solidFill>
                </a:rPr>
                <a:t>发</a:t>
              </a:r>
              <a:r>
                <a:rPr lang="zh-CN" altLang="en-US" dirty="0" smtClean="0">
                  <a:solidFill>
                    <a:srgbClr val="00B0F0"/>
                  </a:solidFill>
                </a:rPr>
                <a:t>问</a:t>
              </a:r>
              <a:endParaRPr lang="en-US" altLang="zh-CN" dirty="0" smtClean="0">
                <a:solidFill>
                  <a:srgbClr val="00B0F0"/>
                </a:solidFill>
              </a:endParaRPr>
            </a:p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zh-CN" altLang="en-US" dirty="0">
                  <a:solidFill>
                    <a:srgbClr val="00B0F0"/>
                  </a:solidFill>
                </a:rPr>
                <a:t>区</a:t>
              </a:r>
              <a:r>
                <a:rPr lang="zh-CN" altLang="en-US" dirty="0" smtClean="0">
                  <a:solidFill>
                    <a:srgbClr val="00B0F0"/>
                  </a:solidFill>
                </a:rPr>
                <a:t>分</a:t>
              </a:r>
              <a:endParaRPr lang="en-US" altLang="zh-CN" dirty="0" smtClean="0">
                <a:solidFill>
                  <a:srgbClr val="00B0F0"/>
                </a:solidFill>
              </a:endParaRPr>
            </a:p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zh-CN" altLang="en-US" dirty="0">
                  <a:solidFill>
                    <a:srgbClr val="00B0F0"/>
                  </a:solidFill>
                </a:rPr>
                <a:t>回应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 rot="3080412">
              <a:off x="3157386" y="2045602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b="1" dirty="0">
                  <a:solidFill>
                    <a:schemeClr val="bg1"/>
                  </a:solidFill>
                </a:rPr>
                <a:t>厘清目标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 rot="18609360">
              <a:off x="3196895" y="356463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b="1" dirty="0">
                  <a:solidFill>
                    <a:schemeClr val="bg1"/>
                  </a:solidFill>
                </a:rPr>
                <a:t>反应真相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 rot="2616366">
              <a:off x="1560026" y="3604863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b="1" dirty="0">
                  <a:solidFill>
                    <a:schemeClr val="bg1"/>
                  </a:solidFill>
                </a:rPr>
                <a:t>迁善心态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 rot="18715002">
              <a:off x="1539023" y="2033247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b="1" dirty="0">
                  <a:solidFill>
                    <a:schemeClr val="bg1"/>
                  </a:solidFill>
                </a:rPr>
                <a:t>行动计划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Arc 25"/>
            <p:cNvSpPr/>
            <p:nvPr/>
          </p:nvSpPr>
          <p:spPr>
            <a:xfrm>
              <a:off x="1219200" y="1262495"/>
              <a:ext cx="3429000" cy="3429000"/>
            </a:xfrm>
            <a:prstGeom prst="arc">
              <a:avLst>
                <a:gd name="adj1" fmla="val 18336451"/>
                <a:gd name="adj2" fmla="val 13043094"/>
              </a:avLst>
            </a:prstGeom>
            <a:ln w="19050">
              <a:solidFill>
                <a:schemeClr val="bg1">
                  <a:lumMod val="65000"/>
                </a:schemeClr>
              </a:solidFill>
              <a:prstDash val="lg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组合 103"/>
          <p:cNvGrpSpPr>
            <a:grpSpLocks/>
          </p:cNvGrpSpPr>
          <p:nvPr/>
        </p:nvGrpSpPr>
        <p:grpSpPr bwMode="auto">
          <a:xfrm>
            <a:off x="685800" y="1365915"/>
            <a:ext cx="2438400" cy="3777585"/>
            <a:chOff x="2235200" y="639763"/>
            <a:chExt cx="3702050" cy="5735637"/>
          </a:xfrm>
          <a:solidFill>
            <a:srgbClr val="00B0F0"/>
          </a:solidFill>
        </p:grpSpPr>
        <p:sp>
          <p:nvSpPr>
            <p:cNvPr id="19" name="Freeform 37"/>
            <p:cNvSpPr>
              <a:spLocks/>
            </p:cNvSpPr>
            <p:nvPr/>
          </p:nvSpPr>
          <p:spPr bwMode="auto">
            <a:xfrm>
              <a:off x="3527425" y="2222500"/>
              <a:ext cx="252412" cy="168275"/>
            </a:xfrm>
            <a:custGeom>
              <a:avLst/>
              <a:gdLst>
                <a:gd name="T0" fmla="*/ 126 w 159"/>
                <a:gd name="T1" fmla="*/ 8 h 106"/>
                <a:gd name="T2" fmla="*/ 89 w 159"/>
                <a:gd name="T3" fmla="*/ 32 h 106"/>
                <a:gd name="T4" fmla="*/ 93 w 159"/>
                <a:gd name="T5" fmla="*/ 32 h 106"/>
                <a:gd name="T6" fmla="*/ 89 w 159"/>
                <a:gd name="T7" fmla="*/ 0 h 106"/>
                <a:gd name="T8" fmla="*/ 57 w 159"/>
                <a:gd name="T9" fmla="*/ 0 h 106"/>
                <a:gd name="T10" fmla="*/ 24 w 159"/>
                <a:gd name="T11" fmla="*/ 41 h 106"/>
                <a:gd name="T12" fmla="*/ 0 w 159"/>
                <a:gd name="T13" fmla="*/ 57 h 106"/>
                <a:gd name="T14" fmla="*/ 0 w 159"/>
                <a:gd name="T15" fmla="*/ 106 h 106"/>
                <a:gd name="T16" fmla="*/ 53 w 159"/>
                <a:gd name="T17" fmla="*/ 81 h 106"/>
                <a:gd name="T18" fmla="*/ 89 w 159"/>
                <a:gd name="T19" fmla="*/ 106 h 106"/>
                <a:gd name="T20" fmla="*/ 126 w 159"/>
                <a:gd name="T21" fmla="*/ 106 h 106"/>
                <a:gd name="T22" fmla="*/ 159 w 159"/>
                <a:gd name="T23" fmla="*/ 81 h 106"/>
                <a:gd name="T24" fmla="*/ 110 w 159"/>
                <a:gd name="T25" fmla="*/ 57 h 106"/>
                <a:gd name="T26" fmla="*/ 126 w 159"/>
                <a:gd name="T27" fmla="*/ 8 h 10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59"/>
                <a:gd name="T43" fmla="*/ 0 h 106"/>
                <a:gd name="T44" fmla="*/ 159 w 159"/>
                <a:gd name="T45" fmla="*/ 106 h 10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59" h="106">
                  <a:moveTo>
                    <a:pt x="126" y="8"/>
                  </a:moveTo>
                  <a:lnTo>
                    <a:pt x="89" y="32"/>
                  </a:lnTo>
                  <a:lnTo>
                    <a:pt x="93" y="32"/>
                  </a:lnTo>
                  <a:lnTo>
                    <a:pt x="89" y="0"/>
                  </a:lnTo>
                  <a:lnTo>
                    <a:pt x="57" y="0"/>
                  </a:lnTo>
                  <a:lnTo>
                    <a:pt x="24" y="41"/>
                  </a:lnTo>
                  <a:lnTo>
                    <a:pt x="0" y="57"/>
                  </a:lnTo>
                  <a:lnTo>
                    <a:pt x="0" y="106"/>
                  </a:lnTo>
                  <a:lnTo>
                    <a:pt x="53" y="81"/>
                  </a:lnTo>
                  <a:lnTo>
                    <a:pt x="89" y="106"/>
                  </a:lnTo>
                  <a:lnTo>
                    <a:pt x="126" y="106"/>
                  </a:lnTo>
                  <a:lnTo>
                    <a:pt x="159" y="81"/>
                  </a:lnTo>
                  <a:lnTo>
                    <a:pt x="110" y="57"/>
                  </a:lnTo>
                  <a:lnTo>
                    <a:pt x="126" y="8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25" name="Freeform 71"/>
            <p:cNvSpPr>
              <a:spLocks noEditPoints="1"/>
            </p:cNvSpPr>
            <p:nvPr/>
          </p:nvSpPr>
          <p:spPr bwMode="auto">
            <a:xfrm>
              <a:off x="2235200" y="639763"/>
              <a:ext cx="3702050" cy="5735637"/>
            </a:xfrm>
            <a:custGeom>
              <a:avLst/>
              <a:gdLst>
                <a:gd name="T0" fmla="*/ 2291 w 2332"/>
                <a:gd name="T1" fmla="*/ 1627 h 3613"/>
                <a:gd name="T2" fmla="*/ 2307 w 2332"/>
                <a:gd name="T3" fmla="*/ 1599 h 3613"/>
                <a:gd name="T4" fmla="*/ 2071 w 2332"/>
                <a:gd name="T5" fmla="*/ 1546 h 3613"/>
                <a:gd name="T6" fmla="*/ 2116 w 2332"/>
                <a:gd name="T7" fmla="*/ 1514 h 3613"/>
                <a:gd name="T8" fmla="*/ 2161 w 2332"/>
                <a:gd name="T9" fmla="*/ 1461 h 3613"/>
                <a:gd name="T10" fmla="*/ 2087 w 2332"/>
                <a:gd name="T11" fmla="*/ 1465 h 3613"/>
                <a:gd name="T12" fmla="*/ 1945 w 2332"/>
                <a:gd name="T13" fmla="*/ 1554 h 3613"/>
                <a:gd name="T14" fmla="*/ 1900 w 2332"/>
                <a:gd name="T15" fmla="*/ 1530 h 3613"/>
                <a:gd name="T16" fmla="*/ 1611 w 2332"/>
                <a:gd name="T17" fmla="*/ 1489 h 3613"/>
                <a:gd name="T18" fmla="*/ 1388 w 2332"/>
                <a:gd name="T19" fmla="*/ 1391 h 3613"/>
                <a:gd name="T20" fmla="*/ 1131 w 2332"/>
                <a:gd name="T21" fmla="*/ 1086 h 3613"/>
                <a:gd name="T22" fmla="*/ 1062 w 2332"/>
                <a:gd name="T23" fmla="*/ 822 h 3613"/>
                <a:gd name="T24" fmla="*/ 1009 w 2332"/>
                <a:gd name="T25" fmla="*/ 700 h 3613"/>
                <a:gd name="T26" fmla="*/ 1074 w 2332"/>
                <a:gd name="T27" fmla="*/ 598 h 3613"/>
                <a:gd name="T28" fmla="*/ 1160 w 2332"/>
                <a:gd name="T29" fmla="*/ 557 h 3613"/>
                <a:gd name="T30" fmla="*/ 1164 w 2332"/>
                <a:gd name="T31" fmla="*/ 492 h 3613"/>
                <a:gd name="T32" fmla="*/ 1204 w 2332"/>
                <a:gd name="T33" fmla="*/ 378 h 3613"/>
                <a:gd name="T34" fmla="*/ 1176 w 2332"/>
                <a:gd name="T35" fmla="*/ 244 h 3613"/>
                <a:gd name="T36" fmla="*/ 1131 w 2332"/>
                <a:gd name="T37" fmla="*/ 130 h 3613"/>
                <a:gd name="T38" fmla="*/ 1103 w 2332"/>
                <a:gd name="T39" fmla="*/ 28 h 3613"/>
                <a:gd name="T40" fmla="*/ 912 w 2332"/>
                <a:gd name="T41" fmla="*/ 0 h 3613"/>
                <a:gd name="T42" fmla="*/ 716 w 2332"/>
                <a:gd name="T43" fmla="*/ 61 h 3613"/>
                <a:gd name="T44" fmla="*/ 651 w 2332"/>
                <a:gd name="T45" fmla="*/ 191 h 3613"/>
                <a:gd name="T46" fmla="*/ 720 w 2332"/>
                <a:gd name="T47" fmla="*/ 427 h 3613"/>
                <a:gd name="T48" fmla="*/ 733 w 2332"/>
                <a:gd name="T49" fmla="*/ 533 h 3613"/>
                <a:gd name="T50" fmla="*/ 639 w 2332"/>
                <a:gd name="T51" fmla="*/ 667 h 3613"/>
                <a:gd name="T52" fmla="*/ 423 w 2332"/>
                <a:gd name="T53" fmla="*/ 834 h 3613"/>
                <a:gd name="T54" fmla="*/ 293 w 2332"/>
                <a:gd name="T55" fmla="*/ 1180 h 3613"/>
                <a:gd name="T56" fmla="*/ 204 w 2332"/>
                <a:gd name="T57" fmla="*/ 1595 h 3613"/>
                <a:gd name="T58" fmla="*/ 330 w 2332"/>
                <a:gd name="T59" fmla="*/ 2047 h 3613"/>
                <a:gd name="T60" fmla="*/ 379 w 2332"/>
                <a:gd name="T61" fmla="*/ 2104 h 3613"/>
                <a:gd name="T62" fmla="*/ 362 w 2332"/>
                <a:gd name="T63" fmla="*/ 2217 h 3613"/>
                <a:gd name="T64" fmla="*/ 322 w 2332"/>
                <a:gd name="T65" fmla="*/ 2266 h 3613"/>
                <a:gd name="T66" fmla="*/ 49 w 2332"/>
                <a:gd name="T67" fmla="*/ 2344 h 3613"/>
                <a:gd name="T68" fmla="*/ 4 w 2332"/>
                <a:gd name="T69" fmla="*/ 2974 h 3613"/>
                <a:gd name="T70" fmla="*/ 472 w 2332"/>
                <a:gd name="T71" fmla="*/ 3043 h 3613"/>
                <a:gd name="T72" fmla="*/ 374 w 2332"/>
                <a:gd name="T73" fmla="*/ 3430 h 3613"/>
                <a:gd name="T74" fmla="*/ 846 w 2332"/>
                <a:gd name="T75" fmla="*/ 3096 h 3613"/>
                <a:gd name="T76" fmla="*/ 940 w 2332"/>
                <a:gd name="T77" fmla="*/ 3056 h 3613"/>
                <a:gd name="T78" fmla="*/ 993 w 2332"/>
                <a:gd name="T79" fmla="*/ 2913 h 3613"/>
                <a:gd name="T80" fmla="*/ 1139 w 2332"/>
                <a:gd name="T81" fmla="*/ 3182 h 3613"/>
                <a:gd name="T82" fmla="*/ 1139 w 2332"/>
                <a:gd name="T83" fmla="*/ 3312 h 3613"/>
                <a:gd name="T84" fmla="*/ 1514 w 2332"/>
                <a:gd name="T85" fmla="*/ 3373 h 3613"/>
                <a:gd name="T86" fmla="*/ 1449 w 2332"/>
                <a:gd name="T87" fmla="*/ 2954 h 3613"/>
                <a:gd name="T88" fmla="*/ 1266 w 2332"/>
                <a:gd name="T89" fmla="*/ 2352 h 3613"/>
                <a:gd name="T90" fmla="*/ 1180 w 2332"/>
                <a:gd name="T91" fmla="*/ 1933 h 3613"/>
                <a:gd name="T92" fmla="*/ 1217 w 2332"/>
                <a:gd name="T93" fmla="*/ 1835 h 3613"/>
                <a:gd name="T94" fmla="*/ 1713 w 2332"/>
                <a:gd name="T95" fmla="*/ 1835 h 3613"/>
                <a:gd name="T96" fmla="*/ 1811 w 2332"/>
                <a:gd name="T97" fmla="*/ 1839 h 3613"/>
                <a:gd name="T98" fmla="*/ 1904 w 2332"/>
                <a:gd name="T99" fmla="*/ 1750 h 3613"/>
                <a:gd name="T100" fmla="*/ 1973 w 2332"/>
                <a:gd name="T101" fmla="*/ 1697 h 3613"/>
                <a:gd name="T102" fmla="*/ 2161 w 2332"/>
                <a:gd name="T103" fmla="*/ 1762 h 3613"/>
                <a:gd name="T104" fmla="*/ 2275 w 2332"/>
                <a:gd name="T105" fmla="*/ 1745 h 3613"/>
                <a:gd name="T106" fmla="*/ 2299 w 2332"/>
                <a:gd name="T107" fmla="*/ 1717 h 3613"/>
                <a:gd name="T108" fmla="*/ 2315 w 2332"/>
                <a:gd name="T109" fmla="*/ 1680 h 3613"/>
                <a:gd name="T110" fmla="*/ 362 w 2332"/>
                <a:gd name="T111" fmla="*/ 2335 h 3613"/>
                <a:gd name="T112" fmla="*/ 415 w 2332"/>
                <a:gd name="T113" fmla="*/ 2315 h 361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332"/>
                <a:gd name="T172" fmla="*/ 0 h 3613"/>
                <a:gd name="T173" fmla="*/ 2332 w 2332"/>
                <a:gd name="T174" fmla="*/ 3613 h 361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332" h="3613">
                  <a:moveTo>
                    <a:pt x="2327" y="1648"/>
                  </a:moveTo>
                  <a:lnTo>
                    <a:pt x="2327" y="1648"/>
                  </a:lnTo>
                  <a:lnTo>
                    <a:pt x="2311" y="1640"/>
                  </a:lnTo>
                  <a:lnTo>
                    <a:pt x="2287" y="1636"/>
                  </a:lnTo>
                  <a:lnTo>
                    <a:pt x="2254" y="1632"/>
                  </a:lnTo>
                  <a:lnTo>
                    <a:pt x="2291" y="1627"/>
                  </a:lnTo>
                  <a:lnTo>
                    <a:pt x="2299" y="1627"/>
                  </a:lnTo>
                  <a:lnTo>
                    <a:pt x="2307" y="1623"/>
                  </a:lnTo>
                  <a:lnTo>
                    <a:pt x="2311" y="1615"/>
                  </a:lnTo>
                  <a:lnTo>
                    <a:pt x="2311" y="1603"/>
                  </a:lnTo>
                  <a:lnTo>
                    <a:pt x="2307" y="1599"/>
                  </a:lnTo>
                  <a:lnTo>
                    <a:pt x="2303" y="1595"/>
                  </a:lnTo>
                  <a:lnTo>
                    <a:pt x="2283" y="1591"/>
                  </a:lnTo>
                  <a:lnTo>
                    <a:pt x="2218" y="1587"/>
                  </a:lnTo>
                  <a:lnTo>
                    <a:pt x="2173" y="1579"/>
                  </a:lnTo>
                  <a:lnTo>
                    <a:pt x="2124" y="1566"/>
                  </a:lnTo>
                  <a:lnTo>
                    <a:pt x="2071" y="1546"/>
                  </a:lnTo>
                  <a:lnTo>
                    <a:pt x="2067" y="1546"/>
                  </a:lnTo>
                  <a:lnTo>
                    <a:pt x="2071" y="1538"/>
                  </a:lnTo>
                  <a:lnTo>
                    <a:pt x="2079" y="1534"/>
                  </a:lnTo>
                  <a:lnTo>
                    <a:pt x="2096" y="1522"/>
                  </a:lnTo>
                  <a:lnTo>
                    <a:pt x="2116" y="1514"/>
                  </a:lnTo>
                  <a:lnTo>
                    <a:pt x="2132" y="1505"/>
                  </a:lnTo>
                  <a:lnTo>
                    <a:pt x="2140" y="1497"/>
                  </a:lnTo>
                  <a:lnTo>
                    <a:pt x="2148" y="1489"/>
                  </a:lnTo>
                  <a:lnTo>
                    <a:pt x="2157" y="1473"/>
                  </a:lnTo>
                  <a:lnTo>
                    <a:pt x="2161" y="1461"/>
                  </a:lnTo>
                  <a:lnTo>
                    <a:pt x="2161" y="1453"/>
                  </a:lnTo>
                  <a:lnTo>
                    <a:pt x="2161" y="1444"/>
                  </a:lnTo>
                  <a:lnTo>
                    <a:pt x="2152" y="1436"/>
                  </a:lnTo>
                  <a:lnTo>
                    <a:pt x="2144" y="1436"/>
                  </a:lnTo>
                  <a:lnTo>
                    <a:pt x="2128" y="1444"/>
                  </a:lnTo>
                  <a:lnTo>
                    <a:pt x="2087" y="1465"/>
                  </a:lnTo>
                  <a:lnTo>
                    <a:pt x="2043" y="1485"/>
                  </a:lnTo>
                  <a:lnTo>
                    <a:pt x="2002" y="1497"/>
                  </a:lnTo>
                  <a:lnTo>
                    <a:pt x="1990" y="1505"/>
                  </a:lnTo>
                  <a:lnTo>
                    <a:pt x="1973" y="1522"/>
                  </a:lnTo>
                  <a:lnTo>
                    <a:pt x="1945" y="1554"/>
                  </a:lnTo>
                  <a:lnTo>
                    <a:pt x="1945" y="1546"/>
                  </a:lnTo>
                  <a:lnTo>
                    <a:pt x="1904" y="1542"/>
                  </a:lnTo>
                  <a:lnTo>
                    <a:pt x="1904" y="1534"/>
                  </a:lnTo>
                  <a:lnTo>
                    <a:pt x="1900" y="1530"/>
                  </a:lnTo>
                  <a:lnTo>
                    <a:pt x="1880" y="1526"/>
                  </a:lnTo>
                  <a:lnTo>
                    <a:pt x="1790" y="1514"/>
                  </a:lnTo>
                  <a:lnTo>
                    <a:pt x="1717" y="1501"/>
                  </a:lnTo>
                  <a:lnTo>
                    <a:pt x="1611" y="1489"/>
                  </a:lnTo>
                  <a:lnTo>
                    <a:pt x="1595" y="1485"/>
                  </a:lnTo>
                  <a:lnTo>
                    <a:pt x="1583" y="1481"/>
                  </a:lnTo>
                  <a:lnTo>
                    <a:pt x="1571" y="1473"/>
                  </a:lnTo>
                  <a:lnTo>
                    <a:pt x="1542" y="1461"/>
                  </a:lnTo>
                  <a:lnTo>
                    <a:pt x="1465" y="1428"/>
                  </a:lnTo>
                  <a:lnTo>
                    <a:pt x="1388" y="1391"/>
                  </a:lnTo>
                  <a:lnTo>
                    <a:pt x="1327" y="1355"/>
                  </a:lnTo>
                  <a:lnTo>
                    <a:pt x="1270" y="1314"/>
                  </a:lnTo>
                  <a:lnTo>
                    <a:pt x="1148" y="1229"/>
                  </a:lnTo>
                  <a:lnTo>
                    <a:pt x="1139" y="1172"/>
                  </a:lnTo>
                  <a:lnTo>
                    <a:pt x="1131" y="1086"/>
                  </a:lnTo>
                  <a:lnTo>
                    <a:pt x="1119" y="972"/>
                  </a:lnTo>
                  <a:lnTo>
                    <a:pt x="1074" y="867"/>
                  </a:lnTo>
                  <a:lnTo>
                    <a:pt x="1070" y="863"/>
                  </a:lnTo>
                  <a:lnTo>
                    <a:pt x="1070" y="838"/>
                  </a:lnTo>
                  <a:lnTo>
                    <a:pt x="1062" y="822"/>
                  </a:lnTo>
                  <a:lnTo>
                    <a:pt x="1054" y="802"/>
                  </a:lnTo>
                  <a:lnTo>
                    <a:pt x="1034" y="781"/>
                  </a:lnTo>
                  <a:lnTo>
                    <a:pt x="1046" y="732"/>
                  </a:lnTo>
                  <a:lnTo>
                    <a:pt x="1034" y="720"/>
                  </a:lnTo>
                  <a:lnTo>
                    <a:pt x="1021" y="712"/>
                  </a:lnTo>
                  <a:lnTo>
                    <a:pt x="1009" y="700"/>
                  </a:lnTo>
                  <a:lnTo>
                    <a:pt x="1005" y="696"/>
                  </a:lnTo>
                  <a:lnTo>
                    <a:pt x="1030" y="602"/>
                  </a:lnTo>
                  <a:lnTo>
                    <a:pt x="1034" y="594"/>
                  </a:lnTo>
                  <a:lnTo>
                    <a:pt x="1046" y="594"/>
                  </a:lnTo>
                  <a:lnTo>
                    <a:pt x="1074" y="598"/>
                  </a:lnTo>
                  <a:lnTo>
                    <a:pt x="1103" y="602"/>
                  </a:lnTo>
                  <a:lnTo>
                    <a:pt x="1119" y="602"/>
                  </a:lnTo>
                  <a:lnTo>
                    <a:pt x="1127" y="598"/>
                  </a:lnTo>
                  <a:lnTo>
                    <a:pt x="1143" y="586"/>
                  </a:lnTo>
                  <a:lnTo>
                    <a:pt x="1156" y="570"/>
                  </a:lnTo>
                  <a:lnTo>
                    <a:pt x="1160" y="557"/>
                  </a:lnTo>
                  <a:lnTo>
                    <a:pt x="1156" y="537"/>
                  </a:lnTo>
                  <a:lnTo>
                    <a:pt x="1156" y="521"/>
                  </a:lnTo>
                  <a:lnTo>
                    <a:pt x="1160" y="509"/>
                  </a:lnTo>
                  <a:lnTo>
                    <a:pt x="1164" y="500"/>
                  </a:lnTo>
                  <a:lnTo>
                    <a:pt x="1164" y="492"/>
                  </a:lnTo>
                  <a:lnTo>
                    <a:pt x="1160" y="472"/>
                  </a:lnTo>
                  <a:lnTo>
                    <a:pt x="1156" y="460"/>
                  </a:lnTo>
                  <a:lnTo>
                    <a:pt x="1152" y="456"/>
                  </a:lnTo>
                  <a:lnTo>
                    <a:pt x="1168" y="443"/>
                  </a:lnTo>
                  <a:lnTo>
                    <a:pt x="1168" y="399"/>
                  </a:lnTo>
                  <a:lnTo>
                    <a:pt x="1204" y="378"/>
                  </a:lnTo>
                  <a:lnTo>
                    <a:pt x="1209" y="370"/>
                  </a:lnTo>
                  <a:lnTo>
                    <a:pt x="1213" y="362"/>
                  </a:lnTo>
                  <a:lnTo>
                    <a:pt x="1160" y="289"/>
                  </a:lnTo>
                  <a:lnTo>
                    <a:pt x="1176" y="252"/>
                  </a:lnTo>
                  <a:lnTo>
                    <a:pt x="1176" y="244"/>
                  </a:lnTo>
                  <a:lnTo>
                    <a:pt x="1168" y="236"/>
                  </a:lnTo>
                  <a:lnTo>
                    <a:pt x="1164" y="224"/>
                  </a:lnTo>
                  <a:lnTo>
                    <a:pt x="1160" y="203"/>
                  </a:lnTo>
                  <a:lnTo>
                    <a:pt x="1148" y="171"/>
                  </a:lnTo>
                  <a:lnTo>
                    <a:pt x="1131" y="130"/>
                  </a:lnTo>
                  <a:lnTo>
                    <a:pt x="1111" y="81"/>
                  </a:lnTo>
                  <a:lnTo>
                    <a:pt x="1111" y="77"/>
                  </a:lnTo>
                  <a:lnTo>
                    <a:pt x="1115" y="57"/>
                  </a:lnTo>
                  <a:lnTo>
                    <a:pt x="1111" y="41"/>
                  </a:lnTo>
                  <a:lnTo>
                    <a:pt x="1103" y="28"/>
                  </a:lnTo>
                  <a:lnTo>
                    <a:pt x="1082" y="16"/>
                  </a:lnTo>
                  <a:lnTo>
                    <a:pt x="1050" y="8"/>
                  </a:lnTo>
                  <a:lnTo>
                    <a:pt x="1013" y="4"/>
                  </a:lnTo>
                  <a:lnTo>
                    <a:pt x="981" y="0"/>
                  </a:lnTo>
                  <a:lnTo>
                    <a:pt x="912" y="0"/>
                  </a:lnTo>
                  <a:lnTo>
                    <a:pt x="855" y="8"/>
                  </a:lnTo>
                  <a:lnTo>
                    <a:pt x="814" y="16"/>
                  </a:lnTo>
                  <a:lnTo>
                    <a:pt x="781" y="28"/>
                  </a:lnTo>
                  <a:lnTo>
                    <a:pt x="749" y="41"/>
                  </a:lnTo>
                  <a:lnTo>
                    <a:pt x="733" y="49"/>
                  </a:lnTo>
                  <a:lnTo>
                    <a:pt x="716" y="61"/>
                  </a:lnTo>
                  <a:lnTo>
                    <a:pt x="700" y="73"/>
                  </a:lnTo>
                  <a:lnTo>
                    <a:pt x="688" y="90"/>
                  </a:lnTo>
                  <a:lnTo>
                    <a:pt x="667" y="126"/>
                  </a:lnTo>
                  <a:lnTo>
                    <a:pt x="659" y="146"/>
                  </a:lnTo>
                  <a:lnTo>
                    <a:pt x="655" y="167"/>
                  </a:lnTo>
                  <a:lnTo>
                    <a:pt x="651" y="191"/>
                  </a:lnTo>
                  <a:lnTo>
                    <a:pt x="651" y="220"/>
                  </a:lnTo>
                  <a:lnTo>
                    <a:pt x="651" y="256"/>
                  </a:lnTo>
                  <a:lnTo>
                    <a:pt x="659" y="297"/>
                  </a:lnTo>
                  <a:lnTo>
                    <a:pt x="667" y="334"/>
                  </a:lnTo>
                  <a:lnTo>
                    <a:pt x="680" y="370"/>
                  </a:lnTo>
                  <a:lnTo>
                    <a:pt x="700" y="403"/>
                  </a:lnTo>
                  <a:lnTo>
                    <a:pt x="720" y="427"/>
                  </a:lnTo>
                  <a:lnTo>
                    <a:pt x="733" y="443"/>
                  </a:lnTo>
                  <a:lnTo>
                    <a:pt x="737" y="460"/>
                  </a:lnTo>
                  <a:lnTo>
                    <a:pt x="741" y="476"/>
                  </a:lnTo>
                  <a:lnTo>
                    <a:pt x="741" y="496"/>
                  </a:lnTo>
                  <a:lnTo>
                    <a:pt x="737" y="513"/>
                  </a:lnTo>
                  <a:lnTo>
                    <a:pt x="733" y="533"/>
                  </a:lnTo>
                  <a:lnTo>
                    <a:pt x="712" y="574"/>
                  </a:lnTo>
                  <a:lnTo>
                    <a:pt x="700" y="598"/>
                  </a:lnTo>
                  <a:lnTo>
                    <a:pt x="688" y="623"/>
                  </a:lnTo>
                  <a:lnTo>
                    <a:pt x="672" y="643"/>
                  </a:lnTo>
                  <a:lnTo>
                    <a:pt x="639" y="667"/>
                  </a:lnTo>
                  <a:lnTo>
                    <a:pt x="623" y="679"/>
                  </a:lnTo>
                  <a:lnTo>
                    <a:pt x="594" y="696"/>
                  </a:lnTo>
                  <a:lnTo>
                    <a:pt x="558" y="716"/>
                  </a:lnTo>
                  <a:lnTo>
                    <a:pt x="521" y="741"/>
                  </a:lnTo>
                  <a:lnTo>
                    <a:pt x="480" y="773"/>
                  </a:lnTo>
                  <a:lnTo>
                    <a:pt x="440" y="810"/>
                  </a:lnTo>
                  <a:lnTo>
                    <a:pt x="423" y="834"/>
                  </a:lnTo>
                  <a:lnTo>
                    <a:pt x="407" y="854"/>
                  </a:lnTo>
                  <a:lnTo>
                    <a:pt x="391" y="883"/>
                  </a:lnTo>
                  <a:lnTo>
                    <a:pt x="383" y="907"/>
                  </a:lnTo>
                  <a:lnTo>
                    <a:pt x="379" y="907"/>
                  </a:lnTo>
                  <a:lnTo>
                    <a:pt x="354" y="989"/>
                  </a:lnTo>
                  <a:lnTo>
                    <a:pt x="293" y="1180"/>
                  </a:lnTo>
                  <a:lnTo>
                    <a:pt x="261" y="1290"/>
                  </a:lnTo>
                  <a:lnTo>
                    <a:pt x="232" y="1400"/>
                  </a:lnTo>
                  <a:lnTo>
                    <a:pt x="212" y="1493"/>
                  </a:lnTo>
                  <a:lnTo>
                    <a:pt x="204" y="1530"/>
                  </a:lnTo>
                  <a:lnTo>
                    <a:pt x="204" y="1562"/>
                  </a:lnTo>
                  <a:lnTo>
                    <a:pt x="204" y="1595"/>
                  </a:lnTo>
                  <a:lnTo>
                    <a:pt x="208" y="1627"/>
                  </a:lnTo>
                  <a:lnTo>
                    <a:pt x="220" y="1705"/>
                  </a:lnTo>
                  <a:lnTo>
                    <a:pt x="240" y="1786"/>
                  </a:lnTo>
                  <a:lnTo>
                    <a:pt x="265" y="1868"/>
                  </a:lnTo>
                  <a:lnTo>
                    <a:pt x="289" y="1941"/>
                  </a:lnTo>
                  <a:lnTo>
                    <a:pt x="309" y="2006"/>
                  </a:lnTo>
                  <a:lnTo>
                    <a:pt x="330" y="2047"/>
                  </a:lnTo>
                  <a:lnTo>
                    <a:pt x="338" y="2063"/>
                  </a:lnTo>
                  <a:lnTo>
                    <a:pt x="379" y="2059"/>
                  </a:lnTo>
                  <a:lnTo>
                    <a:pt x="379" y="2079"/>
                  </a:lnTo>
                  <a:lnTo>
                    <a:pt x="379" y="2104"/>
                  </a:lnTo>
                  <a:lnTo>
                    <a:pt x="395" y="2152"/>
                  </a:lnTo>
                  <a:lnTo>
                    <a:pt x="399" y="2173"/>
                  </a:lnTo>
                  <a:lnTo>
                    <a:pt x="383" y="2185"/>
                  </a:lnTo>
                  <a:lnTo>
                    <a:pt x="370" y="2201"/>
                  </a:lnTo>
                  <a:lnTo>
                    <a:pt x="366" y="2209"/>
                  </a:lnTo>
                  <a:lnTo>
                    <a:pt x="362" y="2217"/>
                  </a:lnTo>
                  <a:lnTo>
                    <a:pt x="350" y="2226"/>
                  </a:lnTo>
                  <a:lnTo>
                    <a:pt x="338" y="2238"/>
                  </a:lnTo>
                  <a:lnTo>
                    <a:pt x="326" y="2250"/>
                  </a:lnTo>
                  <a:lnTo>
                    <a:pt x="322" y="2266"/>
                  </a:lnTo>
                  <a:lnTo>
                    <a:pt x="313" y="2299"/>
                  </a:lnTo>
                  <a:lnTo>
                    <a:pt x="309" y="2331"/>
                  </a:lnTo>
                  <a:lnTo>
                    <a:pt x="102" y="2323"/>
                  </a:lnTo>
                  <a:lnTo>
                    <a:pt x="90" y="2327"/>
                  </a:lnTo>
                  <a:lnTo>
                    <a:pt x="73" y="2331"/>
                  </a:lnTo>
                  <a:lnTo>
                    <a:pt x="49" y="2344"/>
                  </a:lnTo>
                  <a:lnTo>
                    <a:pt x="41" y="2352"/>
                  </a:lnTo>
                  <a:lnTo>
                    <a:pt x="33" y="2364"/>
                  </a:lnTo>
                  <a:lnTo>
                    <a:pt x="29" y="2372"/>
                  </a:lnTo>
                  <a:lnTo>
                    <a:pt x="25" y="2384"/>
                  </a:lnTo>
                  <a:lnTo>
                    <a:pt x="0" y="2962"/>
                  </a:lnTo>
                  <a:lnTo>
                    <a:pt x="4" y="2974"/>
                  </a:lnTo>
                  <a:lnTo>
                    <a:pt x="8" y="2986"/>
                  </a:lnTo>
                  <a:lnTo>
                    <a:pt x="12" y="2999"/>
                  </a:lnTo>
                  <a:lnTo>
                    <a:pt x="21" y="3007"/>
                  </a:lnTo>
                  <a:lnTo>
                    <a:pt x="45" y="3023"/>
                  </a:lnTo>
                  <a:lnTo>
                    <a:pt x="57" y="3027"/>
                  </a:lnTo>
                  <a:lnTo>
                    <a:pt x="73" y="3027"/>
                  </a:lnTo>
                  <a:lnTo>
                    <a:pt x="472" y="3043"/>
                  </a:lnTo>
                  <a:lnTo>
                    <a:pt x="456" y="3100"/>
                  </a:lnTo>
                  <a:lnTo>
                    <a:pt x="431" y="3174"/>
                  </a:lnTo>
                  <a:lnTo>
                    <a:pt x="411" y="3251"/>
                  </a:lnTo>
                  <a:lnTo>
                    <a:pt x="395" y="3320"/>
                  </a:lnTo>
                  <a:lnTo>
                    <a:pt x="374" y="3430"/>
                  </a:lnTo>
                  <a:lnTo>
                    <a:pt x="346" y="3613"/>
                  </a:lnTo>
                  <a:lnTo>
                    <a:pt x="749" y="3613"/>
                  </a:lnTo>
                  <a:lnTo>
                    <a:pt x="777" y="3475"/>
                  </a:lnTo>
                  <a:lnTo>
                    <a:pt x="810" y="3308"/>
                  </a:lnTo>
                  <a:lnTo>
                    <a:pt x="838" y="3157"/>
                  </a:lnTo>
                  <a:lnTo>
                    <a:pt x="846" y="3096"/>
                  </a:lnTo>
                  <a:lnTo>
                    <a:pt x="846" y="3060"/>
                  </a:lnTo>
                  <a:lnTo>
                    <a:pt x="846" y="3056"/>
                  </a:lnTo>
                  <a:lnTo>
                    <a:pt x="912" y="3060"/>
                  </a:lnTo>
                  <a:lnTo>
                    <a:pt x="928" y="3060"/>
                  </a:lnTo>
                  <a:lnTo>
                    <a:pt x="940" y="3056"/>
                  </a:lnTo>
                  <a:lnTo>
                    <a:pt x="952" y="3052"/>
                  </a:lnTo>
                  <a:lnTo>
                    <a:pt x="964" y="3043"/>
                  </a:lnTo>
                  <a:lnTo>
                    <a:pt x="973" y="3035"/>
                  </a:lnTo>
                  <a:lnTo>
                    <a:pt x="981" y="3023"/>
                  </a:lnTo>
                  <a:lnTo>
                    <a:pt x="989" y="3011"/>
                  </a:lnTo>
                  <a:lnTo>
                    <a:pt x="989" y="2999"/>
                  </a:lnTo>
                  <a:lnTo>
                    <a:pt x="993" y="2913"/>
                  </a:lnTo>
                  <a:lnTo>
                    <a:pt x="1034" y="2986"/>
                  </a:lnTo>
                  <a:lnTo>
                    <a:pt x="1103" y="3092"/>
                  </a:lnTo>
                  <a:lnTo>
                    <a:pt x="1103" y="3182"/>
                  </a:lnTo>
                  <a:lnTo>
                    <a:pt x="1139" y="3182"/>
                  </a:lnTo>
                  <a:lnTo>
                    <a:pt x="1139" y="3178"/>
                  </a:lnTo>
                  <a:lnTo>
                    <a:pt x="1143" y="3174"/>
                  </a:lnTo>
                  <a:lnTo>
                    <a:pt x="1143" y="3190"/>
                  </a:lnTo>
                  <a:lnTo>
                    <a:pt x="1139" y="3247"/>
                  </a:lnTo>
                  <a:lnTo>
                    <a:pt x="1135" y="3275"/>
                  </a:lnTo>
                  <a:lnTo>
                    <a:pt x="1139" y="3312"/>
                  </a:lnTo>
                  <a:lnTo>
                    <a:pt x="1143" y="3401"/>
                  </a:lnTo>
                  <a:lnTo>
                    <a:pt x="1160" y="3507"/>
                  </a:lnTo>
                  <a:lnTo>
                    <a:pt x="1172" y="3613"/>
                  </a:lnTo>
                  <a:lnTo>
                    <a:pt x="1542" y="3613"/>
                  </a:lnTo>
                  <a:lnTo>
                    <a:pt x="1526" y="3471"/>
                  </a:lnTo>
                  <a:lnTo>
                    <a:pt x="1514" y="3373"/>
                  </a:lnTo>
                  <a:lnTo>
                    <a:pt x="1502" y="3263"/>
                  </a:lnTo>
                  <a:lnTo>
                    <a:pt x="1493" y="3149"/>
                  </a:lnTo>
                  <a:lnTo>
                    <a:pt x="1485" y="3092"/>
                  </a:lnTo>
                  <a:lnTo>
                    <a:pt x="1477" y="3039"/>
                  </a:lnTo>
                  <a:lnTo>
                    <a:pt x="1465" y="2995"/>
                  </a:lnTo>
                  <a:lnTo>
                    <a:pt x="1449" y="2954"/>
                  </a:lnTo>
                  <a:lnTo>
                    <a:pt x="1404" y="2844"/>
                  </a:lnTo>
                  <a:lnTo>
                    <a:pt x="1335" y="2673"/>
                  </a:lnTo>
                  <a:lnTo>
                    <a:pt x="1217" y="2368"/>
                  </a:lnTo>
                  <a:lnTo>
                    <a:pt x="1249" y="2356"/>
                  </a:lnTo>
                  <a:lnTo>
                    <a:pt x="1266" y="2352"/>
                  </a:lnTo>
                  <a:lnTo>
                    <a:pt x="1286" y="2348"/>
                  </a:lnTo>
                  <a:lnTo>
                    <a:pt x="1274" y="2274"/>
                  </a:lnTo>
                  <a:lnTo>
                    <a:pt x="1257" y="2205"/>
                  </a:lnTo>
                  <a:lnTo>
                    <a:pt x="1221" y="2071"/>
                  </a:lnTo>
                  <a:lnTo>
                    <a:pt x="1192" y="1973"/>
                  </a:lnTo>
                  <a:lnTo>
                    <a:pt x="1180" y="1933"/>
                  </a:lnTo>
                  <a:lnTo>
                    <a:pt x="1184" y="1929"/>
                  </a:lnTo>
                  <a:lnTo>
                    <a:pt x="1196" y="1908"/>
                  </a:lnTo>
                  <a:lnTo>
                    <a:pt x="1209" y="1876"/>
                  </a:lnTo>
                  <a:lnTo>
                    <a:pt x="1213" y="1859"/>
                  </a:lnTo>
                  <a:lnTo>
                    <a:pt x="1217" y="1835"/>
                  </a:lnTo>
                  <a:lnTo>
                    <a:pt x="1209" y="1676"/>
                  </a:lnTo>
                  <a:lnTo>
                    <a:pt x="1327" y="1717"/>
                  </a:lnTo>
                  <a:lnTo>
                    <a:pt x="1485" y="1766"/>
                  </a:lnTo>
                  <a:lnTo>
                    <a:pt x="1632" y="1807"/>
                  </a:lnTo>
                  <a:lnTo>
                    <a:pt x="1713" y="1835"/>
                  </a:lnTo>
                  <a:lnTo>
                    <a:pt x="1750" y="1851"/>
                  </a:lnTo>
                  <a:lnTo>
                    <a:pt x="1758" y="1855"/>
                  </a:lnTo>
                  <a:lnTo>
                    <a:pt x="1766" y="1855"/>
                  </a:lnTo>
                  <a:lnTo>
                    <a:pt x="1782" y="1855"/>
                  </a:lnTo>
                  <a:lnTo>
                    <a:pt x="1794" y="1847"/>
                  </a:lnTo>
                  <a:lnTo>
                    <a:pt x="1811" y="1839"/>
                  </a:lnTo>
                  <a:lnTo>
                    <a:pt x="1827" y="1823"/>
                  </a:lnTo>
                  <a:lnTo>
                    <a:pt x="1847" y="1798"/>
                  </a:lnTo>
                  <a:lnTo>
                    <a:pt x="1860" y="1774"/>
                  </a:lnTo>
                  <a:lnTo>
                    <a:pt x="1872" y="1745"/>
                  </a:lnTo>
                  <a:lnTo>
                    <a:pt x="1904" y="1750"/>
                  </a:lnTo>
                  <a:lnTo>
                    <a:pt x="1921" y="1750"/>
                  </a:lnTo>
                  <a:lnTo>
                    <a:pt x="1929" y="1741"/>
                  </a:lnTo>
                  <a:lnTo>
                    <a:pt x="1933" y="1721"/>
                  </a:lnTo>
                  <a:lnTo>
                    <a:pt x="1937" y="1684"/>
                  </a:lnTo>
                  <a:lnTo>
                    <a:pt x="1973" y="1697"/>
                  </a:lnTo>
                  <a:lnTo>
                    <a:pt x="2014" y="1713"/>
                  </a:lnTo>
                  <a:lnTo>
                    <a:pt x="2063" y="1741"/>
                  </a:lnTo>
                  <a:lnTo>
                    <a:pt x="2087" y="1754"/>
                  </a:lnTo>
                  <a:lnTo>
                    <a:pt x="2108" y="1758"/>
                  </a:lnTo>
                  <a:lnTo>
                    <a:pt x="2161" y="1762"/>
                  </a:lnTo>
                  <a:lnTo>
                    <a:pt x="2201" y="1766"/>
                  </a:lnTo>
                  <a:lnTo>
                    <a:pt x="2238" y="1766"/>
                  </a:lnTo>
                  <a:lnTo>
                    <a:pt x="2262" y="1766"/>
                  </a:lnTo>
                  <a:lnTo>
                    <a:pt x="2275" y="1762"/>
                  </a:lnTo>
                  <a:lnTo>
                    <a:pt x="2275" y="1754"/>
                  </a:lnTo>
                  <a:lnTo>
                    <a:pt x="2275" y="1745"/>
                  </a:lnTo>
                  <a:lnTo>
                    <a:pt x="2275" y="1737"/>
                  </a:lnTo>
                  <a:lnTo>
                    <a:pt x="2266" y="1729"/>
                  </a:lnTo>
                  <a:lnTo>
                    <a:pt x="2254" y="1725"/>
                  </a:lnTo>
                  <a:lnTo>
                    <a:pt x="2299" y="1717"/>
                  </a:lnTo>
                  <a:lnTo>
                    <a:pt x="2315" y="1713"/>
                  </a:lnTo>
                  <a:lnTo>
                    <a:pt x="2315" y="1701"/>
                  </a:lnTo>
                  <a:lnTo>
                    <a:pt x="2311" y="1693"/>
                  </a:lnTo>
                  <a:lnTo>
                    <a:pt x="2311" y="1684"/>
                  </a:lnTo>
                  <a:lnTo>
                    <a:pt x="2315" y="1680"/>
                  </a:lnTo>
                  <a:lnTo>
                    <a:pt x="2323" y="1676"/>
                  </a:lnTo>
                  <a:lnTo>
                    <a:pt x="2327" y="1668"/>
                  </a:lnTo>
                  <a:lnTo>
                    <a:pt x="2332" y="1656"/>
                  </a:lnTo>
                  <a:lnTo>
                    <a:pt x="2327" y="1648"/>
                  </a:lnTo>
                  <a:close/>
                  <a:moveTo>
                    <a:pt x="484" y="2339"/>
                  </a:moveTo>
                  <a:lnTo>
                    <a:pt x="362" y="2335"/>
                  </a:lnTo>
                  <a:lnTo>
                    <a:pt x="362" y="2283"/>
                  </a:lnTo>
                  <a:lnTo>
                    <a:pt x="366" y="2266"/>
                  </a:lnTo>
                  <a:lnTo>
                    <a:pt x="379" y="2254"/>
                  </a:lnTo>
                  <a:lnTo>
                    <a:pt x="403" y="2295"/>
                  </a:lnTo>
                  <a:lnTo>
                    <a:pt x="415" y="2315"/>
                  </a:lnTo>
                  <a:lnTo>
                    <a:pt x="480" y="2295"/>
                  </a:lnTo>
                  <a:lnTo>
                    <a:pt x="484" y="2339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27" name="Freeform 72"/>
            <p:cNvSpPr>
              <a:spLocks/>
            </p:cNvSpPr>
            <p:nvPr/>
          </p:nvSpPr>
          <p:spPr bwMode="auto">
            <a:xfrm>
              <a:off x="3308350" y="1538288"/>
              <a:ext cx="762000" cy="1090612"/>
            </a:xfrm>
            <a:custGeom>
              <a:avLst/>
              <a:gdLst>
                <a:gd name="T0" fmla="*/ 280 w 480"/>
                <a:gd name="T1" fmla="*/ 248 h 687"/>
                <a:gd name="T2" fmla="*/ 455 w 480"/>
                <a:gd name="T3" fmla="*/ 606 h 687"/>
                <a:gd name="T4" fmla="*/ 480 w 480"/>
                <a:gd name="T5" fmla="*/ 687 h 687"/>
                <a:gd name="T6" fmla="*/ 476 w 480"/>
                <a:gd name="T7" fmla="*/ 663 h 687"/>
                <a:gd name="T8" fmla="*/ 476 w 480"/>
                <a:gd name="T9" fmla="*/ 663 h 687"/>
                <a:gd name="T10" fmla="*/ 472 w 480"/>
                <a:gd name="T11" fmla="*/ 663 h 687"/>
                <a:gd name="T12" fmla="*/ 472 w 480"/>
                <a:gd name="T13" fmla="*/ 663 h 687"/>
                <a:gd name="T14" fmla="*/ 463 w 480"/>
                <a:gd name="T15" fmla="*/ 606 h 687"/>
                <a:gd name="T16" fmla="*/ 455 w 480"/>
                <a:gd name="T17" fmla="*/ 520 h 687"/>
                <a:gd name="T18" fmla="*/ 443 w 480"/>
                <a:gd name="T19" fmla="*/ 406 h 687"/>
                <a:gd name="T20" fmla="*/ 398 w 480"/>
                <a:gd name="T21" fmla="*/ 301 h 687"/>
                <a:gd name="T22" fmla="*/ 398 w 480"/>
                <a:gd name="T23" fmla="*/ 301 h 687"/>
                <a:gd name="T24" fmla="*/ 390 w 480"/>
                <a:gd name="T25" fmla="*/ 297 h 687"/>
                <a:gd name="T26" fmla="*/ 386 w 480"/>
                <a:gd name="T27" fmla="*/ 292 h 687"/>
                <a:gd name="T28" fmla="*/ 382 w 480"/>
                <a:gd name="T29" fmla="*/ 276 h 687"/>
                <a:gd name="T30" fmla="*/ 382 w 480"/>
                <a:gd name="T31" fmla="*/ 276 h 687"/>
                <a:gd name="T32" fmla="*/ 382 w 480"/>
                <a:gd name="T33" fmla="*/ 256 h 687"/>
                <a:gd name="T34" fmla="*/ 370 w 480"/>
                <a:gd name="T35" fmla="*/ 240 h 687"/>
                <a:gd name="T36" fmla="*/ 358 w 480"/>
                <a:gd name="T37" fmla="*/ 215 h 687"/>
                <a:gd name="T38" fmla="*/ 370 w 480"/>
                <a:gd name="T39" fmla="*/ 166 h 687"/>
                <a:gd name="T40" fmla="*/ 370 w 480"/>
                <a:gd name="T41" fmla="*/ 166 h 687"/>
                <a:gd name="T42" fmla="*/ 354 w 480"/>
                <a:gd name="T43" fmla="*/ 154 h 687"/>
                <a:gd name="T44" fmla="*/ 337 w 480"/>
                <a:gd name="T45" fmla="*/ 138 h 687"/>
                <a:gd name="T46" fmla="*/ 317 w 480"/>
                <a:gd name="T47" fmla="*/ 138 h 687"/>
                <a:gd name="T48" fmla="*/ 93 w 480"/>
                <a:gd name="T49" fmla="*/ 24 h 687"/>
                <a:gd name="T50" fmla="*/ 40 w 480"/>
                <a:gd name="T51" fmla="*/ 0 h 687"/>
                <a:gd name="T52" fmla="*/ 40 w 480"/>
                <a:gd name="T53" fmla="*/ 0 h 687"/>
                <a:gd name="T54" fmla="*/ 36 w 480"/>
                <a:gd name="T55" fmla="*/ 8 h 687"/>
                <a:gd name="T56" fmla="*/ 36 w 480"/>
                <a:gd name="T57" fmla="*/ 8 h 687"/>
                <a:gd name="T58" fmla="*/ 12 w 480"/>
                <a:gd name="T59" fmla="*/ 48 h 687"/>
                <a:gd name="T60" fmla="*/ 0 w 480"/>
                <a:gd name="T61" fmla="*/ 65 h 687"/>
                <a:gd name="T62" fmla="*/ 280 w 480"/>
                <a:gd name="T63" fmla="*/ 248 h 68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80"/>
                <a:gd name="T97" fmla="*/ 0 h 687"/>
                <a:gd name="T98" fmla="*/ 480 w 480"/>
                <a:gd name="T99" fmla="*/ 687 h 68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80" h="687">
                  <a:moveTo>
                    <a:pt x="280" y="248"/>
                  </a:moveTo>
                  <a:lnTo>
                    <a:pt x="455" y="606"/>
                  </a:lnTo>
                  <a:lnTo>
                    <a:pt x="480" y="687"/>
                  </a:lnTo>
                  <a:lnTo>
                    <a:pt x="476" y="663"/>
                  </a:lnTo>
                  <a:lnTo>
                    <a:pt x="472" y="663"/>
                  </a:lnTo>
                  <a:lnTo>
                    <a:pt x="463" y="606"/>
                  </a:lnTo>
                  <a:lnTo>
                    <a:pt x="455" y="520"/>
                  </a:lnTo>
                  <a:lnTo>
                    <a:pt x="443" y="406"/>
                  </a:lnTo>
                  <a:lnTo>
                    <a:pt x="398" y="301"/>
                  </a:lnTo>
                  <a:lnTo>
                    <a:pt x="390" y="297"/>
                  </a:lnTo>
                  <a:lnTo>
                    <a:pt x="386" y="292"/>
                  </a:lnTo>
                  <a:lnTo>
                    <a:pt x="382" y="276"/>
                  </a:lnTo>
                  <a:lnTo>
                    <a:pt x="382" y="256"/>
                  </a:lnTo>
                  <a:lnTo>
                    <a:pt x="370" y="240"/>
                  </a:lnTo>
                  <a:lnTo>
                    <a:pt x="358" y="215"/>
                  </a:lnTo>
                  <a:lnTo>
                    <a:pt x="370" y="166"/>
                  </a:lnTo>
                  <a:lnTo>
                    <a:pt x="354" y="154"/>
                  </a:lnTo>
                  <a:lnTo>
                    <a:pt x="337" y="138"/>
                  </a:lnTo>
                  <a:lnTo>
                    <a:pt x="317" y="138"/>
                  </a:lnTo>
                  <a:lnTo>
                    <a:pt x="93" y="24"/>
                  </a:lnTo>
                  <a:lnTo>
                    <a:pt x="40" y="0"/>
                  </a:lnTo>
                  <a:lnTo>
                    <a:pt x="36" y="8"/>
                  </a:lnTo>
                  <a:lnTo>
                    <a:pt x="12" y="48"/>
                  </a:lnTo>
                  <a:lnTo>
                    <a:pt x="0" y="65"/>
                  </a:lnTo>
                  <a:lnTo>
                    <a:pt x="280" y="24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28" name="Freeform 73"/>
            <p:cNvSpPr>
              <a:spLocks/>
            </p:cNvSpPr>
            <p:nvPr/>
          </p:nvSpPr>
          <p:spPr bwMode="auto">
            <a:xfrm>
              <a:off x="3779838" y="1744663"/>
              <a:ext cx="315912" cy="955675"/>
            </a:xfrm>
            <a:custGeom>
              <a:avLst/>
              <a:gdLst>
                <a:gd name="T0" fmla="*/ 32 w 199"/>
                <a:gd name="T1" fmla="*/ 0 h 602"/>
                <a:gd name="T2" fmla="*/ 0 w 199"/>
                <a:gd name="T3" fmla="*/ 93 h 602"/>
                <a:gd name="T4" fmla="*/ 44 w 199"/>
                <a:gd name="T5" fmla="*/ 130 h 602"/>
                <a:gd name="T6" fmla="*/ 105 w 199"/>
                <a:gd name="T7" fmla="*/ 370 h 602"/>
                <a:gd name="T8" fmla="*/ 122 w 199"/>
                <a:gd name="T9" fmla="*/ 394 h 602"/>
                <a:gd name="T10" fmla="*/ 126 w 199"/>
                <a:gd name="T11" fmla="*/ 602 h 602"/>
                <a:gd name="T12" fmla="*/ 199 w 199"/>
                <a:gd name="T13" fmla="*/ 561 h 602"/>
                <a:gd name="T14" fmla="*/ 199 w 199"/>
                <a:gd name="T15" fmla="*/ 561 h 602"/>
                <a:gd name="T16" fmla="*/ 150 w 199"/>
                <a:gd name="T17" fmla="*/ 285 h 602"/>
                <a:gd name="T18" fmla="*/ 150 w 199"/>
                <a:gd name="T19" fmla="*/ 285 h 602"/>
                <a:gd name="T20" fmla="*/ 77 w 199"/>
                <a:gd name="T21" fmla="*/ 85 h 602"/>
                <a:gd name="T22" fmla="*/ 81 w 199"/>
                <a:gd name="T23" fmla="*/ 61 h 602"/>
                <a:gd name="T24" fmla="*/ 81 w 199"/>
                <a:gd name="T25" fmla="*/ 61 h 602"/>
                <a:gd name="T26" fmla="*/ 77 w 199"/>
                <a:gd name="T27" fmla="*/ 53 h 602"/>
                <a:gd name="T28" fmla="*/ 77 w 199"/>
                <a:gd name="T29" fmla="*/ 36 h 602"/>
                <a:gd name="T30" fmla="*/ 69 w 199"/>
                <a:gd name="T31" fmla="*/ 28 h 602"/>
                <a:gd name="T32" fmla="*/ 61 w 199"/>
                <a:gd name="T33" fmla="*/ 16 h 602"/>
                <a:gd name="T34" fmla="*/ 48 w 199"/>
                <a:gd name="T35" fmla="*/ 8 h 602"/>
                <a:gd name="T36" fmla="*/ 32 w 199"/>
                <a:gd name="T37" fmla="*/ 0 h 602"/>
                <a:gd name="T38" fmla="*/ 32 w 199"/>
                <a:gd name="T39" fmla="*/ 0 h 60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99"/>
                <a:gd name="T61" fmla="*/ 0 h 602"/>
                <a:gd name="T62" fmla="*/ 199 w 199"/>
                <a:gd name="T63" fmla="*/ 602 h 60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99" h="602">
                  <a:moveTo>
                    <a:pt x="32" y="0"/>
                  </a:moveTo>
                  <a:lnTo>
                    <a:pt x="0" y="93"/>
                  </a:lnTo>
                  <a:lnTo>
                    <a:pt x="44" y="130"/>
                  </a:lnTo>
                  <a:lnTo>
                    <a:pt x="105" y="370"/>
                  </a:lnTo>
                  <a:lnTo>
                    <a:pt x="122" y="394"/>
                  </a:lnTo>
                  <a:lnTo>
                    <a:pt x="126" y="602"/>
                  </a:lnTo>
                  <a:lnTo>
                    <a:pt x="199" y="561"/>
                  </a:lnTo>
                  <a:lnTo>
                    <a:pt x="150" y="285"/>
                  </a:lnTo>
                  <a:lnTo>
                    <a:pt x="77" y="85"/>
                  </a:lnTo>
                  <a:lnTo>
                    <a:pt x="81" y="61"/>
                  </a:lnTo>
                  <a:lnTo>
                    <a:pt x="77" y="53"/>
                  </a:lnTo>
                  <a:lnTo>
                    <a:pt x="77" y="36"/>
                  </a:lnTo>
                  <a:lnTo>
                    <a:pt x="69" y="28"/>
                  </a:lnTo>
                  <a:lnTo>
                    <a:pt x="61" y="16"/>
                  </a:lnTo>
                  <a:lnTo>
                    <a:pt x="48" y="8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9525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421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教会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后“战略性思考”能力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2366012" y="1920099"/>
            <a:ext cx="6092188" cy="2115541"/>
            <a:chOff x="1297305" y="1914713"/>
            <a:chExt cx="6092188" cy="2115541"/>
          </a:xfrm>
        </p:grpSpPr>
        <p:sp>
          <p:nvSpPr>
            <p:cNvPr id="19" name="Freeform 18"/>
            <p:cNvSpPr/>
            <p:nvPr/>
          </p:nvSpPr>
          <p:spPr>
            <a:xfrm>
              <a:off x="1297305" y="1914713"/>
              <a:ext cx="1857374" cy="715591"/>
            </a:xfrm>
            <a:custGeom>
              <a:avLst/>
              <a:gdLst>
                <a:gd name="connsiteX0" fmla="*/ 0 w 1857374"/>
                <a:gd name="connsiteY0" fmla="*/ 0 h 715591"/>
                <a:gd name="connsiteX1" fmla="*/ 1857374 w 1857374"/>
                <a:gd name="connsiteY1" fmla="*/ 0 h 715591"/>
                <a:gd name="connsiteX2" fmla="*/ 1857374 w 1857374"/>
                <a:gd name="connsiteY2" fmla="*/ 715591 h 715591"/>
                <a:gd name="connsiteX3" fmla="*/ 0 w 1857374"/>
                <a:gd name="connsiteY3" fmla="*/ 715591 h 715591"/>
                <a:gd name="connsiteX4" fmla="*/ 0 w 1857374"/>
                <a:gd name="connsiteY4" fmla="*/ 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15591">
                  <a:moveTo>
                    <a:pt x="0" y="0"/>
                  </a:moveTo>
                  <a:lnTo>
                    <a:pt x="1857374" y="0"/>
                  </a:lnTo>
                  <a:lnTo>
                    <a:pt x="1857374" y="715591"/>
                  </a:lnTo>
                  <a:lnTo>
                    <a:pt x="0" y="71559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680" tIns="60960" rIns="106680" bIns="6096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b="1" kern="1200" dirty="0" smtClean="0"/>
                <a:t>“剥洋葱”的质疑思维</a:t>
              </a:r>
              <a:endParaRPr lang="en-US" sz="1500" kern="1200" dirty="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97305" y="2630304"/>
              <a:ext cx="1857374" cy="1399950"/>
            </a:xfrm>
            <a:custGeom>
              <a:avLst/>
              <a:gdLst>
                <a:gd name="connsiteX0" fmla="*/ 0 w 1857374"/>
                <a:gd name="connsiteY0" fmla="*/ 0 h 1399950"/>
                <a:gd name="connsiteX1" fmla="*/ 1857374 w 1857374"/>
                <a:gd name="connsiteY1" fmla="*/ 0 h 1399950"/>
                <a:gd name="connsiteX2" fmla="*/ 1857374 w 1857374"/>
                <a:gd name="connsiteY2" fmla="*/ 1399950 h 1399950"/>
                <a:gd name="connsiteX3" fmla="*/ 0 w 1857374"/>
                <a:gd name="connsiteY3" fmla="*/ 1399950 h 1399950"/>
                <a:gd name="connsiteX4" fmla="*/ 0 w 1857374"/>
                <a:gd name="connsiteY4" fmla="*/ 0 h 139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399950">
                  <a:moveTo>
                    <a:pt x="0" y="0"/>
                  </a:moveTo>
                  <a:lnTo>
                    <a:pt x="1857374" y="0"/>
                  </a:lnTo>
                  <a:lnTo>
                    <a:pt x="1857374" y="1399950"/>
                  </a:lnTo>
                  <a:lnTo>
                    <a:pt x="0" y="13999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0" lvl="1" algn="l" defTabSz="666750"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sz="1500" kern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不要被表面现象蒙蔽，不断地问为什么，找到真正的原因。</a:t>
              </a:r>
              <a:endParaRPr lang="en-US" sz="1500" kern="1200" dirty="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3414712" y="1914713"/>
              <a:ext cx="1857374" cy="715591"/>
            </a:xfrm>
            <a:custGeom>
              <a:avLst/>
              <a:gdLst>
                <a:gd name="connsiteX0" fmla="*/ 0 w 1857374"/>
                <a:gd name="connsiteY0" fmla="*/ 0 h 715591"/>
                <a:gd name="connsiteX1" fmla="*/ 1857374 w 1857374"/>
                <a:gd name="connsiteY1" fmla="*/ 0 h 715591"/>
                <a:gd name="connsiteX2" fmla="*/ 1857374 w 1857374"/>
                <a:gd name="connsiteY2" fmla="*/ 715591 h 715591"/>
                <a:gd name="connsiteX3" fmla="*/ 0 w 1857374"/>
                <a:gd name="connsiteY3" fmla="*/ 715591 h 715591"/>
                <a:gd name="connsiteX4" fmla="*/ 0 w 1857374"/>
                <a:gd name="connsiteY4" fmla="*/ 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15591">
                  <a:moveTo>
                    <a:pt x="0" y="0"/>
                  </a:moveTo>
                  <a:lnTo>
                    <a:pt x="1857374" y="0"/>
                  </a:lnTo>
                  <a:lnTo>
                    <a:pt x="1857374" y="715591"/>
                  </a:lnTo>
                  <a:lnTo>
                    <a:pt x="0" y="71559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680" tIns="60960" rIns="106680" bIns="6096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b="1" kern="1200" dirty="0" smtClean="0"/>
                <a:t>“点、线、面”的树状思维</a:t>
              </a:r>
              <a:endParaRPr lang="en-US" sz="1500" kern="1200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414712" y="2630304"/>
              <a:ext cx="1857374" cy="1399950"/>
            </a:xfrm>
            <a:custGeom>
              <a:avLst/>
              <a:gdLst>
                <a:gd name="connsiteX0" fmla="*/ 0 w 1857374"/>
                <a:gd name="connsiteY0" fmla="*/ 0 h 1399950"/>
                <a:gd name="connsiteX1" fmla="*/ 1857374 w 1857374"/>
                <a:gd name="connsiteY1" fmla="*/ 0 h 1399950"/>
                <a:gd name="connsiteX2" fmla="*/ 1857374 w 1857374"/>
                <a:gd name="connsiteY2" fmla="*/ 1399950 h 1399950"/>
                <a:gd name="connsiteX3" fmla="*/ 0 w 1857374"/>
                <a:gd name="connsiteY3" fmla="*/ 1399950 h 1399950"/>
                <a:gd name="connsiteX4" fmla="*/ 0 w 1857374"/>
                <a:gd name="connsiteY4" fmla="*/ 0 h 139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399950">
                  <a:moveTo>
                    <a:pt x="0" y="0"/>
                  </a:moveTo>
                  <a:lnTo>
                    <a:pt x="1857374" y="0"/>
                  </a:lnTo>
                  <a:lnTo>
                    <a:pt x="1857374" y="1399950"/>
                  </a:lnTo>
                  <a:lnTo>
                    <a:pt x="0" y="13999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0" lvl="1" algn="l" defTabSz="666750"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sz="1500" kern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引导他们站在更高地角度来看问题，不要局限了自己的视野。</a:t>
              </a:r>
              <a:endParaRPr lang="en-US" sz="1500" kern="1200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5532119" y="1914713"/>
              <a:ext cx="1857374" cy="715591"/>
            </a:xfrm>
            <a:custGeom>
              <a:avLst/>
              <a:gdLst>
                <a:gd name="connsiteX0" fmla="*/ 0 w 1857374"/>
                <a:gd name="connsiteY0" fmla="*/ 0 h 715591"/>
                <a:gd name="connsiteX1" fmla="*/ 1857374 w 1857374"/>
                <a:gd name="connsiteY1" fmla="*/ 0 h 715591"/>
                <a:gd name="connsiteX2" fmla="*/ 1857374 w 1857374"/>
                <a:gd name="connsiteY2" fmla="*/ 715591 h 715591"/>
                <a:gd name="connsiteX3" fmla="*/ 0 w 1857374"/>
                <a:gd name="connsiteY3" fmla="*/ 715591 h 715591"/>
                <a:gd name="connsiteX4" fmla="*/ 0 w 1857374"/>
                <a:gd name="connsiteY4" fmla="*/ 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15591">
                  <a:moveTo>
                    <a:pt x="0" y="0"/>
                  </a:moveTo>
                  <a:lnTo>
                    <a:pt x="1857374" y="0"/>
                  </a:lnTo>
                  <a:lnTo>
                    <a:pt x="1857374" y="715591"/>
                  </a:lnTo>
                  <a:lnTo>
                    <a:pt x="0" y="71559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680" tIns="60960" rIns="106680" bIns="6096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500" b="1" kern="1200" dirty="0" smtClean="0"/>
                <a:t>“数据化”的量化思维</a:t>
              </a:r>
              <a:endParaRPr lang="en-US" sz="1500" kern="1200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5532119" y="2630304"/>
              <a:ext cx="1857374" cy="1399950"/>
            </a:xfrm>
            <a:custGeom>
              <a:avLst/>
              <a:gdLst>
                <a:gd name="connsiteX0" fmla="*/ 0 w 1857374"/>
                <a:gd name="connsiteY0" fmla="*/ 0 h 1399950"/>
                <a:gd name="connsiteX1" fmla="*/ 1857374 w 1857374"/>
                <a:gd name="connsiteY1" fmla="*/ 0 h 1399950"/>
                <a:gd name="connsiteX2" fmla="*/ 1857374 w 1857374"/>
                <a:gd name="connsiteY2" fmla="*/ 1399950 h 1399950"/>
                <a:gd name="connsiteX3" fmla="*/ 0 w 1857374"/>
                <a:gd name="connsiteY3" fmla="*/ 1399950 h 1399950"/>
                <a:gd name="connsiteX4" fmla="*/ 0 w 1857374"/>
                <a:gd name="connsiteY4" fmla="*/ 0 h 139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399950">
                  <a:moveTo>
                    <a:pt x="0" y="0"/>
                  </a:moveTo>
                  <a:lnTo>
                    <a:pt x="1857374" y="0"/>
                  </a:lnTo>
                  <a:lnTo>
                    <a:pt x="1857374" y="1399950"/>
                  </a:lnTo>
                  <a:lnTo>
                    <a:pt x="0" y="13999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0" lvl="1" algn="l" defTabSz="666750"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sz="1500" kern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避免模糊性的回答，请他们“用数字证明自己的观点”。</a:t>
              </a:r>
              <a:endParaRPr lang="en-US" sz="1500" kern="1200" dirty="0"/>
            </a:p>
          </p:txBody>
        </p:sp>
      </p:grpSp>
      <p:grpSp>
        <p:nvGrpSpPr>
          <p:cNvPr id="103" name="组合 176"/>
          <p:cNvGrpSpPr>
            <a:grpSpLocks/>
          </p:cNvGrpSpPr>
          <p:nvPr/>
        </p:nvGrpSpPr>
        <p:grpSpPr bwMode="auto">
          <a:xfrm flipH="1">
            <a:off x="466156" y="2149365"/>
            <a:ext cx="1362644" cy="2994135"/>
            <a:chOff x="1547813" y="2089150"/>
            <a:chExt cx="531812" cy="1290638"/>
          </a:xfrm>
          <a:solidFill>
            <a:srgbClr val="00B0F0"/>
          </a:solidFill>
        </p:grpSpPr>
        <p:sp>
          <p:nvSpPr>
            <p:cNvPr id="104" name="Freeform 90"/>
            <p:cNvSpPr>
              <a:spLocks/>
            </p:cNvSpPr>
            <p:nvPr/>
          </p:nvSpPr>
          <p:spPr bwMode="auto">
            <a:xfrm>
              <a:off x="1547813" y="2089150"/>
              <a:ext cx="531812" cy="1290638"/>
            </a:xfrm>
            <a:custGeom>
              <a:avLst/>
              <a:gdLst>
                <a:gd name="T0" fmla="*/ 88900 w 335"/>
                <a:gd name="T1" fmla="*/ 79375 h 813"/>
                <a:gd name="T2" fmla="*/ 112712 w 335"/>
                <a:gd name="T3" fmla="*/ 76200 h 813"/>
                <a:gd name="T4" fmla="*/ 207962 w 335"/>
                <a:gd name="T5" fmla="*/ 95250 h 813"/>
                <a:gd name="T6" fmla="*/ 207962 w 335"/>
                <a:gd name="T7" fmla="*/ 61913 h 813"/>
                <a:gd name="T8" fmla="*/ 212725 w 335"/>
                <a:gd name="T9" fmla="*/ 31750 h 813"/>
                <a:gd name="T10" fmla="*/ 241300 w 335"/>
                <a:gd name="T11" fmla="*/ 3175 h 813"/>
                <a:gd name="T12" fmla="*/ 306387 w 335"/>
                <a:gd name="T13" fmla="*/ 6350 h 813"/>
                <a:gd name="T14" fmla="*/ 342900 w 335"/>
                <a:gd name="T15" fmla="*/ 36513 h 813"/>
                <a:gd name="T16" fmla="*/ 350837 w 335"/>
                <a:gd name="T17" fmla="*/ 82550 h 813"/>
                <a:gd name="T18" fmla="*/ 328612 w 335"/>
                <a:gd name="T19" fmla="*/ 134938 h 813"/>
                <a:gd name="T20" fmla="*/ 319087 w 335"/>
                <a:gd name="T21" fmla="*/ 152400 h 813"/>
                <a:gd name="T22" fmla="*/ 346075 w 335"/>
                <a:gd name="T23" fmla="*/ 165100 h 813"/>
                <a:gd name="T24" fmla="*/ 384175 w 335"/>
                <a:gd name="T25" fmla="*/ 192088 h 813"/>
                <a:gd name="T26" fmla="*/ 441325 w 335"/>
                <a:gd name="T27" fmla="*/ 230188 h 813"/>
                <a:gd name="T28" fmla="*/ 520700 w 335"/>
                <a:gd name="T29" fmla="*/ 406400 h 813"/>
                <a:gd name="T30" fmla="*/ 525462 w 335"/>
                <a:gd name="T31" fmla="*/ 477838 h 813"/>
                <a:gd name="T32" fmla="*/ 515937 w 335"/>
                <a:gd name="T33" fmla="*/ 533400 h 813"/>
                <a:gd name="T34" fmla="*/ 430212 w 335"/>
                <a:gd name="T35" fmla="*/ 582613 h 813"/>
                <a:gd name="T36" fmla="*/ 393700 w 335"/>
                <a:gd name="T37" fmla="*/ 622300 h 813"/>
                <a:gd name="T38" fmla="*/ 398462 w 335"/>
                <a:gd name="T39" fmla="*/ 695325 h 813"/>
                <a:gd name="T40" fmla="*/ 392112 w 335"/>
                <a:gd name="T41" fmla="*/ 735013 h 813"/>
                <a:gd name="T42" fmla="*/ 395287 w 335"/>
                <a:gd name="T43" fmla="*/ 852488 h 813"/>
                <a:gd name="T44" fmla="*/ 396875 w 335"/>
                <a:gd name="T45" fmla="*/ 898525 h 813"/>
                <a:gd name="T46" fmla="*/ 409575 w 335"/>
                <a:gd name="T47" fmla="*/ 947738 h 813"/>
                <a:gd name="T48" fmla="*/ 417512 w 335"/>
                <a:gd name="T49" fmla="*/ 1092200 h 813"/>
                <a:gd name="T50" fmla="*/ 428625 w 335"/>
                <a:gd name="T51" fmla="*/ 1158875 h 813"/>
                <a:gd name="T52" fmla="*/ 425450 w 335"/>
                <a:gd name="T53" fmla="*/ 1196975 h 813"/>
                <a:gd name="T54" fmla="*/ 423862 w 335"/>
                <a:gd name="T55" fmla="*/ 1257300 h 813"/>
                <a:gd name="T56" fmla="*/ 404812 w 335"/>
                <a:gd name="T57" fmla="*/ 1285875 h 813"/>
                <a:gd name="T58" fmla="*/ 349250 w 335"/>
                <a:gd name="T59" fmla="*/ 1287463 h 813"/>
                <a:gd name="T60" fmla="*/ 346075 w 335"/>
                <a:gd name="T61" fmla="*/ 1255713 h 813"/>
                <a:gd name="T62" fmla="*/ 344487 w 335"/>
                <a:gd name="T63" fmla="*/ 1192213 h 813"/>
                <a:gd name="T64" fmla="*/ 327025 w 335"/>
                <a:gd name="T65" fmla="*/ 1146175 h 813"/>
                <a:gd name="T66" fmla="*/ 325437 w 335"/>
                <a:gd name="T67" fmla="*/ 1054100 h 813"/>
                <a:gd name="T68" fmla="*/ 304800 w 335"/>
                <a:gd name="T69" fmla="*/ 971550 h 813"/>
                <a:gd name="T70" fmla="*/ 296862 w 335"/>
                <a:gd name="T71" fmla="*/ 892175 h 813"/>
                <a:gd name="T72" fmla="*/ 280987 w 335"/>
                <a:gd name="T73" fmla="*/ 804863 h 813"/>
                <a:gd name="T74" fmla="*/ 265112 w 335"/>
                <a:gd name="T75" fmla="*/ 766763 h 813"/>
                <a:gd name="T76" fmla="*/ 252412 w 335"/>
                <a:gd name="T77" fmla="*/ 823913 h 813"/>
                <a:gd name="T78" fmla="*/ 249237 w 335"/>
                <a:gd name="T79" fmla="*/ 923925 h 813"/>
                <a:gd name="T80" fmla="*/ 239712 w 335"/>
                <a:gd name="T81" fmla="*/ 1038225 h 813"/>
                <a:gd name="T82" fmla="*/ 227012 w 335"/>
                <a:gd name="T83" fmla="*/ 1179513 h 813"/>
                <a:gd name="T84" fmla="*/ 231775 w 335"/>
                <a:gd name="T85" fmla="*/ 1212850 h 813"/>
                <a:gd name="T86" fmla="*/ 200025 w 335"/>
                <a:gd name="T87" fmla="*/ 1230313 h 813"/>
                <a:gd name="T88" fmla="*/ 163512 w 335"/>
                <a:gd name="T89" fmla="*/ 1228725 h 813"/>
                <a:gd name="T90" fmla="*/ 111125 w 335"/>
                <a:gd name="T91" fmla="*/ 1247775 h 813"/>
                <a:gd name="T92" fmla="*/ 55562 w 335"/>
                <a:gd name="T93" fmla="*/ 1244600 h 813"/>
                <a:gd name="T94" fmla="*/ 53975 w 335"/>
                <a:gd name="T95" fmla="*/ 1227138 h 813"/>
                <a:gd name="T96" fmla="*/ 100012 w 335"/>
                <a:gd name="T97" fmla="*/ 1206500 h 813"/>
                <a:gd name="T98" fmla="*/ 130175 w 335"/>
                <a:gd name="T99" fmla="*/ 1166813 h 813"/>
                <a:gd name="T100" fmla="*/ 142875 w 335"/>
                <a:gd name="T101" fmla="*/ 1081088 h 813"/>
                <a:gd name="T102" fmla="*/ 138112 w 335"/>
                <a:gd name="T103" fmla="*/ 984250 h 813"/>
                <a:gd name="T104" fmla="*/ 141287 w 335"/>
                <a:gd name="T105" fmla="*/ 931863 h 813"/>
                <a:gd name="T106" fmla="*/ 150812 w 335"/>
                <a:gd name="T107" fmla="*/ 879475 h 813"/>
                <a:gd name="T108" fmla="*/ 155575 w 335"/>
                <a:gd name="T109" fmla="*/ 723900 h 813"/>
                <a:gd name="T110" fmla="*/ 150812 w 335"/>
                <a:gd name="T111" fmla="*/ 609600 h 813"/>
                <a:gd name="T112" fmla="*/ 128587 w 335"/>
                <a:gd name="T113" fmla="*/ 374650 h 813"/>
                <a:gd name="T114" fmla="*/ 74612 w 335"/>
                <a:gd name="T115" fmla="*/ 352425 h 813"/>
                <a:gd name="T116" fmla="*/ 17462 w 335"/>
                <a:gd name="T117" fmla="*/ 315913 h 813"/>
                <a:gd name="T118" fmla="*/ 6350 w 335"/>
                <a:gd name="T119" fmla="*/ 260350 h 813"/>
                <a:gd name="T120" fmla="*/ 25400 w 335"/>
                <a:gd name="T121" fmla="*/ 203200 h 813"/>
                <a:gd name="T122" fmla="*/ 74612 w 335"/>
                <a:gd name="T123" fmla="*/ 131763 h 813"/>
                <a:gd name="T124" fmla="*/ 0 w 335"/>
                <a:gd name="T125" fmla="*/ 95250 h 81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35"/>
                <a:gd name="T190" fmla="*/ 0 h 813"/>
                <a:gd name="T191" fmla="*/ 335 w 335"/>
                <a:gd name="T192" fmla="*/ 813 h 813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35" h="813">
                  <a:moveTo>
                    <a:pt x="2" y="52"/>
                  </a:moveTo>
                  <a:lnTo>
                    <a:pt x="2" y="52"/>
                  </a:lnTo>
                  <a:lnTo>
                    <a:pt x="26" y="53"/>
                  </a:lnTo>
                  <a:lnTo>
                    <a:pt x="43" y="54"/>
                  </a:lnTo>
                  <a:lnTo>
                    <a:pt x="54" y="54"/>
                  </a:lnTo>
                  <a:lnTo>
                    <a:pt x="54" y="52"/>
                  </a:lnTo>
                  <a:lnTo>
                    <a:pt x="55" y="51"/>
                  </a:lnTo>
                  <a:lnTo>
                    <a:pt x="56" y="51"/>
                  </a:lnTo>
                  <a:lnTo>
                    <a:pt x="56" y="50"/>
                  </a:lnTo>
                  <a:lnTo>
                    <a:pt x="57" y="49"/>
                  </a:lnTo>
                  <a:lnTo>
                    <a:pt x="59" y="48"/>
                  </a:lnTo>
                  <a:lnTo>
                    <a:pt x="62" y="48"/>
                  </a:lnTo>
                  <a:lnTo>
                    <a:pt x="64" y="47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9" y="48"/>
                  </a:lnTo>
                  <a:lnTo>
                    <a:pt x="70" y="48"/>
                  </a:lnTo>
                  <a:lnTo>
                    <a:pt x="71" y="48"/>
                  </a:lnTo>
                  <a:lnTo>
                    <a:pt x="74" y="47"/>
                  </a:lnTo>
                  <a:lnTo>
                    <a:pt x="75" y="46"/>
                  </a:lnTo>
                  <a:lnTo>
                    <a:pt x="77" y="46"/>
                  </a:lnTo>
                  <a:lnTo>
                    <a:pt x="79" y="47"/>
                  </a:lnTo>
                  <a:lnTo>
                    <a:pt x="80" y="47"/>
                  </a:lnTo>
                  <a:lnTo>
                    <a:pt x="82" y="51"/>
                  </a:lnTo>
                  <a:lnTo>
                    <a:pt x="84" y="55"/>
                  </a:lnTo>
                  <a:lnTo>
                    <a:pt x="86" y="56"/>
                  </a:lnTo>
                  <a:lnTo>
                    <a:pt x="131" y="60"/>
                  </a:lnTo>
                  <a:lnTo>
                    <a:pt x="131" y="59"/>
                  </a:lnTo>
                  <a:lnTo>
                    <a:pt x="130" y="57"/>
                  </a:lnTo>
                  <a:lnTo>
                    <a:pt x="130" y="56"/>
                  </a:lnTo>
                  <a:lnTo>
                    <a:pt x="130" y="55"/>
                  </a:lnTo>
                  <a:lnTo>
                    <a:pt x="130" y="54"/>
                  </a:lnTo>
                  <a:lnTo>
                    <a:pt x="130" y="53"/>
                  </a:lnTo>
                  <a:lnTo>
                    <a:pt x="131" y="51"/>
                  </a:lnTo>
                  <a:lnTo>
                    <a:pt x="131" y="45"/>
                  </a:lnTo>
                  <a:lnTo>
                    <a:pt x="131" y="39"/>
                  </a:lnTo>
                  <a:lnTo>
                    <a:pt x="132" y="36"/>
                  </a:lnTo>
                  <a:lnTo>
                    <a:pt x="132" y="33"/>
                  </a:lnTo>
                  <a:lnTo>
                    <a:pt x="133" y="33"/>
                  </a:lnTo>
                  <a:lnTo>
                    <a:pt x="133" y="32"/>
                  </a:lnTo>
                  <a:lnTo>
                    <a:pt x="132" y="29"/>
                  </a:lnTo>
                  <a:lnTo>
                    <a:pt x="133" y="27"/>
                  </a:lnTo>
                  <a:lnTo>
                    <a:pt x="133" y="25"/>
                  </a:lnTo>
                  <a:lnTo>
                    <a:pt x="134" y="20"/>
                  </a:lnTo>
                  <a:lnTo>
                    <a:pt x="136" y="17"/>
                  </a:lnTo>
                  <a:lnTo>
                    <a:pt x="137" y="14"/>
                  </a:lnTo>
                  <a:lnTo>
                    <a:pt x="139" y="11"/>
                  </a:lnTo>
                  <a:lnTo>
                    <a:pt x="142" y="8"/>
                  </a:lnTo>
                  <a:lnTo>
                    <a:pt x="143" y="7"/>
                  </a:lnTo>
                  <a:lnTo>
                    <a:pt x="144" y="6"/>
                  </a:lnTo>
                  <a:lnTo>
                    <a:pt x="145" y="5"/>
                  </a:lnTo>
                  <a:lnTo>
                    <a:pt x="147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2" y="2"/>
                  </a:lnTo>
                  <a:lnTo>
                    <a:pt x="154" y="2"/>
                  </a:lnTo>
                  <a:lnTo>
                    <a:pt x="158" y="1"/>
                  </a:lnTo>
                  <a:lnTo>
                    <a:pt x="162" y="0"/>
                  </a:lnTo>
                  <a:lnTo>
                    <a:pt x="167" y="0"/>
                  </a:lnTo>
                  <a:lnTo>
                    <a:pt x="171" y="0"/>
                  </a:lnTo>
                  <a:lnTo>
                    <a:pt x="176" y="0"/>
                  </a:lnTo>
                  <a:lnTo>
                    <a:pt x="180" y="1"/>
                  </a:lnTo>
                  <a:lnTo>
                    <a:pt x="185" y="1"/>
                  </a:lnTo>
                  <a:lnTo>
                    <a:pt x="189" y="2"/>
                  </a:lnTo>
                  <a:lnTo>
                    <a:pt x="193" y="4"/>
                  </a:lnTo>
                  <a:lnTo>
                    <a:pt x="197" y="5"/>
                  </a:lnTo>
                  <a:lnTo>
                    <a:pt x="201" y="7"/>
                  </a:lnTo>
                  <a:lnTo>
                    <a:pt x="205" y="9"/>
                  </a:lnTo>
                  <a:lnTo>
                    <a:pt x="208" y="12"/>
                  </a:lnTo>
                  <a:lnTo>
                    <a:pt x="210" y="14"/>
                  </a:lnTo>
                  <a:lnTo>
                    <a:pt x="211" y="15"/>
                  </a:lnTo>
                  <a:lnTo>
                    <a:pt x="212" y="17"/>
                  </a:lnTo>
                  <a:lnTo>
                    <a:pt x="214" y="19"/>
                  </a:lnTo>
                  <a:lnTo>
                    <a:pt x="215" y="21"/>
                  </a:lnTo>
                  <a:lnTo>
                    <a:pt x="216" y="23"/>
                  </a:lnTo>
                  <a:lnTo>
                    <a:pt x="217" y="25"/>
                  </a:lnTo>
                  <a:lnTo>
                    <a:pt x="218" y="28"/>
                  </a:lnTo>
                  <a:lnTo>
                    <a:pt x="219" y="31"/>
                  </a:lnTo>
                  <a:lnTo>
                    <a:pt x="220" y="34"/>
                  </a:lnTo>
                  <a:lnTo>
                    <a:pt x="221" y="37"/>
                  </a:lnTo>
                  <a:lnTo>
                    <a:pt x="222" y="40"/>
                  </a:lnTo>
                  <a:lnTo>
                    <a:pt x="222" y="43"/>
                  </a:lnTo>
                  <a:lnTo>
                    <a:pt x="222" y="46"/>
                  </a:lnTo>
                  <a:lnTo>
                    <a:pt x="222" y="48"/>
                  </a:lnTo>
                  <a:lnTo>
                    <a:pt x="221" y="52"/>
                  </a:lnTo>
                  <a:lnTo>
                    <a:pt x="220" y="58"/>
                  </a:lnTo>
                  <a:lnTo>
                    <a:pt x="219" y="62"/>
                  </a:lnTo>
                  <a:lnTo>
                    <a:pt x="218" y="65"/>
                  </a:lnTo>
                  <a:lnTo>
                    <a:pt x="217" y="69"/>
                  </a:lnTo>
                  <a:lnTo>
                    <a:pt x="216" y="73"/>
                  </a:lnTo>
                  <a:lnTo>
                    <a:pt x="214" y="76"/>
                  </a:lnTo>
                  <a:lnTo>
                    <a:pt x="213" y="79"/>
                  </a:lnTo>
                  <a:lnTo>
                    <a:pt x="211" y="82"/>
                  </a:lnTo>
                  <a:lnTo>
                    <a:pt x="209" y="83"/>
                  </a:lnTo>
                  <a:lnTo>
                    <a:pt x="208" y="84"/>
                  </a:lnTo>
                  <a:lnTo>
                    <a:pt x="207" y="85"/>
                  </a:lnTo>
                  <a:lnTo>
                    <a:pt x="206" y="86"/>
                  </a:lnTo>
                  <a:lnTo>
                    <a:pt x="204" y="87"/>
                  </a:lnTo>
                  <a:lnTo>
                    <a:pt x="203" y="87"/>
                  </a:lnTo>
                  <a:lnTo>
                    <a:pt x="202" y="88"/>
                  </a:lnTo>
                  <a:lnTo>
                    <a:pt x="202" y="90"/>
                  </a:lnTo>
                  <a:lnTo>
                    <a:pt x="201" y="91"/>
                  </a:lnTo>
                  <a:lnTo>
                    <a:pt x="201" y="93"/>
                  </a:lnTo>
                  <a:lnTo>
                    <a:pt x="201" y="94"/>
                  </a:lnTo>
                  <a:lnTo>
                    <a:pt x="201" y="96"/>
                  </a:lnTo>
                  <a:lnTo>
                    <a:pt x="203" y="95"/>
                  </a:lnTo>
                  <a:lnTo>
                    <a:pt x="205" y="95"/>
                  </a:lnTo>
                  <a:lnTo>
                    <a:pt x="208" y="96"/>
                  </a:lnTo>
                  <a:lnTo>
                    <a:pt x="209" y="96"/>
                  </a:lnTo>
                  <a:lnTo>
                    <a:pt x="211" y="96"/>
                  </a:lnTo>
                  <a:lnTo>
                    <a:pt x="212" y="97"/>
                  </a:lnTo>
                  <a:lnTo>
                    <a:pt x="213" y="98"/>
                  </a:lnTo>
                  <a:lnTo>
                    <a:pt x="215" y="99"/>
                  </a:lnTo>
                  <a:lnTo>
                    <a:pt x="216" y="101"/>
                  </a:lnTo>
                  <a:lnTo>
                    <a:pt x="217" y="102"/>
                  </a:lnTo>
                  <a:lnTo>
                    <a:pt x="218" y="104"/>
                  </a:lnTo>
                  <a:lnTo>
                    <a:pt x="219" y="106"/>
                  </a:lnTo>
                  <a:lnTo>
                    <a:pt x="221" y="108"/>
                  </a:lnTo>
                  <a:lnTo>
                    <a:pt x="223" y="110"/>
                  </a:lnTo>
                  <a:lnTo>
                    <a:pt x="225" y="112"/>
                  </a:lnTo>
                  <a:lnTo>
                    <a:pt x="228" y="115"/>
                  </a:lnTo>
                  <a:lnTo>
                    <a:pt x="232" y="117"/>
                  </a:lnTo>
                  <a:lnTo>
                    <a:pt x="234" y="118"/>
                  </a:lnTo>
                  <a:lnTo>
                    <a:pt x="236" y="119"/>
                  </a:lnTo>
                  <a:lnTo>
                    <a:pt x="242" y="121"/>
                  </a:lnTo>
                  <a:lnTo>
                    <a:pt x="247" y="123"/>
                  </a:lnTo>
                  <a:lnTo>
                    <a:pt x="254" y="126"/>
                  </a:lnTo>
                  <a:lnTo>
                    <a:pt x="258" y="128"/>
                  </a:lnTo>
                  <a:lnTo>
                    <a:pt x="261" y="130"/>
                  </a:lnTo>
                  <a:lnTo>
                    <a:pt x="265" y="132"/>
                  </a:lnTo>
                  <a:lnTo>
                    <a:pt x="268" y="135"/>
                  </a:lnTo>
                  <a:lnTo>
                    <a:pt x="271" y="137"/>
                  </a:lnTo>
                  <a:lnTo>
                    <a:pt x="274" y="139"/>
                  </a:lnTo>
                  <a:lnTo>
                    <a:pt x="276" y="142"/>
                  </a:lnTo>
                  <a:lnTo>
                    <a:pt x="277" y="143"/>
                  </a:lnTo>
                  <a:lnTo>
                    <a:pt x="278" y="145"/>
                  </a:lnTo>
                  <a:lnTo>
                    <a:pt x="286" y="160"/>
                  </a:lnTo>
                  <a:lnTo>
                    <a:pt x="291" y="170"/>
                  </a:lnTo>
                  <a:lnTo>
                    <a:pt x="303" y="195"/>
                  </a:lnTo>
                  <a:lnTo>
                    <a:pt x="315" y="224"/>
                  </a:lnTo>
                  <a:lnTo>
                    <a:pt x="320" y="236"/>
                  </a:lnTo>
                  <a:lnTo>
                    <a:pt x="324" y="245"/>
                  </a:lnTo>
                  <a:lnTo>
                    <a:pt x="326" y="250"/>
                  </a:lnTo>
                  <a:lnTo>
                    <a:pt x="328" y="256"/>
                  </a:lnTo>
                  <a:lnTo>
                    <a:pt x="331" y="262"/>
                  </a:lnTo>
                  <a:lnTo>
                    <a:pt x="333" y="270"/>
                  </a:lnTo>
                  <a:lnTo>
                    <a:pt x="334" y="274"/>
                  </a:lnTo>
                  <a:lnTo>
                    <a:pt x="334" y="277"/>
                  </a:lnTo>
                  <a:lnTo>
                    <a:pt x="335" y="281"/>
                  </a:lnTo>
                  <a:lnTo>
                    <a:pt x="335" y="284"/>
                  </a:lnTo>
                  <a:lnTo>
                    <a:pt x="335" y="287"/>
                  </a:lnTo>
                  <a:lnTo>
                    <a:pt x="334" y="290"/>
                  </a:lnTo>
                  <a:lnTo>
                    <a:pt x="333" y="293"/>
                  </a:lnTo>
                  <a:lnTo>
                    <a:pt x="331" y="301"/>
                  </a:lnTo>
                  <a:lnTo>
                    <a:pt x="329" y="309"/>
                  </a:lnTo>
                  <a:lnTo>
                    <a:pt x="328" y="313"/>
                  </a:lnTo>
                  <a:lnTo>
                    <a:pt x="328" y="316"/>
                  </a:lnTo>
                  <a:lnTo>
                    <a:pt x="328" y="319"/>
                  </a:lnTo>
                  <a:lnTo>
                    <a:pt x="328" y="322"/>
                  </a:lnTo>
                  <a:lnTo>
                    <a:pt x="327" y="326"/>
                  </a:lnTo>
                  <a:lnTo>
                    <a:pt x="327" y="330"/>
                  </a:lnTo>
                  <a:lnTo>
                    <a:pt x="326" y="332"/>
                  </a:lnTo>
                  <a:lnTo>
                    <a:pt x="326" y="334"/>
                  </a:lnTo>
                  <a:lnTo>
                    <a:pt x="325" y="336"/>
                  </a:lnTo>
                  <a:lnTo>
                    <a:pt x="324" y="338"/>
                  </a:lnTo>
                  <a:lnTo>
                    <a:pt x="323" y="340"/>
                  </a:lnTo>
                  <a:lnTo>
                    <a:pt x="321" y="342"/>
                  </a:lnTo>
                  <a:lnTo>
                    <a:pt x="299" y="356"/>
                  </a:lnTo>
                  <a:lnTo>
                    <a:pt x="294" y="359"/>
                  </a:lnTo>
                  <a:lnTo>
                    <a:pt x="289" y="361"/>
                  </a:lnTo>
                  <a:lnTo>
                    <a:pt x="282" y="364"/>
                  </a:lnTo>
                  <a:lnTo>
                    <a:pt x="274" y="366"/>
                  </a:lnTo>
                  <a:lnTo>
                    <a:pt x="271" y="367"/>
                  </a:lnTo>
                  <a:lnTo>
                    <a:pt x="267" y="368"/>
                  </a:lnTo>
                  <a:lnTo>
                    <a:pt x="263" y="369"/>
                  </a:lnTo>
                  <a:lnTo>
                    <a:pt x="260" y="370"/>
                  </a:lnTo>
                  <a:lnTo>
                    <a:pt x="257" y="370"/>
                  </a:lnTo>
                  <a:lnTo>
                    <a:pt x="254" y="370"/>
                  </a:lnTo>
                  <a:lnTo>
                    <a:pt x="253" y="374"/>
                  </a:lnTo>
                  <a:lnTo>
                    <a:pt x="251" y="378"/>
                  </a:lnTo>
                  <a:lnTo>
                    <a:pt x="250" y="383"/>
                  </a:lnTo>
                  <a:lnTo>
                    <a:pt x="248" y="389"/>
                  </a:lnTo>
                  <a:lnTo>
                    <a:pt x="248" y="392"/>
                  </a:lnTo>
                  <a:lnTo>
                    <a:pt x="247" y="395"/>
                  </a:lnTo>
                  <a:lnTo>
                    <a:pt x="247" y="398"/>
                  </a:lnTo>
                  <a:lnTo>
                    <a:pt x="247" y="401"/>
                  </a:lnTo>
                  <a:lnTo>
                    <a:pt x="247" y="403"/>
                  </a:lnTo>
                  <a:lnTo>
                    <a:pt x="247" y="406"/>
                  </a:lnTo>
                  <a:lnTo>
                    <a:pt x="248" y="411"/>
                  </a:lnTo>
                  <a:lnTo>
                    <a:pt x="249" y="417"/>
                  </a:lnTo>
                  <a:lnTo>
                    <a:pt x="250" y="424"/>
                  </a:lnTo>
                  <a:lnTo>
                    <a:pt x="251" y="431"/>
                  </a:lnTo>
                  <a:lnTo>
                    <a:pt x="251" y="438"/>
                  </a:lnTo>
                  <a:lnTo>
                    <a:pt x="251" y="441"/>
                  </a:lnTo>
                  <a:lnTo>
                    <a:pt x="251" y="444"/>
                  </a:lnTo>
                  <a:lnTo>
                    <a:pt x="251" y="447"/>
                  </a:lnTo>
                  <a:lnTo>
                    <a:pt x="250" y="449"/>
                  </a:lnTo>
                  <a:lnTo>
                    <a:pt x="250" y="450"/>
                  </a:lnTo>
                  <a:lnTo>
                    <a:pt x="249" y="452"/>
                  </a:lnTo>
                  <a:lnTo>
                    <a:pt x="248" y="454"/>
                  </a:lnTo>
                  <a:lnTo>
                    <a:pt x="248" y="457"/>
                  </a:lnTo>
                  <a:lnTo>
                    <a:pt x="248" y="460"/>
                  </a:lnTo>
                  <a:lnTo>
                    <a:pt x="247" y="463"/>
                  </a:lnTo>
                  <a:lnTo>
                    <a:pt x="247" y="467"/>
                  </a:lnTo>
                  <a:lnTo>
                    <a:pt x="248" y="471"/>
                  </a:lnTo>
                  <a:lnTo>
                    <a:pt x="249" y="480"/>
                  </a:lnTo>
                  <a:lnTo>
                    <a:pt x="249" y="486"/>
                  </a:lnTo>
                  <a:lnTo>
                    <a:pt x="249" y="493"/>
                  </a:lnTo>
                  <a:lnTo>
                    <a:pt x="249" y="499"/>
                  </a:lnTo>
                  <a:lnTo>
                    <a:pt x="249" y="505"/>
                  </a:lnTo>
                  <a:lnTo>
                    <a:pt x="249" y="523"/>
                  </a:lnTo>
                  <a:lnTo>
                    <a:pt x="249" y="537"/>
                  </a:lnTo>
                  <a:lnTo>
                    <a:pt x="249" y="548"/>
                  </a:lnTo>
                  <a:lnTo>
                    <a:pt x="249" y="550"/>
                  </a:lnTo>
                  <a:lnTo>
                    <a:pt x="250" y="554"/>
                  </a:lnTo>
                  <a:lnTo>
                    <a:pt x="251" y="557"/>
                  </a:lnTo>
                  <a:lnTo>
                    <a:pt x="251" y="559"/>
                  </a:lnTo>
                  <a:lnTo>
                    <a:pt x="251" y="562"/>
                  </a:lnTo>
                  <a:lnTo>
                    <a:pt x="251" y="564"/>
                  </a:lnTo>
                  <a:lnTo>
                    <a:pt x="250" y="565"/>
                  </a:lnTo>
                  <a:lnTo>
                    <a:pt x="250" y="566"/>
                  </a:lnTo>
                  <a:lnTo>
                    <a:pt x="250" y="568"/>
                  </a:lnTo>
                  <a:lnTo>
                    <a:pt x="250" y="569"/>
                  </a:lnTo>
                  <a:lnTo>
                    <a:pt x="250" y="572"/>
                  </a:lnTo>
                  <a:lnTo>
                    <a:pt x="251" y="574"/>
                  </a:lnTo>
                  <a:lnTo>
                    <a:pt x="252" y="576"/>
                  </a:lnTo>
                  <a:lnTo>
                    <a:pt x="253" y="579"/>
                  </a:lnTo>
                  <a:lnTo>
                    <a:pt x="255" y="585"/>
                  </a:lnTo>
                  <a:lnTo>
                    <a:pt x="256" y="589"/>
                  </a:lnTo>
                  <a:lnTo>
                    <a:pt x="257" y="593"/>
                  </a:lnTo>
                  <a:lnTo>
                    <a:pt x="258" y="597"/>
                  </a:lnTo>
                  <a:lnTo>
                    <a:pt x="258" y="598"/>
                  </a:lnTo>
                  <a:lnTo>
                    <a:pt x="258" y="600"/>
                  </a:lnTo>
                  <a:lnTo>
                    <a:pt x="259" y="616"/>
                  </a:lnTo>
                  <a:lnTo>
                    <a:pt x="260" y="632"/>
                  </a:lnTo>
                  <a:lnTo>
                    <a:pt x="262" y="646"/>
                  </a:lnTo>
                  <a:lnTo>
                    <a:pt x="263" y="658"/>
                  </a:lnTo>
                  <a:lnTo>
                    <a:pt x="263" y="674"/>
                  </a:lnTo>
                  <a:lnTo>
                    <a:pt x="263" y="688"/>
                  </a:lnTo>
                  <a:lnTo>
                    <a:pt x="264" y="698"/>
                  </a:lnTo>
                  <a:lnTo>
                    <a:pt x="264" y="706"/>
                  </a:lnTo>
                  <a:lnTo>
                    <a:pt x="264" y="713"/>
                  </a:lnTo>
                  <a:lnTo>
                    <a:pt x="265" y="716"/>
                  </a:lnTo>
                  <a:lnTo>
                    <a:pt x="265" y="718"/>
                  </a:lnTo>
                  <a:lnTo>
                    <a:pt x="266" y="720"/>
                  </a:lnTo>
                  <a:lnTo>
                    <a:pt x="268" y="725"/>
                  </a:lnTo>
                  <a:lnTo>
                    <a:pt x="269" y="727"/>
                  </a:lnTo>
                  <a:lnTo>
                    <a:pt x="270" y="730"/>
                  </a:lnTo>
                  <a:lnTo>
                    <a:pt x="270" y="733"/>
                  </a:lnTo>
                  <a:lnTo>
                    <a:pt x="270" y="734"/>
                  </a:lnTo>
                  <a:lnTo>
                    <a:pt x="270" y="736"/>
                  </a:lnTo>
                  <a:lnTo>
                    <a:pt x="270" y="738"/>
                  </a:lnTo>
                  <a:lnTo>
                    <a:pt x="270" y="742"/>
                  </a:lnTo>
                  <a:lnTo>
                    <a:pt x="270" y="748"/>
                  </a:lnTo>
                  <a:lnTo>
                    <a:pt x="269" y="750"/>
                  </a:lnTo>
                  <a:lnTo>
                    <a:pt x="269" y="753"/>
                  </a:lnTo>
                  <a:lnTo>
                    <a:pt x="268" y="754"/>
                  </a:lnTo>
                  <a:lnTo>
                    <a:pt x="268" y="758"/>
                  </a:lnTo>
                  <a:lnTo>
                    <a:pt x="267" y="763"/>
                  </a:lnTo>
                  <a:lnTo>
                    <a:pt x="267" y="766"/>
                  </a:lnTo>
                  <a:lnTo>
                    <a:pt x="267" y="769"/>
                  </a:lnTo>
                  <a:lnTo>
                    <a:pt x="267" y="771"/>
                  </a:lnTo>
                  <a:lnTo>
                    <a:pt x="267" y="775"/>
                  </a:lnTo>
                  <a:lnTo>
                    <a:pt x="268" y="781"/>
                  </a:lnTo>
                  <a:lnTo>
                    <a:pt x="268" y="785"/>
                  </a:lnTo>
                  <a:lnTo>
                    <a:pt x="268" y="788"/>
                  </a:lnTo>
                  <a:lnTo>
                    <a:pt x="267" y="792"/>
                  </a:lnTo>
                  <a:lnTo>
                    <a:pt x="267" y="795"/>
                  </a:lnTo>
                  <a:lnTo>
                    <a:pt x="266" y="799"/>
                  </a:lnTo>
                  <a:lnTo>
                    <a:pt x="264" y="802"/>
                  </a:lnTo>
                  <a:lnTo>
                    <a:pt x="264" y="803"/>
                  </a:lnTo>
                  <a:lnTo>
                    <a:pt x="263" y="805"/>
                  </a:lnTo>
                  <a:lnTo>
                    <a:pt x="262" y="806"/>
                  </a:lnTo>
                  <a:lnTo>
                    <a:pt x="261" y="807"/>
                  </a:lnTo>
                  <a:lnTo>
                    <a:pt x="260" y="808"/>
                  </a:lnTo>
                  <a:lnTo>
                    <a:pt x="258" y="809"/>
                  </a:lnTo>
                  <a:lnTo>
                    <a:pt x="257" y="810"/>
                  </a:lnTo>
                  <a:lnTo>
                    <a:pt x="255" y="810"/>
                  </a:lnTo>
                  <a:lnTo>
                    <a:pt x="253" y="811"/>
                  </a:lnTo>
                  <a:lnTo>
                    <a:pt x="248" y="812"/>
                  </a:lnTo>
                  <a:lnTo>
                    <a:pt x="241" y="813"/>
                  </a:lnTo>
                  <a:lnTo>
                    <a:pt x="237" y="813"/>
                  </a:lnTo>
                  <a:lnTo>
                    <a:pt x="233" y="813"/>
                  </a:lnTo>
                  <a:lnTo>
                    <a:pt x="229" y="813"/>
                  </a:lnTo>
                  <a:lnTo>
                    <a:pt x="226" y="813"/>
                  </a:lnTo>
                  <a:lnTo>
                    <a:pt x="222" y="813"/>
                  </a:lnTo>
                  <a:lnTo>
                    <a:pt x="221" y="812"/>
                  </a:lnTo>
                  <a:lnTo>
                    <a:pt x="220" y="811"/>
                  </a:lnTo>
                  <a:lnTo>
                    <a:pt x="218" y="811"/>
                  </a:lnTo>
                  <a:lnTo>
                    <a:pt x="217" y="810"/>
                  </a:lnTo>
                  <a:lnTo>
                    <a:pt x="216" y="809"/>
                  </a:lnTo>
                  <a:lnTo>
                    <a:pt x="216" y="808"/>
                  </a:lnTo>
                  <a:lnTo>
                    <a:pt x="216" y="807"/>
                  </a:lnTo>
                  <a:lnTo>
                    <a:pt x="215" y="805"/>
                  </a:lnTo>
                  <a:lnTo>
                    <a:pt x="216" y="804"/>
                  </a:lnTo>
                  <a:lnTo>
                    <a:pt x="216" y="802"/>
                  </a:lnTo>
                  <a:lnTo>
                    <a:pt x="217" y="799"/>
                  </a:lnTo>
                  <a:lnTo>
                    <a:pt x="218" y="791"/>
                  </a:lnTo>
                  <a:lnTo>
                    <a:pt x="219" y="786"/>
                  </a:lnTo>
                  <a:lnTo>
                    <a:pt x="219" y="781"/>
                  </a:lnTo>
                  <a:lnTo>
                    <a:pt x="219" y="776"/>
                  </a:lnTo>
                  <a:lnTo>
                    <a:pt x="219" y="771"/>
                  </a:lnTo>
                  <a:lnTo>
                    <a:pt x="216" y="767"/>
                  </a:lnTo>
                  <a:lnTo>
                    <a:pt x="217" y="764"/>
                  </a:lnTo>
                  <a:lnTo>
                    <a:pt x="217" y="762"/>
                  </a:lnTo>
                  <a:lnTo>
                    <a:pt x="217" y="758"/>
                  </a:lnTo>
                  <a:lnTo>
                    <a:pt x="217" y="755"/>
                  </a:lnTo>
                  <a:lnTo>
                    <a:pt x="217" y="751"/>
                  </a:lnTo>
                  <a:lnTo>
                    <a:pt x="216" y="749"/>
                  </a:lnTo>
                  <a:lnTo>
                    <a:pt x="216" y="747"/>
                  </a:lnTo>
                  <a:lnTo>
                    <a:pt x="215" y="746"/>
                  </a:lnTo>
                  <a:lnTo>
                    <a:pt x="214" y="744"/>
                  </a:lnTo>
                  <a:lnTo>
                    <a:pt x="213" y="742"/>
                  </a:lnTo>
                  <a:lnTo>
                    <a:pt x="211" y="739"/>
                  </a:lnTo>
                  <a:lnTo>
                    <a:pt x="210" y="736"/>
                  </a:lnTo>
                  <a:lnTo>
                    <a:pt x="208" y="731"/>
                  </a:lnTo>
                  <a:lnTo>
                    <a:pt x="207" y="727"/>
                  </a:lnTo>
                  <a:lnTo>
                    <a:pt x="206" y="722"/>
                  </a:lnTo>
                  <a:lnTo>
                    <a:pt x="205" y="720"/>
                  </a:lnTo>
                  <a:lnTo>
                    <a:pt x="205" y="718"/>
                  </a:lnTo>
                  <a:lnTo>
                    <a:pt x="205" y="711"/>
                  </a:lnTo>
                  <a:lnTo>
                    <a:pt x="206" y="697"/>
                  </a:lnTo>
                  <a:lnTo>
                    <a:pt x="206" y="689"/>
                  </a:lnTo>
                  <a:lnTo>
                    <a:pt x="206" y="681"/>
                  </a:lnTo>
                  <a:lnTo>
                    <a:pt x="206" y="674"/>
                  </a:lnTo>
                  <a:lnTo>
                    <a:pt x="206" y="670"/>
                  </a:lnTo>
                  <a:lnTo>
                    <a:pt x="205" y="664"/>
                  </a:lnTo>
                  <a:lnTo>
                    <a:pt x="203" y="651"/>
                  </a:lnTo>
                  <a:lnTo>
                    <a:pt x="202" y="644"/>
                  </a:lnTo>
                  <a:lnTo>
                    <a:pt x="201" y="637"/>
                  </a:lnTo>
                  <a:lnTo>
                    <a:pt x="200" y="631"/>
                  </a:lnTo>
                  <a:lnTo>
                    <a:pt x="199" y="629"/>
                  </a:lnTo>
                  <a:lnTo>
                    <a:pt x="198" y="628"/>
                  </a:lnTo>
                  <a:lnTo>
                    <a:pt x="197" y="625"/>
                  </a:lnTo>
                  <a:lnTo>
                    <a:pt x="195" y="619"/>
                  </a:lnTo>
                  <a:lnTo>
                    <a:pt x="193" y="616"/>
                  </a:lnTo>
                  <a:lnTo>
                    <a:pt x="192" y="612"/>
                  </a:lnTo>
                  <a:lnTo>
                    <a:pt x="192" y="608"/>
                  </a:lnTo>
                  <a:lnTo>
                    <a:pt x="191" y="606"/>
                  </a:lnTo>
                  <a:lnTo>
                    <a:pt x="191" y="604"/>
                  </a:lnTo>
                  <a:lnTo>
                    <a:pt x="191" y="600"/>
                  </a:lnTo>
                  <a:lnTo>
                    <a:pt x="190" y="589"/>
                  </a:lnTo>
                  <a:lnTo>
                    <a:pt x="190" y="582"/>
                  </a:lnTo>
                  <a:lnTo>
                    <a:pt x="189" y="576"/>
                  </a:lnTo>
                  <a:lnTo>
                    <a:pt x="188" y="568"/>
                  </a:lnTo>
                  <a:lnTo>
                    <a:pt x="187" y="562"/>
                  </a:lnTo>
                  <a:lnTo>
                    <a:pt x="186" y="556"/>
                  </a:lnTo>
                  <a:lnTo>
                    <a:pt x="185" y="550"/>
                  </a:lnTo>
                  <a:lnTo>
                    <a:pt x="185" y="543"/>
                  </a:lnTo>
                  <a:lnTo>
                    <a:pt x="183" y="535"/>
                  </a:lnTo>
                  <a:lnTo>
                    <a:pt x="182" y="528"/>
                  </a:lnTo>
                  <a:lnTo>
                    <a:pt x="181" y="524"/>
                  </a:lnTo>
                  <a:lnTo>
                    <a:pt x="180" y="521"/>
                  </a:lnTo>
                  <a:lnTo>
                    <a:pt x="179" y="518"/>
                  </a:lnTo>
                  <a:lnTo>
                    <a:pt x="178" y="516"/>
                  </a:lnTo>
                  <a:lnTo>
                    <a:pt x="177" y="507"/>
                  </a:lnTo>
                  <a:lnTo>
                    <a:pt x="175" y="499"/>
                  </a:lnTo>
                  <a:lnTo>
                    <a:pt x="172" y="491"/>
                  </a:lnTo>
                  <a:lnTo>
                    <a:pt x="171" y="487"/>
                  </a:lnTo>
                  <a:lnTo>
                    <a:pt x="170" y="484"/>
                  </a:lnTo>
                  <a:lnTo>
                    <a:pt x="169" y="482"/>
                  </a:lnTo>
                  <a:lnTo>
                    <a:pt x="169" y="481"/>
                  </a:lnTo>
                  <a:lnTo>
                    <a:pt x="168" y="481"/>
                  </a:lnTo>
                  <a:lnTo>
                    <a:pt x="167" y="482"/>
                  </a:lnTo>
                  <a:lnTo>
                    <a:pt x="167" y="483"/>
                  </a:lnTo>
                  <a:lnTo>
                    <a:pt x="166" y="486"/>
                  </a:lnTo>
                  <a:lnTo>
                    <a:pt x="166" y="491"/>
                  </a:lnTo>
                  <a:lnTo>
                    <a:pt x="165" y="494"/>
                  </a:lnTo>
                  <a:lnTo>
                    <a:pt x="162" y="502"/>
                  </a:lnTo>
                  <a:lnTo>
                    <a:pt x="161" y="506"/>
                  </a:lnTo>
                  <a:lnTo>
                    <a:pt x="160" y="511"/>
                  </a:lnTo>
                  <a:lnTo>
                    <a:pt x="159" y="515"/>
                  </a:lnTo>
                  <a:lnTo>
                    <a:pt x="159" y="517"/>
                  </a:lnTo>
                  <a:lnTo>
                    <a:pt x="159" y="519"/>
                  </a:lnTo>
                  <a:lnTo>
                    <a:pt x="159" y="529"/>
                  </a:lnTo>
                  <a:lnTo>
                    <a:pt x="158" y="543"/>
                  </a:lnTo>
                  <a:lnTo>
                    <a:pt x="159" y="547"/>
                  </a:lnTo>
                  <a:lnTo>
                    <a:pt x="159" y="558"/>
                  </a:lnTo>
                  <a:lnTo>
                    <a:pt x="159" y="565"/>
                  </a:lnTo>
                  <a:lnTo>
                    <a:pt x="158" y="571"/>
                  </a:lnTo>
                  <a:lnTo>
                    <a:pt x="158" y="577"/>
                  </a:lnTo>
                  <a:lnTo>
                    <a:pt x="158" y="580"/>
                  </a:lnTo>
                  <a:lnTo>
                    <a:pt x="157" y="582"/>
                  </a:lnTo>
                  <a:lnTo>
                    <a:pt x="157" y="583"/>
                  </a:lnTo>
                  <a:lnTo>
                    <a:pt x="155" y="588"/>
                  </a:lnTo>
                  <a:lnTo>
                    <a:pt x="155" y="592"/>
                  </a:lnTo>
                  <a:lnTo>
                    <a:pt x="154" y="596"/>
                  </a:lnTo>
                  <a:lnTo>
                    <a:pt x="154" y="600"/>
                  </a:lnTo>
                  <a:lnTo>
                    <a:pt x="154" y="605"/>
                  </a:lnTo>
                  <a:lnTo>
                    <a:pt x="153" y="611"/>
                  </a:lnTo>
                  <a:lnTo>
                    <a:pt x="153" y="626"/>
                  </a:lnTo>
                  <a:lnTo>
                    <a:pt x="152" y="645"/>
                  </a:lnTo>
                  <a:lnTo>
                    <a:pt x="151" y="654"/>
                  </a:lnTo>
                  <a:lnTo>
                    <a:pt x="150" y="662"/>
                  </a:lnTo>
                  <a:lnTo>
                    <a:pt x="149" y="669"/>
                  </a:lnTo>
                  <a:lnTo>
                    <a:pt x="148" y="687"/>
                  </a:lnTo>
                  <a:lnTo>
                    <a:pt x="146" y="708"/>
                  </a:lnTo>
                  <a:lnTo>
                    <a:pt x="145" y="716"/>
                  </a:lnTo>
                  <a:lnTo>
                    <a:pt x="144" y="722"/>
                  </a:lnTo>
                  <a:lnTo>
                    <a:pt x="143" y="731"/>
                  </a:lnTo>
                  <a:lnTo>
                    <a:pt x="143" y="738"/>
                  </a:lnTo>
                  <a:lnTo>
                    <a:pt x="143" y="743"/>
                  </a:lnTo>
                  <a:lnTo>
                    <a:pt x="143" y="747"/>
                  </a:lnTo>
                  <a:lnTo>
                    <a:pt x="144" y="749"/>
                  </a:lnTo>
                  <a:lnTo>
                    <a:pt x="144" y="752"/>
                  </a:lnTo>
                  <a:lnTo>
                    <a:pt x="142" y="753"/>
                  </a:lnTo>
                  <a:lnTo>
                    <a:pt x="143" y="755"/>
                  </a:lnTo>
                  <a:lnTo>
                    <a:pt x="144" y="758"/>
                  </a:lnTo>
                  <a:lnTo>
                    <a:pt x="145" y="761"/>
                  </a:lnTo>
                  <a:lnTo>
                    <a:pt x="145" y="762"/>
                  </a:lnTo>
                  <a:lnTo>
                    <a:pt x="146" y="764"/>
                  </a:lnTo>
                  <a:lnTo>
                    <a:pt x="146" y="766"/>
                  </a:lnTo>
                  <a:lnTo>
                    <a:pt x="145" y="767"/>
                  </a:lnTo>
                  <a:lnTo>
                    <a:pt x="145" y="769"/>
                  </a:lnTo>
                  <a:lnTo>
                    <a:pt x="144" y="770"/>
                  </a:lnTo>
                  <a:lnTo>
                    <a:pt x="143" y="771"/>
                  </a:lnTo>
                  <a:lnTo>
                    <a:pt x="142" y="772"/>
                  </a:lnTo>
                  <a:lnTo>
                    <a:pt x="138" y="773"/>
                  </a:lnTo>
                  <a:lnTo>
                    <a:pt x="135" y="774"/>
                  </a:lnTo>
                  <a:lnTo>
                    <a:pt x="130" y="774"/>
                  </a:lnTo>
                  <a:lnTo>
                    <a:pt x="126" y="775"/>
                  </a:lnTo>
                  <a:lnTo>
                    <a:pt x="123" y="775"/>
                  </a:lnTo>
                  <a:lnTo>
                    <a:pt x="120" y="775"/>
                  </a:lnTo>
                  <a:lnTo>
                    <a:pt x="118" y="775"/>
                  </a:lnTo>
                  <a:lnTo>
                    <a:pt x="115" y="775"/>
                  </a:lnTo>
                  <a:lnTo>
                    <a:pt x="113" y="774"/>
                  </a:lnTo>
                  <a:lnTo>
                    <a:pt x="111" y="774"/>
                  </a:lnTo>
                  <a:lnTo>
                    <a:pt x="109" y="773"/>
                  </a:lnTo>
                  <a:lnTo>
                    <a:pt x="108" y="773"/>
                  </a:lnTo>
                  <a:lnTo>
                    <a:pt x="106" y="773"/>
                  </a:lnTo>
                  <a:lnTo>
                    <a:pt x="103" y="774"/>
                  </a:lnTo>
                  <a:lnTo>
                    <a:pt x="100" y="774"/>
                  </a:lnTo>
                  <a:lnTo>
                    <a:pt x="99" y="775"/>
                  </a:lnTo>
                  <a:lnTo>
                    <a:pt x="97" y="776"/>
                  </a:lnTo>
                  <a:lnTo>
                    <a:pt x="95" y="777"/>
                  </a:lnTo>
                  <a:lnTo>
                    <a:pt x="94" y="778"/>
                  </a:lnTo>
                  <a:lnTo>
                    <a:pt x="92" y="779"/>
                  </a:lnTo>
                  <a:lnTo>
                    <a:pt x="87" y="781"/>
                  </a:lnTo>
                  <a:lnTo>
                    <a:pt x="79" y="784"/>
                  </a:lnTo>
                  <a:lnTo>
                    <a:pt x="75" y="785"/>
                  </a:lnTo>
                  <a:lnTo>
                    <a:pt x="70" y="786"/>
                  </a:lnTo>
                  <a:lnTo>
                    <a:pt x="65" y="787"/>
                  </a:lnTo>
                  <a:lnTo>
                    <a:pt x="60" y="788"/>
                  </a:lnTo>
                  <a:lnTo>
                    <a:pt x="55" y="789"/>
                  </a:lnTo>
                  <a:lnTo>
                    <a:pt x="50" y="789"/>
                  </a:lnTo>
                  <a:lnTo>
                    <a:pt x="47" y="789"/>
                  </a:lnTo>
                  <a:lnTo>
                    <a:pt x="45" y="788"/>
                  </a:lnTo>
                  <a:lnTo>
                    <a:pt x="43" y="788"/>
                  </a:lnTo>
                  <a:lnTo>
                    <a:pt x="41" y="787"/>
                  </a:lnTo>
                  <a:lnTo>
                    <a:pt x="39" y="786"/>
                  </a:lnTo>
                  <a:lnTo>
                    <a:pt x="37" y="785"/>
                  </a:lnTo>
                  <a:lnTo>
                    <a:pt x="35" y="784"/>
                  </a:lnTo>
                  <a:lnTo>
                    <a:pt x="33" y="783"/>
                  </a:lnTo>
                  <a:lnTo>
                    <a:pt x="32" y="781"/>
                  </a:lnTo>
                  <a:lnTo>
                    <a:pt x="31" y="780"/>
                  </a:lnTo>
                  <a:lnTo>
                    <a:pt x="31" y="779"/>
                  </a:lnTo>
                  <a:lnTo>
                    <a:pt x="31" y="778"/>
                  </a:lnTo>
                  <a:lnTo>
                    <a:pt x="31" y="777"/>
                  </a:lnTo>
                  <a:lnTo>
                    <a:pt x="32" y="775"/>
                  </a:lnTo>
                  <a:lnTo>
                    <a:pt x="32" y="774"/>
                  </a:lnTo>
                  <a:lnTo>
                    <a:pt x="34" y="773"/>
                  </a:lnTo>
                  <a:lnTo>
                    <a:pt x="35" y="772"/>
                  </a:lnTo>
                  <a:lnTo>
                    <a:pt x="37" y="771"/>
                  </a:lnTo>
                  <a:lnTo>
                    <a:pt x="39" y="770"/>
                  </a:lnTo>
                  <a:lnTo>
                    <a:pt x="42" y="769"/>
                  </a:lnTo>
                  <a:lnTo>
                    <a:pt x="46" y="768"/>
                  </a:lnTo>
                  <a:lnTo>
                    <a:pt x="50" y="766"/>
                  </a:lnTo>
                  <a:lnTo>
                    <a:pt x="55" y="765"/>
                  </a:lnTo>
                  <a:lnTo>
                    <a:pt x="57" y="763"/>
                  </a:lnTo>
                  <a:lnTo>
                    <a:pt x="60" y="762"/>
                  </a:lnTo>
                  <a:lnTo>
                    <a:pt x="63" y="760"/>
                  </a:lnTo>
                  <a:lnTo>
                    <a:pt x="65" y="758"/>
                  </a:lnTo>
                  <a:lnTo>
                    <a:pt x="67" y="756"/>
                  </a:lnTo>
                  <a:lnTo>
                    <a:pt x="70" y="754"/>
                  </a:lnTo>
                  <a:lnTo>
                    <a:pt x="72" y="751"/>
                  </a:lnTo>
                  <a:lnTo>
                    <a:pt x="73" y="748"/>
                  </a:lnTo>
                  <a:lnTo>
                    <a:pt x="73" y="745"/>
                  </a:lnTo>
                  <a:lnTo>
                    <a:pt x="75" y="744"/>
                  </a:lnTo>
                  <a:lnTo>
                    <a:pt x="77" y="741"/>
                  </a:lnTo>
                  <a:lnTo>
                    <a:pt x="79" y="739"/>
                  </a:lnTo>
                  <a:lnTo>
                    <a:pt x="82" y="735"/>
                  </a:lnTo>
                  <a:lnTo>
                    <a:pt x="83" y="733"/>
                  </a:lnTo>
                  <a:lnTo>
                    <a:pt x="84" y="731"/>
                  </a:lnTo>
                  <a:lnTo>
                    <a:pt x="84" y="729"/>
                  </a:lnTo>
                  <a:lnTo>
                    <a:pt x="85" y="727"/>
                  </a:lnTo>
                  <a:lnTo>
                    <a:pt x="86" y="724"/>
                  </a:lnTo>
                  <a:lnTo>
                    <a:pt x="86" y="722"/>
                  </a:lnTo>
                  <a:lnTo>
                    <a:pt x="86" y="716"/>
                  </a:lnTo>
                  <a:lnTo>
                    <a:pt x="87" y="703"/>
                  </a:lnTo>
                  <a:lnTo>
                    <a:pt x="89" y="688"/>
                  </a:lnTo>
                  <a:lnTo>
                    <a:pt x="90" y="681"/>
                  </a:lnTo>
                  <a:lnTo>
                    <a:pt x="91" y="676"/>
                  </a:lnTo>
                  <a:lnTo>
                    <a:pt x="91" y="674"/>
                  </a:lnTo>
                  <a:lnTo>
                    <a:pt x="91" y="668"/>
                  </a:lnTo>
                  <a:lnTo>
                    <a:pt x="91" y="664"/>
                  </a:lnTo>
                  <a:lnTo>
                    <a:pt x="91" y="661"/>
                  </a:lnTo>
                  <a:lnTo>
                    <a:pt x="90" y="656"/>
                  </a:lnTo>
                  <a:lnTo>
                    <a:pt x="90" y="653"/>
                  </a:lnTo>
                  <a:lnTo>
                    <a:pt x="88" y="634"/>
                  </a:lnTo>
                  <a:lnTo>
                    <a:pt x="87" y="620"/>
                  </a:lnTo>
                  <a:lnTo>
                    <a:pt x="87" y="613"/>
                  </a:lnTo>
                  <a:lnTo>
                    <a:pt x="86" y="608"/>
                  </a:lnTo>
                  <a:lnTo>
                    <a:pt x="87" y="605"/>
                  </a:lnTo>
                  <a:lnTo>
                    <a:pt x="87" y="599"/>
                  </a:lnTo>
                  <a:lnTo>
                    <a:pt x="87" y="595"/>
                  </a:lnTo>
                  <a:lnTo>
                    <a:pt x="88" y="592"/>
                  </a:lnTo>
                  <a:lnTo>
                    <a:pt x="88" y="589"/>
                  </a:lnTo>
                  <a:lnTo>
                    <a:pt x="89" y="588"/>
                  </a:lnTo>
                  <a:lnTo>
                    <a:pt x="89" y="587"/>
                  </a:lnTo>
                  <a:lnTo>
                    <a:pt x="89" y="586"/>
                  </a:lnTo>
                  <a:lnTo>
                    <a:pt x="90" y="585"/>
                  </a:lnTo>
                  <a:lnTo>
                    <a:pt x="90" y="581"/>
                  </a:lnTo>
                  <a:lnTo>
                    <a:pt x="91" y="579"/>
                  </a:lnTo>
                  <a:lnTo>
                    <a:pt x="91" y="576"/>
                  </a:lnTo>
                  <a:lnTo>
                    <a:pt x="91" y="573"/>
                  </a:lnTo>
                  <a:lnTo>
                    <a:pt x="93" y="566"/>
                  </a:lnTo>
                  <a:lnTo>
                    <a:pt x="94" y="562"/>
                  </a:lnTo>
                  <a:lnTo>
                    <a:pt x="95" y="558"/>
                  </a:lnTo>
                  <a:lnTo>
                    <a:pt x="95" y="554"/>
                  </a:lnTo>
                  <a:lnTo>
                    <a:pt x="96" y="550"/>
                  </a:lnTo>
                  <a:lnTo>
                    <a:pt x="97" y="531"/>
                  </a:lnTo>
                  <a:lnTo>
                    <a:pt x="97" y="515"/>
                  </a:lnTo>
                  <a:lnTo>
                    <a:pt x="98" y="501"/>
                  </a:lnTo>
                  <a:lnTo>
                    <a:pt x="97" y="496"/>
                  </a:lnTo>
                  <a:lnTo>
                    <a:pt x="97" y="482"/>
                  </a:lnTo>
                  <a:lnTo>
                    <a:pt x="97" y="473"/>
                  </a:lnTo>
                  <a:lnTo>
                    <a:pt x="98" y="465"/>
                  </a:lnTo>
                  <a:lnTo>
                    <a:pt x="98" y="456"/>
                  </a:lnTo>
                  <a:lnTo>
                    <a:pt x="98" y="448"/>
                  </a:lnTo>
                  <a:lnTo>
                    <a:pt x="99" y="444"/>
                  </a:lnTo>
                  <a:lnTo>
                    <a:pt x="100" y="434"/>
                  </a:lnTo>
                  <a:lnTo>
                    <a:pt x="100" y="428"/>
                  </a:lnTo>
                  <a:lnTo>
                    <a:pt x="100" y="422"/>
                  </a:lnTo>
                  <a:lnTo>
                    <a:pt x="100" y="416"/>
                  </a:lnTo>
                  <a:lnTo>
                    <a:pt x="100" y="412"/>
                  </a:lnTo>
                  <a:lnTo>
                    <a:pt x="98" y="404"/>
                  </a:lnTo>
                  <a:lnTo>
                    <a:pt x="95" y="384"/>
                  </a:lnTo>
                  <a:lnTo>
                    <a:pt x="93" y="372"/>
                  </a:lnTo>
                  <a:lnTo>
                    <a:pt x="91" y="361"/>
                  </a:lnTo>
                  <a:lnTo>
                    <a:pt x="90" y="350"/>
                  </a:lnTo>
                  <a:lnTo>
                    <a:pt x="89" y="340"/>
                  </a:lnTo>
                  <a:lnTo>
                    <a:pt x="87" y="325"/>
                  </a:lnTo>
                  <a:lnTo>
                    <a:pt x="85" y="291"/>
                  </a:lnTo>
                  <a:lnTo>
                    <a:pt x="83" y="272"/>
                  </a:lnTo>
                  <a:lnTo>
                    <a:pt x="82" y="254"/>
                  </a:lnTo>
                  <a:lnTo>
                    <a:pt x="81" y="241"/>
                  </a:lnTo>
                  <a:lnTo>
                    <a:pt x="81" y="236"/>
                  </a:lnTo>
                  <a:lnTo>
                    <a:pt x="81" y="233"/>
                  </a:lnTo>
                  <a:lnTo>
                    <a:pt x="78" y="232"/>
                  </a:lnTo>
                  <a:lnTo>
                    <a:pt x="71" y="230"/>
                  </a:lnTo>
                  <a:lnTo>
                    <a:pt x="67" y="229"/>
                  </a:lnTo>
                  <a:lnTo>
                    <a:pt x="62" y="228"/>
                  </a:lnTo>
                  <a:lnTo>
                    <a:pt x="57" y="226"/>
                  </a:lnTo>
                  <a:lnTo>
                    <a:pt x="53" y="224"/>
                  </a:lnTo>
                  <a:lnTo>
                    <a:pt x="51" y="223"/>
                  </a:lnTo>
                  <a:lnTo>
                    <a:pt x="47" y="222"/>
                  </a:lnTo>
                  <a:lnTo>
                    <a:pt x="41" y="219"/>
                  </a:lnTo>
                  <a:lnTo>
                    <a:pt x="37" y="218"/>
                  </a:lnTo>
                  <a:lnTo>
                    <a:pt x="33" y="216"/>
                  </a:lnTo>
                  <a:lnTo>
                    <a:pt x="29" y="214"/>
                  </a:lnTo>
                  <a:lnTo>
                    <a:pt x="26" y="212"/>
                  </a:lnTo>
                  <a:lnTo>
                    <a:pt x="22" y="210"/>
                  </a:lnTo>
                  <a:lnTo>
                    <a:pt x="19" y="208"/>
                  </a:lnTo>
                  <a:lnTo>
                    <a:pt x="15" y="205"/>
                  </a:lnTo>
                  <a:lnTo>
                    <a:pt x="13" y="202"/>
                  </a:lnTo>
                  <a:lnTo>
                    <a:pt x="12" y="201"/>
                  </a:lnTo>
                  <a:lnTo>
                    <a:pt x="11" y="199"/>
                  </a:lnTo>
                  <a:lnTo>
                    <a:pt x="10" y="198"/>
                  </a:lnTo>
                  <a:lnTo>
                    <a:pt x="9" y="196"/>
                  </a:lnTo>
                  <a:lnTo>
                    <a:pt x="9" y="195"/>
                  </a:lnTo>
                  <a:lnTo>
                    <a:pt x="8" y="190"/>
                  </a:lnTo>
                  <a:lnTo>
                    <a:pt x="7" y="187"/>
                  </a:lnTo>
                  <a:lnTo>
                    <a:pt x="6" y="183"/>
                  </a:lnTo>
                  <a:lnTo>
                    <a:pt x="5" y="179"/>
                  </a:lnTo>
                  <a:lnTo>
                    <a:pt x="5" y="174"/>
                  </a:lnTo>
                  <a:lnTo>
                    <a:pt x="4" y="169"/>
                  </a:lnTo>
                  <a:lnTo>
                    <a:pt x="4" y="164"/>
                  </a:lnTo>
                  <a:lnTo>
                    <a:pt x="4" y="159"/>
                  </a:lnTo>
                  <a:lnTo>
                    <a:pt x="5" y="154"/>
                  </a:lnTo>
                  <a:lnTo>
                    <a:pt x="6" y="148"/>
                  </a:lnTo>
                  <a:lnTo>
                    <a:pt x="7" y="146"/>
                  </a:lnTo>
                  <a:lnTo>
                    <a:pt x="8" y="143"/>
                  </a:lnTo>
                  <a:lnTo>
                    <a:pt x="9" y="141"/>
                  </a:lnTo>
                  <a:lnTo>
                    <a:pt x="10" y="138"/>
                  </a:lnTo>
                  <a:lnTo>
                    <a:pt x="11" y="136"/>
                  </a:lnTo>
                  <a:lnTo>
                    <a:pt x="13" y="133"/>
                  </a:lnTo>
                  <a:lnTo>
                    <a:pt x="16" y="128"/>
                  </a:lnTo>
                  <a:lnTo>
                    <a:pt x="24" y="118"/>
                  </a:lnTo>
                  <a:lnTo>
                    <a:pt x="28" y="112"/>
                  </a:lnTo>
                  <a:lnTo>
                    <a:pt x="31" y="106"/>
                  </a:lnTo>
                  <a:lnTo>
                    <a:pt x="33" y="103"/>
                  </a:lnTo>
                  <a:lnTo>
                    <a:pt x="34" y="101"/>
                  </a:lnTo>
                  <a:lnTo>
                    <a:pt x="35" y="99"/>
                  </a:lnTo>
                  <a:lnTo>
                    <a:pt x="35" y="98"/>
                  </a:lnTo>
                  <a:lnTo>
                    <a:pt x="41" y="91"/>
                  </a:lnTo>
                  <a:lnTo>
                    <a:pt x="45" y="86"/>
                  </a:lnTo>
                  <a:lnTo>
                    <a:pt x="47" y="83"/>
                  </a:lnTo>
                  <a:lnTo>
                    <a:pt x="48" y="81"/>
                  </a:lnTo>
                  <a:lnTo>
                    <a:pt x="48" y="78"/>
                  </a:lnTo>
                  <a:lnTo>
                    <a:pt x="47" y="76"/>
                  </a:lnTo>
                  <a:lnTo>
                    <a:pt x="47" y="73"/>
                  </a:lnTo>
                  <a:lnTo>
                    <a:pt x="2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1" y="63"/>
                  </a:lnTo>
                  <a:lnTo>
                    <a:pt x="0" y="60"/>
                  </a:lnTo>
                  <a:lnTo>
                    <a:pt x="0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2" y="52"/>
                  </a:lnTo>
                  <a:close/>
                </a:path>
              </a:pathLst>
            </a:custGeom>
            <a:grpFill/>
            <a:ln w="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05" name="Freeform 91"/>
            <p:cNvSpPr>
              <a:spLocks/>
            </p:cNvSpPr>
            <p:nvPr/>
          </p:nvSpPr>
          <p:spPr bwMode="auto">
            <a:xfrm>
              <a:off x="1652588" y="2208213"/>
              <a:ext cx="128587" cy="114300"/>
            </a:xfrm>
            <a:custGeom>
              <a:avLst/>
              <a:gdLst>
                <a:gd name="T0" fmla="*/ 103187 w 81"/>
                <a:gd name="T1" fmla="*/ 1588 h 72"/>
                <a:gd name="T2" fmla="*/ 103187 w 81"/>
                <a:gd name="T3" fmla="*/ 4762 h 72"/>
                <a:gd name="T4" fmla="*/ 103187 w 81"/>
                <a:gd name="T5" fmla="*/ 9525 h 72"/>
                <a:gd name="T6" fmla="*/ 106362 w 81"/>
                <a:gd name="T7" fmla="*/ 14288 h 72"/>
                <a:gd name="T8" fmla="*/ 107950 w 81"/>
                <a:gd name="T9" fmla="*/ 15875 h 72"/>
                <a:gd name="T10" fmla="*/ 112712 w 81"/>
                <a:gd name="T11" fmla="*/ 17462 h 72"/>
                <a:gd name="T12" fmla="*/ 114300 w 81"/>
                <a:gd name="T13" fmla="*/ 17462 h 72"/>
                <a:gd name="T14" fmla="*/ 115887 w 81"/>
                <a:gd name="T15" fmla="*/ 22225 h 72"/>
                <a:gd name="T16" fmla="*/ 117475 w 81"/>
                <a:gd name="T17" fmla="*/ 30162 h 72"/>
                <a:gd name="T18" fmla="*/ 117475 w 81"/>
                <a:gd name="T19" fmla="*/ 31750 h 72"/>
                <a:gd name="T20" fmla="*/ 119062 w 81"/>
                <a:gd name="T21" fmla="*/ 36512 h 72"/>
                <a:gd name="T22" fmla="*/ 119062 w 81"/>
                <a:gd name="T23" fmla="*/ 38100 h 72"/>
                <a:gd name="T24" fmla="*/ 119062 w 81"/>
                <a:gd name="T25" fmla="*/ 39687 h 72"/>
                <a:gd name="T26" fmla="*/ 119062 w 81"/>
                <a:gd name="T27" fmla="*/ 42862 h 72"/>
                <a:gd name="T28" fmla="*/ 119062 w 81"/>
                <a:gd name="T29" fmla="*/ 46037 h 72"/>
                <a:gd name="T30" fmla="*/ 120650 w 81"/>
                <a:gd name="T31" fmla="*/ 47625 h 72"/>
                <a:gd name="T32" fmla="*/ 120650 w 81"/>
                <a:gd name="T33" fmla="*/ 52388 h 72"/>
                <a:gd name="T34" fmla="*/ 120650 w 81"/>
                <a:gd name="T35" fmla="*/ 53975 h 72"/>
                <a:gd name="T36" fmla="*/ 122237 w 81"/>
                <a:gd name="T37" fmla="*/ 57150 h 72"/>
                <a:gd name="T38" fmla="*/ 123825 w 81"/>
                <a:gd name="T39" fmla="*/ 61912 h 72"/>
                <a:gd name="T40" fmla="*/ 127000 w 81"/>
                <a:gd name="T41" fmla="*/ 66675 h 72"/>
                <a:gd name="T42" fmla="*/ 128587 w 81"/>
                <a:gd name="T43" fmla="*/ 68262 h 72"/>
                <a:gd name="T44" fmla="*/ 128587 w 81"/>
                <a:gd name="T45" fmla="*/ 69850 h 72"/>
                <a:gd name="T46" fmla="*/ 123825 w 81"/>
                <a:gd name="T47" fmla="*/ 73025 h 72"/>
                <a:gd name="T48" fmla="*/ 119062 w 81"/>
                <a:gd name="T49" fmla="*/ 74612 h 72"/>
                <a:gd name="T50" fmla="*/ 115887 w 81"/>
                <a:gd name="T51" fmla="*/ 76200 h 72"/>
                <a:gd name="T52" fmla="*/ 82550 w 81"/>
                <a:gd name="T53" fmla="*/ 80962 h 72"/>
                <a:gd name="T54" fmla="*/ 79375 w 81"/>
                <a:gd name="T55" fmla="*/ 82550 h 72"/>
                <a:gd name="T56" fmla="*/ 65087 w 81"/>
                <a:gd name="T57" fmla="*/ 88900 h 72"/>
                <a:gd name="T58" fmla="*/ 53975 w 81"/>
                <a:gd name="T59" fmla="*/ 93662 h 72"/>
                <a:gd name="T60" fmla="*/ 49212 w 81"/>
                <a:gd name="T61" fmla="*/ 93662 h 72"/>
                <a:gd name="T62" fmla="*/ 41275 w 81"/>
                <a:gd name="T63" fmla="*/ 93662 h 72"/>
                <a:gd name="T64" fmla="*/ 36512 w 81"/>
                <a:gd name="T65" fmla="*/ 93662 h 72"/>
                <a:gd name="T66" fmla="*/ 28575 w 81"/>
                <a:gd name="T67" fmla="*/ 93662 h 72"/>
                <a:gd name="T68" fmla="*/ 22225 w 81"/>
                <a:gd name="T69" fmla="*/ 95250 h 72"/>
                <a:gd name="T70" fmla="*/ 19050 w 81"/>
                <a:gd name="T71" fmla="*/ 96837 h 72"/>
                <a:gd name="T72" fmla="*/ 17462 w 81"/>
                <a:gd name="T73" fmla="*/ 98425 h 72"/>
                <a:gd name="T74" fmla="*/ 17462 w 81"/>
                <a:gd name="T75" fmla="*/ 104775 h 72"/>
                <a:gd name="T76" fmla="*/ 14287 w 81"/>
                <a:gd name="T77" fmla="*/ 111125 h 72"/>
                <a:gd name="T78" fmla="*/ 12700 w 81"/>
                <a:gd name="T79" fmla="*/ 112713 h 72"/>
                <a:gd name="T80" fmla="*/ 9525 w 81"/>
                <a:gd name="T81" fmla="*/ 114300 h 72"/>
                <a:gd name="T82" fmla="*/ 6350 w 81"/>
                <a:gd name="T83" fmla="*/ 112713 h 72"/>
                <a:gd name="T84" fmla="*/ 6350 w 81"/>
                <a:gd name="T85" fmla="*/ 112713 h 72"/>
                <a:gd name="T86" fmla="*/ 3175 w 81"/>
                <a:gd name="T87" fmla="*/ 109538 h 72"/>
                <a:gd name="T88" fmla="*/ 0 w 81"/>
                <a:gd name="T89" fmla="*/ 104775 h 72"/>
                <a:gd name="T90" fmla="*/ 0 w 81"/>
                <a:gd name="T91" fmla="*/ 101600 h 72"/>
                <a:gd name="T92" fmla="*/ 1587 w 81"/>
                <a:gd name="T93" fmla="*/ 98425 h 72"/>
                <a:gd name="T94" fmla="*/ 1587 w 81"/>
                <a:gd name="T95" fmla="*/ 90487 h 72"/>
                <a:gd name="T96" fmla="*/ 3175 w 81"/>
                <a:gd name="T97" fmla="*/ 79375 h 72"/>
                <a:gd name="T98" fmla="*/ 4762 w 81"/>
                <a:gd name="T99" fmla="*/ 76200 h 72"/>
                <a:gd name="T100" fmla="*/ 4762 w 81"/>
                <a:gd name="T101" fmla="*/ 61912 h 72"/>
                <a:gd name="T102" fmla="*/ 6350 w 81"/>
                <a:gd name="T103" fmla="*/ 55563 h 72"/>
                <a:gd name="T104" fmla="*/ 9525 w 81"/>
                <a:gd name="T105" fmla="*/ 50800 h 72"/>
                <a:gd name="T106" fmla="*/ 12700 w 81"/>
                <a:gd name="T107" fmla="*/ 42862 h 72"/>
                <a:gd name="T108" fmla="*/ 12700 w 81"/>
                <a:gd name="T109" fmla="*/ 41275 h 72"/>
                <a:gd name="T110" fmla="*/ 17462 w 81"/>
                <a:gd name="T111" fmla="*/ 33337 h 72"/>
                <a:gd name="T112" fmla="*/ 20637 w 81"/>
                <a:gd name="T113" fmla="*/ 28575 h 72"/>
                <a:gd name="T114" fmla="*/ 20637 w 81"/>
                <a:gd name="T115" fmla="*/ 25400 h 72"/>
                <a:gd name="T116" fmla="*/ 25400 w 81"/>
                <a:gd name="T117" fmla="*/ 11112 h 72"/>
                <a:gd name="T118" fmla="*/ 26987 w 81"/>
                <a:gd name="T119" fmla="*/ 3175 h 72"/>
                <a:gd name="T120" fmla="*/ 25400 w 81"/>
                <a:gd name="T121" fmla="*/ 0 h 7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1"/>
                <a:gd name="T184" fmla="*/ 0 h 72"/>
                <a:gd name="T185" fmla="*/ 81 w 81"/>
                <a:gd name="T186" fmla="*/ 72 h 7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1" h="72">
                  <a:moveTo>
                    <a:pt x="16" y="0"/>
                  </a:moveTo>
                  <a:lnTo>
                    <a:pt x="65" y="1"/>
                  </a:lnTo>
                  <a:lnTo>
                    <a:pt x="65" y="3"/>
                  </a:lnTo>
                  <a:lnTo>
                    <a:pt x="65" y="4"/>
                  </a:lnTo>
                  <a:lnTo>
                    <a:pt x="65" y="6"/>
                  </a:lnTo>
                  <a:lnTo>
                    <a:pt x="66" y="8"/>
                  </a:lnTo>
                  <a:lnTo>
                    <a:pt x="67" y="9"/>
                  </a:lnTo>
                  <a:lnTo>
                    <a:pt x="68" y="9"/>
                  </a:lnTo>
                  <a:lnTo>
                    <a:pt x="68" y="10"/>
                  </a:lnTo>
                  <a:lnTo>
                    <a:pt x="69" y="11"/>
                  </a:lnTo>
                  <a:lnTo>
                    <a:pt x="71" y="11"/>
                  </a:lnTo>
                  <a:lnTo>
                    <a:pt x="72" y="11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4" y="17"/>
                  </a:lnTo>
                  <a:lnTo>
                    <a:pt x="74" y="19"/>
                  </a:lnTo>
                  <a:lnTo>
                    <a:pt x="74" y="20"/>
                  </a:lnTo>
                  <a:lnTo>
                    <a:pt x="75" y="21"/>
                  </a:lnTo>
                  <a:lnTo>
                    <a:pt x="75" y="23"/>
                  </a:lnTo>
                  <a:lnTo>
                    <a:pt x="75" y="24"/>
                  </a:lnTo>
                  <a:lnTo>
                    <a:pt x="75" y="25"/>
                  </a:lnTo>
                  <a:lnTo>
                    <a:pt x="75" y="26"/>
                  </a:lnTo>
                  <a:lnTo>
                    <a:pt x="75" y="27"/>
                  </a:lnTo>
                  <a:lnTo>
                    <a:pt x="75" y="28"/>
                  </a:lnTo>
                  <a:lnTo>
                    <a:pt x="75" y="29"/>
                  </a:lnTo>
                  <a:lnTo>
                    <a:pt x="76" y="30"/>
                  </a:lnTo>
                  <a:lnTo>
                    <a:pt x="76" y="32"/>
                  </a:lnTo>
                  <a:lnTo>
                    <a:pt x="76" y="33"/>
                  </a:lnTo>
                  <a:lnTo>
                    <a:pt x="76" y="34"/>
                  </a:lnTo>
                  <a:lnTo>
                    <a:pt x="76" y="35"/>
                  </a:lnTo>
                  <a:lnTo>
                    <a:pt x="77" y="36"/>
                  </a:lnTo>
                  <a:lnTo>
                    <a:pt x="77" y="38"/>
                  </a:lnTo>
                  <a:lnTo>
                    <a:pt x="78" y="39"/>
                  </a:lnTo>
                  <a:lnTo>
                    <a:pt x="79" y="41"/>
                  </a:lnTo>
                  <a:lnTo>
                    <a:pt x="80" y="42"/>
                  </a:lnTo>
                  <a:lnTo>
                    <a:pt x="81" y="43"/>
                  </a:lnTo>
                  <a:lnTo>
                    <a:pt x="81" y="44"/>
                  </a:lnTo>
                  <a:lnTo>
                    <a:pt x="79" y="45"/>
                  </a:lnTo>
                  <a:lnTo>
                    <a:pt x="78" y="46"/>
                  </a:lnTo>
                  <a:lnTo>
                    <a:pt x="77" y="47"/>
                  </a:lnTo>
                  <a:lnTo>
                    <a:pt x="75" y="47"/>
                  </a:lnTo>
                  <a:lnTo>
                    <a:pt x="73" y="48"/>
                  </a:lnTo>
                  <a:lnTo>
                    <a:pt x="64" y="49"/>
                  </a:lnTo>
                  <a:lnTo>
                    <a:pt x="52" y="51"/>
                  </a:lnTo>
                  <a:lnTo>
                    <a:pt x="50" y="52"/>
                  </a:lnTo>
                  <a:lnTo>
                    <a:pt x="44" y="55"/>
                  </a:lnTo>
                  <a:lnTo>
                    <a:pt x="41" y="56"/>
                  </a:lnTo>
                  <a:lnTo>
                    <a:pt x="37" y="57"/>
                  </a:lnTo>
                  <a:lnTo>
                    <a:pt x="34" y="59"/>
                  </a:lnTo>
                  <a:lnTo>
                    <a:pt x="31" y="59"/>
                  </a:lnTo>
                  <a:lnTo>
                    <a:pt x="28" y="59"/>
                  </a:lnTo>
                  <a:lnTo>
                    <a:pt x="26" y="59"/>
                  </a:lnTo>
                  <a:lnTo>
                    <a:pt x="23" y="59"/>
                  </a:lnTo>
                  <a:lnTo>
                    <a:pt x="22" y="59"/>
                  </a:lnTo>
                  <a:lnTo>
                    <a:pt x="18" y="59"/>
                  </a:lnTo>
                  <a:lnTo>
                    <a:pt x="16" y="60"/>
                  </a:lnTo>
                  <a:lnTo>
                    <a:pt x="14" y="60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8"/>
                  </a:lnTo>
                  <a:lnTo>
                    <a:pt x="9" y="70"/>
                  </a:lnTo>
                  <a:lnTo>
                    <a:pt x="9" y="71"/>
                  </a:lnTo>
                  <a:lnTo>
                    <a:pt x="8" y="71"/>
                  </a:lnTo>
                  <a:lnTo>
                    <a:pt x="7" y="72"/>
                  </a:lnTo>
                  <a:lnTo>
                    <a:pt x="6" y="72"/>
                  </a:lnTo>
                  <a:lnTo>
                    <a:pt x="5" y="72"/>
                  </a:lnTo>
                  <a:lnTo>
                    <a:pt x="4" y="71"/>
                  </a:lnTo>
                  <a:lnTo>
                    <a:pt x="3" y="70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0" y="66"/>
                  </a:lnTo>
                  <a:lnTo>
                    <a:pt x="0" y="65"/>
                  </a:lnTo>
                  <a:lnTo>
                    <a:pt x="0" y="64"/>
                  </a:lnTo>
                  <a:lnTo>
                    <a:pt x="1" y="63"/>
                  </a:lnTo>
                  <a:lnTo>
                    <a:pt x="1" y="62"/>
                  </a:lnTo>
                  <a:lnTo>
                    <a:pt x="1" y="57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3" y="48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6" y="32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6"/>
                  </a:lnTo>
                  <a:lnTo>
                    <a:pt x="9" y="23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3" y="16"/>
                  </a:lnTo>
                  <a:lnTo>
                    <a:pt x="15" y="11"/>
                  </a:lnTo>
                  <a:lnTo>
                    <a:pt x="16" y="7"/>
                  </a:lnTo>
                  <a:lnTo>
                    <a:pt x="16" y="4"/>
                  </a:lnTo>
                  <a:lnTo>
                    <a:pt x="17" y="2"/>
                  </a:lnTo>
                  <a:lnTo>
                    <a:pt x="17" y="1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bg1"/>
            </a:solidFill>
            <a:ln w="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87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295400" y="1276350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6600" dirty="0">
                <a:solidFill>
                  <a:prstClr val="white"/>
                </a:solidFill>
              </a:rPr>
              <a:t>Part </a:t>
            </a:r>
            <a:r>
              <a:rPr lang="en-US" sz="6600" dirty="0" smtClean="0">
                <a:solidFill>
                  <a:prstClr val="white"/>
                </a:solidFill>
              </a:rPr>
              <a:t>4</a:t>
            </a:r>
            <a:endParaRPr lang="en-US" sz="6600" dirty="0">
              <a:solidFill>
                <a:prstClr val="white"/>
              </a:solidFill>
            </a:endParaRPr>
          </a:p>
          <a:p>
            <a:pPr lvl="0"/>
            <a:r>
              <a:rPr lang="zh-CN" altLang="en-US" sz="4800" b="1" dirty="0" smtClean="0">
                <a:solidFill>
                  <a:prstClr val="white"/>
                </a:solidFill>
              </a:rPr>
              <a:t>强化边界</a:t>
            </a:r>
            <a:endParaRPr lang="en-US" sz="4800" b="1" dirty="0">
              <a:solidFill>
                <a:prstClr val="white"/>
              </a:solidFill>
            </a:endParaRPr>
          </a:p>
        </p:txBody>
      </p:sp>
      <p:grpSp>
        <p:nvGrpSpPr>
          <p:cNvPr id="6" name="组合 3114"/>
          <p:cNvGrpSpPr>
            <a:grpSpLocks/>
          </p:cNvGrpSpPr>
          <p:nvPr/>
        </p:nvGrpSpPr>
        <p:grpSpPr bwMode="auto">
          <a:xfrm>
            <a:off x="5334000" y="2486890"/>
            <a:ext cx="2971800" cy="2656610"/>
            <a:chOff x="1266825" y="928688"/>
            <a:chExt cx="5797550" cy="5184775"/>
          </a:xfrm>
          <a:solidFill>
            <a:srgbClr val="00B0F0"/>
          </a:solidFill>
        </p:grpSpPr>
        <p:sp>
          <p:nvSpPr>
            <p:cNvPr id="8" name="Freeform 5168"/>
            <p:cNvSpPr>
              <a:spLocks/>
            </p:cNvSpPr>
            <p:nvPr/>
          </p:nvSpPr>
          <p:spPr bwMode="auto">
            <a:xfrm>
              <a:off x="1277938" y="928688"/>
              <a:ext cx="3463925" cy="4857750"/>
            </a:xfrm>
            <a:custGeom>
              <a:avLst/>
              <a:gdLst>
                <a:gd name="T0" fmla="*/ 825 w 2182"/>
                <a:gd name="T1" fmla="*/ 2987 h 3060"/>
                <a:gd name="T2" fmla="*/ 831 w 2182"/>
                <a:gd name="T3" fmla="*/ 2894 h 3060"/>
                <a:gd name="T4" fmla="*/ 878 w 2182"/>
                <a:gd name="T5" fmla="*/ 2754 h 3060"/>
                <a:gd name="T6" fmla="*/ 911 w 2182"/>
                <a:gd name="T7" fmla="*/ 2627 h 3060"/>
                <a:gd name="T8" fmla="*/ 858 w 2182"/>
                <a:gd name="T9" fmla="*/ 2528 h 3060"/>
                <a:gd name="T10" fmla="*/ 931 w 2182"/>
                <a:gd name="T11" fmla="*/ 2321 h 3060"/>
                <a:gd name="T12" fmla="*/ 945 w 2182"/>
                <a:gd name="T13" fmla="*/ 2155 h 3060"/>
                <a:gd name="T14" fmla="*/ 911 w 2182"/>
                <a:gd name="T15" fmla="*/ 2069 h 3060"/>
                <a:gd name="T16" fmla="*/ 765 w 2182"/>
                <a:gd name="T17" fmla="*/ 1849 h 3060"/>
                <a:gd name="T18" fmla="*/ 712 w 2182"/>
                <a:gd name="T19" fmla="*/ 2055 h 3060"/>
                <a:gd name="T20" fmla="*/ 685 w 2182"/>
                <a:gd name="T21" fmla="*/ 2129 h 3060"/>
                <a:gd name="T22" fmla="*/ 685 w 2182"/>
                <a:gd name="T23" fmla="*/ 2215 h 3060"/>
                <a:gd name="T24" fmla="*/ 652 w 2182"/>
                <a:gd name="T25" fmla="*/ 2348 h 3060"/>
                <a:gd name="T26" fmla="*/ 625 w 2182"/>
                <a:gd name="T27" fmla="*/ 2488 h 3060"/>
                <a:gd name="T28" fmla="*/ 599 w 2182"/>
                <a:gd name="T29" fmla="*/ 2588 h 3060"/>
                <a:gd name="T30" fmla="*/ 552 w 2182"/>
                <a:gd name="T31" fmla="*/ 2780 h 3060"/>
                <a:gd name="T32" fmla="*/ 565 w 2182"/>
                <a:gd name="T33" fmla="*/ 2993 h 3060"/>
                <a:gd name="T34" fmla="*/ 612 w 2182"/>
                <a:gd name="T35" fmla="*/ 3053 h 3060"/>
                <a:gd name="T36" fmla="*/ 505 w 2182"/>
                <a:gd name="T37" fmla="*/ 3027 h 3060"/>
                <a:gd name="T38" fmla="*/ 412 w 2182"/>
                <a:gd name="T39" fmla="*/ 2933 h 3060"/>
                <a:gd name="T40" fmla="*/ 206 w 2182"/>
                <a:gd name="T41" fmla="*/ 3040 h 3060"/>
                <a:gd name="T42" fmla="*/ 80 w 2182"/>
                <a:gd name="T43" fmla="*/ 3007 h 3060"/>
                <a:gd name="T44" fmla="*/ 299 w 2182"/>
                <a:gd name="T45" fmla="*/ 2840 h 3060"/>
                <a:gd name="T46" fmla="*/ 372 w 2182"/>
                <a:gd name="T47" fmla="*/ 2554 h 3060"/>
                <a:gd name="T48" fmla="*/ 339 w 2182"/>
                <a:gd name="T49" fmla="*/ 2461 h 3060"/>
                <a:gd name="T50" fmla="*/ 306 w 2182"/>
                <a:gd name="T51" fmla="*/ 2368 h 3060"/>
                <a:gd name="T52" fmla="*/ 313 w 2182"/>
                <a:gd name="T53" fmla="*/ 2188 h 3060"/>
                <a:gd name="T54" fmla="*/ 339 w 2182"/>
                <a:gd name="T55" fmla="*/ 2102 h 3060"/>
                <a:gd name="T56" fmla="*/ 339 w 2182"/>
                <a:gd name="T57" fmla="*/ 1823 h 3060"/>
                <a:gd name="T58" fmla="*/ 432 w 2182"/>
                <a:gd name="T59" fmla="*/ 1111 h 3060"/>
                <a:gd name="T60" fmla="*/ 599 w 2182"/>
                <a:gd name="T61" fmla="*/ 865 h 3060"/>
                <a:gd name="T62" fmla="*/ 792 w 2182"/>
                <a:gd name="T63" fmla="*/ 758 h 3060"/>
                <a:gd name="T64" fmla="*/ 984 w 2182"/>
                <a:gd name="T65" fmla="*/ 698 h 3060"/>
                <a:gd name="T66" fmla="*/ 1011 w 2182"/>
                <a:gd name="T67" fmla="*/ 565 h 3060"/>
                <a:gd name="T68" fmla="*/ 945 w 2182"/>
                <a:gd name="T69" fmla="*/ 353 h 3060"/>
                <a:gd name="T70" fmla="*/ 964 w 2182"/>
                <a:gd name="T71" fmla="*/ 153 h 3060"/>
                <a:gd name="T72" fmla="*/ 1117 w 2182"/>
                <a:gd name="T73" fmla="*/ 20 h 3060"/>
                <a:gd name="T74" fmla="*/ 1350 w 2182"/>
                <a:gd name="T75" fmla="*/ 20 h 3060"/>
                <a:gd name="T76" fmla="*/ 1384 w 2182"/>
                <a:gd name="T77" fmla="*/ 13 h 3060"/>
                <a:gd name="T78" fmla="*/ 1457 w 2182"/>
                <a:gd name="T79" fmla="*/ 13 h 3060"/>
                <a:gd name="T80" fmla="*/ 1490 w 2182"/>
                <a:gd name="T81" fmla="*/ 180 h 3060"/>
                <a:gd name="T82" fmla="*/ 1537 w 2182"/>
                <a:gd name="T83" fmla="*/ 386 h 3060"/>
                <a:gd name="T84" fmla="*/ 1537 w 2182"/>
                <a:gd name="T85" fmla="*/ 472 h 3060"/>
                <a:gd name="T86" fmla="*/ 1490 w 2182"/>
                <a:gd name="T87" fmla="*/ 652 h 3060"/>
                <a:gd name="T88" fmla="*/ 1537 w 2182"/>
                <a:gd name="T89" fmla="*/ 705 h 3060"/>
                <a:gd name="T90" fmla="*/ 1663 w 2182"/>
                <a:gd name="T91" fmla="*/ 745 h 3060"/>
                <a:gd name="T92" fmla="*/ 1783 w 2182"/>
                <a:gd name="T93" fmla="*/ 805 h 3060"/>
                <a:gd name="T94" fmla="*/ 1876 w 2182"/>
                <a:gd name="T95" fmla="*/ 891 h 3060"/>
                <a:gd name="T96" fmla="*/ 1976 w 2182"/>
                <a:gd name="T97" fmla="*/ 1051 h 3060"/>
                <a:gd name="T98" fmla="*/ 2035 w 2182"/>
                <a:gd name="T99" fmla="*/ 1257 h 3060"/>
                <a:gd name="T100" fmla="*/ 2122 w 2182"/>
                <a:gd name="T101" fmla="*/ 1423 h 3060"/>
                <a:gd name="T102" fmla="*/ 2175 w 2182"/>
                <a:gd name="T103" fmla="*/ 1656 h 3060"/>
                <a:gd name="T104" fmla="*/ 2182 w 2182"/>
                <a:gd name="T105" fmla="*/ 1796 h 3060"/>
                <a:gd name="T106" fmla="*/ 2122 w 2182"/>
                <a:gd name="T107" fmla="*/ 2062 h 3060"/>
                <a:gd name="T108" fmla="*/ 2109 w 2182"/>
                <a:gd name="T109" fmla="*/ 2195 h 3060"/>
                <a:gd name="T110" fmla="*/ 2069 w 2182"/>
                <a:gd name="T111" fmla="*/ 2301 h 3060"/>
                <a:gd name="T112" fmla="*/ 2042 w 2182"/>
                <a:gd name="T113" fmla="*/ 2687 h 306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182"/>
                <a:gd name="T172" fmla="*/ 0 h 3060"/>
                <a:gd name="T173" fmla="*/ 2182 w 2182"/>
                <a:gd name="T174" fmla="*/ 3060 h 306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182" h="3060">
                  <a:moveTo>
                    <a:pt x="2002" y="3053"/>
                  </a:moveTo>
                  <a:lnTo>
                    <a:pt x="1430" y="3053"/>
                  </a:lnTo>
                  <a:lnTo>
                    <a:pt x="1430" y="3007"/>
                  </a:lnTo>
                  <a:lnTo>
                    <a:pt x="1404" y="3033"/>
                  </a:lnTo>
                  <a:lnTo>
                    <a:pt x="1404" y="3053"/>
                  </a:lnTo>
                  <a:lnTo>
                    <a:pt x="825" y="3053"/>
                  </a:lnTo>
                  <a:lnTo>
                    <a:pt x="825" y="2987"/>
                  </a:lnTo>
                  <a:lnTo>
                    <a:pt x="838" y="2953"/>
                  </a:lnTo>
                  <a:lnTo>
                    <a:pt x="838" y="2920"/>
                  </a:lnTo>
                  <a:lnTo>
                    <a:pt x="838" y="2913"/>
                  </a:lnTo>
                  <a:lnTo>
                    <a:pt x="831" y="2900"/>
                  </a:lnTo>
                  <a:lnTo>
                    <a:pt x="831" y="2894"/>
                  </a:lnTo>
                  <a:lnTo>
                    <a:pt x="825" y="2880"/>
                  </a:lnTo>
                  <a:lnTo>
                    <a:pt x="831" y="2854"/>
                  </a:lnTo>
                  <a:lnTo>
                    <a:pt x="838" y="2827"/>
                  </a:lnTo>
                  <a:lnTo>
                    <a:pt x="845" y="2814"/>
                  </a:lnTo>
                  <a:lnTo>
                    <a:pt x="865" y="2780"/>
                  </a:lnTo>
                  <a:lnTo>
                    <a:pt x="878" y="2754"/>
                  </a:lnTo>
                  <a:lnTo>
                    <a:pt x="878" y="2714"/>
                  </a:lnTo>
                  <a:lnTo>
                    <a:pt x="885" y="2694"/>
                  </a:lnTo>
                  <a:lnTo>
                    <a:pt x="891" y="2661"/>
                  </a:lnTo>
                  <a:lnTo>
                    <a:pt x="911" y="2627"/>
                  </a:lnTo>
                  <a:lnTo>
                    <a:pt x="911" y="2601"/>
                  </a:lnTo>
                  <a:lnTo>
                    <a:pt x="911" y="2588"/>
                  </a:lnTo>
                  <a:lnTo>
                    <a:pt x="905" y="2568"/>
                  </a:lnTo>
                  <a:lnTo>
                    <a:pt x="885" y="2554"/>
                  </a:lnTo>
                  <a:lnTo>
                    <a:pt x="871" y="2541"/>
                  </a:lnTo>
                  <a:lnTo>
                    <a:pt x="858" y="2528"/>
                  </a:lnTo>
                  <a:lnTo>
                    <a:pt x="845" y="2508"/>
                  </a:lnTo>
                  <a:lnTo>
                    <a:pt x="845" y="2481"/>
                  </a:lnTo>
                  <a:lnTo>
                    <a:pt x="851" y="2448"/>
                  </a:lnTo>
                  <a:lnTo>
                    <a:pt x="865" y="2415"/>
                  </a:lnTo>
                  <a:lnTo>
                    <a:pt x="905" y="2348"/>
                  </a:lnTo>
                  <a:lnTo>
                    <a:pt x="931" y="2321"/>
                  </a:lnTo>
                  <a:lnTo>
                    <a:pt x="945" y="2315"/>
                  </a:lnTo>
                  <a:lnTo>
                    <a:pt x="978" y="2282"/>
                  </a:lnTo>
                  <a:lnTo>
                    <a:pt x="978" y="2202"/>
                  </a:lnTo>
                  <a:lnTo>
                    <a:pt x="958" y="2175"/>
                  </a:lnTo>
                  <a:lnTo>
                    <a:pt x="945" y="2155"/>
                  </a:lnTo>
                  <a:lnTo>
                    <a:pt x="945" y="2149"/>
                  </a:lnTo>
                  <a:lnTo>
                    <a:pt x="945" y="2142"/>
                  </a:lnTo>
                  <a:lnTo>
                    <a:pt x="958" y="2135"/>
                  </a:lnTo>
                  <a:lnTo>
                    <a:pt x="938" y="2109"/>
                  </a:lnTo>
                  <a:lnTo>
                    <a:pt x="911" y="2069"/>
                  </a:lnTo>
                  <a:lnTo>
                    <a:pt x="885" y="2022"/>
                  </a:lnTo>
                  <a:lnTo>
                    <a:pt x="858" y="1942"/>
                  </a:lnTo>
                  <a:lnTo>
                    <a:pt x="825" y="1843"/>
                  </a:lnTo>
                  <a:lnTo>
                    <a:pt x="792" y="1729"/>
                  </a:lnTo>
                  <a:lnTo>
                    <a:pt x="765" y="1849"/>
                  </a:lnTo>
                  <a:lnTo>
                    <a:pt x="745" y="1942"/>
                  </a:lnTo>
                  <a:lnTo>
                    <a:pt x="732" y="1976"/>
                  </a:lnTo>
                  <a:lnTo>
                    <a:pt x="725" y="1989"/>
                  </a:lnTo>
                  <a:lnTo>
                    <a:pt x="718" y="2022"/>
                  </a:lnTo>
                  <a:lnTo>
                    <a:pt x="712" y="2055"/>
                  </a:lnTo>
                  <a:lnTo>
                    <a:pt x="705" y="2069"/>
                  </a:lnTo>
                  <a:lnTo>
                    <a:pt x="698" y="2082"/>
                  </a:lnTo>
                  <a:lnTo>
                    <a:pt x="698" y="2089"/>
                  </a:lnTo>
                  <a:lnTo>
                    <a:pt x="705" y="2102"/>
                  </a:lnTo>
                  <a:lnTo>
                    <a:pt x="698" y="2115"/>
                  </a:lnTo>
                  <a:lnTo>
                    <a:pt x="685" y="2129"/>
                  </a:lnTo>
                  <a:lnTo>
                    <a:pt x="678" y="2155"/>
                  </a:lnTo>
                  <a:lnTo>
                    <a:pt x="678" y="2175"/>
                  </a:lnTo>
                  <a:lnTo>
                    <a:pt x="685" y="2188"/>
                  </a:lnTo>
                  <a:lnTo>
                    <a:pt x="685" y="2202"/>
                  </a:lnTo>
                  <a:lnTo>
                    <a:pt x="685" y="2215"/>
                  </a:lnTo>
                  <a:lnTo>
                    <a:pt x="672" y="2235"/>
                  </a:lnTo>
                  <a:lnTo>
                    <a:pt x="665" y="2248"/>
                  </a:lnTo>
                  <a:lnTo>
                    <a:pt x="652" y="2268"/>
                  </a:lnTo>
                  <a:lnTo>
                    <a:pt x="652" y="2301"/>
                  </a:lnTo>
                  <a:lnTo>
                    <a:pt x="652" y="2348"/>
                  </a:lnTo>
                  <a:lnTo>
                    <a:pt x="645" y="2381"/>
                  </a:lnTo>
                  <a:lnTo>
                    <a:pt x="645" y="2401"/>
                  </a:lnTo>
                  <a:lnTo>
                    <a:pt x="639" y="2408"/>
                  </a:lnTo>
                  <a:lnTo>
                    <a:pt x="632" y="2428"/>
                  </a:lnTo>
                  <a:lnTo>
                    <a:pt x="632" y="2454"/>
                  </a:lnTo>
                  <a:lnTo>
                    <a:pt x="625" y="2488"/>
                  </a:lnTo>
                  <a:lnTo>
                    <a:pt x="632" y="2534"/>
                  </a:lnTo>
                  <a:lnTo>
                    <a:pt x="625" y="2568"/>
                  </a:lnTo>
                  <a:lnTo>
                    <a:pt x="619" y="2581"/>
                  </a:lnTo>
                  <a:lnTo>
                    <a:pt x="612" y="2588"/>
                  </a:lnTo>
                  <a:lnTo>
                    <a:pt x="599" y="2588"/>
                  </a:lnTo>
                  <a:lnTo>
                    <a:pt x="592" y="2594"/>
                  </a:lnTo>
                  <a:lnTo>
                    <a:pt x="579" y="2621"/>
                  </a:lnTo>
                  <a:lnTo>
                    <a:pt x="565" y="2647"/>
                  </a:lnTo>
                  <a:lnTo>
                    <a:pt x="559" y="2681"/>
                  </a:lnTo>
                  <a:lnTo>
                    <a:pt x="552" y="2747"/>
                  </a:lnTo>
                  <a:lnTo>
                    <a:pt x="552" y="2780"/>
                  </a:lnTo>
                  <a:lnTo>
                    <a:pt x="559" y="2827"/>
                  </a:lnTo>
                  <a:lnTo>
                    <a:pt x="559" y="2867"/>
                  </a:lnTo>
                  <a:lnTo>
                    <a:pt x="552" y="2900"/>
                  </a:lnTo>
                  <a:lnTo>
                    <a:pt x="545" y="2927"/>
                  </a:lnTo>
                  <a:lnTo>
                    <a:pt x="545" y="2960"/>
                  </a:lnTo>
                  <a:lnTo>
                    <a:pt x="565" y="2993"/>
                  </a:lnTo>
                  <a:lnTo>
                    <a:pt x="579" y="3020"/>
                  </a:lnTo>
                  <a:lnTo>
                    <a:pt x="585" y="3027"/>
                  </a:lnTo>
                  <a:lnTo>
                    <a:pt x="605" y="3040"/>
                  </a:lnTo>
                  <a:lnTo>
                    <a:pt x="612" y="3046"/>
                  </a:lnTo>
                  <a:lnTo>
                    <a:pt x="612" y="3053"/>
                  </a:lnTo>
                  <a:lnTo>
                    <a:pt x="605" y="3060"/>
                  </a:lnTo>
                  <a:lnTo>
                    <a:pt x="572" y="3060"/>
                  </a:lnTo>
                  <a:lnTo>
                    <a:pt x="545" y="3060"/>
                  </a:lnTo>
                  <a:lnTo>
                    <a:pt x="525" y="3053"/>
                  </a:lnTo>
                  <a:lnTo>
                    <a:pt x="505" y="3027"/>
                  </a:lnTo>
                  <a:lnTo>
                    <a:pt x="492" y="2993"/>
                  </a:lnTo>
                  <a:lnTo>
                    <a:pt x="486" y="2973"/>
                  </a:lnTo>
                  <a:lnTo>
                    <a:pt x="472" y="2953"/>
                  </a:lnTo>
                  <a:lnTo>
                    <a:pt x="446" y="2940"/>
                  </a:lnTo>
                  <a:lnTo>
                    <a:pt x="412" y="2933"/>
                  </a:lnTo>
                  <a:lnTo>
                    <a:pt x="386" y="2933"/>
                  </a:lnTo>
                  <a:lnTo>
                    <a:pt x="359" y="2947"/>
                  </a:lnTo>
                  <a:lnTo>
                    <a:pt x="333" y="2960"/>
                  </a:lnTo>
                  <a:lnTo>
                    <a:pt x="306" y="2980"/>
                  </a:lnTo>
                  <a:lnTo>
                    <a:pt x="259" y="3013"/>
                  </a:lnTo>
                  <a:lnTo>
                    <a:pt x="206" y="3040"/>
                  </a:lnTo>
                  <a:lnTo>
                    <a:pt x="146" y="3060"/>
                  </a:lnTo>
                  <a:lnTo>
                    <a:pt x="80" y="3060"/>
                  </a:lnTo>
                  <a:lnTo>
                    <a:pt x="60" y="3060"/>
                  </a:lnTo>
                  <a:lnTo>
                    <a:pt x="13" y="3060"/>
                  </a:lnTo>
                  <a:lnTo>
                    <a:pt x="0" y="3046"/>
                  </a:lnTo>
                  <a:lnTo>
                    <a:pt x="27" y="3020"/>
                  </a:lnTo>
                  <a:lnTo>
                    <a:pt x="80" y="3007"/>
                  </a:lnTo>
                  <a:lnTo>
                    <a:pt x="140" y="2953"/>
                  </a:lnTo>
                  <a:lnTo>
                    <a:pt x="199" y="2894"/>
                  </a:lnTo>
                  <a:lnTo>
                    <a:pt x="299" y="2840"/>
                  </a:lnTo>
                  <a:lnTo>
                    <a:pt x="326" y="2820"/>
                  </a:lnTo>
                  <a:lnTo>
                    <a:pt x="339" y="2800"/>
                  </a:lnTo>
                  <a:lnTo>
                    <a:pt x="346" y="2780"/>
                  </a:lnTo>
                  <a:lnTo>
                    <a:pt x="352" y="2741"/>
                  </a:lnTo>
                  <a:lnTo>
                    <a:pt x="386" y="2581"/>
                  </a:lnTo>
                  <a:lnTo>
                    <a:pt x="372" y="2554"/>
                  </a:lnTo>
                  <a:lnTo>
                    <a:pt x="359" y="2514"/>
                  </a:lnTo>
                  <a:lnTo>
                    <a:pt x="352" y="2501"/>
                  </a:lnTo>
                  <a:lnTo>
                    <a:pt x="339" y="2468"/>
                  </a:lnTo>
                  <a:lnTo>
                    <a:pt x="339" y="2461"/>
                  </a:lnTo>
                  <a:lnTo>
                    <a:pt x="333" y="2435"/>
                  </a:lnTo>
                  <a:lnTo>
                    <a:pt x="326" y="2401"/>
                  </a:lnTo>
                  <a:lnTo>
                    <a:pt x="326" y="2395"/>
                  </a:lnTo>
                  <a:lnTo>
                    <a:pt x="319" y="2388"/>
                  </a:lnTo>
                  <a:lnTo>
                    <a:pt x="313" y="2375"/>
                  </a:lnTo>
                  <a:lnTo>
                    <a:pt x="306" y="2368"/>
                  </a:lnTo>
                  <a:lnTo>
                    <a:pt x="293" y="2301"/>
                  </a:lnTo>
                  <a:lnTo>
                    <a:pt x="293" y="2262"/>
                  </a:lnTo>
                  <a:lnTo>
                    <a:pt x="293" y="2242"/>
                  </a:lnTo>
                  <a:lnTo>
                    <a:pt x="299" y="2222"/>
                  </a:lnTo>
                  <a:lnTo>
                    <a:pt x="313" y="2188"/>
                  </a:lnTo>
                  <a:lnTo>
                    <a:pt x="319" y="2168"/>
                  </a:lnTo>
                  <a:lnTo>
                    <a:pt x="326" y="2149"/>
                  </a:lnTo>
                  <a:lnTo>
                    <a:pt x="319" y="2135"/>
                  </a:lnTo>
                  <a:lnTo>
                    <a:pt x="326" y="2122"/>
                  </a:lnTo>
                  <a:lnTo>
                    <a:pt x="339" y="2102"/>
                  </a:lnTo>
                  <a:lnTo>
                    <a:pt x="346" y="2095"/>
                  </a:lnTo>
                  <a:lnTo>
                    <a:pt x="339" y="2082"/>
                  </a:lnTo>
                  <a:lnTo>
                    <a:pt x="339" y="2049"/>
                  </a:lnTo>
                  <a:lnTo>
                    <a:pt x="333" y="1969"/>
                  </a:lnTo>
                  <a:lnTo>
                    <a:pt x="333" y="1882"/>
                  </a:lnTo>
                  <a:lnTo>
                    <a:pt x="339" y="1823"/>
                  </a:lnTo>
                  <a:lnTo>
                    <a:pt x="352" y="1763"/>
                  </a:lnTo>
                  <a:lnTo>
                    <a:pt x="386" y="1443"/>
                  </a:lnTo>
                  <a:lnTo>
                    <a:pt x="412" y="1237"/>
                  </a:lnTo>
                  <a:lnTo>
                    <a:pt x="426" y="1144"/>
                  </a:lnTo>
                  <a:lnTo>
                    <a:pt x="432" y="1111"/>
                  </a:lnTo>
                  <a:lnTo>
                    <a:pt x="446" y="1058"/>
                  </a:lnTo>
                  <a:lnTo>
                    <a:pt x="472" y="991"/>
                  </a:lnTo>
                  <a:lnTo>
                    <a:pt x="486" y="965"/>
                  </a:lnTo>
                  <a:lnTo>
                    <a:pt x="505" y="938"/>
                  </a:lnTo>
                  <a:lnTo>
                    <a:pt x="552" y="898"/>
                  </a:lnTo>
                  <a:lnTo>
                    <a:pt x="599" y="865"/>
                  </a:lnTo>
                  <a:lnTo>
                    <a:pt x="645" y="838"/>
                  </a:lnTo>
                  <a:lnTo>
                    <a:pt x="692" y="812"/>
                  </a:lnTo>
                  <a:lnTo>
                    <a:pt x="752" y="778"/>
                  </a:lnTo>
                  <a:lnTo>
                    <a:pt x="772" y="765"/>
                  </a:lnTo>
                  <a:lnTo>
                    <a:pt x="792" y="758"/>
                  </a:lnTo>
                  <a:lnTo>
                    <a:pt x="818" y="745"/>
                  </a:lnTo>
                  <a:lnTo>
                    <a:pt x="878" y="732"/>
                  </a:lnTo>
                  <a:lnTo>
                    <a:pt x="945" y="712"/>
                  </a:lnTo>
                  <a:lnTo>
                    <a:pt x="964" y="712"/>
                  </a:lnTo>
                  <a:lnTo>
                    <a:pt x="984" y="698"/>
                  </a:lnTo>
                  <a:lnTo>
                    <a:pt x="1018" y="672"/>
                  </a:lnTo>
                  <a:lnTo>
                    <a:pt x="1024" y="639"/>
                  </a:lnTo>
                  <a:lnTo>
                    <a:pt x="1038" y="592"/>
                  </a:lnTo>
                  <a:lnTo>
                    <a:pt x="1031" y="579"/>
                  </a:lnTo>
                  <a:lnTo>
                    <a:pt x="1011" y="565"/>
                  </a:lnTo>
                  <a:lnTo>
                    <a:pt x="998" y="545"/>
                  </a:lnTo>
                  <a:lnTo>
                    <a:pt x="991" y="532"/>
                  </a:lnTo>
                  <a:lnTo>
                    <a:pt x="991" y="486"/>
                  </a:lnTo>
                  <a:lnTo>
                    <a:pt x="978" y="439"/>
                  </a:lnTo>
                  <a:lnTo>
                    <a:pt x="945" y="353"/>
                  </a:lnTo>
                  <a:lnTo>
                    <a:pt x="938" y="326"/>
                  </a:lnTo>
                  <a:lnTo>
                    <a:pt x="938" y="306"/>
                  </a:lnTo>
                  <a:lnTo>
                    <a:pt x="938" y="273"/>
                  </a:lnTo>
                  <a:lnTo>
                    <a:pt x="951" y="193"/>
                  </a:lnTo>
                  <a:lnTo>
                    <a:pt x="964" y="153"/>
                  </a:lnTo>
                  <a:lnTo>
                    <a:pt x="998" y="113"/>
                  </a:lnTo>
                  <a:lnTo>
                    <a:pt x="1024" y="86"/>
                  </a:lnTo>
                  <a:lnTo>
                    <a:pt x="1058" y="67"/>
                  </a:lnTo>
                  <a:lnTo>
                    <a:pt x="1084" y="40"/>
                  </a:lnTo>
                  <a:lnTo>
                    <a:pt x="1117" y="20"/>
                  </a:lnTo>
                  <a:lnTo>
                    <a:pt x="1151" y="7"/>
                  </a:lnTo>
                  <a:lnTo>
                    <a:pt x="1197" y="0"/>
                  </a:lnTo>
                  <a:lnTo>
                    <a:pt x="1277" y="0"/>
                  </a:lnTo>
                  <a:lnTo>
                    <a:pt x="1330" y="7"/>
                  </a:lnTo>
                  <a:lnTo>
                    <a:pt x="1344" y="13"/>
                  </a:lnTo>
                  <a:lnTo>
                    <a:pt x="1350" y="20"/>
                  </a:lnTo>
                  <a:lnTo>
                    <a:pt x="1357" y="27"/>
                  </a:lnTo>
                  <a:lnTo>
                    <a:pt x="1364" y="20"/>
                  </a:lnTo>
                  <a:lnTo>
                    <a:pt x="1377" y="7"/>
                  </a:lnTo>
                  <a:lnTo>
                    <a:pt x="1384" y="7"/>
                  </a:lnTo>
                  <a:lnTo>
                    <a:pt x="1384" y="13"/>
                  </a:lnTo>
                  <a:lnTo>
                    <a:pt x="1390" y="33"/>
                  </a:lnTo>
                  <a:lnTo>
                    <a:pt x="1404" y="7"/>
                  </a:lnTo>
                  <a:lnTo>
                    <a:pt x="1417" y="20"/>
                  </a:lnTo>
                  <a:lnTo>
                    <a:pt x="1430" y="13"/>
                  </a:lnTo>
                  <a:lnTo>
                    <a:pt x="1450" y="13"/>
                  </a:lnTo>
                  <a:lnTo>
                    <a:pt x="1457" y="13"/>
                  </a:lnTo>
                  <a:lnTo>
                    <a:pt x="1463" y="27"/>
                  </a:lnTo>
                  <a:lnTo>
                    <a:pt x="1463" y="100"/>
                  </a:lnTo>
                  <a:lnTo>
                    <a:pt x="1470" y="146"/>
                  </a:lnTo>
                  <a:lnTo>
                    <a:pt x="1477" y="166"/>
                  </a:lnTo>
                  <a:lnTo>
                    <a:pt x="1490" y="180"/>
                  </a:lnTo>
                  <a:lnTo>
                    <a:pt x="1510" y="206"/>
                  </a:lnTo>
                  <a:lnTo>
                    <a:pt x="1523" y="253"/>
                  </a:lnTo>
                  <a:lnTo>
                    <a:pt x="1530" y="286"/>
                  </a:lnTo>
                  <a:lnTo>
                    <a:pt x="1537" y="326"/>
                  </a:lnTo>
                  <a:lnTo>
                    <a:pt x="1537" y="359"/>
                  </a:lnTo>
                  <a:lnTo>
                    <a:pt x="1543" y="372"/>
                  </a:lnTo>
                  <a:lnTo>
                    <a:pt x="1537" y="386"/>
                  </a:lnTo>
                  <a:lnTo>
                    <a:pt x="1523" y="399"/>
                  </a:lnTo>
                  <a:lnTo>
                    <a:pt x="1517" y="426"/>
                  </a:lnTo>
                  <a:lnTo>
                    <a:pt x="1523" y="452"/>
                  </a:lnTo>
                  <a:lnTo>
                    <a:pt x="1537" y="472"/>
                  </a:lnTo>
                  <a:lnTo>
                    <a:pt x="1537" y="479"/>
                  </a:lnTo>
                  <a:lnTo>
                    <a:pt x="1537" y="506"/>
                  </a:lnTo>
                  <a:lnTo>
                    <a:pt x="1530" y="539"/>
                  </a:lnTo>
                  <a:lnTo>
                    <a:pt x="1510" y="585"/>
                  </a:lnTo>
                  <a:lnTo>
                    <a:pt x="1497" y="632"/>
                  </a:lnTo>
                  <a:lnTo>
                    <a:pt x="1490" y="652"/>
                  </a:lnTo>
                  <a:lnTo>
                    <a:pt x="1490" y="665"/>
                  </a:lnTo>
                  <a:lnTo>
                    <a:pt x="1490" y="672"/>
                  </a:lnTo>
                  <a:lnTo>
                    <a:pt x="1490" y="698"/>
                  </a:lnTo>
                  <a:lnTo>
                    <a:pt x="1510" y="698"/>
                  </a:lnTo>
                  <a:lnTo>
                    <a:pt x="1523" y="698"/>
                  </a:lnTo>
                  <a:lnTo>
                    <a:pt x="1537" y="705"/>
                  </a:lnTo>
                  <a:lnTo>
                    <a:pt x="1557" y="712"/>
                  </a:lnTo>
                  <a:lnTo>
                    <a:pt x="1570" y="718"/>
                  </a:lnTo>
                  <a:lnTo>
                    <a:pt x="1610" y="718"/>
                  </a:lnTo>
                  <a:lnTo>
                    <a:pt x="1623" y="725"/>
                  </a:lnTo>
                  <a:lnTo>
                    <a:pt x="1663" y="745"/>
                  </a:lnTo>
                  <a:lnTo>
                    <a:pt x="1676" y="758"/>
                  </a:lnTo>
                  <a:lnTo>
                    <a:pt x="1690" y="765"/>
                  </a:lnTo>
                  <a:lnTo>
                    <a:pt x="1716" y="765"/>
                  </a:lnTo>
                  <a:lnTo>
                    <a:pt x="1736" y="778"/>
                  </a:lnTo>
                  <a:lnTo>
                    <a:pt x="1783" y="805"/>
                  </a:lnTo>
                  <a:lnTo>
                    <a:pt x="1816" y="831"/>
                  </a:lnTo>
                  <a:lnTo>
                    <a:pt x="1829" y="845"/>
                  </a:lnTo>
                  <a:lnTo>
                    <a:pt x="1836" y="851"/>
                  </a:lnTo>
                  <a:lnTo>
                    <a:pt x="1843" y="871"/>
                  </a:lnTo>
                  <a:lnTo>
                    <a:pt x="1856" y="878"/>
                  </a:lnTo>
                  <a:lnTo>
                    <a:pt x="1876" y="891"/>
                  </a:lnTo>
                  <a:lnTo>
                    <a:pt x="1909" y="931"/>
                  </a:lnTo>
                  <a:lnTo>
                    <a:pt x="1936" y="958"/>
                  </a:lnTo>
                  <a:lnTo>
                    <a:pt x="1942" y="984"/>
                  </a:lnTo>
                  <a:lnTo>
                    <a:pt x="1956" y="1011"/>
                  </a:lnTo>
                  <a:lnTo>
                    <a:pt x="1976" y="1051"/>
                  </a:lnTo>
                  <a:lnTo>
                    <a:pt x="1989" y="1091"/>
                  </a:lnTo>
                  <a:lnTo>
                    <a:pt x="2002" y="1131"/>
                  </a:lnTo>
                  <a:lnTo>
                    <a:pt x="2009" y="1164"/>
                  </a:lnTo>
                  <a:lnTo>
                    <a:pt x="2022" y="1204"/>
                  </a:lnTo>
                  <a:lnTo>
                    <a:pt x="2035" y="1257"/>
                  </a:lnTo>
                  <a:lnTo>
                    <a:pt x="2049" y="1277"/>
                  </a:lnTo>
                  <a:lnTo>
                    <a:pt x="2069" y="1304"/>
                  </a:lnTo>
                  <a:lnTo>
                    <a:pt x="2089" y="1337"/>
                  </a:lnTo>
                  <a:lnTo>
                    <a:pt x="2095" y="1357"/>
                  </a:lnTo>
                  <a:lnTo>
                    <a:pt x="2109" y="1397"/>
                  </a:lnTo>
                  <a:lnTo>
                    <a:pt x="2122" y="1423"/>
                  </a:lnTo>
                  <a:lnTo>
                    <a:pt x="2135" y="1457"/>
                  </a:lnTo>
                  <a:lnTo>
                    <a:pt x="2142" y="1477"/>
                  </a:lnTo>
                  <a:lnTo>
                    <a:pt x="2169" y="1576"/>
                  </a:lnTo>
                  <a:lnTo>
                    <a:pt x="2169" y="1603"/>
                  </a:lnTo>
                  <a:lnTo>
                    <a:pt x="2175" y="1656"/>
                  </a:lnTo>
                  <a:lnTo>
                    <a:pt x="2169" y="1716"/>
                  </a:lnTo>
                  <a:lnTo>
                    <a:pt x="2169" y="1736"/>
                  </a:lnTo>
                  <a:lnTo>
                    <a:pt x="2175" y="1749"/>
                  </a:lnTo>
                  <a:lnTo>
                    <a:pt x="2182" y="1769"/>
                  </a:lnTo>
                  <a:lnTo>
                    <a:pt x="2182" y="1796"/>
                  </a:lnTo>
                  <a:lnTo>
                    <a:pt x="2182" y="1916"/>
                  </a:lnTo>
                  <a:lnTo>
                    <a:pt x="2169" y="1976"/>
                  </a:lnTo>
                  <a:lnTo>
                    <a:pt x="2149" y="2022"/>
                  </a:lnTo>
                  <a:lnTo>
                    <a:pt x="2135" y="2042"/>
                  </a:lnTo>
                  <a:lnTo>
                    <a:pt x="2122" y="2062"/>
                  </a:lnTo>
                  <a:lnTo>
                    <a:pt x="2109" y="2075"/>
                  </a:lnTo>
                  <a:lnTo>
                    <a:pt x="2102" y="2095"/>
                  </a:lnTo>
                  <a:lnTo>
                    <a:pt x="2102" y="2129"/>
                  </a:lnTo>
                  <a:lnTo>
                    <a:pt x="2109" y="2182"/>
                  </a:lnTo>
                  <a:lnTo>
                    <a:pt x="2109" y="2195"/>
                  </a:lnTo>
                  <a:lnTo>
                    <a:pt x="2102" y="2208"/>
                  </a:lnTo>
                  <a:lnTo>
                    <a:pt x="2095" y="2222"/>
                  </a:lnTo>
                  <a:lnTo>
                    <a:pt x="2089" y="2242"/>
                  </a:lnTo>
                  <a:lnTo>
                    <a:pt x="2089" y="2262"/>
                  </a:lnTo>
                  <a:lnTo>
                    <a:pt x="2075" y="2282"/>
                  </a:lnTo>
                  <a:lnTo>
                    <a:pt x="2069" y="2301"/>
                  </a:lnTo>
                  <a:lnTo>
                    <a:pt x="2055" y="2295"/>
                  </a:lnTo>
                  <a:lnTo>
                    <a:pt x="2042" y="2395"/>
                  </a:lnTo>
                  <a:lnTo>
                    <a:pt x="2035" y="2474"/>
                  </a:lnTo>
                  <a:lnTo>
                    <a:pt x="2035" y="2528"/>
                  </a:lnTo>
                  <a:lnTo>
                    <a:pt x="2042" y="2687"/>
                  </a:lnTo>
                  <a:lnTo>
                    <a:pt x="2022" y="2900"/>
                  </a:lnTo>
                  <a:lnTo>
                    <a:pt x="2002" y="30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1" name="Freeform 5169"/>
            <p:cNvSpPr>
              <a:spLocks/>
            </p:cNvSpPr>
            <p:nvPr/>
          </p:nvSpPr>
          <p:spPr bwMode="auto">
            <a:xfrm>
              <a:off x="3389313" y="2132013"/>
              <a:ext cx="306387" cy="2428875"/>
            </a:xfrm>
            <a:custGeom>
              <a:avLst/>
              <a:gdLst>
                <a:gd name="T0" fmla="*/ 40 w 193"/>
                <a:gd name="T1" fmla="*/ 0 h 1530"/>
                <a:gd name="T2" fmla="*/ 7 w 193"/>
                <a:gd name="T3" fmla="*/ 80 h 1530"/>
                <a:gd name="T4" fmla="*/ 7 w 193"/>
                <a:gd name="T5" fmla="*/ 80 h 1530"/>
                <a:gd name="T6" fmla="*/ 14 w 193"/>
                <a:gd name="T7" fmla="*/ 87 h 1530"/>
                <a:gd name="T8" fmla="*/ 27 w 193"/>
                <a:gd name="T9" fmla="*/ 107 h 1530"/>
                <a:gd name="T10" fmla="*/ 34 w 193"/>
                <a:gd name="T11" fmla="*/ 140 h 1530"/>
                <a:gd name="T12" fmla="*/ 34 w 193"/>
                <a:gd name="T13" fmla="*/ 160 h 1530"/>
                <a:gd name="T14" fmla="*/ 27 w 193"/>
                <a:gd name="T15" fmla="*/ 180 h 1530"/>
                <a:gd name="T16" fmla="*/ 27 w 193"/>
                <a:gd name="T17" fmla="*/ 180 h 1530"/>
                <a:gd name="T18" fmla="*/ 7 w 193"/>
                <a:gd name="T19" fmla="*/ 226 h 1530"/>
                <a:gd name="T20" fmla="*/ 0 w 193"/>
                <a:gd name="T21" fmla="*/ 266 h 1530"/>
                <a:gd name="T22" fmla="*/ 0 w 193"/>
                <a:gd name="T23" fmla="*/ 346 h 1530"/>
                <a:gd name="T24" fmla="*/ 0 w 193"/>
                <a:gd name="T25" fmla="*/ 346 h 1530"/>
                <a:gd name="T26" fmla="*/ 0 w 193"/>
                <a:gd name="T27" fmla="*/ 1417 h 1530"/>
                <a:gd name="T28" fmla="*/ 100 w 193"/>
                <a:gd name="T29" fmla="*/ 1524 h 1530"/>
                <a:gd name="T30" fmla="*/ 100 w 193"/>
                <a:gd name="T31" fmla="*/ 1524 h 1530"/>
                <a:gd name="T32" fmla="*/ 107 w 193"/>
                <a:gd name="T33" fmla="*/ 1530 h 1530"/>
                <a:gd name="T34" fmla="*/ 120 w 193"/>
                <a:gd name="T35" fmla="*/ 1524 h 1530"/>
                <a:gd name="T36" fmla="*/ 140 w 193"/>
                <a:gd name="T37" fmla="*/ 1510 h 1530"/>
                <a:gd name="T38" fmla="*/ 140 w 193"/>
                <a:gd name="T39" fmla="*/ 1510 h 1530"/>
                <a:gd name="T40" fmla="*/ 187 w 193"/>
                <a:gd name="T41" fmla="*/ 1444 h 1530"/>
                <a:gd name="T42" fmla="*/ 187 w 193"/>
                <a:gd name="T43" fmla="*/ 1444 h 1530"/>
                <a:gd name="T44" fmla="*/ 193 w 193"/>
                <a:gd name="T45" fmla="*/ 1424 h 1530"/>
                <a:gd name="T46" fmla="*/ 187 w 193"/>
                <a:gd name="T47" fmla="*/ 1324 h 1530"/>
                <a:gd name="T48" fmla="*/ 187 w 193"/>
                <a:gd name="T49" fmla="*/ 1324 h 1530"/>
                <a:gd name="T50" fmla="*/ 140 w 193"/>
                <a:gd name="T51" fmla="*/ 253 h 1530"/>
                <a:gd name="T52" fmla="*/ 140 w 193"/>
                <a:gd name="T53" fmla="*/ 253 h 1530"/>
                <a:gd name="T54" fmla="*/ 133 w 193"/>
                <a:gd name="T55" fmla="*/ 233 h 1530"/>
                <a:gd name="T56" fmla="*/ 120 w 193"/>
                <a:gd name="T57" fmla="*/ 200 h 1530"/>
                <a:gd name="T58" fmla="*/ 120 w 193"/>
                <a:gd name="T59" fmla="*/ 200 h 1530"/>
                <a:gd name="T60" fmla="*/ 100 w 193"/>
                <a:gd name="T61" fmla="*/ 180 h 1530"/>
                <a:gd name="T62" fmla="*/ 93 w 193"/>
                <a:gd name="T63" fmla="*/ 173 h 1530"/>
                <a:gd name="T64" fmla="*/ 87 w 193"/>
                <a:gd name="T65" fmla="*/ 160 h 1530"/>
                <a:gd name="T66" fmla="*/ 87 w 193"/>
                <a:gd name="T67" fmla="*/ 160 h 1530"/>
                <a:gd name="T68" fmla="*/ 87 w 193"/>
                <a:gd name="T69" fmla="*/ 113 h 1530"/>
                <a:gd name="T70" fmla="*/ 93 w 193"/>
                <a:gd name="T71" fmla="*/ 80 h 1530"/>
                <a:gd name="T72" fmla="*/ 93 w 193"/>
                <a:gd name="T73" fmla="*/ 80 h 1530"/>
                <a:gd name="T74" fmla="*/ 93 w 193"/>
                <a:gd name="T75" fmla="*/ 80 h 1530"/>
                <a:gd name="T76" fmla="*/ 80 w 193"/>
                <a:gd name="T77" fmla="*/ 54 h 1530"/>
                <a:gd name="T78" fmla="*/ 80 w 193"/>
                <a:gd name="T79" fmla="*/ 54 h 1530"/>
                <a:gd name="T80" fmla="*/ 47 w 193"/>
                <a:gd name="T81" fmla="*/ 14 h 1530"/>
                <a:gd name="T82" fmla="*/ 40 w 193"/>
                <a:gd name="T83" fmla="*/ 0 h 15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93"/>
                <a:gd name="T127" fmla="*/ 0 h 1530"/>
                <a:gd name="T128" fmla="*/ 193 w 193"/>
                <a:gd name="T129" fmla="*/ 1530 h 15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93" h="1530">
                  <a:moveTo>
                    <a:pt x="40" y="0"/>
                  </a:moveTo>
                  <a:lnTo>
                    <a:pt x="7" y="80"/>
                  </a:lnTo>
                  <a:lnTo>
                    <a:pt x="14" y="87"/>
                  </a:lnTo>
                  <a:lnTo>
                    <a:pt x="27" y="107"/>
                  </a:lnTo>
                  <a:lnTo>
                    <a:pt x="34" y="140"/>
                  </a:lnTo>
                  <a:lnTo>
                    <a:pt x="34" y="160"/>
                  </a:lnTo>
                  <a:lnTo>
                    <a:pt x="27" y="180"/>
                  </a:lnTo>
                  <a:lnTo>
                    <a:pt x="7" y="226"/>
                  </a:lnTo>
                  <a:lnTo>
                    <a:pt x="0" y="266"/>
                  </a:lnTo>
                  <a:lnTo>
                    <a:pt x="0" y="346"/>
                  </a:lnTo>
                  <a:lnTo>
                    <a:pt x="0" y="1417"/>
                  </a:lnTo>
                  <a:lnTo>
                    <a:pt x="100" y="1524"/>
                  </a:lnTo>
                  <a:lnTo>
                    <a:pt x="107" y="1530"/>
                  </a:lnTo>
                  <a:lnTo>
                    <a:pt x="120" y="1524"/>
                  </a:lnTo>
                  <a:lnTo>
                    <a:pt x="140" y="1510"/>
                  </a:lnTo>
                  <a:lnTo>
                    <a:pt x="187" y="1444"/>
                  </a:lnTo>
                  <a:lnTo>
                    <a:pt x="193" y="1424"/>
                  </a:lnTo>
                  <a:lnTo>
                    <a:pt x="187" y="1324"/>
                  </a:lnTo>
                  <a:lnTo>
                    <a:pt x="140" y="253"/>
                  </a:lnTo>
                  <a:lnTo>
                    <a:pt x="133" y="233"/>
                  </a:lnTo>
                  <a:lnTo>
                    <a:pt x="120" y="200"/>
                  </a:lnTo>
                  <a:lnTo>
                    <a:pt x="100" y="180"/>
                  </a:lnTo>
                  <a:lnTo>
                    <a:pt x="93" y="173"/>
                  </a:lnTo>
                  <a:lnTo>
                    <a:pt x="87" y="160"/>
                  </a:lnTo>
                  <a:lnTo>
                    <a:pt x="87" y="113"/>
                  </a:lnTo>
                  <a:lnTo>
                    <a:pt x="93" y="80"/>
                  </a:lnTo>
                  <a:lnTo>
                    <a:pt x="80" y="54"/>
                  </a:lnTo>
                  <a:lnTo>
                    <a:pt x="47" y="14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2" name="Rectangle 5170"/>
            <p:cNvSpPr>
              <a:spLocks noChangeArrowheads="1"/>
            </p:cNvSpPr>
            <p:nvPr/>
          </p:nvSpPr>
          <p:spPr bwMode="auto">
            <a:xfrm>
              <a:off x="1266825" y="5764213"/>
              <a:ext cx="5797550" cy="349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4" name="Freeform 5171"/>
            <p:cNvSpPr>
              <a:spLocks/>
            </p:cNvSpPr>
            <p:nvPr/>
          </p:nvSpPr>
          <p:spPr bwMode="auto">
            <a:xfrm>
              <a:off x="5459413" y="4962526"/>
              <a:ext cx="476250" cy="801688"/>
            </a:xfrm>
            <a:custGeom>
              <a:avLst/>
              <a:gdLst>
                <a:gd name="T0" fmla="*/ 240 w 300"/>
                <a:gd name="T1" fmla="*/ 505 h 505"/>
                <a:gd name="T2" fmla="*/ 0 w 300"/>
                <a:gd name="T3" fmla="*/ 505 h 505"/>
                <a:gd name="T4" fmla="*/ 87 w 300"/>
                <a:gd name="T5" fmla="*/ 0 h 505"/>
                <a:gd name="T6" fmla="*/ 300 w 300"/>
                <a:gd name="T7" fmla="*/ 0 h 505"/>
                <a:gd name="T8" fmla="*/ 240 w 300"/>
                <a:gd name="T9" fmla="*/ 505 h 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505"/>
                <a:gd name="T17" fmla="*/ 300 w 300"/>
                <a:gd name="T18" fmla="*/ 505 h 5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505">
                  <a:moveTo>
                    <a:pt x="240" y="505"/>
                  </a:moveTo>
                  <a:lnTo>
                    <a:pt x="0" y="505"/>
                  </a:lnTo>
                  <a:lnTo>
                    <a:pt x="87" y="0"/>
                  </a:lnTo>
                  <a:lnTo>
                    <a:pt x="300" y="0"/>
                  </a:lnTo>
                  <a:lnTo>
                    <a:pt x="240" y="5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5" name="Freeform 5172"/>
            <p:cNvSpPr>
              <a:spLocks/>
            </p:cNvSpPr>
            <p:nvPr/>
          </p:nvSpPr>
          <p:spPr bwMode="auto">
            <a:xfrm>
              <a:off x="4994275" y="3811588"/>
              <a:ext cx="1763712" cy="1836738"/>
            </a:xfrm>
            <a:custGeom>
              <a:avLst/>
              <a:gdLst>
                <a:gd name="T0" fmla="*/ 1111 w 1111"/>
                <a:gd name="T1" fmla="*/ 40 h 1157"/>
                <a:gd name="T2" fmla="*/ 1052 w 1111"/>
                <a:gd name="T3" fmla="*/ 13 h 1157"/>
                <a:gd name="T4" fmla="*/ 153 w 1111"/>
                <a:gd name="T5" fmla="*/ 0 h 1157"/>
                <a:gd name="T6" fmla="*/ 153 w 1111"/>
                <a:gd name="T7" fmla="*/ 0 h 1157"/>
                <a:gd name="T8" fmla="*/ 94 w 1111"/>
                <a:gd name="T9" fmla="*/ 0 h 1157"/>
                <a:gd name="T10" fmla="*/ 0 w 1111"/>
                <a:gd name="T11" fmla="*/ 758 h 1157"/>
                <a:gd name="T12" fmla="*/ 899 w 1111"/>
                <a:gd name="T13" fmla="*/ 1157 h 1157"/>
                <a:gd name="T14" fmla="*/ 958 w 1111"/>
                <a:gd name="T15" fmla="*/ 1157 h 1157"/>
                <a:gd name="T16" fmla="*/ 1111 w 1111"/>
                <a:gd name="T17" fmla="*/ 40 h 1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11"/>
                <a:gd name="T28" fmla="*/ 0 h 1157"/>
                <a:gd name="T29" fmla="*/ 1111 w 1111"/>
                <a:gd name="T30" fmla="*/ 1157 h 115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11" h="1157">
                  <a:moveTo>
                    <a:pt x="1111" y="40"/>
                  </a:moveTo>
                  <a:lnTo>
                    <a:pt x="1052" y="13"/>
                  </a:lnTo>
                  <a:lnTo>
                    <a:pt x="153" y="0"/>
                  </a:lnTo>
                  <a:lnTo>
                    <a:pt x="94" y="0"/>
                  </a:lnTo>
                  <a:lnTo>
                    <a:pt x="0" y="758"/>
                  </a:lnTo>
                  <a:lnTo>
                    <a:pt x="899" y="1157"/>
                  </a:lnTo>
                  <a:lnTo>
                    <a:pt x="958" y="1157"/>
                  </a:lnTo>
                  <a:lnTo>
                    <a:pt x="111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6" name="Freeform 5173"/>
            <p:cNvSpPr>
              <a:spLocks/>
            </p:cNvSpPr>
            <p:nvPr/>
          </p:nvSpPr>
          <p:spPr bwMode="auto">
            <a:xfrm>
              <a:off x="5111750" y="3938588"/>
              <a:ext cx="1339850" cy="1435100"/>
            </a:xfrm>
            <a:custGeom>
              <a:avLst/>
              <a:gdLst>
                <a:gd name="T0" fmla="*/ 725 w 844"/>
                <a:gd name="T1" fmla="*/ 904 h 904"/>
                <a:gd name="T2" fmla="*/ 0 w 844"/>
                <a:gd name="T3" fmla="*/ 625 h 904"/>
                <a:gd name="T4" fmla="*/ 79 w 844"/>
                <a:gd name="T5" fmla="*/ 0 h 904"/>
                <a:gd name="T6" fmla="*/ 844 w 844"/>
                <a:gd name="T7" fmla="*/ 46 h 904"/>
                <a:gd name="T8" fmla="*/ 725 w 844"/>
                <a:gd name="T9" fmla="*/ 904 h 9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4"/>
                <a:gd name="T16" fmla="*/ 0 h 904"/>
                <a:gd name="T17" fmla="*/ 844 w 844"/>
                <a:gd name="T18" fmla="*/ 904 h 9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4" h="904">
                  <a:moveTo>
                    <a:pt x="725" y="904"/>
                  </a:moveTo>
                  <a:lnTo>
                    <a:pt x="0" y="625"/>
                  </a:lnTo>
                  <a:lnTo>
                    <a:pt x="79" y="0"/>
                  </a:lnTo>
                  <a:lnTo>
                    <a:pt x="844" y="46"/>
                  </a:lnTo>
                  <a:lnTo>
                    <a:pt x="725" y="9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7" name="Freeform 5174"/>
            <p:cNvSpPr>
              <a:spLocks/>
            </p:cNvSpPr>
            <p:nvPr/>
          </p:nvSpPr>
          <p:spPr bwMode="auto">
            <a:xfrm>
              <a:off x="4932363" y="5564188"/>
              <a:ext cx="1530350" cy="422275"/>
            </a:xfrm>
            <a:custGeom>
              <a:avLst/>
              <a:gdLst>
                <a:gd name="T0" fmla="*/ 957 w 964"/>
                <a:gd name="T1" fmla="*/ 266 h 266"/>
                <a:gd name="T2" fmla="*/ 957 w 964"/>
                <a:gd name="T3" fmla="*/ 266 h 266"/>
                <a:gd name="T4" fmla="*/ 964 w 964"/>
                <a:gd name="T5" fmla="*/ 246 h 266"/>
                <a:gd name="T6" fmla="*/ 964 w 964"/>
                <a:gd name="T7" fmla="*/ 226 h 266"/>
                <a:gd name="T8" fmla="*/ 964 w 964"/>
                <a:gd name="T9" fmla="*/ 226 h 266"/>
                <a:gd name="T10" fmla="*/ 964 w 964"/>
                <a:gd name="T11" fmla="*/ 200 h 266"/>
                <a:gd name="T12" fmla="*/ 951 w 964"/>
                <a:gd name="T13" fmla="*/ 180 h 266"/>
                <a:gd name="T14" fmla="*/ 944 w 964"/>
                <a:gd name="T15" fmla="*/ 160 h 266"/>
                <a:gd name="T16" fmla="*/ 924 w 964"/>
                <a:gd name="T17" fmla="*/ 140 h 266"/>
                <a:gd name="T18" fmla="*/ 884 w 964"/>
                <a:gd name="T19" fmla="*/ 100 h 266"/>
                <a:gd name="T20" fmla="*/ 824 w 964"/>
                <a:gd name="T21" fmla="*/ 67 h 266"/>
                <a:gd name="T22" fmla="*/ 751 w 964"/>
                <a:gd name="T23" fmla="*/ 40 h 266"/>
                <a:gd name="T24" fmla="*/ 671 w 964"/>
                <a:gd name="T25" fmla="*/ 20 h 266"/>
                <a:gd name="T26" fmla="*/ 578 w 964"/>
                <a:gd name="T27" fmla="*/ 7 h 266"/>
                <a:gd name="T28" fmla="*/ 479 w 964"/>
                <a:gd name="T29" fmla="*/ 0 h 266"/>
                <a:gd name="T30" fmla="*/ 479 w 964"/>
                <a:gd name="T31" fmla="*/ 0 h 266"/>
                <a:gd name="T32" fmla="*/ 385 w 964"/>
                <a:gd name="T33" fmla="*/ 7 h 266"/>
                <a:gd name="T34" fmla="*/ 292 w 964"/>
                <a:gd name="T35" fmla="*/ 20 h 266"/>
                <a:gd name="T36" fmla="*/ 212 w 964"/>
                <a:gd name="T37" fmla="*/ 40 h 266"/>
                <a:gd name="T38" fmla="*/ 139 w 964"/>
                <a:gd name="T39" fmla="*/ 67 h 266"/>
                <a:gd name="T40" fmla="*/ 79 w 964"/>
                <a:gd name="T41" fmla="*/ 100 h 266"/>
                <a:gd name="T42" fmla="*/ 39 w 964"/>
                <a:gd name="T43" fmla="*/ 140 h 266"/>
                <a:gd name="T44" fmla="*/ 20 w 964"/>
                <a:gd name="T45" fmla="*/ 160 h 266"/>
                <a:gd name="T46" fmla="*/ 6 w 964"/>
                <a:gd name="T47" fmla="*/ 180 h 266"/>
                <a:gd name="T48" fmla="*/ 0 w 964"/>
                <a:gd name="T49" fmla="*/ 200 h 266"/>
                <a:gd name="T50" fmla="*/ 0 w 964"/>
                <a:gd name="T51" fmla="*/ 226 h 266"/>
                <a:gd name="T52" fmla="*/ 0 w 964"/>
                <a:gd name="T53" fmla="*/ 226 h 266"/>
                <a:gd name="T54" fmla="*/ 0 w 964"/>
                <a:gd name="T55" fmla="*/ 246 h 266"/>
                <a:gd name="T56" fmla="*/ 6 w 964"/>
                <a:gd name="T57" fmla="*/ 266 h 266"/>
                <a:gd name="T58" fmla="*/ 957 w 964"/>
                <a:gd name="T59" fmla="*/ 266 h 26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964"/>
                <a:gd name="T91" fmla="*/ 0 h 266"/>
                <a:gd name="T92" fmla="*/ 964 w 964"/>
                <a:gd name="T93" fmla="*/ 266 h 26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964" h="266">
                  <a:moveTo>
                    <a:pt x="957" y="266"/>
                  </a:moveTo>
                  <a:lnTo>
                    <a:pt x="957" y="266"/>
                  </a:lnTo>
                  <a:lnTo>
                    <a:pt x="964" y="246"/>
                  </a:lnTo>
                  <a:lnTo>
                    <a:pt x="964" y="226"/>
                  </a:lnTo>
                  <a:lnTo>
                    <a:pt x="964" y="200"/>
                  </a:lnTo>
                  <a:lnTo>
                    <a:pt x="951" y="180"/>
                  </a:lnTo>
                  <a:lnTo>
                    <a:pt x="944" y="160"/>
                  </a:lnTo>
                  <a:lnTo>
                    <a:pt x="924" y="140"/>
                  </a:lnTo>
                  <a:lnTo>
                    <a:pt x="884" y="100"/>
                  </a:lnTo>
                  <a:lnTo>
                    <a:pt x="824" y="67"/>
                  </a:lnTo>
                  <a:lnTo>
                    <a:pt x="751" y="40"/>
                  </a:lnTo>
                  <a:lnTo>
                    <a:pt x="671" y="20"/>
                  </a:lnTo>
                  <a:lnTo>
                    <a:pt x="578" y="7"/>
                  </a:lnTo>
                  <a:lnTo>
                    <a:pt x="479" y="0"/>
                  </a:lnTo>
                  <a:lnTo>
                    <a:pt x="385" y="7"/>
                  </a:lnTo>
                  <a:lnTo>
                    <a:pt x="292" y="20"/>
                  </a:lnTo>
                  <a:lnTo>
                    <a:pt x="212" y="40"/>
                  </a:lnTo>
                  <a:lnTo>
                    <a:pt x="139" y="67"/>
                  </a:lnTo>
                  <a:lnTo>
                    <a:pt x="79" y="100"/>
                  </a:lnTo>
                  <a:lnTo>
                    <a:pt x="39" y="140"/>
                  </a:lnTo>
                  <a:lnTo>
                    <a:pt x="20" y="160"/>
                  </a:lnTo>
                  <a:lnTo>
                    <a:pt x="6" y="180"/>
                  </a:lnTo>
                  <a:lnTo>
                    <a:pt x="0" y="200"/>
                  </a:lnTo>
                  <a:lnTo>
                    <a:pt x="0" y="226"/>
                  </a:lnTo>
                  <a:lnTo>
                    <a:pt x="0" y="246"/>
                  </a:lnTo>
                  <a:lnTo>
                    <a:pt x="6" y="266"/>
                  </a:lnTo>
                  <a:lnTo>
                    <a:pt x="957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927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对工作重新进行“包装设计”</a:t>
            </a:r>
            <a:endParaRPr lang="en-US" dirty="0"/>
          </a:p>
        </p:txBody>
      </p:sp>
      <p:graphicFrame>
        <p:nvGraphicFramePr>
          <p:cNvPr id="26" name="Content Placeholder 2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5642730"/>
              </p:ext>
            </p:extLst>
          </p:nvPr>
        </p:nvGraphicFramePr>
        <p:xfrm>
          <a:off x="2160587" y="1809750"/>
          <a:ext cx="4926013" cy="2141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752600" y="3314938"/>
            <a:ext cx="1447800" cy="954107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工作要像游戏一样好玩，同时要具有复杂性和挑战性。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113087" y="1504949"/>
            <a:ext cx="1447800" cy="954107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意义就是延迟满足，为他们规划长远，同时确定阶段成就。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43400" y="3288208"/>
            <a:ext cx="1447800" cy="954107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90</a:t>
            </a:r>
            <a:r>
              <a:rPr lang="zh-CN" altLang="en-US" dirty="0"/>
              <a:t>后可以不在乎总收入，但是会在乎单位时间的收入比。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41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400800" y="3522599"/>
            <a:ext cx="1905000" cy="1011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2382973"/>
            <a:ext cx="1905000" cy="2169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把“潜规则”都变成“显规则”</a:t>
            </a:r>
            <a:endParaRPr lang="en-US" dirty="0"/>
          </a:p>
        </p:txBody>
      </p:sp>
      <p:sp>
        <p:nvSpPr>
          <p:cNvPr id="3" name="Freeform 2"/>
          <p:cNvSpPr/>
          <p:nvPr/>
        </p:nvSpPr>
        <p:spPr>
          <a:xfrm>
            <a:off x="1371600" y="1885950"/>
            <a:ext cx="832454" cy="514730"/>
          </a:xfrm>
          <a:custGeom>
            <a:avLst/>
            <a:gdLst>
              <a:gd name="connsiteX0" fmla="*/ 0 w 1659466"/>
              <a:gd name="connsiteY0" fmla="*/ 872067 h 889000"/>
              <a:gd name="connsiteX1" fmla="*/ 279400 w 1659466"/>
              <a:gd name="connsiteY1" fmla="*/ 685800 h 889000"/>
              <a:gd name="connsiteX2" fmla="*/ 321733 w 1659466"/>
              <a:gd name="connsiteY2" fmla="*/ 550334 h 889000"/>
              <a:gd name="connsiteX3" fmla="*/ 330200 w 1659466"/>
              <a:gd name="connsiteY3" fmla="*/ 516467 h 889000"/>
              <a:gd name="connsiteX4" fmla="*/ 448733 w 1659466"/>
              <a:gd name="connsiteY4" fmla="*/ 304800 h 889000"/>
              <a:gd name="connsiteX5" fmla="*/ 448733 w 1659466"/>
              <a:gd name="connsiteY5" fmla="*/ 194734 h 889000"/>
              <a:gd name="connsiteX6" fmla="*/ 508000 w 1659466"/>
              <a:gd name="connsiteY6" fmla="*/ 194734 h 889000"/>
              <a:gd name="connsiteX7" fmla="*/ 567266 w 1659466"/>
              <a:gd name="connsiteY7" fmla="*/ 237067 h 889000"/>
              <a:gd name="connsiteX8" fmla="*/ 592666 w 1659466"/>
              <a:gd name="connsiteY8" fmla="*/ 338667 h 889000"/>
              <a:gd name="connsiteX9" fmla="*/ 618066 w 1659466"/>
              <a:gd name="connsiteY9" fmla="*/ 389467 h 889000"/>
              <a:gd name="connsiteX10" fmla="*/ 626533 w 1659466"/>
              <a:gd name="connsiteY10" fmla="*/ 474134 h 889000"/>
              <a:gd name="connsiteX11" fmla="*/ 702733 w 1659466"/>
              <a:gd name="connsiteY11" fmla="*/ 440267 h 889000"/>
              <a:gd name="connsiteX12" fmla="*/ 787400 w 1659466"/>
              <a:gd name="connsiteY12" fmla="*/ 287867 h 889000"/>
              <a:gd name="connsiteX13" fmla="*/ 787400 w 1659466"/>
              <a:gd name="connsiteY13" fmla="*/ 228600 h 889000"/>
              <a:gd name="connsiteX14" fmla="*/ 872066 w 1659466"/>
              <a:gd name="connsiteY14" fmla="*/ 25400 h 889000"/>
              <a:gd name="connsiteX15" fmla="*/ 922866 w 1659466"/>
              <a:gd name="connsiteY15" fmla="*/ 0 h 889000"/>
              <a:gd name="connsiteX16" fmla="*/ 922866 w 1659466"/>
              <a:gd name="connsiteY16" fmla="*/ 25400 h 889000"/>
              <a:gd name="connsiteX17" fmla="*/ 1134533 w 1659466"/>
              <a:gd name="connsiteY17" fmla="*/ 135467 h 889000"/>
              <a:gd name="connsiteX18" fmla="*/ 1151466 w 1659466"/>
              <a:gd name="connsiteY18" fmla="*/ 220134 h 889000"/>
              <a:gd name="connsiteX19" fmla="*/ 1219200 w 1659466"/>
              <a:gd name="connsiteY19" fmla="*/ 287867 h 889000"/>
              <a:gd name="connsiteX20" fmla="*/ 1295400 w 1659466"/>
              <a:gd name="connsiteY20" fmla="*/ 296334 h 889000"/>
              <a:gd name="connsiteX21" fmla="*/ 1337733 w 1659466"/>
              <a:gd name="connsiteY21" fmla="*/ 355600 h 889000"/>
              <a:gd name="connsiteX22" fmla="*/ 1388533 w 1659466"/>
              <a:gd name="connsiteY22" fmla="*/ 338667 h 889000"/>
              <a:gd name="connsiteX23" fmla="*/ 1456266 w 1659466"/>
              <a:gd name="connsiteY23" fmla="*/ 474134 h 889000"/>
              <a:gd name="connsiteX24" fmla="*/ 1557866 w 1659466"/>
              <a:gd name="connsiteY24" fmla="*/ 609600 h 889000"/>
              <a:gd name="connsiteX25" fmla="*/ 1659466 w 1659466"/>
              <a:gd name="connsiteY25" fmla="*/ 762000 h 889000"/>
              <a:gd name="connsiteX26" fmla="*/ 1600200 w 1659466"/>
              <a:gd name="connsiteY26" fmla="*/ 812800 h 889000"/>
              <a:gd name="connsiteX27" fmla="*/ 1634066 w 1659466"/>
              <a:gd name="connsiteY27" fmla="*/ 889000 h 889000"/>
              <a:gd name="connsiteX28" fmla="*/ 0 w 1659466"/>
              <a:gd name="connsiteY28" fmla="*/ 872067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59466" h="889000">
                <a:moveTo>
                  <a:pt x="0" y="872067"/>
                </a:moveTo>
                <a:lnTo>
                  <a:pt x="279400" y="685800"/>
                </a:lnTo>
                <a:lnTo>
                  <a:pt x="321733" y="550334"/>
                </a:lnTo>
                <a:lnTo>
                  <a:pt x="330200" y="516467"/>
                </a:lnTo>
                <a:lnTo>
                  <a:pt x="448733" y="304800"/>
                </a:lnTo>
                <a:lnTo>
                  <a:pt x="448733" y="194734"/>
                </a:lnTo>
                <a:lnTo>
                  <a:pt x="508000" y="194734"/>
                </a:lnTo>
                <a:lnTo>
                  <a:pt x="567266" y="237067"/>
                </a:lnTo>
                <a:lnTo>
                  <a:pt x="592666" y="338667"/>
                </a:lnTo>
                <a:lnTo>
                  <a:pt x="618066" y="389467"/>
                </a:lnTo>
                <a:lnTo>
                  <a:pt x="626533" y="474134"/>
                </a:lnTo>
                <a:lnTo>
                  <a:pt x="702733" y="440267"/>
                </a:lnTo>
                <a:lnTo>
                  <a:pt x="787400" y="287867"/>
                </a:lnTo>
                <a:lnTo>
                  <a:pt x="787400" y="228600"/>
                </a:lnTo>
                <a:lnTo>
                  <a:pt x="872066" y="25400"/>
                </a:lnTo>
                <a:lnTo>
                  <a:pt x="922866" y="0"/>
                </a:lnTo>
                <a:lnTo>
                  <a:pt x="922866" y="25400"/>
                </a:lnTo>
                <a:lnTo>
                  <a:pt x="1134533" y="135467"/>
                </a:lnTo>
                <a:lnTo>
                  <a:pt x="1151466" y="220134"/>
                </a:lnTo>
                <a:lnTo>
                  <a:pt x="1219200" y="287867"/>
                </a:lnTo>
                <a:lnTo>
                  <a:pt x="1295400" y="296334"/>
                </a:lnTo>
                <a:lnTo>
                  <a:pt x="1337733" y="355600"/>
                </a:lnTo>
                <a:lnTo>
                  <a:pt x="1388533" y="338667"/>
                </a:lnTo>
                <a:lnTo>
                  <a:pt x="1456266" y="474134"/>
                </a:lnTo>
                <a:lnTo>
                  <a:pt x="1557866" y="609600"/>
                </a:lnTo>
                <a:lnTo>
                  <a:pt x="1659466" y="762000"/>
                </a:lnTo>
                <a:lnTo>
                  <a:pt x="1600200" y="812800"/>
                </a:lnTo>
                <a:lnTo>
                  <a:pt x="1634066" y="889000"/>
                </a:lnTo>
                <a:lnTo>
                  <a:pt x="0" y="87206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显规则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143001" y="2382973"/>
            <a:ext cx="1295400" cy="1712777"/>
          </a:xfrm>
          <a:custGeom>
            <a:avLst/>
            <a:gdLst>
              <a:gd name="connsiteX0" fmla="*/ 491067 w 2582333"/>
              <a:gd name="connsiteY0" fmla="*/ 0 h 3886200"/>
              <a:gd name="connsiteX1" fmla="*/ 321733 w 2582333"/>
              <a:gd name="connsiteY1" fmla="*/ 135467 h 3886200"/>
              <a:gd name="connsiteX2" fmla="*/ 186267 w 2582333"/>
              <a:gd name="connsiteY2" fmla="*/ 364067 h 3886200"/>
              <a:gd name="connsiteX3" fmla="*/ 118533 w 2582333"/>
              <a:gd name="connsiteY3" fmla="*/ 558800 h 3886200"/>
              <a:gd name="connsiteX4" fmla="*/ 0 w 2582333"/>
              <a:gd name="connsiteY4" fmla="*/ 685800 h 3886200"/>
              <a:gd name="connsiteX5" fmla="*/ 16933 w 2582333"/>
              <a:gd name="connsiteY5" fmla="*/ 922867 h 3886200"/>
              <a:gd name="connsiteX6" fmla="*/ 33867 w 2582333"/>
              <a:gd name="connsiteY6" fmla="*/ 1176867 h 3886200"/>
              <a:gd name="connsiteX7" fmla="*/ 169333 w 2582333"/>
              <a:gd name="connsiteY7" fmla="*/ 1261534 h 3886200"/>
              <a:gd name="connsiteX8" fmla="*/ 211667 w 2582333"/>
              <a:gd name="connsiteY8" fmla="*/ 1312334 h 3886200"/>
              <a:gd name="connsiteX9" fmla="*/ 160867 w 2582333"/>
              <a:gd name="connsiteY9" fmla="*/ 1769534 h 3886200"/>
              <a:gd name="connsiteX10" fmla="*/ 211667 w 2582333"/>
              <a:gd name="connsiteY10" fmla="*/ 1837267 h 3886200"/>
              <a:gd name="connsiteX11" fmla="*/ 203200 w 2582333"/>
              <a:gd name="connsiteY11" fmla="*/ 2125134 h 3886200"/>
              <a:gd name="connsiteX12" fmla="*/ 237067 w 2582333"/>
              <a:gd name="connsiteY12" fmla="*/ 2226734 h 3886200"/>
              <a:gd name="connsiteX13" fmla="*/ 381000 w 2582333"/>
              <a:gd name="connsiteY13" fmla="*/ 2260600 h 3886200"/>
              <a:gd name="connsiteX14" fmla="*/ 491067 w 2582333"/>
              <a:gd name="connsiteY14" fmla="*/ 2531534 h 3886200"/>
              <a:gd name="connsiteX15" fmla="*/ 584200 w 2582333"/>
              <a:gd name="connsiteY15" fmla="*/ 2616200 h 3886200"/>
              <a:gd name="connsiteX16" fmla="*/ 618067 w 2582333"/>
              <a:gd name="connsiteY16" fmla="*/ 2810934 h 3886200"/>
              <a:gd name="connsiteX17" fmla="*/ 745067 w 2582333"/>
              <a:gd name="connsiteY17" fmla="*/ 3005667 h 3886200"/>
              <a:gd name="connsiteX18" fmla="*/ 787400 w 2582333"/>
              <a:gd name="connsiteY18" fmla="*/ 3327400 h 3886200"/>
              <a:gd name="connsiteX19" fmla="*/ 838200 w 2582333"/>
              <a:gd name="connsiteY19" fmla="*/ 3429000 h 3886200"/>
              <a:gd name="connsiteX20" fmla="*/ 1049867 w 2582333"/>
              <a:gd name="connsiteY20" fmla="*/ 3733800 h 3886200"/>
              <a:gd name="connsiteX21" fmla="*/ 1151467 w 2582333"/>
              <a:gd name="connsiteY21" fmla="*/ 3759200 h 3886200"/>
              <a:gd name="connsiteX22" fmla="*/ 1244600 w 2582333"/>
              <a:gd name="connsiteY22" fmla="*/ 3801534 h 3886200"/>
              <a:gd name="connsiteX23" fmla="*/ 1295400 w 2582333"/>
              <a:gd name="connsiteY23" fmla="*/ 3776134 h 3886200"/>
              <a:gd name="connsiteX24" fmla="*/ 1380067 w 2582333"/>
              <a:gd name="connsiteY24" fmla="*/ 3852334 h 3886200"/>
              <a:gd name="connsiteX25" fmla="*/ 1515533 w 2582333"/>
              <a:gd name="connsiteY25" fmla="*/ 3776134 h 3886200"/>
              <a:gd name="connsiteX26" fmla="*/ 1600200 w 2582333"/>
              <a:gd name="connsiteY26" fmla="*/ 3886200 h 3886200"/>
              <a:gd name="connsiteX27" fmla="*/ 1642533 w 2582333"/>
              <a:gd name="connsiteY27" fmla="*/ 3733800 h 3886200"/>
              <a:gd name="connsiteX28" fmla="*/ 1752600 w 2582333"/>
              <a:gd name="connsiteY28" fmla="*/ 3649134 h 3886200"/>
              <a:gd name="connsiteX29" fmla="*/ 1845733 w 2582333"/>
              <a:gd name="connsiteY29" fmla="*/ 3657600 h 3886200"/>
              <a:gd name="connsiteX30" fmla="*/ 1989667 w 2582333"/>
              <a:gd name="connsiteY30" fmla="*/ 3352800 h 3886200"/>
              <a:gd name="connsiteX31" fmla="*/ 2006600 w 2582333"/>
              <a:gd name="connsiteY31" fmla="*/ 2997200 h 3886200"/>
              <a:gd name="connsiteX32" fmla="*/ 2074333 w 2582333"/>
              <a:gd name="connsiteY32" fmla="*/ 2480734 h 3886200"/>
              <a:gd name="connsiteX33" fmla="*/ 2150533 w 2582333"/>
              <a:gd name="connsiteY33" fmla="*/ 2387600 h 3886200"/>
              <a:gd name="connsiteX34" fmla="*/ 2269067 w 2582333"/>
              <a:gd name="connsiteY34" fmla="*/ 2413000 h 3886200"/>
              <a:gd name="connsiteX35" fmla="*/ 2345267 w 2582333"/>
              <a:gd name="connsiteY35" fmla="*/ 2506134 h 3886200"/>
              <a:gd name="connsiteX36" fmla="*/ 2472267 w 2582333"/>
              <a:gd name="connsiteY36" fmla="*/ 2379134 h 3886200"/>
              <a:gd name="connsiteX37" fmla="*/ 2573867 w 2582333"/>
              <a:gd name="connsiteY37" fmla="*/ 2192867 h 3886200"/>
              <a:gd name="connsiteX38" fmla="*/ 2582333 w 2582333"/>
              <a:gd name="connsiteY38" fmla="*/ 1507067 h 3886200"/>
              <a:gd name="connsiteX39" fmla="*/ 2582333 w 2582333"/>
              <a:gd name="connsiteY39" fmla="*/ 1159934 h 3886200"/>
              <a:gd name="connsiteX40" fmla="*/ 2463800 w 2582333"/>
              <a:gd name="connsiteY40" fmla="*/ 965200 h 3886200"/>
              <a:gd name="connsiteX41" fmla="*/ 2455333 w 2582333"/>
              <a:gd name="connsiteY41" fmla="*/ 787400 h 3886200"/>
              <a:gd name="connsiteX42" fmla="*/ 2379133 w 2582333"/>
              <a:gd name="connsiteY42" fmla="*/ 609600 h 3886200"/>
              <a:gd name="connsiteX43" fmla="*/ 2311400 w 2582333"/>
              <a:gd name="connsiteY43" fmla="*/ 406400 h 3886200"/>
              <a:gd name="connsiteX44" fmla="*/ 2294467 w 2582333"/>
              <a:gd name="connsiteY44" fmla="*/ 254000 h 3886200"/>
              <a:gd name="connsiteX45" fmla="*/ 2269067 w 2582333"/>
              <a:gd name="connsiteY45" fmla="*/ 135467 h 3886200"/>
              <a:gd name="connsiteX46" fmla="*/ 2116667 w 2582333"/>
              <a:gd name="connsiteY46" fmla="*/ 25400 h 3886200"/>
              <a:gd name="connsiteX47" fmla="*/ 491067 w 2582333"/>
              <a:gd name="connsiteY47" fmla="*/ 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582333" h="3886200">
                <a:moveTo>
                  <a:pt x="491067" y="0"/>
                </a:moveTo>
                <a:lnTo>
                  <a:pt x="321733" y="135467"/>
                </a:lnTo>
                <a:lnTo>
                  <a:pt x="186267" y="364067"/>
                </a:lnTo>
                <a:lnTo>
                  <a:pt x="118533" y="558800"/>
                </a:lnTo>
                <a:lnTo>
                  <a:pt x="0" y="685800"/>
                </a:lnTo>
                <a:lnTo>
                  <a:pt x="16933" y="922867"/>
                </a:lnTo>
                <a:lnTo>
                  <a:pt x="33867" y="1176867"/>
                </a:lnTo>
                <a:lnTo>
                  <a:pt x="169333" y="1261534"/>
                </a:lnTo>
                <a:lnTo>
                  <a:pt x="211667" y="1312334"/>
                </a:lnTo>
                <a:lnTo>
                  <a:pt x="160867" y="1769534"/>
                </a:lnTo>
                <a:lnTo>
                  <a:pt x="211667" y="1837267"/>
                </a:lnTo>
                <a:lnTo>
                  <a:pt x="203200" y="2125134"/>
                </a:lnTo>
                <a:lnTo>
                  <a:pt x="237067" y="2226734"/>
                </a:lnTo>
                <a:lnTo>
                  <a:pt x="381000" y="2260600"/>
                </a:lnTo>
                <a:lnTo>
                  <a:pt x="491067" y="2531534"/>
                </a:lnTo>
                <a:lnTo>
                  <a:pt x="584200" y="2616200"/>
                </a:lnTo>
                <a:lnTo>
                  <a:pt x="618067" y="2810934"/>
                </a:lnTo>
                <a:lnTo>
                  <a:pt x="745067" y="3005667"/>
                </a:lnTo>
                <a:lnTo>
                  <a:pt x="787400" y="3327400"/>
                </a:lnTo>
                <a:lnTo>
                  <a:pt x="838200" y="3429000"/>
                </a:lnTo>
                <a:lnTo>
                  <a:pt x="1049867" y="3733800"/>
                </a:lnTo>
                <a:lnTo>
                  <a:pt x="1151467" y="3759200"/>
                </a:lnTo>
                <a:lnTo>
                  <a:pt x="1244600" y="3801534"/>
                </a:lnTo>
                <a:lnTo>
                  <a:pt x="1295400" y="3776134"/>
                </a:lnTo>
                <a:lnTo>
                  <a:pt x="1380067" y="3852334"/>
                </a:lnTo>
                <a:lnTo>
                  <a:pt x="1515533" y="3776134"/>
                </a:lnTo>
                <a:lnTo>
                  <a:pt x="1600200" y="3886200"/>
                </a:lnTo>
                <a:lnTo>
                  <a:pt x="1642533" y="3733800"/>
                </a:lnTo>
                <a:lnTo>
                  <a:pt x="1752600" y="3649134"/>
                </a:lnTo>
                <a:lnTo>
                  <a:pt x="1845733" y="3657600"/>
                </a:lnTo>
                <a:lnTo>
                  <a:pt x="1989667" y="3352800"/>
                </a:lnTo>
                <a:lnTo>
                  <a:pt x="2006600" y="2997200"/>
                </a:lnTo>
                <a:lnTo>
                  <a:pt x="2074333" y="2480734"/>
                </a:lnTo>
                <a:lnTo>
                  <a:pt x="2150533" y="2387600"/>
                </a:lnTo>
                <a:lnTo>
                  <a:pt x="2269067" y="2413000"/>
                </a:lnTo>
                <a:lnTo>
                  <a:pt x="2345267" y="2506134"/>
                </a:lnTo>
                <a:lnTo>
                  <a:pt x="2472267" y="2379134"/>
                </a:lnTo>
                <a:lnTo>
                  <a:pt x="2573867" y="2192867"/>
                </a:lnTo>
                <a:lnTo>
                  <a:pt x="2582333" y="1507067"/>
                </a:lnTo>
                <a:lnTo>
                  <a:pt x="2582333" y="1159934"/>
                </a:lnTo>
                <a:lnTo>
                  <a:pt x="2463800" y="965200"/>
                </a:lnTo>
                <a:lnTo>
                  <a:pt x="2455333" y="787400"/>
                </a:lnTo>
                <a:lnTo>
                  <a:pt x="2379133" y="609600"/>
                </a:lnTo>
                <a:lnTo>
                  <a:pt x="2311400" y="406400"/>
                </a:lnTo>
                <a:lnTo>
                  <a:pt x="2294467" y="254000"/>
                </a:lnTo>
                <a:lnTo>
                  <a:pt x="2269067" y="135467"/>
                </a:lnTo>
                <a:lnTo>
                  <a:pt x="2116667" y="25400"/>
                </a:lnTo>
                <a:lnTo>
                  <a:pt x="491067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潜规则</a:t>
            </a:r>
            <a:endParaRPr lang="en-US" dirty="0"/>
          </a:p>
        </p:txBody>
      </p:sp>
      <p:sp>
        <p:nvSpPr>
          <p:cNvPr id="31" name="Freeform 30"/>
          <p:cNvSpPr/>
          <p:nvPr/>
        </p:nvSpPr>
        <p:spPr>
          <a:xfrm>
            <a:off x="6974599" y="3522599"/>
            <a:ext cx="757402" cy="573151"/>
          </a:xfrm>
          <a:custGeom>
            <a:avLst/>
            <a:gdLst/>
            <a:ahLst/>
            <a:cxnLst/>
            <a:rect l="l" t="t" r="r" b="b"/>
            <a:pathLst>
              <a:path w="757402" h="573151">
                <a:moveTo>
                  <a:pt x="0" y="0"/>
                </a:moveTo>
                <a:lnTo>
                  <a:pt x="757402" y="0"/>
                </a:lnTo>
                <a:lnTo>
                  <a:pt x="730334" y="181339"/>
                </a:lnTo>
                <a:lnTo>
                  <a:pt x="721840" y="338064"/>
                </a:lnTo>
                <a:lnTo>
                  <a:pt x="649637" y="472400"/>
                </a:lnTo>
                <a:lnTo>
                  <a:pt x="602917" y="468668"/>
                </a:lnTo>
                <a:lnTo>
                  <a:pt x="547703" y="505983"/>
                </a:lnTo>
                <a:lnTo>
                  <a:pt x="526468" y="573151"/>
                </a:lnTo>
                <a:lnTo>
                  <a:pt x="483995" y="524641"/>
                </a:lnTo>
                <a:lnTo>
                  <a:pt x="416040" y="558225"/>
                </a:lnTo>
                <a:lnTo>
                  <a:pt x="373568" y="524641"/>
                </a:lnTo>
                <a:lnTo>
                  <a:pt x="348085" y="535836"/>
                </a:lnTo>
                <a:lnTo>
                  <a:pt x="301365" y="517178"/>
                </a:lnTo>
                <a:lnTo>
                  <a:pt x="250399" y="505983"/>
                </a:lnTo>
                <a:lnTo>
                  <a:pt x="144218" y="371648"/>
                </a:lnTo>
                <a:lnTo>
                  <a:pt x="118735" y="326870"/>
                </a:lnTo>
                <a:lnTo>
                  <a:pt x="97499" y="185071"/>
                </a:lnTo>
                <a:lnTo>
                  <a:pt x="33791" y="99246"/>
                </a:lnTo>
                <a:lnTo>
                  <a:pt x="16802" y="1342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潜规则</a:t>
            </a:r>
            <a:endParaRPr lang="en-US" sz="1400" dirty="0"/>
          </a:p>
        </p:txBody>
      </p:sp>
      <p:sp>
        <p:nvSpPr>
          <p:cNvPr id="33" name="Freeform 32"/>
          <p:cNvSpPr/>
          <p:nvPr/>
        </p:nvSpPr>
        <p:spPr>
          <a:xfrm>
            <a:off x="6705600" y="1882649"/>
            <a:ext cx="1295400" cy="1639950"/>
          </a:xfrm>
          <a:custGeom>
            <a:avLst/>
            <a:gdLst/>
            <a:ahLst/>
            <a:cxnLst/>
            <a:rect l="l" t="t" r="r" b="b"/>
            <a:pathLst>
              <a:path w="1295400" h="1639950">
                <a:moveTo>
                  <a:pt x="694419" y="0"/>
                </a:moveTo>
                <a:lnTo>
                  <a:pt x="694419" y="14707"/>
                </a:lnTo>
                <a:lnTo>
                  <a:pt x="800600" y="78435"/>
                </a:lnTo>
                <a:lnTo>
                  <a:pt x="809094" y="127457"/>
                </a:lnTo>
                <a:lnTo>
                  <a:pt x="843072" y="166675"/>
                </a:lnTo>
                <a:lnTo>
                  <a:pt x="881297" y="171577"/>
                </a:lnTo>
                <a:lnTo>
                  <a:pt x="902533" y="205892"/>
                </a:lnTo>
                <a:lnTo>
                  <a:pt x="928016" y="196088"/>
                </a:lnTo>
                <a:lnTo>
                  <a:pt x="961994" y="274523"/>
                </a:lnTo>
                <a:lnTo>
                  <a:pt x="1012961" y="352958"/>
                </a:lnTo>
                <a:lnTo>
                  <a:pt x="1063927" y="441197"/>
                </a:lnTo>
                <a:lnTo>
                  <a:pt x="1034197" y="470610"/>
                </a:lnTo>
                <a:lnTo>
                  <a:pt x="1044483" y="497325"/>
                </a:lnTo>
                <a:lnTo>
                  <a:pt x="1061804" y="497563"/>
                </a:lnTo>
                <a:lnTo>
                  <a:pt x="1138254" y="546073"/>
                </a:lnTo>
                <a:lnTo>
                  <a:pt x="1150995" y="598314"/>
                </a:lnTo>
                <a:lnTo>
                  <a:pt x="1159490" y="665482"/>
                </a:lnTo>
                <a:lnTo>
                  <a:pt x="1193467" y="755039"/>
                </a:lnTo>
                <a:lnTo>
                  <a:pt x="1231692" y="833401"/>
                </a:lnTo>
                <a:lnTo>
                  <a:pt x="1235939" y="911764"/>
                </a:lnTo>
                <a:lnTo>
                  <a:pt x="1295400" y="997589"/>
                </a:lnTo>
                <a:lnTo>
                  <a:pt x="1295400" y="1150582"/>
                </a:lnTo>
                <a:lnTo>
                  <a:pt x="1291153" y="1452837"/>
                </a:lnTo>
                <a:lnTo>
                  <a:pt x="1240187" y="1534931"/>
                </a:lnTo>
                <a:lnTo>
                  <a:pt x="1176479" y="1590904"/>
                </a:lnTo>
                <a:lnTo>
                  <a:pt x="1138254" y="1549857"/>
                </a:lnTo>
                <a:lnTo>
                  <a:pt x="1078792" y="1538663"/>
                </a:lnTo>
                <a:lnTo>
                  <a:pt x="1040567" y="1579710"/>
                </a:lnTo>
                <a:lnTo>
                  <a:pt x="1031575" y="1639950"/>
                </a:lnTo>
                <a:lnTo>
                  <a:pt x="293164" y="1639950"/>
                </a:lnTo>
                <a:lnTo>
                  <a:pt x="293058" y="1639414"/>
                </a:lnTo>
                <a:lnTo>
                  <a:pt x="246339" y="1602099"/>
                </a:lnTo>
                <a:lnTo>
                  <a:pt x="191125" y="1482689"/>
                </a:lnTo>
                <a:lnTo>
                  <a:pt x="118922" y="1467764"/>
                </a:lnTo>
                <a:lnTo>
                  <a:pt x="101933" y="1422985"/>
                </a:lnTo>
                <a:lnTo>
                  <a:pt x="106181" y="1296113"/>
                </a:lnTo>
                <a:lnTo>
                  <a:pt x="80697" y="1266260"/>
                </a:lnTo>
                <a:lnTo>
                  <a:pt x="106181" y="1064757"/>
                </a:lnTo>
                <a:lnTo>
                  <a:pt x="84944" y="1042368"/>
                </a:lnTo>
                <a:lnTo>
                  <a:pt x="16989" y="1005052"/>
                </a:lnTo>
                <a:lnTo>
                  <a:pt x="8494" y="893106"/>
                </a:lnTo>
                <a:lnTo>
                  <a:pt x="0" y="788623"/>
                </a:lnTo>
                <a:lnTo>
                  <a:pt x="59461" y="732650"/>
                </a:lnTo>
                <a:lnTo>
                  <a:pt x="93439" y="646824"/>
                </a:lnTo>
                <a:lnTo>
                  <a:pt x="161394" y="546073"/>
                </a:lnTo>
                <a:lnTo>
                  <a:pt x="246339" y="486368"/>
                </a:lnTo>
                <a:lnTo>
                  <a:pt x="255428" y="486493"/>
                </a:lnTo>
                <a:lnTo>
                  <a:pt x="371631" y="397077"/>
                </a:lnTo>
                <a:lnTo>
                  <a:pt x="392867" y="318643"/>
                </a:lnTo>
                <a:lnTo>
                  <a:pt x="397115" y="299034"/>
                </a:lnTo>
                <a:lnTo>
                  <a:pt x="456575" y="176479"/>
                </a:lnTo>
                <a:lnTo>
                  <a:pt x="456575" y="112751"/>
                </a:lnTo>
                <a:lnTo>
                  <a:pt x="486306" y="112751"/>
                </a:lnTo>
                <a:lnTo>
                  <a:pt x="516036" y="137261"/>
                </a:lnTo>
                <a:lnTo>
                  <a:pt x="528778" y="196088"/>
                </a:lnTo>
                <a:lnTo>
                  <a:pt x="541520" y="225501"/>
                </a:lnTo>
                <a:lnTo>
                  <a:pt x="545767" y="274523"/>
                </a:lnTo>
                <a:lnTo>
                  <a:pt x="583992" y="254914"/>
                </a:lnTo>
                <a:lnTo>
                  <a:pt x="626464" y="166675"/>
                </a:lnTo>
                <a:lnTo>
                  <a:pt x="626464" y="132359"/>
                </a:lnTo>
                <a:lnTo>
                  <a:pt x="668936" y="1470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显规则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Striped Right Arrow 9"/>
          <p:cNvSpPr/>
          <p:nvPr/>
        </p:nvSpPr>
        <p:spPr>
          <a:xfrm>
            <a:off x="3352800" y="3114633"/>
            <a:ext cx="2514600" cy="484632"/>
          </a:xfrm>
          <a:prstGeom prst="stripedRightArrow">
            <a:avLst>
              <a:gd name="adj1" fmla="val 50000"/>
              <a:gd name="adj2" fmla="val 3253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67100" y="3738086"/>
            <a:ext cx="2247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90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后不是想触犯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这些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潜规则，是因为他们根本不知道还有这些规则需要遵守。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6600" y="1809750"/>
            <a:ext cx="26289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B0F0"/>
                </a:solidFill>
              </a:rPr>
              <a:t>基本的着装和礼仪</a:t>
            </a:r>
            <a:endParaRPr lang="en-US" altLang="zh-CN" sz="1600" dirty="0" smtClean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F0"/>
                </a:solidFill>
              </a:rPr>
              <a:t>工</a:t>
            </a:r>
            <a:r>
              <a:rPr lang="zh-CN" altLang="en-US" sz="1600" dirty="0" smtClean="0">
                <a:solidFill>
                  <a:srgbClr val="00B0F0"/>
                </a:solidFill>
              </a:rPr>
              <a:t>作和生活是两回事</a:t>
            </a:r>
            <a:endParaRPr lang="en-US" altLang="zh-CN" sz="1600" dirty="0" smtClean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F0"/>
                </a:solidFill>
              </a:rPr>
              <a:t>情</a:t>
            </a:r>
            <a:r>
              <a:rPr lang="zh-CN" altLang="en-US" sz="1600" dirty="0" smtClean="0">
                <a:solidFill>
                  <a:srgbClr val="00B0F0"/>
                </a:solidFill>
              </a:rPr>
              <a:t>绪不仅仅关系到自己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33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让</a:t>
            </a:r>
            <a:r>
              <a:rPr lang="en-US" altLang="zh-CN" dirty="0" smtClean="0"/>
              <a:t>90</a:t>
            </a:r>
            <a:r>
              <a:rPr lang="zh-CN" altLang="en-US" dirty="0" smtClean="0"/>
              <a:t>后一次只做好一件事</a:t>
            </a:r>
            <a:endParaRPr lang="en-US" dirty="0"/>
          </a:p>
        </p:txBody>
      </p:sp>
      <p:sp>
        <p:nvSpPr>
          <p:cNvPr id="2" name="Isosceles Triangle 1"/>
          <p:cNvSpPr/>
          <p:nvPr/>
        </p:nvSpPr>
        <p:spPr>
          <a:xfrm>
            <a:off x="1487014" y="2251414"/>
            <a:ext cx="1549441" cy="13357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缺乏耐心</a:t>
            </a:r>
            <a:endParaRPr lang="en-US" dirty="0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605366" y="1800564"/>
            <a:ext cx="1656368" cy="142790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2296997" y="1800564"/>
            <a:ext cx="1656368" cy="142790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487014" y="3587139"/>
            <a:ext cx="1549441" cy="1556361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90</a:t>
            </a:r>
            <a:r>
              <a:rPr lang="zh-CN" altLang="en-US" sz="4000" dirty="0" smtClean="0"/>
              <a:t>后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833661" y="203835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快速学习能力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15580" y="203835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多任务处理能力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62400" y="2724150"/>
            <a:ext cx="4343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工作分解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将复杂的任务进行分解，分阶段完成，逐步增加难度，这样有新鲜感，能保持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90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后的工作激情，又能让他们获得成就感。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33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不</a:t>
            </a:r>
            <a:r>
              <a:rPr lang="zh-CN" altLang="en-US" dirty="0"/>
              <a:t>要把金钱当成唯一的奖励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7634" y="2048530"/>
            <a:ext cx="373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让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员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工有一定的自主权，可以直接和其他部门平等对话。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43400" y="1702250"/>
            <a:ext cx="3738033" cy="338554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奖励部分权力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7634" y="2680726"/>
            <a:ext cx="3733800" cy="338554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</a:rPr>
              <a:t>奖励弹性工作时间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43401" y="3019280"/>
            <a:ext cx="373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团队业绩超额完成，可以提前下班等奖励。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7634" y="3677563"/>
            <a:ext cx="3733800" cy="338554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</a:rPr>
              <a:t>奖励带薪休假时间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43401" y="4016117"/>
            <a:ext cx="373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每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月奖励优秀员工一天的带薪休假等。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0" name="组合 3076"/>
          <p:cNvGrpSpPr>
            <a:grpSpLocks/>
          </p:cNvGrpSpPr>
          <p:nvPr/>
        </p:nvGrpSpPr>
        <p:grpSpPr bwMode="auto">
          <a:xfrm>
            <a:off x="533400" y="1960870"/>
            <a:ext cx="2298565" cy="3182629"/>
            <a:chOff x="3113088" y="928688"/>
            <a:chExt cx="3811588" cy="5275262"/>
          </a:xfrm>
          <a:solidFill>
            <a:srgbClr val="00B0F0"/>
          </a:solidFill>
        </p:grpSpPr>
        <p:sp>
          <p:nvSpPr>
            <p:cNvPr id="12" name="Freeform 2704"/>
            <p:cNvSpPr>
              <a:spLocks noEditPoints="1"/>
            </p:cNvSpPr>
            <p:nvPr/>
          </p:nvSpPr>
          <p:spPr bwMode="auto">
            <a:xfrm>
              <a:off x="3113088" y="928688"/>
              <a:ext cx="3811588" cy="5275262"/>
            </a:xfrm>
            <a:custGeom>
              <a:avLst/>
              <a:gdLst>
                <a:gd name="T0" fmla="*/ 0 w 2401"/>
                <a:gd name="T1" fmla="*/ 338 h 3323"/>
                <a:gd name="T2" fmla="*/ 2344 w 2401"/>
                <a:gd name="T3" fmla="*/ 14 h 3323"/>
                <a:gd name="T4" fmla="*/ 2147 w 2401"/>
                <a:gd name="T5" fmla="*/ 204 h 3323"/>
                <a:gd name="T6" fmla="*/ 2105 w 2401"/>
                <a:gd name="T7" fmla="*/ 190 h 3323"/>
                <a:gd name="T8" fmla="*/ 2119 w 2401"/>
                <a:gd name="T9" fmla="*/ 387 h 3323"/>
                <a:gd name="T10" fmla="*/ 2027 w 2401"/>
                <a:gd name="T11" fmla="*/ 697 h 3323"/>
                <a:gd name="T12" fmla="*/ 1943 w 2401"/>
                <a:gd name="T13" fmla="*/ 979 h 3323"/>
                <a:gd name="T14" fmla="*/ 1753 w 2401"/>
                <a:gd name="T15" fmla="*/ 1211 h 3323"/>
                <a:gd name="T16" fmla="*/ 1718 w 2401"/>
                <a:gd name="T17" fmla="*/ 1443 h 3323"/>
                <a:gd name="T18" fmla="*/ 1563 w 2401"/>
                <a:gd name="T19" fmla="*/ 1584 h 3323"/>
                <a:gd name="T20" fmla="*/ 1457 w 2401"/>
                <a:gd name="T21" fmla="*/ 1528 h 3323"/>
                <a:gd name="T22" fmla="*/ 1485 w 2401"/>
                <a:gd name="T23" fmla="*/ 1401 h 3323"/>
                <a:gd name="T24" fmla="*/ 1492 w 2401"/>
                <a:gd name="T25" fmla="*/ 1274 h 3323"/>
                <a:gd name="T26" fmla="*/ 1464 w 2401"/>
                <a:gd name="T27" fmla="*/ 1133 h 3323"/>
                <a:gd name="T28" fmla="*/ 1429 w 2401"/>
                <a:gd name="T29" fmla="*/ 1063 h 3323"/>
                <a:gd name="T30" fmla="*/ 1352 w 2401"/>
                <a:gd name="T31" fmla="*/ 986 h 3323"/>
                <a:gd name="T32" fmla="*/ 1267 w 2401"/>
                <a:gd name="T33" fmla="*/ 943 h 3323"/>
                <a:gd name="T34" fmla="*/ 1112 w 2401"/>
                <a:gd name="T35" fmla="*/ 965 h 3323"/>
                <a:gd name="T36" fmla="*/ 1014 w 2401"/>
                <a:gd name="T37" fmla="*/ 1077 h 3323"/>
                <a:gd name="T38" fmla="*/ 978 w 2401"/>
                <a:gd name="T39" fmla="*/ 1239 h 3323"/>
                <a:gd name="T40" fmla="*/ 1049 w 2401"/>
                <a:gd name="T41" fmla="*/ 1471 h 3323"/>
                <a:gd name="T42" fmla="*/ 1063 w 2401"/>
                <a:gd name="T43" fmla="*/ 1577 h 3323"/>
                <a:gd name="T44" fmla="*/ 985 w 2401"/>
                <a:gd name="T45" fmla="*/ 1542 h 3323"/>
                <a:gd name="T46" fmla="*/ 852 w 2401"/>
                <a:gd name="T47" fmla="*/ 1493 h 3323"/>
                <a:gd name="T48" fmla="*/ 739 w 2401"/>
                <a:gd name="T49" fmla="*/ 1288 h 3323"/>
                <a:gd name="T50" fmla="*/ 676 w 2401"/>
                <a:gd name="T51" fmla="*/ 1169 h 3323"/>
                <a:gd name="T52" fmla="*/ 598 w 2401"/>
                <a:gd name="T53" fmla="*/ 1119 h 3323"/>
                <a:gd name="T54" fmla="*/ 514 w 2401"/>
                <a:gd name="T55" fmla="*/ 1007 h 3323"/>
                <a:gd name="T56" fmla="*/ 260 w 2401"/>
                <a:gd name="T57" fmla="*/ 577 h 3323"/>
                <a:gd name="T58" fmla="*/ 281 w 2401"/>
                <a:gd name="T59" fmla="*/ 521 h 3323"/>
                <a:gd name="T60" fmla="*/ 260 w 2401"/>
                <a:gd name="T61" fmla="*/ 380 h 3323"/>
                <a:gd name="T62" fmla="*/ 148 w 2401"/>
                <a:gd name="T63" fmla="*/ 380 h 3323"/>
                <a:gd name="T64" fmla="*/ 35 w 2401"/>
                <a:gd name="T65" fmla="*/ 183 h 3323"/>
                <a:gd name="T66" fmla="*/ 7 w 2401"/>
                <a:gd name="T67" fmla="*/ 338 h 3323"/>
                <a:gd name="T68" fmla="*/ 126 w 2401"/>
                <a:gd name="T69" fmla="*/ 584 h 3323"/>
                <a:gd name="T70" fmla="*/ 211 w 2401"/>
                <a:gd name="T71" fmla="*/ 810 h 3323"/>
                <a:gd name="T72" fmla="*/ 394 w 2401"/>
                <a:gd name="T73" fmla="*/ 1183 h 3323"/>
                <a:gd name="T74" fmla="*/ 514 w 2401"/>
                <a:gd name="T75" fmla="*/ 1436 h 3323"/>
                <a:gd name="T76" fmla="*/ 591 w 2401"/>
                <a:gd name="T77" fmla="*/ 1626 h 3323"/>
                <a:gd name="T78" fmla="*/ 711 w 2401"/>
                <a:gd name="T79" fmla="*/ 1816 h 3323"/>
                <a:gd name="T80" fmla="*/ 992 w 2401"/>
                <a:gd name="T81" fmla="*/ 2760 h 3323"/>
                <a:gd name="T82" fmla="*/ 894 w 2401"/>
                <a:gd name="T83" fmla="*/ 3006 h 3323"/>
                <a:gd name="T84" fmla="*/ 852 w 2401"/>
                <a:gd name="T85" fmla="*/ 3323 h 3323"/>
                <a:gd name="T86" fmla="*/ 1887 w 2401"/>
                <a:gd name="T87" fmla="*/ 2936 h 3323"/>
                <a:gd name="T88" fmla="*/ 1823 w 2401"/>
                <a:gd name="T89" fmla="*/ 2767 h 3323"/>
                <a:gd name="T90" fmla="*/ 1866 w 2401"/>
                <a:gd name="T91" fmla="*/ 2288 h 3323"/>
                <a:gd name="T92" fmla="*/ 1887 w 2401"/>
                <a:gd name="T93" fmla="*/ 1739 h 3323"/>
                <a:gd name="T94" fmla="*/ 1999 w 2401"/>
                <a:gd name="T95" fmla="*/ 1443 h 3323"/>
                <a:gd name="T96" fmla="*/ 2105 w 2401"/>
                <a:gd name="T97" fmla="*/ 1317 h 3323"/>
                <a:gd name="T98" fmla="*/ 2105 w 2401"/>
                <a:gd name="T99" fmla="*/ 1084 h 3323"/>
                <a:gd name="T100" fmla="*/ 2189 w 2401"/>
                <a:gd name="T101" fmla="*/ 831 h 3323"/>
                <a:gd name="T102" fmla="*/ 2253 w 2401"/>
                <a:gd name="T103" fmla="*/ 436 h 3323"/>
                <a:gd name="T104" fmla="*/ 2351 w 2401"/>
                <a:gd name="T105" fmla="*/ 155 h 3323"/>
                <a:gd name="T106" fmla="*/ 2387 w 2401"/>
                <a:gd name="T107" fmla="*/ 7 h 332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401"/>
                <a:gd name="T163" fmla="*/ 0 h 3323"/>
                <a:gd name="T164" fmla="*/ 2401 w 2401"/>
                <a:gd name="T165" fmla="*/ 3323 h 332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401" h="3323">
                  <a:moveTo>
                    <a:pt x="0" y="338"/>
                  </a:moveTo>
                  <a:lnTo>
                    <a:pt x="0" y="331"/>
                  </a:lnTo>
                  <a:lnTo>
                    <a:pt x="0" y="338"/>
                  </a:lnTo>
                  <a:close/>
                  <a:moveTo>
                    <a:pt x="2380" y="14"/>
                  </a:moveTo>
                  <a:lnTo>
                    <a:pt x="2380" y="14"/>
                  </a:lnTo>
                  <a:lnTo>
                    <a:pt x="2372" y="0"/>
                  </a:lnTo>
                  <a:lnTo>
                    <a:pt x="2358" y="0"/>
                  </a:lnTo>
                  <a:lnTo>
                    <a:pt x="2344" y="14"/>
                  </a:lnTo>
                  <a:lnTo>
                    <a:pt x="2295" y="120"/>
                  </a:lnTo>
                  <a:lnTo>
                    <a:pt x="2253" y="183"/>
                  </a:lnTo>
                  <a:lnTo>
                    <a:pt x="2168" y="268"/>
                  </a:lnTo>
                  <a:lnTo>
                    <a:pt x="2154" y="239"/>
                  </a:lnTo>
                  <a:lnTo>
                    <a:pt x="2147" y="204"/>
                  </a:lnTo>
                  <a:lnTo>
                    <a:pt x="2133" y="190"/>
                  </a:lnTo>
                  <a:lnTo>
                    <a:pt x="2126" y="183"/>
                  </a:lnTo>
                  <a:lnTo>
                    <a:pt x="2112" y="183"/>
                  </a:lnTo>
                  <a:lnTo>
                    <a:pt x="2105" y="190"/>
                  </a:lnTo>
                  <a:lnTo>
                    <a:pt x="2098" y="211"/>
                  </a:lnTo>
                  <a:lnTo>
                    <a:pt x="2098" y="218"/>
                  </a:lnTo>
                  <a:lnTo>
                    <a:pt x="2098" y="289"/>
                  </a:lnTo>
                  <a:lnTo>
                    <a:pt x="2098" y="331"/>
                  </a:lnTo>
                  <a:lnTo>
                    <a:pt x="2119" y="387"/>
                  </a:lnTo>
                  <a:lnTo>
                    <a:pt x="2126" y="422"/>
                  </a:lnTo>
                  <a:lnTo>
                    <a:pt x="2105" y="479"/>
                  </a:lnTo>
                  <a:lnTo>
                    <a:pt x="2049" y="648"/>
                  </a:lnTo>
                  <a:lnTo>
                    <a:pt x="2027" y="697"/>
                  </a:lnTo>
                  <a:lnTo>
                    <a:pt x="2006" y="746"/>
                  </a:lnTo>
                  <a:lnTo>
                    <a:pt x="1971" y="845"/>
                  </a:lnTo>
                  <a:lnTo>
                    <a:pt x="1950" y="943"/>
                  </a:lnTo>
                  <a:lnTo>
                    <a:pt x="1943" y="979"/>
                  </a:lnTo>
                  <a:lnTo>
                    <a:pt x="1936" y="1007"/>
                  </a:lnTo>
                  <a:lnTo>
                    <a:pt x="1929" y="1021"/>
                  </a:lnTo>
                  <a:lnTo>
                    <a:pt x="1880" y="1077"/>
                  </a:lnTo>
                  <a:lnTo>
                    <a:pt x="1873" y="1077"/>
                  </a:lnTo>
                  <a:lnTo>
                    <a:pt x="1753" y="1211"/>
                  </a:lnTo>
                  <a:lnTo>
                    <a:pt x="1767" y="1239"/>
                  </a:lnTo>
                  <a:lnTo>
                    <a:pt x="1690" y="1338"/>
                  </a:lnTo>
                  <a:lnTo>
                    <a:pt x="1682" y="1373"/>
                  </a:lnTo>
                  <a:lnTo>
                    <a:pt x="1711" y="1401"/>
                  </a:lnTo>
                  <a:lnTo>
                    <a:pt x="1718" y="1443"/>
                  </a:lnTo>
                  <a:lnTo>
                    <a:pt x="1647" y="1471"/>
                  </a:lnTo>
                  <a:lnTo>
                    <a:pt x="1633" y="1500"/>
                  </a:lnTo>
                  <a:lnTo>
                    <a:pt x="1563" y="1507"/>
                  </a:lnTo>
                  <a:lnTo>
                    <a:pt x="1556" y="1528"/>
                  </a:lnTo>
                  <a:lnTo>
                    <a:pt x="1563" y="1584"/>
                  </a:lnTo>
                  <a:lnTo>
                    <a:pt x="1556" y="1584"/>
                  </a:lnTo>
                  <a:lnTo>
                    <a:pt x="1513" y="1563"/>
                  </a:lnTo>
                  <a:lnTo>
                    <a:pt x="1485" y="1570"/>
                  </a:lnTo>
                  <a:lnTo>
                    <a:pt x="1471" y="1535"/>
                  </a:lnTo>
                  <a:lnTo>
                    <a:pt x="1457" y="1528"/>
                  </a:lnTo>
                  <a:lnTo>
                    <a:pt x="1464" y="1429"/>
                  </a:lnTo>
                  <a:lnTo>
                    <a:pt x="1471" y="1401"/>
                  </a:lnTo>
                  <a:lnTo>
                    <a:pt x="1478" y="1401"/>
                  </a:lnTo>
                  <a:lnTo>
                    <a:pt x="1485" y="1401"/>
                  </a:lnTo>
                  <a:lnTo>
                    <a:pt x="1492" y="1394"/>
                  </a:lnTo>
                  <a:lnTo>
                    <a:pt x="1499" y="1352"/>
                  </a:lnTo>
                  <a:lnTo>
                    <a:pt x="1499" y="1309"/>
                  </a:lnTo>
                  <a:lnTo>
                    <a:pt x="1492" y="1274"/>
                  </a:lnTo>
                  <a:lnTo>
                    <a:pt x="1478" y="1253"/>
                  </a:lnTo>
                  <a:lnTo>
                    <a:pt x="1485" y="1246"/>
                  </a:lnTo>
                  <a:lnTo>
                    <a:pt x="1499" y="1190"/>
                  </a:lnTo>
                  <a:lnTo>
                    <a:pt x="1492" y="1155"/>
                  </a:lnTo>
                  <a:lnTo>
                    <a:pt x="1464" y="1133"/>
                  </a:lnTo>
                  <a:lnTo>
                    <a:pt x="1464" y="1112"/>
                  </a:lnTo>
                  <a:lnTo>
                    <a:pt x="1478" y="1112"/>
                  </a:lnTo>
                  <a:lnTo>
                    <a:pt x="1478" y="1098"/>
                  </a:lnTo>
                  <a:lnTo>
                    <a:pt x="1457" y="1091"/>
                  </a:lnTo>
                  <a:lnTo>
                    <a:pt x="1429" y="1063"/>
                  </a:lnTo>
                  <a:lnTo>
                    <a:pt x="1429" y="1028"/>
                  </a:lnTo>
                  <a:lnTo>
                    <a:pt x="1408" y="1014"/>
                  </a:lnTo>
                  <a:lnTo>
                    <a:pt x="1373" y="1007"/>
                  </a:lnTo>
                  <a:lnTo>
                    <a:pt x="1352" y="1000"/>
                  </a:lnTo>
                  <a:lnTo>
                    <a:pt x="1352" y="986"/>
                  </a:lnTo>
                  <a:lnTo>
                    <a:pt x="1330" y="972"/>
                  </a:lnTo>
                  <a:lnTo>
                    <a:pt x="1309" y="986"/>
                  </a:lnTo>
                  <a:lnTo>
                    <a:pt x="1295" y="972"/>
                  </a:lnTo>
                  <a:lnTo>
                    <a:pt x="1274" y="972"/>
                  </a:lnTo>
                  <a:lnTo>
                    <a:pt x="1267" y="943"/>
                  </a:lnTo>
                  <a:lnTo>
                    <a:pt x="1246" y="943"/>
                  </a:lnTo>
                  <a:lnTo>
                    <a:pt x="1232" y="965"/>
                  </a:lnTo>
                  <a:lnTo>
                    <a:pt x="1211" y="957"/>
                  </a:lnTo>
                  <a:lnTo>
                    <a:pt x="1147" y="965"/>
                  </a:lnTo>
                  <a:lnTo>
                    <a:pt x="1112" y="965"/>
                  </a:lnTo>
                  <a:lnTo>
                    <a:pt x="1084" y="972"/>
                  </a:lnTo>
                  <a:lnTo>
                    <a:pt x="1091" y="1007"/>
                  </a:lnTo>
                  <a:lnTo>
                    <a:pt x="1056" y="1042"/>
                  </a:lnTo>
                  <a:lnTo>
                    <a:pt x="1056" y="1070"/>
                  </a:lnTo>
                  <a:lnTo>
                    <a:pt x="1014" y="1077"/>
                  </a:lnTo>
                  <a:lnTo>
                    <a:pt x="1000" y="1091"/>
                  </a:lnTo>
                  <a:lnTo>
                    <a:pt x="1014" y="1126"/>
                  </a:lnTo>
                  <a:lnTo>
                    <a:pt x="992" y="1162"/>
                  </a:lnTo>
                  <a:lnTo>
                    <a:pt x="992" y="1197"/>
                  </a:lnTo>
                  <a:lnTo>
                    <a:pt x="978" y="1239"/>
                  </a:lnTo>
                  <a:lnTo>
                    <a:pt x="985" y="1295"/>
                  </a:lnTo>
                  <a:lnTo>
                    <a:pt x="978" y="1345"/>
                  </a:lnTo>
                  <a:lnTo>
                    <a:pt x="1000" y="1394"/>
                  </a:lnTo>
                  <a:lnTo>
                    <a:pt x="1014" y="1443"/>
                  </a:lnTo>
                  <a:lnTo>
                    <a:pt x="1049" y="1471"/>
                  </a:lnTo>
                  <a:lnTo>
                    <a:pt x="1063" y="1514"/>
                  </a:lnTo>
                  <a:lnTo>
                    <a:pt x="1105" y="1570"/>
                  </a:lnTo>
                  <a:lnTo>
                    <a:pt x="1112" y="1605"/>
                  </a:lnTo>
                  <a:lnTo>
                    <a:pt x="1098" y="1591"/>
                  </a:lnTo>
                  <a:lnTo>
                    <a:pt x="1063" y="1577"/>
                  </a:lnTo>
                  <a:lnTo>
                    <a:pt x="1056" y="1598"/>
                  </a:lnTo>
                  <a:lnTo>
                    <a:pt x="1042" y="1605"/>
                  </a:lnTo>
                  <a:lnTo>
                    <a:pt x="1042" y="1591"/>
                  </a:lnTo>
                  <a:lnTo>
                    <a:pt x="1028" y="1556"/>
                  </a:lnTo>
                  <a:lnTo>
                    <a:pt x="985" y="1542"/>
                  </a:lnTo>
                  <a:lnTo>
                    <a:pt x="971" y="1549"/>
                  </a:lnTo>
                  <a:lnTo>
                    <a:pt x="957" y="1549"/>
                  </a:lnTo>
                  <a:lnTo>
                    <a:pt x="929" y="1528"/>
                  </a:lnTo>
                  <a:lnTo>
                    <a:pt x="901" y="1507"/>
                  </a:lnTo>
                  <a:lnTo>
                    <a:pt x="852" y="1493"/>
                  </a:lnTo>
                  <a:lnTo>
                    <a:pt x="838" y="1436"/>
                  </a:lnTo>
                  <a:lnTo>
                    <a:pt x="823" y="1415"/>
                  </a:lnTo>
                  <a:lnTo>
                    <a:pt x="781" y="1373"/>
                  </a:lnTo>
                  <a:lnTo>
                    <a:pt x="774" y="1345"/>
                  </a:lnTo>
                  <a:lnTo>
                    <a:pt x="739" y="1288"/>
                  </a:lnTo>
                  <a:lnTo>
                    <a:pt x="704" y="1246"/>
                  </a:lnTo>
                  <a:lnTo>
                    <a:pt x="718" y="1204"/>
                  </a:lnTo>
                  <a:lnTo>
                    <a:pt x="704" y="1190"/>
                  </a:lnTo>
                  <a:lnTo>
                    <a:pt x="683" y="1190"/>
                  </a:lnTo>
                  <a:lnTo>
                    <a:pt x="676" y="1169"/>
                  </a:lnTo>
                  <a:lnTo>
                    <a:pt x="655" y="1148"/>
                  </a:lnTo>
                  <a:lnTo>
                    <a:pt x="626" y="1133"/>
                  </a:lnTo>
                  <a:lnTo>
                    <a:pt x="612" y="1133"/>
                  </a:lnTo>
                  <a:lnTo>
                    <a:pt x="598" y="1119"/>
                  </a:lnTo>
                  <a:lnTo>
                    <a:pt x="577" y="1112"/>
                  </a:lnTo>
                  <a:lnTo>
                    <a:pt x="556" y="1098"/>
                  </a:lnTo>
                  <a:lnTo>
                    <a:pt x="535" y="1084"/>
                  </a:lnTo>
                  <a:lnTo>
                    <a:pt x="514" y="1007"/>
                  </a:lnTo>
                  <a:lnTo>
                    <a:pt x="486" y="957"/>
                  </a:lnTo>
                  <a:lnTo>
                    <a:pt x="457" y="908"/>
                  </a:lnTo>
                  <a:lnTo>
                    <a:pt x="429" y="859"/>
                  </a:lnTo>
                  <a:lnTo>
                    <a:pt x="338" y="739"/>
                  </a:lnTo>
                  <a:lnTo>
                    <a:pt x="260" y="577"/>
                  </a:lnTo>
                  <a:lnTo>
                    <a:pt x="260" y="556"/>
                  </a:lnTo>
                  <a:lnTo>
                    <a:pt x="267" y="556"/>
                  </a:lnTo>
                  <a:lnTo>
                    <a:pt x="274" y="542"/>
                  </a:lnTo>
                  <a:lnTo>
                    <a:pt x="281" y="521"/>
                  </a:lnTo>
                  <a:lnTo>
                    <a:pt x="274" y="486"/>
                  </a:lnTo>
                  <a:lnTo>
                    <a:pt x="267" y="436"/>
                  </a:lnTo>
                  <a:lnTo>
                    <a:pt x="267" y="394"/>
                  </a:lnTo>
                  <a:lnTo>
                    <a:pt x="260" y="380"/>
                  </a:lnTo>
                  <a:lnTo>
                    <a:pt x="246" y="380"/>
                  </a:lnTo>
                  <a:lnTo>
                    <a:pt x="232" y="394"/>
                  </a:lnTo>
                  <a:lnTo>
                    <a:pt x="225" y="429"/>
                  </a:lnTo>
                  <a:lnTo>
                    <a:pt x="190" y="422"/>
                  </a:lnTo>
                  <a:lnTo>
                    <a:pt x="148" y="380"/>
                  </a:lnTo>
                  <a:lnTo>
                    <a:pt x="105" y="345"/>
                  </a:lnTo>
                  <a:lnTo>
                    <a:pt x="77" y="338"/>
                  </a:lnTo>
                  <a:lnTo>
                    <a:pt x="49" y="275"/>
                  </a:lnTo>
                  <a:lnTo>
                    <a:pt x="49" y="197"/>
                  </a:lnTo>
                  <a:lnTo>
                    <a:pt x="35" y="183"/>
                  </a:lnTo>
                  <a:lnTo>
                    <a:pt x="21" y="190"/>
                  </a:lnTo>
                  <a:lnTo>
                    <a:pt x="0" y="204"/>
                  </a:lnTo>
                  <a:lnTo>
                    <a:pt x="0" y="331"/>
                  </a:lnTo>
                  <a:lnTo>
                    <a:pt x="7" y="338"/>
                  </a:lnTo>
                  <a:lnTo>
                    <a:pt x="28" y="373"/>
                  </a:lnTo>
                  <a:lnTo>
                    <a:pt x="84" y="479"/>
                  </a:lnTo>
                  <a:lnTo>
                    <a:pt x="112" y="528"/>
                  </a:lnTo>
                  <a:lnTo>
                    <a:pt x="126" y="584"/>
                  </a:lnTo>
                  <a:lnTo>
                    <a:pt x="148" y="641"/>
                  </a:lnTo>
                  <a:lnTo>
                    <a:pt x="169" y="669"/>
                  </a:lnTo>
                  <a:lnTo>
                    <a:pt x="211" y="810"/>
                  </a:lnTo>
                  <a:lnTo>
                    <a:pt x="253" y="922"/>
                  </a:lnTo>
                  <a:lnTo>
                    <a:pt x="302" y="1028"/>
                  </a:lnTo>
                  <a:lnTo>
                    <a:pt x="359" y="1133"/>
                  </a:lnTo>
                  <a:lnTo>
                    <a:pt x="366" y="1162"/>
                  </a:lnTo>
                  <a:lnTo>
                    <a:pt x="394" y="1183"/>
                  </a:lnTo>
                  <a:lnTo>
                    <a:pt x="443" y="1281"/>
                  </a:lnTo>
                  <a:lnTo>
                    <a:pt x="422" y="1288"/>
                  </a:lnTo>
                  <a:lnTo>
                    <a:pt x="429" y="1352"/>
                  </a:lnTo>
                  <a:lnTo>
                    <a:pt x="436" y="1380"/>
                  </a:lnTo>
                  <a:lnTo>
                    <a:pt x="514" y="1436"/>
                  </a:lnTo>
                  <a:lnTo>
                    <a:pt x="521" y="1457"/>
                  </a:lnTo>
                  <a:lnTo>
                    <a:pt x="535" y="1500"/>
                  </a:lnTo>
                  <a:lnTo>
                    <a:pt x="549" y="1549"/>
                  </a:lnTo>
                  <a:lnTo>
                    <a:pt x="591" y="1626"/>
                  </a:lnTo>
                  <a:lnTo>
                    <a:pt x="626" y="1690"/>
                  </a:lnTo>
                  <a:lnTo>
                    <a:pt x="647" y="1711"/>
                  </a:lnTo>
                  <a:lnTo>
                    <a:pt x="690" y="1795"/>
                  </a:lnTo>
                  <a:lnTo>
                    <a:pt x="711" y="1816"/>
                  </a:lnTo>
                  <a:lnTo>
                    <a:pt x="725" y="1838"/>
                  </a:lnTo>
                  <a:lnTo>
                    <a:pt x="732" y="1859"/>
                  </a:lnTo>
                  <a:lnTo>
                    <a:pt x="866" y="2316"/>
                  </a:lnTo>
                  <a:lnTo>
                    <a:pt x="992" y="2760"/>
                  </a:lnTo>
                  <a:lnTo>
                    <a:pt x="957" y="2894"/>
                  </a:lnTo>
                  <a:lnTo>
                    <a:pt x="936" y="2915"/>
                  </a:lnTo>
                  <a:lnTo>
                    <a:pt x="922" y="2943"/>
                  </a:lnTo>
                  <a:lnTo>
                    <a:pt x="894" y="3006"/>
                  </a:lnTo>
                  <a:lnTo>
                    <a:pt x="873" y="3077"/>
                  </a:lnTo>
                  <a:lnTo>
                    <a:pt x="859" y="3126"/>
                  </a:lnTo>
                  <a:lnTo>
                    <a:pt x="852" y="3182"/>
                  </a:lnTo>
                  <a:lnTo>
                    <a:pt x="852" y="3323"/>
                  </a:lnTo>
                  <a:lnTo>
                    <a:pt x="1957" y="3323"/>
                  </a:lnTo>
                  <a:lnTo>
                    <a:pt x="1908" y="2999"/>
                  </a:lnTo>
                  <a:lnTo>
                    <a:pt x="1894" y="2964"/>
                  </a:lnTo>
                  <a:lnTo>
                    <a:pt x="1887" y="2936"/>
                  </a:lnTo>
                  <a:lnTo>
                    <a:pt x="1866" y="2901"/>
                  </a:lnTo>
                  <a:lnTo>
                    <a:pt x="1844" y="2887"/>
                  </a:lnTo>
                  <a:lnTo>
                    <a:pt x="1837" y="2879"/>
                  </a:lnTo>
                  <a:lnTo>
                    <a:pt x="1837" y="2851"/>
                  </a:lnTo>
                  <a:lnTo>
                    <a:pt x="1823" y="2767"/>
                  </a:lnTo>
                  <a:lnTo>
                    <a:pt x="1795" y="2767"/>
                  </a:lnTo>
                  <a:lnTo>
                    <a:pt x="1830" y="2619"/>
                  </a:lnTo>
                  <a:lnTo>
                    <a:pt x="1851" y="2464"/>
                  </a:lnTo>
                  <a:lnTo>
                    <a:pt x="1866" y="2288"/>
                  </a:lnTo>
                  <a:lnTo>
                    <a:pt x="1873" y="2006"/>
                  </a:lnTo>
                  <a:lnTo>
                    <a:pt x="1866" y="1915"/>
                  </a:lnTo>
                  <a:lnTo>
                    <a:pt x="1880" y="1845"/>
                  </a:lnTo>
                  <a:lnTo>
                    <a:pt x="1873" y="1802"/>
                  </a:lnTo>
                  <a:lnTo>
                    <a:pt x="1887" y="1739"/>
                  </a:lnTo>
                  <a:lnTo>
                    <a:pt x="1922" y="1683"/>
                  </a:lnTo>
                  <a:lnTo>
                    <a:pt x="1950" y="1619"/>
                  </a:lnTo>
                  <a:lnTo>
                    <a:pt x="1985" y="1514"/>
                  </a:lnTo>
                  <a:lnTo>
                    <a:pt x="1999" y="1443"/>
                  </a:lnTo>
                  <a:lnTo>
                    <a:pt x="2006" y="1415"/>
                  </a:lnTo>
                  <a:lnTo>
                    <a:pt x="2035" y="1394"/>
                  </a:lnTo>
                  <a:lnTo>
                    <a:pt x="2042" y="1366"/>
                  </a:lnTo>
                  <a:lnTo>
                    <a:pt x="2105" y="1338"/>
                  </a:lnTo>
                  <a:lnTo>
                    <a:pt x="2105" y="1317"/>
                  </a:lnTo>
                  <a:lnTo>
                    <a:pt x="2091" y="1288"/>
                  </a:lnTo>
                  <a:lnTo>
                    <a:pt x="2084" y="1239"/>
                  </a:lnTo>
                  <a:lnTo>
                    <a:pt x="2063" y="1225"/>
                  </a:lnTo>
                  <a:lnTo>
                    <a:pt x="2091" y="1133"/>
                  </a:lnTo>
                  <a:lnTo>
                    <a:pt x="2105" y="1084"/>
                  </a:lnTo>
                  <a:lnTo>
                    <a:pt x="2126" y="1070"/>
                  </a:lnTo>
                  <a:lnTo>
                    <a:pt x="2133" y="1007"/>
                  </a:lnTo>
                  <a:lnTo>
                    <a:pt x="2161" y="929"/>
                  </a:lnTo>
                  <a:lnTo>
                    <a:pt x="2189" y="831"/>
                  </a:lnTo>
                  <a:lnTo>
                    <a:pt x="2211" y="704"/>
                  </a:lnTo>
                  <a:lnTo>
                    <a:pt x="2225" y="591"/>
                  </a:lnTo>
                  <a:lnTo>
                    <a:pt x="2232" y="486"/>
                  </a:lnTo>
                  <a:lnTo>
                    <a:pt x="2253" y="436"/>
                  </a:lnTo>
                  <a:lnTo>
                    <a:pt x="2260" y="394"/>
                  </a:lnTo>
                  <a:lnTo>
                    <a:pt x="2267" y="359"/>
                  </a:lnTo>
                  <a:lnTo>
                    <a:pt x="2281" y="331"/>
                  </a:lnTo>
                  <a:lnTo>
                    <a:pt x="2323" y="218"/>
                  </a:lnTo>
                  <a:lnTo>
                    <a:pt x="2351" y="155"/>
                  </a:lnTo>
                  <a:lnTo>
                    <a:pt x="2380" y="84"/>
                  </a:lnTo>
                  <a:lnTo>
                    <a:pt x="2401" y="28"/>
                  </a:lnTo>
                  <a:lnTo>
                    <a:pt x="2394" y="14"/>
                  </a:lnTo>
                  <a:lnTo>
                    <a:pt x="2387" y="7"/>
                  </a:lnTo>
                  <a:lnTo>
                    <a:pt x="238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14" name="Freeform 2705"/>
            <p:cNvSpPr>
              <a:spLocks/>
            </p:cNvSpPr>
            <p:nvPr/>
          </p:nvSpPr>
          <p:spPr bwMode="auto">
            <a:xfrm>
              <a:off x="4286250" y="3443288"/>
              <a:ext cx="1039813" cy="1676400"/>
            </a:xfrm>
            <a:custGeom>
              <a:avLst/>
              <a:gdLst>
                <a:gd name="T0" fmla="*/ 577 w 655"/>
                <a:gd name="T1" fmla="*/ 0 h 1056"/>
                <a:gd name="T2" fmla="*/ 655 w 655"/>
                <a:gd name="T3" fmla="*/ 49 h 1056"/>
                <a:gd name="T4" fmla="*/ 613 w 655"/>
                <a:gd name="T5" fmla="*/ 78 h 1056"/>
                <a:gd name="T6" fmla="*/ 620 w 655"/>
                <a:gd name="T7" fmla="*/ 106 h 1056"/>
                <a:gd name="T8" fmla="*/ 620 w 655"/>
                <a:gd name="T9" fmla="*/ 106 h 1056"/>
                <a:gd name="T10" fmla="*/ 634 w 655"/>
                <a:gd name="T11" fmla="*/ 120 h 1056"/>
                <a:gd name="T12" fmla="*/ 648 w 655"/>
                <a:gd name="T13" fmla="*/ 148 h 1056"/>
                <a:gd name="T14" fmla="*/ 655 w 655"/>
                <a:gd name="T15" fmla="*/ 169 h 1056"/>
                <a:gd name="T16" fmla="*/ 655 w 655"/>
                <a:gd name="T17" fmla="*/ 190 h 1056"/>
                <a:gd name="T18" fmla="*/ 641 w 655"/>
                <a:gd name="T19" fmla="*/ 218 h 1056"/>
                <a:gd name="T20" fmla="*/ 620 w 655"/>
                <a:gd name="T21" fmla="*/ 254 h 1056"/>
                <a:gd name="T22" fmla="*/ 606 w 655"/>
                <a:gd name="T23" fmla="*/ 422 h 1056"/>
                <a:gd name="T24" fmla="*/ 598 w 655"/>
                <a:gd name="T25" fmla="*/ 1007 h 1056"/>
                <a:gd name="T26" fmla="*/ 563 w 655"/>
                <a:gd name="T27" fmla="*/ 1056 h 1056"/>
                <a:gd name="T28" fmla="*/ 528 w 655"/>
                <a:gd name="T29" fmla="*/ 1021 h 1056"/>
                <a:gd name="T30" fmla="*/ 549 w 655"/>
                <a:gd name="T31" fmla="*/ 803 h 1056"/>
                <a:gd name="T32" fmla="*/ 556 w 655"/>
                <a:gd name="T33" fmla="*/ 591 h 1056"/>
                <a:gd name="T34" fmla="*/ 535 w 655"/>
                <a:gd name="T35" fmla="*/ 451 h 1056"/>
                <a:gd name="T36" fmla="*/ 472 w 655"/>
                <a:gd name="T37" fmla="*/ 613 h 1056"/>
                <a:gd name="T38" fmla="*/ 472 w 655"/>
                <a:gd name="T39" fmla="*/ 613 h 1056"/>
                <a:gd name="T40" fmla="*/ 465 w 655"/>
                <a:gd name="T41" fmla="*/ 627 h 1056"/>
                <a:gd name="T42" fmla="*/ 451 w 655"/>
                <a:gd name="T43" fmla="*/ 648 h 1056"/>
                <a:gd name="T44" fmla="*/ 429 w 655"/>
                <a:gd name="T45" fmla="*/ 669 h 1056"/>
                <a:gd name="T46" fmla="*/ 197 w 655"/>
                <a:gd name="T47" fmla="*/ 866 h 1056"/>
                <a:gd name="T48" fmla="*/ 0 w 655"/>
                <a:gd name="T49" fmla="*/ 831 h 1056"/>
                <a:gd name="T50" fmla="*/ 35 w 655"/>
                <a:gd name="T51" fmla="*/ 676 h 1056"/>
                <a:gd name="T52" fmla="*/ 359 w 655"/>
                <a:gd name="T53" fmla="*/ 451 h 1056"/>
                <a:gd name="T54" fmla="*/ 451 w 655"/>
                <a:gd name="T55" fmla="*/ 387 h 1056"/>
                <a:gd name="T56" fmla="*/ 451 w 655"/>
                <a:gd name="T57" fmla="*/ 324 h 1056"/>
                <a:gd name="T58" fmla="*/ 472 w 655"/>
                <a:gd name="T59" fmla="*/ 289 h 1056"/>
                <a:gd name="T60" fmla="*/ 472 w 655"/>
                <a:gd name="T61" fmla="*/ 211 h 1056"/>
                <a:gd name="T62" fmla="*/ 472 w 655"/>
                <a:gd name="T63" fmla="*/ 211 h 1056"/>
                <a:gd name="T64" fmla="*/ 493 w 655"/>
                <a:gd name="T65" fmla="*/ 169 h 1056"/>
                <a:gd name="T66" fmla="*/ 514 w 655"/>
                <a:gd name="T67" fmla="*/ 134 h 1056"/>
                <a:gd name="T68" fmla="*/ 528 w 655"/>
                <a:gd name="T69" fmla="*/ 120 h 1056"/>
                <a:gd name="T70" fmla="*/ 542 w 655"/>
                <a:gd name="T71" fmla="*/ 113 h 1056"/>
                <a:gd name="T72" fmla="*/ 549 w 655"/>
                <a:gd name="T73" fmla="*/ 92 h 1056"/>
                <a:gd name="T74" fmla="*/ 514 w 655"/>
                <a:gd name="T75" fmla="*/ 70 h 1056"/>
                <a:gd name="T76" fmla="*/ 563 w 655"/>
                <a:gd name="T77" fmla="*/ 14 h 1056"/>
                <a:gd name="T78" fmla="*/ 577 w 655"/>
                <a:gd name="T79" fmla="*/ 0 h 10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55"/>
                <a:gd name="T121" fmla="*/ 0 h 1056"/>
                <a:gd name="T122" fmla="*/ 655 w 655"/>
                <a:gd name="T123" fmla="*/ 1056 h 105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55" h="1056">
                  <a:moveTo>
                    <a:pt x="577" y="0"/>
                  </a:moveTo>
                  <a:lnTo>
                    <a:pt x="655" y="49"/>
                  </a:lnTo>
                  <a:lnTo>
                    <a:pt x="613" y="78"/>
                  </a:lnTo>
                  <a:lnTo>
                    <a:pt x="620" y="106"/>
                  </a:lnTo>
                  <a:lnTo>
                    <a:pt x="634" y="120"/>
                  </a:lnTo>
                  <a:lnTo>
                    <a:pt x="648" y="148"/>
                  </a:lnTo>
                  <a:lnTo>
                    <a:pt x="655" y="169"/>
                  </a:lnTo>
                  <a:lnTo>
                    <a:pt x="655" y="190"/>
                  </a:lnTo>
                  <a:lnTo>
                    <a:pt x="641" y="218"/>
                  </a:lnTo>
                  <a:lnTo>
                    <a:pt x="620" y="254"/>
                  </a:lnTo>
                  <a:lnTo>
                    <a:pt x="606" y="422"/>
                  </a:lnTo>
                  <a:lnTo>
                    <a:pt x="598" y="1007"/>
                  </a:lnTo>
                  <a:lnTo>
                    <a:pt x="563" y="1056"/>
                  </a:lnTo>
                  <a:lnTo>
                    <a:pt x="528" y="1021"/>
                  </a:lnTo>
                  <a:lnTo>
                    <a:pt x="549" y="803"/>
                  </a:lnTo>
                  <a:lnTo>
                    <a:pt x="556" y="591"/>
                  </a:lnTo>
                  <a:lnTo>
                    <a:pt x="535" y="451"/>
                  </a:lnTo>
                  <a:lnTo>
                    <a:pt x="472" y="613"/>
                  </a:lnTo>
                  <a:lnTo>
                    <a:pt x="465" y="627"/>
                  </a:lnTo>
                  <a:lnTo>
                    <a:pt x="451" y="648"/>
                  </a:lnTo>
                  <a:lnTo>
                    <a:pt x="429" y="669"/>
                  </a:lnTo>
                  <a:lnTo>
                    <a:pt x="197" y="866"/>
                  </a:lnTo>
                  <a:lnTo>
                    <a:pt x="0" y="831"/>
                  </a:lnTo>
                  <a:lnTo>
                    <a:pt x="35" y="676"/>
                  </a:lnTo>
                  <a:lnTo>
                    <a:pt x="359" y="451"/>
                  </a:lnTo>
                  <a:lnTo>
                    <a:pt x="451" y="387"/>
                  </a:lnTo>
                  <a:lnTo>
                    <a:pt x="451" y="324"/>
                  </a:lnTo>
                  <a:lnTo>
                    <a:pt x="472" y="289"/>
                  </a:lnTo>
                  <a:lnTo>
                    <a:pt x="472" y="211"/>
                  </a:lnTo>
                  <a:lnTo>
                    <a:pt x="493" y="169"/>
                  </a:lnTo>
                  <a:lnTo>
                    <a:pt x="514" y="134"/>
                  </a:lnTo>
                  <a:lnTo>
                    <a:pt x="528" y="120"/>
                  </a:lnTo>
                  <a:lnTo>
                    <a:pt x="542" y="113"/>
                  </a:lnTo>
                  <a:lnTo>
                    <a:pt x="549" y="92"/>
                  </a:lnTo>
                  <a:lnTo>
                    <a:pt x="514" y="70"/>
                  </a:lnTo>
                  <a:lnTo>
                    <a:pt x="563" y="14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33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-16196" y="230714"/>
            <a:ext cx="9160196" cy="667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16196" y="0"/>
            <a:ext cx="916019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76275" y="1843168"/>
            <a:ext cx="3911769" cy="1102519"/>
          </a:xfrm>
        </p:spPr>
        <p:txBody>
          <a:bodyPr>
            <a:normAutofit/>
          </a:bodyPr>
          <a:lstStyle/>
          <a:p>
            <a:r>
              <a:rPr lang="en-US" altLang="zh-CN" sz="6600" b="1" dirty="0" smtClean="0">
                <a:solidFill>
                  <a:srgbClr val="00B0F0"/>
                </a:solidFill>
              </a:rPr>
              <a:t>Thank you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6196" y="0"/>
            <a:ext cx="9160196" cy="77880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6196" y="4095200"/>
            <a:ext cx="9160196" cy="10482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1485917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ouseGenCol Printhouse" pitchFamily="50" charset="0"/>
              </a:rPr>
              <a:t>Gentle but Powerful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HouseGenCol Printhouse" pitchFamily="50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838200" y="2945687"/>
            <a:ext cx="35814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" y="3032067"/>
            <a:ext cx="3962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用</a:t>
            </a:r>
            <a:r>
              <a:rPr lang="en-US" altLang="zh-CN" sz="2600" b="1" dirty="0" smtClean="0">
                <a:solidFill>
                  <a:srgbClr val="00B0F0"/>
                </a:solidFill>
                <a:latin typeface="Algerian" panose="04020705040A02060702" pitchFamily="82" charset="0"/>
              </a:rPr>
              <a:t>90</a:t>
            </a:r>
            <a:r>
              <a:rPr lang="zh-CN" altLang="en-US" sz="2600" b="1" dirty="0" smtClean="0">
                <a:solidFill>
                  <a:srgbClr val="00B0F0"/>
                </a:solidFill>
              </a:rPr>
              <a:t>后</a:t>
            </a:r>
            <a:r>
              <a:rPr lang="zh-CN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的思维管理</a:t>
            </a:r>
            <a:r>
              <a:rPr lang="en-US" altLang="zh-CN" sz="2600" b="1" dirty="0">
                <a:solidFill>
                  <a:srgbClr val="00B0F0"/>
                </a:solidFill>
                <a:latin typeface="Algerian" panose="04020705040A02060702" pitchFamily="82" charset="0"/>
              </a:rPr>
              <a:t>90</a:t>
            </a:r>
            <a:r>
              <a:rPr lang="zh-CN" altLang="en-US" sz="2600" b="1" dirty="0" smtClean="0">
                <a:solidFill>
                  <a:srgbClr val="00B0F0"/>
                </a:solidFill>
              </a:rPr>
              <a:t>后</a:t>
            </a:r>
            <a:endParaRPr lang="en-US" sz="2600" b="1" dirty="0">
              <a:solidFill>
                <a:srgbClr val="00B0F0"/>
              </a:solidFill>
            </a:endParaRPr>
          </a:p>
        </p:txBody>
      </p:sp>
      <p:grpSp>
        <p:nvGrpSpPr>
          <p:cNvPr id="31" name="组合 3071"/>
          <p:cNvGrpSpPr>
            <a:grpSpLocks/>
          </p:cNvGrpSpPr>
          <p:nvPr/>
        </p:nvGrpSpPr>
        <p:grpSpPr bwMode="auto">
          <a:xfrm>
            <a:off x="5029200" y="1039147"/>
            <a:ext cx="3276600" cy="3065206"/>
            <a:chOff x="1218252" y="714356"/>
            <a:chExt cx="5149847" cy="5006131"/>
          </a:xfrm>
          <a:solidFill>
            <a:schemeClr val="accent1"/>
          </a:solidFill>
        </p:grpSpPr>
        <p:sp>
          <p:nvSpPr>
            <p:cNvPr id="32" name="Freeform 2096"/>
            <p:cNvSpPr>
              <a:spLocks/>
            </p:cNvSpPr>
            <p:nvPr/>
          </p:nvSpPr>
          <p:spPr bwMode="auto">
            <a:xfrm>
              <a:off x="3056628" y="2947953"/>
              <a:ext cx="401209" cy="365280"/>
            </a:xfrm>
            <a:custGeom>
              <a:avLst/>
              <a:gdLst>
                <a:gd name="T0" fmla="*/ 124 w 134"/>
                <a:gd name="T1" fmla="*/ 0 h 122"/>
                <a:gd name="T2" fmla="*/ 124 w 134"/>
                <a:gd name="T3" fmla="*/ 0 h 122"/>
                <a:gd name="T4" fmla="*/ 106 w 134"/>
                <a:gd name="T5" fmla="*/ 0 h 122"/>
                <a:gd name="T6" fmla="*/ 90 w 134"/>
                <a:gd name="T7" fmla="*/ 2 h 122"/>
                <a:gd name="T8" fmla="*/ 74 w 134"/>
                <a:gd name="T9" fmla="*/ 8 h 122"/>
                <a:gd name="T10" fmla="*/ 60 w 134"/>
                <a:gd name="T11" fmla="*/ 16 h 122"/>
                <a:gd name="T12" fmla="*/ 60 w 134"/>
                <a:gd name="T13" fmla="*/ 16 h 122"/>
                <a:gd name="T14" fmla="*/ 52 w 134"/>
                <a:gd name="T15" fmla="*/ 22 h 122"/>
                <a:gd name="T16" fmla="*/ 42 w 134"/>
                <a:gd name="T17" fmla="*/ 26 h 122"/>
                <a:gd name="T18" fmla="*/ 22 w 134"/>
                <a:gd name="T19" fmla="*/ 36 h 122"/>
                <a:gd name="T20" fmla="*/ 12 w 134"/>
                <a:gd name="T21" fmla="*/ 42 h 122"/>
                <a:gd name="T22" fmla="*/ 4 w 134"/>
                <a:gd name="T23" fmla="*/ 48 h 122"/>
                <a:gd name="T24" fmla="*/ 0 w 134"/>
                <a:gd name="T25" fmla="*/ 58 h 122"/>
                <a:gd name="T26" fmla="*/ 0 w 134"/>
                <a:gd name="T27" fmla="*/ 68 h 122"/>
                <a:gd name="T28" fmla="*/ 0 w 134"/>
                <a:gd name="T29" fmla="*/ 68 h 122"/>
                <a:gd name="T30" fmla="*/ 4 w 134"/>
                <a:gd name="T31" fmla="*/ 80 h 122"/>
                <a:gd name="T32" fmla="*/ 10 w 134"/>
                <a:gd name="T33" fmla="*/ 94 h 122"/>
                <a:gd name="T34" fmla="*/ 18 w 134"/>
                <a:gd name="T35" fmla="*/ 110 h 122"/>
                <a:gd name="T36" fmla="*/ 26 w 134"/>
                <a:gd name="T37" fmla="*/ 118 h 122"/>
                <a:gd name="T38" fmla="*/ 26 w 134"/>
                <a:gd name="T39" fmla="*/ 118 h 122"/>
                <a:gd name="T40" fmla="*/ 30 w 134"/>
                <a:gd name="T41" fmla="*/ 122 h 122"/>
                <a:gd name="T42" fmla="*/ 36 w 134"/>
                <a:gd name="T43" fmla="*/ 122 h 122"/>
                <a:gd name="T44" fmla="*/ 40 w 134"/>
                <a:gd name="T45" fmla="*/ 122 h 122"/>
                <a:gd name="T46" fmla="*/ 44 w 134"/>
                <a:gd name="T47" fmla="*/ 120 h 122"/>
                <a:gd name="T48" fmla="*/ 52 w 134"/>
                <a:gd name="T49" fmla="*/ 114 h 122"/>
                <a:gd name="T50" fmla="*/ 60 w 134"/>
                <a:gd name="T51" fmla="*/ 104 h 122"/>
                <a:gd name="T52" fmla="*/ 72 w 134"/>
                <a:gd name="T53" fmla="*/ 84 h 122"/>
                <a:gd name="T54" fmla="*/ 78 w 134"/>
                <a:gd name="T55" fmla="*/ 76 h 122"/>
                <a:gd name="T56" fmla="*/ 84 w 134"/>
                <a:gd name="T57" fmla="*/ 70 h 122"/>
                <a:gd name="T58" fmla="*/ 84 w 134"/>
                <a:gd name="T59" fmla="*/ 70 h 122"/>
                <a:gd name="T60" fmla="*/ 90 w 134"/>
                <a:gd name="T61" fmla="*/ 66 h 122"/>
                <a:gd name="T62" fmla="*/ 96 w 134"/>
                <a:gd name="T63" fmla="*/ 64 h 122"/>
                <a:gd name="T64" fmla="*/ 110 w 134"/>
                <a:gd name="T65" fmla="*/ 60 h 122"/>
                <a:gd name="T66" fmla="*/ 124 w 134"/>
                <a:gd name="T67" fmla="*/ 54 h 122"/>
                <a:gd name="T68" fmla="*/ 128 w 134"/>
                <a:gd name="T69" fmla="*/ 50 h 122"/>
                <a:gd name="T70" fmla="*/ 132 w 134"/>
                <a:gd name="T71" fmla="*/ 46 h 122"/>
                <a:gd name="T72" fmla="*/ 132 w 134"/>
                <a:gd name="T73" fmla="*/ 46 h 122"/>
                <a:gd name="T74" fmla="*/ 134 w 134"/>
                <a:gd name="T75" fmla="*/ 40 h 122"/>
                <a:gd name="T76" fmla="*/ 134 w 134"/>
                <a:gd name="T77" fmla="*/ 36 h 122"/>
                <a:gd name="T78" fmla="*/ 130 w 134"/>
                <a:gd name="T79" fmla="*/ 28 h 122"/>
                <a:gd name="T80" fmla="*/ 126 w 134"/>
                <a:gd name="T81" fmla="*/ 20 h 122"/>
                <a:gd name="T82" fmla="*/ 124 w 134"/>
                <a:gd name="T83" fmla="*/ 14 h 122"/>
                <a:gd name="T84" fmla="*/ 126 w 134"/>
                <a:gd name="T85" fmla="*/ 10 h 122"/>
                <a:gd name="T86" fmla="*/ 124 w 134"/>
                <a:gd name="T87" fmla="*/ 0 h 1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22"/>
                <a:gd name="T134" fmla="*/ 134 w 134"/>
                <a:gd name="T135" fmla="*/ 122 h 12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22">
                  <a:moveTo>
                    <a:pt x="124" y="0"/>
                  </a:moveTo>
                  <a:lnTo>
                    <a:pt x="124" y="0"/>
                  </a:lnTo>
                  <a:lnTo>
                    <a:pt x="106" y="0"/>
                  </a:lnTo>
                  <a:lnTo>
                    <a:pt x="90" y="2"/>
                  </a:lnTo>
                  <a:lnTo>
                    <a:pt x="74" y="8"/>
                  </a:lnTo>
                  <a:lnTo>
                    <a:pt x="60" y="16"/>
                  </a:lnTo>
                  <a:lnTo>
                    <a:pt x="52" y="22"/>
                  </a:lnTo>
                  <a:lnTo>
                    <a:pt x="42" y="26"/>
                  </a:lnTo>
                  <a:lnTo>
                    <a:pt x="22" y="36"/>
                  </a:lnTo>
                  <a:lnTo>
                    <a:pt x="12" y="42"/>
                  </a:lnTo>
                  <a:lnTo>
                    <a:pt x="4" y="48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4" y="80"/>
                  </a:lnTo>
                  <a:lnTo>
                    <a:pt x="10" y="94"/>
                  </a:lnTo>
                  <a:lnTo>
                    <a:pt x="18" y="110"/>
                  </a:lnTo>
                  <a:lnTo>
                    <a:pt x="26" y="118"/>
                  </a:lnTo>
                  <a:lnTo>
                    <a:pt x="30" y="122"/>
                  </a:lnTo>
                  <a:lnTo>
                    <a:pt x="36" y="122"/>
                  </a:lnTo>
                  <a:lnTo>
                    <a:pt x="40" y="122"/>
                  </a:lnTo>
                  <a:lnTo>
                    <a:pt x="44" y="120"/>
                  </a:lnTo>
                  <a:lnTo>
                    <a:pt x="52" y="114"/>
                  </a:lnTo>
                  <a:lnTo>
                    <a:pt x="60" y="104"/>
                  </a:lnTo>
                  <a:lnTo>
                    <a:pt x="72" y="84"/>
                  </a:lnTo>
                  <a:lnTo>
                    <a:pt x="78" y="76"/>
                  </a:lnTo>
                  <a:lnTo>
                    <a:pt x="84" y="70"/>
                  </a:lnTo>
                  <a:lnTo>
                    <a:pt x="90" y="66"/>
                  </a:lnTo>
                  <a:lnTo>
                    <a:pt x="96" y="64"/>
                  </a:lnTo>
                  <a:lnTo>
                    <a:pt x="110" y="60"/>
                  </a:lnTo>
                  <a:lnTo>
                    <a:pt x="124" y="54"/>
                  </a:lnTo>
                  <a:lnTo>
                    <a:pt x="128" y="50"/>
                  </a:lnTo>
                  <a:lnTo>
                    <a:pt x="132" y="46"/>
                  </a:lnTo>
                  <a:lnTo>
                    <a:pt x="134" y="40"/>
                  </a:lnTo>
                  <a:lnTo>
                    <a:pt x="134" y="36"/>
                  </a:lnTo>
                  <a:lnTo>
                    <a:pt x="130" y="28"/>
                  </a:lnTo>
                  <a:lnTo>
                    <a:pt x="126" y="20"/>
                  </a:lnTo>
                  <a:lnTo>
                    <a:pt x="124" y="14"/>
                  </a:lnTo>
                  <a:lnTo>
                    <a:pt x="126" y="10"/>
                  </a:lnTo>
                  <a:lnTo>
                    <a:pt x="1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3" name="Freeform 2097"/>
            <p:cNvSpPr>
              <a:spLocks/>
            </p:cNvSpPr>
            <p:nvPr/>
          </p:nvSpPr>
          <p:spPr bwMode="auto">
            <a:xfrm>
              <a:off x="3164415" y="2780283"/>
              <a:ext cx="1568907" cy="2437195"/>
            </a:xfrm>
            <a:custGeom>
              <a:avLst/>
              <a:gdLst>
                <a:gd name="T0" fmla="*/ 98 w 524"/>
                <a:gd name="T1" fmla="*/ 76 h 814"/>
                <a:gd name="T2" fmla="*/ 86 w 524"/>
                <a:gd name="T3" fmla="*/ 72 h 814"/>
                <a:gd name="T4" fmla="*/ 66 w 524"/>
                <a:gd name="T5" fmla="*/ 74 h 814"/>
                <a:gd name="T6" fmla="*/ 42 w 524"/>
                <a:gd name="T7" fmla="*/ 86 h 814"/>
                <a:gd name="T8" fmla="*/ 0 w 524"/>
                <a:gd name="T9" fmla="*/ 140 h 814"/>
                <a:gd name="T10" fmla="*/ 34 w 524"/>
                <a:gd name="T11" fmla="*/ 446 h 814"/>
                <a:gd name="T12" fmla="*/ 62 w 524"/>
                <a:gd name="T13" fmla="*/ 734 h 814"/>
                <a:gd name="T14" fmla="*/ 64 w 524"/>
                <a:gd name="T15" fmla="*/ 766 h 814"/>
                <a:gd name="T16" fmla="*/ 66 w 524"/>
                <a:gd name="T17" fmla="*/ 774 h 814"/>
                <a:gd name="T18" fmla="*/ 88 w 524"/>
                <a:gd name="T19" fmla="*/ 790 h 814"/>
                <a:gd name="T20" fmla="*/ 136 w 524"/>
                <a:gd name="T21" fmla="*/ 808 h 814"/>
                <a:gd name="T22" fmla="*/ 158 w 524"/>
                <a:gd name="T23" fmla="*/ 814 h 814"/>
                <a:gd name="T24" fmla="*/ 200 w 524"/>
                <a:gd name="T25" fmla="*/ 800 h 814"/>
                <a:gd name="T26" fmla="*/ 390 w 524"/>
                <a:gd name="T27" fmla="*/ 730 h 814"/>
                <a:gd name="T28" fmla="*/ 388 w 524"/>
                <a:gd name="T29" fmla="*/ 720 h 814"/>
                <a:gd name="T30" fmla="*/ 390 w 524"/>
                <a:gd name="T31" fmla="*/ 702 h 814"/>
                <a:gd name="T32" fmla="*/ 392 w 524"/>
                <a:gd name="T33" fmla="*/ 698 h 814"/>
                <a:gd name="T34" fmla="*/ 392 w 524"/>
                <a:gd name="T35" fmla="*/ 680 h 814"/>
                <a:gd name="T36" fmla="*/ 390 w 524"/>
                <a:gd name="T37" fmla="*/ 648 h 814"/>
                <a:gd name="T38" fmla="*/ 392 w 524"/>
                <a:gd name="T39" fmla="*/ 636 h 814"/>
                <a:gd name="T40" fmla="*/ 416 w 524"/>
                <a:gd name="T41" fmla="*/ 572 h 814"/>
                <a:gd name="T42" fmla="*/ 440 w 524"/>
                <a:gd name="T43" fmla="*/ 504 h 814"/>
                <a:gd name="T44" fmla="*/ 442 w 524"/>
                <a:gd name="T45" fmla="*/ 488 h 814"/>
                <a:gd name="T46" fmla="*/ 466 w 524"/>
                <a:gd name="T47" fmla="*/ 358 h 814"/>
                <a:gd name="T48" fmla="*/ 492 w 524"/>
                <a:gd name="T49" fmla="*/ 238 h 814"/>
                <a:gd name="T50" fmla="*/ 510 w 524"/>
                <a:gd name="T51" fmla="*/ 178 h 814"/>
                <a:gd name="T52" fmla="*/ 524 w 524"/>
                <a:gd name="T53" fmla="*/ 126 h 814"/>
                <a:gd name="T54" fmla="*/ 522 w 524"/>
                <a:gd name="T55" fmla="*/ 118 h 814"/>
                <a:gd name="T56" fmla="*/ 508 w 524"/>
                <a:gd name="T57" fmla="*/ 78 h 814"/>
                <a:gd name="T58" fmla="*/ 504 w 524"/>
                <a:gd name="T59" fmla="*/ 70 h 814"/>
                <a:gd name="T60" fmla="*/ 484 w 524"/>
                <a:gd name="T61" fmla="*/ 48 h 814"/>
                <a:gd name="T62" fmla="*/ 454 w 524"/>
                <a:gd name="T63" fmla="*/ 28 h 814"/>
                <a:gd name="T64" fmla="*/ 422 w 524"/>
                <a:gd name="T65" fmla="*/ 14 h 814"/>
                <a:gd name="T66" fmla="*/ 392 w 524"/>
                <a:gd name="T67" fmla="*/ 4 h 814"/>
                <a:gd name="T68" fmla="*/ 384 w 524"/>
                <a:gd name="T69" fmla="*/ 4 h 814"/>
                <a:gd name="T70" fmla="*/ 368 w 524"/>
                <a:gd name="T71" fmla="*/ 0 h 814"/>
                <a:gd name="T72" fmla="*/ 360 w 524"/>
                <a:gd name="T73" fmla="*/ 2 h 814"/>
                <a:gd name="T74" fmla="*/ 322 w 524"/>
                <a:gd name="T75" fmla="*/ 6 h 814"/>
                <a:gd name="T76" fmla="*/ 276 w 524"/>
                <a:gd name="T77" fmla="*/ 14 h 814"/>
                <a:gd name="T78" fmla="*/ 232 w 524"/>
                <a:gd name="T79" fmla="*/ 30 h 814"/>
                <a:gd name="T80" fmla="*/ 198 w 524"/>
                <a:gd name="T81" fmla="*/ 44 h 814"/>
                <a:gd name="T82" fmla="*/ 98 w 524"/>
                <a:gd name="T83" fmla="*/ 76 h 8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24"/>
                <a:gd name="T127" fmla="*/ 0 h 814"/>
                <a:gd name="T128" fmla="*/ 524 w 524"/>
                <a:gd name="T129" fmla="*/ 814 h 8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24" h="814">
                  <a:moveTo>
                    <a:pt x="98" y="76"/>
                  </a:moveTo>
                  <a:lnTo>
                    <a:pt x="98" y="76"/>
                  </a:lnTo>
                  <a:lnTo>
                    <a:pt x="92" y="74"/>
                  </a:lnTo>
                  <a:lnTo>
                    <a:pt x="86" y="72"/>
                  </a:lnTo>
                  <a:lnTo>
                    <a:pt x="76" y="72"/>
                  </a:lnTo>
                  <a:lnTo>
                    <a:pt x="66" y="74"/>
                  </a:lnTo>
                  <a:lnTo>
                    <a:pt x="54" y="78"/>
                  </a:lnTo>
                  <a:lnTo>
                    <a:pt x="42" y="86"/>
                  </a:lnTo>
                  <a:lnTo>
                    <a:pt x="28" y="98"/>
                  </a:lnTo>
                  <a:lnTo>
                    <a:pt x="0" y="140"/>
                  </a:lnTo>
                  <a:lnTo>
                    <a:pt x="34" y="446"/>
                  </a:lnTo>
                  <a:lnTo>
                    <a:pt x="56" y="660"/>
                  </a:lnTo>
                  <a:lnTo>
                    <a:pt x="62" y="734"/>
                  </a:lnTo>
                  <a:lnTo>
                    <a:pt x="64" y="766"/>
                  </a:lnTo>
                  <a:lnTo>
                    <a:pt x="64" y="770"/>
                  </a:lnTo>
                  <a:lnTo>
                    <a:pt x="66" y="774"/>
                  </a:lnTo>
                  <a:lnTo>
                    <a:pt x="74" y="782"/>
                  </a:lnTo>
                  <a:lnTo>
                    <a:pt x="88" y="790"/>
                  </a:lnTo>
                  <a:lnTo>
                    <a:pt x="104" y="796"/>
                  </a:lnTo>
                  <a:lnTo>
                    <a:pt x="136" y="808"/>
                  </a:lnTo>
                  <a:lnTo>
                    <a:pt x="158" y="814"/>
                  </a:lnTo>
                  <a:lnTo>
                    <a:pt x="172" y="810"/>
                  </a:lnTo>
                  <a:lnTo>
                    <a:pt x="200" y="800"/>
                  </a:lnTo>
                  <a:lnTo>
                    <a:pt x="278" y="772"/>
                  </a:lnTo>
                  <a:lnTo>
                    <a:pt x="390" y="730"/>
                  </a:lnTo>
                  <a:lnTo>
                    <a:pt x="388" y="720"/>
                  </a:lnTo>
                  <a:lnTo>
                    <a:pt x="388" y="710"/>
                  </a:lnTo>
                  <a:lnTo>
                    <a:pt x="390" y="702"/>
                  </a:lnTo>
                  <a:lnTo>
                    <a:pt x="392" y="698"/>
                  </a:lnTo>
                  <a:lnTo>
                    <a:pt x="392" y="692"/>
                  </a:lnTo>
                  <a:lnTo>
                    <a:pt x="392" y="680"/>
                  </a:lnTo>
                  <a:lnTo>
                    <a:pt x="390" y="664"/>
                  </a:lnTo>
                  <a:lnTo>
                    <a:pt x="390" y="648"/>
                  </a:lnTo>
                  <a:lnTo>
                    <a:pt x="392" y="636"/>
                  </a:lnTo>
                  <a:lnTo>
                    <a:pt x="398" y="618"/>
                  </a:lnTo>
                  <a:lnTo>
                    <a:pt x="416" y="572"/>
                  </a:lnTo>
                  <a:lnTo>
                    <a:pt x="434" y="524"/>
                  </a:lnTo>
                  <a:lnTo>
                    <a:pt x="440" y="504"/>
                  </a:lnTo>
                  <a:lnTo>
                    <a:pt x="442" y="488"/>
                  </a:lnTo>
                  <a:lnTo>
                    <a:pt x="450" y="438"/>
                  </a:lnTo>
                  <a:lnTo>
                    <a:pt x="466" y="358"/>
                  </a:lnTo>
                  <a:lnTo>
                    <a:pt x="482" y="280"/>
                  </a:lnTo>
                  <a:lnTo>
                    <a:pt x="492" y="238"/>
                  </a:lnTo>
                  <a:lnTo>
                    <a:pt x="510" y="178"/>
                  </a:lnTo>
                  <a:lnTo>
                    <a:pt x="520" y="144"/>
                  </a:lnTo>
                  <a:lnTo>
                    <a:pt x="524" y="126"/>
                  </a:lnTo>
                  <a:lnTo>
                    <a:pt x="522" y="118"/>
                  </a:lnTo>
                  <a:lnTo>
                    <a:pt x="518" y="106"/>
                  </a:lnTo>
                  <a:lnTo>
                    <a:pt x="508" y="78"/>
                  </a:lnTo>
                  <a:lnTo>
                    <a:pt x="504" y="70"/>
                  </a:lnTo>
                  <a:lnTo>
                    <a:pt x="498" y="64"/>
                  </a:lnTo>
                  <a:lnTo>
                    <a:pt x="484" y="48"/>
                  </a:lnTo>
                  <a:lnTo>
                    <a:pt x="468" y="36"/>
                  </a:lnTo>
                  <a:lnTo>
                    <a:pt x="454" y="28"/>
                  </a:lnTo>
                  <a:lnTo>
                    <a:pt x="422" y="14"/>
                  </a:lnTo>
                  <a:lnTo>
                    <a:pt x="404" y="8"/>
                  </a:lnTo>
                  <a:lnTo>
                    <a:pt x="392" y="4"/>
                  </a:lnTo>
                  <a:lnTo>
                    <a:pt x="384" y="4"/>
                  </a:lnTo>
                  <a:lnTo>
                    <a:pt x="376" y="2"/>
                  </a:lnTo>
                  <a:lnTo>
                    <a:pt x="368" y="0"/>
                  </a:lnTo>
                  <a:lnTo>
                    <a:pt x="360" y="2"/>
                  </a:lnTo>
                  <a:lnTo>
                    <a:pt x="344" y="4"/>
                  </a:lnTo>
                  <a:lnTo>
                    <a:pt x="322" y="6"/>
                  </a:lnTo>
                  <a:lnTo>
                    <a:pt x="296" y="10"/>
                  </a:lnTo>
                  <a:lnTo>
                    <a:pt x="276" y="14"/>
                  </a:lnTo>
                  <a:lnTo>
                    <a:pt x="232" y="30"/>
                  </a:lnTo>
                  <a:lnTo>
                    <a:pt x="198" y="44"/>
                  </a:lnTo>
                  <a:lnTo>
                    <a:pt x="98" y="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4" name="Freeform 2098"/>
            <p:cNvSpPr>
              <a:spLocks/>
            </p:cNvSpPr>
            <p:nvPr/>
          </p:nvSpPr>
          <p:spPr bwMode="auto">
            <a:xfrm>
              <a:off x="3607541" y="3211433"/>
              <a:ext cx="544926" cy="1568907"/>
            </a:xfrm>
            <a:custGeom>
              <a:avLst/>
              <a:gdLst>
                <a:gd name="T0" fmla="*/ 22 w 182"/>
                <a:gd name="T1" fmla="*/ 18 h 524"/>
                <a:gd name="T2" fmla="*/ 0 w 182"/>
                <a:gd name="T3" fmla="*/ 50 h 524"/>
                <a:gd name="T4" fmla="*/ 26 w 182"/>
                <a:gd name="T5" fmla="*/ 66 h 524"/>
                <a:gd name="T6" fmla="*/ 26 w 182"/>
                <a:gd name="T7" fmla="*/ 66 h 524"/>
                <a:gd name="T8" fmla="*/ 46 w 182"/>
                <a:gd name="T9" fmla="*/ 262 h 524"/>
                <a:gd name="T10" fmla="*/ 60 w 182"/>
                <a:gd name="T11" fmla="*/ 402 h 524"/>
                <a:gd name="T12" fmla="*/ 66 w 182"/>
                <a:gd name="T13" fmla="*/ 474 h 524"/>
                <a:gd name="T14" fmla="*/ 66 w 182"/>
                <a:gd name="T15" fmla="*/ 474 h 524"/>
                <a:gd name="T16" fmla="*/ 76 w 182"/>
                <a:gd name="T17" fmla="*/ 478 h 524"/>
                <a:gd name="T18" fmla="*/ 100 w 182"/>
                <a:gd name="T19" fmla="*/ 490 h 524"/>
                <a:gd name="T20" fmla="*/ 112 w 182"/>
                <a:gd name="T21" fmla="*/ 498 h 524"/>
                <a:gd name="T22" fmla="*/ 124 w 182"/>
                <a:gd name="T23" fmla="*/ 506 h 524"/>
                <a:gd name="T24" fmla="*/ 134 w 182"/>
                <a:gd name="T25" fmla="*/ 516 h 524"/>
                <a:gd name="T26" fmla="*/ 138 w 182"/>
                <a:gd name="T27" fmla="*/ 524 h 524"/>
                <a:gd name="T28" fmla="*/ 182 w 182"/>
                <a:gd name="T29" fmla="*/ 470 h 524"/>
                <a:gd name="T30" fmla="*/ 182 w 182"/>
                <a:gd name="T31" fmla="*/ 470 h 524"/>
                <a:gd name="T32" fmla="*/ 168 w 182"/>
                <a:gd name="T33" fmla="*/ 392 h 524"/>
                <a:gd name="T34" fmla="*/ 158 w 182"/>
                <a:gd name="T35" fmla="*/ 332 h 524"/>
                <a:gd name="T36" fmla="*/ 150 w 182"/>
                <a:gd name="T37" fmla="*/ 294 h 524"/>
                <a:gd name="T38" fmla="*/ 150 w 182"/>
                <a:gd name="T39" fmla="*/ 294 h 524"/>
                <a:gd name="T40" fmla="*/ 134 w 182"/>
                <a:gd name="T41" fmla="*/ 232 h 524"/>
                <a:gd name="T42" fmla="*/ 126 w 182"/>
                <a:gd name="T43" fmla="*/ 194 h 524"/>
                <a:gd name="T44" fmla="*/ 120 w 182"/>
                <a:gd name="T45" fmla="*/ 168 h 524"/>
                <a:gd name="T46" fmla="*/ 120 w 182"/>
                <a:gd name="T47" fmla="*/ 168 h 524"/>
                <a:gd name="T48" fmla="*/ 118 w 182"/>
                <a:gd name="T49" fmla="*/ 154 h 524"/>
                <a:gd name="T50" fmla="*/ 112 w 182"/>
                <a:gd name="T51" fmla="*/ 138 h 524"/>
                <a:gd name="T52" fmla="*/ 96 w 182"/>
                <a:gd name="T53" fmla="*/ 96 h 524"/>
                <a:gd name="T54" fmla="*/ 70 w 182"/>
                <a:gd name="T55" fmla="*/ 44 h 524"/>
                <a:gd name="T56" fmla="*/ 78 w 182"/>
                <a:gd name="T57" fmla="*/ 20 h 524"/>
                <a:gd name="T58" fmla="*/ 60 w 182"/>
                <a:gd name="T59" fmla="*/ 0 h 524"/>
                <a:gd name="T60" fmla="*/ 60 w 182"/>
                <a:gd name="T61" fmla="*/ 0 h 524"/>
                <a:gd name="T62" fmla="*/ 44 w 182"/>
                <a:gd name="T63" fmla="*/ 10 h 524"/>
                <a:gd name="T64" fmla="*/ 30 w 182"/>
                <a:gd name="T65" fmla="*/ 16 h 524"/>
                <a:gd name="T66" fmla="*/ 26 w 182"/>
                <a:gd name="T67" fmla="*/ 18 h 524"/>
                <a:gd name="T68" fmla="*/ 22 w 182"/>
                <a:gd name="T69" fmla="*/ 18 h 524"/>
                <a:gd name="T70" fmla="*/ 22 w 182"/>
                <a:gd name="T71" fmla="*/ 18 h 5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2"/>
                <a:gd name="T109" fmla="*/ 0 h 524"/>
                <a:gd name="T110" fmla="*/ 182 w 182"/>
                <a:gd name="T111" fmla="*/ 524 h 5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2" h="524">
                  <a:moveTo>
                    <a:pt x="22" y="18"/>
                  </a:moveTo>
                  <a:lnTo>
                    <a:pt x="0" y="50"/>
                  </a:lnTo>
                  <a:lnTo>
                    <a:pt x="26" y="66"/>
                  </a:lnTo>
                  <a:lnTo>
                    <a:pt x="46" y="262"/>
                  </a:lnTo>
                  <a:lnTo>
                    <a:pt x="60" y="402"/>
                  </a:lnTo>
                  <a:lnTo>
                    <a:pt x="66" y="474"/>
                  </a:lnTo>
                  <a:lnTo>
                    <a:pt x="76" y="478"/>
                  </a:lnTo>
                  <a:lnTo>
                    <a:pt x="100" y="490"/>
                  </a:lnTo>
                  <a:lnTo>
                    <a:pt x="112" y="498"/>
                  </a:lnTo>
                  <a:lnTo>
                    <a:pt x="124" y="506"/>
                  </a:lnTo>
                  <a:lnTo>
                    <a:pt x="134" y="516"/>
                  </a:lnTo>
                  <a:lnTo>
                    <a:pt x="138" y="524"/>
                  </a:lnTo>
                  <a:lnTo>
                    <a:pt x="182" y="470"/>
                  </a:lnTo>
                  <a:lnTo>
                    <a:pt x="168" y="392"/>
                  </a:lnTo>
                  <a:lnTo>
                    <a:pt x="158" y="332"/>
                  </a:lnTo>
                  <a:lnTo>
                    <a:pt x="150" y="294"/>
                  </a:lnTo>
                  <a:lnTo>
                    <a:pt x="134" y="232"/>
                  </a:lnTo>
                  <a:lnTo>
                    <a:pt x="126" y="194"/>
                  </a:lnTo>
                  <a:lnTo>
                    <a:pt x="120" y="168"/>
                  </a:lnTo>
                  <a:lnTo>
                    <a:pt x="118" y="154"/>
                  </a:lnTo>
                  <a:lnTo>
                    <a:pt x="112" y="138"/>
                  </a:lnTo>
                  <a:lnTo>
                    <a:pt x="96" y="96"/>
                  </a:lnTo>
                  <a:lnTo>
                    <a:pt x="70" y="44"/>
                  </a:lnTo>
                  <a:lnTo>
                    <a:pt x="78" y="20"/>
                  </a:lnTo>
                  <a:lnTo>
                    <a:pt x="60" y="0"/>
                  </a:lnTo>
                  <a:lnTo>
                    <a:pt x="44" y="10"/>
                  </a:lnTo>
                  <a:lnTo>
                    <a:pt x="30" y="16"/>
                  </a:lnTo>
                  <a:lnTo>
                    <a:pt x="26" y="18"/>
                  </a:lnTo>
                  <a:lnTo>
                    <a:pt x="22" y="1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35" name="Freeform 2100"/>
            <p:cNvSpPr>
              <a:spLocks noEditPoints="1"/>
            </p:cNvSpPr>
            <p:nvPr/>
          </p:nvSpPr>
          <p:spPr bwMode="auto">
            <a:xfrm>
              <a:off x="1218252" y="714356"/>
              <a:ext cx="5149847" cy="5006131"/>
            </a:xfrm>
            <a:custGeom>
              <a:avLst/>
              <a:gdLst>
                <a:gd name="T0" fmla="*/ 956 w 1720"/>
                <a:gd name="T1" fmla="*/ 1440 h 1672"/>
                <a:gd name="T2" fmla="*/ 890 w 1720"/>
                <a:gd name="T3" fmla="*/ 1446 h 1672"/>
                <a:gd name="T4" fmla="*/ 748 w 1720"/>
                <a:gd name="T5" fmla="*/ 1420 h 1672"/>
                <a:gd name="T6" fmla="*/ 718 w 1720"/>
                <a:gd name="T7" fmla="*/ 1118 h 1672"/>
                <a:gd name="T8" fmla="*/ 656 w 1720"/>
                <a:gd name="T9" fmla="*/ 822 h 1672"/>
                <a:gd name="T10" fmla="*/ 714 w 1720"/>
                <a:gd name="T11" fmla="*/ 766 h 1672"/>
                <a:gd name="T12" fmla="*/ 676 w 1720"/>
                <a:gd name="T13" fmla="*/ 778 h 1672"/>
                <a:gd name="T14" fmla="*/ 470 w 1720"/>
                <a:gd name="T15" fmla="*/ 594 h 1672"/>
                <a:gd name="T16" fmla="*/ 374 w 1720"/>
                <a:gd name="T17" fmla="*/ 996 h 1672"/>
                <a:gd name="T18" fmla="*/ 334 w 1720"/>
                <a:gd name="T19" fmla="*/ 1022 h 1672"/>
                <a:gd name="T20" fmla="*/ 336 w 1720"/>
                <a:gd name="T21" fmla="*/ 1100 h 1672"/>
                <a:gd name="T22" fmla="*/ 324 w 1720"/>
                <a:gd name="T23" fmla="*/ 1180 h 1672"/>
                <a:gd name="T24" fmla="*/ 380 w 1720"/>
                <a:gd name="T25" fmla="*/ 1268 h 1672"/>
                <a:gd name="T26" fmla="*/ 532 w 1720"/>
                <a:gd name="T27" fmla="*/ 1204 h 1672"/>
                <a:gd name="T28" fmla="*/ 590 w 1720"/>
                <a:gd name="T29" fmla="*/ 1236 h 1672"/>
                <a:gd name="T30" fmla="*/ 568 w 1720"/>
                <a:gd name="T31" fmla="*/ 1414 h 1672"/>
                <a:gd name="T32" fmla="*/ 582 w 1720"/>
                <a:gd name="T33" fmla="*/ 1532 h 1672"/>
                <a:gd name="T34" fmla="*/ 572 w 1720"/>
                <a:gd name="T35" fmla="*/ 1614 h 1672"/>
                <a:gd name="T36" fmla="*/ 1088 w 1720"/>
                <a:gd name="T37" fmla="*/ 1502 h 1672"/>
                <a:gd name="T38" fmla="*/ 1502 w 1720"/>
                <a:gd name="T39" fmla="*/ 844 h 1672"/>
                <a:gd name="T40" fmla="*/ 1340 w 1720"/>
                <a:gd name="T41" fmla="*/ 766 h 1672"/>
                <a:gd name="T42" fmla="*/ 1250 w 1720"/>
                <a:gd name="T43" fmla="*/ 694 h 1672"/>
                <a:gd name="T44" fmla="*/ 1264 w 1720"/>
                <a:gd name="T45" fmla="*/ 610 h 1672"/>
                <a:gd name="T46" fmla="*/ 1298 w 1720"/>
                <a:gd name="T47" fmla="*/ 520 h 1672"/>
                <a:gd name="T48" fmla="*/ 1360 w 1720"/>
                <a:gd name="T49" fmla="*/ 354 h 1672"/>
                <a:gd name="T50" fmla="*/ 1380 w 1720"/>
                <a:gd name="T51" fmla="*/ 280 h 1672"/>
                <a:gd name="T52" fmla="*/ 1318 w 1720"/>
                <a:gd name="T53" fmla="*/ 214 h 1672"/>
                <a:gd name="T54" fmla="*/ 1324 w 1720"/>
                <a:gd name="T55" fmla="*/ 136 h 1672"/>
                <a:gd name="T56" fmla="*/ 1242 w 1720"/>
                <a:gd name="T57" fmla="*/ 60 h 1672"/>
                <a:gd name="T58" fmla="*/ 1212 w 1720"/>
                <a:gd name="T59" fmla="*/ 16 h 1672"/>
                <a:gd name="T60" fmla="*/ 1184 w 1720"/>
                <a:gd name="T61" fmla="*/ 2 h 1672"/>
                <a:gd name="T62" fmla="*/ 1178 w 1720"/>
                <a:gd name="T63" fmla="*/ 48 h 1672"/>
                <a:gd name="T64" fmla="*/ 1216 w 1720"/>
                <a:gd name="T65" fmla="*/ 106 h 1672"/>
                <a:gd name="T66" fmla="*/ 1248 w 1720"/>
                <a:gd name="T67" fmla="*/ 140 h 1672"/>
                <a:gd name="T68" fmla="*/ 1226 w 1720"/>
                <a:gd name="T69" fmla="*/ 306 h 1672"/>
                <a:gd name="T70" fmla="*/ 1150 w 1720"/>
                <a:gd name="T71" fmla="*/ 514 h 1672"/>
                <a:gd name="T72" fmla="*/ 1102 w 1720"/>
                <a:gd name="T73" fmla="*/ 596 h 1672"/>
                <a:gd name="T74" fmla="*/ 1026 w 1720"/>
                <a:gd name="T75" fmla="*/ 580 h 1672"/>
                <a:gd name="T76" fmla="*/ 932 w 1720"/>
                <a:gd name="T77" fmla="*/ 654 h 1672"/>
                <a:gd name="T78" fmla="*/ 910 w 1720"/>
                <a:gd name="T79" fmla="*/ 648 h 1672"/>
                <a:gd name="T80" fmla="*/ 896 w 1720"/>
                <a:gd name="T81" fmla="*/ 612 h 1672"/>
                <a:gd name="T82" fmla="*/ 844 w 1720"/>
                <a:gd name="T83" fmla="*/ 536 h 1672"/>
                <a:gd name="T84" fmla="*/ 758 w 1720"/>
                <a:gd name="T85" fmla="*/ 536 h 1672"/>
                <a:gd name="T86" fmla="*/ 704 w 1720"/>
                <a:gd name="T87" fmla="*/ 598 h 1672"/>
                <a:gd name="T88" fmla="*/ 704 w 1720"/>
                <a:gd name="T89" fmla="*/ 672 h 1672"/>
                <a:gd name="T90" fmla="*/ 690 w 1720"/>
                <a:gd name="T91" fmla="*/ 686 h 1672"/>
                <a:gd name="T92" fmla="*/ 720 w 1720"/>
                <a:gd name="T93" fmla="*/ 736 h 1672"/>
                <a:gd name="T94" fmla="*/ 730 w 1720"/>
                <a:gd name="T95" fmla="*/ 766 h 1672"/>
                <a:gd name="T96" fmla="*/ 822 w 1720"/>
                <a:gd name="T97" fmla="*/ 844 h 1672"/>
                <a:gd name="T98" fmla="*/ 890 w 1720"/>
                <a:gd name="T99" fmla="*/ 764 h 1672"/>
                <a:gd name="T100" fmla="*/ 930 w 1720"/>
                <a:gd name="T101" fmla="*/ 728 h 1672"/>
                <a:gd name="T102" fmla="*/ 1000 w 1720"/>
                <a:gd name="T103" fmla="*/ 728 h 1672"/>
                <a:gd name="T104" fmla="*/ 1098 w 1720"/>
                <a:gd name="T105" fmla="*/ 772 h 1672"/>
                <a:gd name="T106" fmla="*/ 1058 w 1720"/>
                <a:gd name="T107" fmla="*/ 852 h 1672"/>
                <a:gd name="T108" fmla="*/ 1078 w 1720"/>
                <a:gd name="T109" fmla="*/ 996 h 1672"/>
                <a:gd name="T110" fmla="*/ 1064 w 1720"/>
                <a:gd name="T111" fmla="*/ 1090 h 1672"/>
                <a:gd name="T112" fmla="*/ 1054 w 1720"/>
                <a:gd name="T113" fmla="*/ 1222 h 1672"/>
                <a:gd name="T114" fmla="*/ 1038 w 1720"/>
                <a:gd name="T115" fmla="*/ 1348 h 1672"/>
                <a:gd name="T116" fmla="*/ 1124 w 1720"/>
                <a:gd name="T117" fmla="*/ 1276 h 1672"/>
                <a:gd name="T118" fmla="*/ 1390 w 1720"/>
                <a:gd name="T119" fmla="*/ 1142 h 1672"/>
                <a:gd name="T120" fmla="*/ 1532 w 1720"/>
                <a:gd name="T121" fmla="*/ 1078 h 1672"/>
                <a:gd name="T122" fmla="*/ 1640 w 1720"/>
                <a:gd name="T123" fmla="*/ 1022 h 1672"/>
                <a:gd name="T124" fmla="*/ 1610 w 1720"/>
                <a:gd name="T125" fmla="*/ 920 h 16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720"/>
                <a:gd name="T190" fmla="*/ 0 h 1672"/>
                <a:gd name="T191" fmla="*/ 1720 w 1720"/>
                <a:gd name="T192" fmla="*/ 1672 h 167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720" h="1672">
                  <a:moveTo>
                    <a:pt x="1054" y="1464"/>
                  </a:moveTo>
                  <a:lnTo>
                    <a:pt x="1046" y="1450"/>
                  </a:lnTo>
                  <a:lnTo>
                    <a:pt x="1040" y="1420"/>
                  </a:lnTo>
                  <a:lnTo>
                    <a:pt x="1036" y="1408"/>
                  </a:lnTo>
                  <a:lnTo>
                    <a:pt x="980" y="1432"/>
                  </a:lnTo>
                  <a:lnTo>
                    <a:pt x="956" y="1440"/>
                  </a:lnTo>
                  <a:lnTo>
                    <a:pt x="946" y="1442"/>
                  </a:lnTo>
                  <a:lnTo>
                    <a:pt x="938" y="1432"/>
                  </a:lnTo>
                  <a:lnTo>
                    <a:pt x="928" y="1434"/>
                  </a:lnTo>
                  <a:lnTo>
                    <a:pt x="916" y="1438"/>
                  </a:lnTo>
                  <a:lnTo>
                    <a:pt x="906" y="1440"/>
                  </a:lnTo>
                  <a:lnTo>
                    <a:pt x="890" y="1446"/>
                  </a:lnTo>
                  <a:lnTo>
                    <a:pt x="866" y="1450"/>
                  </a:lnTo>
                  <a:lnTo>
                    <a:pt x="852" y="1450"/>
                  </a:lnTo>
                  <a:lnTo>
                    <a:pt x="836" y="1450"/>
                  </a:lnTo>
                  <a:lnTo>
                    <a:pt x="774" y="1442"/>
                  </a:lnTo>
                  <a:lnTo>
                    <a:pt x="744" y="1438"/>
                  </a:lnTo>
                  <a:lnTo>
                    <a:pt x="748" y="1420"/>
                  </a:lnTo>
                  <a:lnTo>
                    <a:pt x="752" y="1396"/>
                  </a:lnTo>
                  <a:lnTo>
                    <a:pt x="754" y="1366"/>
                  </a:lnTo>
                  <a:lnTo>
                    <a:pt x="754" y="1326"/>
                  </a:lnTo>
                  <a:lnTo>
                    <a:pt x="752" y="1280"/>
                  </a:lnTo>
                  <a:lnTo>
                    <a:pt x="744" y="1226"/>
                  </a:lnTo>
                  <a:lnTo>
                    <a:pt x="732" y="1164"/>
                  </a:lnTo>
                  <a:lnTo>
                    <a:pt x="718" y="1118"/>
                  </a:lnTo>
                  <a:lnTo>
                    <a:pt x="688" y="1014"/>
                  </a:lnTo>
                  <a:lnTo>
                    <a:pt x="672" y="954"/>
                  </a:lnTo>
                  <a:lnTo>
                    <a:pt x="662" y="898"/>
                  </a:lnTo>
                  <a:lnTo>
                    <a:pt x="658" y="874"/>
                  </a:lnTo>
                  <a:lnTo>
                    <a:pt x="654" y="852"/>
                  </a:lnTo>
                  <a:lnTo>
                    <a:pt x="654" y="836"/>
                  </a:lnTo>
                  <a:lnTo>
                    <a:pt x="656" y="822"/>
                  </a:lnTo>
                  <a:lnTo>
                    <a:pt x="662" y="812"/>
                  </a:lnTo>
                  <a:lnTo>
                    <a:pt x="670" y="802"/>
                  </a:lnTo>
                  <a:lnTo>
                    <a:pt x="680" y="790"/>
                  </a:lnTo>
                  <a:lnTo>
                    <a:pt x="688" y="780"/>
                  </a:lnTo>
                  <a:lnTo>
                    <a:pt x="698" y="772"/>
                  </a:lnTo>
                  <a:lnTo>
                    <a:pt x="714" y="766"/>
                  </a:lnTo>
                  <a:lnTo>
                    <a:pt x="728" y="764"/>
                  </a:lnTo>
                  <a:lnTo>
                    <a:pt x="726" y="758"/>
                  </a:lnTo>
                  <a:lnTo>
                    <a:pt x="718" y="758"/>
                  </a:lnTo>
                  <a:lnTo>
                    <a:pt x="708" y="760"/>
                  </a:lnTo>
                  <a:lnTo>
                    <a:pt x="698" y="762"/>
                  </a:lnTo>
                  <a:lnTo>
                    <a:pt x="690" y="768"/>
                  </a:lnTo>
                  <a:lnTo>
                    <a:pt x="676" y="778"/>
                  </a:lnTo>
                  <a:lnTo>
                    <a:pt x="670" y="782"/>
                  </a:lnTo>
                  <a:lnTo>
                    <a:pt x="662" y="794"/>
                  </a:lnTo>
                  <a:lnTo>
                    <a:pt x="656" y="802"/>
                  </a:lnTo>
                  <a:lnTo>
                    <a:pt x="650" y="808"/>
                  </a:lnTo>
                  <a:lnTo>
                    <a:pt x="642" y="802"/>
                  </a:lnTo>
                  <a:lnTo>
                    <a:pt x="616" y="740"/>
                  </a:lnTo>
                  <a:lnTo>
                    <a:pt x="470" y="594"/>
                  </a:lnTo>
                  <a:lnTo>
                    <a:pt x="0" y="832"/>
                  </a:lnTo>
                  <a:lnTo>
                    <a:pt x="34" y="914"/>
                  </a:lnTo>
                  <a:lnTo>
                    <a:pt x="166" y="1082"/>
                  </a:lnTo>
                  <a:lnTo>
                    <a:pt x="346" y="992"/>
                  </a:lnTo>
                  <a:lnTo>
                    <a:pt x="368" y="994"/>
                  </a:lnTo>
                  <a:lnTo>
                    <a:pt x="374" y="996"/>
                  </a:lnTo>
                  <a:lnTo>
                    <a:pt x="374" y="1000"/>
                  </a:lnTo>
                  <a:lnTo>
                    <a:pt x="372" y="1004"/>
                  </a:lnTo>
                  <a:lnTo>
                    <a:pt x="356" y="1010"/>
                  </a:lnTo>
                  <a:lnTo>
                    <a:pt x="342" y="1014"/>
                  </a:lnTo>
                  <a:lnTo>
                    <a:pt x="338" y="1018"/>
                  </a:lnTo>
                  <a:lnTo>
                    <a:pt x="334" y="1022"/>
                  </a:lnTo>
                  <a:lnTo>
                    <a:pt x="332" y="1032"/>
                  </a:lnTo>
                  <a:lnTo>
                    <a:pt x="330" y="1044"/>
                  </a:lnTo>
                  <a:lnTo>
                    <a:pt x="330" y="1058"/>
                  </a:lnTo>
                  <a:lnTo>
                    <a:pt x="336" y="1074"/>
                  </a:lnTo>
                  <a:lnTo>
                    <a:pt x="338" y="1088"/>
                  </a:lnTo>
                  <a:lnTo>
                    <a:pt x="338" y="1094"/>
                  </a:lnTo>
                  <a:lnTo>
                    <a:pt x="336" y="1100"/>
                  </a:lnTo>
                  <a:lnTo>
                    <a:pt x="332" y="1108"/>
                  </a:lnTo>
                  <a:lnTo>
                    <a:pt x="330" y="1116"/>
                  </a:lnTo>
                  <a:lnTo>
                    <a:pt x="324" y="1138"/>
                  </a:lnTo>
                  <a:lnTo>
                    <a:pt x="322" y="1162"/>
                  </a:lnTo>
                  <a:lnTo>
                    <a:pt x="324" y="1172"/>
                  </a:lnTo>
                  <a:lnTo>
                    <a:pt x="324" y="1180"/>
                  </a:lnTo>
                  <a:lnTo>
                    <a:pt x="334" y="1196"/>
                  </a:lnTo>
                  <a:lnTo>
                    <a:pt x="348" y="1220"/>
                  </a:lnTo>
                  <a:lnTo>
                    <a:pt x="362" y="1242"/>
                  </a:lnTo>
                  <a:lnTo>
                    <a:pt x="368" y="1254"/>
                  </a:lnTo>
                  <a:lnTo>
                    <a:pt x="368" y="1262"/>
                  </a:lnTo>
                  <a:lnTo>
                    <a:pt x="374" y="1266"/>
                  </a:lnTo>
                  <a:lnTo>
                    <a:pt x="380" y="1268"/>
                  </a:lnTo>
                  <a:lnTo>
                    <a:pt x="390" y="1268"/>
                  </a:lnTo>
                  <a:lnTo>
                    <a:pt x="402" y="1266"/>
                  </a:lnTo>
                  <a:lnTo>
                    <a:pt x="414" y="1262"/>
                  </a:lnTo>
                  <a:lnTo>
                    <a:pt x="444" y="1250"/>
                  </a:lnTo>
                  <a:lnTo>
                    <a:pt x="472" y="1234"/>
                  </a:lnTo>
                  <a:lnTo>
                    <a:pt x="500" y="1220"/>
                  </a:lnTo>
                  <a:lnTo>
                    <a:pt x="532" y="1204"/>
                  </a:lnTo>
                  <a:lnTo>
                    <a:pt x="550" y="1196"/>
                  </a:lnTo>
                  <a:lnTo>
                    <a:pt x="562" y="1188"/>
                  </a:lnTo>
                  <a:lnTo>
                    <a:pt x="572" y="1182"/>
                  </a:lnTo>
                  <a:lnTo>
                    <a:pt x="578" y="1180"/>
                  </a:lnTo>
                  <a:lnTo>
                    <a:pt x="580" y="1182"/>
                  </a:lnTo>
                  <a:lnTo>
                    <a:pt x="582" y="1184"/>
                  </a:lnTo>
                  <a:lnTo>
                    <a:pt x="584" y="1192"/>
                  </a:lnTo>
                  <a:lnTo>
                    <a:pt x="590" y="1236"/>
                  </a:lnTo>
                  <a:lnTo>
                    <a:pt x="594" y="1262"/>
                  </a:lnTo>
                  <a:lnTo>
                    <a:pt x="594" y="1286"/>
                  </a:lnTo>
                  <a:lnTo>
                    <a:pt x="590" y="1308"/>
                  </a:lnTo>
                  <a:lnTo>
                    <a:pt x="584" y="1328"/>
                  </a:lnTo>
                  <a:lnTo>
                    <a:pt x="574" y="1368"/>
                  </a:lnTo>
                  <a:lnTo>
                    <a:pt x="570" y="1390"/>
                  </a:lnTo>
                  <a:lnTo>
                    <a:pt x="568" y="1414"/>
                  </a:lnTo>
                  <a:lnTo>
                    <a:pt x="570" y="1428"/>
                  </a:lnTo>
                  <a:lnTo>
                    <a:pt x="572" y="1448"/>
                  </a:lnTo>
                  <a:lnTo>
                    <a:pt x="578" y="1478"/>
                  </a:lnTo>
                  <a:lnTo>
                    <a:pt x="580" y="1502"/>
                  </a:lnTo>
                  <a:lnTo>
                    <a:pt x="582" y="1532"/>
                  </a:lnTo>
                  <a:lnTo>
                    <a:pt x="578" y="1546"/>
                  </a:lnTo>
                  <a:lnTo>
                    <a:pt x="574" y="1558"/>
                  </a:lnTo>
                  <a:lnTo>
                    <a:pt x="570" y="1572"/>
                  </a:lnTo>
                  <a:lnTo>
                    <a:pt x="570" y="1580"/>
                  </a:lnTo>
                  <a:lnTo>
                    <a:pt x="572" y="1586"/>
                  </a:lnTo>
                  <a:lnTo>
                    <a:pt x="574" y="1594"/>
                  </a:lnTo>
                  <a:lnTo>
                    <a:pt x="572" y="1614"/>
                  </a:lnTo>
                  <a:lnTo>
                    <a:pt x="560" y="1672"/>
                  </a:lnTo>
                  <a:lnTo>
                    <a:pt x="1146" y="1672"/>
                  </a:lnTo>
                  <a:lnTo>
                    <a:pt x="1136" y="1626"/>
                  </a:lnTo>
                  <a:lnTo>
                    <a:pt x="1122" y="1582"/>
                  </a:lnTo>
                  <a:lnTo>
                    <a:pt x="1106" y="1540"/>
                  </a:lnTo>
                  <a:lnTo>
                    <a:pt x="1098" y="1520"/>
                  </a:lnTo>
                  <a:lnTo>
                    <a:pt x="1088" y="1502"/>
                  </a:lnTo>
                  <a:lnTo>
                    <a:pt x="1068" y="1480"/>
                  </a:lnTo>
                  <a:lnTo>
                    <a:pt x="1054" y="1464"/>
                  </a:lnTo>
                  <a:close/>
                  <a:moveTo>
                    <a:pt x="1574" y="898"/>
                  </a:moveTo>
                  <a:lnTo>
                    <a:pt x="1574" y="898"/>
                  </a:lnTo>
                  <a:lnTo>
                    <a:pt x="1538" y="870"/>
                  </a:lnTo>
                  <a:lnTo>
                    <a:pt x="1502" y="844"/>
                  </a:lnTo>
                  <a:lnTo>
                    <a:pt x="1464" y="820"/>
                  </a:lnTo>
                  <a:lnTo>
                    <a:pt x="1444" y="810"/>
                  </a:lnTo>
                  <a:lnTo>
                    <a:pt x="1424" y="802"/>
                  </a:lnTo>
                  <a:lnTo>
                    <a:pt x="1380" y="786"/>
                  </a:lnTo>
                  <a:lnTo>
                    <a:pt x="1358" y="776"/>
                  </a:lnTo>
                  <a:lnTo>
                    <a:pt x="1340" y="766"/>
                  </a:lnTo>
                  <a:lnTo>
                    <a:pt x="1324" y="752"/>
                  </a:lnTo>
                  <a:lnTo>
                    <a:pt x="1310" y="740"/>
                  </a:lnTo>
                  <a:lnTo>
                    <a:pt x="1294" y="726"/>
                  </a:lnTo>
                  <a:lnTo>
                    <a:pt x="1276" y="716"/>
                  </a:lnTo>
                  <a:lnTo>
                    <a:pt x="1264" y="708"/>
                  </a:lnTo>
                  <a:lnTo>
                    <a:pt x="1256" y="702"/>
                  </a:lnTo>
                  <a:lnTo>
                    <a:pt x="1250" y="694"/>
                  </a:lnTo>
                  <a:lnTo>
                    <a:pt x="1250" y="688"/>
                  </a:lnTo>
                  <a:lnTo>
                    <a:pt x="1250" y="680"/>
                  </a:lnTo>
                  <a:lnTo>
                    <a:pt x="1252" y="670"/>
                  </a:lnTo>
                  <a:lnTo>
                    <a:pt x="1260" y="648"/>
                  </a:lnTo>
                  <a:lnTo>
                    <a:pt x="1262" y="634"/>
                  </a:lnTo>
                  <a:lnTo>
                    <a:pt x="1264" y="622"/>
                  </a:lnTo>
                  <a:lnTo>
                    <a:pt x="1264" y="610"/>
                  </a:lnTo>
                  <a:lnTo>
                    <a:pt x="1262" y="598"/>
                  </a:lnTo>
                  <a:lnTo>
                    <a:pt x="1262" y="588"/>
                  </a:lnTo>
                  <a:lnTo>
                    <a:pt x="1264" y="582"/>
                  </a:lnTo>
                  <a:lnTo>
                    <a:pt x="1270" y="568"/>
                  </a:lnTo>
                  <a:lnTo>
                    <a:pt x="1288" y="542"/>
                  </a:lnTo>
                  <a:lnTo>
                    <a:pt x="1298" y="520"/>
                  </a:lnTo>
                  <a:lnTo>
                    <a:pt x="1308" y="498"/>
                  </a:lnTo>
                  <a:lnTo>
                    <a:pt x="1314" y="474"/>
                  </a:lnTo>
                  <a:lnTo>
                    <a:pt x="1320" y="450"/>
                  </a:lnTo>
                  <a:lnTo>
                    <a:pt x="1328" y="426"/>
                  </a:lnTo>
                  <a:lnTo>
                    <a:pt x="1338" y="402"/>
                  </a:lnTo>
                  <a:lnTo>
                    <a:pt x="1350" y="378"/>
                  </a:lnTo>
                  <a:lnTo>
                    <a:pt x="1360" y="354"/>
                  </a:lnTo>
                  <a:lnTo>
                    <a:pt x="1370" y="330"/>
                  </a:lnTo>
                  <a:lnTo>
                    <a:pt x="1382" y="306"/>
                  </a:lnTo>
                  <a:lnTo>
                    <a:pt x="1388" y="294"/>
                  </a:lnTo>
                  <a:lnTo>
                    <a:pt x="1388" y="290"/>
                  </a:lnTo>
                  <a:lnTo>
                    <a:pt x="1386" y="286"/>
                  </a:lnTo>
                  <a:lnTo>
                    <a:pt x="1380" y="280"/>
                  </a:lnTo>
                  <a:lnTo>
                    <a:pt x="1366" y="270"/>
                  </a:lnTo>
                  <a:lnTo>
                    <a:pt x="1346" y="260"/>
                  </a:lnTo>
                  <a:lnTo>
                    <a:pt x="1330" y="250"/>
                  </a:lnTo>
                  <a:lnTo>
                    <a:pt x="1324" y="242"/>
                  </a:lnTo>
                  <a:lnTo>
                    <a:pt x="1320" y="236"/>
                  </a:lnTo>
                  <a:lnTo>
                    <a:pt x="1318" y="226"/>
                  </a:lnTo>
                  <a:lnTo>
                    <a:pt x="1318" y="214"/>
                  </a:lnTo>
                  <a:lnTo>
                    <a:pt x="1322" y="184"/>
                  </a:lnTo>
                  <a:lnTo>
                    <a:pt x="1322" y="170"/>
                  </a:lnTo>
                  <a:lnTo>
                    <a:pt x="1322" y="156"/>
                  </a:lnTo>
                  <a:lnTo>
                    <a:pt x="1324" y="150"/>
                  </a:lnTo>
                  <a:lnTo>
                    <a:pt x="1326" y="144"/>
                  </a:lnTo>
                  <a:lnTo>
                    <a:pt x="1324" y="136"/>
                  </a:lnTo>
                  <a:lnTo>
                    <a:pt x="1316" y="126"/>
                  </a:lnTo>
                  <a:lnTo>
                    <a:pt x="1292" y="102"/>
                  </a:lnTo>
                  <a:lnTo>
                    <a:pt x="1276" y="88"/>
                  </a:lnTo>
                  <a:lnTo>
                    <a:pt x="1260" y="74"/>
                  </a:lnTo>
                  <a:lnTo>
                    <a:pt x="1242" y="60"/>
                  </a:lnTo>
                  <a:lnTo>
                    <a:pt x="1234" y="48"/>
                  </a:lnTo>
                  <a:lnTo>
                    <a:pt x="1226" y="36"/>
                  </a:lnTo>
                  <a:lnTo>
                    <a:pt x="1222" y="24"/>
                  </a:lnTo>
                  <a:lnTo>
                    <a:pt x="1218" y="18"/>
                  </a:lnTo>
                  <a:lnTo>
                    <a:pt x="1216" y="16"/>
                  </a:lnTo>
                  <a:lnTo>
                    <a:pt x="1212" y="16"/>
                  </a:lnTo>
                  <a:lnTo>
                    <a:pt x="1210" y="10"/>
                  </a:lnTo>
                  <a:lnTo>
                    <a:pt x="1206" y="8"/>
                  </a:lnTo>
                  <a:lnTo>
                    <a:pt x="1200" y="8"/>
                  </a:lnTo>
                  <a:lnTo>
                    <a:pt x="1196" y="2"/>
                  </a:lnTo>
                  <a:lnTo>
                    <a:pt x="1192" y="0"/>
                  </a:lnTo>
                  <a:lnTo>
                    <a:pt x="1188" y="0"/>
                  </a:lnTo>
                  <a:lnTo>
                    <a:pt x="1184" y="2"/>
                  </a:lnTo>
                  <a:lnTo>
                    <a:pt x="1180" y="2"/>
                  </a:lnTo>
                  <a:lnTo>
                    <a:pt x="1178" y="2"/>
                  </a:lnTo>
                  <a:lnTo>
                    <a:pt x="1174" y="4"/>
                  </a:lnTo>
                  <a:lnTo>
                    <a:pt x="1174" y="30"/>
                  </a:lnTo>
                  <a:lnTo>
                    <a:pt x="1178" y="48"/>
                  </a:lnTo>
                  <a:lnTo>
                    <a:pt x="1182" y="56"/>
                  </a:lnTo>
                  <a:lnTo>
                    <a:pt x="1186" y="64"/>
                  </a:lnTo>
                  <a:lnTo>
                    <a:pt x="1192" y="76"/>
                  </a:lnTo>
                  <a:lnTo>
                    <a:pt x="1196" y="86"/>
                  </a:lnTo>
                  <a:lnTo>
                    <a:pt x="1204" y="96"/>
                  </a:lnTo>
                  <a:lnTo>
                    <a:pt x="1216" y="106"/>
                  </a:lnTo>
                  <a:lnTo>
                    <a:pt x="1220" y="112"/>
                  </a:lnTo>
                  <a:lnTo>
                    <a:pt x="1228" y="118"/>
                  </a:lnTo>
                  <a:lnTo>
                    <a:pt x="1234" y="122"/>
                  </a:lnTo>
                  <a:lnTo>
                    <a:pt x="1240" y="128"/>
                  </a:lnTo>
                  <a:lnTo>
                    <a:pt x="1244" y="134"/>
                  </a:lnTo>
                  <a:lnTo>
                    <a:pt x="1248" y="140"/>
                  </a:lnTo>
                  <a:lnTo>
                    <a:pt x="1254" y="156"/>
                  </a:lnTo>
                  <a:lnTo>
                    <a:pt x="1256" y="174"/>
                  </a:lnTo>
                  <a:lnTo>
                    <a:pt x="1256" y="192"/>
                  </a:lnTo>
                  <a:lnTo>
                    <a:pt x="1256" y="210"/>
                  </a:lnTo>
                  <a:lnTo>
                    <a:pt x="1250" y="240"/>
                  </a:lnTo>
                  <a:lnTo>
                    <a:pt x="1240" y="274"/>
                  </a:lnTo>
                  <a:lnTo>
                    <a:pt x="1226" y="306"/>
                  </a:lnTo>
                  <a:lnTo>
                    <a:pt x="1194" y="370"/>
                  </a:lnTo>
                  <a:lnTo>
                    <a:pt x="1180" y="400"/>
                  </a:lnTo>
                  <a:lnTo>
                    <a:pt x="1166" y="434"/>
                  </a:lnTo>
                  <a:lnTo>
                    <a:pt x="1156" y="466"/>
                  </a:lnTo>
                  <a:lnTo>
                    <a:pt x="1154" y="484"/>
                  </a:lnTo>
                  <a:lnTo>
                    <a:pt x="1152" y="502"/>
                  </a:lnTo>
                  <a:lnTo>
                    <a:pt x="1150" y="514"/>
                  </a:lnTo>
                  <a:lnTo>
                    <a:pt x="1144" y="526"/>
                  </a:lnTo>
                  <a:lnTo>
                    <a:pt x="1140" y="538"/>
                  </a:lnTo>
                  <a:lnTo>
                    <a:pt x="1132" y="548"/>
                  </a:lnTo>
                  <a:lnTo>
                    <a:pt x="1118" y="568"/>
                  </a:lnTo>
                  <a:lnTo>
                    <a:pt x="1112" y="578"/>
                  </a:lnTo>
                  <a:lnTo>
                    <a:pt x="1106" y="590"/>
                  </a:lnTo>
                  <a:lnTo>
                    <a:pt x="1102" y="596"/>
                  </a:lnTo>
                  <a:lnTo>
                    <a:pt x="1098" y="600"/>
                  </a:lnTo>
                  <a:lnTo>
                    <a:pt x="1094" y="604"/>
                  </a:lnTo>
                  <a:lnTo>
                    <a:pt x="1090" y="604"/>
                  </a:lnTo>
                  <a:lnTo>
                    <a:pt x="1078" y="602"/>
                  </a:lnTo>
                  <a:lnTo>
                    <a:pt x="1068" y="596"/>
                  </a:lnTo>
                  <a:lnTo>
                    <a:pt x="1044" y="584"/>
                  </a:lnTo>
                  <a:lnTo>
                    <a:pt x="1032" y="580"/>
                  </a:lnTo>
                  <a:lnTo>
                    <a:pt x="1026" y="580"/>
                  </a:lnTo>
                  <a:lnTo>
                    <a:pt x="1020" y="580"/>
                  </a:lnTo>
                  <a:lnTo>
                    <a:pt x="1002" y="588"/>
                  </a:lnTo>
                  <a:lnTo>
                    <a:pt x="984" y="598"/>
                  </a:lnTo>
                  <a:lnTo>
                    <a:pt x="970" y="610"/>
                  </a:lnTo>
                  <a:lnTo>
                    <a:pt x="956" y="624"/>
                  </a:lnTo>
                  <a:lnTo>
                    <a:pt x="942" y="638"/>
                  </a:lnTo>
                  <a:lnTo>
                    <a:pt x="932" y="654"/>
                  </a:lnTo>
                  <a:lnTo>
                    <a:pt x="920" y="670"/>
                  </a:lnTo>
                  <a:lnTo>
                    <a:pt x="912" y="688"/>
                  </a:lnTo>
                  <a:lnTo>
                    <a:pt x="916" y="670"/>
                  </a:lnTo>
                  <a:lnTo>
                    <a:pt x="916" y="660"/>
                  </a:lnTo>
                  <a:lnTo>
                    <a:pt x="914" y="652"/>
                  </a:lnTo>
                  <a:lnTo>
                    <a:pt x="910" y="648"/>
                  </a:lnTo>
                  <a:lnTo>
                    <a:pt x="908" y="646"/>
                  </a:lnTo>
                  <a:lnTo>
                    <a:pt x="902" y="648"/>
                  </a:lnTo>
                  <a:lnTo>
                    <a:pt x="896" y="650"/>
                  </a:lnTo>
                  <a:lnTo>
                    <a:pt x="896" y="652"/>
                  </a:lnTo>
                  <a:lnTo>
                    <a:pt x="898" y="638"/>
                  </a:lnTo>
                  <a:lnTo>
                    <a:pt x="898" y="624"/>
                  </a:lnTo>
                  <a:lnTo>
                    <a:pt x="896" y="612"/>
                  </a:lnTo>
                  <a:lnTo>
                    <a:pt x="894" y="598"/>
                  </a:lnTo>
                  <a:lnTo>
                    <a:pt x="890" y="588"/>
                  </a:lnTo>
                  <a:lnTo>
                    <a:pt x="886" y="576"/>
                  </a:lnTo>
                  <a:lnTo>
                    <a:pt x="880" y="566"/>
                  </a:lnTo>
                  <a:lnTo>
                    <a:pt x="872" y="558"/>
                  </a:lnTo>
                  <a:lnTo>
                    <a:pt x="864" y="550"/>
                  </a:lnTo>
                  <a:lnTo>
                    <a:pt x="856" y="542"/>
                  </a:lnTo>
                  <a:lnTo>
                    <a:pt x="844" y="536"/>
                  </a:lnTo>
                  <a:lnTo>
                    <a:pt x="834" y="532"/>
                  </a:lnTo>
                  <a:lnTo>
                    <a:pt x="822" y="530"/>
                  </a:lnTo>
                  <a:lnTo>
                    <a:pt x="808" y="528"/>
                  </a:lnTo>
                  <a:lnTo>
                    <a:pt x="794" y="528"/>
                  </a:lnTo>
                  <a:lnTo>
                    <a:pt x="780" y="530"/>
                  </a:lnTo>
                  <a:lnTo>
                    <a:pt x="768" y="532"/>
                  </a:lnTo>
                  <a:lnTo>
                    <a:pt x="758" y="536"/>
                  </a:lnTo>
                  <a:lnTo>
                    <a:pt x="748" y="542"/>
                  </a:lnTo>
                  <a:lnTo>
                    <a:pt x="738" y="548"/>
                  </a:lnTo>
                  <a:lnTo>
                    <a:pt x="728" y="556"/>
                  </a:lnTo>
                  <a:lnTo>
                    <a:pt x="720" y="564"/>
                  </a:lnTo>
                  <a:lnTo>
                    <a:pt x="714" y="574"/>
                  </a:lnTo>
                  <a:lnTo>
                    <a:pt x="708" y="584"/>
                  </a:lnTo>
                  <a:lnTo>
                    <a:pt x="704" y="598"/>
                  </a:lnTo>
                  <a:lnTo>
                    <a:pt x="702" y="614"/>
                  </a:lnTo>
                  <a:lnTo>
                    <a:pt x="700" y="630"/>
                  </a:lnTo>
                  <a:lnTo>
                    <a:pt x="702" y="644"/>
                  </a:lnTo>
                  <a:lnTo>
                    <a:pt x="706" y="662"/>
                  </a:lnTo>
                  <a:lnTo>
                    <a:pt x="706" y="668"/>
                  </a:lnTo>
                  <a:lnTo>
                    <a:pt x="704" y="672"/>
                  </a:lnTo>
                  <a:lnTo>
                    <a:pt x="702" y="672"/>
                  </a:lnTo>
                  <a:lnTo>
                    <a:pt x="698" y="670"/>
                  </a:lnTo>
                  <a:lnTo>
                    <a:pt x="694" y="672"/>
                  </a:lnTo>
                  <a:lnTo>
                    <a:pt x="692" y="672"/>
                  </a:lnTo>
                  <a:lnTo>
                    <a:pt x="690" y="676"/>
                  </a:lnTo>
                  <a:lnTo>
                    <a:pt x="690" y="686"/>
                  </a:lnTo>
                  <a:lnTo>
                    <a:pt x="692" y="694"/>
                  </a:lnTo>
                  <a:lnTo>
                    <a:pt x="694" y="704"/>
                  </a:lnTo>
                  <a:lnTo>
                    <a:pt x="700" y="712"/>
                  </a:lnTo>
                  <a:lnTo>
                    <a:pt x="710" y="728"/>
                  </a:lnTo>
                  <a:lnTo>
                    <a:pt x="716" y="734"/>
                  </a:lnTo>
                  <a:lnTo>
                    <a:pt x="718" y="736"/>
                  </a:lnTo>
                  <a:lnTo>
                    <a:pt x="720" y="736"/>
                  </a:lnTo>
                  <a:lnTo>
                    <a:pt x="722" y="734"/>
                  </a:lnTo>
                  <a:lnTo>
                    <a:pt x="724" y="736"/>
                  </a:lnTo>
                  <a:lnTo>
                    <a:pt x="728" y="744"/>
                  </a:lnTo>
                  <a:lnTo>
                    <a:pt x="730" y="752"/>
                  </a:lnTo>
                  <a:lnTo>
                    <a:pt x="730" y="760"/>
                  </a:lnTo>
                  <a:lnTo>
                    <a:pt x="730" y="766"/>
                  </a:lnTo>
                  <a:lnTo>
                    <a:pt x="732" y="774"/>
                  </a:lnTo>
                  <a:lnTo>
                    <a:pt x="746" y="796"/>
                  </a:lnTo>
                  <a:lnTo>
                    <a:pt x="764" y="816"/>
                  </a:lnTo>
                  <a:lnTo>
                    <a:pt x="776" y="828"/>
                  </a:lnTo>
                  <a:lnTo>
                    <a:pt x="792" y="838"/>
                  </a:lnTo>
                  <a:lnTo>
                    <a:pt x="808" y="842"/>
                  </a:lnTo>
                  <a:lnTo>
                    <a:pt x="822" y="844"/>
                  </a:lnTo>
                  <a:lnTo>
                    <a:pt x="836" y="840"/>
                  </a:lnTo>
                  <a:lnTo>
                    <a:pt x="848" y="834"/>
                  </a:lnTo>
                  <a:lnTo>
                    <a:pt x="858" y="824"/>
                  </a:lnTo>
                  <a:lnTo>
                    <a:pt x="868" y="810"/>
                  </a:lnTo>
                  <a:lnTo>
                    <a:pt x="878" y="796"/>
                  </a:lnTo>
                  <a:lnTo>
                    <a:pt x="886" y="774"/>
                  </a:lnTo>
                  <a:lnTo>
                    <a:pt x="890" y="764"/>
                  </a:lnTo>
                  <a:lnTo>
                    <a:pt x="896" y="756"/>
                  </a:lnTo>
                  <a:lnTo>
                    <a:pt x="902" y="750"/>
                  </a:lnTo>
                  <a:lnTo>
                    <a:pt x="914" y="742"/>
                  </a:lnTo>
                  <a:lnTo>
                    <a:pt x="924" y="738"/>
                  </a:lnTo>
                  <a:lnTo>
                    <a:pt x="930" y="734"/>
                  </a:lnTo>
                  <a:lnTo>
                    <a:pt x="930" y="728"/>
                  </a:lnTo>
                  <a:lnTo>
                    <a:pt x="934" y="726"/>
                  </a:lnTo>
                  <a:lnTo>
                    <a:pt x="942" y="722"/>
                  </a:lnTo>
                  <a:lnTo>
                    <a:pt x="952" y="720"/>
                  </a:lnTo>
                  <a:lnTo>
                    <a:pt x="964" y="722"/>
                  </a:lnTo>
                  <a:lnTo>
                    <a:pt x="984" y="726"/>
                  </a:lnTo>
                  <a:lnTo>
                    <a:pt x="994" y="728"/>
                  </a:lnTo>
                  <a:lnTo>
                    <a:pt x="1000" y="728"/>
                  </a:lnTo>
                  <a:lnTo>
                    <a:pt x="1010" y="730"/>
                  </a:lnTo>
                  <a:lnTo>
                    <a:pt x="1036" y="742"/>
                  </a:lnTo>
                  <a:lnTo>
                    <a:pt x="1060" y="756"/>
                  </a:lnTo>
                  <a:lnTo>
                    <a:pt x="1074" y="766"/>
                  </a:lnTo>
                  <a:lnTo>
                    <a:pt x="1086" y="770"/>
                  </a:lnTo>
                  <a:lnTo>
                    <a:pt x="1092" y="772"/>
                  </a:lnTo>
                  <a:lnTo>
                    <a:pt x="1098" y="772"/>
                  </a:lnTo>
                  <a:lnTo>
                    <a:pt x="1112" y="776"/>
                  </a:lnTo>
                  <a:lnTo>
                    <a:pt x="1096" y="792"/>
                  </a:lnTo>
                  <a:lnTo>
                    <a:pt x="1080" y="810"/>
                  </a:lnTo>
                  <a:lnTo>
                    <a:pt x="1066" y="832"/>
                  </a:lnTo>
                  <a:lnTo>
                    <a:pt x="1062" y="842"/>
                  </a:lnTo>
                  <a:lnTo>
                    <a:pt x="1058" y="852"/>
                  </a:lnTo>
                  <a:lnTo>
                    <a:pt x="1056" y="862"/>
                  </a:lnTo>
                  <a:lnTo>
                    <a:pt x="1056" y="872"/>
                  </a:lnTo>
                  <a:lnTo>
                    <a:pt x="1058" y="892"/>
                  </a:lnTo>
                  <a:lnTo>
                    <a:pt x="1062" y="912"/>
                  </a:lnTo>
                  <a:lnTo>
                    <a:pt x="1068" y="934"/>
                  </a:lnTo>
                  <a:lnTo>
                    <a:pt x="1074" y="956"/>
                  </a:lnTo>
                  <a:lnTo>
                    <a:pt x="1078" y="976"/>
                  </a:lnTo>
                  <a:lnTo>
                    <a:pt x="1078" y="996"/>
                  </a:lnTo>
                  <a:lnTo>
                    <a:pt x="1078" y="1006"/>
                  </a:lnTo>
                  <a:lnTo>
                    <a:pt x="1076" y="1016"/>
                  </a:lnTo>
                  <a:lnTo>
                    <a:pt x="1070" y="1034"/>
                  </a:lnTo>
                  <a:lnTo>
                    <a:pt x="1066" y="1052"/>
                  </a:lnTo>
                  <a:lnTo>
                    <a:pt x="1064" y="1070"/>
                  </a:lnTo>
                  <a:lnTo>
                    <a:pt x="1064" y="1090"/>
                  </a:lnTo>
                  <a:lnTo>
                    <a:pt x="1066" y="1138"/>
                  </a:lnTo>
                  <a:lnTo>
                    <a:pt x="1064" y="1164"/>
                  </a:lnTo>
                  <a:lnTo>
                    <a:pt x="1062" y="1176"/>
                  </a:lnTo>
                  <a:lnTo>
                    <a:pt x="1060" y="1184"/>
                  </a:lnTo>
                  <a:lnTo>
                    <a:pt x="1056" y="1192"/>
                  </a:lnTo>
                  <a:lnTo>
                    <a:pt x="1054" y="1202"/>
                  </a:lnTo>
                  <a:lnTo>
                    <a:pt x="1054" y="1222"/>
                  </a:lnTo>
                  <a:lnTo>
                    <a:pt x="1054" y="1244"/>
                  </a:lnTo>
                  <a:lnTo>
                    <a:pt x="1052" y="1254"/>
                  </a:lnTo>
                  <a:lnTo>
                    <a:pt x="1050" y="1262"/>
                  </a:lnTo>
                  <a:lnTo>
                    <a:pt x="1044" y="1288"/>
                  </a:lnTo>
                  <a:lnTo>
                    <a:pt x="1040" y="1312"/>
                  </a:lnTo>
                  <a:lnTo>
                    <a:pt x="1038" y="1336"/>
                  </a:lnTo>
                  <a:lnTo>
                    <a:pt x="1038" y="1348"/>
                  </a:lnTo>
                  <a:lnTo>
                    <a:pt x="1040" y="1360"/>
                  </a:lnTo>
                  <a:lnTo>
                    <a:pt x="1050" y="1344"/>
                  </a:lnTo>
                  <a:lnTo>
                    <a:pt x="1062" y="1330"/>
                  </a:lnTo>
                  <a:lnTo>
                    <a:pt x="1076" y="1314"/>
                  </a:lnTo>
                  <a:lnTo>
                    <a:pt x="1092" y="1300"/>
                  </a:lnTo>
                  <a:lnTo>
                    <a:pt x="1108" y="1288"/>
                  </a:lnTo>
                  <a:lnTo>
                    <a:pt x="1124" y="1276"/>
                  </a:lnTo>
                  <a:lnTo>
                    <a:pt x="1142" y="1264"/>
                  </a:lnTo>
                  <a:lnTo>
                    <a:pt x="1158" y="1256"/>
                  </a:lnTo>
                  <a:lnTo>
                    <a:pt x="1206" y="1234"/>
                  </a:lnTo>
                  <a:lnTo>
                    <a:pt x="1254" y="1210"/>
                  </a:lnTo>
                  <a:lnTo>
                    <a:pt x="1348" y="1162"/>
                  </a:lnTo>
                  <a:lnTo>
                    <a:pt x="1390" y="1142"/>
                  </a:lnTo>
                  <a:lnTo>
                    <a:pt x="1412" y="1132"/>
                  </a:lnTo>
                  <a:lnTo>
                    <a:pt x="1432" y="1118"/>
                  </a:lnTo>
                  <a:lnTo>
                    <a:pt x="1444" y="1112"/>
                  </a:lnTo>
                  <a:lnTo>
                    <a:pt x="1456" y="1106"/>
                  </a:lnTo>
                  <a:lnTo>
                    <a:pt x="1480" y="1096"/>
                  </a:lnTo>
                  <a:lnTo>
                    <a:pt x="1506" y="1086"/>
                  </a:lnTo>
                  <a:lnTo>
                    <a:pt x="1532" y="1078"/>
                  </a:lnTo>
                  <a:lnTo>
                    <a:pt x="1552" y="1068"/>
                  </a:lnTo>
                  <a:lnTo>
                    <a:pt x="1572" y="1054"/>
                  </a:lnTo>
                  <a:lnTo>
                    <a:pt x="1590" y="1042"/>
                  </a:lnTo>
                  <a:lnTo>
                    <a:pt x="1612" y="1032"/>
                  </a:lnTo>
                  <a:lnTo>
                    <a:pt x="1626" y="1028"/>
                  </a:lnTo>
                  <a:lnTo>
                    <a:pt x="1640" y="1022"/>
                  </a:lnTo>
                  <a:lnTo>
                    <a:pt x="1666" y="1008"/>
                  </a:lnTo>
                  <a:lnTo>
                    <a:pt x="1690" y="992"/>
                  </a:lnTo>
                  <a:lnTo>
                    <a:pt x="1716" y="978"/>
                  </a:lnTo>
                  <a:lnTo>
                    <a:pt x="1720" y="976"/>
                  </a:lnTo>
                  <a:lnTo>
                    <a:pt x="1646" y="940"/>
                  </a:lnTo>
                  <a:lnTo>
                    <a:pt x="1610" y="920"/>
                  </a:lnTo>
                  <a:lnTo>
                    <a:pt x="1592" y="910"/>
                  </a:lnTo>
                  <a:lnTo>
                    <a:pt x="1574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76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39471" y="1562040"/>
            <a:ext cx="8675929" cy="2401329"/>
            <a:chOff x="152400" y="1350985"/>
            <a:chExt cx="8675929" cy="240132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1350985"/>
              <a:ext cx="4269029" cy="2401329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9300" y="1350985"/>
              <a:ext cx="4269029" cy="2401329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6" name="TextBox 5"/>
          <p:cNvSpPr txBox="1"/>
          <p:nvPr/>
        </p:nvSpPr>
        <p:spPr>
          <a:xfrm>
            <a:off x="1421485" y="415284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28385" y="415284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1549"/>
          </a:xfrm>
        </p:spPr>
        <p:txBody>
          <a:bodyPr/>
          <a:lstStyle/>
          <a:p>
            <a:pPr algn="ctr"/>
            <a:r>
              <a:rPr lang="zh-CN" altLang="en-US" dirty="0"/>
              <a:t>修</a:t>
            </a:r>
            <a:r>
              <a:rPr lang="zh-CN" altLang="en-US" dirty="0" smtClean="0"/>
              <a:t>改前后对比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6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62040"/>
            <a:ext cx="4269030" cy="24013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562040"/>
            <a:ext cx="4269030" cy="24013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21485" y="415284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28385" y="415284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1549"/>
          </a:xfrm>
        </p:spPr>
        <p:txBody>
          <a:bodyPr/>
          <a:lstStyle/>
          <a:p>
            <a:pPr algn="ctr"/>
            <a:r>
              <a:rPr lang="zh-CN" altLang="en-US" dirty="0"/>
              <a:t>修</a:t>
            </a:r>
            <a:r>
              <a:rPr lang="zh-CN" altLang="en-US" dirty="0" smtClean="0"/>
              <a:t>改前后对比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09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2423" y="978980"/>
            <a:ext cx="4999156" cy="2943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1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31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31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320067" y="2178020"/>
            <a:ext cx="78604" cy="14720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8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6268" y="2178020"/>
            <a:ext cx="78604" cy="14720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8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786775" y="2178020"/>
            <a:ext cx="78604" cy="147203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8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1017" y="2929686"/>
            <a:ext cx="4999156" cy="1247777"/>
          </a:xfrm>
          <a:prstGeom prst="rect">
            <a:avLst/>
          </a:prstGeom>
          <a:noFill/>
          <a:effectLst/>
        </p:spPr>
        <p:txBody>
          <a:bodyPr anchor="ctr">
            <a:spAutoFit/>
          </a:bodyPr>
          <a:lstStyle/>
          <a:p>
            <a:pPr eaLnBrk="0" fontAlgn="base" hangingPunct="0">
              <a:spcBef>
                <a:spcPts val="985"/>
              </a:spcBef>
              <a:spcAft>
                <a:spcPct val="0"/>
              </a:spcAft>
              <a:defRPr/>
            </a:pP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98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85"/>
              </a:spcBef>
              <a:spcAft>
                <a:spcPct val="0"/>
              </a:spcAft>
              <a:defRPr/>
            </a:pP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98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656"/>
              </a:spcBef>
              <a:spcAft>
                <a:spcPct val="0"/>
              </a:spcAft>
              <a:defRPr/>
            </a:pP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656"/>
              </a:spcBef>
              <a:spcAft>
                <a:spcPct val="0"/>
              </a:spcAft>
              <a:defRPr/>
            </a:pP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656"/>
              </a:spcBef>
              <a:spcAft>
                <a:spcPct val="0"/>
              </a:spcAft>
              <a:defRPr/>
            </a:pP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98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48207" y="3162703"/>
            <a:ext cx="46475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40" name="组合 18"/>
          <p:cNvGrpSpPr>
            <a:grpSpLocks/>
          </p:cNvGrpSpPr>
          <p:nvPr/>
        </p:nvGrpSpPr>
        <p:grpSpPr bwMode="auto">
          <a:xfrm>
            <a:off x="2131017" y="1803584"/>
            <a:ext cx="1063285" cy="742867"/>
            <a:chOff x="107380" y="2024805"/>
            <a:chExt cx="1944270" cy="1359149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8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4283" y="2383030"/>
              <a:ext cx="1727367" cy="10009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1412"/>
              <a:ext cx="504362" cy="4462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18441" name="组合 19"/>
          <p:cNvGrpSpPr>
            <a:grpSpLocks/>
          </p:cNvGrpSpPr>
          <p:nvPr/>
        </p:nvGrpSpPr>
        <p:grpSpPr bwMode="auto">
          <a:xfrm>
            <a:off x="3374375" y="1803584"/>
            <a:ext cx="1063285" cy="894447"/>
            <a:chOff x="107380" y="2024805"/>
            <a:chExt cx="1944270" cy="1636145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102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8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4283" y="2382956"/>
              <a:ext cx="1727367" cy="12779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1404"/>
              <a:ext cx="504362" cy="4461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18442" name="组合 23"/>
          <p:cNvGrpSpPr>
            <a:grpSpLocks/>
          </p:cNvGrpSpPr>
          <p:nvPr/>
        </p:nvGrpSpPr>
        <p:grpSpPr bwMode="auto">
          <a:xfrm>
            <a:off x="4596296" y="1803584"/>
            <a:ext cx="1063285" cy="742867"/>
            <a:chOff x="107380" y="2024805"/>
            <a:chExt cx="1944270" cy="1359149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8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4281" y="2383030"/>
              <a:ext cx="1727369" cy="10009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98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1412"/>
              <a:ext cx="504360" cy="4462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18443" name="组合 27"/>
          <p:cNvGrpSpPr>
            <a:grpSpLocks/>
          </p:cNvGrpSpPr>
          <p:nvPr/>
        </p:nvGrpSpPr>
        <p:grpSpPr bwMode="auto">
          <a:xfrm>
            <a:off x="5826791" y="1803584"/>
            <a:ext cx="1063285" cy="894447"/>
            <a:chOff x="107380" y="2024805"/>
            <a:chExt cx="1944270" cy="1636480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8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4283" y="2383030"/>
              <a:ext cx="1727367" cy="12782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1412"/>
              <a:ext cx="504362" cy="4462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8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646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3"/>
          <p:cNvGrpSpPr>
            <a:grpSpLocks/>
          </p:cNvGrpSpPr>
          <p:nvPr/>
        </p:nvGrpSpPr>
        <p:grpSpPr bwMode="auto">
          <a:xfrm>
            <a:off x="2073851" y="2925462"/>
            <a:ext cx="5013448" cy="899315"/>
            <a:chOff x="0" y="3359571"/>
            <a:chExt cx="9169004" cy="1644150"/>
          </a:xfrm>
        </p:grpSpPr>
        <p:sp>
          <p:nvSpPr>
            <p:cNvPr id="5" name="矩形 4"/>
            <p:cNvSpPr/>
            <p:nvPr/>
          </p:nvSpPr>
          <p:spPr>
            <a:xfrm>
              <a:off x="1244141" y="3973578"/>
              <a:ext cx="4574046" cy="5997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030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766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766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766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8560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37504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1666" y="4135572"/>
              <a:ext cx="3763787" cy="485981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7504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575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463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233" y="3613012"/>
              <a:ext cx="593320" cy="630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4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28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59524" y="3440567"/>
              <a:ext cx="3647626" cy="982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313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313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62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313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313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313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313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3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75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75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75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30097" y="4187828"/>
              <a:ext cx="1596994" cy="8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15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6405" y="4179990"/>
              <a:ext cx="1651884" cy="3945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7504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575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9469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5394" y="3965679"/>
                <a:ext cx="264248" cy="267909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75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9912" y="4211568"/>
                <a:ext cx="212867" cy="44040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575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7441" y="4182601"/>
              <a:ext cx="757986" cy="8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15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327" y="4838415"/>
              <a:ext cx="609001" cy="128026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37504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9472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7274" y="7222712"/>
                <a:ext cx="999008" cy="998648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37504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910" y="4355047"/>
              <a:ext cx="3240118" cy="399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37504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821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729830" y="1193339"/>
            <a:ext cx="3701491" cy="1613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969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969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1969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641"/>
              </a:spcBef>
              <a:spcAft>
                <a:spcPct val="0"/>
              </a:spcAft>
              <a:defRPr/>
            </a:pPr>
            <a:r>
              <a:rPr lang="zh-CN" altLang="en-US" sz="240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407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130</a:t>
            </a:r>
            <a:r>
              <a:rPr lang="zh-CN" altLang="en-US" sz="2407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407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641"/>
              </a:spcBef>
              <a:spcAft>
                <a:spcPct val="0"/>
              </a:spcAft>
              <a:defRPr/>
            </a:pPr>
            <a:r>
              <a:rPr lang="zh-CN" altLang="en-US" sz="153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53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53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53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1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31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1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3670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0F0"/>
      </a:accent1>
      <a:accent2>
        <a:srgbClr val="E36C0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Impact"/>
        <a:ea typeface="微软雅黑"/>
        <a:cs typeface=""/>
      </a:majorFont>
      <a:minorFont>
        <a:latin typeface="Impac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1003</Words>
  <Application>Microsoft Office PowerPoint</Application>
  <PresentationFormat>全屏显示(16:9)</PresentationFormat>
  <Paragraphs>167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HouseGenCol Printhouse</vt:lpstr>
      <vt:lpstr>方正正黑简体</vt:lpstr>
      <vt:lpstr>方正正中黑简体</vt:lpstr>
      <vt:lpstr>宋体</vt:lpstr>
      <vt:lpstr>微软雅黑</vt:lpstr>
      <vt:lpstr>Algerian</vt:lpstr>
      <vt:lpstr>Arial</vt:lpstr>
      <vt:lpstr>Calibri</vt:lpstr>
      <vt:lpstr>Calibri Light</vt:lpstr>
      <vt:lpstr>Impact</vt:lpstr>
      <vt:lpstr>Wingdings</vt:lpstr>
      <vt:lpstr>Office Theme</vt:lpstr>
      <vt:lpstr>1_默认设计模板</vt:lpstr>
      <vt:lpstr>轻  有  力</vt:lpstr>
      <vt:lpstr>目录</vt:lpstr>
      <vt:lpstr>PowerPoint 演示文稿</vt:lpstr>
      <vt:lpstr>1. 不同年代之间的差异和冲突，在90后这一代表现得特别明显。</vt:lpstr>
      <vt:lpstr>2.巨大的差异和冲突，如何平衡？</vt:lpstr>
      <vt:lpstr>PowerPoint 演示文稿</vt:lpstr>
      <vt:lpstr>1. 警惕自己对90后形成刻板的偏见</vt:lpstr>
      <vt:lpstr>2. 妥善处理90后的高期望</vt:lpstr>
      <vt:lpstr>3. 90后入职的第一天非常重要</vt:lpstr>
      <vt:lpstr>4. 利用团队的力量来化解与90后的冲突</vt:lpstr>
      <vt:lpstr>PowerPoint 演示文稿</vt:lpstr>
      <vt:lpstr>1. “管理者”与“准父母”双重角色并行</vt:lpstr>
      <vt:lpstr>2. 让90后“参与”是最大的认可</vt:lpstr>
      <vt:lpstr>3. 面对90后，需要成为教练型管理者</vt:lpstr>
      <vt:lpstr>4. 教会90后“战略性思考”能力</vt:lpstr>
      <vt:lpstr>PowerPoint 演示文稿</vt:lpstr>
      <vt:lpstr>1. 对工作重新进行“包装设计”</vt:lpstr>
      <vt:lpstr>2. 把“潜规则”都变成“显规则”</vt:lpstr>
      <vt:lpstr>3. 让90后一次只做好一件事</vt:lpstr>
      <vt:lpstr>4. 不要把金钱当成唯一的奖励</vt:lpstr>
      <vt:lpstr>Thank you</vt:lpstr>
      <vt:lpstr>修改前后对比</vt:lpstr>
      <vt:lpstr>修改前后对比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Zeng, Riky</dc:creator>
  <cp:lastModifiedBy>小巴</cp:lastModifiedBy>
  <cp:revision>176</cp:revision>
  <dcterms:created xsi:type="dcterms:W3CDTF">2006-08-16T00:00:00Z</dcterms:created>
  <dcterms:modified xsi:type="dcterms:W3CDTF">2014-07-10T00:15:09Z</dcterms:modified>
</cp:coreProperties>
</file>