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2" r:id="rId5"/>
    <p:sldId id="261" r:id="rId6"/>
    <p:sldId id="263" r:id="rId7"/>
    <p:sldId id="264" r:id="rId8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5" userDrawn="1">
          <p15:clr>
            <a:srgbClr val="A4A3A4"/>
          </p15:clr>
        </p15:guide>
        <p15:guide id="3" pos="2160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5" orient="horz" pos="4254" userDrawn="1">
          <p15:clr>
            <a:srgbClr val="A4A3A4"/>
          </p15:clr>
        </p15:guide>
        <p15:guide id="6" pos="799" userDrawn="1">
          <p15:clr>
            <a:srgbClr val="A4A3A4"/>
          </p15:clr>
        </p15:guide>
        <p15:guide id="7" pos="3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5755C"/>
    <a:srgbClr val="232223"/>
    <a:srgbClr val="3A3A3A"/>
    <a:srgbClr val="262626"/>
    <a:srgbClr val="1A1A22"/>
    <a:srgbClr val="404040"/>
    <a:srgbClr val="059173"/>
    <a:srgbClr val="046C56"/>
    <a:srgbClr val="034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16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4626" y="1380"/>
      </p:cViewPr>
      <p:guideLst>
        <p:guide orient="horz" pos="5955"/>
        <p:guide pos="2160"/>
        <p:guide orient="horz"/>
        <p:guide orient="horz" pos="4254"/>
        <p:guide pos="799"/>
        <p:guide pos="352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307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49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09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41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53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42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97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7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FC21D-F234-49DF-899D-67F225906A9D}" type="datetimeFigureOut">
              <a:rPr lang="zh-CN" altLang="en-US" smtClean="0"/>
              <a:t>2014/11/17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A2DF0-D895-42F3-89E4-242C6610D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36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638274" y="3972647"/>
            <a:ext cx="1737235" cy="1786427"/>
          </a:xfrm>
          <a:prstGeom prst="rect">
            <a:avLst/>
          </a:prstGeom>
          <a:solidFill>
            <a:srgbClr val="05755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5" name="直接连接符 294"/>
          <p:cNvCxnSpPr/>
          <p:nvPr/>
        </p:nvCxnSpPr>
        <p:spPr>
          <a:xfrm flipH="1">
            <a:off x="4221550" y="8849377"/>
            <a:ext cx="37914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flipH="1">
            <a:off x="542929" y="7096358"/>
            <a:ext cx="3246438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矩形 281"/>
          <p:cNvSpPr/>
          <p:nvPr/>
        </p:nvSpPr>
        <p:spPr>
          <a:xfrm>
            <a:off x="554284" y="7126329"/>
            <a:ext cx="2881667" cy="1211477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/>
          <p:cNvSpPr/>
          <p:nvPr/>
        </p:nvSpPr>
        <p:spPr>
          <a:xfrm>
            <a:off x="-16127" y="3564277"/>
            <a:ext cx="6882469" cy="543124"/>
          </a:xfrm>
          <a:prstGeom prst="rect">
            <a:avLst/>
          </a:prstGeom>
          <a:solidFill>
            <a:srgbClr val="23222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3" name="直接连接符 242"/>
          <p:cNvCxnSpPr/>
          <p:nvPr/>
        </p:nvCxnSpPr>
        <p:spPr>
          <a:xfrm>
            <a:off x="3963047" y="5274122"/>
            <a:ext cx="0" cy="4640580"/>
          </a:xfrm>
          <a:prstGeom prst="line">
            <a:avLst/>
          </a:prstGeom>
          <a:ln w="11430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0" y="921104"/>
            <a:ext cx="6858000" cy="2239141"/>
          </a:xfrm>
          <a:prstGeom prst="rect">
            <a:avLst/>
          </a:prstGeom>
          <a:solidFill>
            <a:srgbClr val="057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-1266"/>
            <a:ext cx="6858000" cy="513983"/>
          </a:xfrm>
          <a:prstGeom prst="rect">
            <a:avLst/>
          </a:prstGeom>
          <a:solidFill>
            <a:srgbClr val="23222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696046" y="-1266"/>
            <a:ext cx="8954" cy="510808"/>
            <a:chOff x="1696046" y="-6028"/>
            <a:chExt cx="8954" cy="648072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2230884" y="-268"/>
            <a:ext cx="8954" cy="510808"/>
            <a:chOff x="1696046" y="-6028"/>
            <a:chExt cx="8954" cy="64807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2765722" y="-268"/>
            <a:ext cx="8954" cy="510808"/>
            <a:chOff x="1696046" y="-6028"/>
            <a:chExt cx="8954" cy="648072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3835400" y="-268"/>
            <a:ext cx="8954" cy="510808"/>
            <a:chOff x="1696046" y="-6028"/>
            <a:chExt cx="8954" cy="648072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3300561" y="-268"/>
            <a:ext cx="8954" cy="510808"/>
            <a:chOff x="1696046" y="-6028"/>
            <a:chExt cx="8954" cy="648072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2"/>
          <a:srcRect l="11943" r="6108" b="23337"/>
          <a:stretch/>
        </p:blipFill>
        <p:spPr>
          <a:xfrm>
            <a:off x="220560" y="35525"/>
            <a:ext cx="1359449" cy="406746"/>
          </a:xfrm>
          <a:prstGeom prst="rect">
            <a:avLst/>
          </a:prstGeom>
        </p:spPr>
      </p:pic>
      <p:sp>
        <p:nvSpPr>
          <p:cNvPr id="34" name="KSO_Shape"/>
          <p:cNvSpPr/>
          <p:nvPr/>
        </p:nvSpPr>
        <p:spPr>
          <a:xfrm>
            <a:off x="2422619" y="162060"/>
            <a:ext cx="167888" cy="169870"/>
          </a:xfrm>
          <a:custGeom>
            <a:avLst/>
            <a:gdLst>
              <a:gd name="connsiteX0" fmla="*/ 876522 w 1879600"/>
              <a:gd name="connsiteY0" fmla="*/ 1026915 h 1901723"/>
              <a:gd name="connsiteX1" fmla="*/ 1879600 w 1879600"/>
              <a:gd name="connsiteY1" fmla="*/ 1035310 h 1901723"/>
              <a:gd name="connsiteX2" fmla="*/ 1879600 w 1879600"/>
              <a:gd name="connsiteY2" fmla="*/ 1901723 h 1901723"/>
              <a:gd name="connsiteX3" fmla="*/ 876522 w 1879600"/>
              <a:gd name="connsiteY3" fmla="*/ 1775813 h 1901723"/>
              <a:gd name="connsiteX4" fmla="*/ 0 w 1879600"/>
              <a:gd name="connsiteY4" fmla="*/ 1014080 h 1901723"/>
              <a:gd name="connsiteX5" fmla="*/ 717549 w 1879600"/>
              <a:gd name="connsiteY5" fmla="*/ 1026818 h 1901723"/>
              <a:gd name="connsiteX6" fmla="*/ 717549 w 1879600"/>
              <a:gd name="connsiteY6" fmla="*/ 1753167 h 1901723"/>
              <a:gd name="connsiteX7" fmla="*/ 0 w 1879600"/>
              <a:gd name="connsiteY7" fmla="*/ 1642117 h 1901723"/>
              <a:gd name="connsiteX8" fmla="*/ 717549 w 1879600"/>
              <a:gd name="connsiteY8" fmla="*/ 159389 h 1901723"/>
              <a:gd name="connsiteX9" fmla="*/ 717549 w 1879600"/>
              <a:gd name="connsiteY9" fmla="*/ 883871 h 1901723"/>
              <a:gd name="connsiteX10" fmla="*/ 0 w 1879600"/>
              <a:gd name="connsiteY10" fmla="*/ 908194 h 1901723"/>
              <a:gd name="connsiteX11" fmla="*/ 0 w 1879600"/>
              <a:gd name="connsiteY11" fmla="*/ 256684 h 1901723"/>
              <a:gd name="connsiteX12" fmla="*/ 1879600 w 1879600"/>
              <a:gd name="connsiteY12" fmla="*/ 0 h 1901723"/>
              <a:gd name="connsiteX13" fmla="*/ 1879600 w 1879600"/>
              <a:gd name="connsiteY13" fmla="*/ 872112 h 1901723"/>
              <a:gd name="connsiteX14" fmla="*/ 879497 w 1879600"/>
              <a:gd name="connsiteY14" fmla="*/ 880660 h 1901723"/>
              <a:gd name="connsiteX15" fmla="*/ 876522 w 1879600"/>
              <a:gd name="connsiteY15" fmla="*/ 626314 h 1901723"/>
              <a:gd name="connsiteX16" fmla="*/ 876522 w 1879600"/>
              <a:gd name="connsiteY16" fmla="*/ 144511 h 1901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79600" h="1901723">
                <a:moveTo>
                  <a:pt x="876522" y="1026915"/>
                </a:moveTo>
                <a:lnTo>
                  <a:pt x="1879600" y="1035310"/>
                </a:lnTo>
                <a:lnTo>
                  <a:pt x="1879600" y="1901723"/>
                </a:lnTo>
                <a:lnTo>
                  <a:pt x="876522" y="1775813"/>
                </a:lnTo>
                <a:close/>
                <a:moveTo>
                  <a:pt x="0" y="1014080"/>
                </a:moveTo>
                <a:lnTo>
                  <a:pt x="717549" y="1026818"/>
                </a:lnTo>
                <a:lnTo>
                  <a:pt x="717549" y="1753167"/>
                </a:lnTo>
                <a:lnTo>
                  <a:pt x="0" y="1642117"/>
                </a:lnTo>
                <a:close/>
                <a:moveTo>
                  <a:pt x="717549" y="159389"/>
                </a:moveTo>
                <a:lnTo>
                  <a:pt x="717549" y="883871"/>
                </a:lnTo>
                <a:lnTo>
                  <a:pt x="0" y="908194"/>
                </a:lnTo>
                <a:lnTo>
                  <a:pt x="0" y="256684"/>
                </a:lnTo>
                <a:close/>
                <a:moveTo>
                  <a:pt x="1879600" y="0"/>
                </a:moveTo>
                <a:lnTo>
                  <a:pt x="1879600" y="872112"/>
                </a:lnTo>
                <a:lnTo>
                  <a:pt x="879497" y="880660"/>
                </a:lnTo>
                <a:lnTo>
                  <a:pt x="876522" y="626314"/>
                </a:lnTo>
                <a:lnTo>
                  <a:pt x="876522" y="144511"/>
                </a:lnTo>
                <a:close/>
              </a:path>
            </a:pathLst>
          </a:custGeom>
          <a:solidFill>
            <a:srgbClr val="FA7C3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5" name="KSO_Shape"/>
          <p:cNvSpPr>
            <a:spLocks/>
          </p:cNvSpPr>
          <p:nvPr/>
        </p:nvSpPr>
        <p:spPr bwMode="auto">
          <a:xfrm>
            <a:off x="1869890" y="147390"/>
            <a:ext cx="201856" cy="183016"/>
          </a:xfrm>
          <a:custGeom>
            <a:avLst/>
            <a:gdLst>
              <a:gd name="T0" fmla="*/ 0 w 63"/>
              <a:gd name="T1" fmla="*/ 2147483646 h 57"/>
              <a:gd name="T2" fmla="*/ 2147483646 w 63"/>
              <a:gd name="T3" fmla="*/ 2147483646 h 57"/>
              <a:gd name="T4" fmla="*/ 2147483646 w 63"/>
              <a:gd name="T5" fmla="*/ 2147483646 h 57"/>
              <a:gd name="T6" fmla="*/ 2147483646 w 63"/>
              <a:gd name="T7" fmla="*/ 2147483646 h 57"/>
              <a:gd name="T8" fmla="*/ 2147483646 w 63"/>
              <a:gd name="T9" fmla="*/ 0 h 57"/>
              <a:gd name="T10" fmla="*/ 2147483646 w 63"/>
              <a:gd name="T11" fmla="*/ 2147483646 h 57"/>
              <a:gd name="T12" fmla="*/ 2147483646 w 63"/>
              <a:gd name="T13" fmla="*/ 2147483646 h 57"/>
              <a:gd name="T14" fmla="*/ 0 w 63"/>
              <a:gd name="T15" fmla="*/ 2147483646 h 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3" h="57">
                <a:moveTo>
                  <a:pt x="0" y="55"/>
                </a:moveTo>
                <a:cubicBezTo>
                  <a:pt x="0" y="55"/>
                  <a:pt x="0" y="57"/>
                  <a:pt x="4" y="57"/>
                </a:cubicBezTo>
                <a:cubicBezTo>
                  <a:pt x="3" y="54"/>
                  <a:pt x="11" y="45"/>
                  <a:pt x="11" y="45"/>
                </a:cubicBezTo>
                <a:cubicBezTo>
                  <a:pt x="11" y="45"/>
                  <a:pt x="25" y="54"/>
                  <a:pt x="40" y="39"/>
                </a:cubicBezTo>
                <a:cubicBezTo>
                  <a:pt x="54" y="23"/>
                  <a:pt x="44" y="11"/>
                  <a:pt x="63" y="0"/>
                </a:cubicBezTo>
                <a:cubicBezTo>
                  <a:pt x="17" y="10"/>
                  <a:pt x="7" y="24"/>
                  <a:pt x="8" y="43"/>
                </a:cubicBezTo>
                <a:cubicBezTo>
                  <a:pt x="12" y="34"/>
                  <a:pt x="24" y="22"/>
                  <a:pt x="34" y="17"/>
                </a:cubicBezTo>
                <a:cubicBezTo>
                  <a:pt x="17" y="29"/>
                  <a:pt x="5" y="47"/>
                  <a:pt x="0" y="55"/>
                </a:cubicBezTo>
                <a:close/>
              </a:path>
            </a:pathLst>
          </a:custGeom>
          <a:solidFill>
            <a:srgbClr val="A5ED3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KSO_Shape"/>
          <p:cNvSpPr/>
          <p:nvPr/>
        </p:nvSpPr>
        <p:spPr>
          <a:xfrm>
            <a:off x="3466675" y="160097"/>
            <a:ext cx="232508" cy="189106"/>
          </a:xfrm>
          <a:custGeom>
            <a:avLst/>
            <a:gdLst/>
            <a:ahLst/>
            <a:cxnLst/>
            <a:rect l="l" t="t" r="r" b="b"/>
            <a:pathLst>
              <a:path w="684048" h="556307">
                <a:moveTo>
                  <a:pt x="222901" y="383453"/>
                </a:moveTo>
                <a:cubicBezTo>
                  <a:pt x="218315" y="383977"/>
                  <a:pt x="213613" y="385281"/>
                  <a:pt x="209039" y="387420"/>
                </a:cubicBezTo>
                <a:cubicBezTo>
                  <a:pt x="190739" y="395979"/>
                  <a:pt x="181407" y="414680"/>
                  <a:pt x="188193" y="429191"/>
                </a:cubicBezTo>
                <a:cubicBezTo>
                  <a:pt x="194980" y="443702"/>
                  <a:pt x="215317" y="448527"/>
                  <a:pt x="233616" y="439969"/>
                </a:cubicBezTo>
                <a:cubicBezTo>
                  <a:pt x="251915" y="431410"/>
                  <a:pt x="261248" y="412709"/>
                  <a:pt x="254461" y="398198"/>
                </a:cubicBezTo>
                <a:cubicBezTo>
                  <a:pt x="249371" y="387315"/>
                  <a:pt x="236659" y="381879"/>
                  <a:pt x="222901" y="383453"/>
                </a:cubicBezTo>
                <a:close/>
                <a:moveTo>
                  <a:pt x="284035" y="369073"/>
                </a:moveTo>
                <a:cubicBezTo>
                  <a:pt x="281538" y="368297"/>
                  <a:pt x="278657" y="368441"/>
                  <a:pt x="275985" y="369691"/>
                </a:cubicBezTo>
                <a:cubicBezTo>
                  <a:pt x="270641" y="372190"/>
                  <a:pt x="268154" y="378164"/>
                  <a:pt x="270432" y="383034"/>
                </a:cubicBezTo>
                <a:cubicBezTo>
                  <a:pt x="272710" y="387904"/>
                  <a:pt x="278888" y="389825"/>
                  <a:pt x="284233" y="387325"/>
                </a:cubicBezTo>
                <a:cubicBezTo>
                  <a:pt x="289577" y="384826"/>
                  <a:pt x="292063" y="378852"/>
                  <a:pt x="289785" y="373982"/>
                </a:cubicBezTo>
                <a:cubicBezTo>
                  <a:pt x="288647" y="371547"/>
                  <a:pt x="286533" y="369850"/>
                  <a:pt x="284035" y="369073"/>
                </a:cubicBezTo>
                <a:close/>
                <a:moveTo>
                  <a:pt x="266604" y="297070"/>
                </a:moveTo>
                <a:cubicBezTo>
                  <a:pt x="319078" y="300338"/>
                  <a:pt x="362309" y="335548"/>
                  <a:pt x="367763" y="383070"/>
                </a:cubicBezTo>
                <a:cubicBezTo>
                  <a:pt x="373996" y="437381"/>
                  <a:pt x="328527" y="487207"/>
                  <a:pt x="266205" y="494360"/>
                </a:cubicBezTo>
                <a:cubicBezTo>
                  <a:pt x="203883" y="501513"/>
                  <a:pt x="148308" y="463284"/>
                  <a:pt x="142074" y="408972"/>
                </a:cubicBezTo>
                <a:cubicBezTo>
                  <a:pt x="135841" y="354661"/>
                  <a:pt x="181310" y="304835"/>
                  <a:pt x="243632" y="297682"/>
                </a:cubicBezTo>
                <a:cubicBezTo>
                  <a:pt x="251423" y="296788"/>
                  <a:pt x="259108" y="296603"/>
                  <a:pt x="266604" y="297070"/>
                </a:cubicBezTo>
                <a:close/>
                <a:moveTo>
                  <a:pt x="297042" y="252387"/>
                </a:moveTo>
                <a:cubicBezTo>
                  <a:pt x="283618" y="252176"/>
                  <a:pt x="269820" y="252839"/>
                  <a:pt x="255793" y="254449"/>
                </a:cubicBezTo>
                <a:cubicBezTo>
                  <a:pt x="143583" y="267328"/>
                  <a:pt x="59288" y="335880"/>
                  <a:pt x="67516" y="407566"/>
                </a:cubicBezTo>
                <a:cubicBezTo>
                  <a:pt x="75743" y="479252"/>
                  <a:pt x="173377" y="526925"/>
                  <a:pt x="285587" y="514046"/>
                </a:cubicBezTo>
                <a:cubicBezTo>
                  <a:pt x="397797" y="501168"/>
                  <a:pt x="482091" y="432615"/>
                  <a:pt x="473864" y="360929"/>
                </a:cubicBezTo>
                <a:cubicBezTo>
                  <a:pt x="466665" y="298204"/>
                  <a:pt x="391015" y="253864"/>
                  <a:pt x="297042" y="252387"/>
                </a:cubicBezTo>
                <a:close/>
                <a:moveTo>
                  <a:pt x="509416" y="97868"/>
                </a:moveTo>
                <a:cubicBezTo>
                  <a:pt x="544841" y="99182"/>
                  <a:pt x="588107" y="127580"/>
                  <a:pt x="590257" y="183051"/>
                </a:cubicBezTo>
                <a:cubicBezTo>
                  <a:pt x="592352" y="199448"/>
                  <a:pt x="588214" y="215684"/>
                  <a:pt x="579852" y="229407"/>
                </a:cubicBezTo>
                <a:lnTo>
                  <a:pt x="580228" y="229581"/>
                </a:lnTo>
                <a:cubicBezTo>
                  <a:pt x="580244" y="229743"/>
                  <a:pt x="580186" y="229872"/>
                  <a:pt x="580126" y="230000"/>
                </a:cubicBezTo>
                <a:lnTo>
                  <a:pt x="578707" y="232024"/>
                </a:lnTo>
                <a:cubicBezTo>
                  <a:pt x="578590" y="232839"/>
                  <a:pt x="578192" y="233485"/>
                  <a:pt x="577787" y="234126"/>
                </a:cubicBezTo>
                <a:lnTo>
                  <a:pt x="577385" y="233908"/>
                </a:lnTo>
                <a:cubicBezTo>
                  <a:pt x="572286" y="241165"/>
                  <a:pt x="563167" y="244302"/>
                  <a:pt x="554750" y="241632"/>
                </a:cubicBezTo>
                <a:lnTo>
                  <a:pt x="548315" y="238643"/>
                </a:lnTo>
                <a:cubicBezTo>
                  <a:pt x="539522" y="233101"/>
                  <a:pt x="536249" y="221620"/>
                  <a:pt x="540834" y="211750"/>
                </a:cubicBezTo>
                <a:lnTo>
                  <a:pt x="541088" y="211402"/>
                </a:lnTo>
                <a:lnTo>
                  <a:pt x="541243" y="211474"/>
                </a:lnTo>
                <a:cubicBezTo>
                  <a:pt x="549302" y="193084"/>
                  <a:pt x="546794" y="175359"/>
                  <a:pt x="541863" y="165391"/>
                </a:cubicBezTo>
                <a:cubicBezTo>
                  <a:pt x="534763" y="151042"/>
                  <a:pt x="514479" y="135118"/>
                  <a:pt x="480142" y="145181"/>
                </a:cubicBezTo>
                <a:lnTo>
                  <a:pt x="480025" y="144483"/>
                </a:lnTo>
                <a:cubicBezTo>
                  <a:pt x="471706" y="144624"/>
                  <a:pt x="464282" y="140887"/>
                  <a:pt x="461009" y="134412"/>
                </a:cubicBezTo>
                <a:lnTo>
                  <a:pt x="458966" y="128175"/>
                </a:lnTo>
                <a:cubicBezTo>
                  <a:pt x="457496" y="119354"/>
                  <a:pt x="463572" y="110158"/>
                  <a:pt x="473636" y="106144"/>
                </a:cubicBezTo>
                <a:lnTo>
                  <a:pt x="473571" y="105761"/>
                </a:lnTo>
                <a:cubicBezTo>
                  <a:pt x="485121" y="99922"/>
                  <a:pt x="497817" y="97438"/>
                  <a:pt x="509416" y="97868"/>
                </a:cubicBezTo>
                <a:close/>
                <a:moveTo>
                  <a:pt x="286518" y="82088"/>
                </a:moveTo>
                <a:cubicBezTo>
                  <a:pt x="376738" y="91976"/>
                  <a:pt x="317665" y="163994"/>
                  <a:pt x="337363" y="184000"/>
                </a:cubicBezTo>
                <a:cubicBezTo>
                  <a:pt x="387081" y="179119"/>
                  <a:pt x="437510" y="146098"/>
                  <a:pt x="486517" y="169358"/>
                </a:cubicBezTo>
                <a:cubicBezTo>
                  <a:pt x="533076" y="203014"/>
                  <a:pt x="494312" y="233925"/>
                  <a:pt x="501054" y="264835"/>
                </a:cubicBezTo>
                <a:cubicBezTo>
                  <a:pt x="649340" y="323962"/>
                  <a:pt x="585744" y="409170"/>
                  <a:pt x="562675" y="436725"/>
                </a:cubicBezTo>
                <a:cubicBezTo>
                  <a:pt x="354965" y="648778"/>
                  <a:pt x="45454" y="533772"/>
                  <a:pt x="10807" y="435328"/>
                </a:cubicBezTo>
                <a:cubicBezTo>
                  <a:pt x="-41075" y="330306"/>
                  <a:pt x="100878" y="89491"/>
                  <a:pt x="286518" y="82088"/>
                </a:cubicBezTo>
                <a:close/>
                <a:moveTo>
                  <a:pt x="489068" y="0"/>
                </a:moveTo>
                <a:cubicBezTo>
                  <a:pt x="596753" y="0"/>
                  <a:pt x="684048" y="87296"/>
                  <a:pt x="684048" y="194980"/>
                </a:cubicBezTo>
                <a:cubicBezTo>
                  <a:pt x="684048" y="216847"/>
                  <a:pt x="680448" y="237874"/>
                  <a:pt x="672966" y="257215"/>
                </a:cubicBezTo>
                <a:lnTo>
                  <a:pt x="672379" y="257003"/>
                </a:lnTo>
                <a:cubicBezTo>
                  <a:pt x="668967" y="265617"/>
                  <a:pt x="657523" y="269364"/>
                  <a:pt x="645725" y="265916"/>
                </a:cubicBezTo>
                <a:lnTo>
                  <a:pt x="637884" y="262819"/>
                </a:lnTo>
                <a:cubicBezTo>
                  <a:pt x="627530" y="257587"/>
                  <a:pt x="621785" y="247890"/>
                  <a:pt x="624308" y="239644"/>
                </a:cubicBezTo>
                <a:lnTo>
                  <a:pt x="623975" y="239524"/>
                </a:lnTo>
                <a:cubicBezTo>
                  <a:pt x="629260" y="225659"/>
                  <a:pt x="631774" y="210613"/>
                  <a:pt x="631774" y="194980"/>
                </a:cubicBezTo>
                <a:cubicBezTo>
                  <a:pt x="631774" y="116165"/>
                  <a:pt x="567883" y="52274"/>
                  <a:pt x="489068" y="52274"/>
                </a:cubicBezTo>
                <a:lnTo>
                  <a:pt x="469942" y="54202"/>
                </a:lnTo>
                <a:lnTo>
                  <a:pt x="469951" y="54239"/>
                </a:lnTo>
                <a:cubicBezTo>
                  <a:pt x="469861" y="54366"/>
                  <a:pt x="469744" y="54397"/>
                  <a:pt x="469627" y="54427"/>
                </a:cubicBezTo>
                <a:cubicBezTo>
                  <a:pt x="460634" y="56697"/>
                  <a:pt x="450861" y="49439"/>
                  <a:pt x="446718" y="37636"/>
                </a:cubicBezTo>
                <a:lnTo>
                  <a:pt x="444619" y="29323"/>
                </a:lnTo>
                <a:cubicBezTo>
                  <a:pt x="442667" y="16995"/>
                  <a:pt x="447797" y="5987"/>
                  <a:pt x="456757" y="3699"/>
                </a:cubicBezTo>
                <a:lnTo>
                  <a:pt x="456661" y="3267"/>
                </a:lnTo>
                <a:cubicBezTo>
                  <a:pt x="467135" y="923"/>
                  <a:pt x="477994" y="0"/>
                  <a:pt x="489068" y="0"/>
                </a:cubicBezTo>
                <a:close/>
              </a:path>
            </a:pathLst>
          </a:custGeom>
          <a:solidFill>
            <a:srgbClr val="F83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7" name="KSO_Shape"/>
          <p:cNvSpPr/>
          <p:nvPr/>
        </p:nvSpPr>
        <p:spPr>
          <a:xfrm>
            <a:off x="2928753" y="150105"/>
            <a:ext cx="214128" cy="199498"/>
          </a:xfrm>
          <a:custGeom>
            <a:avLst/>
            <a:gdLst/>
            <a:ahLst/>
            <a:cxnLst/>
            <a:rect l="l" t="t" r="r" b="b"/>
            <a:pathLst>
              <a:path w="969654" h="903534">
                <a:moveTo>
                  <a:pt x="813088" y="487443"/>
                </a:moveTo>
                <a:cubicBezTo>
                  <a:pt x="793206" y="487443"/>
                  <a:pt x="777088" y="503561"/>
                  <a:pt x="777088" y="523443"/>
                </a:cubicBezTo>
                <a:cubicBezTo>
                  <a:pt x="777088" y="543325"/>
                  <a:pt x="793206" y="559443"/>
                  <a:pt x="813088" y="559443"/>
                </a:cubicBezTo>
                <a:cubicBezTo>
                  <a:pt x="832970" y="559443"/>
                  <a:pt x="849088" y="543325"/>
                  <a:pt x="849088" y="523443"/>
                </a:cubicBezTo>
                <a:cubicBezTo>
                  <a:pt x="849088" y="503561"/>
                  <a:pt x="832970" y="487443"/>
                  <a:pt x="813088" y="487443"/>
                </a:cubicBezTo>
                <a:close/>
                <a:moveTo>
                  <a:pt x="606961" y="487443"/>
                </a:moveTo>
                <a:cubicBezTo>
                  <a:pt x="587079" y="487443"/>
                  <a:pt x="570961" y="503561"/>
                  <a:pt x="570961" y="523443"/>
                </a:cubicBezTo>
                <a:cubicBezTo>
                  <a:pt x="570961" y="543325"/>
                  <a:pt x="587079" y="559443"/>
                  <a:pt x="606961" y="559443"/>
                </a:cubicBezTo>
                <a:cubicBezTo>
                  <a:pt x="626843" y="559443"/>
                  <a:pt x="642961" y="543325"/>
                  <a:pt x="642961" y="523443"/>
                </a:cubicBezTo>
                <a:cubicBezTo>
                  <a:pt x="642961" y="503561"/>
                  <a:pt x="626843" y="487443"/>
                  <a:pt x="606961" y="487443"/>
                </a:cubicBezTo>
                <a:close/>
                <a:moveTo>
                  <a:pt x="691345" y="336511"/>
                </a:moveTo>
                <a:cubicBezTo>
                  <a:pt x="769490" y="335080"/>
                  <a:pt x="847112" y="364668"/>
                  <a:pt x="901758" y="422110"/>
                </a:cubicBezTo>
                <a:cubicBezTo>
                  <a:pt x="999759" y="525126"/>
                  <a:pt x="990612" y="681640"/>
                  <a:pt x="881173" y="774306"/>
                </a:cubicBezTo>
                <a:lnTo>
                  <a:pt x="905846" y="903534"/>
                </a:lnTo>
                <a:lnTo>
                  <a:pt x="792422" y="824563"/>
                </a:lnTo>
                <a:cubicBezTo>
                  <a:pt x="666952" y="867914"/>
                  <a:pt x="525982" y="820668"/>
                  <a:pt x="459770" y="713074"/>
                </a:cubicBezTo>
                <a:cubicBezTo>
                  <a:pt x="386891" y="594648"/>
                  <a:pt x="429055" y="444146"/>
                  <a:pt x="554971" y="373268"/>
                </a:cubicBezTo>
                <a:cubicBezTo>
                  <a:pt x="597384" y="349394"/>
                  <a:pt x="644458" y="337369"/>
                  <a:pt x="691345" y="336511"/>
                </a:cubicBezTo>
                <a:close/>
                <a:moveTo>
                  <a:pt x="547874" y="187267"/>
                </a:moveTo>
                <a:cubicBezTo>
                  <a:pt x="518051" y="187267"/>
                  <a:pt x="493874" y="211444"/>
                  <a:pt x="493874" y="241267"/>
                </a:cubicBezTo>
                <a:cubicBezTo>
                  <a:pt x="493874" y="271090"/>
                  <a:pt x="518051" y="295267"/>
                  <a:pt x="547874" y="295267"/>
                </a:cubicBezTo>
                <a:cubicBezTo>
                  <a:pt x="577697" y="295267"/>
                  <a:pt x="601874" y="271090"/>
                  <a:pt x="601874" y="241267"/>
                </a:cubicBezTo>
                <a:cubicBezTo>
                  <a:pt x="601874" y="211444"/>
                  <a:pt x="577697" y="187267"/>
                  <a:pt x="547874" y="187267"/>
                </a:cubicBezTo>
                <a:close/>
                <a:moveTo>
                  <a:pt x="294449" y="187267"/>
                </a:moveTo>
                <a:cubicBezTo>
                  <a:pt x="264626" y="187267"/>
                  <a:pt x="240449" y="211444"/>
                  <a:pt x="240449" y="241267"/>
                </a:cubicBezTo>
                <a:cubicBezTo>
                  <a:pt x="240449" y="271090"/>
                  <a:pt x="264626" y="295267"/>
                  <a:pt x="294449" y="295267"/>
                </a:cubicBezTo>
                <a:cubicBezTo>
                  <a:pt x="324272" y="295267"/>
                  <a:pt x="348449" y="271090"/>
                  <a:pt x="348449" y="241267"/>
                </a:cubicBezTo>
                <a:cubicBezTo>
                  <a:pt x="348449" y="211444"/>
                  <a:pt x="324272" y="187267"/>
                  <a:pt x="294449" y="187267"/>
                </a:cubicBezTo>
                <a:close/>
                <a:moveTo>
                  <a:pt x="408549" y="168"/>
                </a:moveTo>
                <a:cubicBezTo>
                  <a:pt x="456533" y="-1113"/>
                  <a:pt x="505397" y="4870"/>
                  <a:pt x="553141" y="18800"/>
                </a:cubicBezTo>
                <a:cubicBezTo>
                  <a:pt x="730896" y="70663"/>
                  <a:pt x="843952" y="217556"/>
                  <a:pt x="840274" y="375462"/>
                </a:cubicBezTo>
                <a:cubicBezTo>
                  <a:pt x="754752" y="310337"/>
                  <a:pt x="632797" y="302687"/>
                  <a:pt x="535419" y="357502"/>
                </a:cubicBezTo>
                <a:cubicBezTo>
                  <a:pt x="409503" y="428380"/>
                  <a:pt x="367339" y="578882"/>
                  <a:pt x="440218" y="697308"/>
                </a:cubicBezTo>
                <a:cubicBezTo>
                  <a:pt x="450352" y="713775"/>
                  <a:pt x="462237" y="728829"/>
                  <a:pt x="478397" y="739559"/>
                </a:cubicBezTo>
                <a:cubicBezTo>
                  <a:pt x="442192" y="745523"/>
                  <a:pt x="404623" y="745773"/>
                  <a:pt x="366675" y="741395"/>
                </a:cubicBezTo>
                <a:lnTo>
                  <a:pt x="245711" y="837584"/>
                </a:lnTo>
                <a:lnTo>
                  <a:pt x="214226" y="696474"/>
                </a:lnTo>
                <a:cubicBezTo>
                  <a:pt x="11680" y="595442"/>
                  <a:pt x="-59861" y="368389"/>
                  <a:pt x="54436" y="189343"/>
                </a:cubicBezTo>
                <a:cubicBezTo>
                  <a:pt x="128564" y="73222"/>
                  <a:pt x="264598" y="4010"/>
                  <a:pt x="408549" y="168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4719638" y="99077"/>
            <a:ext cx="1711872" cy="3101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>
                <a:alpha val="7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 flipH="1">
            <a:off x="6170672" y="138519"/>
            <a:ext cx="214982" cy="231238"/>
          </a:xfrm>
          <a:prstGeom prst="roundRect">
            <a:avLst/>
          </a:prstGeom>
          <a:solidFill>
            <a:srgbClr val="272828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KSO_Shape"/>
          <p:cNvSpPr/>
          <p:nvPr/>
        </p:nvSpPr>
        <p:spPr>
          <a:xfrm>
            <a:off x="6205897" y="173379"/>
            <a:ext cx="144532" cy="147231"/>
          </a:xfrm>
          <a:custGeom>
            <a:avLst/>
            <a:gdLst>
              <a:gd name="connsiteX0" fmla="*/ 150612 w 405200"/>
              <a:gd name="connsiteY0" fmla="*/ 52389 h 413075"/>
              <a:gd name="connsiteX1" fmla="*/ 52389 w 405200"/>
              <a:gd name="connsiteY1" fmla="*/ 150612 h 413075"/>
              <a:gd name="connsiteX2" fmla="*/ 150612 w 405200"/>
              <a:gd name="connsiteY2" fmla="*/ 248836 h 413075"/>
              <a:gd name="connsiteX3" fmla="*/ 248836 w 405200"/>
              <a:gd name="connsiteY3" fmla="*/ 150612 h 413075"/>
              <a:gd name="connsiteX4" fmla="*/ 150612 w 405200"/>
              <a:gd name="connsiteY4" fmla="*/ 52389 h 413075"/>
              <a:gd name="connsiteX5" fmla="*/ 150612 w 405200"/>
              <a:gd name="connsiteY5" fmla="*/ 0 h 413075"/>
              <a:gd name="connsiteX6" fmla="*/ 301225 w 405200"/>
              <a:gd name="connsiteY6" fmla="*/ 150612 h 413075"/>
              <a:gd name="connsiteX7" fmla="*/ 276789 w 405200"/>
              <a:gd name="connsiteY7" fmla="*/ 232452 h 413075"/>
              <a:gd name="connsiteX8" fmla="*/ 279486 w 405200"/>
              <a:gd name="connsiteY8" fmla="*/ 234307 h 413075"/>
              <a:gd name="connsiteX9" fmla="*/ 395404 w 405200"/>
              <a:gd name="connsiteY9" fmla="*/ 354065 h 413075"/>
              <a:gd name="connsiteX10" fmla="*/ 394603 w 405200"/>
              <a:gd name="connsiteY10" fmla="*/ 403280 h 413075"/>
              <a:gd name="connsiteX11" fmla="*/ 345389 w 405200"/>
              <a:gd name="connsiteY11" fmla="*/ 402478 h 413075"/>
              <a:gd name="connsiteX12" fmla="*/ 229470 w 405200"/>
              <a:gd name="connsiteY12" fmla="*/ 282720 h 413075"/>
              <a:gd name="connsiteX13" fmla="*/ 227420 w 405200"/>
              <a:gd name="connsiteY13" fmla="*/ 279520 h 413075"/>
              <a:gd name="connsiteX14" fmla="*/ 150612 w 405200"/>
              <a:gd name="connsiteY14" fmla="*/ 301225 h 413075"/>
              <a:gd name="connsiteX15" fmla="*/ 0 w 405200"/>
              <a:gd name="connsiteY15" fmla="*/ 150612 h 413075"/>
              <a:gd name="connsiteX16" fmla="*/ 150612 w 405200"/>
              <a:gd name="connsiteY16" fmla="*/ 0 h 41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200" h="413075">
                <a:moveTo>
                  <a:pt x="150612" y="52389"/>
                </a:moveTo>
                <a:cubicBezTo>
                  <a:pt x="96365" y="52389"/>
                  <a:pt x="52389" y="96365"/>
                  <a:pt x="52389" y="150612"/>
                </a:cubicBezTo>
                <a:cubicBezTo>
                  <a:pt x="52389" y="204860"/>
                  <a:pt x="96365" y="248836"/>
                  <a:pt x="150612" y="248836"/>
                </a:cubicBezTo>
                <a:cubicBezTo>
                  <a:pt x="204860" y="248836"/>
                  <a:pt x="248836" y="204860"/>
                  <a:pt x="248836" y="150612"/>
                </a:cubicBezTo>
                <a:cubicBezTo>
                  <a:pt x="248836" y="96365"/>
                  <a:pt x="204860" y="52389"/>
                  <a:pt x="150612" y="52389"/>
                </a:cubicBezTo>
                <a:close/>
                <a:moveTo>
                  <a:pt x="150612" y="0"/>
                </a:moveTo>
                <a:cubicBezTo>
                  <a:pt x="233793" y="0"/>
                  <a:pt x="301225" y="67431"/>
                  <a:pt x="301225" y="150612"/>
                </a:cubicBezTo>
                <a:cubicBezTo>
                  <a:pt x="301225" y="180842"/>
                  <a:pt x="292319" y="208992"/>
                  <a:pt x="276789" y="232452"/>
                </a:cubicBezTo>
                <a:cubicBezTo>
                  <a:pt x="277931" y="232774"/>
                  <a:pt x="278722" y="233519"/>
                  <a:pt x="279486" y="234307"/>
                </a:cubicBezTo>
                <a:lnTo>
                  <a:pt x="395404" y="354065"/>
                </a:lnTo>
                <a:cubicBezTo>
                  <a:pt x="408773" y="367877"/>
                  <a:pt x="408414" y="389911"/>
                  <a:pt x="394603" y="403280"/>
                </a:cubicBezTo>
                <a:cubicBezTo>
                  <a:pt x="380791" y="416648"/>
                  <a:pt x="358757" y="416289"/>
                  <a:pt x="345389" y="402478"/>
                </a:cubicBezTo>
                <a:lnTo>
                  <a:pt x="229470" y="282720"/>
                </a:lnTo>
                <a:lnTo>
                  <a:pt x="227420" y="279520"/>
                </a:lnTo>
                <a:cubicBezTo>
                  <a:pt x="205163" y="293486"/>
                  <a:pt x="178791" y="301225"/>
                  <a:pt x="150612" y="301225"/>
                </a:cubicBezTo>
                <a:cubicBezTo>
                  <a:pt x="67431" y="301225"/>
                  <a:pt x="0" y="233793"/>
                  <a:pt x="0" y="150612"/>
                </a:cubicBezTo>
                <a:cubicBezTo>
                  <a:pt x="0" y="67431"/>
                  <a:pt x="67431" y="0"/>
                  <a:pt x="1506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4891060" y="115638"/>
            <a:ext cx="11128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@</a:t>
            </a:r>
            <a:r>
              <a:rPr lang="zh-CN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Verdana" panose="020B0604030504040204" pitchFamily="34" charset="0"/>
              </a:rPr>
              <a:t>香瓜手榴弹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等腰三角形 44"/>
          <p:cNvSpPr/>
          <p:nvPr/>
        </p:nvSpPr>
        <p:spPr>
          <a:xfrm rot="10800000">
            <a:off x="1447800" y="921099"/>
            <a:ext cx="1852760" cy="222236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6" t="1160" r="18264" b="1125"/>
          <a:stretch/>
        </p:blipFill>
        <p:spPr>
          <a:xfrm>
            <a:off x="612180" y="716333"/>
            <a:ext cx="1774032" cy="2623282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3787775" y="1150322"/>
            <a:ext cx="2735751" cy="665415"/>
            <a:chOff x="5231905" y="3299075"/>
            <a:chExt cx="2592288" cy="630523"/>
          </a:xfrm>
        </p:grpSpPr>
        <p:sp>
          <p:nvSpPr>
            <p:cNvPr id="47" name="文本框 46"/>
            <p:cNvSpPr txBox="1"/>
            <p:nvPr/>
          </p:nvSpPr>
          <p:spPr>
            <a:xfrm>
              <a:off x="5231905" y="3305495"/>
              <a:ext cx="2592288" cy="624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MILLIONAIRE</a:t>
              </a:r>
            </a:p>
            <a:p>
              <a:pPr algn="r">
                <a:lnSpc>
                  <a:spcPct val="8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MESSENGER</a:t>
              </a:r>
              <a:endParaRPr lang="zh-CN" altLang="en-US" sz="2800" dirty="0">
                <a:solidFill>
                  <a:schemeClr val="bg1"/>
                </a:solidFill>
                <a:latin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5879397" y="3299075"/>
              <a:ext cx="418012" cy="233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3142881" y="1714235"/>
            <a:ext cx="341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dirty="0" smtClean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汉仪大黑简" panose="02010609000101010101" pitchFamily="49" charset="-122"/>
                <a:ea typeface="汉仪大黑简" panose="02010609000101010101" pitchFamily="49" charset="-122"/>
              </a:rPr>
              <a:t>专业化</a:t>
            </a:r>
            <a:r>
              <a:rPr lang="zh-CN" altLang="en-US" sz="48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汉仪大黑简" panose="02010609000101010101" pitchFamily="49" charset="-122"/>
                <a:ea typeface="汉仪大黑简" panose="02010609000101010101" pitchFamily="49" charset="-122"/>
              </a:rPr>
              <a:t>生存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699183" y="2533775"/>
            <a:ext cx="278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在你擅长的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领域成为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</a:p>
        </p:txBody>
      </p:sp>
      <p:grpSp>
        <p:nvGrpSpPr>
          <p:cNvPr id="214" name="组合 213"/>
          <p:cNvGrpSpPr/>
          <p:nvPr/>
        </p:nvGrpSpPr>
        <p:grpSpPr>
          <a:xfrm>
            <a:off x="2936095" y="4383927"/>
            <a:ext cx="3269802" cy="2115736"/>
            <a:chOff x="1715094" y="4453013"/>
            <a:chExt cx="3269802" cy="2115736"/>
          </a:xfrm>
        </p:grpSpPr>
        <p:sp>
          <p:nvSpPr>
            <p:cNvPr id="213" name="椭圆 212"/>
            <p:cNvSpPr/>
            <p:nvPr/>
          </p:nvSpPr>
          <p:spPr>
            <a:xfrm>
              <a:off x="1715094" y="4499243"/>
              <a:ext cx="2069506" cy="206950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800080" y="4453013"/>
              <a:ext cx="318481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spc="300" dirty="0" smtClean="0">
                  <a:solidFill>
                    <a:srgbClr val="0575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endParaRPr lang="en-US" altLang="zh-CN" sz="4400" b="1" spc="300" dirty="0" smtClean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4400" b="1" spc="300" dirty="0" smtClean="0">
                  <a:solidFill>
                    <a:srgbClr val="0575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专业化生存</a:t>
              </a:r>
              <a:endParaRPr lang="zh-CN" altLang="en-US" sz="4400" b="1" spc="300" dirty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12" name="图片 211"/>
            <p:cNvPicPr>
              <a:picLocks noChangeAspect="1"/>
            </p:cNvPicPr>
            <p:nvPr/>
          </p:nvPicPr>
          <p:blipFill rotWithShape="1">
            <a:blip r:embed="rId4"/>
            <a:srcRect l="7972" t="29846" r="42122" b="3611"/>
            <a:stretch/>
          </p:blipFill>
          <p:spPr>
            <a:xfrm>
              <a:off x="1840644" y="4621743"/>
              <a:ext cx="1815505" cy="1815505"/>
            </a:xfrm>
            <a:prstGeom prst="ellipse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231" name="圆角矩形 230"/>
          <p:cNvSpPr/>
          <p:nvPr/>
        </p:nvSpPr>
        <p:spPr>
          <a:xfrm>
            <a:off x="559047" y="3664184"/>
            <a:ext cx="1979082" cy="3101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>
                <a:alpha val="7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角矩形 231"/>
          <p:cNvSpPr/>
          <p:nvPr/>
        </p:nvSpPr>
        <p:spPr>
          <a:xfrm flipH="1">
            <a:off x="2277290" y="3703626"/>
            <a:ext cx="214982" cy="231238"/>
          </a:xfrm>
          <a:prstGeom prst="roundRect">
            <a:avLst/>
          </a:prstGeom>
          <a:solidFill>
            <a:srgbClr val="272828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KSO_Shape"/>
          <p:cNvSpPr/>
          <p:nvPr/>
        </p:nvSpPr>
        <p:spPr>
          <a:xfrm>
            <a:off x="2312515" y="3738486"/>
            <a:ext cx="144532" cy="147231"/>
          </a:xfrm>
          <a:custGeom>
            <a:avLst/>
            <a:gdLst>
              <a:gd name="connsiteX0" fmla="*/ 150612 w 405200"/>
              <a:gd name="connsiteY0" fmla="*/ 52389 h 413075"/>
              <a:gd name="connsiteX1" fmla="*/ 52389 w 405200"/>
              <a:gd name="connsiteY1" fmla="*/ 150612 h 413075"/>
              <a:gd name="connsiteX2" fmla="*/ 150612 w 405200"/>
              <a:gd name="connsiteY2" fmla="*/ 248836 h 413075"/>
              <a:gd name="connsiteX3" fmla="*/ 248836 w 405200"/>
              <a:gd name="connsiteY3" fmla="*/ 150612 h 413075"/>
              <a:gd name="connsiteX4" fmla="*/ 150612 w 405200"/>
              <a:gd name="connsiteY4" fmla="*/ 52389 h 413075"/>
              <a:gd name="connsiteX5" fmla="*/ 150612 w 405200"/>
              <a:gd name="connsiteY5" fmla="*/ 0 h 413075"/>
              <a:gd name="connsiteX6" fmla="*/ 301225 w 405200"/>
              <a:gd name="connsiteY6" fmla="*/ 150612 h 413075"/>
              <a:gd name="connsiteX7" fmla="*/ 276789 w 405200"/>
              <a:gd name="connsiteY7" fmla="*/ 232452 h 413075"/>
              <a:gd name="connsiteX8" fmla="*/ 279486 w 405200"/>
              <a:gd name="connsiteY8" fmla="*/ 234307 h 413075"/>
              <a:gd name="connsiteX9" fmla="*/ 395404 w 405200"/>
              <a:gd name="connsiteY9" fmla="*/ 354065 h 413075"/>
              <a:gd name="connsiteX10" fmla="*/ 394603 w 405200"/>
              <a:gd name="connsiteY10" fmla="*/ 403280 h 413075"/>
              <a:gd name="connsiteX11" fmla="*/ 345389 w 405200"/>
              <a:gd name="connsiteY11" fmla="*/ 402478 h 413075"/>
              <a:gd name="connsiteX12" fmla="*/ 229470 w 405200"/>
              <a:gd name="connsiteY12" fmla="*/ 282720 h 413075"/>
              <a:gd name="connsiteX13" fmla="*/ 227420 w 405200"/>
              <a:gd name="connsiteY13" fmla="*/ 279520 h 413075"/>
              <a:gd name="connsiteX14" fmla="*/ 150612 w 405200"/>
              <a:gd name="connsiteY14" fmla="*/ 301225 h 413075"/>
              <a:gd name="connsiteX15" fmla="*/ 0 w 405200"/>
              <a:gd name="connsiteY15" fmla="*/ 150612 h 413075"/>
              <a:gd name="connsiteX16" fmla="*/ 150612 w 405200"/>
              <a:gd name="connsiteY16" fmla="*/ 0 h 41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200" h="413075">
                <a:moveTo>
                  <a:pt x="150612" y="52389"/>
                </a:moveTo>
                <a:cubicBezTo>
                  <a:pt x="96365" y="52389"/>
                  <a:pt x="52389" y="96365"/>
                  <a:pt x="52389" y="150612"/>
                </a:cubicBezTo>
                <a:cubicBezTo>
                  <a:pt x="52389" y="204860"/>
                  <a:pt x="96365" y="248836"/>
                  <a:pt x="150612" y="248836"/>
                </a:cubicBezTo>
                <a:cubicBezTo>
                  <a:pt x="204860" y="248836"/>
                  <a:pt x="248836" y="204860"/>
                  <a:pt x="248836" y="150612"/>
                </a:cubicBezTo>
                <a:cubicBezTo>
                  <a:pt x="248836" y="96365"/>
                  <a:pt x="204860" y="52389"/>
                  <a:pt x="150612" y="52389"/>
                </a:cubicBezTo>
                <a:close/>
                <a:moveTo>
                  <a:pt x="150612" y="0"/>
                </a:moveTo>
                <a:cubicBezTo>
                  <a:pt x="233793" y="0"/>
                  <a:pt x="301225" y="67431"/>
                  <a:pt x="301225" y="150612"/>
                </a:cubicBezTo>
                <a:cubicBezTo>
                  <a:pt x="301225" y="180842"/>
                  <a:pt x="292319" y="208992"/>
                  <a:pt x="276789" y="232452"/>
                </a:cubicBezTo>
                <a:cubicBezTo>
                  <a:pt x="277931" y="232774"/>
                  <a:pt x="278722" y="233519"/>
                  <a:pt x="279486" y="234307"/>
                </a:cubicBezTo>
                <a:lnTo>
                  <a:pt x="395404" y="354065"/>
                </a:lnTo>
                <a:cubicBezTo>
                  <a:pt x="408773" y="367877"/>
                  <a:pt x="408414" y="389911"/>
                  <a:pt x="394603" y="403280"/>
                </a:cubicBezTo>
                <a:cubicBezTo>
                  <a:pt x="380791" y="416648"/>
                  <a:pt x="358757" y="416289"/>
                  <a:pt x="345389" y="402478"/>
                </a:cubicBezTo>
                <a:lnTo>
                  <a:pt x="229470" y="282720"/>
                </a:lnTo>
                <a:lnTo>
                  <a:pt x="227420" y="279520"/>
                </a:lnTo>
                <a:cubicBezTo>
                  <a:pt x="205163" y="293486"/>
                  <a:pt x="178791" y="301225"/>
                  <a:pt x="150612" y="301225"/>
                </a:cubicBezTo>
                <a:cubicBezTo>
                  <a:pt x="67431" y="301225"/>
                  <a:pt x="0" y="233793"/>
                  <a:pt x="0" y="150612"/>
                </a:cubicBezTo>
                <a:cubicBezTo>
                  <a:pt x="0" y="67431"/>
                  <a:pt x="67431" y="0"/>
                  <a:pt x="1506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4" name="矩形 233"/>
          <p:cNvSpPr/>
          <p:nvPr/>
        </p:nvSpPr>
        <p:spPr>
          <a:xfrm>
            <a:off x="626203" y="3664870"/>
            <a:ext cx="1659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Verdana" panose="020B0604030504040204" pitchFamily="34" charset="0"/>
              </a:rPr>
              <a:t>BRENDON BURCHARD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5715042" y="3674647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 smtClean="0">
                <a:solidFill>
                  <a:srgbClr val="353335"/>
                </a:solidFill>
                <a:latin typeface="叶根友行书繁" panose="02010601030101010101" pitchFamily="2" charset="-122"/>
                <a:ea typeface="叶根友行书繁" panose="02010601030101010101" pitchFamily="2" charset="-122"/>
                <a:cs typeface="Verdana" panose="020B0604030504040204" pitchFamily="34" charset="0"/>
              </a:rPr>
              <a:t>@</a:t>
            </a:r>
            <a:r>
              <a:rPr lang="zh-CN" altLang="en-US" sz="1200" b="1" dirty="0" smtClean="0">
                <a:solidFill>
                  <a:srgbClr val="353335"/>
                </a:solidFill>
                <a:latin typeface="叶根友行书繁" panose="02010601030101010101" pitchFamily="2" charset="-122"/>
                <a:ea typeface="叶根友行书繁" panose="02010601030101010101" pitchFamily="2" charset="-122"/>
                <a:cs typeface="Verdana" panose="020B0604030504040204" pitchFamily="34" charset="0"/>
              </a:rPr>
              <a:t>香瓜手榴弹</a:t>
            </a:r>
            <a:endParaRPr lang="zh-CN" altLang="en-US" sz="2000" b="1" dirty="0">
              <a:solidFill>
                <a:srgbClr val="353335"/>
              </a:solidFill>
              <a:latin typeface="叶根友行书繁" panose="02010601030101010101" pitchFamily="2" charset="-122"/>
              <a:ea typeface="叶根友行书繁" panose="02010601030101010101" pitchFamily="2" charset="-122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5612949" y="3566838"/>
            <a:ext cx="8954" cy="510808"/>
            <a:chOff x="1696046" y="-6028"/>
            <a:chExt cx="8954" cy="648072"/>
          </a:xfrm>
        </p:grpSpPr>
        <p:cxnSp>
          <p:nvCxnSpPr>
            <p:cNvPr id="237" name="直接连接符 236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0" name="椭圆 239"/>
          <p:cNvSpPr/>
          <p:nvPr/>
        </p:nvSpPr>
        <p:spPr>
          <a:xfrm>
            <a:off x="2977418" y="3313769"/>
            <a:ext cx="116798" cy="11679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0575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椭圆 240"/>
          <p:cNvSpPr/>
          <p:nvPr/>
        </p:nvSpPr>
        <p:spPr>
          <a:xfrm>
            <a:off x="3334089" y="3313769"/>
            <a:ext cx="116798" cy="116798"/>
          </a:xfrm>
          <a:prstGeom prst="ellipse">
            <a:avLst/>
          </a:prstGeom>
          <a:solidFill>
            <a:srgbClr val="05755C"/>
          </a:solidFill>
          <a:ln>
            <a:solidFill>
              <a:srgbClr val="0575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/>
          <p:cNvSpPr/>
          <p:nvPr/>
        </p:nvSpPr>
        <p:spPr>
          <a:xfrm>
            <a:off x="3708018" y="3313769"/>
            <a:ext cx="116798" cy="11679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0575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5" name="图片 2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445" y="6721434"/>
            <a:ext cx="647904" cy="930792"/>
          </a:xfrm>
          <a:prstGeom prst="rect">
            <a:avLst/>
          </a:prstGeom>
        </p:spPr>
      </p:pic>
      <p:pic>
        <p:nvPicPr>
          <p:cNvPr id="276" name="图片 275"/>
          <p:cNvPicPr>
            <a:picLocks noChangeAspect="1"/>
          </p:cNvPicPr>
          <p:nvPr/>
        </p:nvPicPr>
        <p:blipFill rotWithShape="1">
          <a:blip r:embed="rId6"/>
          <a:srcRect b="17534"/>
          <a:stretch/>
        </p:blipFill>
        <p:spPr>
          <a:xfrm>
            <a:off x="3620592" y="8517608"/>
            <a:ext cx="719272" cy="687863"/>
          </a:xfrm>
          <a:prstGeom prst="rect">
            <a:avLst/>
          </a:prstGeom>
        </p:spPr>
      </p:pic>
      <p:sp>
        <p:nvSpPr>
          <p:cNvPr id="281" name="文本框 280"/>
          <p:cNvSpPr txBox="1"/>
          <p:nvPr/>
        </p:nvSpPr>
        <p:spPr>
          <a:xfrm>
            <a:off x="662976" y="7298652"/>
            <a:ext cx="266158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我们先看何谓”专业化“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顾名思义就是拥有特长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利用专业的技能去盈利</a:t>
            </a:r>
            <a:endParaRPr lang="zh-CN" altLang="en-US" sz="14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8" name="直接连接符 297"/>
          <p:cNvCxnSpPr/>
          <p:nvPr/>
        </p:nvCxnSpPr>
        <p:spPr>
          <a:xfrm flipV="1">
            <a:off x="4613489" y="8328502"/>
            <a:ext cx="0" cy="1072587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矩形 300"/>
          <p:cNvSpPr/>
          <p:nvPr/>
        </p:nvSpPr>
        <p:spPr>
          <a:xfrm>
            <a:off x="4649184" y="8328502"/>
            <a:ext cx="1958098" cy="1072587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文本框 301"/>
          <p:cNvSpPr txBox="1"/>
          <p:nvPr/>
        </p:nvSpPr>
        <p:spPr>
          <a:xfrm>
            <a:off x="4644493" y="8398581"/>
            <a:ext cx="1934211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拥有了专业技能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并已经取得成功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拥有心得经验</a:t>
            </a:r>
            <a:endParaRPr lang="en-US" altLang="zh-CN" sz="1400" b="1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554284" y="9414034"/>
            <a:ext cx="2881667" cy="1211477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文本框 307"/>
          <p:cNvSpPr txBox="1"/>
          <p:nvPr/>
        </p:nvSpPr>
        <p:spPr>
          <a:xfrm>
            <a:off x="662976" y="9593500"/>
            <a:ext cx="266158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分享经验和心得</a:t>
            </a:r>
            <a:endParaRPr lang="en-US" altLang="zh-CN" sz="1400" b="1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能够帮助别人走向成功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收取不菲的报酬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1" name="直接连接符 250"/>
          <p:cNvCxnSpPr/>
          <p:nvPr/>
        </p:nvCxnSpPr>
        <p:spPr>
          <a:xfrm>
            <a:off x="648977" y="4898195"/>
            <a:ext cx="1737235" cy="0"/>
          </a:xfrm>
          <a:prstGeom prst="line">
            <a:avLst/>
          </a:prstGeom>
          <a:ln w="12700">
            <a:solidFill>
              <a:srgbClr val="F2F2F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>
            <a:off x="612180" y="5001977"/>
            <a:ext cx="1810440" cy="62758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765899" y="3832159"/>
            <a:ext cx="15707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spc="3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第一题</a:t>
            </a:r>
            <a:endParaRPr lang="en-US" altLang="zh-CN" sz="2400" spc="3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spc="300" dirty="0" smtClean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名词</a:t>
            </a:r>
            <a:r>
              <a:rPr lang="zh-CN" altLang="en-US" sz="2400" spc="300" dirty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解释</a:t>
            </a:r>
          </a:p>
        </p:txBody>
      </p:sp>
    </p:spTree>
    <p:extLst>
      <p:ext uri="{BB962C8B-B14F-4D97-AF65-F5344CB8AC3E}">
        <p14:creationId xmlns:p14="http://schemas.microsoft.com/office/powerpoint/2010/main" val="385800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4536125" y="2878923"/>
            <a:ext cx="1737235" cy="1786427"/>
          </a:xfrm>
          <a:prstGeom prst="rect">
            <a:avLst/>
          </a:prstGeom>
          <a:solidFill>
            <a:srgbClr val="05755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>
            <a:off x="4546828" y="3804471"/>
            <a:ext cx="1737235" cy="0"/>
          </a:xfrm>
          <a:prstGeom prst="line">
            <a:avLst/>
          </a:prstGeom>
          <a:ln w="12700">
            <a:solidFill>
              <a:srgbClr val="F2F2F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5259" y="4212908"/>
            <a:ext cx="1614944" cy="569309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/>
          <p:cNvCxnSpPr/>
          <p:nvPr/>
        </p:nvCxnSpPr>
        <p:spPr>
          <a:xfrm flipH="1">
            <a:off x="1820660" y="8451676"/>
            <a:ext cx="73345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H="1">
            <a:off x="1822450" y="6650816"/>
            <a:ext cx="73345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2568699" y="6047392"/>
            <a:ext cx="0" cy="1197958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604393" y="6047391"/>
            <a:ext cx="3700155" cy="1197959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/>
        </p:nvSpPr>
        <p:spPr>
          <a:xfrm>
            <a:off x="2653678" y="6079370"/>
            <a:ext cx="3582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完全依靠激情和知識開展工作</a:t>
            </a:r>
            <a:endParaRPr lang="en-US" altLang="zh-CN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1599685" y="5059721"/>
            <a:ext cx="0" cy="4846279"/>
          </a:xfrm>
          <a:prstGeom prst="line">
            <a:avLst/>
          </a:prstGeom>
          <a:ln w="11430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3955414" y="-137160"/>
            <a:ext cx="0" cy="2272402"/>
          </a:xfrm>
          <a:prstGeom prst="line">
            <a:avLst/>
          </a:prstGeom>
          <a:ln w="11430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54284" y="-485617"/>
            <a:ext cx="2881667" cy="1636039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542929" y="1160195"/>
            <a:ext cx="3246438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592" y="825626"/>
            <a:ext cx="719272" cy="83411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62976" y="-314776"/>
            <a:ext cx="2661587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如果你分享经验和心得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能够帮助别人走向成功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就能收取报酬而“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生存</a:t>
            </a:r>
            <a:endParaRPr lang="en-US" altLang="zh-CN" sz="1400" b="1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就是“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专业化 生存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这也是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的生活方式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554285" y="2180058"/>
            <a:ext cx="5751265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54284" y="2210030"/>
            <a:ext cx="5751266" cy="58774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5239" y="2313705"/>
            <a:ext cx="5751266" cy="3616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指的是愿意与大家分享经验和知识，并以此获得报酬的“关怀群体”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554285" y="2796540"/>
            <a:ext cx="5751265" cy="1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/>
          <p:cNvGrpSpPr/>
          <p:nvPr/>
        </p:nvGrpSpPr>
        <p:grpSpPr>
          <a:xfrm>
            <a:off x="827410" y="1681066"/>
            <a:ext cx="2289170" cy="523503"/>
            <a:chOff x="-383553" y="1240832"/>
            <a:chExt cx="2289170" cy="523503"/>
          </a:xfrm>
        </p:grpSpPr>
        <p:sp>
          <p:nvSpPr>
            <p:cNvPr id="32" name="矩形 31"/>
            <p:cNvSpPr/>
            <p:nvPr/>
          </p:nvSpPr>
          <p:spPr>
            <a:xfrm>
              <a:off x="-383553" y="1240832"/>
              <a:ext cx="2289170" cy="523503"/>
            </a:xfrm>
            <a:prstGeom prst="rect">
              <a:avLst/>
            </a:prstGeom>
            <a:gradFill flip="none" rotWithShape="1">
              <a:gsLst>
                <a:gs pos="0">
                  <a:srgbClr val="D7D7D7">
                    <a:shade val="30000"/>
                    <a:satMod val="115000"/>
                  </a:srgbClr>
                </a:gs>
                <a:gs pos="0">
                  <a:srgbClr val="D7D7D7">
                    <a:shade val="67500"/>
                    <a:satMod val="115000"/>
                  </a:srgbClr>
                </a:gs>
                <a:gs pos="100000">
                  <a:srgbClr val="D7D7D7">
                    <a:shade val="100000"/>
                    <a:satMod val="115000"/>
                  </a:srgbClr>
                </a:gs>
              </a:gsLst>
              <a:path path="rect">
                <a:fillToRect l="50000" t="50000" r="50000" b="50000"/>
              </a:path>
              <a:tileRect/>
            </a:gradFill>
            <a:ln w="762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-189175" y="1305843"/>
              <a:ext cx="1934772" cy="393482"/>
            </a:xfrm>
            <a:prstGeom prst="rect">
              <a:avLst/>
            </a:prstGeom>
            <a:solidFill>
              <a:srgbClr val="05755C"/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什么是專家？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</p:grpSp>
      <p:sp>
        <p:nvSpPr>
          <p:cNvPr id="39" name="椭圆 38"/>
          <p:cNvSpPr/>
          <p:nvPr/>
        </p:nvSpPr>
        <p:spPr>
          <a:xfrm rot="10800000">
            <a:off x="3846213" y="2053120"/>
            <a:ext cx="218402" cy="218402"/>
          </a:xfrm>
          <a:prstGeom prst="ellipse">
            <a:avLst/>
          </a:prstGeom>
          <a:solidFill>
            <a:srgbClr val="D9D9D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733" y="6271736"/>
            <a:ext cx="647904" cy="930792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 rotWithShape="1">
          <a:blip r:embed="rId4"/>
          <a:srcRect b="17534"/>
          <a:stretch/>
        </p:blipFill>
        <p:spPr>
          <a:xfrm>
            <a:off x="1250880" y="8116170"/>
            <a:ext cx="719272" cy="687863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3098337" y="6406428"/>
            <a:ext cx="29230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专家的激情应该与智慧相匹配</a:t>
            </a:r>
            <a:endParaRPr lang="en-US" altLang="zh-CN" sz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靠一技之长帮助别人渡过难关</a:t>
            </a:r>
            <a:endParaRPr lang="en-US" altLang="zh-CN" sz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专家才能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在这个</a:t>
            </a: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行业取得成功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 flipV="1">
            <a:off x="2566909" y="7943502"/>
            <a:ext cx="0" cy="1029684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2602603" y="7943502"/>
            <a:ext cx="3700155" cy="1029684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2651888" y="7975480"/>
            <a:ext cx="3582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rPr>
              <a:t>圍繞“聯繫與創造”開展工作</a:t>
            </a:r>
            <a:endParaRPr lang="en-US" altLang="zh-CN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906047" y="8315238"/>
            <a:ext cx="29230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紧密联系受众，赢得信任，了解需求</a:t>
            </a:r>
            <a:endParaRPr lang="en-US" altLang="zh-CN" sz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创造有用信息，引导受众，改善生活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7" name="直接连接符 86"/>
          <p:cNvCxnSpPr/>
          <p:nvPr/>
        </p:nvCxnSpPr>
        <p:spPr>
          <a:xfrm flipH="1">
            <a:off x="1820163" y="10180685"/>
            <a:ext cx="1969204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组合 93"/>
          <p:cNvGrpSpPr/>
          <p:nvPr/>
        </p:nvGrpSpPr>
        <p:grpSpPr>
          <a:xfrm>
            <a:off x="3827467" y="9670192"/>
            <a:ext cx="2477076" cy="1029684"/>
            <a:chOff x="3823725" y="9093391"/>
            <a:chExt cx="2477076" cy="1029684"/>
          </a:xfrm>
        </p:grpSpPr>
        <p:cxnSp>
          <p:nvCxnSpPr>
            <p:cNvPr id="89" name="直接连接符 88"/>
            <p:cNvCxnSpPr/>
            <p:nvPr/>
          </p:nvCxnSpPr>
          <p:spPr>
            <a:xfrm flipV="1">
              <a:off x="3823725" y="9093391"/>
              <a:ext cx="0" cy="1029684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3859420" y="9093391"/>
              <a:ext cx="2441381" cy="1029684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003872" y="9139658"/>
              <a:ext cx="2135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随時随地都可以工作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972358" y="9479416"/>
              <a:ext cx="216651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互联网时代资源多成本低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只需要笔记本电脑和手机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3" name="图片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80" y="9841505"/>
            <a:ext cx="719272" cy="834114"/>
          </a:xfrm>
          <a:prstGeom prst="rect">
            <a:avLst/>
          </a:prstGeom>
        </p:spPr>
      </p:pic>
      <p:cxnSp>
        <p:nvCxnSpPr>
          <p:cNvPr id="61" name="直接连接符 60"/>
          <p:cNvCxnSpPr/>
          <p:nvPr/>
        </p:nvCxnSpPr>
        <p:spPr>
          <a:xfrm flipH="1">
            <a:off x="-21371" y="4212908"/>
            <a:ext cx="761824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-735298" y="4443740"/>
            <a:ext cx="2069506" cy="206950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-339210" y="8521857"/>
            <a:ext cx="1686279" cy="78387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-211830" y="5449815"/>
            <a:ext cx="1750882" cy="2288491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267096" y="4261208"/>
            <a:ext cx="1271956" cy="53399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-923266" y="8178790"/>
            <a:ext cx="2462318" cy="166271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 flipV="1">
            <a:off x="1725988" y="1130226"/>
            <a:ext cx="2800" cy="603230"/>
          </a:xfrm>
          <a:prstGeom prst="line">
            <a:avLst/>
          </a:prstGeom>
          <a:ln w="114300">
            <a:solidFill>
              <a:srgbClr val="D9D9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/>
          <p:cNvSpPr/>
          <p:nvPr/>
        </p:nvSpPr>
        <p:spPr>
          <a:xfrm rot="10800000">
            <a:off x="1616787" y="1053468"/>
            <a:ext cx="218402" cy="218402"/>
          </a:xfrm>
          <a:prstGeom prst="ellipse">
            <a:avLst/>
          </a:prstGeom>
          <a:solidFill>
            <a:srgbClr val="D9D9D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 rot="10800000">
            <a:off x="1616787" y="1575653"/>
            <a:ext cx="218402" cy="218402"/>
          </a:xfrm>
          <a:prstGeom prst="ellipse">
            <a:avLst/>
          </a:prstGeom>
          <a:solidFill>
            <a:srgbClr val="D9D9D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/>
          <a:srcRect b="9805"/>
          <a:stretch/>
        </p:blipFill>
        <p:spPr>
          <a:xfrm>
            <a:off x="-45358" y="3048772"/>
            <a:ext cx="4170025" cy="2309487"/>
          </a:xfrm>
          <a:prstGeom prst="rect">
            <a:avLst/>
          </a:prstGeom>
        </p:spPr>
      </p:pic>
      <p:sp>
        <p:nvSpPr>
          <p:cNvPr id="98" name="矩形 97"/>
          <p:cNvSpPr/>
          <p:nvPr/>
        </p:nvSpPr>
        <p:spPr>
          <a:xfrm>
            <a:off x="4485828" y="3921119"/>
            <a:ext cx="1810440" cy="62758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663750" y="2738435"/>
            <a:ext cx="15707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spc="3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第二题</a:t>
            </a:r>
            <a:endParaRPr lang="en-US" altLang="zh-CN" sz="2400" spc="3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spc="300" dirty="0" smtClean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简答题</a:t>
            </a:r>
            <a:endParaRPr lang="zh-CN" altLang="en-US" sz="2400" spc="300" dirty="0">
              <a:solidFill>
                <a:srgbClr val="05755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251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-15259" y="0"/>
            <a:ext cx="1614944" cy="990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>
          <a:xfrm flipH="1">
            <a:off x="1672468" y="9583990"/>
            <a:ext cx="231854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H="1">
            <a:off x="1698638" y="7704390"/>
            <a:ext cx="231854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1646236" y="5904165"/>
            <a:ext cx="231854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1548606" y="4076082"/>
            <a:ext cx="2450375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1600994" y="2074224"/>
            <a:ext cx="1704766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600994" y="-157163"/>
            <a:ext cx="0" cy="10089646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1820163" y="272391"/>
            <a:ext cx="1969204" cy="0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3827467" y="-238102"/>
            <a:ext cx="2477076" cy="1029684"/>
            <a:chOff x="3823725" y="9093391"/>
            <a:chExt cx="2477076" cy="1029684"/>
          </a:xfrm>
        </p:grpSpPr>
        <p:cxnSp>
          <p:nvCxnSpPr>
            <p:cNvPr id="6" name="直接连接符 5"/>
            <p:cNvCxnSpPr/>
            <p:nvPr/>
          </p:nvCxnSpPr>
          <p:spPr>
            <a:xfrm flipV="1">
              <a:off x="3823725" y="9093391"/>
              <a:ext cx="0" cy="1029684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/>
          </p:nvSpPr>
          <p:spPr>
            <a:xfrm>
              <a:off x="3859420" y="9093391"/>
              <a:ext cx="2441381" cy="1029684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003872" y="9139658"/>
              <a:ext cx="2135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随時随地都可以工作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972358" y="9479416"/>
              <a:ext cx="216651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互联网时代资源多成本低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只需要笔记本电脑和手机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80" y="-66789"/>
            <a:ext cx="719272" cy="834114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3305760" y="1487646"/>
            <a:ext cx="2998783" cy="1249364"/>
            <a:chOff x="3823725" y="9093391"/>
            <a:chExt cx="2998783" cy="1249364"/>
          </a:xfrm>
        </p:grpSpPr>
        <p:cxnSp>
          <p:nvCxnSpPr>
            <p:cNvPr id="17" name="直接连接符 16"/>
            <p:cNvCxnSpPr/>
            <p:nvPr/>
          </p:nvCxnSpPr>
          <p:spPr>
            <a:xfrm flipV="1">
              <a:off x="3823725" y="9093391"/>
              <a:ext cx="0" cy="1249364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3859420" y="9093391"/>
              <a:ext cx="2963088" cy="1249364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102293" y="9139658"/>
              <a:ext cx="24588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想和誰共事，就和誰共事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84058" y="9479416"/>
              <a:ext cx="2755900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开放心态，专家乐于分享知识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合作即本质，汇聚各个领域专家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专家间互推，获得更多专家帮助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19" y="1730203"/>
            <a:ext cx="744808" cy="866856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491" y="3711872"/>
            <a:ext cx="733090" cy="85321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" y="5556435"/>
            <a:ext cx="725487" cy="84436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3972749" y="3445774"/>
            <a:ext cx="2458858" cy="1249364"/>
            <a:chOff x="3797493" y="9093391"/>
            <a:chExt cx="2458858" cy="1249364"/>
          </a:xfrm>
        </p:grpSpPr>
        <p:cxnSp>
          <p:nvCxnSpPr>
            <p:cNvPr id="41" name="直接连接符 40"/>
            <p:cNvCxnSpPr/>
            <p:nvPr/>
          </p:nvCxnSpPr>
          <p:spPr>
            <a:xfrm flipV="1">
              <a:off x="3823725" y="9093391"/>
              <a:ext cx="0" cy="1249364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/>
            <p:cNvSpPr/>
            <p:nvPr/>
          </p:nvSpPr>
          <p:spPr>
            <a:xfrm>
              <a:off x="3859420" y="9093391"/>
              <a:ext cx="2277224" cy="1249364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797493" y="9139658"/>
              <a:ext cx="24588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需要多渠道推銷自己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066608" y="9479416"/>
              <a:ext cx="189223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推销越好，客户越多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众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筹，联盟营销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前期免费，后期收钱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965348" y="5406566"/>
            <a:ext cx="2458858" cy="1005664"/>
            <a:chOff x="3797493" y="9093391"/>
            <a:chExt cx="2458858" cy="1005664"/>
          </a:xfrm>
        </p:grpSpPr>
        <p:cxnSp>
          <p:nvCxnSpPr>
            <p:cNvPr id="47" name="直接连接符 46"/>
            <p:cNvCxnSpPr/>
            <p:nvPr/>
          </p:nvCxnSpPr>
          <p:spPr>
            <a:xfrm flipV="1">
              <a:off x="3823725" y="9093391"/>
              <a:ext cx="0" cy="1005664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矩形 47"/>
            <p:cNvSpPr/>
            <p:nvPr/>
          </p:nvSpPr>
          <p:spPr>
            <a:xfrm>
              <a:off x="3859420" y="9093391"/>
              <a:ext cx="2277224" cy="1005664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797493" y="9139658"/>
              <a:ext cx="24588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報酬</a:t>
              </a:r>
              <a:r>
                <a:rPr lang="en-US" altLang="zh-CN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=</a:t>
              </a: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价值</a:t>
              </a:r>
              <a:r>
                <a:rPr lang="en-US" altLang="zh-CN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=</a:t>
              </a: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時间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966824" y="9481714"/>
              <a:ext cx="206241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价值高低决定收入多少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收入不完全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等同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于时间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5433888" y="5592339"/>
            <a:ext cx="64418" cy="11657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3955257" y="7117068"/>
            <a:ext cx="2458858" cy="1174510"/>
            <a:chOff x="3787968" y="9092033"/>
            <a:chExt cx="2458858" cy="1174510"/>
          </a:xfrm>
        </p:grpSpPr>
        <p:cxnSp>
          <p:nvCxnSpPr>
            <p:cNvPr id="61" name="直接连接符 60"/>
            <p:cNvCxnSpPr/>
            <p:nvPr/>
          </p:nvCxnSpPr>
          <p:spPr>
            <a:xfrm flipV="1">
              <a:off x="3823725" y="9093391"/>
              <a:ext cx="0" cy="1173152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矩形 61"/>
            <p:cNvSpPr/>
            <p:nvPr/>
          </p:nvSpPr>
          <p:spPr>
            <a:xfrm>
              <a:off x="3859420" y="9093390"/>
              <a:ext cx="2277224" cy="1173153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787968" y="9092033"/>
              <a:ext cx="24588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不</a:t>
              </a:r>
              <a:r>
                <a:rPr lang="zh-CN" altLang="en-US" sz="1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需要大团隊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957299" y="9434089"/>
              <a:ext cx="206241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起步先学技能再雇员工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媒体不害怕单打独斗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统筹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规划业务全线外包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50" y="7372087"/>
            <a:ext cx="711366" cy="82494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820" y="9262153"/>
            <a:ext cx="708796" cy="824944"/>
          </a:xfrm>
          <a:prstGeom prst="rect">
            <a:avLst/>
          </a:prstGeom>
        </p:spPr>
      </p:pic>
      <p:grpSp>
        <p:nvGrpSpPr>
          <p:cNvPr id="78" name="组合 77"/>
          <p:cNvGrpSpPr/>
          <p:nvPr/>
        </p:nvGrpSpPr>
        <p:grpSpPr>
          <a:xfrm>
            <a:off x="3954382" y="9043605"/>
            <a:ext cx="2682637" cy="1174510"/>
            <a:chOff x="3787968" y="9092033"/>
            <a:chExt cx="2682637" cy="1174510"/>
          </a:xfrm>
        </p:grpSpPr>
        <p:cxnSp>
          <p:nvCxnSpPr>
            <p:cNvPr id="79" name="直接连接符 78"/>
            <p:cNvCxnSpPr/>
            <p:nvPr/>
          </p:nvCxnSpPr>
          <p:spPr>
            <a:xfrm flipV="1">
              <a:off x="3823725" y="9093391"/>
              <a:ext cx="0" cy="1173152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矩形 79"/>
            <p:cNvSpPr/>
            <p:nvPr/>
          </p:nvSpPr>
          <p:spPr>
            <a:xfrm>
              <a:off x="3859420" y="9093390"/>
              <a:ext cx="2277224" cy="1173153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3787968" y="9092033"/>
              <a:ext cx="2458858" cy="362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工具簡單廉價</a:t>
              </a:r>
              <a:endPara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3957298" y="9434089"/>
              <a:ext cx="251330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说到这里你都想到了什么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微博微信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媒体全线出击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想想各大自媒体发展历程</a:t>
              </a:r>
              <a:endPara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4" name="直接连接符 53"/>
          <p:cNvCxnSpPr/>
          <p:nvPr/>
        </p:nvCxnSpPr>
        <p:spPr>
          <a:xfrm flipV="1">
            <a:off x="-255805" y="347531"/>
            <a:ext cx="1468367" cy="15864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-178960" y="4122417"/>
            <a:ext cx="1468367" cy="158649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-255805" y="-191835"/>
            <a:ext cx="1612819" cy="2125858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-255805" y="2238291"/>
            <a:ext cx="1782770" cy="83703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-567392" y="2531714"/>
            <a:ext cx="2083092" cy="5319825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-19188" y="2815312"/>
            <a:ext cx="1560633" cy="265991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-279982" y="6756003"/>
            <a:ext cx="1560633" cy="2659912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-89053" y="3547081"/>
            <a:ext cx="1418491" cy="415730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V="1">
            <a:off x="0" y="8345991"/>
            <a:ext cx="1593933" cy="1560009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06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-15259" y="0"/>
            <a:ext cx="1614944" cy="18646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/>
          <p:cNvSpPr/>
          <p:nvPr/>
        </p:nvSpPr>
        <p:spPr>
          <a:xfrm>
            <a:off x="2529943" y="9512725"/>
            <a:ext cx="1796071" cy="39327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32223"/>
              </a:solidFill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854" y="7401504"/>
            <a:ext cx="182896" cy="6872388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59" y="7386165"/>
            <a:ext cx="182896" cy="6872388"/>
          </a:xfrm>
          <a:prstGeom prst="rect">
            <a:avLst/>
          </a:prstGeom>
        </p:spPr>
      </p:pic>
      <p:sp>
        <p:nvSpPr>
          <p:cNvPr id="111" name="等腰三角形 110"/>
          <p:cNvSpPr/>
          <p:nvPr/>
        </p:nvSpPr>
        <p:spPr>
          <a:xfrm flipH="1">
            <a:off x="2531465" y="5965400"/>
            <a:ext cx="1794549" cy="1441304"/>
          </a:xfrm>
          <a:prstGeom prst="triangle">
            <a:avLst>
              <a:gd name="adj" fmla="val 50230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 flipH="1">
            <a:off x="4798568" y="5978883"/>
            <a:ext cx="1810793" cy="1441304"/>
          </a:xfrm>
          <a:prstGeom prst="triangle">
            <a:avLst>
              <a:gd name="adj" fmla="val 72322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等腰三角形 35"/>
          <p:cNvSpPr/>
          <p:nvPr/>
        </p:nvSpPr>
        <p:spPr>
          <a:xfrm>
            <a:off x="245342" y="5957415"/>
            <a:ext cx="1792163" cy="1441304"/>
          </a:xfrm>
          <a:prstGeom prst="triangle">
            <a:avLst>
              <a:gd name="adj" fmla="val 72322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/>
          <p:cNvSpPr/>
          <p:nvPr/>
        </p:nvSpPr>
        <p:spPr>
          <a:xfrm flipV="1">
            <a:off x="-6356" y="5857103"/>
            <a:ext cx="6870712" cy="494336"/>
          </a:xfrm>
          <a:prstGeom prst="triangle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0" y="3713393"/>
            <a:ext cx="6870712" cy="2145493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6" t="1160" r="18264" b="1125"/>
          <a:stretch/>
        </p:blipFill>
        <p:spPr>
          <a:xfrm>
            <a:off x="2699199" y="3922215"/>
            <a:ext cx="1424514" cy="210644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组合 3"/>
          <p:cNvGrpSpPr/>
          <p:nvPr/>
        </p:nvGrpSpPr>
        <p:grpSpPr>
          <a:xfrm>
            <a:off x="3954382" y="-858775"/>
            <a:ext cx="2682637" cy="1174510"/>
            <a:chOff x="3787968" y="9092033"/>
            <a:chExt cx="2682637" cy="1174510"/>
          </a:xfrm>
        </p:grpSpPr>
        <p:cxnSp>
          <p:nvCxnSpPr>
            <p:cNvPr id="5" name="直接连接符 4"/>
            <p:cNvCxnSpPr/>
            <p:nvPr/>
          </p:nvCxnSpPr>
          <p:spPr>
            <a:xfrm flipV="1">
              <a:off x="3823725" y="9093391"/>
              <a:ext cx="0" cy="1173152"/>
            </a:xfrm>
            <a:prstGeom prst="line">
              <a:avLst/>
            </a:prstGeom>
            <a:ln w="76200">
              <a:solidFill>
                <a:srgbClr val="D9D9D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/>
            <p:cNvSpPr/>
            <p:nvPr/>
          </p:nvSpPr>
          <p:spPr>
            <a:xfrm>
              <a:off x="3859420" y="9093390"/>
              <a:ext cx="2277224" cy="1173153"/>
            </a:xfrm>
            <a:prstGeom prst="rect">
              <a:avLst/>
            </a:prstGeom>
            <a:solidFill>
              <a:srgbClr val="000000">
                <a:alpha val="60000"/>
              </a:srgb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787968" y="9092033"/>
              <a:ext cx="2458858" cy="362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zh-CN" altLang="en-US" sz="160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蒙纳简超刚黑" panose="00000900000000000000" pitchFamily="2" charset="-120"/>
                  <a:ea typeface="蒙纳简超刚黑" panose="00000900000000000000" pitchFamily="2" charset="-120"/>
                </a:rPr>
                <a:t>工具簡單廉價</a:t>
              </a:r>
              <a:endParaRPr lang="en-US" altLang="zh-CN" sz="1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蒙纳简超刚黑" panose="00000900000000000000" pitchFamily="2" charset="-120"/>
                <a:ea typeface="蒙纳简超刚黑" panose="00000900000000000000" pitchFamily="2" charset="-12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957298" y="9434089"/>
              <a:ext cx="251330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说到这里你都想到了什么</a:t>
              </a:r>
              <a:endParaRPr lang="en-US" altLang="zh-CN" sz="1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微博微信</a:t>
              </a:r>
              <a:r>
                <a:rPr lang="zh-CN" altLang="en-US" sz="12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</a:t>
              </a:r>
              <a:r>
                <a:rPr lang="zh-CN" altLang="en-US" sz="12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媒体全线出击</a:t>
              </a:r>
              <a:endParaRPr lang="en-US" altLang="zh-CN" sz="1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想想各大自媒体发展历程</a:t>
              </a:r>
              <a:endParaRPr lang="en-US" altLang="zh-CN" sz="12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椭圆 23"/>
          <p:cNvSpPr/>
          <p:nvPr/>
        </p:nvSpPr>
        <p:spPr>
          <a:xfrm>
            <a:off x="3257781" y="1139046"/>
            <a:ext cx="2069506" cy="206950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207822" y="1426194"/>
            <a:ext cx="32387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如何开始</a:t>
            </a:r>
            <a:endParaRPr lang="en-US" altLang="zh-CN" sz="4400" b="1" spc="300" dirty="0" smtClean="0"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spc="300" dirty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spc="300" dirty="0" smtClean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业化生存</a:t>
            </a:r>
            <a:endParaRPr lang="zh-CN" altLang="en-US" sz="4400" b="1" spc="300" dirty="0"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4"/>
          <a:srcRect l="8339" t="17602" r="39922" b="14800"/>
          <a:stretch/>
        </p:blipFill>
        <p:spPr>
          <a:xfrm>
            <a:off x="3361056" y="1255704"/>
            <a:ext cx="1848766" cy="1848766"/>
          </a:xfrm>
          <a:prstGeom prst="ellipse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51" name="组合 50"/>
          <p:cNvGrpSpPr/>
          <p:nvPr/>
        </p:nvGrpSpPr>
        <p:grpSpPr>
          <a:xfrm>
            <a:off x="2666100" y="5490522"/>
            <a:ext cx="1568395" cy="1568395"/>
            <a:chOff x="2643365" y="5861721"/>
            <a:chExt cx="1568395" cy="1568395"/>
          </a:xfrm>
        </p:grpSpPr>
        <p:sp>
          <p:nvSpPr>
            <p:cNvPr id="49" name="椭圆 48"/>
            <p:cNvSpPr/>
            <p:nvPr/>
          </p:nvSpPr>
          <p:spPr>
            <a:xfrm>
              <a:off x="2643365" y="5861721"/>
              <a:ext cx="1568395" cy="156839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2784796" y="5997029"/>
              <a:ext cx="1285531" cy="1285531"/>
            </a:xfrm>
            <a:prstGeom prst="ellipse">
              <a:avLst/>
            </a:prstGeom>
            <a:solidFill>
              <a:srgbClr val="05755C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63" name="图片 62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46429" y1="41964" x2="59375" y2="79018"/>
                        <a14:foregroundMark x1="44196" y1="87946" x2="42857" y2="99107"/>
                        <a14:foregroundMark x1="19196" y1="35268" x2="17411" y2="41964"/>
                        <a14:foregroundMark x1="21875" y1="48214" x2="21875" y2="50446"/>
                        <a14:foregroundMark x1="85268" y1="44196" x2="85268" y2="48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386" y="3899764"/>
            <a:ext cx="1300906" cy="13009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840" t="12766" r="10208"/>
          <a:stretch/>
        </p:blipFill>
        <p:spPr>
          <a:xfrm>
            <a:off x="695112" y="3907307"/>
            <a:ext cx="1501973" cy="168926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33" name="椭圆 32"/>
          <p:cNvSpPr/>
          <p:nvPr/>
        </p:nvSpPr>
        <p:spPr>
          <a:xfrm>
            <a:off x="652239" y="5139422"/>
            <a:ext cx="1568395" cy="156839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793670" y="5274730"/>
            <a:ext cx="1285531" cy="1285531"/>
          </a:xfrm>
          <a:prstGeom prst="ellipse">
            <a:avLst/>
          </a:prstGeom>
          <a:solidFill>
            <a:srgbClr val="05755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679966" y="5144945"/>
            <a:ext cx="1568395" cy="156839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21397" y="5293995"/>
            <a:ext cx="1285531" cy="1285531"/>
          </a:xfrm>
          <a:prstGeom prst="ellipse">
            <a:avLst/>
          </a:prstGeom>
          <a:solidFill>
            <a:srgbClr val="05755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13883" y="5454230"/>
            <a:ext cx="1483202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秋</a:t>
            </a: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叶</a:t>
            </a:r>
            <a:endParaRPr lang="en-US" altLang="zh-CN" sz="2400" b="1" spc="3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大神</a:t>
            </a:r>
            <a:endParaRPr lang="zh-CN" altLang="en-US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764639" y="5456090"/>
            <a:ext cx="1483202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香瓜</a:t>
            </a:r>
            <a:endParaRPr lang="en-US" altLang="zh-CN" sz="2400" b="1" spc="3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准大四狗</a:t>
            </a:r>
            <a:endParaRPr lang="zh-CN" altLang="en-US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 rot="237606">
            <a:off x="2720807" y="3803241"/>
            <a:ext cx="1601199" cy="17145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 rot="536459">
            <a:off x="4006559" y="3882328"/>
            <a:ext cx="156294" cy="17145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连接符 81"/>
          <p:cNvCxnSpPr/>
          <p:nvPr/>
        </p:nvCxnSpPr>
        <p:spPr>
          <a:xfrm>
            <a:off x="1600994" y="-157163"/>
            <a:ext cx="0" cy="895061"/>
          </a:xfrm>
          <a:prstGeom prst="line">
            <a:avLst/>
          </a:prstGeom>
          <a:ln w="76200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 rot="299605">
            <a:off x="2773526" y="3875125"/>
            <a:ext cx="1274994" cy="114475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 rot="19657262">
            <a:off x="2669879" y="3875775"/>
            <a:ext cx="180864" cy="114475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 rot="20664645">
            <a:off x="2756450" y="3838771"/>
            <a:ext cx="180864" cy="114475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 rot="19457415">
            <a:off x="2602448" y="3918206"/>
            <a:ext cx="180864" cy="114475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2531985" y="7416924"/>
            <a:ext cx="1794030" cy="1040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2531986" y="7407399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十步打造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  <a:endParaRPr lang="en-US" altLang="zh-CN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43476" y="7398719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这么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798568" y="7416688"/>
            <a:ext cx="1810794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小样这么学</a:t>
            </a:r>
          </a:p>
        </p:txBody>
      </p:sp>
      <p:sp>
        <p:nvSpPr>
          <p:cNvPr id="105" name="矩形 104"/>
          <p:cNvSpPr/>
          <p:nvPr/>
        </p:nvSpPr>
        <p:spPr>
          <a:xfrm>
            <a:off x="2291579" y="8512672"/>
            <a:ext cx="2240758" cy="10056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32223"/>
              </a:solidFill>
            </a:endParaRPr>
          </a:p>
        </p:txBody>
      </p:sp>
      <p:cxnSp>
        <p:nvCxnSpPr>
          <p:cNvPr id="106" name="直接连接符 105"/>
          <p:cNvCxnSpPr/>
          <p:nvPr/>
        </p:nvCxnSpPr>
        <p:spPr>
          <a:xfrm>
            <a:off x="2274537" y="8492230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2274537" y="9518336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2231484" y="8649305"/>
            <a:ext cx="23622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找到適合自己的領域</a:t>
            </a:r>
            <a:endParaRPr lang="en-US" altLang="zh-CN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並迅速精通這個領域</a:t>
            </a:r>
            <a:endParaRPr lang="zh-CN" altLang="en-US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0810" y="8024628"/>
            <a:ext cx="516380" cy="741842"/>
          </a:xfrm>
          <a:prstGeom prst="rect">
            <a:avLst/>
          </a:pr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175" y="7411072"/>
            <a:ext cx="182896" cy="6872388"/>
          </a:xfrm>
          <a:prstGeom prst="rect">
            <a:avLst/>
          </a:prstGeom>
        </p:spPr>
      </p:pic>
      <p:pic>
        <p:nvPicPr>
          <p:cNvPr id="116" name="图片 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880" y="7427159"/>
            <a:ext cx="182896" cy="6872388"/>
          </a:xfrm>
          <a:prstGeom prst="rect">
            <a:avLst/>
          </a:prstGeom>
        </p:spPr>
      </p:pic>
      <p:sp>
        <p:nvSpPr>
          <p:cNvPr id="140" name="KSO_Shape"/>
          <p:cNvSpPr/>
          <p:nvPr/>
        </p:nvSpPr>
        <p:spPr>
          <a:xfrm flipH="1">
            <a:off x="1968110" y="8866154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232223"/>
              </a:solidFill>
            </a:endParaRPr>
          </a:p>
        </p:txBody>
      </p:sp>
      <p:sp>
        <p:nvSpPr>
          <p:cNvPr id="141" name="KSO_Shape"/>
          <p:cNvSpPr/>
          <p:nvPr/>
        </p:nvSpPr>
        <p:spPr>
          <a:xfrm>
            <a:off x="4670349" y="8874803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232223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914960" y="5759610"/>
            <a:ext cx="11406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spc="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3t" panose="00000400000000000000" pitchFamily="2" charset="0"/>
              </a:rPr>
              <a:t>10</a:t>
            </a:r>
            <a:endParaRPr lang="zh-CN" altLang="en-US" sz="6600" spc="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3t" panose="00000400000000000000" pitchFamily="2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74807" y="8087804"/>
            <a:ext cx="1319452" cy="615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PPT</a:t>
            </a:r>
          </a:p>
        </p:txBody>
      </p:sp>
      <p:sp>
        <p:nvSpPr>
          <p:cNvPr id="98" name="矩形 97"/>
          <p:cNvSpPr/>
          <p:nvPr/>
        </p:nvSpPr>
        <p:spPr>
          <a:xfrm>
            <a:off x="4758650" y="8046803"/>
            <a:ext cx="1957158" cy="238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簡歷</a:t>
            </a:r>
            <a:endParaRPr lang="en-US" altLang="zh-CN" sz="32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大二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实习学写简历</a:t>
            </a:r>
            <a:endParaRPr lang="en-US" altLang="zh-CN" sz="1400" b="1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美化简历</a:t>
            </a:r>
            <a:endParaRPr lang="en-US" altLang="zh-CN" sz="1400" b="1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网上自学数据分析</a:t>
            </a:r>
            <a:endParaRPr lang="en-US" altLang="zh-CN" sz="1400" b="1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根据岗位匹配简历</a:t>
            </a:r>
            <a:endParaRPr lang="en-US" altLang="zh-CN" sz="1400" b="1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400" b="1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b="1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448908" y="8691501"/>
            <a:ext cx="131945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</a:t>
            </a:r>
            <a:r>
              <a:rPr lang="zh-CN" altLang="en-US" sz="1400" b="1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逼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400" b="1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</a:t>
            </a:r>
            <a:endParaRPr lang="en-US" altLang="zh-CN" sz="1400" b="1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自学成才</a:t>
            </a:r>
            <a:endParaRPr lang="en-US" altLang="zh-CN" sz="1400" b="1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连接符 83"/>
          <p:cNvCxnSpPr/>
          <p:nvPr/>
        </p:nvCxnSpPr>
        <p:spPr>
          <a:xfrm>
            <a:off x="-15259" y="1827539"/>
            <a:ext cx="743124" cy="0"/>
          </a:xfrm>
          <a:prstGeom prst="line">
            <a:avLst/>
          </a:prstGeom>
          <a:ln w="76200">
            <a:solidFill>
              <a:srgbClr val="D7D7D7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727865" y="742600"/>
            <a:ext cx="1737235" cy="1786427"/>
          </a:xfrm>
          <a:prstGeom prst="rect">
            <a:avLst/>
          </a:prstGeom>
          <a:solidFill>
            <a:srgbClr val="05755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6" name="直接连接符 85"/>
          <p:cNvCxnSpPr/>
          <p:nvPr/>
        </p:nvCxnSpPr>
        <p:spPr>
          <a:xfrm>
            <a:off x="738568" y="1668148"/>
            <a:ext cx="1737235" cy="0"/>
          </a:xfrm>
          <a:prstGeom prst="line">
            <a:avLst/>
          </a:prstGeom>
          <a:ln w="12700">
            <a:solidFill>
              <a:srgbClr val="F2F2F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677568" y="1784796"/>
            <a:ext cx="1810440" cy="62758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40250" y="602112"/>
            <a:ext cx="15707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spc="3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第三题</a:t>
            </a:r>
            <a:endParaRPr lang="en-US" altLang="zh-CN" sz="2400" spc="3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spc="300" dirty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实践</a:t>
            </a:r>
            <a:r>
              <a:rPr lang="zh-CN" altLang="en-US" sz="2400" spc="300" dirty="0" smtClean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题</a:t>
            </a:r>
            <a:endParaRPr lang="zh-CN" altLang="en-US" sz="2400" spc="300" dirty="0">
              <a:solidFill>
                <a:srgbClr val="05755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1480544" y="554777"/>
            <a:ext cx="240900" cy="240900"/>
          </a:xfrm>
          <a:prstGeom prst="ellipse">
            <a:avLst/>
          </a:prstGeom>
          <a:solidFill>
            <a:srgbClr val="05755C"/>
          </a:solidFill>
          <a:ln w="28575">
            <a:solidFill>
              <a:srgbClr val="D9D9D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/>
          <p:cNvSpPr/>
          <p:nvPr/>
        </p:nvSpPr>
        <p:spPr>
          <a:xfrm>
            <a:off x="2529943" y="3264260"/>
            <a:ext cx="1796070" cy="15486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/>
          <p:cNvSpPr/>
          <p:nvPr/>
        </p:nvSpPr>
        <p:spPr>
          <a:xfrm>
            <a:off x="2537315" y="5435246"/>
            <a:ext cx="1796070" cy="18621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/>
          <p:cNvSpPr/>
          <p:nvPr/>
        </p:nvSpPr>
        <p:spPr>
          <a:xfrm>
            <a:off x="2537315" y="7890722"/>
            <a:ext cx="1796070" cy="203290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2529944" y="1232288"/>
            <a:ext cx="1796070" cy="144307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2529943" y="-818316"/>
            <a:ext cx="1796071" cy="143652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295921" y="7299643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/>
        </p:nvCxnSpPr>
        <p:spPr>
          <a:xfrm>
            <a:off x="2278879" y="7289180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278879" y="7898907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2661" y="741051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打造培訓方案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854" y="-2929537"/>
            <a:ext cx="182896" cy="6872388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>
          <a:xfrm>
            <a:off x="2531985" y="-2939517"/>
            <a:ext cx="1794030" cy="1040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2531986" y="-2949042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十步打造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  <a:endParaRPr lang="en-US" altLang="zh-CN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43476" y="-2957722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这么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4798568" y="-2939753"/>
            <a:ext cx="1810794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小样这么学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192522" y="-2944876"/>
            <a:ext cx="184133" cy="13722379"/>
            <a:chOff x="2192522" y="134465"/>
            <a:chExt cx="184133" cy="13722379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532" y="3921491"/>
            <a:ext cx="182896" cy="6872388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>
            <a:off x="2291579" y="-1843769"/>
            <a:ext cx="2240758" cy="10056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/>
          <p:cNvCxnSpPr/>
          <p:nvPr/>
        </p:nvCxnSpPr>
        <p:spPr>
          <a:xfrm>
            <a:off x="2274537" y="-1864211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2274537" y="-838105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2231484" y="-1707136"/>
            <a:ext cx="236220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找到適合自己的領域</a:t>
            </a:r>
            <a:endParaRPr lang="en-US" altLang="zh-CN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並迅速精通這個領域</a:t>
            </a:r>
            <a:endParaRPr lang="zh-CN" altLang="en-US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810" y="-2331813"/>
            <a:ext cx="516380" cy="741842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2321321" y="4835983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2304279" y="4825520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2304279" y="5435247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314971" y="2688103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2297929" y="2677640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97929" y="3287367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2308621" y="622563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2291579" y="612100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91579" y="1221827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248526" y="714746"/>
            <a:ext cx="236220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選擇目標受眾</a:t>
            </a:r>
            <a:endParaRPr lang="zh-CN" altLang="en-US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529944" y="2772959"/>
            <a:ext cx="1800493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發現受眾的問題</a:t>
            </a:r>
            <a:endParaRPr lang="zh-CN" altLang="en-US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2650520" y="494714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n w="3175">
                  <a:noFill/>
                </a:ln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講述你的故事</a:t>
            </a:r>
            <a:endParaRPr lang="zh-CN" altLang="en-US" dirty="0">
              <a:ln w="3175">
                <a:noFill/>
              </a:ln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 rotWithShape="1">
          <a:blip r:embed="rId4"/>
          <a:srcRect b="17534"/>
          <a:stretch/>
        </p:blipFill>
        <p:spPr>
          <a:xfrm>
            <a:off x="3155376" y="214335"/>
            <a:ext cx="569802" cy="544918"/>
          </a:xfrm>
          <a:prstGeom prst="rect">
            <a:avLst/>
          </a:prstGeom>
        </p:spPr>
      </p:pic>
      <p:grpSp>
        <p:nvGrpSpPr>
          <p:cNvPr id="97" name="组合 96"/>
          <p:cNvGrpSpPr/>
          <p:nvPr/>
        </p:nvGrpSpPr>
        <p:grpSpPr>
          <a:xfrm>
            <a:off x="-85412" y="-2957722"/>
            <a:ext cx="184133" cy="13722379"/>
            <a:chOff x="2192522" y="134465"/>
            <a:chExt cx="184133" cy="13722379"/>
          </a:xfrm>
        </p:grpSpPr>
        <p:pic>
          <p:nvPicPr>
            <p:cNvPr id="98" name="图片 9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grpSp>
        <p:nvGrpSpPr>
          <p:cNvPr id="100" name="组合 99"/>
          <p:cNvGrpSpPr/>
          <p:nvPr/>
        </p:nvGrpSpPr>
        <p:grpSpPr>
          <a:xfrm>
            <a:off x="6766822" y="-2932110"/>
            <a:ext cx="184133" cy="13722379"/>
            <a:chOff x="2192522" y="134465"/>
            <a:chExt cx="184133" cy="13722379"/>
          </a:xfrm>
        </p:grpSpPr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102" name="图片 10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sp>
        <p:nvSpPr>
          <p:cNvPr id="104" name="矩形 103"/>
          <p:cNvSpPr/>
          <p:nvPr/>
        </p:nvSpPr>
        <p:spPr>
          <a:xfrm>
            <a:off x="483933" y="-1778059"/>
            <a:ext cx="1319452" cy="615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PPT</a:t>
            </a:r>
          </a:p>
        </p:txBody>
      </p:sp>
      <p:sp>
        <p:nvSpPr>
          <p:cNvPr id="105" name="矩形 104"/>
          <p:cNvSpPr/>
          <p:nvPr/>
        </p:nvSpPr>
        <p:spPr>
          <a:xfrm>
            <a:off x="4777700" y="-1778059"/>
            <a:ext cx="1957158" cy="2382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簡歷</a:t>
            </a:r>
            <a:endParaRPr lang="en-US" altLang="zh-CN" sz="32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大二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实习学写简历</a:t>
            </a:r>
            <a:endParaRPr lang="en-US" altLang="zh-CN" sz="1400" b="1" dirty="0" smtClean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美化简历</a:t>
            </a:r>
            <a:endParaRPr lang="en-US" altLang="zh-CN" sz="1400" b="1" dirty="0" smtClean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网上自学数据分析</a:t>
            </a:r>
            <a:endParaRPr lang="en-US" altLang="zh-CN" sz="1400" b="1" dirty="0" smtClean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根据岗位匹配简历</a:t>
            </a:r>
            <a:endParaRPr lang="en-US" altLang="zh-CN" sz="1400" b="1" dirty="0" smtClean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400" b="1" dirty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endParaRPr lang="en-US" altLang="zh-CN" b="1" dirty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KSO_Shape"/>
          <p:cNvSpPr/>
          <p:nvPr/>
        </p:nvSpPr>
        <p:spPr>
          <a:xfrm flipH="1">
            <a:off x="1968110" y="-1515520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7" name="KSO_Shape"/>
          <p:cNvSpPr/>
          <p:nvPr/>
        </p:nvSpPr>
        <p:spPr>
          <a:xfrm>
            <a:off x="4670349" y="-1506871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1" name="KSO_Shape"/>
          <p:cNvSpPr/>
          <p:nvPr/>
        </p:nvSpPr>
        <p:spPr>
          <a:xfrm flipH="1">
            <a:off x="1969382" y="784285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2" name="KSO_Shape"/>
          <p:cNvSpPr/>
          <p:nvPr/>
        </p:nvSpPr>
        <p:spPr>
          <a:xfrm>
            <a:off x="4671621" y="792934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77506" y="592076"/>
            <a:ext cx="19323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職場狗</a:t>
            </a:r>
            <a:endParaRPr lang="en-US" altLang="zh-CN" sz="32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天天要做</a:t>
            </a:r>
            <a:r>
              <a:rPr lang="en-US" altLang="zh-CN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万事不离</a:t>
            </a:r>
            <a:r>
              <a:rPr lang="en-US" altLang="zh-CN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</a:p>
        </p:txBody>
      </p:sp>
      <p:sp>
        <p:nvSpPr>
          <p:cNvPr id="115" name="矩形 114"/>
          <p:cNvSpPr/>
          <p:nvPr/>
        </p:nvSpPr>
        <p:spPr>
          <a:xfrm>
            <a:off x="4549783" y="601601"/>
            <a:ext cx="2298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畢业生</a:t>
            </a:r>
            <a:endParaRPr lang="en-US" altLang="zh-CN" sz="32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当年的学长学姐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急需简历求工作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KSO_Shape"/>
          <p:cNvSpPr/>
          <p:nvPr/>
        </p:nvSpPr>
        <p:spPr>
          <a:xfrm flipH="1">
            <a:off x="1968110" y="2819415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9" name="KSO_Shape"/>
          <p:cNvSpPr/>
          <p:nvPr/>
        </p:nvSpPr>
        <p:spPr>
          <a:xfrm>
            <a:off x="4670349" y="2828064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753" y="2289644"/>
            <a:ext cx="523593" cy="625381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1492" y="4420011"/>
            <a:ext cx="542181" cy="649929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364" y="6912856"/>
            <a:ext cx="533651" cy="639704"/>
          </a:xfrm>
          <a:prstGeom prst="rect">
            <a:avLst/>
          </a:prstGeom>
        </p:spPr>
      </p:pic>
      <p:sp>
        <p:nvSpPr>
          <p:cNvPr id="129" name="KSO_Shape"/>
          <p:cNvSpPr/>
          <p:nvPr/>
        </p:nvSpPr>
        <p:spPr>
          <a:xfrm flipH="1">
            <a:off x="1973505" y="5009259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0" name="KSO_Shape"/>
          <p:cNvSpPr/>
          <p:nvPr/>
        </p:nvSpPr>
        <p:spPr>
          <a:xfrm>
            <a:off x="4675744" y="5017908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249813" y="2518441"/>
            <a:ext cx="17876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PPT</a:t>
            </a: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難做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内容上做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的烂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设计上做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得丑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但有一颗做好的心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4766144" y="2503201"/>
            <a:ext cx="188278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不会寫 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靠套模板填写内容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忽视简历内容文案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盲目追求简历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美化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而且懒得花心思写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258342" y="4793813"/>
            <a:ext cx="17876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《</a:t>
            </a: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怪杰</a:t>
            </a:r>
            <a:r>
              <a:rPr lang="en-US" altLang="zh-CN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》</a:t>
            </a: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快去看直播吧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大叔的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屌丝逆袭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725841" y="4793813"/>
            <a:ext cx="198579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“吹牛”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我如何用简历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找到北京实习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我如何用简历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帮人求职成功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KSO_Shape"/>
          <p:cNvSpPr/>
          <p:nvPr/>
        </p:nvSpPr>
        <p:spPr>
          <a:xfrm flipH="1">
            <a:off x="1970533" y="7460564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9" name="KSO_Shape"/>
          <p:cNvSpPr/>
          <p:nvPr/>
        </p:nvSpPr>
        <p:spPr>
          <a:xfrm>
            <a:off x="4672772" y="7469213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65979" y="8658560"/>
            <a:ext cx="2000227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PPT》</a:t>
            </a:r>
          </a:p>
          <a:p>
            <a:pPr>
              <a:lnSpc>
                <a:spcPct val="120000"/>
              </a:lnSpc>
            </a:pP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说服力</a:t>
            </a: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 畅销书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新媒体</a:t>
            </a: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云课堂</a:t>
            </a: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 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809155" y="8690246"/>
            <a:ext cx="198579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挑战杯成立工作室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申报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 </a:t>
            </a: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社团成功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开启求职季简历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讲座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96649" y="-1117233"/>
            <a:ext cx="1319452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</a:t>
            </a:r>
            <a:r>
              <a:rPr lang="zh-CN" altLang="en-US" sz="1400" b="1" dirty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逼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400" b="1" dirty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00" b="1" dirty="0" smtClean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</a:t>
            </a:r>
            <a:endParaRPr lang="en-US" altLang="zh-CN" sz="1400" b="1" dirty="0" smtClean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n w="3175">
                  <a:noFill/>
                </a:ln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自学成才</a:t>
            </a:r>
            <a:endParaRPr lang="en-US" altLang="zh-CN" sz="1400" b="1" dirty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196203" y="7030157"/>
            <a:ext cx="1787692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線上教育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出版新書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全國演講</a:t>
            </a:r>
            <a:endParaRPr lang="en-US" altLang="zh-CN" dirty="0">
              <a:ln w="3175">
                <a:noFill/>
              </a:ln>
              <a:solidFill>
                <a:srgbClr val="0575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4623992" y="7042884"/>
            <a:ext cx="2189492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建工作室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創新社團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開簡歷課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03319" y="99786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>
            <a:off x="319195" y="206465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287534" y="459195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319195" y="673190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>
            <a:off x="4875304" y="99786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/>
          <p:nvPr/>
        </p:nvCxnSpPr>
        <p:spPr>
          <a:xfrm>
            <a:off x="4891180" y="206465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>
            <a:off x="4859519" y="459195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4891180" y="6731900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319195" y="9771314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4891180" y="9771314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1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2531985" y="-17935"/>
            <a:ext cx="1794030" cy="37880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517243" y="4820214"/>
            <a:ext cx="1796070" cy="12503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537315" y="6694960"/>
            <a:ext cx="1796070" cy="1206803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2529640" y="9543502"/>
            <a:ext cx="1796070" cy="36249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529944" y="2651910"/>
            <a:ext cx="1796070" cy="158724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529943" y="959911"/>
            <a:ext cx="1796071" cy="111287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295921" y="7894471"/>
            <a:ext cx="2240758" cy="162037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278879" y="7901788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278879" y="9514815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2301672" y="350497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284630" y="340034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2284630" y="949761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2648707" y="45597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建立社交網路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493001" y="8030762"/>
            <a:ext cx="1880206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三大精髓</a:t>
            </a: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與眾不同</a:t>
            </a:r>
            <a:endParaRPr lang="en-US" altLang="zh-CN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精益求精</a:t>
            </a:r>
            <a:endParaRPr lang="en-US" altLang="zh-CN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服務意識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854" y="-2596"/>
            <a:ext cx="182896" cy="687238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192522" y="-17935"/>
            <a:ext cx="184133" cy="13722379"/>
            <a:chOff x="2192522" y="134465"/>
            <a:chExt cx="184133" cy="13722379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532" y="6848432"/>
            <a:ext cx="182896" cy="6872388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2302271" y="6084861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2285229" y="6074398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2285229" y="6684125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2302271" y="4241781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2285229" y="4231318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85229" y="4841045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2302271" y="2038331"/>
            <a:ext cx="2240758" cy="567972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  <a:solidFill>
                <a:srgbClr val="05755C"/>
              </a:solidFill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2285229" y="2027868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85229" y="2637595"/>
            <a:ext cx="2277224" cy="1"/>
          </a:xfrm>
          <a:prstGeom prst="line">
            <a:avLst/>
          </a:prstGeom>
          <a:ln w="76200">
            <a:solidFill>
              <a:srgbClr val="23222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/>
          <p:cNvGrpSpPr/>
          <p:nvPr/>
        </p:nvGrpSpPr>
        <p:grpSpPr>
          <a:xfrm>
            <a:off x="-85412" y="-30781"/>
            <a:ext cx="184133" cy="13722379"/>
            <a:chOff x="2192522" y="134465"/>
            <a:chExt cx="184133" cy="13722379"/>
          </a:xfrm>
        </p:grpSpPr>
        <p:pic>
          <p:nvPicPr>
            <p:cNvPr id="98" name="图片 9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grpSp>
        <p:nvGrpSpPr>
          <p:cNvPr id="100" name="组合 99"/>
          <p:cNvGrpSpPr/>
          <p:nvPr/>
        </p:nvGrpSpPr>
        <p:grpSpPr>
          <a:xfrm>
            <a:off x="6766822" y="-5169"/>
            <a:ext cx="184133" cy="13722379"/>
            <a:chOff x="2192522" y="134465"/>
            <a:chExt cx="184133" cy="13722379"/>
          </a:xfrm>
        </p:grpSpPr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3759" y="134465"/>
              <a:ext cx="182896" cy="6872388"/>
            </a:xfrm>
            <a:prstGeom prst="rect">
              <a:avLst/>
            </a:prstGeom>
          </p:spPr>
        </p:pic>
        <p:pic>
          <p:nvPicPr>
            <p:cNvPr id="102" name="图片 10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2522" y="6984456"/>
              <a:ext cx="182896" cy="6872388"/>
            </a:xfrm>
            <a:prstGeom prst="rect">
              <a:avLst/>
            </a:prstGeom>
          </p:spPr>
        </p:pic>
      </p:grpSp>
      <p:sp>
        <p:nvSpPr>
          <p:cNvPr id="104" name="矩形 103"/>
          <p:cNvSpPr/>
          <p:nvPr/>
        </p:nvSpPr>
        <p:spPr>
          <a:xfrm>
            <a:off x="-67227" y="257376"/>
            <a:ext cx="2421772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新媒體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微博微信粉丝圈子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线上线下达人联盟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4654558" y="257376"/>
            <a:ext cx="2203442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QQ</a:t>
            </a:r>
            <a:r>
              <a:rPr lang="zh-CN" altLang="en-US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空间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简历约定微博活动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简历修改及微点评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-14953" y="2007844"/>
            <a:ext cx="2317224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O2O</a:t>
            </a: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线上粉丝口碑为主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线下活动核心聚首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549783" y="2017369"/>
            <a:ext cx="22986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O2O</a:t>
            </a: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线上简历杂志定期发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线下达人讲座不间断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社团简历大赛稳推进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98" y="-26475"/>
            <a:ext cx="528117" cy="633070"/>
          </a:xfrm>
          <a:prstGeom prst="rect">
            <a:avLst/>
          </a:prstGeom>
        </p:spPr>
      </p:pic>
      <p:pic>
        <p:nvPicPr>
          <p:cNvPr id="125" name="图片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123" y="1690033"/>
            <a:ext cx="517837" cy="618505"/>
          </a:xfrm>
          <a:prstGeom prst="rect">
            <a:avLst/>
          </a:prstGeom>
        </p:spPr>
      </p:pic>
      <p:pic>
        <p:nvPicPr>
          <p:cNvPr id="126" name="图片 1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993" y="3856814"/>
            <a:ext cx="515966" cy="618505"/>
          </a:xfrm>
          <a:prstGeom prst="rect">
            <a:avLst/>
          </a:prstGeom>
        </p:spPr>
      </p:pic>
      <p:sp>
        <p:nvSpPr>
          <p:cNvPr id="132" name="矩形 131"/>
          <p:cNvSpPr/>
          <p:nvPr/>
        </p:nvSpPr>
        <p:spPr>
          <a:xfrm>
            <a:off x="145929" y="4072119"/>
            <a:ext cx="199546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三分鐘教程</a:t>
            </a:r>
            <a:endParaRPr lang="en-US" altLang="zh-CN" sz="24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发布内容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最有代表性的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4757108" y="4583384"/>
            <a:ext cx="188278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高质量简历模板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开放免费定制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名额</a:t>
            </a:r>
            <a:endParaRPr lang="en-US" altLang="zh-CN" sz="1400" dirty="0" smtClean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博晒</a:t>
            </a:r>
            <a:r>
              <a:rPr lang="zh-CN" altLang="en-US" sz="1400" dirty="0" smtClean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单秀一秀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258342" y="6050311"/>
            <a:ext cx="1787692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多了去了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线上线下多渠道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公司个人全都有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4589001" y="6035071"/>
            <a:ext cx="225947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線上為主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联系校招企业宣讲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招聘对接顺带推广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dirty="0">
                <a:ln w="3175">
                  <a:noFill/>
                </a:ln>
                <a:solidFill>
                  <a:srgbClr val="2322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模板网站合约作者</a:t>
            </a:r>
            <a:endParaRPr lang="en-US" altLang="zh-CN" sz="1400" dirty="0">
              <a:ln w="3175">
                <a:noFill/>
              </a:ln>
              <a:solidFill>
                <a:srgbClr val="2322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38452" y="7985802"/>
            <a:ext cx="201041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有趣</a:t>
            </a: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好玩</a:t>
            </a:r>
            <a:r>
              <a:rPr lang="en-US" altLang="zh-CN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PPT</a:t>
            </a: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極客</a:t>
            </a:r>
            <a:endParaRPr lang="en-US" altLang="zh-CN" sz="2800" dirty="0" smtClean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福利不斷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731745" y="7973612"/>
            <a:ext cx="198579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極客精神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孫子態度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核心你猜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288396" y="214500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宣傳你的產品和方案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639138" y="434767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發布免費內容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390764" y="62034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232223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尋找推廣合作伙伴</a:t>
            </a:r>
            <a:endParaRPr lang="zh-CN" altLang="en-US" dirty="0">
              <a:solidFill>
                <a:srgbClr val="232223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pic>
        <p:nvPicPr>
          <p:cNvPr id="146" name="图片 1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442" y="5735694"/>
            <a:ext cx="529518" cy="616286"/>
          </a:xfrm>
          <a:prstGeom prst="rect">
            <a:avLst/>
          </a:prstGeom>
        </p:spPr>
      </p:pic>
      <p:pic>
        <p:nvPicPr>
          <p:cNvPr id="147" name="图片 1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4993" y="7577381"/>
            <a:ext cx="541124" cy="505495"/>
          </a:xfrm>
          <a:prstGeom prst="rect">
            <a:avLst/>
          </a:prstGeom>
        </p:spPr>
      </p:pic>
      <p:cxnSp>
        <p:nvCxnSpPr>
          <p:cNvPr id="122" name="直接连接符 121"/>
          <p:cNvCxnSpPr/>
          <p:nvPr/>
        </p:nvCxnSpPr>
        <p:spPr>
          <a:xfrm>
            <a:off x="319195" y="1606094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4891180" y="1606094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/>
          <p:nvPr/>
        </p:nvCxnSpPr>
        <p:spPr>
          <a:xfrm>
            <a:off x="307467" y="3810933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>
            <a:off x="4879452" y="3810933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/>
          <p:nvPr/>
        </p:nvCxnSpPr>
        <p:spPr>
          <a:xfrm>
            <a:off x="319195" y="5635747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4891180" y="5635747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/>
          <p:nvPr/>
        </p:nvCxnSpPr>
        <p:spPr>
          <a:xfrm>
            <a:off x="331895" y="7619417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>
            <a:off x="4891180" y="7619417"/>
            <a:ext cx="1680576" cy="0"/>
          </a:xfrm>
          <a:prstGeom prst="line">
            <a:avLst/>
          </a:prstGeom>
          <a:ln w="19050">
            <a:solidFill>
              <a:srgbClr val="40404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 153"/>
          <p:cNvSpPr/>
          <p:nvPr/>
        </p:nvSpPr>
        <p:spPr>
          <a:xfrm>
            <a:off x="4686868" y="4064219"/>
            <a:ext cx="1995460" cy="550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dirty="0" smtClean="0">
                <a:ln w="3175">
                  <a:noFill/>
                </a:ln>
                <a:solidFill>
                  <a:srgbClr val="05755C"/>
                </a:solidFill>
                <a:latin typeface="蒙纳简超刚黑" panose="00000900000000000000" pitchFamily="2" charset="-120"/>
                <a:ea typeface="蒙纳简超刚黑" panose="00000900000000000000" pitchFamily="2" charset="-120"/>
              </a:rPr>
              <a:t>活动不斷</a:t>
            </a:r>
            <a:endParaRPr lang="en-US" altLang="zh-CN" sz="2800" dirty="0">
              <a:ln w="3175">
                <a:noFill/>
              </a:ln>
              <a:solidFill>
                <a:srgbClr val="05755C"/>
              </a:solidFill>
              <a:latin typeface="蒙纳简超刚黑" panose="00000900000000000000" pitchFamily="2" charset="-120"/>
              <a:ea typeface="蒙纳简超刚黑" panose="00000900000000000000" pitchFamily="2" charset="-120"/>
            </a:endParaRPr>
          </a:p>
        </p:txBody>
      </p:sp>
      <p:sp>
        <p:nvSpPr>
          <p:cNvPr id="155" name="KSO_Shape"/>
          <p:cNvSpPr/>
          <p:nvPr/>
        </p:nvSpPr>
        <p:spPr>
          <a:xfrm flipH="1">
            <a:off x="1968110" y="389480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6" name="KSO_Shape"/>
          <p:cNvSpPr/>
          <p:nvPr/>
        </p:nvSpPr>
        <p:spPr>
          <a:xfrm>
            <a:off x="4670349" y="398129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7" name="KSO_Shape"/>
          <p:cNvSpPr/>
          <p:nvPr/>
        </p:nvSpPr>
        <p:spPr>
          <a:xfrm flipH="1">
            <a:off x="1969382" y="2187008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8" name="KSO_Shape"/>
          <p:cNvSpPr/>
          <p:nvPr/>
        </p:nvSpPr>
        <p:spPr>
          <a:xfrm>
            <a:off x="4671621" y="2195657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9" name="KSO_Shape"/>
          <p:cNvSpPr/>
          <p:nvPr/>
        </p:nvSpPr>
        <p:spPr>
          <a:xfrm flipH="1">
            <a:off x="1968110" y="4228309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0" name="KSO_Shape"/>
          <p:cNvSpPr/>
          <p:nvPr/>
        </p:nvSpPr>
        <p:spPr>
          <a:xfrm>
            <a:off x="4670349" y="4217908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1" name="KSO_Shape"/>
          <p:cNvSpPr/>
          <p:nvPr/>
        </p:nvSpPr>
        <p:spPr>
          <a:xfrm flipH="1">
            <a:off x="1973505" y="6209409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2" name="KSO_Shape"/>
          <p:cNvSpPr/>
          <p:nvPr/>
        </p:nvSpPr>
        <p:spPr>
          <a:xfrm>
            <a:off x="4675744" y="6218058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3" name="KSO_Shape"/>
          <p:cNvSpPr/>
          <p:nvPr/>
        </p:nvSpPr>
        <p:spPr>
          <a:xfrm flipH="1">
            <a:off x="1970533" y="8184464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64" name="KSO_Shape"/>
          <p:cNvSpPr/>
          <p:nvPr/>
        </p:nvSpPr>
        <p:spPr>
          <a:xfrm>
            <a:off x="4672772" y="8193113"/>
            <a:ext cx="199951" cy="232051"/>
          </a:xfrm>
          <a:custGeom>
            <a:avLst/>
            <a:gdLst>
              <a:gd name="connsiteX0" fmla="*/ 0 w 792088"/>
              <a:gd name="connsiteY0" fmla="*/ 0 h 918822"/>
              <a:gd name="connsiteX1" fmla="*/ 792088 w 792088"/>
              <a:gd name="connsiteY1" fmla="*/ 459411 h 918822"/>
              <a:gd name="connsiteX2" fmla="*/ 0 w 792088"/>
              <a:gd name="connsiteY2" fmla="*/ 918822 h 918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2088" h="918822">
                <a:moveTo>
                  <a:pt x="0" y="0"/>
                </a:moveTo>
                <a:lnTo>
                  <a:pt x="792088" y="459411"/>
                </a:lnTo>
                <a:lnTo>
                  <a:pt x="0" y="918822"/>
                </a:lnTo>
                <a:close/>
              </a:path>
            </a:pathLst>
          </a:custGeom>
          <a:solidFill>
            <a:srgbClr val="23222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05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" b="-23"/>
          <a:stretch/>
        </p:blipFill>
        <p:spPr>
          <a:xfrm>
            <a:off x="0" y="3865068"/>
            <a:ext cx="6858000" cy="4490648"/>
          </a:xfrm>
          <a:prstGeom prst="rect">
            <a:avLst/>
          </a:prstGeom>
        </p:spPr>
      </p:pic>
      <p:sp>
        <p:nvSpPr>
          <p:cNvPr id="64" name="矩形 63"/>
          <p:cNvSpPr/>
          <p:nvPr/>
        </p:nvSpPr>
        <p:spPr>
          <a:xfrm>
            <a:off x="645968" y="5859267"/>
            <a:ext cx="5460960" cy="1881237"/>
          </a:xfrm>
          <a:prstGeom prst="rect">
            <a:avLst/>
          </a:prstGeom>
          <a:solidFill>
            <a:srgbClr val="000000">
              <a:alpha val="67059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3"/>
          <a:srcRect t="92858"/>
          <a:stretch/>
        </p:blipFill>
        <p:spPr>
          <a:xfrm>
            <a:off x="-88697" y="-9525"/>
            <a:ext cx="7035394" cy="492900"/>
          </a:xfrm>
          <a:prstGeom prst="rect">
            <a:avLst/>
          </a:prstGeom>
        </p:spPr>
      </p:pic>
      <p:sp>
        <p:nvSpPr>
          <p:cNvPr id="38" name="任意多边形 37"/>
          <p:cNvSpPr/>
          <p:nvPr/>
        </p:nvSpPr>
        <p:spPr>
          <a:xfrm rot="10800000" flipV="1">
            <a:off x="-2" y="1289199"/>
            <a:ext cx="6877049" cy="2575869"/>
          </a:xfrm>
          <a:custGeom>
            <a:avLst/>
            <a:gdLst>
              <a:gd name="connsiteX0" fmla="*/ 6356 w 6877068"/>
              <a:gd name="connsiteY0" fmla="*/ 2638046 h 2638046"/>
              <a:gd name="connsiteX1" fmla="*/ 6877068 w 6877068"/>
              <a:gd name="connsiteY1" fmla="*/ 2638046 h 2638046"/>
              <a:gd name="connsiteX2" fmla="*/ 6877068 w 6877068"/>
              <a:gd name="connsiteY2" fmla="*/ 492553 h 2638046"/>
              <a:gd name="connsiteX3" fmla="*/ 6858321 w 6877068"/>
              <a:gd name="connsiteY3" fmla="*/ 492553 h 2638046"/>
              <a:gd name="connsiteX4" fmla="*/ 3435356 w 6877068"/>
              <a:gd name="connsiteY4" fmla="*/ 0 h 2638046"/>
              <a:gd name="connsiteX5" fmla="*/ 12391 w 6877068"/>
              <a:gd name="connsiteY5" fmla="*/ 492553 h 2638046"/>
              <a:gd name="connsiteX6" fmla="*/ 6356 w 6877068"/>
              <a:gd name="connsiteY6" fmla="*/ 492553 h 2638046"/>
              <a:gd name="connsiteX7" fmla="*/ 6356 w 6877068"/>
              <a:gd name="connsiteY7" fmla="*/ 493422 h 2638046"/>
              <a:gd name="connsiteX8" fmla="*/ 0 w 6877068"/>
              <a:gd name="connsiteY8" fmla="*/ 494336 h 2638046"/>
              <a:gd name="connsiteX9" fmla="*/ 6356 w 6877068"/>
              <a:gd name="connsiteY9" fmla="*/ 494336 h 263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77068" h="2638046">
                <a:moveTo>
                  <a:pt x="6356" y="2638046"/>
                </a:moveTo>
                <a:lnTo>
                  <a:pt x="6877068" y="2638046"/>
                </a:lnTo>
                <a:lnTo>
                  <a:pt x="6877068" y="492553"/>
                </a:lnTo>
                <a:lnTo>
                  <a:pt x="6858321" y="492553"/>
                </a:lnTo>
                <a:lnTo>
                  <a:pt x="3435356" y="0"/>
                </a:lnTo>
                <a:lnTo>
                  <a:pt x="12391" y="492553"/>
                </a:lnTo>
                <a:lnTo>
                  <a:pt x="6356" y="492553"/>
                </a:lnTo>
                <a:lnTo>
                  <a:pt x="6356" y="493422"/>
                </a:lnTo>
                <a:lnTo>
                  <a:pt x="0" y="494336"/>
                </a:lnTo>
                <a:lnTo>
                  <a:pt x="6356" y="494336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1" name="梯形 20"/>
          <p:cNvSpPr/>
          <p:nvPr/>
        </p:nvSpPr>
        <p:spPr>
          <a:xfrm flipV="1">
            <a:off x="2539912" y="469182"/>
            <a:ext cx="1795056" cy="1668951"/>
          </a:xfrm>
          <a:prstGeom prst="trapezoid">
            <a:avLst>
              <a:gd name="adj" fmla="val 34189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537315" y="0"/>
            <a:ext cx="1796070" cy="14740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 rot="10800000">
            <a:off x="2539127" y="4421"/>
            <a:ext cx="1794029" cy="46476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en-US" altLang="zh-CN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 rot="10800000">
            <a:off x="243476" y="-4258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 rot="10800000">
            <a:off x="4798568" y="13711"/>
            <a:ext cx="1810794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solidFill>
            <a:srgbClr val="05755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flipH="1" flipV="1">
            <a:off x="4798567" y="483375"/>
            <a:ext cx="1810793" cy="1448594"/>
          </a:xfrm>
          <a:prstGeom prst="triangle">
            <a:avLst>
              <a:gd name="adj" fmla="val 72322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/>
        </p:nvSpPr>
        <p:spPr>
          <a:xfrm flipV="1">
            <a:off x="245342" y="469197"/>
            <a:ext cx="1792163" cy="1441304"/>
          </a:xfrm>
          <a:prstGeom prst="triangle">
            <a:avLst>
              <a:gd name="adj" fmla="val 72322"/>
            </a:avLst>
          </a:prstGeom>
          <a:solidFill>
            <a:srgbClr val="059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650860" y="728682"/>
            <a:ext cx="1568395" cy="1568395"/>
            <a:chOff x="2643365" y="5861721"/>
            <a:chExt cx="1568395" cy="1568395"/>
          </a:xfrm>
        </p:grpSpPr>
        <p:sp>
          <p:nvSpPr>
            <p:cNvPr id="12" name="椭圆 11"/>
            <p:cNvSpPr/>
            <p:nvPr/>
          </p:nvSpPr>
          <p:spPr>
            <a:xfrm>
              <a:off x="2643365" y="5861721"/>
              <a:ext cx="1568395" cy="1568395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784796" y="5997029"/>
              <a:ext cx="1285531" cy="1285531"/>
            </a:xfrm>
            <a:prstGeom prst="ellipse">
              <a:avLst/>
            </a:prstGeom>
            <a:solidFill>
              <a:srgbClr val="05755C"/>
            </a:solid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6" name="椭圆 15"/>
          <p:cNvSpPr/>
          <p:nvPr/>
        </p:nvSpPr>
        <p:spPr>
          <a:xfrm>
            <a:off x="4679966" y="715845"/>
            <a:ext cx="1568395" cy="156839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821397" y="864895"/>
            <a:ext cx="1285531" cy="1285531"/>
          </a:xfrm>
          <a:prstGeom prst="ellipse">
            <a:avLst/>
          </a:prstGeom>
          <a:solidFill>
            <a:srgbClr val="05755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764639" y="1026990"/>
            <a:ext cx="1483202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继续</a:t>
            </a:r>
            <a:endParaRPr lang="en-US" altLang="zh-CN" sz="2400" b="1" spc="3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899720" y="997770"/>
            <a:ext cx="11406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spc="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3t" panose="00000400000000000000" pitchFamily="2" charset="0"/>
              </a:rPr>
              <a:t>10</a:t>
            </a:r>
            <a:endParaRPr lang="zh-CN" altLang="en-US" sz="6600" spc="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3t" panose="00000400000000000000" pitchFamily="2" charset="0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46429" y1="41964" x2="59375" y2="79018"/>
                        <a14:foregroundMark x1="44196" y1="87946" x2="42857" y2="99107"/>
                        <a14:foregroundMark x1="19196" y1="35268" x2="17411" y2="41964"/>
                        <a14:foregroundMark x1="21875" y1="48214" x2="21875" y2="50446"/>
                        <a14:foregroundMark x1="85268" y1="44196" x2="85268" y2="48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784" y="5735270"/>
            <a:ext cx="1962287" cy="1990554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59" name="矩形 58"/>
          <p:cNvSpPr/>
          <p:nvPr/>
        </p:nvSpPr>
        <p:spPr>
          <a:xfrm>
            <a:off x="645968" y="5829459"/>
            <a:ext cx="6034232" cy="1938992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我的生活经历和感悟是有价值</a:t>
            </a: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我不知道某种知识，我会努力学习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如果我不具备某种知识，我会努力</a:t>
            </a: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创造</a:t>
            </a:r>
            <a:endParaRPr lang="en-US" altLang="zh-CN" sz="2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一种生活方式</a:t>
            </a:r>
            <a:endParaRPr lang="zh-CN" altLang="en-US" sz="2000" b="1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88945" y="5859267"/>
            <a:ext cx="189736" cy="1881237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33232" y="3174246"/>
            <a:ext cx="3238796" cy="2069506"/>
            <a:chOff x="2352207" y="4085446"/>
            <a:chExt cx="3238796" cy="2069506"/>
          </a:xfrm>
        </p:grpSpPr>
        <p:sp>
          <p:nvSpPr>
            <p:cNvPr id="55" name="椭圆 54"/>
            <p:cNvSpPr/>
            <p:nvPr/>
          </p:nvSpPr>
          <p:spPr>
            <a:xfrm>
              <a:off x="3257781" y="4085446"/>
              <a:ext cx="2069506" cy="2069506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52207" y="4441970"/>
              <a:ext cx="323879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spc="300" dirty="0" smtClean="0">
                  <a:solidFill>
                    <a:srgbClr val="0575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专业化生存的信念</a:t>
              </a:r>
              <a:endParaRPr lang="zh-CN" altLang="en-US" sz="4400" b="1" spc="300" dirty="0">
                <a:solidFill>
                  <a:srgbClr val="05755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6"/>
            <a:srcRect l="33220" t="17812" r="17774" b="18160"/>
            <a:stretch/>
          </p:blipFill>
          <p:spPr>
            <a:xfrm>
              <a:off x="3408594" y="4255639"/>
              <a:ext cx="1767879" cy="1767879"/>
            </a:xfrm>
            <a:prstGeom prst="ellipse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</p:pic>
      </p:grpSp>
      <p:sp>
        <p:nvSpPr>
          <p:cNvPr id="71" name="矩形 70"/>
          <p:cNvSpPr/>
          <p:nvPr/>
        </p:nvSpPr>
        <p:spPr>
          <a:xfrm>
            <a:off x="-5421" y="8345865"/>
            <a:ext cx="6882469" cy="1036991"/>
          </a:xfrm>
          <a:prstGeom prst="rect">
            <a:avLst/>
          </a:prstGeom>
          <a:solidFill>
            <a:srgbClr val="05755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-16127" y="9368177"/>
            <a:ext cx="6882469" cy="543124"/>
          </a:xfrm>
          <a:prstGeom prst="rect">
            <a:avLst/>
          </a:prstGeom>
          <a:solidFill>
            <a:srgbClr val="23222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559047" y="9468084"/>
            <a:ext cx="1979082" cy="3101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>
                <a:alpha val="7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 flipH="1">
            <a:off x="2277290" y="9507526"/>
            <a:ext cx="214982" cy="231238"/>
          </a:xfrm>
          <a:prstGeom prst="roundRect">
            <a:avLst/>
          </a:prstGeom>
          <a:solidFill>
            <a:srgbClr val="272828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KSO_Shape"/>
          <p:cNvSpPr/>
          <p:nvPr/>
        </p:nvSpPr>
        <p:spPr>
          <a:xfrm>
            <a:off x="2312515" y="9542386"/>
            <a:ext cx="144532" cy="147231"/>
          </a:xfrm>
          <a:custGeom>
            <a:avLst/>
            <a:gdLst>
              <a:gd name="connsiteX0" fmla="*/ 150612 w 405200"/>
              <a:gd name="connsiteY0" fmla="*/ 52389 h 413075"/>
              <a:gd name="connsiteX1" fmla="*/ 52389 w 405200"/>
              <a:gd name="connsiteY1" fmla="*/ 150612 h 413075"/>
              <a:gd name="connsiteX2" fmla="*/ 150612 w 405200"/>
              <a:gd name="connsiteY2" fmla="*/ 248836 h 413075"/>
              <a:gd name="connsiteX3" fmla="*/ 248836 w 405200"/>
              <a:gd name="connsiteY3" fmla="*/ 150612 h 413075"/>
              <a:gd name="connsiteX4" fmla="*/ 150612 w 405200"/>
              <a:gd name="connsiteY4" fmla="*/ 52389 h 413075"/>
              <a:gd name="connsiteX5" fmla="*/ 150612 w 405200"/>
              <a:gd name="connsiteY5" fmla="*/ 0 h 413075"/>
              <a:gd name="connsiteX6" fmla="*/ 301225 w 405200"/>
              <a:gd name="connsiteY6" fmla="*/ 150612 h 413075"/>
              <a:gd name="connsiteX7" fmla="*/ 276789 w 405200"/>
              <a:gd name="connsiteY7" fmla="*/ 232452 h 413075"/>
              <a:gd name="connsiteX8" fmla="*/ 279486 w 405200"/>
              <a:gd name="connsiteY8" fmla="*/ 234307 h 413075"/>
              <a:gd name="connsiteX9" fmla="*/ 395404 w 405200"/>
              <a:gd name="connsiteY9" fmla="*/ 354065 h 413075"/>
              <a:gd name="connsiteX10" fmla="*/ 394603 w 405200"/>
              <a:gd name="connsiteY10" fmla="*/ 403280 h 413075"/>
              <a:gd name="connsiteX11" fmla="*/ 345389 w 405200"/>
              <a:gd name="connsiteY11" fmla="*/ 402478 h 413075"/>
              <a:gd name="connsiteX12" fmla="*/ 229470 w 405200"/>
              <a:gd name="connsiteY12" fmla="*/ 282720 h 413075"/>
              <a:gd name="connsiteX13" fmla="*/ 227420 w 405200"/>
              <a:gd name="connsiteY13" fmla="*/ 279520 h 413075"/>
              <a:gd name="connsiteX14" fmla="*/ 150612 w 405200"/>
              <a:gd name="connsiteY14" fmla="*/ 301225 h 413075"/>
              <a:gd name="connsiteX15" fmla="*/ 0 w 405200"/>
              <a:gd name="connsiteY15" fmla="*/ 150612 h 413075"/>
              <a:gd name="connsiteX16" fmla="*/ 150612 w 405200"/>
              <a:gd name="connsiteY16" fmla="*/ 0 h 41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5200" h="413075">
                <a:moveTo>
                  <a:pt x="150612" y="52389"/>
                </a:moveTo>
                <a:cubicBezTo>
                  <a:pt x="96365" y="52389"/>
                  <a:pt x="52389" y="96365"/>
                  <a:pt x="52389" y="150612"/>
                </a:cubicBezTo>
                <a:cubicBezTo>
                  <a:pt x="52389" y="204860"/>
                  <a:pt x="96365" y="248836"/>
                  <a:pt x="150612" y="248836"/>
                </a:cubicBezTo>
                <a:cubicBezTo>
                  <a:pt x="204860" y="248836"/>
                  <a:pt x="248836" y="204860"/>
                  <a:pt x="248836" y="150612"/>
                </a:cubicBezTo>
                <a:cubicBezTo>
                  <a:pt x="248836" y="96365"/>
                  <a:pt x="204860" y="52389"/>
                  <a:pt x="150612" y="52389"/>
                </a:cubicBezTo>
                <a:close/>
                <a:moveTo>
                  <a:pt x="150612" y="0"/>
                </a:moveTo>
                <a:cubicBezTo>
                  <a:pt x="233793" y="0"/>
                  <a:pt x="301225" y="67431"/>
                  <a:pt x="301225" y="150612"/>
                </a:cubicBezTo>
                <a:cubicBezTo>
                  <a:pt x="301225" y="180842"/>
                  <a:pt x="292319" y="208992"/>
                  <a:pt x="276789" y="232452"/>
                </a:cubicBezTo>
                <a:cubicBezTo>
                  <a:pt x="277931" y="232774"/>
                  <a:pt x="278722" y="233519"/>
                  <a:pt x="279486" y="234307"/>
                </a:cubicBezTo>
                <a:lnTo>
                  <a:pt x="395404" y="354065"/>
                </a:lnTo>
                <a:cubicBezTo>
                  <a:pt x="408773" y="367877"/>
                  <a:pt x="408414" y="389911"/>
                  <a:pt x="394603" y="403280"/>
                </a:cubicBezTo>
                <a:cubicBezTo>
                  <a:pt x="380791" y="416648"/>
                  <a:pt x="358757" y="416289"/>
                  <a:pt x="345389" y="402478"/>
                </a:cubicBezTo>
                <a:lnTo>
                  <a:pt x="229470" y="282720"/>
                </a:lnTo>
                <a:lnTo>
                  <a:pt x="227420" y="279520"/>
                </a:lnTo>
                <a:cubicBezTo>
                  <a:pt x="205163" y="293486"/>
                  <a:pt x="178791" y="301225"/>
                  <a:pt x="150612" y="301225"/>
                </a:cubicBezTo>
                <a:cubicBezTo>
                  <a:pt x="67431" y="301225"/>
                  <a:pt x="0" y="233793"/>
                  <a:pt x="0" y="150612"/>
                </a:cubicBezTo>
                <a:cubicBezTo>
                  <a:pt x="0" y="67431"/>
                  <a:pt x="67431" y="0"/>
                  <a:pt x="1506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626203" y="9468770"/>
            <a:ext cx="1659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Verdana" panose="020B0604030504040204" pitchFamily="34" charset="0"/>
              </a:rPr>
              <a:t>BRENDON BURCHARD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715042" y="9478547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 smtClean="0">
                <a:solidFill>
                  <a:srgbClr val="353335"/>
                </a:solidFill>
                <a:latin typeface="叶根友行书繁" panose="02010601030101010101" pitchFamily="2" charset="-122"/>
                <a:ea typeface="叶根友行书繁" panose="02010601030101010101" pitchFamily="2" charset="-122"/>
                <a:cs typeface="Verdana" panose="020B0604030504040204" pitchFamily="34" charset="0"/>
              </a:rPr>
              <a:t>@</a:t>
            </a:r>
            <a:r>
              <a:rPr lang="zh-CN" altLang="en-US" sz="1200" b="1" dirty="0" smtClean="0">
                <a:solidFill>
                  <a:srgbClr val="353335"/>
                </a:solidFill>
                <a:latin typeface="叶根友行书繁" panose="02010601030101010101" pitchFamily="2" charset="-122"/>
                <a:ea typeface="叶根友行书繁" panose="02010601030101010101" pitchFamily="2" charset="-122"/>
                <a:cs typeface="Verdana" panose="020B0604030504040204" pitchFamily="34" charset="0"/>
              </a:rPr>
              <a:t>香瓜手榴弹</a:t>
            </a:r>
            <a:endParaRPr lang="zh-CN" altLang="en-US" sz="2000" b="1" dirty="0">
              <a:solidFill>
                <a:srgbClr val="353335"/>
              </a:solidFill>
              <a:latin typeface="叶根友行书繁" panose="02010601030101010101" pitchFamily="2" charset="-122"/>
              <a:ea typeface="叶根友行书繁" panose="02010601030101010101" pitchFamily="2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5612949" y="9370738"/>
            <a:ext cx="8954" cy="510808"/>
            <a:chOff x="1696046" y="-6028"/>
            <a:chExt cx="8954" cy="648072"/>
          </a:xfrm>
        </p:grpSpPr>
        <p:cxnSp>
          <p:nvCxnSpPr>
            <p:cNvPr id="69" name="直接连接符 68"/>
            <p:cNvCxnSpPr/>
            <p:nvPr/>
          </p:nvCxnSpPr>
          <p:spPr>
            <a:xfrm>
              <a:off x="1705000" y="-6028"/>
              <a:ext cx="0" cy="648072"/>
            </a:xfrm>
            <a:prstGeom prst="line">
              <a:avLst/>
            </a:prstGeom>
            <a:ln w="19050">
              <a:solidFill>
                <a:srgbClr val="3133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1696046" y="-6028"/>
              <a:ext cx="0" cy="648072"/>
            </a:xfrm>
            <a:prstGeom prst="line">
              <a:avLst/>
            </a:prstGeom>
            <a:ln w="19050">
              <a:solidFill>
                <a:srgbClr val="1314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等腰三角形 72"/>
          <p:cNvSpPr/>
          <p:nvPr/>
        </p:nvSpPr>
        <p:spPr>
          <a:xfrm>
            <a:off x="3254081" y="9220319"/>
            <a:ext cx="349838" cy="147858"/>
          </a:xfrm>
          <a:prstGeom prst="triangle">
            <a:avLst/>
          </a:prstGeom>
          <a:solidFill>
            <a:srgbClr val="232223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3260137" y="8199073"/>
            <a:ext cx="349838" cy="147858"/>
          </a:xfrm>
          <a:prstGeom prst="triangle">
            <a:avLst/>
          </a:prstGeom>
          <a:solidFill>
            <a:srgbClr val="05755C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45950" y="8533856"/>
            <a:ext cx="6416262" cy="646331"/>
          </a:xfrm>
          <a:prstGeom prst="rect">
            <a:avLst/>
          </a:prstGeom>
          <a:solidFill>
            <a:srgbClr val="05755C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StiffHeiHK-UltraBold" panose="00000900000000000000" pitchFamily="50" charset="-120"/>
                <a:ea typeface="MStiffHeiHK-UltraBold" panose="00000900000000000000" pitchFamily="50" charset="-120"/>
              </a:rPr>
              <a:t>專业化生存   </a:t>
            </a:r>
            <a:r>
              <a:rPr lang="en-US" altLang="zh-CN" sz="36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rPr>
              <a:t>JUST DO IT</a:t>
            </a:r>
            <a:endParaRPr lang="zh-CN" altLang="en-US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531986" y="104899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十步打造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  <a:endParaRPr lang="en-US" altLang="zh-CN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43476" y="96219"/>
            <a:ext cx="1794029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成功了</a:t>
            </a:r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798568" y="114188"/>
            <a:ext cx="1810794" cy="475196"/>
          </a:xfrm>
          <a:custGeom>
            <a:avLst/>
            <a:gdLst>
              <a:gd name="connsiteX0" fmla="*/ 0 w 1794029"/>
              <a:gd name="connsiteY0" fmla="*/ 0 h 475196"/>
              <a:gd name="connsiteX1" fmla="*/ 1794029 w 1794029"/>
              <a:gd name="connsiteY1" fmla="*/ 0 h 475196"/>
              <a:gd name="connsiteX2" fmla="*/ 1794029 w 1794029"/>
              <a:gd name="connsiteY2" fmla="*/ 369332 h 475196"/>
              <a:gd name="connsiteX3" fmla="*/ 979029 w 1794029"/>
              <a:gd name="connsiteY3" fmla="*/ 369332 h 475196"/>
              <a:gd name="connsiteX4" fmla="*/ 896551 w 1794029"/>
              <a:gd name="connsiteY4" fmla="*/ 475196 h 475196"/>
              <a:gd name="connsiteX5" fmla="*/ 814074 w 1794029"/>
              <a:gd name="connsiteY5" fmla="*/ 369332 h 475196"/>
              <a:gd name="connsiteX6" fmla="*/ 0 w 1794029"/>
              <a:gd name="connsiteY6" fmla="*/ 369332 h 475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4029" h="475196">
                <a:moveTo>
                  <a:pt x="0" y="0"/>
                </a:moveTo>
                <a:lnTo>
                  <a:pt x="1794029" y="0"/>
                </a:lnTo>
                <a:lnTo>
                  <a:pt x="1794029" y="369332"/>
                </a:lnTo>
                <a:lnTo>
                  <a:pt x="979029" y="369332"/>
                </a:lnTo>
                <a:lnTo>
                  <a:pt x="896551" y="475196"/>
                </a:lnTo>
                <a:lnTo>
                  <a:pt x="814074" y="369332"/>
                </a:lnTo>
                <a:lnTo>
                  <a:pt x="0" y="369332"/>
                </a:lnTo>
                <a:close/>
              </a:path>
            </a:pathLst>
          </a:cu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zh-CN" altLang="en-US" b="1" spc="300" dirty="0" smtClean="0">
                <a:ln w="635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小样继续走</a:t>
            </a:r>
            <a:endParaRPr lang="zh-CN" altLang="en-US" b="1" spc="300" dirty="0">
              <a:ln w="635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49909" y="2184044"/>
            <a:ext cx="1737235" cy="1786427"/>
          </a:xfrm>
          <a:prstGeom prst="rect">
            <a:avLst/>
          </a:prstGeom>
          <a:solidFill>
            <a:srgbClr val="05755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/>
          <p:cNvCxnSpPr/>
          <p:nvPr/>
        </p:nvCxnSpPr>
        <p:spPr>
          <a:xfrm>
            <a:off x="660612" y="3109592"/>
            <a:ext cx="1737235" cy="0"/>
          </a:xfrm>
          <a:prstGeom prst="line">
            <a:avLst/>
          </a:prstGeom>
          <a:ln w="12700">
            <a:solidFill>
              <a:srgbClr val="F2F2F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618662" y="3226240"/>
            <a:ext cx="1810440" cy="627583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52239" y="710322"/>
            <a:ext cx="1568395" cy="1568395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793670" y="845630"/>
            <a:ext cx="1285531" cy="1285531"/>
          </a:xfrm>
          <a:prstGeom prst="ellipse">
            <a:avLst/>
          </a:prstGeom>
          <a:solidFill>
            <a:srgbClr val="05755C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3883" y="977505"/>
            <a:ext cx="1483202" cy="941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en-US" altLang="zh-CN" sz="2400" b="1" spc="3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spc="3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en-US" altLang="zh-CN" sz="2400" b="1" spc="300" dirty="0" smtClean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734073" y="2096800"/>
            <a:ext cx="15707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spc="3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第四题</a:t>
            </a:r>
            <a:endParaRPr lang="en-US" altLang="zh-CN" sz="2400" spc="30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400" spc="300" dirty="0" smtClean="0">
                <a:solidFill>
                  <a:srgbClr val="05755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超粗黑简体" panose="03000509000000000000" pitchFamily="65" charset="-122"/>
                <a:ea typeface="方正超粗黑简体" panose="03000509000000000000" pitchFamily="65" charset="-122"/>
              </a:rPr>
              <a:t>作文题</a:t>
            </a:r>
            <a:endParaRPr lang="zh-CN" altLang="en-US" sz="2400" spc="300" dirty="0">
              <a:solidFill>
                <a:srgbClr val="05755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超粗黑简体" panose="03000509000000000000" pitchFamily="65" charset="-122"/>
              <a:ea typeface="方正超粗黑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282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912</Words>
  <Application>Microsoft Office PowerPoint</Application>
  <PresentationFormat>A4 纸张(210x297 毫米)</PresentationFormat>
  <Paragraphs>200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MStiffHeiHK-UltraBold</vt:lpstr>
      <vt:lpstr>方正超粗黑简体</vt:lpstr>
      <vt:lpstr>汉仪大黑简</vt:lpstr>
      <vt:lpstr>蒙纳简超刚黑</vt:lpstr>
      <vt:lpstr>宋体</vt:lpstr>
      <vt:lpstr>微软雅黑</vt:lpstr>
      <vt:lpstr>叶根友行书繁</vt:lpstr>
      <vt:lpstr>3t</vt:lpstr>
      <vt:lpstr>Arial</vt:lpstr>
      <vt:lpstr>Calibri</vt:lpstr>
      <vt:lpstr>Calibri Light</vt:lpstr>
      <vt:lpstr>Impact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Stray</dc:creator>
  <cp:lastModifiedBy>Stray</cp:lastModifiedBy>
  <cp:revision>108</cp:revision>
  <dcterms:created xsi:type="dcterms:W3CDTF">2014-10-31T14:20:54Z</dcterms:created>
  <dcterms:modified xsi:type="dcterms:W3CDTF">2014-11-17T15:53:46Z</dcterms:modified>
</cp:coreProperties>
</file>