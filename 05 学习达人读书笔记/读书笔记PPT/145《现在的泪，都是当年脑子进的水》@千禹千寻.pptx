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56" r:id="rId3"/>
    <p:sldId id="257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61" r:id="rId12"/>
    <p:sldId id="262" r:id="rId13"/>
    <p:sldId id="270" r:id="rId14"/>
    <p:sldId id="271" r:id="rId15"/>
  </p:sldIdLst>
  <p:sldSz cx="12192000" cy="6858000"/>
  <p:notesSz cx="6858000" cy="9144000"/>
  <p:embeddedFontLst>
    <p:embeddedFont>
      <p:font typeface="方正正中黑简体" panose="02000000000000000000" pitchFamily="2" charset="-122"/>
      <p:regular r:id="rId17"/>
    </p:embeddedFont>
    <p:embeddedFont>
      <p:font typeface="方正正黑简体" panose="02000000000000000000" pitchFamily="2" charset="-122"/>
      <p:regular r:id="rId18"/>
    </p:embeddedFont>
    <p:embeddedFont>
      <p:font typeface="微软雅黑" panose="020B0503020204020204" pitchFamily="34" charset="-122"/>
      <p:regular r:id="rId19"/>
      <p:bold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方正毡笔黑简体" panose="02010600030101010101" charset="-122"/>
      <p:regular r:id="rId23"/>
    </p:embeddedFont>
    <p:embeddedFont>
      <p:font typeface="方正正大黑简体" panose="02000000000000000000" pitchFamily="2" charset="-122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pos="665" userDrawn="1">
          <p15:clr>
            <a:srgbClr val="A4A3A4"/>
          </p15:clr>
        </p15:guide>
        <p15:guide id="8" pos="7015" userDrawn="1">
          <p15:clr>
            <a:srgbClr val="A4A3A4"/>
          </p15:clr>
        </p15:guide>
        <p15:guide id="9" pos="11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74CDEF"/>
    <a:srgbClr val="33CAFF"/>
    <a:srgbClr val="D9D9D9"/>
    <a:srgbClr val="474747"/>
    <a:srgbClr val="545454"/>
    <a:srgbClr val="E3E1E1"/>
    <a:srgbClr val="A7A7A7"/>
    <a:srgbClr val="B3B3B3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1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16" y="66"/>
      </p:cViewPr>
      <p:guideLst>
        <p:guide orient="horz" pos="2160"/>
        <p:guide pos="3840"/>
        <p:guide orient="horz" pos="346"/>
        <p:guide orient="horz" pos="3974"/>
        <p:guide pos="211"/>
        <p:guide pos="7469"/>
        <p:guide pos="665"/>
        <p:guide pos="7015"/>
        <p:guide pos="11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9DFF9-4317-473F-A4B0-FE856FFA509C}" type="datetimeFigureOut">
              <a:rPr lang="zh-CN" altLang="en-US" smtClean="0"/>
              <a:t>2014/8/25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33CF9-C245-4EAB-A403-7DB5E0478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02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33CF9-C245-4EAB-A403-7DB5E047812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552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41045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61675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20525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20747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72530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89463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85227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7407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697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16816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688180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24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015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606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479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28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629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534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2016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80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819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59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52D07-954A-4D31-B466-2060C47966E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B2423-38FC-40E6-8D81-95117363C8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8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8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6019864" y="827215"/>
            <a:ext cx="181300" cy="181300"/>
          </a:xfrm>
          <a:prstGeom prst="ellipse">
            <a:avLst/>
          </a:prstGeom>
          <a:gradFill>
            <a:gsLst>
              <a:gs pos="89000">
                <a:srgbClr val="FEDE66"/>
              </a:gs>
              <a:gs pos="48000">
                <a:srgbClr val="F8A326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34963" y="1724537"/>
            <a:ext cx="11557000" cy="45841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55688" y="2326333"/>
            <a:ext cx="10080625" cy="3380597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7" name="任意多边形 6"/>
          <p:cNvSpPr/>
          <p:nvPr/>
        </p:nvSpPr>
        <p:spPr>
          <a:xfrm flipV="1">
            <a:off x="5914701" y="737002"/>
            <a:ext cx="362598" cy="380728"/>
          </a:xfrm>
          <a:custGeom>
            <a:avLst/>
            <a:gdLst>
              <a:gd name="connsiteX0" fmla="*/ 266700 w 533400"/>
              <a:gd name="connsiteY0" fmla="*/ 140335 h 560070"/>
              <a:gd name="connsiteX1" fmla="*/ 127000 w 533400"/>
              <a:gd name="connsiteY1" fmla="*/ 280035 h 560070"/>
              <a:gd name="connsiteX2" fmla="*/ 266700 w 533400"/>
              <a:gd name="connsiteY2" fmla="*/ 419735 h 560070"/>
              <a:gd name="connsiteX3" fmla="*/ 406400 w 533400"/>
              <a:gd name="connsiteY3" fmla="*/ 280035 h 560070"/>
              <a:gd name="connsiteX4" fmla="*/ 266700 w 533400"/>
              <a:gd name="connsiteY4" fmla="*/ 140335 h 560070"/>
              <a:gd name="connsiteX5" fmla="*/ 266700 w 533400"/>
              <a:gd name="connsiteY5" fmla="*/ 0 h 560070"/>
              <a:gd name="connsiteX6" fmla="*/ 533400 w 533400"/>
              <a:gd name="connsiteY6" fmla="*/ 280035 h 560070"/>
              <a:gd name="connsiteX7" fmla="*/ 266700 w 533400"/>
              <a:gd name="connsiteY7" fmla="*/ 560070 h 560070"/>
              <a:gd name="connsiteX8" fmla="*/ 0 w 533400"/>
              <a:gd name="connsiteY8" fmla="*/ 280035 h 560070"/>
              <a:gd name="connsiteX9" fmla="*/ 266700 w 533400"/>
              <a:gd name="connsiteY9" fmla="*/ 0 h 5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400" h="560070">
                <a:moveTo>
                  <a:pt x="266700" y="140335"/>
                </a:moveTo>
                <a:cubicBezTo>
                  <a:pt x="189546" y="140335"/>
                  <a:pt x="127000" y="202881"/>
                  <a:pt x="127000" y="280035"/>
                </a:cubicBezTo>
                <a:cubicBezTo>
                  <a:pt x="127000" y="357189"/>
                  <a:pt x="189546" y="419735"/>
                  <a:pt x="266700" y="419735"/>
                </a:cubicBezTo>
                <a:cubicBezTo>
                  <a:pt x="343854" y="419735"/>
                  <a:pt x="406400" y="357189"/>
                  <a:pt x="406400" y="280035"/>
                </a:cubicBezTo>
                <a:cubicBezTo>
                  <a:pt x="406400" y="202881"/>
                  <a:pt x="343854" y="140335"/>
                  <a:pt x="266700" y="140335"/>
                </a:cubicBezTo>
                <a:close/>
                <a:moveTo>
                  <a:pt x="266700" y="0"/>
                </a:moveTo>
                <a:cubicBezTo>
                  <a:pt x="413994" y="0"/>
                  <a:pt x="533400" y="125376"/>
                  <a:pt x="533400" y="280035"/>
                </a:cubicBezTo>
                <a:cubicBezTo>
                  <a:pt x="533400" y="434694"/>
                  <a:pt x="413994" y="560070"/>
                  <a:pt x="266700" y="560070"/>
                </a:cubicBezTo>
                <a:cubicBezTo>
                  <a:pt x="119406" y="560070"/>
                  <a:pt x="0" y="434694"/>
                  <a:pt x="0" y="280035"/>
                </a:cubicBezTo>
                <a:cubicBezTo>
                  <a:pt x="0" y="125376"/>
                  <a:pt x="119406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3E1E1"/>
              </a:gs>
              <a:gs pos="100000">
                <a:srgbClr val="A7A7A7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outerShdw blurRad="76200" sx="92000" sy="9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  <a:sp3d contourW="6350" prstMaterial="metal">
            <a:bevelT w="19050" h="38100"/>
            <a:contourClr>
              <a:srgbClr val="AFAFA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55689" y="2337760"/>
            <a:ext cx="3849443" cy="335476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        </a:t>
            </a:r>
            <a:r>
              <a:rPr lang="zh-CN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现在的</a:t>
            </a:r>
            <a:r>
              <a:rPr lang="zh-CN" altLang="zh-CN" sz="8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泪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，</a:t>
            </a:r>
            <a:endParaRPr lang="en-US" altLang="zh-CN" sz="36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毡笔黑简体" panose="03000509000000000000" pitchFamily="65" charset="-122"/>
              <a:ea typeface="方正毡笔黑简体" panose="03000509000000000000" pitchFamily="65" charset="-122"/>
            </a:endParaRPr>
          </a:p>
          <a:p>
            <a:pPr algn="just"/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  </a:t>
            </a:r>
            <a:r>
              <a:rPr lang="zh-CN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都是当年</a:t>
            </a:r>
            <a:endParaRPr lang="en-US" altLang="zh-C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毡笔黑简体" panose="03000509000000000000" pitchFamily="65" charset="-122"/>
              <a:ea typeface="方正毡笔黑简体" panose="03000509000000000000" pitchFamily="65" charset="-122"/>
            </a:endParaRPr>
          </a:p>
          <a:p>
            <a:pPr algn="r"/>
            <a:r>
              <a:rPr lang="zh-CN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脑子进的</a:t>
            </a:r>
            <a:r>
              <a:rPr lang="zh-CN" altLang="zh-CN" sz="8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水</a:t>
            </a:r>
            <a:endParaRPr lang="zh-CN" altLang="en-US" sz="48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007893" y="839259"/>
            <a:ext cx="176214" cy="176214"/>
          </a:xfrm>
          <a:prstGeom prst="ellipse">
            <a:avLst/>
          </a:prstGeom>
          <a:gradFill flip="none" rotWithShape="1">
            <a:gsLst>
              <a:gs pos="47000">
                <a:schemeClr val="tx1">
                  <a:lumMod val="95000"/>
                  <a:lumOff val="5000"/>
                </a:schemeClr>
              </a:gs>
              <a:gs pos="100000">
                <a:srgbClr val="D9D9D9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>
            <a:stCxn id="23" idx="4"/>
          </p:cNvCxnSpPr>
          <p:nvPr/>
        </p:nvCxnSpPr>
        <p:spPr>
          <a:xfrm flipH="1">
            <a:off x="5914702" y="1015473"/>
            <a:ext cx="181298" cy="3333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2485701" y="5823179"/>
            <a:ext cx="362598" cy="380728"/>
            <a:chOff x="2485701" y="4600378"/>
            <a:chExt cx="362598" cy="380728"/>
          </a:xfrm>
        </p:grpSpPr>
        <p:sp>
          <p:nvSpPr>
            <p:cNvPr id="11" name="任意多边形 10"/>
            <p:cNvSpPr/>
            <p:nvPr/>
          </p:nvSpPr>
          <p:spPr>
            <a:xfrm flipV="1">
              <a:off x="2485701" y="4600378"/>
              <a:ext cx="362598" cy="380728"/>
            </a:xfrm>
            <a:custGeom>
              <a:avLst/>
              <a:gdLst>
                <a:gd name="connsiteX0" fmla="*/ 266700 w 533400"/>
                <a:gd name="connsiteY0" fmla="*/ 140335 h 560070"/>
                <a:gd name="connsiteX1" fmla="*/ 127000 w 533400"/>
                <a:gd name="connsiteY1" fmla="*/ 280035 h 560070"/>
                <a:gd name="connsiteX2" fmla="*/ 266700 w 533400"/>
                <a:gd name="connsiteY2" fmla="*/ 419735 h 560070"/>
                <a:gd name="connsiteX3" fmla="*/ 406400 w 533400"/>
                <a:gd name="connsiteY3" fmla="*/ 280035 h 560070"/>
                <a:gd name="connsiteX4" fmla="*/ 266700 w 533400"/>
                <a:gd name="connsiteY4" fmla="*/ 140335 h 560070"/>
                <a:gd name="connsiteX5" fmla="*/ 266700 w 533400"/>
                <a:gd name="connsiteY5" fmla="*/ 0 h 560070"/>
                <a:gd name="connsiteX6" fmla="*/ 533400 w 533400"/>
                <a:gd name="connsiteY6" fmla="*/ 280035 h 560070"/>
                <a:gd name="connsiteX7" fmla="*/ 266700 w 533400"/>
                <a:gd name="connsiteY7" fmla="*/ 560070 h 560070"/>
                <a:gd name="connsiteX8" fmla="*/ 0 w 533400"/>
                <a:gd name="connsiteY8" fmla="*/ 280035 h 560070"/>
                <a:gd name="connsiteX9" fmla="*/ 266700 w 533400"/>
                <a:gd name="connsiteY9" fmla="*/ 0 h 56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3400" h="560070">
                  <a:moveTo>
                    <a:pt x="266700" y="140335"/>
                  </a:moveTo>
                  <a:cubicBezTo>
                    <a:pt x="189546" y="140335"/>
                    <a:pt x="127000" y="202881"/>
                    <a:pt x="127000" y="280035"/>
                  </a:cubicBezTo>
                  <a:cubicBezTo>
                    <a:pt x="127000" y="357189"/>
                    <a:pt x="189546" y="419735"/>
                    <a:pt x="266700" y="419735"/>
                  </a:cubicBezTo>
                  <a:cubicBezTo>
                    <a:pt x="343854" y="419735"/>
                    <a:pt x="406400" y="357189"/>
                    <a:pt x="406400" y="280035"/>
                  </a:cubicBezTo>
                  <a:cubicBezTo>
                    <a:pt x="406400" y="202881"/>
                    <a:pt x="343854" y="140335"/>
                    <a:pt x="266700" y="140335"/>
                  </a:cubicBezTo>
                  <a:close/>
                  <a:moveTo>
                    <a:pt x="266700" y="0"/>
                  </a:moveTo>
                  <a:cubicBezTo>
                    <a:pt x="413994" y="0"/>
                    <a:pt x="533400" y="125376"/>
                    <a:pt x="533400" y="280035"/>
                  </a:cubicBezTo>
                  <a:cubicBezTo>
                    <a:pt x="533400" y="434694"/>
                    <a:pt x="413994" y="560070"/>
                    <a:pt x="266700" y="560070"/>
                  </a:cubicBezTo>
                  <a:cubicBezTo>
                    <a:pt x="119406" y="560070"/>
                    <a:pt x="0" y="434694"/>
                    <a:pt x="0" y="280035"/>
                  </a:cubicBezTo>
                  <a:cubicBezTo>
                    <a:pt x="0" y="125376"/>
                    <a:pt x="119406" y="0"/>
                    <a:pt x="2667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3E1E1"/>
                </a:gs>
                <a:gs pos="100000">
                  <a:srgbClr val="A7A7A7"/>
                </a:gs>
              </a:gsLst>
              <a:path path="rect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76200" sx="92000" sy="9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  <a:sp3d contourW="6350" prstMaterial="metal">
              <a:bevelT w="19050" h="38100"/>
              <a:contourClr>
                <a:srgbClr val="AFAFA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8" name="椭圆 17"/>
            <p:cNvSpPr/>
            <p:nvPr/>
          </p:nvSpPr>
          <p:spPr>
            <a:xfrm>
              <a:off x="2576512" y="4700254"/>
              <a:ext cx="176214" cy="1762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9343701" y="5823179"/>
            <a:ext cx="362598" cy="380728"/>
            <a:chOff x="9343701" y="4600378"/>
            <a:chExt cx="362598" cy="380728"/>
          </a:xfrm>
        </p:grpSpPr>
        <p:sp>
          <p:nvSpPr>
            <p:cNvPr id="14" name="任意多边形 13"/>
            <p:cNvSpPr/>
            <p:nvPr/>
          </p:nvSpPr>
          <p:spPr>
            <a:xfrm flipV="1">
              <a:off x="9343701" y="4600378"/>
              <a:ext cx="362598" cy="380728"/>
            </a:xfrm>
            <a:custGeom>
              <a:avLst/>
              <a:gdLst>
                <a:gd name="connsiteX0" fmla="*/ 266700 w 533400"/>
                <a:gd name="connsiteY0" fmla="*/ 140335 h 560070"/>
                <a:gd name="connsiteX1" fmla="*/ 127000 w 533400"/>
                <a:gd name="connsiteY1" fmla="*/ 280035 h 560070"/>
                <a:gd name="connsiteX2" fmla="*/ 266700 w 533400"/>
                <a:gd name="connsiteY2" fmla="*/ 419735 h 560070"/>
                <a:gd name="connsiteX3" fmla="*/ 406400 w 533400"/>
                <a:gd name="connsiteY3" fmla="*/ 280035 h 560070"/>
                <a:gd name="connsiteX4" fmla="*/ 266700 w 533400"/>
                <a:gd name="connsiteY4" fmla="*/ 140335 h 560070"/>
                <a:gd name="connsiteX5" fmla="*/ 266700 w 533400"/>
                <a:gd name="connsiteY5" fmla="*/ 0 h 560070"/>
                <a:gd name="connsiteX6" fmla="*/ 533400 w 533400"/>
                <a:gd name="connsiteY6" fmla="*/ 280035 h 560070"/>
                <a:gd name="connsiteX7" fmla="*/ 266700 w 533400"/>
                <a:gd name="connsiteY7" fmla="*/ 560070 h 560070"/>
                <a:gd name="connsiteX8" fmla="*/ 0 w 533400"/>
                <a:gd name="connsiteY8" fmla="*/ 280035 h 560070"/>
                <a:gd name="connsiteX9" fmla="*/ 266700 w 533400"/>
                <a:gd name="connsiteY9" fmla="*/ 0 h 56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3400" h="560070">
                  <a:moveTo>
                    <a:pt x="266700" y="140335"/>
                  </a:moveTo>
                  <a:cubicBezTo>
                    <a:pt x="189546" y="140335"/>
                    <a:pt x="127000" y="202881"/>
                    <a:pt x="127000" y="280035"/>
                  </a:cubicBezTo>
                  <a:cubicBezTo>
                    <a:pt x="127000" y="357189"/>
                    <a:pt x="189546" y="419735"/>
                    <a:pt x="266700" y="419735"/>
                  </a:cubicBezTo>
                  <a:cubicBezTo>
                    <a:pt x="343854" y="419735"/>
                    <a:pt x="406400" y="357189"/>
                    <a:pt x="406400" y="280035"/>
                  </a:cubicBezTo>
                  <a:cubicBezTo>
                    <a:pt x="406400" y="202881"/>
                    <a:pt x="343854" y="140335"/>
                    <a:pt x="266700" y="140335"/>
                  </a:cubicBezTo>
                  <a:close/>
                  <a:moveTo>
                    <a:pt x="266700" y="0"/>
                  </a:moveTo>
                  <a:cubicBezTo>
                    <a:pt x="413994" y="0"/>
                    <a:pt x="533400" y="125376"/>
                    <a:pt x="533400" y="280035"/>
                  </a:cubicBezTo>
                  <a:cubicBezTo>
                    <a:pt x="533400" y="434694"/>
                    <a:pt x="413994" y="560070"/>
                    <a:pt x="266700" y="560070"/>
                  </a:cubicBezTo>
                  <a:cubicBezTo>
                    <a:pt x="119406" y="560070"/>
                    <a:pt x="0" y="434694"/>
                    <a:pt x="0" y="280035"/>
                  </a:cubicBezTo>
                  <a:cubicBezTo>
                    <a:pt x="0" y="125376"/>
                    <a:pt x="119406" y="0"/>
                    <a:pt x="2667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3E1E1"/>
                </a:gs>
                <a:gs pos="100000">
                  <a:srgbClr val="A7A7A7"/>
                </a:gs>
              </a:gsLst>
              <a:path path="rect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76200" sx="92000" sy="9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  <a:sp3d contourW="6350" prstMaterial="metal">
              <a:bevelT w="19050" h="38100"/>
              <a:contourClr>
                <a:srgbClr val="AFAFA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0" name="椭圆 19"/>
            <p:cNvSpPr/>
            <p:nvPr/>
          </p:nvSpPr>
          <p:spPr>
            <a:xfrm>
              <a:off x="9436892" y="4700254"/>
              <a:ext cx="176214" cy="1762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斜纹 28"/>
          <p:cNvSpPr/>
          <p:nvPr/>
        </p:nvSpPr>
        <p:spPr>
          <a:xfrm rot="4049236">
            <a:off x="5590599" y="623895"/>
            <a:ext cx="431155" cy="520023"/>
          </a:xfrm>
          <a:prstGeom prst="diagStripe">
            <a:avLst>
              <a:gd name="adj" fmla="val 7235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38100" dist="88900" dir="18780000" sy="-23000" kx="8004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7" name="直接连接符 36"/>
          <p:cNvCxnSpPr>
            <a:stCxn id="11" idx="0"/>
          </p:cNvCxnSpPr>
          <p:nvPr/>
        </p:nvCxnSpPr>
        <p:spPr>
          <a:xfrm flipH="1">
            <a:off x="2664619" y="6108509"/>
            <a:ext cx="2381" cy="90928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4" idx="0"/>
          </p:cNvCxnSpPr>
          <p:nvPr/>
        </p:nvCxnSpPr>
        <p:spPr>
          <a:xfrm>
            <a:off x="9525000" y="6108509"/>
            <a:ext cx="0" cy="90928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5704764" y="2879277"/>
            <a:ext cx="5400841" cy="2441536"/>
            <a:chOff x="5622878" y="2579026"/>
            <a:chExt cx="5400841" cy="2441536"/>
          </a:xfrm>
        </p:grpSpPr>
        <p:sp>
          <p:nvSpPr>
            <p:cNvPr id="2" name="文本框 1"/>
            <p:cNvSpPr txBox="1"/>
            <p:nvPr/>
          </p:nvSpPr>
          <p:spPr>
            <a:xfrm>
              <a:off x="5622878" y="4128010"/>
              <a:ext cx="5223116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zh-CN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作者</a:t>
              </a:r>
              <a:r>
                <a:rPr lang="en-US" altLang="zh-CN" sz="2000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/@</a:t>
              </a:r>
              <a:r>
                <a:rPr lang="zh-CN" altLang="zh-CN" sz="2000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马华</a:t>
              </a:r>
              <a:r>
                <a:rPr lang="zh-CN" altLang="zh-CN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兴</a:t>
              </a:r>
              <a:r>
                <a:rPr lang="en-US" altLang="zh-CN" sz="2000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 </a:t>
              </a:r>
              <a:r>
                <a:rPr lang="en-US" altLang="zh-CN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           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出版社</a:t>
              </a:r>
              <a:r>
                <a:rPr lang="en-US" altLang="zh-CN" sz="2000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/@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黑天鹅图书</a:t>
              </a:r>
              <a:endParaRPr lang="en-US" altLang="zh-CN" sz="20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</a:endParaRPr>
            </a:p>
            <a:p>
              <a:pPr algn="r">
                <a:lnSpc>
                  <a:spcPct val="130000"/>
                </a:lnSpc>
              </a:pPr>
              <a:r>
                <a:rPr lang="zh-CN" altLang="zh-CN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读书笔记</a:t>
              </a:r>
              <a:r>
                <a:rPr lang="en-US" altLang="zh-CN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/@</a:t>
              </a:r>
              <a:r>
                <a:rPr lang="zh-CN" altLang="zh-CN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我</a:t>
              </a:r>
              <a:r>
                <a:rPr lang="zh-CN" altLang="zh-CN" sz="2000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的脑海里</a:t>
              </a:r>
              <a:r>
                <a:rPr lang="en-US" altLang="zh-CN" sz="2000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_</a:t>
              </a:r>
              <a:r>
                <a:rPr lang="zh-CN" altLang="zh-CN" sz="2000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王</a:t>
              </a:r>
              <a:r>
                <a:rPr lang="zh-CN" altLang="zh-CN" sz="20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禹</a:t>
              </a:r>
              <a:endParaRPr lang="zh-CN" altLang="zh-CN" sz="20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919476" y="2579026"/>
              <a:ext cx="5104243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66700">
                <a:spcAft>
                  <a:spcPts val="0"/>
                </a:spcAft>
              </a:pPr>
              <a:r>
                <a:rPr lang="zh-CN" altLang="en-US" sz="4800" kern="100" dirty="0" smtClean="0">
                  <a:solidFill>
                    <a:srgbClr val="00B0F0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  <a:cs typeface="Times New Roman" panose="02020603050405020304" pitchFamily="18" charset="0"/>
                </a:rPr>
                <a:t>六大步</a:t>
              </a:r>
              <a:endParaRPr lang="en-US" altLang="zh-CN" sz="48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spcAft>
                  <a:spcPts val="0"/>
                </a:spcAft>
              </a:pPr>
              <a:r>
                <a:rPr lang="zh-CN" altLang="en-US" sz="4000" kern="100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  <a:cs typeface="Times New Roman" panose="02020603050405020304" pitchFamily="18" charset="0"/>
                </a:rPr>
                <a:t>教你排除脑内积水！</a:t>
              </a:r>
              <a:endParaRPr lang="en-US" altLang="zh-CN" sz="4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913289" y="1941874"/>
            <a:ext cx="4365422" cy="180975"/>
            <a:chOff x="4000500" y="942975"/>
            <a:chExt cx="4365422" cy="180975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4000500" y="1028700"/>
              <a:ext cx="2121694" cy="0"/>
            </a:xfrm>
            <a:prstGeom prst="line">
              <a:avLst/>
            </a:prstGeom>
            <a:ln w="19050">
              <a:solidFill>
                <a:srgbClr val="21A8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rgbClr val="21A8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rgbClr val="21A8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rgbClr val="21A8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/>
        </p:nvCxnSpPr>
        <p:spPr>
          <a:xfrm flipV="1">
            <a:off x="6345538" y="4399051"/>
            <a:ext cx="4497381" cy="3348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863" y="2333766"/>
            <a:ext cx="1071707" cy="1066628"/>
          </a:xfrm>
          <a:prstGeom prst="rect">
            <a:avLst/>
          </a:prstGeom>
        </p:spPr>
      </p:pic>
      <p:sp>
        <p:nvSpPr>
          <p:cNvPr id="43" name="任意多边形 42"/>
          <p:cNvSpPr/>
          <p:nvPr/>
        </p:nvSpPr>
        <p:spPr>
          <a:xfrm flipV="1">
            <a:off x="1860178" y="1744777"/>
            <a:ext cx="362598" cy="380728"/>
          </a:xfrm>
          <a:custGeom>
            <a:avLst/>
            <a:gdLst>
              <a:gd name="connsiteX0" fmla="*/ 266700 w 533400"/>
              <a:gd name="connsiteY0" fmla="*/ 140335 h 560070"/>
              <a:gd name="connsiteX1" fmla="*/ 127000 w 533400"/>
              <a:gd name="connsiteY1" fmla="*/ 280035 h 560070"/>
              <a:gd name="connsiteX2" fmla="*/ 266700 w 533400"/>
              <a:gd name="connsiteY2" fmla="*/ 419735 h 560070"/>
              <a:gd name="connsiteX3" fmla="*/ 406400 w 533400"/>
              <a:gd name="connsiteY3" fmla="*/ 280035 h 560070"/>
              <a:gd name="connsiteX4" fmla="*/ 266700 w 533400"/>
              <a:gd name="connsiteY4" fmla="*/ 140335 h 560070"/>
              <a:gd name="connsiteX5" fmla="*/ 266700 w 533400"/>
              <a:gd name="connsiteY5" fmla="*/ 0 h 560070"/>
              <a:gd name="connsiteX6" fmla="*/ 533400 w 533400"/>
              <a:gd name="connsiteY6" fmla="*/ 280035 h 560070"/>
              <a:gd name="connsiteX7" fmla="*/ 266700 w 533400"/>
              <a:gd name="connsiteY7" fmla="*/ 560070 h 560070"/>
              <a:gd name="connsiteX8" fmla="*/ 0 w 533400"/>
              <a:gd name="connsiteY8" fmla="*/ 280035 h 560070"/>
              <a:gd name="connsiteX9" fmla="*/ 266700 w 533400"/>
              <a:gd name="connsiteY9" fmla="*/ 0 h 5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400" h="560070">
                <a:moveTo>
                  <a:pt x="266700" y="140335"/>
                </a:moveTo>
                <a:cubicBezTo>
                  <a:pt x="189546" y="140335"/>
                  <a:pt x="127000" y="202881"/>
                  <a:pt x="127000" y="280035"/>
                </a:cubicBezTo>
                <a:cubicBezTo>
                  <a:pt x="127000" y="357189"/>
                  <a:pt x="189546" y="419735"/>
                  <a:pt x="266700" y="419735"/>
                </a:cubicBezTo>
                <a:cubicBezTo>
                  <a:pt x="343854" y="419735"/>
                  <a:pt x="406400" y="357189"/>
                  <a:pt x="406400" y="280035"/>
                </a:cubicBezTo>
                <a:cubicBezTo>
                  <a:pt x="406400" y="202881"/>
                  <a:pt x="343854" y="140335"/>
                  <a:pt x="266700" y="140335"/>
                </a:cubicBezTo>
                <a:close/>
                <a:moveTo>
                  <a:pt x="266700" y="0"/>
                </a:moveTo>
                <a:cubicBezTo>
                  <a:pt x="413994" y="0"/>
                  <a:pt x="533400" y="125376"/>
                  <a:pt x="533400" y="280035"/>
                </a:cubicBezTo>
                <a:cubicBezTo>
                  <a:pt x="533400" y="434694"/>
                  <a:pt x="413994" y="560070"/>
                  <a:pt x="266700" y="560070"/>
                </a:cubicBezTo>
                <a:cubicBezTo>
                  <a:pt x="119406" y="560070"/>
                  <a:pt x="0" y="434694"/>
                  <a:pt x="0" y="280035"/>
                </a:cubicBezTo>
                <a:cubicBezTo>
                  <a:pt x="0" y="125376"/>
                  <a:pt x="119406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3E1E1"/>
              </a:gs>
              <a:gs pos="100000">
                <a:srgbClr val="A7A7A7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outerShdw blurRad="76200" sx="92000" sy="9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  <a:sp3d contourW="6350" prstMaterial="metal">
            <a:bevelT w="19050" h="38100"/>
            <a:contourClr>
              <a:srgbClr val="AFAFA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 flipV="1">
            <a:off x="9946480" y="1772071"/>
            <a:ext cx="362598" cy="380728"/>
          </a:xfrm>
          <a:custGeom>
            <a:avLst/>
            <a:gdLst>
              <a:gd name="connsiteX0" fmla="*/ 266700 w 533400"/>
              <a:gd name="connsiteY0" fmla="*/ 140335 h 560070"/>
              <a:gd name="connsiteX1" fmla="*/ 127000 w 533400"/>
              <a:gd name="connsiteY1" fmla="*/ 280035 h 560070"/>
              <a:gd name="connsiteX2" fmla="*/ 266700 w 533400"/>
              <a:gd name="connsiteY2" fmla="*/ 419735 h 560070"/>
              <a:gd name="connsiteX3" fmla="*/ 406400 w 533400"/>
              <a:gd name="connsiteY3" fmla="*/ 280035 h 560070"/>
              <a:gd name="connsiteX4" fmla="*/ 266700 w 533400"/>
              <a:gd name="connsiteY4" fmla="*/ 140335 h 560070"/>
              <a:gd name="connsiteX5" fmla="*/ 266700 w 533400"/>
              <a:gd name="connsiteY5" fmla="*/ 0 h 560070"/>
              <a:gd name="connsiteX6" fmla="*/ 533400 w 533400"/>
              <a:gd name="connsiteY6" fmla="*/ 280035 h 560070"/>
              <a:gd name="connsiteX7" fmla="*/ 266700 w 533400"/>
              <a:gd name="connsiteY7" fmla="*/ 560070 h 560070"/>
              <a:gd name="connsiteX8" fmla="*/ 0 w 533400"/>
              <a:gd name="connsiteY8" fmla="*/ 280035 h 560070"/>
              <a:gd name="connsiteX9" fmla="*/ 266700 w 533400"/>
              <a:gd name="connsiteY9" fmla="*/ 0 h 5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400" h="560070">
                <a:moveTo>
                  <a:pt x="266700" y="140335"/>
                </a:moveTo>
                <a:cubicBezTo>
                  <a:pt x="189546" y="140335"/>
                  <a:pt x="127000" y="202881"/>
                  <a:pt x="127000" y="280035"/>
                </a:cubicBezTo>
                <a:cubicBezTo>
                  <a:pt x="127000" y="357189"/>
                  <a:pt x="189546" y="419735"/>
                  <a:pt x="266700" y="419735"/>
                </a:cubicBezTo>
                <a:cubicBezTo>
                  <a:pt x="343854" y="419735"/>
                  <a:pt x="406400" y="357189"/>
                  <a:pt x="406400" y="280035"/>
                </a:cubicBezTo>
                <a:cubicBezTo>
                  <a:pt x="406400" y="202881"/>
                  <a:pt x="343854" y="140335"/>
                  <a:pt x="266700" y="140335"/>
                </a:cubicBezTo>
                <a:close/>
                <a:moveTo>
                  <a:pt x="266700" y="0"/>
                </a:moveTo>
                <a:cubicBezTo>
                  <a:pt x="413994" y="0"/>
                  <a:pt x="533400" y="125376"/>
                  <a:pt x="533400" y="280035"/>
                </a:cubicBezTo>
                <a:cubicBezTo>
                  <a:pt x="533400" y="434694"/>
                  <a:pt x="413994" y="560070"/>
                  <a:pt x="266700" y="560070"/>
                </a:cubicBezTo>
                <a:cubicBezTo>
                  <a:pt x="119406" y="560070"/>
                  <a:pt x="0" y="434694"/>
                  <a:pt x="0" y="280035"/>
                </a:cubicBezTo>
                <a:cubicBezTo>
                  <a:pt x="0" y="125376"/>
                  <a:pt x="119406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3E1E1"/>
              </a:gs>
              <a:gs pos="100000">
                <a:srgbClr val="A7A7A7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outerShdw blurRad="76200" sx="92000" sy="9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  <a:sp3d contourW="6350" prstMaterial="metal">
            <a:bevelT w="19050" h="38100"/>
            <a:contourClr>
              <a:srgbClr val="AFAFA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2119811" y="1015473"/>
            <a:ext cx="7905206" cy="881566"/>
          </a:xfrm>
          <a:custGeom>
            <a:avLst/>
            <a:gdLst>
              <a:gd name="connsiteX0" fmla="*/ 0 w 8011886"/>
              <a:gd name="connsiteY0" fmla="*/ 856343 h 856343"/>
              <a:gd name="connsiteX1" fmla="*/ 3976915 w 8011886"/>
              <a:gd name="connsiteY1" fmla="*/ 0 h 856343"/>
              <a:gd name="connsiteX2" fmla="*/ 8011886 w 8011886"/>
              <a:gd name="connsiteY2" fmla="*/ 783771 h 856343"/>
              <a:gd name="connsiteX0" fmla="*/ 0 w 7996646"/>
              <a:gd name="connsiteY0" fmla="*/ 808214 h 808214"/>
              <a:gd name="connsiteX1" fmla="*/ 3961675 w 7996646"/>
              <a:gd name="connsiteY1" fmla="*/ 0 h 808214"/>
              <a:gd name="connsiteX2" fmla="*/ 7996646 w 7996646"/>
              <a:gd name="connsiteY2" fmla="*/ 783771 h 808214"/>
              <a:gd name="connsiteX0" fmla="*/ 0 w 7905206"/>
              <a:gd name="connsiteY0" fmla="*/ 808214 h 815857"/>
              <a:gd name="connsiteX1" fmla="*/ 3961675 w 7905206"/>
              <a:gd name="connsiteY1" fmla="*/ 0 h 815857"/>
              <a:gd name="connsiteX2" fmla="*/ 7905206 w 7905206"/>
              <a:gd name="connsiteY2" fmla="*/ 815857 h 81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5206" h="815857">
                <a:moveTo>
                  <a:pt x="0" y="808214"/>
                </a:moveTo>
                <a:lnTo>
                  <a:pt x="3961675" y="0"/>
                </a:lnTo>
                <a:lnTo>
                  <a:pt x="7905206" y="815857"/>
                </a:ln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35343" y="3395122"/>
            <a:ext cx="1754008" cy="1693108"/>
            <a:chOff x="4535343" y="3395122"/>
            <a:chExt cx="1754008" cy="1693108"/>
          </a:xfrm>
        </p:grpSpPr>
        <p:sp>
          <p:nvSpPr>
            <p:cNvPr id="42" name="泪滴形 41"/>
            <p:cNvSpPr/>
            <p:nvPr/>
          </p:nvSpPr>
          <p:spPr>
            <a:xfrm rot="19107455">
              <a:off x="5786288" y="4777190"/>
              <a:ext cx="215234" cy="215234"/>
            </a:xfrm>
            <a:prstGeom prst="teardrop">
              <a:avLst>
                <a:gd name="adj" fmla="val 170011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/>
            <p:cNvGrpSpPr/>
            <p:nvPr/>
          </p:nvGrpSpPr>
          <p:grpSpPr>
            <a:xfrm rot="1790976">
              <a:off x="4535343" y="3395122"/>
              <a:ext cx="1227778" cy="1368720"/>
              <a:chOff x="4864036" y="3678928"/>
              <a:chExt cx="1114116" cy="1368720"/>
            </a:xfrm>
          </p:grpSpPr>
          <p:sp>
            <p:nvSpPr>
              <p:cNvPr id="50" name="同侧圆角矩形 49"/>
              <p:cNvSpPr/>
              <p:nvPr/>
            </p:nvSpPr>
            <p:spPr>
              <a:xfrm flipH="1" flipV="1">
                <a:off x="4864036" y="3678928"/>
                <a:ext cx="1114116" cy="1368720"/>
              </a:xfrm>
              <a:prstGeom prst="round2SameRect">
                <a:avLst/>
              </a:prstGeom>
              <a:solidFill>
                <a:schemeClr val="bg1">
                  <a:alpha val="61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同侧圆角矩形 34"/>
              <p:cNvSpPr/>
              <p:nvPr/>
            </p:nvSpPr>
            <p:spPr>
              <a:xfrm flipH="1" flipV="1">
                <a:off x="4871236" y="3680815"/>
                <a:ext cx="1104795" cy="1360481"/>
              </a:xfrm>
              <a:custGeom>
                <a:avLst/>
                <a:gdLst>
                  <a:gd name="connsiteX0" fmla="*/ 199934 w 1215082"/>
                  <a:gd name="connsiteY0" fmla="*/ 0 h 832883"/>
                  <a:gd name="connsiteX1" fmla="*/ 1015148 w 1215082"/>
                  <a:gd name="connsiteY1" fmla="*/ 0 h 832883"/>
                  <a:gd name="connsiteX2" fmla="*/ 1215082 w 1215082"/>
                  <a:gd name="connsiteY2" fmla="*/ 199934 h 832883"/>
                  <a:gd name="connsiteX3" fmla="*/ 1215082 w 1215082"/>
                  <a:gd name="connsiteY3" fmla="*/ 775731 h 832883"/>
                  <a:gd name="connsiteX4" fmla="*/ 1157930 w 1215082"/>
                  <a:gd name="connsiteY4" fmla="*/ 832883 h 832883"/>
                  <a:gd name="connsiteX5" fmla="*/ 57152 w 1215082"/>
                  <a:gd name="connsiteY5" fmla="*/ 832883 h 832883"/>
                  <a:gd name="connsiteX6" fmla="*/ 0 w 1215082"/>
                  <a:gd name="connsiteY6" fmla="*/ 775731 h 832883"/>
                  <a:gd name="connsiteX7" fmla="*/ 0 w 1215082"/>
                  <a:gd name="connsiteY7" fmla="*/ 199934 h 832883"/>
                  <a:gd name="connsiteX8" fmla="*/ 199934 w 1215082"/>
                  <a:gd name="connsiteY8" fmla="*/ 0 h 832883"/>
                  <a:gd name="connsiteX0" fmla="*/ 211682 w 1226830"/>
                  <a:gd name="connsiteY0" fmla="*/ 0 h 1341588"/>
                  <a:gd name="connsiteX1" fmla="*/ 1026896 w 1226830"/>
                  <a:gd name="connsiteY1" fmla="*/ 0 h 1341588"/>
                  <a:gd name="connsiteX2" fmla="*/ 1226830 w 1226830"/>
                  <a:gd name="connsiteY2" fmla="*/ 199934 h 1341588"/>
                  <a:gd name="connsiteX3" fmla="*/ 1226830 w 1226830"/>
                  <a:gd name="connsiteY3" fmla="*/ 775731 h 1341588"/>
                  <a:gd name="connsiteX4" fmla="*/ 1169678 w 1226830"/>
                  <a:gd name="connsiteY4" fmla="*/ 832883 h 1341588"/>
                  <a:gd name="connsiteX5" fmla="*/ 14892 w 1226830"/>
                  <a:gd name="connsiteY5" fmla="*/ 1341588 h 1341588"/>
                  <a:gd name="connsiteX6" fmla="*/ 11748 w 1226830"/>
                  <a:gd name="connsiteY6" fmla="*/ 775731 h 1341588"/>
                  <a:gd name="connsiteX7" fmla="*/ 11748 w 1226830"/>
                  <a:gd name="connsiteY7" fmla="*/ 199934 h 1341588"/>
                  <a:gd name="connsiteX8" fmla="*/ 211682 w 1226830"/>
                  <a:gd name="connsiteY8" fmla="*/ 0 h 1341588"/>
                  <a:gd name="connsiteX0" fmla="*/ 208067 w 1223215"/>
                  <a:gd name="connsiteY0" fmla="*/ 0 h 1360481"/>
                  <a:gd name="connsiteX1" fmla="*/ 1023281 w 1223215"/>
                  <a:gd name="connsiteY1" fmla="*/ 0 h 1360481"/>
                  <a:gd name="connsiteX2" fmla="*/ 1223215 w 1223215"/>
                  <a:gd name="connsiteY2" fmla="*/ 199934 h 1360481"/>
                  <a:gd name="connsiteX3" fmla="*/ 1223215 w 1223215"/>
                  <a:gd name="connsiteY3" fmla="*/ 775731 h 1360481"/>
                  <a:gd name="connsiteX4" fmla="*/ 1166063 w 1223215"/>
                  <a:gd name="connsiteY4" fmla="*/ 832883 h 1360481"/>
                  <a:gd name="connsiteX5" fmla="*/ 16630 w 1223215"/>
                  <a:gd name="connsiteY5" fmla="*/ 1360481 h 1360481"/>
                  <a:gd name="connsiteX6" fmla="*/ 8133 w 1223215"/>
                  <a:gd name="connsiteY6" fmla="*/ 775731 h 1360481"/>
                  <a:gd name="connsiteX7" fmla="*/ 8133 w 1223215"/>
                  <a:gd name="connsiteY7" fmla="*/ 199934 h 1360481"/>
                  <a:gd name="connsiteX8" fmla="*/ 208067 w 1223215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  <a:gd name="connsiteX0" fmla="*/ 202359 w 1217507"/>
                  <a:gd name="connsiteY0" fmla="*/ 0 h 1360481"/>
                  <a:gd name="connsiteX1" fmla="*/ 1017573 w 1217507"/>
                  <a:gd name="connsiteY1" fmla="*/ 0 h 1360481"/>
                  <a:gd name="connsiteX2" fmla="*/ 1217507 w 1217507"/>
                  <a:gd name="connsiteY2" fmla="*/ 199934 h 1360481"/>
                  <a:gd name="connsiteX3" fmla="*/ 1217507 w 1217507"/>
                  <a:gd name="connsiteY3" fmla="*/ 775731 h 1360481"/>
                  <a:gd name="connsiteX4" fmla="*/ 1160355 w 1217507"/>
                  <a:gd name="connsiteY4" fmla="*/ 832883 h 1360481"/>
                  <a:gd name="connsiteX5" fmla="*/ 10922 w 1217507"/>
                  <a:gd name="connsiteY5" fmla="*/ 1360481 h 1360481"/>
                  <a:gd name="connsiteX6" fmla="*/ 2425 w 1217507"/>
                  <a:gd name="connsiteY6" fmla="*/ 775731 h 1360481"/>
                  <a:gd name="connsiteX7" fmla="*/ 2425 w 1217507"/>
                  <a:gd name="connsiteY7" fmla="*/ 199934 h 1360481"/>
                  <a:gd name="connsiteX8" fmla="*/ 202359 w 1217507"/>
                  <a:gd name="connsiteY8" fmla="*/ 0 h 1360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7507" h="1360481">
                    <a:moveTo>
                      <a:pt x="202359" y="0"/>
                    </a:moveTo>
                    <a:lnTo>
                      <a:pt x="1017573" y="0"/>
                    </a:lnTo>
                    <a:cubicBezTo>
                      <a:pt x="1127993" y="0"/>
                      <a:pt x="1217507" y="89514"/>
                      <a:pt x="1217507" y="199934"/>
                    </a:cubicBezTo>
                    <a:lnTo>
                      <a:pt x="1217507" y="775731"/>
                    </a:lnTo>
                    <a:cubicBezTo>
                      <a:pt x="1217507" y="807295"/>
                      <a:pt x="1191919" y="832883"/>
                      <a:pt x="1160355" y="832883"/>
                    </a:cubicBezTo>
                    <a:cubicBezTo>
                      <a:pt x="510290" y="1118360"/>
                      <a:pt x="541205" y="1210731"/>
                      <a:pt x="10922" y="1360481"/>
                    </a:cubicBezTo>
                    <a:cubicBezTo>
                      <a:pt x="-6865" y="1303156"/>
                      <a:pt x="2425" y="807295"/>
                      <a:pt x="2425" y="775731"/>
                    </a:cubicBezTo>
                    <a:lnTo>
                      <a:pt x="2425" y="199934"/>
                    </a:lnTo>
                    <a:cubicBezTo>
                      <a:pt x="2425" y="89514"/>
                      <a:pt x="91939" y="0"/>
                      <a:pt x="202359" y="0"/>
                    </a:cubicBezTo>
                    <a:close/>
                  </a:path>
                </a:pathLst>
              </a:custGeom>
              <a:solidFill>
                <a:srgbClr val="33CA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泪滴形 44"/>
            <p:cNvSpPr/>
            <p:nvPr/>
          </p:nvSpPr>
          <p:spPr>
            <a:xfrm rot="19164445">
              <a:off x="5682399" y="4346340"/>
              <a:ext cx="237188" cy="237188"/>
            </a:xfrm>
            <a:prstGeom prst="teardrop">
              <a:avLst>
                <a:gd name="adj" fmla="val 170011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泪滴形 46"/>
            <p:cNvSpPr/>
            <p:nvPr/>
          </p:nvSpPr>
          <p:spPr>
            <a:xfrm rot="19170793">
              <a:off x="5957051" y="3890326"/>
              <a:ext cx="134642" cy="134642"/>
            </a:xfrm>
            <a:prstGeom prst="teardrop">
              <a:avLst>
                <a:gd name="adj" fmla="val 170011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泪滴形 47"/>
            <p:cNvSpPr/>
            <p:nvPr/>
          </p:nvSpPr>
          <p:spPr>
            <a:xfrm rot="18649511">
              <a:off x="6048285" y="4433067"/>
              <a:ext cx="219705" cy="219705"/>
            </a:xfrm>
            <a:prstGeom prst="teardrop">
              <a:avLst>
                <a:gd name="adj" fmla="val 170011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5540051" y="4939250"/>
              <a:ext cx="749300" cy="14898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556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4963" y="571500"/>
            <a:ext cx="11522075" cy="6286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2485701" y="713475"/>
            <a:ext cx="362598" cy="380728"/>
          </a:xfrm>
          <a:custGeom>
            <a:avLst/>
            <a:gdLst>
              <a:gd name="connsiteX0" fmla="*/ 266700 w 533400"/>
              <a:gd name="connsiteY0" fmla="*/ 140335 h 560070"/>
              <a:gd name="connsiteX1" fmla="*/ 127000 w 533400"/>
              <a:gd name="connsiteY1" fmla="*/ 280035 h 560070"/>
              <a:gd name="connsiteX2" fmla="*/ 266700 w 533400"/>
              <a:gd name="connsiteY2" fmla="*/ 419735 h 560070"/>
              <a:gd name="connsiteX3" fmla="*/ 406400 w 533400"/>
              <a:gd name="connsiteY3" fmla="*/ 280035 h 560070"/>
              <a:gd name="connsiteX4" fmla="*/ 266700 w 533400"/>
              <a:gd name="connsiteY4" fmla="*/ 140335 h 560070"/>
              <a:gd name="connsiteX5" fmla="*/ 266700 w 533400"/>
              <a:gd name="connsiteY5" fmla="*/ 0 h 560070"/>
              <a:gd name="connsiteX6" fmla="*/ 533400 w 533400"/>
              <a:gd name="connsiteY6" fmla="*/ 280035 h 560070"/>
              <a:gd name="connsiteX7" fmla="*/ 266700 w 533400"/>
              <a:gd name="connsiteY7" fmla="*/ 560070 h 560070"/>
              <a:gd name="connsiteX8" fmla="*/ 0 w 533400"/>
              <a:gd name="connsiteY8" fmla="*/ 280035 h 560070"/>
              <a:gd name="connsiteX9" fmla="*/ 266700 w 533400"/>
              <a:gd name="connsiteY9" fmla="*/ 0 h 5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400" h="560070">
                <a:moveTo>
                  <a:pt x="266700" y="140335"/>
                </a:moveTo>
                <a:cubicBezTo>
                  <a:pt x="189546" y="140335"/>
                  <a:pt x="127000" y="202881"/>
                  <a:pt x="127000" y="280035"/>
                </a:cubicBezTo>
                <a:cubicBezTo>
                  <a:pt x="127000" y="357189"/>
                  <a:pt x="189546" y="419735"/>
                  <a:pt x="266700" y="419735"/>
                </a:cubicBezTo>
                <a:cubicBezTo>
                  <a:pt x="343854" y="419735"/>
                  <a:pt x="406400" y="357189"/>
                  <a:pt x="406400" y="280035"/>
                </a:cubicBezTo>
                <a:cubicBezTo>
                  <a:pt x="406400" y="202881"/>
                  <a:pt x="343854" y="140335"/>
                  <a:pt x="266700" y="140335"/>
                </a:cubicBezTo>
                <a:close/>
                <a:moveTo>
                  <a:pt x="266700" y="0"/>
                </a:moveTo>
                <a:cubicBezTo>
                  <a:pt x="413994" y="0"/>
                  <a:pt x="533400" y="125376"/>
                  <a:pt x="533400" y="280035"/>
                </a:cubicBezTo>
                <a:cubicBezTo>
                  <a:pt x="533400" y="434694"/>
                  <a:pt x="413994" y="560070"/>
                  <a:pt x="266700" y="560070"/>
                </a:cubicBezTo>
                <a:cubicBezTo>
                  <a:pt x="119406" y="560070"/>
                  <a:pt x="0" y="434694"/>
                  <a:pt x="0" y="280035"/>
                </a:cubicBezTo>
                <a:cubicBezTo>
                  <a:pt x="0" y="125376"/>
                  <a:pt x="119406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3E1E1"/>
              </a:gs>
              <a:gs pos="100000">
                <a:srgbClr val="A7A7A7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outerShdw blurRad="76200" sx="92000" sy="9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  <a:sp3d contourW="6350" prstMaterial="metal">
            <a:bevelT w="19050" h="38100"/>
            <a:contourClr>
              <a:srgbClr val="AFAFA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" name="椭圆 9"/>
          <p:cNvSpPr/>
          <p:nvPr/>
        </p:nvSpPr>
        <p:spPr>
          <a:xfrm flipV="1">
            <a:off x="2576512" y="818113"/>
            <a:ext cx="176214" cy="1762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 flipV="1">
            <a:off x="9343701" y="700775"/>
            <a:ext cx="362598" cy="380728"/>
            <a:chOff x="9343701" y="4600378"/>
            <a:chExt cx="362598" cy="380728"/>
          </a:xfrm>
        </p:grpSpPr>
        <p:sp>
          <p:nvSpPr>
            <p:cNvPr id="14" name="任意多边形 13"/>
            <p:cNvSpPr/>
            <p:nvPr/>
          </p:nvSpPr>
          <p:spPr>
            <a:xfrm flipV="1">
              <a:off x="9343701" y="4600378"/>
              <a:ext cx="362598" cy="380728"/>
            </a:xfrm>
            <a:custGeom>
              <a:avLst/>
              <a:gdLst>
                <a:gd name="connsiteX0" fmla="*/ 266700 w 533400"/>
                <a:gd name="connsiteY0" fmla="*/ 140335 h 560070"/>
                <a:gd name="connsiteX1" fmla="*/ 127000 w 533400"/>
                <a:gd name="connsiteY1" fmla="*/ 280035 h 560070"/>
                <a:gd name="connsiteX2" fmla="*/ 266700 w 533400"/>
                <a:gd name="connsiteY2" fmla="*/ 419735 h 560070"/>
                <a:gd name="connsiteX3" fmla="*/ 406400 w 533400"/>
                <a:gd name="connsiteY3" fmla="*/ 280035 h 560070"/>
                <a:gd name="connsiteX4" fmla="*/ 266700 w 533400"/>
                <a:gd name="connsiteY4" fmla="*/ 140335 h 560070"/>
                <a:gd name="connsiteX5" fmla="*/ 266700 w 533400"/>
                <a:gd name="connsiteY5" fmla="*/ 0 h 560070"/>
                <a:gd name="connsiteX6" fmla="*/ 533400 w 533400"/>
                <a:gd name="connsiteY6" fmla="*/ 280035 h 560070"/>
                <a:gd name="connsiteX7" fmla="*/ 266700 w 533400"/>
                <a:gd name="connsiteY7" fmla="*/ 560070 h 560070"/>
                <a:gd name="connsiteX8" fmla="*/ 0 w 533400"/>
                <a:gd name="connsiteY8" fmla="*/ 280035 h 560070"/>
                <a:gd name="connsiteX9" fmla="*/ 266700 w 533400"/>
                <a:gd name="connsiteY9" fmla="*/ 0 h 56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3400" h="560070">
                  <a:moveTo>
                    <a:pt x="266700" y="140335"/>
                  </a:moveTo>
                  <a:cubicBezTo>
                    <a:pt x="189546" y="140335"/>
                    <a:pt x="127000" y="202881"/>
                    <a:pt x="127000" y="280035"/>
                  </a:cubicBezTo>
                  <a:cubicBezTo>
                    <a:pt x="127000" y="357189"/>
                    <a:pt x="189546" y="419735"/>
                    <a:pt x="266700" y="419735"/>
                  </a:cubicBezTo>
                  <a:cubicBezTo>
                    <a:pt x="343854" y="419735"/>
                    <a:pt x="406400" y="357189"/>
                    <a:pt x="406400" y="280035"/>
                  </a:cubicBezTo>
                  <a:cubicBezTo>
                    <a:pt x="406400" y="202881"/>
                    <a:pt x="343854" y="140335"/>
                    <a:pt x="266700" y="140335"/>
                  </a:cubicBezTo>
                  <a:close/>
                  <a:moveTo>
                    <a:pt x="266700" y="0"/>
                  </a:moveTo>
                  <a:cubicBezTo>
                    <a:pt x="413994" y="0"/>
                    <a:pt x="533400" y="125376"/>
                    <a:pt x="533400" y="280035"/>
                  </a:cubicBezTo>
                  <a:cubicBezTo>
                    <a:pt x="533400" y="434694"/>
                    <a:pt x="413994" y="560070"/>
                    <a:pt x="266700" y="560070"/>
                  </a:cubicBezTo>
                  <a:cubicBezTo>
                    <a:pt x="119406" y="560070"/>
                    <a:pt x="0" y="434694"/>
                    <a:pt x="0" y="280035"/>
                  </a:cubicBezTo>
                  <a:cubicBezTo>
                    <a:pt x="0" y="125376"/>
                    <a:pt x="119406" y="0"/>
                    <a:pt x="2667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3E1E1"/>
                </a:gs>
                <a:gs pos="100000">
                  <a:srgbClr val="A7A7A7"/>
                </a:gs>
              </a:gsLst>
              <a:path path="rect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76200" sx="92000" sy="9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  <a:sp3d contourW="6350" prstMaterial="metal">
              <a:bevelT w="19050" h="38100"/>
              <a:contourClr>
                <a:srgbClr val="AFAFA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5" name="椭圆 14"/>
            <p:cNvSpPr/>
            <p:nvPr/>
          </p:nvSpPr>
          <p:spPr>
            <a:xfrm>
              <a:off x="9436892" y="4700254"/>
              <a:ext cx="176214" cy="1762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055687" y="1168868"/>
            <a:ext cx="10080625" cy="5689132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方正毡笔黑简体" panose="03000509000000000000" pitchFamily="65" charset="-122"/>
              <a:ea typeface="方正毡笔黑简体" panose="03000509000000000000" pitchFamily="65" charset="-122"/>
            </a:endParaRPr>
          </a:p>
        </p:txBody>
      </p:sp>
      <p:cxnSp>
        <p:nvCxnSpPr>
          <p:cNvPr id="20" name="直接连接符 19"/>
          <p:cNvCxnSpPr>
            <a:endCxn id="9" idx="0"/>
          </p:cNvCxnSpPr>
          <p:nvPr/>
        </p:nvCxnSpPr>
        <p:spPr>
          <a:xfrm flipH="1">
            <a:off x="2667000" y="-330391"/>
            <a:ext cx="2" cy="1139264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endCxn id="14" idx="0"/>
          </p:cNvCxnSpPr>
          <p:nvPr/>
        </p:nvCxnSpPr>
        <p:spPr>
          <a:xfrm>
            <a:off x="9525000" y="-330391"/>
            <a:ext cx="0" cy="1126564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048000" y="4746064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现在不进水，以后怎么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流泪</a:t>
            </a:r>
            <a:r>
              <a:rPr lang="zh-CN" altLang="en-US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？</a:t>
            </a:r>
            <a:endParaRPr lang="en-US" altLang="zh-CN" sz="24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ctr">
              <a:spcAft>
                <a:spcPts val="0"/>
              </a:spcAft>
            </a:pP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排除</a:t>
            </a: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脑内积水！</a:t>
            </a:r>
            <a:r>
              <a:rPr lang="zh-CN" altLang="zh-CN" sz="36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是时候</a:t>
            </a: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行动了！</a:t>
            </a:r>
          </a:p>
        </p:txBody>
      </p:sp>
      <p:sp>
        <p:nvSpPr>
          <p:cNvPr id="13" name="矩形 12"/>
          <p:cNvSpPr/>
          <p:nvPr/>
        </p:nvSpPr>
        <p:spPr>
          <a:xfrm>
            <a:off x="1733882" y="2071301"/>
            <a:ext cx="863409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en-US" sz="32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这</a:t>
            </a:r>
            <a:r>
              <a:rPr lang="zh-CN" altLang="en-US" sz="32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是一本：</a:t>
            </a:r>
            <a:endParaRPr lang="en-US" altLang="zh-CN" sz="32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r">
              <a:spcAft>
                <a:spcPts val="0"/>
              </a:spcAft>
            </a:pPr>
            <a:r>
              <a:rPr lang="zh-CN" altLang="en-US" sz="28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关于</a:t>
            </a:r>
            <a:r>
              <a:rPr lang="zh-CN" altLang="en-US" sz="28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判断选择、能力评估、解释心理</a:t>
            </a:r>
            <a:r>
              <a:rPr lang="zh-CN" altLang="en-US" sz="28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的书</a:t>
            </a:r>
            <a:r>
              <a:rPr lang="en-US" altLang="zh-CN" sz="28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···</a:t>
            </a:r>
          </a:p>
          <a:p>
            <a:pPr indent="266700" algn="r">
              <a:spcAft>
                <a:spcPts val="0"/>
              </a:spcAft>
            </a:pPr>
            <a:r>
              <a:rPr lang="zh-CN" altLang="en-US" sz="28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帮助</a:t>
            </a:r>
            <a:r>
              <a:rPr lang="zh-CN" altLang="en-US" sz="28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你</a:t>
            </a:r>
            <a:r>
              <a:rPr lang="zh-CN" altLang="en-US" sz="28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真正实现</a:t>
            </a:r>
            <a:r>
              <a:rPr lang="zh-CN" altLang="en-US" sz="28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“脑袋开窍”</a:t>
            </a:r>
            <a:r>
              <a:rPr lang="zh-CN" altLang="en-US" sz="28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的书</a:t>
            </a:r>
            <a:r>
              <a:rPr lang="en-US" altLang="zh-CN" sz="28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···</a:t>
            </a:r>
            <a:endParaRPr lang="zh-CN" altLang="zh-CN" sz="28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5792144" y="5730240"/>
            <a:ext cx="1157293" cy="985520"/>
          </a:xfrm>
          <a:custGeom>
            <a:avLst/>
            <a:gdLst>
              <a:gd name="connsiteX0" fmla="*/ 2547491 w 5154112"/>
              <a:gd name="connsiteY0" fmla="*/ 561917 h 2282867"/>
              <a:gd name="connsiteX1" fmla="*/ 3172331 w 5154112"/>
              <a:gd name="connsiteY1" fmla="*/ 394277 h 2282867"/>
              <a:gd name="connsiteX2" fmla="*/ 4818251 w 5154112"/>
              <a:gd name="connsiteY2" fmla="*/ 394277 h 2282867"/>
              <a:gd name="connsiteX3" fmla="*/ 4528691 w 5154112"/>
              <a:gd name="connsiteY3" fmla="*/ 89477 h 2282867"/>
              <a:gd name="connsiteX4" fmla="*/ 4604891 w 5154112"/>
              <a:gd name="connsiteY4" fmla="*/ 2207837 h 2282867"/>
              <a:gd name="connsiteX5" fmla="*/ 4879211 w 5154112"/>
              <a:gd name="connsiteY5" fmla="*/ 1811597 h 2282867"/>
              <a:gd name="connsiteX6" fmla="*/ 231011 w 5154112"/>
              <a:gd name="connsiteY6" fmla="*/ 1857317 h 2282867"/>
              <a:gd name="connsiteX7" fmla="*/ 657731 w 5154112"/>
              <a:gd name="connsiteY7" fmla="*/ 1552517 h 2282867"/>
              <a:gd name="connsiteX8" fmla="*/ 246251 w 5154112"/>
              <a:gd name="connsiteY8" fmla="*/ 2146877 h 2282867"/>
              <a:gd name="connsiteX0" fmla="*/ 2656309 w 5262930"/>
              <a:gd name="connsiteY0" fmla="*/ 561917 h 2282867"/>
              <a:gd name="connsiteX1" fmla="*/ 3281149 w 5262930"/>
              <a:gd name="connsiteY1" fmla="*/ 394277 h 2282867"/>
              <a:gd name="connsiteX2" fmla="*/ 4927069 w 5262930"/>
              <a:gd name="connsiteY2" fmla="*/ 394277 h 2282867"/>
              <a:gd name="connsiteX3" fmla="*/ 4637509 w 5262930"/>
              <a:gd name="connsiteY3" fmla="*/ 89477 h 2282867"/>
              <a:gd name="connsiteX4" fmla="*/ 4713709 w 5262930"/>
              <a:gd name="connsiteY4" fmla="*/ 2207837 h 2282867"/>
              <a:gd name="connsiteX5" fmla="*/ 4988029 w 5262930"/>
              <a:gd name="connsiteY5" fmla="*/ 1811597 h 2282867"/>
              <a:gd name="connsiteX6" fmla="*/ 339829 w 5262930"/>
              <a:gd name="connsiteY6" fmla="*/ 1857317 h 2282867"/>
              <a:gd name="connsiteX7" fmla="*/ 355069 w 5262930"/>
              <a:gd name="connsiteY7" fmla="*/ 1605857 h 2282867"/>
              <a:gd name="connsiteX8" fmla="*/ 355069 w 5262930"/>
              <a:gd name="connsiteY8" fmla="*/ 2146877 h 2282867"/>
              <a:gd name="connsiteX0" fmla="*/ 2675375 w 5281996"/>
              <a:gd name="connsiteY0" fmla="*/ 561917 h 2282867"/>
              <a:gd name="connsiteX1" fmla="*/ 3300215 w 5281996"/>
              <a:gd name="connsiteY1" fmla="*/ 394277 h 2282867"/>
              <a:gd name="connsiteX2" fmla="*/ 4946135 w 5281996"/>
              <a:gd name="connsiteY2" fmla="*/ 394277 h 2282867"/>
              <a:gd name="connsiteX3" fmla="*/ 4656575 w 5281996"/>
              <a:gd name="connsiteY3" fmla="*/ 89477 h 2282867"/>
              <a:gd name="connsiteX4" fmla="*/ 4732775 w 5281996"/>
              <a:gd name="connsiteY4" fmla="*/ 2207837 h 2282867"/>
              <a:gd name="connsiteX5" fmla="*/ 5007095 w 5281996"/>
              <a:gd name="connsiteY5" fmla="*/ 1811597 h 2282867"/>
              <a:gd name="connsiteX6" fmla="*/ 358895 w 5281996"/>
              <a:gd name="connsiteY6" fmla="*/ 1857317 h 2282867"/>
              <a:gd name="connsiteX7" fmla="*/ 374135 w 5281996"/>
              <a:gd name="connsiteY7" fmla="*/ 1605857 h 2282867"/>
              <a:gd name="connsiteX8" fmla="*/ 374135 w 5281996"/>
              <a:gd name="connsiteY8" fmla="*/ 2146877 h 2282867"/>
              <a:gd name="connsiteX0" fmla="*/ 2655479 w 5262100"/>
              <a:gd name="connsiteY0" fmla="*/ 561917 h 2282867"/>
              <a:gd name="connsiteX1" fmla="*/ 3280319 w 5262100"/>
              <a:gd name="connsiteY1" fmla="*/ 394277 h 2282867"/>
              <a:gd name="connsiteX2" fmla="*/ 4926239 w 5262100"/>
              <a:gd name="connsiteY2" fmla="*/ 394277 h 2282867"/>
              <a:gd name="connsiteX3" fmla="*/ 4636679 w 5262100"/>
              <a:gd name="connsiteY3" fmla="*/ 89477 h 2282867"/>
              <a:gd name="connsiteX4" fmla="*/ 4712879 w 5262100"/>
              <a:gd name="connsiteY4" fmla="*/ 2207837 h 2282867"/>
              <a:gd name="connsiteX5" fmla="*/ 4987199 w 5262100"/>
              <a:gd name="connsiteY5" fmla="*/ 1811597 h 2282867"/>
              <a:gd name="connsiteX6" fmla="*/ 338999 w 5262100"/>
              <a:gd name="connsiteY6" fmla="*/ 1857317 h 2282867"/>
              <a:gd name="connsiteX7" fmla="*/ 354239 w 5262100"/>
              <a:gd name="connsiteY7" fmla="*/ 1605857 h 2282867"/>
              <a:gd name="connsiteX8" fmla="*/ 331379 w 5262100"/>
              <a:gd name="connsiteY8" fmla="*/ 2154497 h 2282867"/>
              <a:gd name="connsiteX0" fmla="*/ 2670838 w 5277459"/>
              <a:gd name="connsiteY0" fmla="*/ 561917 h 2282867"/>
              <a:gd name="connsiteX1" fmla="*/ 3295678 w 5277459"/>
              <a:gd name="connsiteY1" fmla="*/ 394277 h 2282867"/>
              <a:gd name="connsiteX2" fmla="*/ 4941598 w 5277459"/>
              <a:gd name="connsiteY2" fmla="*/ 394277 h 2282867"/>
              <a:gd name="connsiteX3" fmla="*/ 4652038 w 5277459"/>
              <a:gd name="connsiteY3" fmla="*/ 89477 h 2282867"/>
              <a:gd name="connsiteX4" fmla="*/ 4728238 w 5277459"/>
              <a:gd name="connsiteY4" fmla="*/ 2207837 h 2282867"/>
              <a:gd name="connsiteX5" fmla="*/ 5002558 w 5277459"/>
              <a:gd name="connsiteY5" fmla="*/ 1811597 h 2282867"/>
              <a:gd name="connsiteX6" fmla="*/ 354358 w 5277459"/>
              <a:gd name="connsiteY6" fmla="*/ 1857317 h 2282867"/>
              <a:gd name="connsiteX7" fmla="*/ 323878 w 5277459"/>
              <a:gd name="connsiteY7" fmla="*/ 1613477 h 2282867"/>
              <a:gd name="connsiteX8" fmla="*/ 346738 w 5277459"/>
              <a:gd name="connsiteY8" fmla="*/ 2154497 h 2282867"/>
              <a:gd name="connsiteX0" fmla="*/ 2681538 w 5288159"/>
              <a:gd name="connsiteY0" fmla="*/ 561917 h 2282867"/>
              <a:gd name="connsiteX1" fmla="*/ 3306378 w 5288159"/>
              <a:gd name="connsiteY1" fmla="*/ 394277 h 2282867"/>
              <a:gd name="connsiteX2" fmla="*/ 4952298 w 5288159"/>
              <a:gd name="connsiteY2" fmla="*/ 394277 h 2282867"/>
              <a:gd name="connsiteX3" fmla="*/ 4662738 w 5288159"/>
              <a:gd name="connsiteY3" fmla="*/ 89477 h 2282867"/>
              <a:gd name="connsiteX4" fmla="*/ 4738938 w 5288159"/>
              <a:gd name="connsiteY4" fmla="*/ 2207837 h 2282867"/>
              <a:gd name="connsiteX5" fmla="*/ 5013258 w 5288159"/>
              <a:gd name="connsiteY5" fmla="*/ 1811597 h 2282867"/>
              <a:gd name="connsiteX6" fmla="*/ 365058 w 5288159"/>
              <a:gd name="connsiteY6" fmla="*/ 1857317 h 2282867"/>
              <a:gd name="connsiteX7" fmla="*/ 304098 w 5288159"/>
              <a:gd name="connsiteY7" fmla="*/ 1628717 h 2282867"/>
              <a:gd name="connsiteX8" fmla="*/ 357438 w 5288159"/>
              <a:gd name="connsiteY8" fmla="*/ 2154497 h 2282867"/>
              <a:gd name="connsiteX0" fmla="*/ 2692629 w 5299250"/>
              <a:gd name="connsiteY0" fmla="*/ 561917 h 2282867"/>
              <a:gd name="connsiteX1" fmla="*/ 3317469 w 5299250"/>
              <a:gd name="connsiteY1" fmla="*/ 394277 h 2282867"/>
              <a:gd name="connsiteX2" fmla="*/ 4963389 w 5299250"/>
              <a:gd name="connsiteY2" fmla="*/ 394277 h 2282867"/>
              <a:gd name="connsiteX3" fmla="*/ 4673829 w 5299250"/>
              <a:gd name="connsiteY3" fmla="*/ 89477 h 2282867"/>
              <a:gd name="connsiteX4" fmla="*/ 4750029 w 5299250"/>
              <a:gd name="connsiteY4" fmla="*/ 2207837 h 2282867"/>
              <a:gd name="connsiteX5" fmla="*/ 5024349 w 5299250"/>
              <a:gd name="connsiteY5" fmla="*/ 1811597 h 2282867"/>
              <a:gd name="connsiteX6" fmla="*/ 376149 w 5299250"/>
              <a:gd name="connsiteY6" fmla="*/ 1857317 h 2282867"/>
              <a:gd name="connsiteX7" fmla="*/ 284709 w 5299250"/>
              <a:gd name="connsiteY7" fmla="*/ 1628717 h 2282867"/>
              <a:gd name="connsiteX8" fmla="*/ 368529 w 5299250"/>
              <a:gd name="connsiteY8" fmla="*/ 2154497 h 2282867"/>
              <a:gd name="connsiteX0" fmla="*/ 2738947 w 5345568"/>
              <a:gd name="connsiteY0" fmla="*/ 561917 h 2282867"/>
              <a:gd name="connsiteX1" fmla="*/ 3363787 w 5345568"/>
              <a:gd name="connsiteY1" fmla="*/ 394277 h 2282867"/>
              <a:gd name="connsiteX2" fmla="*/ 5009707 w 5345568"/>
              <a:gd name="connsiteY2" fmla="*/ 394277 h 2282867"/>
              <a:gd name="connsiteX3" fmla="*/ 4720147 w 5345568"/>
              <a:gd name="connsiteY3" fmla="*/ 89477 h 2282867"/>
              <a:gd name="connsiteX4" fmla="*/ 4796347 w 5345568"/>
              <a:gd name="connsiteY4" fmla="*/ 2207837 h 2282867"/>
              <a:gd name="connsiteX5" fmla="*/ 5070667 w 5345568"/>
              <a:gd name="connsiteY5" fmla="*/ 1811597 h 2282867"/>
              <a:gd name="connsiteX6" fmla="*/ 422467 w 5345568"/>
              <a:gd name="connsiteY6" fmla="*/ 1857317 h 2282867"/>
              <a:gd name="connsiteX7" fmla="*/ 331027 w 5345568"/>
              <a:gd name="connsiteY7" fmla="*/ 1628717 h 2282867"/>
              <a:gd name="connsiteX8" fmla="*/ 414847 w 5345568"/>
              <a:gd name="connsiteY8" fmla="*/ 2154497 h 2282867"/>
              <a:gd name="connsiteX0" fmla="*/ 2724491 w 5331112"/>
              <a:gd name="connsiteY0" fmla="*/ 561917 h 2282867"/>
              <a:gd name="connsiteX1" fmla="*/ 3349331 w 5331112"/>
              <a:gd name="connsiteY1" fmla="*/ 394277 h 2282867"/>
              <a:gd name="connsiteX2" fmla="*/ 4995251 w 5331112"/>
              <a:gd name="connsiteY2" fmla="*/ 394277 h 2282867"/>
              <a:gd name="connsiteX3" fmla="*/ 4705691 w 5331112"/>
              <a:gd name="connsiteY3" fmla="*/ 89477 h 2282867"/>
              <a:gd name="connsiteX4" fmla="*/ 4781891 w 5331112"/>
              <a:gd name="connsiteY4" fmla="*/ 2207837 h 2282867"/>
              <a:gd name="connsiteX5" fmla="*/ 5056211 w 5331112"/>
              <a:gd name="connsiteY5" fmla="*/ 1811597 h 2282867"/>
              <a:gd name="connsiteX6" fmla="*/ 408011 w 5331112"/>
              <a:gd name="connsiteY6" fmla="*/ 1857317 h 2282867"/>
              <a:gd name="connsiteX7" fmla="*/ 316571 w 5331112"/>
              <a:gd name="connsiteY7" fmla="*/ 1628717 h 2282867"/>
              <a:gd name="connsiteX8" fmla="*/ 400391 w 5331112"/>
              <a:gd name="connsiteY8" fmla="*/ 2154497 h 2282867"/>
              <a:gd name="connsiteX0" fmla="*/ 2707925 w 5314546"/>
              <a:gd name="connsiteY0" fmla="*/ 561917 h 2282867"/>
              <a:gd name="connsiteX1" fmla="*/ 3332765 w 5314546"/>
              <a:gd name="connsiteY1" fmla="*/ 394277 h 2282867"/>
              <a:gd name="connsiteX2" fmla="*/ 4978685 w 5314546"/>
              <a:gd name="connsiteY2" fmla="*/ 394277 h 2282867"/>
              <a:gd name="connsiteX3" fmla="*/ 4689125 w 5314546"/>
              <a:gd name="connsiteY3" fmla="*/ 89477 h 2282867"/>
              <a:gd name="connsiteX4" fmla="*/ 4765325 w 5314546"/>
              <a:gd name="connsiteY4" fmla="*/ 2207837 h 2282867"/>
              <a:gd name="connsiteX5" fmla="*/ 5039645 w 5314546"/>
              <a:gd name="connsiteY5" fmla="*/ 1811597 h 2282867"/>
              <a:gd name="connsiteX6" fmla="*/ 391445 w 5314546"/>
              <a:gd name="connsiteY6" fmla="*/ 1857317 h 2282867"/>
              <a:gd name="connsiteX7" fmla="*/ 300005 w 5314546"/>
              <a:gd name="connsiteY7" fmla="*/ 1628717 h 2282867"/>
              <a:gd name="connsiteX8" fmla="*/ 383825 w 5314546"/>
              <a:gd name="connsiteY8" fmla="*/ 2154497 h 2282867"/>
              <a:gd name="connsiteX0" fmla="*/ 2676052 w 5282673"/>
              <a:gd name="connsiteY0" fmla="*/ 561917 h 2294197"/>
              <a:gd name="connsiteX1" fmla="*/ 3300892 w 5282673"/>
              <a:gd name="connsiteY1" fmla="*/ 394277 h 2294197"/>
              <a:gd name="connsiteX2" fmla="*/ 4946812 w 5282673"/>
              <a:gd name="connsiteY2" fmla="*/ 394277 h 2294197"/>
              <a:gd name="connsiteX3" fmla="*/ 4657252 w 5282673"/>
              <a:gd name="connsiteY3" fmla="*/ 89477 h 2294197"/>
              <a:gd name="connsiteX4" fmla="*/ 4733452 w 5282673"/>
              <a:gd name="connsiteY4" fmla="*/ 2207837 h 2294197"/>
              <a:gd name="connsiteX5" fmla="*/ 5007772 w 5282673"/>
              <a:gd name="connsiteY5" fmla="*/ 1811597 h 2294197"/>
              <a:gd name="connsiteX6" fmla="*/ 359572 w 5282673"/>
              <a:gd name="connsiteY6" fmla="*/ 1857317 h 2294197"/>
              <a:gd name="connsiteX7" fmla="*/ 268132 w 5282673"/>
              <a:gd name="connsiteY7" fmla="*/ 1628717 h 2294197"/>
              <a:gd name="connsiteX8" fmla="*/ 358302 w 5282673"/>
              <a:gd name="connsiteY8" fmla="*/ 2294197 h 2294197"/>
              <a:gd name="connsiteX0" fmla="*/ 2688219 w 5294840"/>
              <a:gd name="connsiteY0" fmla="*/ 561917 h 2294197"/>
              <a:gd name="connsiteX1" fmla="*/ 3313059 w 5294840"/>
              <a:gd name="connsiteY1" fmla="*/ 394277 h 2294197"/>
              <a:gd name="connsiteX2" fmla="*/ 4958979 w 5294840"/>
              <a:gd name="connsiteY2" fmla="*/ 394277 h 2294197"/>
              <a:gd name="connsiteX3" fmla="*/ 4669419 w 5294840"/>
              <a:gd name="connsiteY3" fmla="*/ 89477 h 2294197"/>
              <a:gd name="connsiteX4" fmla="*/ 4745619 w 5294840"/>
              <a:gd name="connsiteY4" fmla="*/ 2207837 h 2294197"/>
              <a:gd name="connsiteX5" fmla="*/ 5019939 w 5294840"/>
              <a:gd name="connsiteY5" fmla="*/ 1811597 h 2294197"/>
              <a:gd name="connsiteX6" fmla="*/ 371739 w 5294840"/>
              <a:gd name="connsiteY6" fmla="*/ 1857317 h 2294197"/>
              <a:gd name="connsiteX7" fmla="*/ 292999 w 5294840"/>
              <a:gd name="connsiteY7" fmla="*/ 1628717 h 2294197"/>
              <a:gd name="connsiteX8" fmla="*/ 370469 w 5294840"/>
              <a:gd name="connsiteY8" fmla="*/ 2294197 h 2294197"/>
              <a:gd name="connsiteX0" fmla="*/ 2719606 w 5326227"/>
              <a:gd name="connsiteY0" fmla="*/ 561917 h 2294197"/>
              <a:gd name="connsiteX1" fmla="*/ 3344446 w 5326227"/>
              <a:gd name="connsiteY1" fmla="*/ 394277 h 2294197"/>
              <a:gd name="connsiteX2" fmla="*/ 4990366 w 5326227"/>
              <a:gd name="connsiteY2" fmla="*/ 394277 h 2294197"/>
              <a:gd name="connsiteX3" fmla="*/ 4700806 w 5326227"/>
              <a:gd name="connsiteY3" fmla="*/ 89477 h 2294197"/>
              <a:gd name="connsiteX4" fmla="*/ 4777006 w 5326227"/>
              <a:gd name="connsiteY4" fmla="*/ 2207837 h 2294197"/>
              <a:gd name="connsiteX5" fmla="*/ 5051326 w 5326227"/>
              <a:gd name="connsiteY5" fmla="*/ 1811597 h 2294197"/>
              <a:gd name="connsiteX6" fmla="*/ 403126 w 5326227"/>
              <a:gd name="connsiteY6" fmla="*/ 1857317 h 2294197"/>
              <a:gd name="connsiteX7" fmla="*/ 324386 w 5326227"/>
              <a:gd name="connsiteY7" fmla="*/ 1628717 h 2294197"/>
              <a:gd name="connsiteX8" fmla="*/ 401856 w 5326227"/>
              <a:gd name="connsiteY8" fmla="*/ 2294197 h 2294197"/>
              <a:gd name="connsiteX0" fmla="*/ 2733856 w 5340477"/>
              <a:gd name="connsiteY0" fmla="*/ 561917 h 2294197"/>
              <a:gd name="connsiteX1" fmla="*/ 3358696 w 5340477"/>
              <a:gd name="connsiteY1" fmla="*/ 394277 h 2294197"/>
              <a:gd name="connsiteX2" fmla="*/ 5004616 w 5340477"/>
              <a:gd name="connsiteY2" fmla="*/ 394277 h 2294197"/>
              <a:gd name="connsiteX3" fmla="*/ 4715056 w 5340477"/>
              <a:gd name="connsiteY3" fmla="*/ 89477 h 2294197"/>
              <a:gd name="connsiteX4" fmla="*/ 4791256 w 5340477"/>
              <a:gd name="connsiteY4" fmla="*/ 2207837 h 2294197"/>
              <a:gd name="connsiteX5" fmla="*/ 5065576 w 5340477"/>
              <a:gd name="connsiteY5" fmla="*/ 1811597 h 2294197"/>
              <a:gd name="connsiteX6" fmla="*/ 417376 w 5340477"/>
              <a:gd name="connsiteY6" fmla="*/ 1857317 h 2294197"/>
              <a:gd name="connsiteX7" fmla="*/ 338636 w 5340477"/>
              <a:gd name="connsiteY7" fmla="*/ 1628717 h 2294197"/>
              <a:gd name="connsiteX8" fmla="*/ 416106 w 5340477"/>
              <a:gd name="connsiteY8" fmla="*/ 2294197 h 2294197"/>
              <a:gd name="connsiteX0" fmla="*/ 2779344 w 5385965"/>
              <a:gd name="connsiteY0" fmla="*/ 561917 h 2294197"/>
              <a:gd name="connsiteX1" fmla="*/ 3404184 w 5385965"/>
              <a:gd name="connsiteY1" fmla="*/ 394277 h 2294197"/>
              <a:gd name="connsiteX2" fmla="*/ 5050104 w 5385965"/>
              <a:gd name="connsiteY2" fmla="*/ 394277 h 2294197"/>
              <a:gd name="connsiteX3" fmla="*/ 4760544 w 5385965"/>
              <a:gd name="connsiteY3" fmla="*/ 89477 h 2294197"/>
              <a:gd name="connsiteX4" fmla="*/ 4836744 w 5385965"/>
              <a:gd name="connsiteY4" fmla="*/ 2207837 h 2294197"/>
              <a:gd name="connsiteX5" fmla="*/ 5111064 w 5385965"/>
              <a:gd name="connsiteY5" fmla="*/ 1811597 h 2294197"/>
              <a:gd name="connsiteX6" fmla="*/ 462864 w 5385965"/>
              <a:gd name="connsiteY6" fmla="*/ 1857317 h 2294197"/>
              <a:gd name="connsiteX7" fmla="*/ 282524 w 5385965"/>
              <a:gd name="connsiteY7" fmla="*/ 1565217 h 2294197"/>
              <a:gd name="connsiteX8" fmla="*/ 461594 w 5385965"/>
              <a:gd name="connsiteY8" fmla="*/ 2294197 h 2294197"/>
              <a:gd name="connsiteX0" fmla="*/ 3404184 w 5385965"/>
              <a:gd name="connsiteY0" fmla="*/ 394277 h 2294197"/>
              <a:gd name="connsiteX1" fmla="*/ 5050104 w 5385965"/>
              <a:gd name="connsiteY1" fmla="*/ 394277 h 2294197"/>
              <a:gd name="connsiteX2" fmla="*/ 4760544 w 5385965"/>
              <a:gd name="connsiteY2" fmla="*/ 89477 h 2294197"/>
              <a:gd name="connsiteX3" fmla="*/ 4836744 w 5385965"/>
              <a:gd name="connsiteY3" fmla="*/ 2207837 h 2294197"/>
              <a:gd name="connsiteX4" fmla="*/ 5111064 w 5385965"/>
              <a:gd name="connsiteY4" fmla="*/ 1811597 h 2294197"/>
              <a:gd name="connsiteX5" fmla="*/ 462864 w 5385965"/>
              <a:gd name="connsiteY5" fmla="*/ 1857317 h 2294197"/>
              <a:gd name="connsiteX6" fmla="*/ 282524 w 5385965"/>
              <a:gd name="connsiteY6" fmla="*/ 1565217 h 2294197"/>
              <a:gd name="connsiteX7" fmla="*/ 461594 w 5385965"/>
              <a:gd name="connsiteY7" fmla="*/ 2294197 h 2294197"/>
              <a:gd name="connsiteX0" fmla="*/ 5050104 w 5385965"/>
              <a:gd name="connsiteY0" fmla="*/ 394277 h 2294197"/>
              <a:gd name="connsiteX1" fmla="*/ 4760544 w 5385965"/>
              <a:gd name="connsiteY1" fmla="*/ 89477 h 2294197"/>
              <a:gd name="connsiteX2" fmla="*/ 4836744 w 5385965"/>
              <a:gd name="connsiteY2" fmla="*/ 2207837 h 2294197"/>
              <a:gd name="connsiteX3" fmla="*/ 5111064 w 5385965"/>
              <a:gd name="connsiteY3" fmla="*/ 1811597 h 2294197"/>
              <a:gd name="connsiteX4" fmla="*/ 462864 w 5385965"/>
              <a:gd name="connsiteY4" fmla="*/ 1857317 h 2294197"/>
              <a:gd name="connsiteX5" fmla="*/ 282524 w 5385965"/>
              <a:gd name="connsiteY5" fmla="*/ 1565217 h 2294197"/>
              <a:gd name="connsiteX6" fmla="*/ 461594 w 5385965"/>
              <a:gd name="connsiteY6" fmla="*/ 2294197 h 2294197"/>
              <a:gd name="connsiteX0" fmla="*/ 5050104 w 5378165"/>
              <a:gd name="connsiteY0" fmla="*/ 0 h 1899920"/>
              <a:gd name="connsiteX1" fmla="*/ 4836744 w 5378165"/>
              <a:gd name="connsiteY1" fmla="*/ 1813560 h 1899920"/>
              <a:gd name="connsiteX2" fmla="*/ 5111064 w 5378165"/>
              <a:gd name="connsiteY2" fmla="*/ 1417320 h 1899920"/>
              <a:gd name="connsiteX3" fmla="*/ 462864 w 5378165"/>
              <a:gd name="connsiteY3" fmla="*/ 1463040 h 1899920"/>
              <a:gd name="connsiteX4" fmla="*/ 282524 w 5378165"/>
              <a:gd name="connsiteY4" fmla="*/ 1170940 h 1899920"/>
              <a:gd name="connsiteX5" fmla="*/ 461594 w 5378165"/>
              <a:gd name="connsiteY5" fmla="*/ 1899920 h 1899920"/>
              <a:gd name="connsiteX0" fmla="*/ 4836744 w 5378165"/>
              <a:gd name="connsiteY0" fmla="*/ 654828 h 741188"/>
              <a:gd name="connsiteX1" fmla="*/ 5111064 w 5378165"/>
              <a:gd name="connsiteY1" fmla="*/ 258588 h 741188"/>
              <a:gd name="connsiteX2" fmla="*/ 462864 w 5378165"/>
              <a:gd name="connsiteY2" fmla="*/ 304308 h 741188"/>
              <a:gd name="connsiteX3" fmla="*/ 282524 w 5378165"/>
              <a:gd name="connsiteY3" fmla="*/ 12208 h 741188"/>
              <a:gd name="connsiteX4" fmla="*/ 461594 w 5378165"/>
              <a:gd name="connsiteY4" fmla="*/ 741188 h 741188"/>
              <a:gd name="connsiteX0" fmla="*/ 5111064 w 5111064"/>
              <a:gd name="connsiteY0" fmla="*/ 258588 h 741188"/>
              <a:gd name="connsiteX1" fmla="*/ 462864 w 5111064"/>
              <a:gd name="connsiteY1" fmla="*/ 304308 h 741188"/>
              <a:gd name="connsiteX2" fmla="*/ 282524 w 5111064"/>
              <a:gd name="connsiteY2" fmla="*/ 12208 h 741188"/>
              <a:gd name="connsiteX3" fmla="*/ 461594 w 5111064"/>
              <a:gd name="connsiteY3" fmla="*/ 741188 h 741188"/>
              <a:gd name="connsiteX0" fmla="*/ 1103053 w 1103053"/>
              <a:gd name="connsiteY0" fmla="*/ 4969 h 883809"/>
              <a:gd name="connsiteX1" fmla="*/ 249613 w 1103053"/>
              <a:gd name="connsiteY1" fmla="*/ 446929 h 883809"/>
              <a:gd name="connsiteX2" fmla="*/ 69273 w 1103053"/>
              <a:gd name="connsiteY2" fmla="*/ 154829 h 883809"/>
              <a:gd name="connsiteX3" fmla="*/ 248343 w 1103053"/>
              <a:gd name="connsiteY3" fmla="*/ 883809 h 883809"/>
              <a:gd name="connsiteX0" fmla="*/ 1686424 w 1686424"/>
              <a:gd name="connsiteY0" fmla="*/ 5369 h 838489"/>
              <a:gd name="connsiteX1" fmla="*/ 269104 w 1686424"/>
              <a:gd name="connsiteY1" fmla="*/ 401609 h 838489"/>
              <a:gd name="connsiteX2" fmla="*/ 88764 w 1686424"/>
              <a:gd name="connsiteY2" fmla="*/ 109509 h 838489"/>
              <a:gd name="connsiteX3" fmla="*/ 267834 w 1686424"/>
              <a:gd name="connsiteY3" fmla="*/ 838489 h 838489"/>
              <a:gd name="connsiteX0" fmla="*/ 1087370 w 1087370"/>
              <a:gd name="connsiteY0" fmla="*/ 3692 h 1095892"/>
              <a:gd name="connsiteX1" fmla="*/ 249170 w 1087370"/>
              <a:gd name="connsiteY1" fmla="*/ 659012 h 1095892"/>
              <a:gd name="connsiteX2" fmla="*/ 68830 w 1087370"/>
              <a:gd name="connsiteY2" fmla="*/ 366912 h 1095892"/>
              <a:gd name="connsiteX3" fmla="*/ 247900 w 1087370"/>
              <a:gd name="connsiteY3" fmla="*/ 1095892 h 1095892"/>
              <a:gd name="connsiteX0" fmla="*/ 1087370 w 1087370"/>
              <a:gd name="connsiteY0" fmla="*/ 0 h 1092200"/>
              <a:gd name="connsiteX1" fmla="*/ 249170 w 1087370"/>
              <a:gd name="connsiteY1" fmla="*/ 655320 h 1092200"/>
              <a:gd name="connsiteX2" fmla="*/ 68830 w 1087370"/>
              <a:gd name="connsiteY2" fmla="*/ 363220 h 1092200"/>
              <a:gd name="connsiteX3" fmla="*/ 247900 w 1087370"/>
              <a:gd name="connsiteY3" fmla="*/ 1092200 h 1092200"/>
              <a:gd name="connsiteX0" fmla="*/ 1087370 w 1087370"/>
              <a:gd name="connsiteY0" fmla="*/ 0 h 985520"/>
              <a:gd name="connsiteX1" fmla="*/ 249170 w 1087370"/>
              <a:gd name="connsiteY1" fmla="*/ 655320 h 985520"/>
              <a:gd name="connsiteX2" fmla="*/ 68830 w 1087370"/>
              <a:gd name="connsiteY2" fmla="*/ 363220 h 985520"/>
              <a:gd name="connsiteX3" fmla="*/ 217420 w 1087370"/>
              <a:gd name="connsiteY3" fmla="*/ 985520 h 985520"/>
              <a:gd name="connsiteX0" fmla="*/ 1101463 w 1101463"/>
              <a:gd name="connsiteY0" fmla="*/ 0 h 985520"/>
              <a:gd name="connsiteX1" fmla="*/ 202303 w 1101463"/>
              <a:gd name="connsiteY1" fmla="*/ 762000 h 985520"/>
              <a:gd name="connsiteX2" fmla="*/ 82923 w 1101463"/>
              <a:gd name="connsiteY2" fmla="*/ 363220 h 985520"/>
              <a:gd name="connsiteX3" fmla="*/ 231513 w 1101463"/>
              <a:gd name="connsiteY3" fmla="*/ 985520 h 985520"/>
              <a:gd name="connsiteX0" fmla="*/ 1001455 w 1001455"/>
              <a:gd name="connsiteY0" fmla="*/ 0 h 985520"/>
              <a:gd name="connsiteX1" fmla="*/ 102295 w 1001455"/>
              <a:gd name="connsiteY1" fmla="*/ 762000 h 985520"/>
              <a:gd name="connsiteX2" fmla="*/ 135315 w 1001455"/>
              <a:gd name="connsiteY2" fmla="*/ 287020 h 985520"/>
              <a:gd name="connsiteX3" fmla="*/ 131505 w 1001455"/>
              <a:gd name="connsiteY3" fmla="*/ 985520 h 985520"/>
              <a:gd name="connsiteX0" fmla="*/ 1101463 w 1101463"/>
              <a:gd name="connsiteY0" fmla="*/ 0 h 985520"/>
              <a:gd name="connsiteX1" fmla="*/ 202303 w 1101463"/>
              <a:gd name="connsiteY1" fmla="*/ 762000 h 985520"/>
              <a:gd name="connsiteX2" fmla="*/ 82923 w 1101463"/>
              <a:gd name="connsiteY2" fmla="*/ 408940 h 985520"/>
              <a:gd name="connsiteX3" fmla="*/ 231513 w 1101463"/>
              <a:gd name="connsiteY3" fmla="*/ 985520 h 985520"/>
              <a:gd name="connsiteX0" fmla="*/ 1101463 w 1101463"/>
              <a:gd name="connsiteY0" fmla="*/ 0 h 985520"/>
              <a:gd name="connsiteX1" fmla="*/ 202303 w 1101463"/>
              <a:gd name="connsiteY1" fmla="*/ 762000 h 985520"/>
              <a:gd name="connsiteX2" fmla="*/ 82923 w 1101463"/>
              <a:gd name="connsiteY2" fmla="*/ 408940 h 985520"/>
              <a:gd name="connsiteX3" fmla="*/ 231513 w 1101463"/>
              <a:gd name="connsiteY3" fmla="*/ 985520 h 985520"/>
              <a:gd name="connsiteX0" fmla="*/ 1140261 w 1140261"/>
              <a:gd name="connsiteY0" fmla="*/ 0 h 985520"/>
              <a:gd name="connsiteX1" fmla="*/ 134421 w 1140261"/>
              <a:gd name="connsiteY1" fmla="*/ 746760 h 985520"/>
              <a:gd name="connsiteX2" fmla="*/ 121721 w 1140261"/>
              <a:gd name="connsiteY2" fmla="*/ 408940 h 985520"/>
              <a:gd name="connsiteX3" fmla="*/ 270311 w 1140261"/>
              <a:gd name="connsiteY3" fmla="*/ 985520 h 985520"/>
              <a:gd name="connsiteX0" fmla="*/ 1157293 w 1157293"/>
              <a:gd name="connsiteY0" fmla="*/ 0 h 985520"/>
              <a:gd name="connsiteX1" fmla="*/ 151453 w 1157293"/>
              <a:gd name="connsiteY1" fmla="*/ 746760 h 985520"/>
              <a:gd name="connsiteX2" fmla="*/ 138753 w 1157293"/>
              <a:gd name="connsiteY2" fmla="*/ 408940 h 985520"/>
              <a:gd name="connsiteX3" fmla="*/ 287343 w 1157293"/>
              <a:gd name="connsiteY3" fmla="*/ 985520 h 985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293" h="985520">
                <a:moveTo>
                  <a:pt x="1157293" y="0"/>
                </a:moveTo>
                <a:cubicBezTo>
                  <a:pt x="702633" y="810260"/>
                  <a:pt x="366930" y="754803"/>
                  <a:pt x="151453" y="746760"/>
                </a:cubicBezTo>
                <a:cubicBezTo>
                  <a:pt x="-64024" y="738717"/>
                  <a:pt x="-32485" y="329777"/>
                  <a:pt x="138753" y="408940"/>
                </a:cubicBezTo>
                <a:cubicBezTo>
                  <a:pt x="355711" y="381423"/>
                  <a:pt x="335603" y="932180"/>
                  <a:pt x="287343" y="985520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2438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4963" y="0"/>
            <a:ext cx="115220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688" y="0"/>
            <a:ext cx="10080625" cy="6858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第一步：做好选择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77399" y="6144965"/>
            <a:ext cx="50544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4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选择的核心不是方向而是方法。</a:t>
            </a:r>
            <a:endParaRPr lang="zh-CN" altLang="zh-CN" sz="2400" kern="100" dirty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任意多边形 3"/>
          <p:cNvSpPr/>
          <p:nvPr/>
        </p:nvSpPr>
        <p:spPr>
          <a:xfrm>
            <a:off x="1372096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924050" y="1514815"/>
            <a:ext cx="41578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zh-CN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选择和努力本身没有可比性。因为只要你想要前进，无论你是否选择或者选择对错，后边的努力都是必需的。</a:t>
            </a:r>
          </a:p>
        </p:txBody>
      </p:sp>
      <p:sp>
        <p:nvSpPr>
          <p:cNvPr id="28" name="矩形 27"/>
          <p:cNvSpPr/>
          <p:nvPr/>
        </p:nvSpPr>
        <p:spPr>
          <a:xfrm>
            <a:off x="7252090" y="3198259"/>
            <a:ext cx="3612221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「选择是一种能力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」</a:t>
            </a:r>
            <a:endParaRPr lang="en-US" altLang="zh-CN" sz="24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endParaRPr lang="zh-CN" altLang="zh-CN" sz="24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选择的能力，只有之前做了大量的练习，犯了不少错误的人，在他们后续生活的选择才能更加如己所愿。正确选择之前，你得先做</a:t>
            </a:r>
            <a:r>
              <a:rPr lang="en-US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多错误选择</a:t>
            </a:r>
            <a:r>
              <a:rPr lang="zh-CN" altLang="zh-CN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99387" y="3103998"/>
            <a:ext cx="1119354" cy="1119355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907380" y="4916921"/>
            <a:ext cx="659891" cy="659891"/>
          </a:xfrm>
          <a:prstGeom prst="ellipse">
            <a:avLst/>
          </a:prstGeom>
          <a:solidFill>
            <a:srgbClr val="22A8E0"/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278531" y="3998437"/>
            <a:ext cx="615876" cy="615876"/>
          </a:xfrm>
          <a:prstGeom prst="ellipse">
            <a:avLst/>
          </a:prstGeom>
          <a:solidFill>
            <a:srgbClr val="33CAFF"/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651495" y="3035696"/>
            <a:ext cx="834096" cy="834096"/>
          </a:xfrm>
          <a:prstGeom prst="ellipse">
            <a:avLst/>
          </a:prstGeom>
          <a:solidFill>
            <a:srgbClr val="74CDEF"/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043169" y="4561203"/>
            <a:ext cx="870130" cy="870130"/>
          </a:xfrm>
          <a:prstGeom prst="ellipse">
            <a:avLst/>
          </a:prstGeom>
          <a:solidFill>
            <a:srgbClr val="29ACDF"/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792868" y="3816987"/>
            <a:ext cx="1072877" cy="1072878"/>
          </a:xfrm>
          <a:prstGeom prst="ellipse">
            <a:avLst/>
          </a:prstGeom>
          <a:solidFill>
            <a:srgbClr val="1CA9DF"/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164042" y="3915375"/>
            <a:ext cx="692186" cy="235969"/>
          </a:xfrm>
          <a:prstGeom prst="line">
            <a:avLst/>
          </a:prstGeom>
          <a:solidFill>
            <a:schemeClr val="bg1"/>
          </a:solidFill>
          <a:ln w="28575">
            <a:solidFill>
              <a:srgbClr val="26B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endCxn id="22" idx="3"/>
          </p:cNvCxnSpPr>
          <p:nvPr/>
        </p:nvCxnSpPr>
        <p:spPr>
          <a:xfrm flipV="1">
            <a:off x="4619320" y="3747641"/>
            <a:ext cx="154326" cy="176158"/>
          </a:xfrm>
          <a:prstGeom prst="line">
            <a:avLst/>
          </a:prstGeom>
          <a:solidFill>
            <a:schemeClr val="bg1"/>
          </a:solidFill>
          <a:ln w="28575">
            <a:solidFill>
              <a:srgbClr val="26B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4808405" y="4585613"/>
            <a:ext cx="1229052" cy="303886"/>
          </a:xfrm>
          <a:prstGeom prst="line">
            <a:avLst/>
          </a:prstGeom>
          <a:solidFill>
            <a:schemeClr val="bg1"/>
          </a:solidFill>
          <a:ln w="28575">
            <a:solidFill>
              <a:srgbClr val="26B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 flipV="1">
            <a:off x="4865806" y="4345882"/>
            <a:ext cx="425441" cy="10129"/>
          </a:xfrm>
          <a:prstGeom prst="line">
            <a:avLst/>
          </a:prstGeom>
          <a:solidFill>
            <a:schemeClr val="bg1"/>
          </a:solidFill>
          <a:ln w="28575">
            <a:solidFill>
              <a:srgbClr val="26B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endCxn id="24" idx="3"/>
          </p:cNvCxnSpPr>
          <p:nvPr/>
        </p:nvCxnSpPr>
        <p:spPr>
          <a:xfrm flipV="1">
            <a:off x="3511823" y="4732746"/>
            <a:ext cx="438164" cy="339086"/>
          </a:xfrm>
          <a:prstGeom prst="line">
            <a:avLst/>
          </a:prstGeom>
          <a:solidFill>
            <a:schemeClr val="bg1"/>
          </a:solidFill>
          <a:ln w="28575">
            <a:solidFill>
              <a:srgbClr val="26B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3836959" y="4091816"/>
            <a:ext cx="913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选择</a:t>
            </a:r>
          </a:p>
        </p:txBody>
      </p:sp>
      <p:sp>
        <p:nvSpPr>
          <p:cNvPr id="11" name="矩形 10"/>
          <p:cNvSpPr/>
          <p:nvPr/>
        </p:nvSpPr>
        <p:spPr>
          <a:xfrm>
            <a:off x="2258955" y="343284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400" kern="100" dirty="0">
                <a:solidFill>
                  <a:prstClr val="white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  <a:cs typeface="Times New Roman" panose="02020603050405020304" pitchFamily="18" charset="0"/>
              </a:rPr>
              <a:t>搜集</a:t>
            </a:r>
            <a:endParaRPr lang="zh-CN" altLang="en-US" sz="2400" dirty="0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19730" y="3252689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kern="100" dirty="0">
                <a:solidFill>
                  <a:prstClr val="white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  <a:cs typeface="Times New Roman" panose="02020603050405020304" pitchFamily="18" charset="0"/>
              </a:rPr>
              <a:t>预测</a:t>
            </a:r>
            <a:endParaRPr lang="zh-CN" altLang="en-US" sz="2000" dirty="0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63304" y="412170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kern="100" dirty="0">
                <a:solidFill>
                  <a:prstClr val="white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  <a:cs typeface="Times New Roman" panose="02020603050405020304" pitchFamily="18" charset="0"/>
              </a:rPr>
              <a:t>评估</a:t>
            </a:r>
            <a:endParaRPr lang="zh-CN" altLang="en-US" dirty="0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914160" y="506220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kern="100" dirty="0">
                <a:solidFill>
                  <a:prstClr val="white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  <a:cs typeface="Times New Roman" panose="02020603050405020304" pitchFamily="18" charset="0"/>
              </a:rPr>
              <a:t>执行</a:t>
            </a:r>
            <a:endParaRPr lang="zh-CN" altLang="en-US" dirty="0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129421" y="4796213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kern="100" dirty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  <a:cs typeface="Times New Roman" panose="02020603050405020304" pitchFamily="18" charset="0"/>
              </a:rPr>
              <a:t>反复</a:t>
            </a:r>
            <a:endParaRPr lang="zh-CN" altLang="en-US" sz="2000" dirty="0"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25856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4963" y="0"/>
            <a:ext cx="115220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688" y="0"/>
            <a:ext cx="10080625" cy="6858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第二步：领悟能力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69971" y="1514108"/>
            <a:ext cx="40865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我们的能力不到位，归根结底，是因为时间不到位。</a:t>
            </a:r>
            <a:endParaRPr lang="zh-CN" altLang="zh-CN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6" name="任意多边形 15"/>
          <p:cNvSpPr/>
          <p:nvPr/>
        </p:nvSpPr>
        <p:spPr>
          <a:xfrm flipH="1">
            <a:off x="5639019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矩形 21"/>
          <p:cNvSpPr/>
          <p:nvPr/>
        </p:nvSpPr>
        <p:spPr>
          <a:xfrm>
            <a:off x="1110279" y="6184696"/>
            <a:ext cx="502617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能力没有那么难，也没有那么容易。</a:t>
            </a:r>
            <a:endParaRPr lang="zh-CN" altLang="zh-CN" sz="2400" kern="100" dirty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74825" y="3144104"/>
            <a:ext cx="432117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「天赋论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」</a:t>
            </a:r>
            <a:endParaRPr lang="en-US" altLang="zh-CN" sz="24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zh-CN" altLang="zh-CN" sz="24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①天赋是能力上升的斜率。</a:t>
            </a:r>
          </a:p>
          <a:p>
            <a:pPr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②天赋是某种潜能。</a:t>
            </a:r>
          </a:p>
          <a:p>
            <a:pPr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③天赋是跟别人比，也是跟自己比</a:t>
            </a:r>
            <a:r>
              <a:rPr lang="zh-CN" altLang="zh-CN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 flipH="1">
            <a:off x="12387990" y="1979309"/>
            <a:ext cx="1336064" cy="1347927"/>
            <a:chOff x="7094379" y="1584960"/>
            <a:chExt cx="1752282" cy="1767840"/>
          </a:xfrm>
        </p:grpSpPr>
        <p:sp>
          <p:nvSpPr>
            <p:cNvPr id="25" name="椭圆形标注 24"/>
            <p:cNvSpPr/>
            <p:nvPr/>
          </p:nvSpPr>
          <p:spPr>
            <a:xfrm>
              <a:off x="7094379" y="1584960"/>
              <a:ext cx="1752282" cy="1767840"/>
            </a:xfrm>
            <a:prstGeom prst="wedgeEllipseCallout">
              <a:avLst>
                <a:gd name="adj1" fmla="val -45185"/>
                <a:gd name="adj2" fmla="val 52155"/>
              </a:avLst>
            </a:prstGeom>
            <a:solidFill>
              <a:srgbClr val="74C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245305" y="1883015"/>
              <a:ext cx="1450428" cy="1138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b="1" dirty="0" smtClean="0">
                  <a:solidFill>
                    <a:schemeClr val="bg1"/>
                  </a:solidFill>
                </a:rPr>
                <a:t>1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</a:rPr>
                <a:t>点击此处加入说明文字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671991" y="4120472"/>
            <a:ext cx="1371167" cy="1371167"/>
            <a:chOff x="6595791" y="3923121"/>
            <a:chExt cx="1371167" cy="1371167"/>
          </a:xfrm>
        </p:grpSpPr>
        <p:sp>
          <p:nvSpPr>
            <p:cNvPr id="15" name="椭圆 14"/>
            <p:cNvSpPr/>
            <p:nvPr/>
          </p:nvSpPr>
          <p:spPr>
            <a:xfrm>
              <a:off x="6595791" y="3923121"/>
              <a:ext cx="1371167" cy="1371167"/>
            </a:xfrm>
            <a:prstGeom prst="ellipse">
              <a:avLst/>
            </a:prstGeom>
            <a:solidFill>
              <a:srgbClr val="00B0F0"/>
            </a:solidFill>
            <a:ln w="2857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728420" y="4045473"/>
              <a:ext cx="1105909" cy="1126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发现</a:t>
              </a:r>
              <a:endParaRPr lang="en-US" altLang="zh-CN" sz="280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8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天赋</a:t>
              </a:r>
              <a:endParaRPr lang="zh-CN" altLang="en-US" sz="2800" dirty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 flipH="1">
            <a:off x="8345280" y="2458561"/>
            <a:ext cx="1383029" cy="1383030"/>
            <a:chOff x="9265920" y="1538922"/>
            <a:chExt cx="1813878" cy="1813878"/>
          </a:xfrm>
        </p:grpSpPr>
        <p:sp>
          <p:nvSpPr>
            <p:cNvPr id="28" name="泪滴形 27"/>
            <p:cNvSpPr/>
            <p:nvPr/>
          </p:nvSpPr>
          <p:spPr>
            <a:xfrm flipV="1">
              <a:off x="9265920" y="1538922"/>
              <a:ext cx="1813878" cy="1813878"/>
            </a:xfrm>
            <a:prstGeom prst="teardrop">
              <a:avLst/>
            </a:prstGeom>
            <a:solidFill>
              <a:srgbClr val="74CDE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460257" y="1883015"/>
              <a:ext cx="1450428" cy="133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2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时常回顾</a:t>
              </a:r>
              <a:endParaRPr lang="en-US" altLang="zh-CN" sz="160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找找感觉</a:t>
              </a:r>
              <a:endParaRPr lang="zh-CN" altLang="en-US" sz="1600" dirty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 flipH="1" flipV="1">
            <a:off x="8345280" y="4108609"/>
            <a:ext cx="1383029" cy="1383030"/>
            <a:chOff x="9265920" y="3703002"/>
            <a:chExt cx="1813878" cy="1813878"/>
          </a:xfrm>
        </p:grpSpPr>
        <p:sp>
          <p:nvSpPr>
            <p:cNvPr id="31" name="泪滴形 30"/>
            <p:cNvSpPr/>
            <p:nvPr/>
          </p:nvSpPr>
          <p:spPr>
            <a:xfrm flipV="1">
              <a:off x="9265920" y="3703002"/>
              <a:ext cx="1813878" cy="1813878"/>
            </a:xfrm>
            <a:prstGeom prst="teardrop">
              <a:avLst/>
            </a:prstGeom>
            <a:solidFill>
              <a:srgbClr val="74CDE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 flipV="1">
              <a:off x="9460257" y="3838100"/>
              <a:ext cx="1450428" cy="133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3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尝试一下</a:t>
              </a:r>
              <a:endParaRPr lang="en-US" altLang="zh-CN" sz="160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等待挖掘</a:t>
              </a:r>
              <a:endParaRPr lang="zh-CN" altLang="en-US" sz="1600" dirty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671991" y="2458561"/>
            <a:ext cx="1383029" cy="1383030"/>
            <a:chOff x="9265920" y="1538922"/>
            <a:chExt cx="1813878" cy="1813878"/>
          </a:xfrm>
        </p:grpSpPr>
        <p:sp>
          <p:nvSpPr>
            <p:cNvPr id="34" name="泪滴形 33"/>
            <p:cNvSpPr/>
            <p:nvPr/>
          </p:nvSpPr>
          <p:spPr>
            <a:xfrm flipV="1">
              <a:off x="9265920" y="1538922"/>
              <a:ext cx="1813878" cy="1813878"/>
            </a:xfrm>
            <a:prstGeom prst="teardrop">
              <a:avLst/>
            </a:prstGeom>
            <a:solidFill>
              <a:srgbClr val="74CDE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460257" y="1883015"/>
              <a:ext cx="1450428" cy="133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1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做做测评</a:t>
              </a:r>
              <a:endParaRPr lang="en-US" altLang="zh-CN" sz="160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作为参考</a:t>
              </a:r>
              <a:endParaRPr lang="zh-CN" altLang="en-US" sz="1600" dirty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7518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4963" y="0"/>
            <a:ext cx="115220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687" y="0"/>
            <a:ext cx="10080625" cy="6858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第三步：行动起来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30400" y="1435585"/>
            <a:ext cx="41514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行动的节奏快慢，我们要自己把握。</a:t>
            </a:r>
            <a:endParaRPr lang="zh-CN" altLang="zh-CN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任意多边形 14"/>
          <p:cNvSpPr/>
          <p:nvPr/>
        </p:nvSpPr>
        <p:spPr>
          <a:xfrm>
            <a:off x="1372096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81865" y="6125950"/>
            <a:ext cx="50544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掌握好快和慢的节奏，才会踩好点。</a:t>
            </a:r>
            <a:endParaRPr lang="zh-CN" altLang="zh-CN" sz="2400" kern="100" dirty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270199" y="2588513"/>
            <a:ext cx="2705586" cy="2963928"/>
            <a:chOff x="2221779" y="2398486"/>
            <a:chExt cx="3052514" cy="3343981"/>
          </a:xfrm>
        </p:grpSpPr>
        <p:grpSp>
          <p:nvGrpSpPr>
            <p:cNvPr id="3" name="组合 2"/>
            <p:cNvGrpSpPr/>
            <p:nvPr/>
          </p:nvGrpSpPr>
          <p:grpSpPr>
            <a:xfrm>
              <a:off x="2221779" y="2398486"/>
              <a:ext cx="3052514" cy="1030514"/>
              <a:chOff x="2221779" y="2398486"/>
              <a:chExt cx="3052514" cy="1030514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458521" y="2398486"/>
                <a:ext cx="2815772" cy="1030514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0" name="L 形 19"/>
              <p:cNvSpPr/>
              <p:nvPr/>
            </p:nvSpPr>
            <p:spPr>
              <a:xfrm rot="2700000" flipH="1">
                <a:off x="4610757" y="2541497"/>
                <a:ext cx="310259" cy="310259"/>
              </a:xfrm>
              <a:prstGeom prst="corner">
                <a:avLst>
                  <a:gd name="adj1" fmla="val 24991"/>
                  <a:gd name="adj2" fmla="val 2412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2221779" y="2511960"/>
                <a:ext cx="2182786" cy="4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b="1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短期目标</a:t>
                </a:r>
                <a:endParaRPr lang="zh-CN" altLang="en-US" b="1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324976" y="2976973"/>
                <a:ext cx="2442110" cy="38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不超过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三</a:t>
                </a:r>
                <a:r>
                  <a:rPr lang="zh-CN" altLang="en-US" sz="1600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年容易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实现</a:t>
                </a: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221781" y="3530600"/>
              <a:ext cx="3052512" cy="1030514"/>
              <a:chOff x="2221781" y="3530600"/>
              <a:chExt cx="3052512" cy="1030514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2458521" y="3530600"/>
                <a:ext cx="2815772" cy="1030514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3" name="L 形 22"/>
              <p:cNvSpPr/>
              <p:nvPr/>
            </p:nvSpPr>
            <p:spPr>
              <a:xfrm rot="2700000" flipH="1">
                <a:off x="4610757" y="3673611"/>
                <a:ext cx="310259" cy="310259"/>
              </a:xfrm>
              <a:prstGeom prst="corner">
                <a:avLst>
                  <a:gd name="adj1" fmla="val 24991"/>
                  <a:gd name="adj2" fmla="val 2412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2221781" y="3644074"/>
                <a:ext cx="2182784" cy="4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b="1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设定期望</a:t>
                </a:r>
                <a:endParaRPr lang="zh-CN" altLang="en-US" b="1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324975" y="4109087"/>
                <a:ext cx="2442110" cy="38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实现目标是如何体现</a:t>
                </a:r>
                <a:endParaRPr lang="zh-CN" altLang="en-US" sz="1600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2221780" y="4711953"/>
              <a:ext cx="3052513" cy="1030514"/>
              <a:chOff x="2221780" y="4711953"/>
              <a:chExt cx="3052513" cy="103051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2458521" y="4711953"/>
                <a:ext cx="2815772" cy="1030514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6" name="L 形 25"/>
              <p:cNvSpPr/>
              <p:nvPr/>
            </p:nvSpPr>
            <p:spPr>
              <a:xfrm rot="2700000" flipH="1">
                <a:off x="4610757" y="4854964"/>
                <a:ext cx="310259" cy="310259"/>
              </a:xfrm>
              <a:prstGeom prst="corner">
                <a:avLst>
                  <a:gd name="adj1" fmla="val 24991"/>
                  <a:gd name="adj2" fmla="val 2412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2221780" y="4825427"/>
                <a:ext cx="2182785" cy="4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b="1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逼迫动力</a:t>
                </a:r>
                <a:endParaRPr lang="zh-CN" altLang="en-US" b="1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465055" y="5290440"/>
                <a:ext cx="2123853" cy="38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寻找</a:t>
                </a:r>
                <a:r>
                  <a:rPr lang="zh-CN" altLang="en-US" sz="1600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自己逼迫自己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 </a:t>
                </a: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1700980" y="1964812"/>
            <a:ext cx="3844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ctr"/>
            <a:r>
              <a:rPr lang="zh-CN" altLang="en-US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「</a:t>
            </a: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快的时候：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一鼓作气</a:t>
            </a:r>
            <a:r>
              <a:rPr lang="zh-CN" altLang="en-US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」</a:t>
            </a:r>
            <a:endParaRPr lang="zh-CN" altLang="en-US" sz="24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368140" y="2588513"/>
            <a:ext cx="2705586" cy="2963928"/>
            <a:chOff x="2221779" y="2398486"/>
            <a:chExt cx="3052514" cy="3343981"/>
          </a:xfrm>
        </p:grpSpPr>
        <p:grpSp>
          <p:nvGrpSpPr>
            <p:cNvPr id="31" name="组合 30"/>
            <p:cNvGrpSpPr/>
            <p:nvPr/>
          </p:nvGrpSpPr>
          <p:grpSpPr>
            <a:xfrm>
              <a:off x="2221779" y="2398486"/>
              <a:ext cx="3052514" cy="1030514"/>
              <a:chOff x="2221779" y="2398486"/>
              <a:chExt cx="3052514" cy="1030514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2458521" y="2398486"/>
                <a:ext cx="2815772" cy="1030514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43" name="L 形 42"/>
              <p:cNvSpPr/>
              <p:nvPr/>
            </p:nvSpPr>
            <p:spPr>
              <a:xfrm rot="2700000" flipH="1">
                <a:off x="4610757" y="2541497"/>
                <a:ext cx="310259" cy="310259"/>
              </a:xfrm>
              <a:prstGeom prst="corner">
                <a:avLst>
                  <a:gd name="adj1" fmla="val 24991"/>
                  <a:gd name="adj2" fmla="val 2412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21779" y="2511960"/>
                <a:ext cx="2182786" cy="4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b="1" dirty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看书和电影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2484104" y="2976973"/>
                <a:ext cx="2123853" cy="38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提升修养增长知识</a:t>
                </a:r>
                <a:endParaRPr lang="zh-CN" altLang="en-US" sz="1600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2221781" y="3530600"/>
              <a:ext cx="3052512" cy="1030514"/>
              <a:chOff x="2221781" y="3530600"/>
              <a:chExt cx="3052512" cy="1030514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2458521" y="3530600"/>
                <a:ext cx="2815772" cy="1030514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9" name="L 形 38"/>
              <p:cNvSpPr/>
              <p:nvPr/>
            </p:nvSpPr>
            <p:spPr>
              <a:xfrm rot="2700000" flipH="1">
                <a:off x="4610757" y="3673611"/>
                <a:ext cx="310259" cy="310259"/>
              </a:xfrm>
              <a:prstGeom prst="corner">
                <a:avLst>
                  <a:gd name="adj1" fmla="val 24991"/>
                  <a:gd name="adj2" fmla="val 2412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21781" y="3644074"/>
                <a:ext cx="2182784" cy="4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b="1" dirty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旅行一段时间</a:t>
                </a: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484104" y="4109087"/>
                <a:ext cx="2123853" cy="38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扩展视野放松心情</a:t>
                </a:r>
                <a:endParaRPr lang="zh-CN" altLang="en-US" sz="1600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2221780" y="4711953"/>
              <a:ext cx="3052513" cy="1030514"/>
              <a:chOff x="2221780" y="4711953"/>
              <a:chExt cx="3052513" cy="1030514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2458521" y="4711953"/>
                <a:ext cx="2815772" cy="1030514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5" name="L 形 34"/>
              <p:cNvSpPr/>
              <p:nvPr/>
            </p:nvSpPr>
            <p:spPr>
              <a:xfrm rot="2700000" flipH="1">
                <a:off x="4610757" y="4854964"/>
                <a:ext cx="310259" cy="310259"/>
              </a:xfrm>
              <a:prstGeom prst="corner">
                <a:avLst>
                  <a:gd name="adj1" fmla="val 24991"/>
                  <a:gd name="adj2" fmla="val 2412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2221780" y="4825427"/>
                <a:ext cx="2182785" cy="4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b="1" dirty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做志愿者</a:t>
                </a:r>
                <a:r>
                  <a:rPr lang="zh-CN" altLang="en-US" b="1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服务</a:t>
                </a:r>
                <a:endParaRPr lang="zh-CN" altLang="en-US" b="1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2465055" y="5290440"/>
                <a:ext cx="2123853" cy="38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600" dirty="0" smtClean="0">
                    <a:solidFill>
                      <a:schemeClr val="bg1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服务他人成就自己</a:t>
                </a:r>
                <a:endParaRPr lang="zh-CN" altLang="en-US" sz="1600" dirty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</p:grpSp>
      </p:grpSp>
      <p:sp>
        <p:nvSpPr>
          <p:cNvPr id="48" name="矩形 47"/>
          <p:cNvSpPr/>
          <p:nvPr/>
        </p:nvSpPr>
        <p:spPr>
          <a:xfrm>
            <a:off x="5801177" y="1964812"/>
            <a:ext cx="44550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/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「</a:t>
            </a:r>
            <a:r>
              <a:rPr lang="zh-CN" altLang="zh-CN" sz="2400" kern="100" dirty="0">
                <a:solidFill>
                  <a:prstClr val="white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慢的时候：做聪明的一</a:t>
            </a:r>
            <a:r>
              <a:rPr lang="zh-CN" altLang="zh-CN" sz="2400" kern="100" dirty="0" smtClean="0">
                <a:solidFill>
                  <a:prstClr val="white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休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」</a:t>
            </a:r>
            <a:endParaRPr lang="en-US" altLang="zh-CN" sz="24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4697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4963" y="0"/>
            <a:ext cx="115220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687" y="0"/>
            <a:ext cx="10080625" cy="6858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第四步：善用情绪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91535" y="792653"/>
            <a:ext cx="41793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抱怨，是一场沟通和谈判。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任意多边形 15"/>
          <p:cNvSpPr/>
          <p:nvPr/>
        </p:nvSpPr>
        <p:spPr>
          <a:xfrm flipH="1">
            <a:off x="5639019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55686" y="6206989"/>
            <a:ext cx="504031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重要的是怎么让坏情绪帮助我们。</a:t>
            </a:r>
            <a:endParaRPr lang="zh-CN" altLang="zh-CN" sz="2400" kern="100" dirty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39285" y="1941468"/>
            <a:ext cx="4434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「</a:t>
            </a: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抱怨背后的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内涵</a:t>
            </a:r>
            <a:r>
              <a:rPr lang="zh-CN" altLang="en-US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」</a:t>
            </a:r>
            <a:endParaRPr lang="zh-CN" altLang="en-US" sz="24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939799" y="2595575"/>
            <a:ext cx="7496606" cy="3083482"/>
            <a:chOff x="1614336" y="2595575"/>
            <a:chExt cx="7496606" cy="3083482"/>
          </a:xfrm>
        </p:grpSpPr>
        <p:sp>
          <p:nvSpPr>
            <p:cNvPr id="18" name="椭圆 17"/>
            <p:cNvSpPr/>
            <p:nvPr/>
          </p:nvSpPr>
          <p:spPr>
            <a:xfrm>
              <a:off x="1614336" y="3490063"/>
              <a:ext cx="1161446" cy="1161446"/>
            </a:xfrm>
            <a:prstGeom prst="ellipse">
              <a:avLst/>
            </a:prstGeom>
            <a:solidFill>
              <a:srgbClr val="74C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726056" y="3490063"/>
              <a:ext cx="1161446" cy="1161446"/>
            </a:xfrm>
            <a:prstGeom prst="ellipse">
              <a:avLst/>
            </a:prstGeom>
            <a:solidFill>
              <a:srgbClr val="1CA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837776" y="3490063"/>
              <a:ext cx="1161446" cy="1161446"/>
            </a:xfrm>
            <a:prstGeom prst="ellipse">
              <a:avLst/>
            </a:prstGeom>
            <a:solidFill>
              <a:srgbClr val="74C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7949496" y="3490063"/>
              <a:ext cx="1161446" cy="1161446"/>
            </a:xfrm>
            <a:prstGeom prst="ellipse">
              <a:avLst/>
            </a:prstGeom>
            <a:solidFill>
              <a:srgbClr val="1CA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cxnSp>
          <p:nvCxnSpPr>
            <p:cNvPr id="22" name="肘形连接符 21"/>
            <p:cNvCxnSpPr>
              <a:stCxn id="18" idx="0"/>
              <a:endCxn id="23" idx="1"/>
            </p:cNvCxnSpPr>
            <p:nvPr/>
          </p:nvCxnSpPr>
          <p:spPr>
            <a:xfrm rot="5400000" flipH="1" flipV="1">
              <a:off x="2316316" y="2889816"/>
              <a:ext cx="478990" cy="721504"/>
            </a:xfrm>
            <a:prstGeom prst="bentConnector2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20" idx="0"/>
              <a:endCxn id="25" idx="1"/>
            </p:cNvCxnSpPr>
            <p:nvPr/>
          </p:nvCxnSpPr>
          <p:spPr>
            <a:xfrm rot="5400000" flipH="1" flipV="1">
              <a:off x="6505051" y="2860977"/>
              <a:ext cx="542534" cy="715639"/>
            </a:xfrm>
            <a:prstGeom prst="bentConnector2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连接符 25"/>
            <p:cNvCxnSpPr>
              <a:stCxn id="19" idx="4"/>
              <a:endCxn id="27" idx="1"/>
            </p:cNvCxnSpPr>
            <p:nvPr/>
          </p:nvCxnSpPr>
          <p:spPr>
            <a:xfrm rot="5400000">
              <a:off x="3683793" y="4560323"/>
              <a:ext cx="531801" cy="714172"/>
            </a:xfrm>
            <a:prstGeom prst="bentConnector2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连接符 27"/>
            <p:cNvCxnSpPr>
              <a:stCxn id="21" idx="4"/>
              <a:endCxn id="29" idx="1"/>
            </p:cNvCxnSpPr>
            <p:nvPr/>
          </p:nvCxnSpPr>
          <p:spPr>
            <a:xfrm rot="5400000">
              <a:off x="7867120" y="4590170"/>
              <a:ext cx="601760" cy="724438"/>
            </a:xfrm>
            <a:prstGeom prst="bentConnector2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2916562" y="2595575"/>
              <a:ext cx="2781212" cy="830997"/>
              <a:chOff x="2916562" y="2595575"/>
              <a:chExt cx="2781212" cy="830997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916563" y="2614697"/>
                <a:ext cx="2781210" cy="792752"/>
              </a:xfrm>
              <a:prstGeom prst="rect">
                <a:avLst/>
              </a:prstGeom>
              <a:solidFill>
                <a:srgbClr val="9297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2916562" y="2595575"/>
                <a:ext cx="27812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1600" dirty="0">
                    <a:solidFill>
                      <a:schemeClr val="bg1"/>
                    </a:solidFill>
                    <a:latin typeface="方正毡笔黑简体" panose="02010600030101010101" charset="-122"/>
                    <a:ea typeface="方正毡笔黑简体" panose="02010600030101010101" charset="-122"/>
                  </a:rPr>
                  <a:t>抱怨并非喝海水，至少在开始抱怨时，会有情绪的倾诉和舒缓。倾诉总胜过憋着。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7134137" y="2595575"/>
              <a:ext cx="1755974" cy="703907"/>
              <a:chOff x="7134137" y="2614050"/>
              <a:chExt cx="1755974" cy="703907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7134138" y="2614050"/>
                <a:ext cx="1755973" cy="703907"/>
              </a:xfrm>
              <a:prstGeom prst="rect">
                <a:avLst/>
              </a:prstGeom>
              <a:solidFill>
                <a:srgbClr val="9297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134137" y="2673616"/>
                <a:ext cx="17559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1600" dirty="0">
                    <a:solidFill>
                      <a:schemeClr val="bg1"/>
                    </a:solidFill>
                    <a:latin typeface="方正毡笔黑简体" panose="02010600030101010101" charset="-122"/>
                    <a:ea typeface="方正毡笔黑简体" panose="02010600030101010101" charset="-122"/>
                  </a:rPr>
                  <a:t>背后的期待无非“平等”二字。</a:t>
                </a: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2202391" y="4831357"/>
              <a:ext cx="1390216" cy="703907"/>
              <a:chOff x="2202391" y="4831357"/>
              <a:chExt cx="1390216" cy="703907"/>
            </a:xfrm>
          </p:grpSpPr>
          <p:sp>
            <p:nvSpPr>
              <p:cNvPr id="27" name="矩形 26"/>
              <p:cNvSpPr/>
              <p:nvPr/>
            </p:nvSpPr>
            <p:spPr>
              <a:xfrm flipH="1" flipV="1">
                <a:off x="2202391" y="4831357"/>
                <a:ext cx="1390216" cy="703907"/>
              </a:xfrm>
              <a:prstGeom prst="rect">
                <a:avLst/>
              </a:prstGeom>
              <a:solidFill>
                <a:srgbClr val="9297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202391" y="4890923"/>
                <a:ext cx="13902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方正毡笔黑简体" panose="02010600030101010101" charset="-122"/>
                    <a:ea typeface="方正毡笔黑简体" panose="02010600030101010101" charset="-122"/>
                  </a:rPr>
                  <a:t>抱怨就是不满的表达。</a:t>
                </a: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5516095" y="4827482"/>
              <a:ext cx="2289686" cy="851575"/>
              <a:chOff x="5516095" y="4827482"/>
              <a:chExt cx="2289686" cy="851575"/>
            </a:xfrm>
          </p:grpSpPr>
          <p:sp>
            <p:nvSpPr>
              <p:cNvPr id="29" name="矩形 28"/>
              <p:cNvSpPr/>
              <p:nvPr/>
            </p:nvSpPr>
            <p:spPr>
              <a:xfrm flipH="1" flipV="1">
                <a:off x="5516096" y="4827482"/>
                <a:ext cx="2289685" cy="851575"/>
              </a:xfrm>
              <a:prstGeom prst="rect">
                <a:avLst/>
              </a:prstGeom>
              <a:solidFill>
                <a:srgbClr val="9297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5516095" y="4837771"/>
                <a:ext cx="22896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1600" dirty="0">
                    <a:solidFill>
                      <a:schemeClr val="bg1"/>
                    </a:solidFill>
                    <a:latin typeface="方正毡笔黑简体" panose="02010600030101010101" charset="-122"/>
                    <a:ea typeface="方正毡笔黑简体" panose="02010600030101010101" charset="-122"/>
                  </a:rPr>
                  <a:t>有没有想过当你抱怨时，你其实还想要一个东西，那就是被抱怨者的愧疚</a:t>
                </a:r>
                <a:r>
                  <a:rPr lang="zh-CN" altLang="en-US" sz="1600" dirty="0" smtClean="0">
                    <a:solidFill>
                      <a:schemeClr val="bg1"/>
                    </a:solidFill>
                    <a:latin typeface="方正毡笔黑简体" panose="02010600030101010101" charset="-122"/>
                    <a:ea typeface="方正毡笔黑简体" panose="02010600030101010101" charset="-122"/>
                  </a:rPr>
                  <a:t>。</a:t>
                </a:r>
                <a:endParaRPr lang="zh-CN" altLang="en-US" sz="1600" dirty="0">
                  <a:solidFill>
                    <a:schemeClr val="bg1"/>
                  </a:solidFill>
                  <a:latin typeface="方正毡笔黑简体" panose="02010600030101010101" charset="-122"/>
                  <a:ea typeface="方正毡笔黑简体" panose="02010600030101010101" charset="-122"/>
                </a:endParaRPr>
              </a:p>
            </p:txBody>
          </p:sp>
        </p:grpSp>
        <p:cxnSp>
          <p:nvCxnSpPr>
            <p:cNvPr id="34" name="直接连接符 33"/>
            <p:cNvCxnSpPr>
              <a:stCxn id="18" idx="6"/>
              <a:endCxn id="19" idx="2"/>
            </p:cNvCxnSpPr>
            <p:nvPr/>
          </p:nvCxnSpPr>
          <p:spPr>
            <a:xfrm>
              <a:off x="2775782" y="4070786"/>
              <a:ext cx="950274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9" idx="6"/>
              <a:endCxn id="20" idx="2"/>
            </p:cNvCxnSpPr>
            <p:nvPr/>
          </p:nvCxnSpPr>
          <p:spPr>
            <a:xfrm>
              <a:off x="4887502" y="4070786"/>
              <a:ext cx="950274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20" idx="6"/>
              <a:endCxn id="21" idx="2"/>
            </p:cNvCxnSpPr>
            <p:nvPr/>
          </p:nvCxnSpPr>
          <p:spPr>
            <a:xfrm>
              <a:off x="6999222" y="4070786"/>
              <a:ext cx="950274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614336" y="3839954"/>
              <a:ext cx="1161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方正毡笔黑简体" panose="02010600030101010101" charset="-122"/>
                  <a:ea typeface="方正毡笔黑简体" panose="02010600030101010101" charset="-122"/>
                </a:rPr>
                <a:t>①倾诉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726056" y="3839954"/>
              <a:ext cx="1161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方正毡笔黑简体" panose="02010600030101010101" charset="-122"/>
                  <a:ea typeface="方正毡笔黑简体" panose="02010600030101010101" charset="-122"/>
                </a:rPr>
                <a:t>②期待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949496" y="3839954"/>
              <a:ext cx="1161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方正毡笔黑简体" panose="02010600030101010101" charset="-122"/>
                  <a:ea typeface="方正毡笔黑简体" panose="02010600030101010101" charset="-122"/>
                </a:rPr>
                <a:t>④愧疚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837777" y="3839954"/>
              <a:ext cx="1161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方正毡笔黑简体" panose="02010600030101010101" charset="-122"/>
                  <a:ea typeface="方正毡笔黑简体" panose="02010600030101010101" charset="-122"/>
                </a:rPr>
                <a:t>③平等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4060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4963" y="0"/>
            <a:ext cx="115220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687" y="0"/>
            <a:ext cx="10080625" cy="6858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第五步：打磨人脉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8059" y="6000185"/>
            <a:ext cx="50282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让人认识你的原因是：你能满足对方的需要。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任意多边形 14"/>
          <p:cNvSpPr/>
          <p:nvPr/>
        </p:nvSpPr>
        <p:spPr>
          <a:xfrm>
            <a:off x="1372096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68285" y="1375871"/>
            <a:ext cx="40873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人脉的核心，不是我是否</a:t>
            </a:r>
            <a:r>
              <a:rPr lang="zh-CN" altLang="en-US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认识他，而是他是否</a:t>
            </a:r>
            <a:r>
              <a:rPr lang="zh-CN" altLang="en-US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认识我。</a:t>
            </a:r>
            <a:endParaRPr lang="zh-CN" altLang="zh-CN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60629" y="3974152"/>
            <a:ext cx="374007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 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「</a:t>
            </a: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人脉是“麻烦”出来的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」</a:t>
            </a:r>
            <a:endParaRPr lang="en-US" altLang="zh-CN" sz="24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zh-CN" altLang="zh-CN" sz="24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要使某个人喜欢你，那就请他帮你一个忙。</a:t>
            </a:r>
          </a:p>
          <a:p>
            <a:pPr algn="just"/>
            <a:r>
              <a:rPr lang="zh-CN" altLang="zh-CN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（不给对方大</a:t>
            </a:r>
            <a:r>
              <a:rPr lang="zh-CN" altLang="zh-CN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麻烦</a:t>
            </a:r>
            <a:r>
              <a:rPr lang="zh-CN" altLang="zh-CN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，不要</a:t>
            </a:r>
            <a:r>
              <a:rPr lang="zh-CN" altLang="zh-CN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涉及</a:t>
            </a:r>
            <a:r>
              <a:rPr lang="zh-CN" altLang="zh-CN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金钱）</a:t>
            </a:r>
            <a:endParaRPr lang="zh-CN" altLang="en-US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7606034" y="2364843"/>
            <a:ext cx="3186242" cy="555144"/>
            <a:chOff x="6983098" y="2950695"/>
            <a:chExt cx="5423755" cy="944990"/>
          </a:xfrm>
        </p:grpSpPr>
        <p:sp>
          <p:nvSpPr>
            <p:cNvPr id="113" name="流程图: 离页连接符 112"/>
            <p:cNvSpPr/>
            <p:nvPr/>
          </p:nvSpPr>
          <p:spPr>
            <a:xfrm rot="16200000" flipH="1">
              <a:off x="6656838" y="3276956"/>
              <a:ext cx="944989" cy="292469"/>
            </a:xfrm>
            <a:prstGeom prst="flowChartOffpage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7475512" y="2950695"/>
              <a:ext cx="4931341" cy="944990"/>
            </a:xfrm>
            <a:prstGeom prst="rect">
              <a:avLst/>
            </a:prstGeom>
            <a:noFill/>
            <a:ln>
              <a:solidFill>
                <a:srgbClr val="74CDE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7606034" y="3246818"/>
            <a:ext cx="3186242" cy="555144"/>
            <a:chOff x="6983098" y="2950695"/>
            <a:chExt cx="5423754" cy="944990"/>
          </a:xfrm>
        </p:grpSpPr>
        <p:sp>
          <p:nvSpPr>
            <p:cNvPr id="122" name="流程图: 离页连接符 121"/>
            <p:cNvSpPr/>
            <p:nvPr/>
          </p:nvSpPr>
          <p:spPr>
            <a:xfrm rot="16200000" flipH="1">
              <a:off x="6656838" y="3276956"/>
              <a:ext cx="944989" cy="292469"/>
            </a:xfrm>
            <a:prstGeom prst="flowChartOffpage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7475512" y="2950695"/>
              <a:ext cx="4931340" cy="944990"/>
            </a:xfrm>
            <a:prstGeom prst="rect">
              <a:avLst/>
            </a:prstGeom>
            <a:noFill/>
            <a:ln>
              <a:solidFill>
                <a:srgbClr val="74CDE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7606034" y="4171607"/>
            <a:ext cx="3186242" cy="555144"/>
            <a:chOff x="6983098" y="2950695"/>
            <a:chExt cx="5423754" cy="944990"/>
          </a:xfrm>
        </p:grpSpPr>
        <p:sp>
          <p:nvSpPr>
            <p:cNvPr id="125" name="流程图: 离页连接符 124"/>
            <p:cNvSpPr/>
            <p:nvPr/>
          </p:nvSpPr>
          <p:spPr>
            <a:xfrm rot="16200000" flipH="1">
              <a:off x="6656838" y="3276956"/>
              <a:ext cx="944989" cy="292469"/>
            </a:xfrm>
            <a:prstGeom prst="flowChartOffpage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7475512" y="2950695"/>
              <a:ext cx="4931340" cy="944990"/>
            </a:xfrm>
            <a:prstGeom prst="rect">
              <a:avLst/>
            </a:prstGeom>
            <a:noFill/>
            <a:ln>
              <a:solidFill>
                <a:srgbClr val="74CDE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7606034" y="5051120"/>
            <a:ext cx="3186242" cy="555144"/>
            <a:chOff x="6983098" y="2950695"/>
            <a:chExt cx="5423754" cy="944990"/>
          </a:xfrm>
        </p:grpSpPr>
        <p:sp>
          <p:nvSpPr>
            <p:cNvPr id="128" name="流程图: 离页连接符 127"/>
            <p:cNvSpPr/>
            <p:nvPr/>
          </p:nvSpPr>
          <p:spPr>
            <a:xfrm rot="16200000" flipH="1">
              <a:off x="6656838" y="3276956"/>
              <a:ext cx="944989" cy="292469"/>
            </a:xfrm>
            <a:prstGeom prst="flowChartOffpage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7475512" y="2950695"/>
              <a:ext cx="4931340" cy="944990"/>
            </a:xfrm>
            <a:prstGeom prst="rect">
              <a:avLst/>
            </a:prstGeom>
            <a:noFill/>
            <a:ln>
              <a:solidFill>
                <a:srgbClr val="74CDE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正大黑简体" panose="02000000000000000000" pitchFamily="2" charset="-122"/>
                <a:ea typeface="方正正大黑简体" panose="02000000000000000000" pitchFamily="2" charset="-122"/>
              </a:endParaRPr>
            </a:p>
          </p:txBody>
        </p:sp>
      </p:grpSp>
      <p:sp>
        <p:nvSpPr>
          <p:cNvPr id="130" name="文本框 129"/>
          <p:cNvSpPr txBox="1"/>
          <p:nvPr/>
        </p:nvSpPr>
        <p:spPr>
          <a:xfrm>
            <a:off x="7895307" y="2364843"/>
            <a:ext cx="14112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zh-CN" sz="2000" kern="100" dirty="0">
                <a:solidFill>
                  <a:prstClr val="white"/>
                </a:solidFill>
                <a:latin typeface="方正毡笔黑简体" panose="02010600030101010101" charset="-122"/>
                <a:ea typeface="方正毡笔黑简体" panose="02010600030101010101" charset="-122"/>
                <a:cs typeface="Times New Roman" panose="02020603050405020304" pitchFamily="18" charset="0"/>
              </a:rPr>
              <a:t>流行跨界</a:t>
            </a:r>
            <a:endParaRPr lang="zh-CN" altLang="en-US" sz="2000" dirty="0" smtClean="0">
              <a:latin typeface="方正毡笔黑简体" panose="02010600030101010101" charset="-122"/>
              <a:ea typeface="方正毡笔黑简体" panose="02010600030101010101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7895307" y="3289710"/>
            <a:ext cx="28209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kern="100" dirty="0">
                <a:solidFill>
                  <a:prstClr val="white"/>
                </a:solidFill>
                <a:latin typeface="方正毡笔黑简体" panose="02010600030101010101" charset="-122"/>
                <a:ea typeface="方正毡笔黑简体" panose="02010600030101010101" charset="-122"/>
                <a:cs typeface="Times New Roman" panose="02020603050405020304" pitchFamily="18" charset="0"/>
              </a:rPr>
              <a:t>职业跨界同样有价值</a:t>
            </a:r>
            <a:endParaRPr lang="zh-CN" altLang="en-US" sz="2000" dirty="0" smtClean="0">
              <a:latin typeface="方正毡笔黑简体" panose="02010600030101010101" charset="-122"/>
              <a:ea typeface="方正毡笔黑简体" panose="02010600030101010101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7895307" y="4198323"/>
            <a:ext cx="28969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kern="100" dirty="0">
                <a:solidFill>
                  <a:prstClr val="white"/>
                </a:solidFill>
                <a:latin typeface="方正毡笔黑简体" panose="02010600030101010101" charset="-122"/>
                <a:ea typeface="方正毡笔黑简体" panose="02010600030101010101" charset="-122"/>
                <a:cs typeface="Times New Roman" panose="02020603050405020304" pitchFamily="18" charset="0"/>
              </a:rPr>
              <a:t>跨界是建立人脉</a:t>
            </a:r>
            <a:r>
              <a:rPr lang="zh-CN" altLang="en-US" sz="2000" kern="100" dirty="0" smtClean="0">
                <a:solidFill>
                  <a:prstClr val="white"/>
                </a:solidFill>
                <a:latin typeface="方正毡笔黑简体" panose="02010600030101010101" charset="-122"/>
                <a:ea typeface="方正毡笔黑简体" panose="02010600030101010101" charset="-122"/>
                <a:cs typeface="Times New Roman" panose="02020603050405020304" pitchFamily="18" charset="0"/>
              </a:rPr>
              <a:t>网络</a:t>
            </a:r>
            <a:endParaRPr lang="zh-CN" altLang="en-US" sz="2000" dirty="0" smtClean="0">
              <a:latin typeface="方正毡笔黑简体" panose="02010600030101010101" charset="-122"/>
              <a:ea typeface="方正毡笔黑简体" panose="02010600030101010101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7895307" y="5096396"/>
            <a:ext cx="28969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kern="100" dirty="0">
                <a:solidFill>
                  <a:prstClr val="white"/>
                </a:solidFill>
                <a:latin typeface="方正毡笔黑简体" panose="02010600030101010101" charset="-122"/>
                <a:ea typeface="方正毡笔黑简体" panose="02010600030101010101" charset="-122"/>
                <a:cs typeface="Times New Roman" panose="02020603050405020304" pitchFamily="18" charset="0"/>
              </a:rPr>
              <a:t>跨界定位的前提</a:t>
            </a:r>
            <a:r>
              <a:rPr lang="zh-CN" altLang="en-US" sz="2000" kern="100" dirty="0" smtClean="0">
                <a:solidFill>
                  <a:prstClr val="white"/>
                </a:solidFill>
                <a:latin typeface="方正毡笔黑简体" panose="02010600030101010101" charset="-122"/>
                <a:ea typeface="方正毡笔黑简体" panose="02010600030101010101" charset="-122"/>
                <a:cs typeface="Times New Roman" panose="02020603050405020304" pitchFamily="18" charset="0"/>
              </a:rPr>
              <a:t>：能力</a:t>
            </a:r>
            <a:endParaRPr lang="zh-CN" altLang="en-US" sz="2000" dirty="0" smtClean="0">
              <a:latin typeface="方正毡笔黑简体" panose="02010600030101010101" charset="-122"/>
              <a:ea typeface="方正毡笔黑简体" panose="02010600030101010101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552259" y="2298991"/>
            <a:ext cx="3924892" cy="3387778"/>
            <a:chOff x="3552259" y="2298991"/>
            <a:chExt cx="3924892" cy="3387778"/>
          </a:xfrm>
        </p:grpSpPr>
        <p:grpSp>
          <p:nvGrpSpPr>
            <p:cNvPr id="89" name="组合 88"/>
            <p:cNvGrpSpPr/>
            <p:nvPr/>
          </p:nvGrpSpPr>
          <p:grpSpPr>
            <a:xfrm flipH="1">
              <a:off x="3552259" y="2298991"/>
              <a:ext cx="3924892" cy="3387778"/>
              <a:chOff x="6230937" y="1387536"/>
              <a:chExt cx="5359400" cy="4625975"/>
            </a:xfrm>
          </p:grpSpPr>
          <p:sp>
            <p:nvSpPr>
              <p:cNvPr id="90" name="Freeform 5"/>
              <p:cNvSpPr>
                <a:spLocks/>
              </p:cNvSpPr>
              <p:nvPr/>
            </p:nvSpPr>
            <p:spPr bwMode="auto">
              <a:xfrm>
                <a:off x="7034212" y="2881374"/>
                <a:ext cx="2779713" cy="2700338"/>
              </a:xfrm>
              <a:custGeom>
                <a:avLst/>
                <a:gdLst>
                  <a:gd name="T0" fmla="*/ 32 w 97"/>
                  <a:gd name="T1" fmla="*/ 94 h 94"/>
                  <a:gd name="T2" fmla="*/ 0 w 97"/>
                  <a:gd name="T3" fmla="*/ 94 h 94"/>
                  <a:gd name="T4" fmla="*/ 0 w 97"/>
                  <a:gd name="T5" fmla="*/ 90 h 94"/>
                  <a:gd name="T6" fmla="*/ 32 w 97"/>
                  <a:gd name="T7" fmla="*/ 90 h 94"/>
                  <a:gd name="T8" fmla="*/ 40 w 97"/>
                  <a:gd name="T9" fmla="*/ 88 h 94"/>
                  <a:gd name="T10" fmla="*/ 43 w 97"/>
                  <a:gd name="T11" fmla="*/ 84 h 94"/>
                  <a:gd name="T12" fmla="*/ 50 w 97"/>
                  <a:gd name="T13" fmla="*/ 68 h 94"/>
                  <a:gd name="T14" fmla="*/ 53 w 97"/>
                  <a:gd name="T15" fmla="*/ 41 h 94"/>
                  <a:gd name="T16" fmla="*/ 59 w 97"/>
                  <a:gd name="T17" fmla="*/ 12 h 94"/>
                  <a:gd name="T18" fmla="*/ 63 w 97"/>
                  <a:gd name="T19" fmla="*/ 5 h 94"/>
                  <a:gd name="T20" fmla="*/ 68 w 97"/>
                  <a:gd name="T21" fmla="*/ 2 h 94"/>
                  <a:gd name="T22" fmla="*/ 77 w 97"/>
                  <a:gd name="T23" fmla="*/ 0 h 94"/>
                  <a:gd name="T24" fmla="*/ 78 w 97"/>
                  <a:gd name="T25" fmla="*/ 0 h 94"/>
                  <a:gd name="T26" fmla="*/ 97 w 97"/>
                  <a:gd name="T27" fmla="*/ 0 h 94"/>
                  <a:gd name="T28" fmla="*/ 97 w 97"/>
                  <a:gd name="T29" fmla="*/ 4 h 94"/>
                  <a:gd name="T30" fmla="*/ 76 w 97"/>
                  <a:gd name="T31" fmla="*/ 4 h 94"/>
                  <a:gd name="T32" fmla="*/ 70 w 97"/>
                  <a:gd name="T33" fmla="*/ 5 h 94"/>
                  <a:gd name="T34" fmla="*/ 66 w 97"/>
                  <a:gd name="T35" fmla="*/ 8 h 94"/>
                  <a:gd name="T36" fmla="*/ 63 w 97"/>
                  <a:gd name="T37" fmla="*/ 13 h 94"/>
                  <a:gd name="T38" fmla="*/ 57 w 97"/>
                  <a:gd name="T39" fmla="*/ 41 h 94"/>
                  <a:gd name="T40" fmla="*/ 53 w 97"/>
                  <a:gd name="T41" fmla="*/ 69 h 94"/>
                  <a:gd name="T42" fmla="*/ 46 w 97"/>
                  <a:gd name="T43" fmla="*/ 87 h 94"/>
                  <a:gd name="T44" fmla="*/ 42 w 97"/>
                  <a:gd name="T45" fmla="*/ 91 h 94"/>
                  <a:gd name="T46" fmla="*/ 32 w 97"/>
                  <a:gd name="T47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7" h="94">
                    <a:moveTo>
                      <a:pt x="32" y="94"/>
                    </a:moveTo>
                    <a:cubicBezTo>
                      <a:pt x="0" y="94"/>
                      <a:pt x="0" y="94"/>
                      <a:pt x="0" y="9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32" y="90"/>
                      <a:pt x="32" y="90"/>
                      <a:pt x="32" y="90"/>
                    </a:cubicBezTo>
                    <a:cubicBezTo>
                      <a:pt x="35" y="90"/>
                      <a:pt x="38" y="90"/>
                      <a:pt x="40" y="88"/>
                    </a:cubicBezTo>
                    <a:cubicBezTo>
                      <a:pt x="41" y="87"/>
                      <a:pt x="42" y="86"/>
                      <a:pt x="43" y="84"/>
                    </a:cubicBezTo>
                    <a:cubicBezTo>
                      <a:pt x="47" y="79"/>
                      <a:pt x="48" y="73"/>
                      <a:pt x="50" y="68"/>
                    </a:cubicBezTo>
                    <a:cubicBezTo>
                      <a:pt x="51" y="60"/>
                      <a:pt x="53" y="52"/>
                      <a:pt x="53" y="41"/>
                    </a:cubicBezTo>
                    <a:cubicBezTo>
                      <a:pt x="54" y="33"/>
                      <a:pt x="55" y="22"/>
                      <a:pt x="59" y="12"/>
                    </a:cubicBezTo>
                    <a:cubicBezTo>
                      <a:pt x="60" y="9"/>
                      <a:pt x="61" y="7"/>
                      <a:pt x="63" y="5"/>
                    </a:cubicBezTo>
                    <a:cubicBezTo>
                      <a:pt x="65" y="3"/>
                      <a:pt x="66" y="2"/>
                      <a:pt x="68" y="2"/>
                    </a:cubicBezTo>
                    <a:cubicBezTo>
                      <a:pt x="71" y="0"/>
                      <a:pt x="74" y="0"/>
                      <a:pt x="77" y="0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7" y="4"/>
                      <a:pt x="97" y="4"/>
                      <a:pt x="97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4" y="4"/>
                      <a:pt x="72" y="4"/>
                      <a:pt x="70" y="5"/>
                    </a:cubicBezTo>
                    <a:cubicBezTo>
                      <a:pt x="68" y="6"/>
                      <a:pt x="67" y="7"/>
                      <a:pt x="66" y="8"/>
                    </a:cubicBezTo>
                    <a:cubicBezTo>
                      <a:pt x="65" y="9"/>
                      <a:pt x="64" y="11"/>
                      <a:pt x="63" y="13"/>
                    </a:cubicBezTo>
                    <a:cubicBezTo>
                      <a:pt x="59" y="23"/>
                      <a:pt x="58" y="33"/>
                      <a:pt x="57" y="41"/>
                    </a:cubicBezTo>
                    <a:cubicBezTo>
                      <a:pt x="57" y="52"/>
                      <a:pt x="55" y="61"/>
                      <a:pt x="53" y="69"/>
                    </a:cubicBezTo>
                    <a:cubicBezTo>
                      <a:pt x="52" y="74"/>
                      <a:pt x="50" y="81"/>
                      <a:pt x="46" y="87"/>
                    </a:cubicBezTo>
                    <a:cubicBezTo>
                      <a:pt x="45" y="88"/>
                      <a:pt x="44" y="90"/>
                      <a:pt x="42" y="91"/>
                    </a:cubicBezTo>
                    <a:cubicBezTo>
                      <a:pt x="39" y="94"/>
                      <a:pt x="35" y="94"/>
                      <a:pt x="32" y="94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chemeClr val="accent1">
                      <a:lumMod val="75000"/>
                    </a:schemeClr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91" name="Freeform 11"/>
              <p:cNvSpPr>
                <a:spLocks/>
              </p:cNvSpPr>
              <p:nvPr/>
            </p:nvSpPr>
            <p:spPr bwMode="auto">
              <a:xfrm>
                <a:off x="7005637" y="2622611"/>
                <a:ext cx="2751138" cy="1752600"/>
              </a:xfrm>
              <a:custGeom>
                <a:avLst/>
                <a:gdLst>
                  <a:gd name="T0" fmla="*/ 23 w 96"/>
                  <a:gd name="T1" fmla="*/ 61 h 61"/>
                  <a:gd name="T2" fmla="*/ 22 w 96"/>
                  <a:gd name="T3" fmla="*/ 61 h 61"/>
                  <a:gd name="T4" fmla="*/ 0 w 96"/>
                  <a:gd name="T5" fmla="*/ 61 h 61"/>
                  <a:gd name="T6" fmla="*/ 0 w 96"/>
                  <a:gd name="T7" fmla="*/ 57 h 61"/>
                  <a:gd name="T8" fmla="*/ 22 w 96"/>
                  <a:gd name="T9" fmla="*/ 57 h 61"/>
                  <a:gd name="T10" fmla="*/ 32 w 96"/>
                  <a:gd name="T11" fmla="*/ 55 h 61"/>
                  <a:gd name="T12" fmla="*/ 40 w 96"/>
                  <a:gd name="T13" fmla="*/ 39 h 61"/>
                  <a:gd name="T14" fmla="*/ 43 w 96"/>
                  <a:gd name="T15" fmla="*/ 23 h 61"/>
                  <a:gd name="T16" fmla="*/ 46 w 96"/>
                  <a:gd name="T17" fmla="*/ 11 h 61"/>
                  <a:gd name="T18" fmla="*/ 54 w 96"/>
                  <a:gd name="T19" fmla="*/ 2 h 61"/>
                  <a:gd name="T20" fmla="*/ 65 w 96"/>
                  <a:gd name="T21" fmla="*/ 0 h 61"/>
                  <a:gd name="T22" fmla="*/ 96 w 96"/>
                  <a:gd name="T23" fmla="*/ 0 h 61"/>
                  <a:gd name="T24" fmla="*/ 96 w 96"/>
                  <a:gd name="T25" fmla="*/ 4 h 61"/>
                  <a:gd name="T26" fmla="*/ 65 w 96"/>
                  <a:gd name="T27" fmla="*/ 4 h 61"/>
                  <a:gd name="T28" fmla="*/ 56 w 96"/>
                  <a:gd name="T29" fmla="*/ 6 h 61"/>
                  <a:gd name="T30" fmla="*/ 50 w 96"/>
                  <a:gd name="T31" fmla="*/ 13 h 61"/>
                  <a:gd name="T32" fmla="*/ 47 w 96"/>
                  <a:gd name="T33" fmla="*/ 24 h 61"/>
                  <a:gd name="T34" fmla="*/ 44 w 96"/>
                  <a:gd name="T35" fmla="*/ 40 h 61"/>
                  <a:gd name="T36" fmla="*/ 35 w 96"/>
                  <a:gd name="T37" fmla="*/ 58 h 61"/>
                  <a:gd name="T38" fmla="*/ 23 w 96"/>
                  <a:gd name="T3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6" h="61">
                    <a:moveTo>
                      <a:pt x="23" y="61"/>
                    </a:moveTo>
                    <a:cubicBezTo>
                      <a:pt x="23" y="61"/>
                      <a:pt x="22" y="61"/>
                      <a:pt x="22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5" y="57"/>
                      <a:pt x="30" y="57"/>
                      <a:pt x="32" y="55"/>
                    </a:cubicBezTo>
                    <a:cubicBezTo>
                      <a:pt x="37" y="51"/>
                      <a:pt x="38" y="45"/>
                      <a:pt x="40" y="39"/>
                    </a:cubicBezTo>
                    <a:cubicBezTo>
                      <a:pt x="41" y="34"/>
                      <a:pt x="42" y="28"/>
                      <a:pt x="43" y="23"/>
                    </a:cubicBezTo>
                    <a:cubicBezTo>
                      <a:pt x="44" y="19"/>
                      <a:pt x="44" y="15"/>
                      <a:pt x="46" y="11"/>
                    </a:cubicBezTo>
                    <a:cubicBezTo>
                      <a:pt x="47" y="8"/>
                      <a:pt x="50" y="4"/>
                      <a:pt x="54" y="2"/>
                    </a:cubicBezTo>
                    <a:cubicBezTo>
                      <a:pt x="58" y="0"/>
                      <a:pt x="61" y="0"/>
                      <a:pt x="65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2" y="4"/>
                      <a:pt x="59" y="4"/>
                      <a:pt x="56" y="6"/>
                    </a:cubicBezTo>
                    <a:cubicBezTo>
                      <a:pt x="53" y="7"/>
                      <a:pt x="51" y="10"/>
                      <a:pt x="50" y="13"/>
                    </a:cubicBezTo>
                    <a:cubicBezTo>
                      <a:pt x="48" y="16"/>
                      <a:pt x="48" y="20"/>
                      <a:pt x="47" y="24"/>
                    </a:cubicBezTo>
                    <a:cubicBezTo>
                      <a:pt x="46" y="29"/>
                      <a:pt x="45" y="34"/>
                      <a:pt x="44" y="40"/>
                    </a:cubicBezTo>
                    <a:cubicBezTo>
                      <a:pt x="42" y="46"/>
                      <a:pt x="40" y="54"/>
                      <a:pt x="35" y="58"/>
                    </a:cubicBezTo>
                    <a:cubicBezTo>
                      <a:pt x="31" y="60"/>
                      <a:pt x="27" y="61"/>
                      <a:pt x="23" y="6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chemeClr val="accent1">
                      <a:lumMod val="75000"/>
                    </a:schemeClr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92" name="Freeform 17"/>
              <p:cNvSpPr>
                <a:spLocks/>
              </p:cNvSpPr>
              <p:nvPr/>
            </p:nvSpPr>
            <p:spPr bwMode="auto">
              <a:xfrm>
                <a:off x="7005637" y="2363849"/>
                <a:ext cx="2693988" cy="776288"/>
              </a:xfrm>
              <a:custGeom>
                <a:avLst/>
                <a:gdLst>
                  <a:gd name="T0" fmla="*/ 25 w 94"/>
                  <a:gd name="T1" fmla="*/ 27 h 27"/>
                  <a:gd name="T2" fmla="*/ 24 w 94"/>
                  <a:gd name="T3" fmla="*/ 27 h 27"/>
                  <a:gd name="T4" fmla="*/ 0 w 94"/>
                  <a:gd name="T5" fmla="*/ 27 h 27"/>
                  <a:gd name="T6" fmla="*/ 0 w 94"/>
                  <a:gd name="T7" fmla="*/ 23 h 27"/>
                  <a:gd name="T8" fmla="*/ 24 w 94"/>
                  <a:gd name="T9" fmla="*/ 23 h 27"/>
                  <a:gd name="T10" fmla="*/ 38 w 94"/>
                  <a:gd name="T11" fmla="*/ 13 h 27"/>
                  <a:gd name="T12" fmla="*/ 55 w 94"/>
                  <a:gd name="T13" fmla="*/ 0 h 27"/>
                  <a:gd name="T14" fmla="*/ 94 w 94"/>
                  <a:gd name="T15" fmla="*/ 0 h 27"/>
                  <a:gd name="T16" fmla="*/ 94 w 94"/>
                  <a:gd name="T17" fmla="*/ 4 h 27"/>
                  <a:gd name="T18" fmla="*/ 55 w 94"/>
                  <a:gd name="T19" fmla="*/ 4 h 27"/>
                  <a:gd name="T20" fmla="*/ 41 w 94"/>
                  <a:gd name="T21" fmla="*/ 15 h 27"/>
                  <a:gd name="T22" fmla="*/ 25 w 94"/>
                  <a:gd name="T2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27">
                    <a:moveTo>
                      <a:pt x="25" y="27"/>
                    </a:moveTo>
                    <a:cubicBezTo>
                      <a:pt x="24" y="27"/>
                      <a:pt x="24" y="27"/>
                      <a:pt x="2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5" y="23"/>
                      <a:pt x="33" y="24"/>
                      <a:pt x="38" y="13"/>
                    </a:cubicBezTo>
                    <a:cubicBezTo>
                      <a:pt x="43" y="0"/>
                      <a:pt x="54" y="0"/>
                      <a:pt x="55" y="0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4" y="4"/>
                      <a:pt x="45" y="4"/>
                      <a:pt x="41" y="15"/>
                    </a:cubicBezTo>
                    <a:cubicBezTo>
                      <a:pt x="36" y="26"/>
                      <a:pt x="27" y="27"/>
                      <a:pt x="25" y="27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chemeClr val="accent1">
                      <a:lumMod val="75000"/>
                    </a:schemeClr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93" name="Freeform 23"/>
              <p:cNvSpPr>
                <a:spLocks/>
              </p:cNvSpPr>
              <p:nvPr/>
            </p:nvSpPr>
            <p:spPr bwMode="auto">
              <a:xfrm>
                <a:off x="7005637" y="1846324"/>
                <a:ext cx="2779713" cy="403225"/>
              </a:xfrm>
              <a:custGeom>
                <a:avLst/>
                <a:gdLst>
                  <a:gd name="T0" fmla="*/ 97 w 97"/>
                  <a:gd name="T1" fmla="*/ 14 h 14"/>
                  <a:gd name="T2" fmla="*/ 57 w 97"/>
                  <a:gd name="T3" fmla="*/ 14 h 14"/>
                  <a:gd name="T4" fmla="*/ 42 w 97"/>
                  <a:gd name="T5" fmla="*/ 8 h 14"/>
                  <a:gd name="T6" fmla="*/ 27 w 97"/>
                  <a:gd name="T7" fmla="*/ 4 h 14"/>
                  <a:gd name="T8" fmla="*/ 0 w 97"/>
                  <a:gd name="T9" fmla="*/ 4 h 14"/>
                  <a:gd name="T10" fmla="*/ 0 w 97"/>
                  <a:gd name="T11" fmla="*/ 0 h 14"/>
                  <a:gd name="T12" fmla="*/ 27 w 97"/>
                  <a:gd name="T13" fmla="*/ 0 h 14"/>
                  <a:gd name="T14" fmla="*/ 45 w 97"/>
                  <a:gd name="T15" fmla="*/ 5 h 14"/>
                  <a:gd name="T16" fmla="*/ 57 w 97"/>
                  <a:gd name="T17" fmla="*/ 10 h 14"/>
                  <a:gd name="T18" fmla="*/ 97 w 97"/>
                  <a:gd name="T19" fmla="*/ 10 h 14"/>
                  <a:gd name="T20" fmla="*/ 97 w 97"/>
                  <a:gd name="T2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14">
                    <a:moveTo>
                      <a:pt x="97" y="14"/>
                    </a:moveTo>
                    <a:cubicBezTo>
                      <a:pt x="57" y="14"/>
                      <a:pt x="57" y="14"/>
                      <a:pt x="57" y="14"/>
                    </a:cubicBezTo>
                    <a:cubicBezTo>
                      <a:pt x="52" y="14"/>
                      <a:pt x="46" y="11"/>
                      <a:pt x="42" y="8"/>
                    </a:cubicBezTo>
                    <a:cubicBezTo>
                      <a:pt x="38" y="5"/>
                      <a:pt x="33" y="4"/>
                      <a:pt x="27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33" y="0"/>
                      <a:pt x="40" y="1"/>
                      <a:pt x="45" y="5"/>
                    </a:cubicBezTo>
                    <a:cubicBezTo>
                      <a:pt x="48" y="8"/>
                      <a:pt x="53" y="10"/>
                      <a:pt x="57" y="10"/>
                    </a:cubicBezTo>
                    <a:cubicBezTo>
                      <a:pt x="97" y="10"/>
                      <a:pt x="97" y="10"/>
                      <a:pt x="97" y="10"/>
                    </a:cubicBezTo>
                    <a:lnTo>
                      <a:pt x="97" y="14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chemeClr val="accent1">
                      <a:lumMod val="75000"/>
                    </a:schemeClr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94" name="Freeform 29"/>
              <p:cNvSpPr>
                <a:spLocks noEditPoints="1"/>
              </p:cNvSpPr>
              <p:nvPr/>
            </p:nvSpPr>
            <p:spPr bwMode="auto">
              <a:xfrm>
                <a:off x="9526587" y="1501836"/>
                <a:ext cx="2063750" cy="2068513"/>
              </a:xfrm>
              <a:custGeom>
                <a:avLst/>
                <a:gdLst>
                  <a:gd name="T0" fmla="*/ 72 w 72"/>
                  <a:gd name="T1" fmla="*/ 37 h 72"/>
                  <a:gd name="T2" fmla="*/ 67 w 72"/>
                  <a:gd name="T3" fmla="*/ 29 h 72"/>
                  <a:gd name="T4" fmla="*/ 70 w 72"/>
                  <a:gd name="T5" fmla="*/ 23 h 72"/>
                  <a:gd name="T6" fmla="*/ 61 w 72"/>
                  <a:gd name="T7" fmla="*/ 17 h 72"/>
                  <a:gd name="T8" fmla="*/ 62 w 72"/>
                  <a:gd name="T9" fmla="*/ 11 h 72"/>
                  <a:gd name="T10" fmla="*/ 52 w 72"/>
                  <a:gd name="T11" fmla="*/ 9 h 72"/>
                  <a:gd name="T12" fmla="*/ 51 w 72"/>
                  <a:gd name="T13" fmla="*/ 3 h 72"/>
                  <a:gd name="T14" fmla="*/ 40 w 72"/>
                  <a:gd name="T15" fmla="*/ 5 h 72"/>
                  <a:gd name="T16" fmla="*/ 36 w 72"/>
                  <a:gd name="T17" fmla="*/ 0 h 72"/>
                  <a:gd name="T18" fmla="*/ 28 w 72"/>
                  <a:gd name="T19" fmla="*/ 5 h 72"/>
                  <a:gd name="T20" fmla="*/ 23 w 72"/>
                  <a:gd name="T21" fmla="*/ 3 h 72"/>
                  <a:gd name="T22" fmla="*/ 17 w 72"/>
                  <a:gd name="T23" fmla="*/ 11 h 72"/>
                  <a:gd name="T24" fmla="*/ 11 w 72"/>
                  <a:gd name="T25" fmla="*/ 10 h 72"/>
                  <a:gd name="T26" fmla="*/ 9 w 72"/>
                  <a:gd name="T27" fmla="*/ 20 h 72"/>
                  <a:gd name="T28" fmla="*/ 3 w 72"/>
                  <a:gd name="T29" fmla="*/ 22 h 72"/>
                  <a:gd name="T30" fmla="*/ 5 w 72"/>
                  <a:gd name="T31" fmla="*/ 32 h 72"/>
                  <a:gd name="T32" fmla="*/ 0 w 72"/>
                  <a:gd name="T33" fmla="*/ 36 h 72"/>
                  <a:gd name="T34" fmla="*/ 5 w 72"/>
                  <a:gd name="T35" fmla="*/ 44 h 72"/>
                  <a:gd name="T36" fmla="*/ 2 w 72"/>
                  <a:gd name="T37" fmla="*/ 49 h 72"/>
                  <a:gd name="T38" fmla="*/ 11 w 72"/>
                  <a:gd name="T39" fmla="*/ 55 h 72"/>
                  <a:gd name="T40" fmla="*/ 10 w 72"/>
                  <a:gd name="T41" fmla="*/ 61 h 72"/>
                  <a:gd name="T42" fmla="*/ 20 w 72"/>
                  <a:gd name="T43" fmla="*/ 63 h 72"/>
                  <a:gd name="T44" fmla="*/ 21 w 72"/>
                  <a:gd name="T45" fmla="*/ 69 h 72"/>
                  <a:gd name="T46" fmla="*/ 32 w 72"/>
                  <a:gd name="T47" fmla="*/ 68 h 72"/>
                  <a:gd name="T48" fmla="*/ 36 w 72"/>
                  <a:gd name="T49" fmla="*/ 72 h 72"/>
                  <a:gd name="T50" fmla="*/ 44 w 72"/>
                  <a:gd name="T51" fmla="*/ 67 h 72"/>
                  <a:gd name="T52" fmla="*/ 49 w 72"/>
                  <a:gd name="T53" fmla="*/ 70 h 72"/>
                  <a:gd name="T54" fmla="*/ 55 w 72"/>
                  <a:gd name="T55" fmla="*/ 62 h 72"/>
                  <a:gd name="T56" fmla="*/ 61 w 72"/>
                  <a:gd name="T57" fmla="*/ 62 h 72"/>
                  <a:gd name="T58" fmla="*/ 63 w 72"/>
                  <a:gd name="T59" fmla="*/ 53 h 72"/>
                  <a:gd name="T60" fmla="*/ 69 w 72"/>
                  <a:gd name="T61" fmla="*/ 51 h 72"/>
                  <a:gd name="T62" fmla="*/ 68 w 72"/>
                  <a:gd name="T63" fmla="*/ 41 h 72"/>
                  <a:gd name="T64" fmla="*/ 44 w 72"/>
                  <a:gd name="T65" fmla="*/ 61 h 72"/>
                  <a:gd name="T66" fmla="*/ 28 w 72"/>
                  <a:gd name="T67" fmla="*/ 11 h 72"/>
                  <a:gd name="T68" fmla="*/ 44 w 72"/>
                  <a:gd name="T69" fmla="*/ 6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2" h="72">
                    <a:moveTo>
                      <a:pt x="72" y="41"/>
                    </a:moveTo>
                    <a:cubicBezTo>
                      <a:pt x="72" y="37"/>
                      <a:pt x="72" y="37"/>
                      <a:pt x="72" y="37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68" y="34"/>
                      <a:pt x="68" y="31"/>
                      <a:pt x="67" y="29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70" y="23"/>
                      <a:pt x="70" y="23"/>
                      <a:pt x="70" y="23"/>
                    </a:cubicBezTo>
                    <a:cubicBezTo>
                      <a:pt x="66" y="24"/>
                      <a:pt x="66" y="24"/>
                      <a:pt x="66" y="24"/>
                    </a:cubicBezTo>
                    <a:cubicBezTo>
                      <a:pt x="65" y="22"/>
                      <a:pt x="63" y="19"/>
                      <a:pt x="61" y="17"/>
                    </a:cubicBezTo>
                    <a:cubicBezTo>
                      <a:pt x="65" y="14"/>
                      <a:pt x="65" y="14"/>
                      <a:pt x="65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59" y="14"/>
                      <a:pt x="59" y="14"/>
                      <a:pt x="59" y="14"/>
                    </a:cubicBezTo>
                    <a:cubicBezTo>
                      <a:pt x="57" y="12"/>
                      <a:pt x="55" y="10"/>
                      <a:pt x="52" y="9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6" y="6"/>
                      <a:pt x="43" y="5"/>
                      <a:pt x="40" y="5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4" y="4"/>
                      <a:pt x="31" y="5"/>
                      <a:pt x="28" y="5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2" y="8"/>
                      <a:pt x="19" y="9"/>
                      <a:pt x="17" y="11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2" y="16"/>
                      <a:pt x="10" y="18"/>
                      <a:pt x="9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6" y="26"/>
                      <a:pt x="5" y="29"/>
                      <a:pt x="5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39"/>
                      <a:pt x="5" y="41"/>
                      <a:pt x="5" y="44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8" y="51"/>
                      <a:pt x="9" y="53"/>
                      <a:pt x="11" y="55"/>
                    </a:cubicBezTo>
                    <a:cubicBezTo>
                      <a:pt x="7" y="58"/>
                      <a:pt x="7" y="58"/>
                      <a:pt x="7" y="58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5" y="60"/>
                      <a:pt x="17" y="62"/>
                      <a:pt x="20" y="63"/>
                    </a:cubicBezTo>
                    <a:cubicBezTo>
                      <a:pt x="18" y="67"/>
                      <a:pt x="18" y="67"/>
                      <a:pt x="18" y="67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6" y="66"/>
                      <a:pt x="29" y="67"/>
                      <a:pt x="32" y="68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6" y="68"/>
                      <a:pt x="36" y="68"/>
                      <a:pt x="36" y="68"/>
                    </a:cubicBezTo>
                    <a:cubicBezTo>
                      <a:pt x="38" y="68"/>
                      <a:pt x="41" y="68"/>
                      <a:pt x="44" y="67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9" y="70"/>
                      <a:pt x="49" y="70"/>
                      <a:pt x="49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50" y="65"/>
                      <a:pt x="53" y="63"/>
                      <a:pt x="55" y="62"/>
                    </a:cubicBezTo>
                    <a:cubicBezTo>
                      <a:pt x="58" y="65"/>
                      <a:pt x="58" y="65"/>
                      <a:pt x="58" y="65"/>
                    </a:cubicBezTo>
                    <a:cubicBezTo>
                      <a:pt x="61" y="62"/>
                      <a:pt x="61" y="62"/>
                      <a:pt x="61" y="62"/>
                    </a:cubicBezTo>
                    <a:cubicBezTo>
                      <a:pt x="58" y="59"/>
                      <a:pt x="58" y="59"/>
                      <a:pt x="58" y="59"/>
                    </a:cubicBezTo>
                    <a:cubicBezTo>
                      <a:pt x="60" y="57"/>
                      <a:pt x="62" y="55"/>
                      <a:pt x="63" y="53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9" y="51"/>
                      <a:pt x="69" y="51"/>
                      <a:pt x="69" y="51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6" y="46"/>
                      <a:pt x="67" y="43"/>
                      <a:pt x="68" y="41"/>
                    </a:cubicBezTo>
                    <a:lnTo>
                      <a:pt x="72" y="41"/>
                    </a:lnTo>
                    <a:close/>
                    <a:moveTo>
                      <a:pt x="44" y="61"/>
                    </a:moveTo>
                    <a:cubicBezTo>
                      <a:pt x="30" y="66"/>
                      <a:pt x="15" y="58"/>
                      <a:pt x="11" y="44"/>
                    </a:cubicBezTo>
                    <a:cubicBezTo>
                      <a:pt x="6" y="30"/>
                      <a:pt x="14" y="15"/>
                      <a:pt x="28" y="11"/>
                    </a:cubicBezTo>
                    <a:cubicBezTo>
                      <a:pt x="42" y="7"/>
                      <a:pt x="57" y="14"/>
                      <a:pt x="61" y="28"/>
                    </a:cubicBezTo>
                    <a:cubicBezTo>
                      <a:pt x="66" y="42"/>
                      <a:pt x="58" y="57"/>
                      <a:pt x="44" y="6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chemeClr val="accent1">
                      <a:lumMod val="75000"/>
                    </a:schemeClr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sp>
            <p:nvSpPr>
              <p:cNvPr id="95" name="Freeform 30"/>
              <p:cNvSpPr>
                <a:spLocks/>
              </p:cNvSpPr>
              <p:nvPr/>
            </p:nvSpPr>
            <p:spPr bwMode="auto">
              <a:xfrm>
                <a:off x="9871075" y="1832036"/>
                <a:ext cx="1374775" cy="1408113"/>
              </a:xfrm>
              <a:custGeom>
                <a:avLst/>
                <a:gdLst>
                  <a:gd name="T0" fmla="*/ 45 w 48"/>
                  <a:gd name="T1" fmla="*/ 18 h 49"/>
                  <a:gd name="T2" fmla="*/ 31 w 48"/>
                  <a:gd name="T3" fmla="*/ 45 h 49"/>
                  <a:gd name="T4" fmla="*/ 3 w 48"/>
                  <a:gd name="T5" fmla="*/ 31 h 49"/>
                  <a:gd name="T6" fmla="*/ 17 w 48"/>
                  <a:gd name="T7" fmla="*/ 4 h 49"/>
                  <a:gd name="T8" fmla="*/ 45 w 48"/>
                  <a:gd name="T9" fmla="*/ 1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49">
                    <a:moveTo>
                      <a:pt x="45" y="18"/>
                    </a:moveTo>
                    <a:cubicBezTo>
                      <a:pt x="48" y="29"/>
                      <a:pt x="42" y="41"/>
                      <a:pt x="31" y="45"/>
                    </a:cubicBezTo>
                    <a:cubicBezTo>
                      <a:pt x="19" y="49"/>
                      <a:pt x="7" y="42"/>
                      <a:pt x="3" y="31"/>
                    </a:cubicBezTo>
                    <a:cubicBezTo>
                      <a:pt x="0" y="19"/>
                      <a:pt x="6" y="7"/>
                      <a:pt x="17" y="4"/>
                    </a:cubicBezTo>
                    <a:cubicBezTo>
                      <a:pt x="29" y="0"/>
                      <a:pt x="41" y="6"/>
                      <a:pt x="45" y="18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chemeClr val="accent1">
                      <a:lumMod val="75000"/>
                    </a:schemeClr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>
                <a:off x="6230937" y="3829111"/>
                <a:ext cx="974725" cy="976313"/>
                <a:chOff x="6230937" y="3829111"/>
                <a:chExt cx="974725" cy="976313"/>
              </a:xfrm>
            </p:grpSpPr>
            <p:sp>
              <p:nvSpPr>
                <p:cNvPr id="109" name="Oval 12"/>
                <p:cNvSpPr>
                  <a:spLocks noChangeArrowheads="1"/>
                </p:cNvSpPr>
                <p:nvPr/>
              </p:nvSpPr>
              <p:spPr bwMode="auto">
                <a:xfrm>
                  <a:off x="6260305" y="3843398"/>
                  <a:ext cx="915988" cy="947738"/>
                </a:xfrm>
                <a:prstGeom prst="ellipse">
                  <a:avLst/>
                </a:prstGeom>
                <a:solidFill>
                  <a:srgbClr val="E8E8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10" name="Freeform 13"/>
                <p:cNvSpPr>
                  <a:spLocks noEditPoints="1"/>
                </p:cNvSpPr>
                <p:nvPr/>
              </p:nvSpPr>
              <p:spPr bwMode="auto">
                <a:xfrm>
                  <a:off x="6230937" y="3829111"/>
                  <a:ext cx="974725" cy="976313"/>
                </a:xfrm>
                <a:custGeom>
                  <a:avLst/>
                  <a:gdLst>
                    <a:gd name="T0" fmla="*/ 17 w 34"/>
                    <a:gd name="T1" fmla="*/ 34 h 34"/>
                    <a:gd name="T2" fmla="*/ 0 w 34"/>
                    <a:gd name="T3" fmla="*/ 17 h 34"/>
                    <a:gd name="T4" fmla="*/ 17 w 34"/>
                    <a:gd name="T5" fmla="*/ 0 h 34"/>
                    <a:gd name="T6" fmla="*/ 34 w 34"/>
                    <a:gd name="T7" fmla="*/ 17 h 34"/>
                    <a:gd name="T8" fmla="*/ 17 w 34"/>
                    <a:gd name="T9" fmla="*/ 34 h 34"/>
                    <a:gd name="T10" fmla="*/ 17 w 34"/>
                    <a:gd name="T11" fmla="*/ 1 h 34"/>
                    <a:gd name="T12" fmla="*/ 2 w 34"/>
                    <a:gd name="T13" fmla="*/ 17 h 34"/>
                    <a:gd name="T14" fmla="*/ 17 w 34"/>
                    <a:gd name="T15" fmla="*/ 32 h 34"/>
                    <a:gd name="T16" fmla="*/ 32 w 34"/>
                    <a:gd name="T17" fmla="*/ 17 h 34"/>
                    <a:gd name="T18" fmla="*/ 17 w 34"/>
                    <a:gd name="T19" fmla="*/ 1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4">
                      <a:moveTo>
                        <a:pt x="17" y="34"/>
                      </a:moveTo>
                      <a:cubicBezTo>
                        <a:pt x="8" y="34"/>
                        <a:pt x="0" y="26"/>
                        <a:pt x="0" y="17"/>
                      </a:cubicBezTo>
                      <a:cubicBezTo>
                        <a:pt x="0" y="7"/>
                        <a:pt x="8" y="0"/>
                        <a:pt x="17" y="0"/>
                      </a:cubicBezTo>
                      <a:cubicBezTo>
                        <a:pt x="26" y="0"/>
                        <a:pt x="34" y="7"/>
                        <a:pt x="34" y="17"/>
                      </a:cubicBezTo>
                      <a:cubicBezTo>
                        <a:pt x="34" y="26"/>
                        <a:pt x="26" y="34"/>
                        <a:pt x="17" y="34"/>
                      </a:cubicBezTo>
                      <a:close/>
                      <a:moveTo>
                        <a:pt x="17" y="1"/>
                      </a:moveTo>
                      <a:cubicBezTo>
                        <a:pt x="8" y="1"/>
                        <a:pt x="2" y="8"/>
                        <a:pt x="2" y="17"/>
                      </a:cubicBezTo>
                      <a:cubicBezTo>
                        <a:pt x="2" y="25"/>
                        <a:pt x="8" y="32"/>
                        <a:pt x="17" y="32"/>
                      </a:cubicBezTo>
                      <a:cubicBezTo>
                        <a:pt x="26" y="32"/>
                        <a:pt x="32" y="25"/>
                        <a:pt x="32" y="17"/>
                      </a:cubicBezTo>
                      <a:cubicBezTo>
                        <a:pt x="32" y="8"/>
                        <a:pt x="26" y="1"/>
                        <a:pt x="17" y="1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11" name="文本框 110"/>
                <p:cNvSpPr txBox="1"/>
                <p:nvPr/>
              </p:nvSpPr>
              <p:spPr>
                <a:xfrm>
                  <a:off x="6273402" y="4024880"/>
                  <a:ext cx="889794" cy="5463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方正正大黑简体" panose="02000000000000000000" pitchFamily="2" charset="-122"/>
                      <a:ea typeface="方正正大黑简体" panose="02000000000000000000" pitchFamily="2" charset="-122"/>
                    </a:rPr>
                    <a:t>03</a:t>
                  </a:r>
                </a:p>
              </p:txBody>
            </p:sp>
          </p:grpSp>
          <p:grpSp>
            <p:nvGrpSpPr>
              <p:cNvPr id="97" name="组合 96"/>
              <p:cNvGrpSpPr/>
              <p:nvPr/>
            </p:nvGrpSpPr>
            <p:grpSpPr>
              <a:xfrm>
                <a:off x="6230937" y="1387536"/>
                <a:ext cx="974725" cy="976313"/>
                <a:chOff x="6230937" y="1387536"/>
                <a:chExt cx="974725" cy="976313"/>
              </a:xfrm>
            </p:grpSpPr>
            <p:sp>
              <p:nvSpPr>
                <p:cNvPr id="106" name="Oval 24"/>
                <p:cNvSpPr>
                  <a:spLocks noChangeArrowheads="1"/>
                </p:cNvSpPr>
                <p:nvPr/>
              </p:nvSpPr>
              <p:spPr bwMode="auto">
                <a:xfrm>
                  <a:off x="6261100" y="1416111"/>
                  <a:ext cx="915988" cy="919163"/>
                </a:xfrm>
                <a:prstGeom prst="ellipse">
                  <a:avLst/>
                </a:prstGeom>
                <a:solidFill>
                  <a:srgbClr val="E8E8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07" name="Freeform 25"/>
                <p:cNvSpPr>
                  <a:spLocks noEditPoints="1"/>
                </p:cNvSpPr>
                <p:nvPr/>
              </p:nvSpPr>
              <p:spPr bwMode="auto">
                <a:xfrm>
                  <a:off x="6230937" y="1387536"/>
                  <a:ext cx="974725" cy="976313"/>
                </a:xfrm>
                <a:custGeom>
                  <a:avLst/>
                  <a:gdLst>
                    <a:gd name="T0" fmla="*/ 17 w 34"/>
                    <a:gd name="T1" fmla="*/ 34 h 34"/>
                    <a:gd name="T2" fmla="*/ 0 w 34"/>
                    <a:gd name="T3" fmla="*/ 17 h 34"/>
                    <a:gd name="T4" fmla="*/ 17 w 34"/>
                    <a:gd name="T5" fmla="*/ 0 h 34"/>
                    <a:gd name="T6" fmla="*/ 34 w 34"/>
                    <a:gd name="T7" fmla="*/ 17 h 34"/>
                    <a:gd name="T8" fmla="*/ 17 w 34"/>
                    <a:gd name="T9" fmla="*/ 34 h 34"/>
                    <a:gd name="T10" fmla="*/ 17 w 34"/>
                    <a:gd name="T11" fmla="*/ 1 h 34"/>
                    <a:gd name="T12" fmla="*/ 2 w 34"/>
                    <a:gd name="T13" fmla="*/ 17 h 34"/>
                    <a:gd name="T14" fmla="*/ 17 w 34"/>
                    <a:gd name="T15" fmla="*/ 32 h 34"/>
                    <a:gd name="T16" fmla="*/ 32 w 34"/>
                    <a:gd name="T17" fmla="*/ 17 h 34"/>
                    <a:gd name="T18" fmla="*/ 17 w 34"/>
                    <a:gd name="T19" fmla="*/ 1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4">
                      <a:moveTo>
                        <a:pt x="17" y="34"/>
                      </a:moveTo>
                      <a:cubicBezTo>
                        <a:pt x="8" y="34"/>
                        <a:pt x="0" y="26"/>
                        <a:pt x="0" y="17"/>
                      </a:cubicBezTo>
                      <a:cubicBezTo>
                        <a:pt x="0" y="7"/>
                        <a:pt x="8" y="0"/>
                        <a:pt x="17" y="0"/>
                      </a:cubicBezTo>
                      <a:cubicBezTo>
                        <a:pt x="26" y="0"/>
                        <a:pt x="34" y="7"/>
                        <a:pt x="34" y="17"/>
                      </a:cubicBezTo>
                      <a:cubicBezTo>
                        <a:pt x="34" y="26"/>
                        <a:pt x="26" y="34"/>
                        <a:pt x="17" y="34"/>
                      </a:cubicBezTo>
                      <a:close/>
                      <a:moveTo>
                        <a:pt x="17" y="1"/>
                      </a:moveTo>
                      <a:cubicBezTo>
                        <a:pt x="8" y="1"/>
                        <a:pt x="2" y="8"/>
                        <a:pt x="2" y="17"/>
                      </a:cubicBezTo>
                      <a:cubicBezTo>
                        <a:pt x="2" y="25"/>
                        <a:pt x="8" y="32"/>
                        <a:pt x="17" y="32"/>
                      </a:cubicBezTo>
                      <a:cubicBezTo>
                        <a:pt x="26" y="32"/>
                        <a:pt x="32" y="25"/>
                        <a:pt x="32" y="17"/>
                      </a:cubicBezTo>
                      <a:cubicBezTo>
                        <a:pt x="32" y="8"/>
                        <a:pt x="26" y="1"/>
                        <a:pt x="17" y="1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08" name="文本框 107"/>
                <p:cNvSpPr txBox="1"/>
                <p:nvPr/>
              </p:nvSpPr>
              <p:spPr>
                <a:xfrm>
                  <a:off x="6273402" y="1583305"/>
                  <a:ext cx="889794" cy="5463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方正正大黑简体" panose="02000000000000000000" pitchFamily="2" charset="-122"/>
                      <a:ea typeface="方正正大黑简体" panose="02000000000000000000" pitchFamily="2" charset="-122"/>
                    </a:rPr>
                    <a:t>01</a:t>
                  </a:r>
                  <a:endParaRPr lang="zh-CN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</p:grpSp>
          <p:grpSp>
            <p:nvGrpSpPr>
              <p:cNvPr id="98" name="组合 97"/>
              <p:cNvGrpSpPr/>
              <p:nvPr/>
            </p:nvGrpSpPr>
            <p:grpSpPr>
              <a:xfrm>
                <a:off x="6230937" y="2594036"/>
                <a:ext cx="974725" cy="976313"/>
                <a:chOff x="6230937" y="2594036"/>
                <a:chExt cx="974725" cy="976313"/>
              </a:xfrm>
            </p:grpSpPr>
            <p:sp>
              <p:nvSpPr>
                <p:cNvPr id="103" name="Oval 18"/>
                <p:cNvSpPr>
                  <a:spLocks noChangeArrowheads="1"/>
                </p:cNvSpPr>
                <p:nvPr/>
              </p:nvSpPr>
              <p:spPr bwMode="auto">
                <a:xfrm>
                  <a:off x="6260305" y="2622611"/>
                  <a:ext cx="915988" cy="919163"/>
                </a:xfrm>
                <a:prstGeom prst="ellipse">
                  <a:avLst/>
                </a:prstGeom>
                <a:solidFill>
                  <a:srgbClr val="E8E8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04" name="Freeform 19"/>
                <p:cNvSpPr>
                  <a:spLocks noEditPoints="1"/>
                </p:cNvSpPr>
                <p:nvPr/>
              </p:nvSpPr>
              <p:spPr bwMode="auto">
                <a:xfrm>
                  <a:off x="6230937" y="2594036"/>
                  <a:ext cx="974725" cy="976313"/>
                </a:xfrm>
                <a:custGeom>
                  <a:avLst/>
                  <a:gdLst>
                    <a:gd name="T0" fmla="*/ 17 w 34"/>
                    <a:gd name="T1" fmla="*/ 34 h 34"/>
                    <a:gd name="T2" fmla="*/ 0 w 34"/>
                    <a:gd name="T3" fmla="*/ 17 h 34"/>
                    <a:gd name="T4" fmla="*/ 17 w 34"/>
                    <a:gd name="T5" fmla="*/ 0 h 34"/>
                    <a:gd name="T6" fmla="*/ 34 w 34"/>
                    <a:gd name="T7" fmla="*/ 17 h 34"/>
                    <a:gd name="T8" fmla="*/ 17 w 34"/>
                    <a:gd name="T9" fmla="*/ 34 h 34"/>
                    <a:gd name="T10" fmla="*/ 17 w 34"/>
                    <a:gd name="T11" fmla="*/ 2 h 34"/>
                    <a:gd name="T12" fmla="*/ 2 w 34"/>
                    <a:gd name="T13" fmla="*/ 17 h 34"/>
                    <a:gd name="T14" fmla="*/ 17 w 34"/>
                    <a:gd name="T15" fmla="*/ 33 h 34"/>
                    <a:gd name="T16" fmla="*/ 32 w 34"/>
                    <a:gd name="T17" fmla="*/ 17 h 34"/>
                    <a:gd name="T18" fmla="*/ 17 w 34"/>
                    <a:gd name="T19" fmla="*/ 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4">
                      <a:moveTo>
                        <a:pt x="17" y="34"/>
                      </a:moveTo>
                      <a:cubicBezTo>
                        <a:pt x="8" y="34"/>
                        <a:pt x="0" y="27"/>
                        <a:pt x="0" y="17"/>
                      </a:cubicBezTo>
                      <a:cubicBezTo>
                        <a:pt x="0" y="8"/>
                        <a:pt x="8" y="0"/>
                        <a:pt x="17" y="0"/>
                      </a:cubicBezTo>
                      <a:cubicBezTo>
                        <a:pt x="26" y="0"/>
                        <a:pt x="34" y="8"/>
                        <a:pt x="34" y="17"/>
                      </a:cubicBezTo>
                      <a:cubicBezTo>
                        <a:pt x="34" y="27"/>
                        <a:pt x="26" y="34"/>
                        <a:pt x="17" y="34"/>
                      </a:cubicBezTo>
                      <a:close/>
                      <a:moveTo>
                        <a:pt x="17" y="2"/>
                      </a:moveTo>
                      <a:cubicBezTo>
                        <a:pt x="8" y="2"/>
                        <a:pt x="2" y="9"/>
                        <a:pt x="2" y="17"/>
                      </a:cubicBezTo>
                      <a:cubicBezTo>
                        <a:pt x="2" y="26"/>
                        <a:pt x="8" y="33"/>
                        <a:pt x="17" y="33"/>
                      </a:cubicBezTo>
                      <a:cubicBezTo>
                        <a:pt x="26" y="33"/>
                        <a:pt x="32" y="26"/>
                        <a:pt x="32" y="17"/>
                      </a:cubicBezTo>
                      <a:cubicBezTo>
                        <a:pt x="32" y="9"/>
                        <a:pt x="26" y="2"/>
                        <a:pt x="17" y="2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05" name="文本框 104"/>
                <p:cNvSpPr txBox="1"/>
                <p:nvPr/>
              </p:nvSpPr>
              <p:spPr>
                <a:xfrm>
                  <a:off x="6273402" y="2789805"/>
                  <a:ext cx="889794" cy="5463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方正正大黑简体" panose="02000000000000000000" pitchFamily="2" charset="-122"/>
                      <a:ea typeface="方正正大黑简体" panose="02000000000000000000" pitchFamily="2" charset="-122"/>
                    </a:rPr>
                    <a:t>02</a:t>
                  </a:r>
                  <a:endParaRPr lang="zh-CN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>
                <a:off x="6230937" y="5035611"/>
                <a:ext cx="974725" cy="977900"/>
                <a:chOff x="6230937" y="5035611"/>
                <a:chExt cx="974725" cy="977900"/>
              </a:xfrm>
            </p:grpSpPr>
            <p:sp>
              <p:nvSpPr>
                <p:cNvPr id="100" name="Oval 6"/>
                <p:cNvSpPr>
                  <a:spLocks noChangeArrowheads="1"/>
                </p:cNvSpPr>
                <p:nvPr/>
              </p:nvSpPr>
              <p:spPr bwMode="auto">
                <a:xfrm>
                  <a:off x="6260305" y="5064980"/>
                  <a:ext cx="915988" cy="919163"/>
                </a:xfrm>
                <a:prstGeom prst="ellipse">
                  <a:avLst/>
                </a:prstGeom>
                <a:solidFill>
                  <a:srgbClr val="E8E8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01" name="Freeform 7"/>
                <p:cNvSpPr>
                  <a:spLocks noEditPoints="1"/>
                </p:cNvSpPr>
                <p:nvPr/>
              </p:nvSpPr>
              <p:spPr bwMode="auto">
                <a:xfrm>
                  <a:off x="6230937" y="5035611"/>
                  <a:ext cx="974725" cy="977900"/>
                </a:xfrm>
                <a:custGeom>
                  <a:avLst/>
                  <a:gdLst>
                    <a:gd name="T0" fmla="*/ 17 w 34"/>
                    <a:gd name="T1" fmla="*/ 34 h 34"/>
                    <a:gd name="T2" fmla="*/ 0 w 34"/>
                    <a:gd name="T3" fmla="*/ 17 h 34"/>
                    <a:gd name="T4" fmla="*/ 17 w 34"/>
                    <a:gd name="T5" fmla="*/ 0 h 34"/>
                    <a:gd name="T6" fmla="*/ 34 w 34"/>
                    <a:gd name="T7" fmla="*/ 17 h 34"/>
                    <a:gd name="T8" fmla="*/ 17 w 34"/>
                    <a:gd name="T9" fmla="*/ 34 h 34"/>
                    <a:gd name="T10" fmla="*/ 17 w 34"/>
                    <a:gd name="T11" fmla="*/ 2 h 34"/>
                    <a:gd name="T12" fmla="*/ 2 w 34"/>
                    <a:gd name="T13" fmla="*/ 17 h 34"/>
                    <a:gd name="T14" fmla="*/ 17 w 34"/>
                    <a:gd name="T15" fmla="*/ 32 h 34"/>
                    <a:gd name="T16" fmla="*/ 32 w 34"/>
                    <a:gd name="T17" fmla="*/ 17 h 34"/>
                    <a:gd name="T18" fmla="*/ 17 w 34"/>
                    <a:gd name="T19" fmla="*/ 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4">
                      <a:moveTo>
                        <a:pt x="17" y="34"/>
                      </a:moveTo>
                      <a:cubicBezTo>
                        <a:pt x="8" y="34"/>
                        <a:pt x="0" y="26"/>
                        <a:pt x="0" y="17"/>
                      </a:cubicBezTo>
                      <a:cubicBezTo>
                        <a:pt x="0" y="8"/>
                        <a:pt x="8" y="0"/>
                        <a:pt x="17" y="0"/>
                      </a:cubicBezTo>
                      <a:cubicBezTo>
                        <a:pt x="26" y="0"/>
                        <a:pt x="34" y="8"/>
                        <a:pt x="34" y="17"/>
                      </a:cubicBezTo>
                      <a:cubicBezTo>
                        <a:pt x="34" y="26"/>
                        <a:pt x="26" y="34"/>
                        <a:pt x="17" y="34"/>
                      </a:cubicBezTo>
                      <a:close/>
                      <a:moveTo>
                        <a:pt x="17" y="2"/>
                      </a:moveTo>
                      <a:cubicBezTo>
                        <a:pt x="8" y="2"/>
                        <a:pt x="2" y="9"/>
                        <a:pt x="2" y="17"/>
                      </a:cubicBezTo>
                      <a:cubicBezTo>
                        <a:pt x="2" y="26"/>
                        <a:pt x="8" y="32"/>
                        <a:pt x="17" y="32"/>
                      </a:cubicBezTo>
                      <a:cubicBezTo>
                        <a:pt x="26" y="32"/>
                        <a:pt x="32" y="26"/>
                        <a:pt x="32" y="17"/>
                      </a:cubicBezTo>
                      <a:cubicBezTo>
                        <a:pt x="32" y="9"/>
                        <a:pt x="26" y="2"/>
                        <a:pt x="17" y="2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  <p:sp>
              <p:nvSpPr>
                <p:cNvPr id="102" name="文本框 101"/>
                <p:cNvSpPr txBox="1"/>
                <p:nvPr/>
              </p:nvSpPr>
              <p:spPr>
                <a:xfrm>
                  <a:off x="6273402" y="5232173"/>
                  <a:ext cx="889794" cy="5463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方正正大黑简体" panose="02000000000000000000" pitchFamily="2" charset="-122"/>
                      <a:ea typeface="方正正大黑简体" panose="02000000000000000000" pitchFamily="2" charset="-122"/>
                    </a:rPr>
                    <a:t>04</a:t>
                  </a:r>
                  <a:endParaRPr lang="zh-CN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endParaRPr>
                </a:p>
              </p:txBody>
            </p:sp>
          </p:grpSp>
        </p:grpSp>
        <p:sp>
          <p:nvSpPr>
            <p:cNvPr id="5" name="文本框 4"/>
            <p:cNvSpPr txBox="1"/>
            <p:nvPr/>
          </p:nvSpPr>
          <p:spPr>
            <a:xfrm>
              <a:off x="3888576" y="2696667"/>
              <a:ext cx="83640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000" dirty="0" smtClean="0">
                  <a:solidFill>
                    <a:schemeClr val="bg1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rPr>
                <a:t>选择人脉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15398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4963" y="0"/>
            <a:ext cx="115220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687" y="0"/>
            <a:ext cx="10080625" cy="6858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第六步：打造自己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5687" y="5995888"/>
            <a:ext cx="50523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模仿是进入陌生世界的通道，也是成为自己的契机。</a:t>
            </a:r>
            <a:endParaRPr lang="zh-CN" altLang="zh-CN" sz="2400" kern="100" dirty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任意多边形 14"/>
          <p:cNvSpPr/>
          <p:nvPr/>
        </p:nvSpPr>
        <p:spPr>
          <a:xfrm flipH="1">
            <a:off x="5639019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801174" y="1636600"/>
            <a:ext cx="72845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r">
              <a:spcAft>
                <a:spcPts val="0"/>
              </a:spcAft>
            </a:pPr>
            <a:r>
              <a:rPr lang="zh-CN" altLang="en-US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人类的学习从模仿中来</a:t>
            </a:r>
            <a:r>
              <a:rPr lang="zh-CN" altLang="en-US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r">
              <a:spcAft>
                <a:spcPts val="0"/>
              </a:spcAft>
            </a:pPr>
            <a:r>
              <a:rPr lang="zh-CN" altLang="en-US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而</a:t>
            </a:r>
            <a:r>
              <a:rPr lang="zh-CN" altLang="en-US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当我们进入工作或转换工作时</a:t>
            </a:r>
            <a:r>
              <a:rPr lang="zh-CN" altLang="en-US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，</a:t>
            </a:r>
            <a:endParaRPr lang="en-US" altLang="zh-CN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r">
              <a:spcAft>
                <a:spcPts val="0"/>
              </a:spcAft>
            </a:pPr>
            <a:r>
              <a:rPr lang="zh-CN" altLang="en-US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外界</a:t>
            </a:r>
            <a:r>
              <a:rPr lang="zh-CN" altLang="en-US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过多的干扰导致我们遗忘了儿时沿袭下来的才干。</a:t>
            </a:r>
            <a:endParaRPr lang="zh-CN" altLang="zh-CN" kern="100" dirty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74826" y="2858056"/>
            <a:ext cx="542319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24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「如何模仿？</a:t>
            </a:r>
            <a:r>
              <a:rPr lang="zh-CN" altLang="zh-CN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」</a:t>
            </a:r>
            <a:endParaRPr lang="en-US" altLang="zh-CN" sz="24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zh-CN" altLang="zh-CN" sz="20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【观察】</a:t>
            </a:r>
          </a:p>
          <a:p>
            <a:pPr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观察是模仿的第一方法。</a:t>
            </a:r>
          </a:p>
          <a:p>
            <a:pPr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【附体】</a:t>
            </a:r>
          </a:p>
          <a:p>
            <a:pPr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当观察一段时间之后，当面对类似场合你就会有“在这一刻灵魂附体”的感觉。</a:t>
            </a:r>
          </a:p>
          <a:p>
            <a:pPr>
              <a:spcAft>
                <a:spcPts val="0"/>
              </a:spcAft>
            </a:pPr>
            <a:r>
              <a:rPr lang="en-US" altLang="zh-CN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078454" y="3265438"/>
            <a:ext cx="3818021" cy="2302092"/>
            <a:chOff x="6078454" y="3163838"/>
            <a:chExt cx="3818021" cy="2302092"/>
          </a:xfrm>
        </p:grpSpPr>
        <p:sp>
          <p:nvSpPr>
            <p:cNvPr id="3" name="文本框 2"/>
            <p:cNvSpPr txBox="1"/>
            <p:nvPr/>
          </p:nvSpPr>
          <p:spPr>
            <a:xfrm>
              <a:off x="6078454" y="3597534"/>
              <a:ext cx="1854148" cy="454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「</a:t>
              </a:r>
              <a:r>
                <a:rPr lang="zh-CN" altLang="en-US" dirty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三</a:t>
              </a:r>
              <a:r>
                <a:rPr lang="zh-CN" altLang="en-US" dirty="0" smtClean="0">
                  <a:solidFill>
                    <a:schemeClr val="bg1"/>
                  </a:solidFill>
                  <a:latin typeface="方正毡笔黑简体" panose="03000509000000000000" pitchFamily="65" charset="-122"/>
                  <a:ea typeface="方正毡笔黑简体" panose="03000509000000000000" pitchFamily="65" charset="-122"/>
                </a:rPr>
                <a:t>循环」</a:t>
              </a:r>
              <a:endParaRPr lang="zh-CN" altLang="en-US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7608405" y="3163838"/>
              <a:ext cx="2288070" cy="2302092"/>
              <a:chOff x="7608405" y="3163838"/>
              <a:chExt cx="2288070" cy="230209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7608405" y="3163838"/>
                <a:ext cx="2288070" cy="2302092"/>
                <a:chOff x="7768070" y="3261058"/>
                <a:chExt cx="1943342" cy="1955251"/>
              </a:xfrm>
            </p:grpSpPr>
            <p:sp>
              <p:nvSpPr>
                <p:cNvPr id="23" name="椭圆 22"/>
                <p:cNvSpPr/>
                <p:nvPr/>
              </p:nvSpPr>
              <p:spPr>
                <a:xfrm>
                  <a:off x="7768070" y="3261058"/>
                  <a:ext cx="1943342" cy="1943342"/>
                </a:xfrm>
                <a:prstGeom prst="ellipse">
                  <a:avLst/>
                </a:prstGeom>
                <a:solidFill>
                  <a:srgbClr val="00B0F0"/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/>
                </a:p>
              </p:txBody>
            </p:sp>
            <p:sp>
              <p:nvSpPr>
                <p:cNvPr id="24" name="形状 23"/>
                <p:cNvSpPr/>
                <p:nvPr/>
              </p:nvSpPr>
              <p:spPr>
                <a:xfrm rot="5735678">
                  <a:off x="8980058" y="3774017"/>
                  <a:ext cx="889173" cy="510398"/>
                </a:xfrm>
                <a:prstGeom prst="swooshArrow">
                  <a:avLst>
                    <a:gd name="adj1" fmla="val 16310"/>
                    <a:gd name="adj2" fmla="val 31370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6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6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5" name="形状 24"/>
                <p:cNvSpPr/>
                <p:nvPr/>
              </p:nvSpPr>
              <p:spPr>
                <a:xfrm rot="12183704">
                  <a:off x="8310448" y="4705911"/>
                  <a:ext cx="889173" cy="510398"/>
                </a:xfrm>
                <a:prstGeom prst="swooshArrow">
                  <a:avLst>
                    <a:gd name="adj1" fmla="val 16310"/>
                    <a:gd name="adj2" fmla="val 31370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6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6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6" name="形状 25"/>
                <p:cNvSpPr/>
                <p:nvPr/>
              </p:nvSpPr>
              <p:spPr>
                <a:xfrm rot="18793403">
                  <a:off x="7616795" y="3740716"/>
                  <a:ext cx="889173" cy="510398"/>
                </a:xfrm>
                <a:prstGeom prst="swooshArrow">
                  <a:avLst>
                    <a:gd name="adj1" fmla="val 16310"/>
                    <a:gd name="adj2" fmla="val 31370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6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6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8506344" y="3330051"/>
                  <a:ext cx="461818" cy="2614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  <a:latin typeface="方正正黑简体" panose="02000000000000000000" pitchFamily="2" charset="-122"/>
                      <a:ea typeface="方正正黑简体" panose="02000000000000000000" pitchFamily="2" charset="-122"/>
                    </a:rPr>
                    <a:t>整合</a:t>
                  </a: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7844591" y="4582105"/>
                  <a:ext cx="461818" cy="2614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  <a:latin typeface="方正正黑简体" panose="02000000000000000000" pitchFamily="2" charset="-122"/>
                      <a:ea typeface="方正正黑简体" panose="02000000000000000000" pitchFamily="2" charset="-122"/>
                    </a:rPr>
                    <a:t>模仿</a:t>
                  </a: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9074833" y="4576835"/>
                  <a:ext cx="614304" cy="2614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  <a:latin typeface="方正正黑简体" panose="02000000000000000000" pitchFamily="2" charset="-122"/>
                      <a:ea typeface="方正正黑简体" panose="02000000000000000000" pitchFamily="2" charset="-122"/>
                    </a:rPr>
                    <a:t>看自己</a:t>
                  </a:r>
                </a:p>
              </p:txBody>
            </p:sp>
          </p:grpSp>
          <p:sp>
            <p:nvSpPr>
              <p:cNvPr id="5" name="椭圆 4"/>
              <p:cNvSpPr/>
              <p:nvPr/>
            </p:nvSpPr>
            <p:spPr>
              <a:xfrm>
                <a:off x="8090101" y="3637305"/>
                <a:ext cx="1324678" cy="132467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dirty="0" smtClean="0">
                    <a:solidFill>
                      <a:srgbClr val="00B0F0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做</a:t>
                </a:r>
                <a:endParaRPr lang="en-US" altLang="zh-CN" sz="2800" dirty="0" smtClean="0">
                  <a:solidFill>
                    <a:srgbClr val="00B0F0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  <a:p>
                <a:pPr algn="ctr"/>
                <a:r>
                  <a:rPr lang="zh-CN" altLang="en-US" sz="2800" dirty="0" smtClean="0">
                    <a:solidFill>
                      <a:srgbClr val="00B0F0"/>
                    </a:solidFill>
                    <a:latin typeface="方正正大黑简体" panose="02000000000000000000" pitchFamily="2" charset="-122"/>
                    <a:ea typeface="方正正大黑简体" panose="02000000000000000000" pitchFamily="2" charset="-122"/>
                  </a:rPr>
                  <a:t>自己</a:t>
                </a:r>
                <a:endParaRPr lang="zh-CN" altLang="en-US" sz="2800" dirty="0">
                  <a:solidFill>
                    <a:srgbClr val="00B0F0"/>
                  </a:solidFill>
                  <a:latin typeface="方正正大黑简体" panose="02000000000000000000" pitchFamily="2" charset="-122"/>
                  <a:ea typeface="方正正大黑简体" panose="02000000000000000000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38882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4963" y="0"/>
            <a:ext cx="115220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03464" y="0"/>
            <a:ext cx="10080625" cy="6858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后记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任意多边形 14"/>
          <p:cNvSpPr/>
          <p:nvPr/>
        </p:nvSpPr>
        <p:spPr>
          <a:xfrm flipH="1">
            <a:off x="5639019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056830" y="1805661"/>
            <a:ext cx="800156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40000"/>
              </a:lnSpc>
              <a:spcAft>
                <a:spcPts val="0"/>
              </a:spcAft>
            </a:pPr>
            <a:r>
              <a:rPr lang="en-US" altLang="zh-CN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  《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现在的泪，都是当年脑子进的水</a:t>
            </a:r>
            <a:r>
              <a:rPr lang="en-US" altLang="zh-CN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》</a:t>
            </a:r>
            <a:r>
              <a:rPr lang="zh-CN" altLang="en-US" sz="20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整本书</a:t>
            </a:r>
            <a:r>
              <a:rPr lang="zh-CN" altLang="en-US" sz="20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围绕 “四大思考工具”展开一系列讨论和列举大量案例，得出“把弯路走直”的方法，书中具体</a:t>
            </a:r>
            <a:r>
              <a:rPr lang="zh-CN" altLang="en-US" sz="20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的方法对我们在提升</a:t>
            </a:r>
            <a:r>
              <a:rPr lang="zh-CN" altLang="en-US" sz="20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自身能力上</a:t>
            </a:r>
            <a:r>
              <a:rPr lang="zh-CN" altLang="en-US" sz="20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大有裨益</a:t>
            </a:r>
            <a:r>
              <a:rPr lang="zh-CN" altLang="en-US" sz="20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40000"/>
              </a:lnSpc>
            </a:pP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   从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开始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阅读此书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，到整理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思路做文档，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再到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创作读书笔记</a:t>
            </a:r>
            <a:r>
              <a:rPr lang="en-US" altLang="zh-CN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PPT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的期间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，我对书中的关键内容进行了提炼整合，然后加上了自己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的一些理解，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最后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用简单易读的</a:t>
            </a:r>
            <a:r>
              <a:rPr lang="en-US" altLang="zh-CN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PPT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呈现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出来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给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大家。书中的“四大思考工具”在这里没有多做介绍，卖个</a:t>
            </a:r>
            <a:r>
              <a:rPr lang="zh-CN" altLang="en-US" sz="2000" kern="100" dirty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关子</a:t>
            </a: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请有兴趣的朋友可以去看实体书了解更多。</a:t>
            </a:r>
            <a:endParaRPr lang="en-US" altLang="zh-CN" sz="20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40000"/>
              </a:lnSpc>
              <a:spcAft>
                <a:spcPts val="0"/>
              </a:spcAft>
            </a:pPr>
            <a:r>
              <a:rPr lang="zh-CN" altLang="en-US" sz="20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   </a:t>
            </a:r>
            <a:r>
              <a:rPr lang="zh-CN" altLang="en-US" sz="20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作为</a:t>
            </a:r>
            <a:r>
              <a:rPr lang="zh-CN" altLang="en-US" sz="20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一</a:t>
            </a:r>
            <a:r>
              <a:rPr lang="zh-CN" altLang="en-US" sz="20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本励志心理学</a:t>
            </a:r>
            <a:r>
              <a:rPr lang="zh-CN" altLang="en-US" sz="20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类的大众读物，值得一读，推荐给大家</a:t>
            </a:r>
            <a:r>
              <a:rPr lang="en-US" altLang="zh-CN" sz="2000" kern="100" dirty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^_^</a:t>
            </a:r>
          </a:p>
          <a:p>
            <a:pPr indent="266700" algn="just">
              <a:lnSpc>
                <a:spcPct val="140000"/>
              </a:lnSpc>
              <a:spcAft>
                <a:spcPts val="0"/>
              </a:spcAft>
            </a:pPr>
            <a:endParaRPr lang="zh-CN" altLang="zh-CN" sz="2000" kern="100" dirty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1372096" y="740678"/>
            <a:ext cx="5180886" cy="6074142"/>
          </a:xfrm>
          <a:custGeom>
            <a:avLst/>
            <a:gdLst>
              <a:gd name="connsiteX0" fmla="*/ 4704043 w 5156844"/>
              <a:gd name="connsiteY0" fmla="*/ 117842 h 5718542"/>
              <a:gd name="connsiteX1" fmla="*/ 4704043 w 5156844"/>
              <a:gd name="connsiteY1" fmla="*/ 333742 h 5718542"/>
              <a:gd name="connsiteX2" fmla="*/ 4716743 w 5156844"/>
              <a:gd name="connsiteY2" fmla="*/ 854442 h 5718542"/>
              <a:gd name="connsiteX3" fmla="*/ 4856443 w 5156844"/>
              <a:gd name="connsiteY3" fmla="*/ 549642 h 5718542"/>
              <a:gd name="connsiteX4" fmla="*/ 284443 w 5156844"/>
              <a:gd name="connsiteY4" fmla="*/ 600442 h 5718542"/>
              <a:gd name="connsiteX5" fmla="*/ 487643 w 5156844"/>
              <a:gd name="connsiteY5" fmla="*/ 295642 h 5718542"/>
              <a:gd name="connsiteX6" fmla="*/ 500343 w 5156844"/>
              <a:gd name="connsiteY6" fmla="*/ 5375642 h 5718542"/>
              <a:gd name="connsiteX7" fmla="*/ 271743 w 5156844"/>
              <a:gd name="connsiteY7" fmla="*/ 5172442 h 5718542"/>
              <a:gd name="connsiteX8" fmla="*/ 4742143 w 5156844"/>
              <a:gd name="connsiteY8" fmla="*/ 5248642 h 5718542"/>
              <a:gd name="connsiteX9" fmla="*/ 4780243 w 5156844"/>
              <a:gd name="connsiteY9" fmla="*/ 5096242 h 5718542"/>
              <a:gd name="connsiteX10" fmla="*/ 4742143 w 5156844"/>
              <a:gd name="connsiteY10" fmla="*/ 5718542 h 57185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80243 w 5156844"/>
              <a:gd name="connsiteY9" fmla="*/ 50962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29443 w 5156844"/>
              <a:gd name="connsiteY9" fmla="*/ 50454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04043 w 5156844"/>
              <a:gd name="connsiteY0" fmla="*/ 117842 h 6074142"/>
              <a:gd name="connsiteX1" fmla="*/ 4704043 w 5156844"/>
              <a:gd name="connsiteY1" fmla="*/ 333742 h 6074142"/>
              <a:gd name="connsiteX2" fmla="*/ 4716743 w 5156844"/>
              <a:gd name="connsiteY2" fmla="*/ 854442 h 6074142"/>
              <a:gd name="connsiteX3" fmla="*/ 4856443 w 5156844"/>
              <a:gd name="connsiteY3" fmla="*/ 549642 h 6074142"/>
              <a:gd name="connsiteX4" fmla="*/ 284443 w 5156844"/>
              <a:gd name="connsiteY4" fmla="*/ 600442 h 6074142"/>
              <a:gd name="connsiteX5" fmla="*/ 487643 w 5156844"/>
              <a:gd name="connsiteY5" fmla="*/ 295642 h 6074142"/>
              <a:gd name="connsiteX6" fmla="*/ 500343 w 5156844"/>
              <a:gd name="connsiteY6" fmla="*/ 5375642 h 6074142"/>
              <a:gd name="connsiteX7" fmla="*/ 271743 w 5156844"/>
              <a:gd name="connsiteY7" fmla="*/ 5172442 h 6074142"/>
              <a:gd name="connsiteX8" fmla="*/ 4742143 w 5156844"/>
              <a:gd name="connsiteY8" fmla="*/ 5248642 h 6074142"/>
              <a:gd name="connsiteX9" fmla="*/ 4767543 w 5156844"/>
              <a:gd name="connsiteY9" fmla="*/ 5134342 h 6074142"/>
              <a:gd name="connsiteX10" fmla="*/ 4729443 w 5156844"/>
              <a:gd name="connsiteY10" fmla="*/ 6074142 h 6074142"/>
              <a:gd name="connsiteX0" fmla="*/ 4721901 w 5314727"/>
              <a:gd name="connsiteY0" fmla="*/ 117842 h 6074142"/>
              <a:gd name="connsiteX1" fmla="*/ 4721901 w 5314727"/>
              <a:gd name="connsiteY1" fmla="*/ 333742 h 6074142"/>
              <a:gd name="connsiteX2" fmla="*/ 4734601 w 5314727"/>
              <a:gd name="connsiteY2" fmla="*/ 854442 h 6074142"/>
              <a:gd name="connsiteX3" fmla="*/ 4874301 w 5314727"/>
              <a:gd name="connsiteY3" fmla="*/ 549642 h 6074142"/>
              <a:gd name="connsiteX4" fmla="*/ 302301 w 5314727"/>
              <a:gd name="connsiteY4" fmla="*/ 600442 h 6074142"/>
              <a:gd name="connsiteX5" fmla="*/ 505501 w 5314727"/>
              <a:gd name="connsiteY5" fmla="*/ 295642 h 6074142"/>
              <a:gd name="connsiteX6" fmla="*/ 518201 w 5314727"/>
              <a:gd name="connsiteY6" fmla="*/ 5375642 h 6074142"/>
              <a:gd name="connsiteX7" fmla="*/ 289601 w 5314727"/>
              <a:gd name="connsiteY7" fmla="*/ 5172442 h 6074142"/>
              <a:gd name="connsiteX8" fmla="*/ 5026701 w 5314727"/>
              <a:gd name="connsiteY8" fmla="*/ 5235942 h 6074142"/>
              <a:gd name="connsiteX9" fmla="*/ 4785401 w 5314727"/>
              <a:gd name="connsiteY9" fmla="*/ 5134342 h 6074142"/>
              <a:gd name="connsiteX10" fmla="*/ 4747301 w 5314727"/>
              <a:gd name="connsiteY10" fmla="*/ 6074142 h 6074142"/>
              <a:gd name="connsiteX0" fmla="*/ 4721901 w 5350976"/>
              <a:gd name="connsiteY0" fmla="*/ 117842 h 6074142"/>
              <a:gd name="connsiteX1" fmla="*/ 4721901 w 5350976"/>
              <a:gd name="connsiteY1" fmla="*/ 333742 h 6074142"/>
              <a:gd name="connsiteX2" fmla="*/ 4734601 w 5350976"/>
              <a:gd name="connsiteY2" fmla="*/ 854442 h 6074142"/>
              <a:gd name="connsiteX3" fmla="*/ 4874301 w 5350976"/>
              <a:gd name="connsiteY3" fmla="*/ 549642 h 6074142"/>
              <a:gd name="connsiteX4" fmla="*/ 302301 w 5350976"/>
              <a:gd name="connsiteY4" fmla="*/ 600442 h 6074142"/>
              <a:gd name="connsiteX5" fmla="*/ 505501 w 5350976"/>
              <a:gd name="connsiteY5" fmla="*/ 295642 h 6074142"/>
              <a:gd name="connsiteX6" fmla="*/ 518201 w 5350976"/>
              <a:gd name="connsiteY6" fmla="*/ 5375642 h 6074142"/>
              <a:gd name="connsiteX7" fmla="*/ 289601 w 5350976"/>
              <a:gd name="connsiteY7" fmla="*/ 5172442 h 6074142"/>
              <a:gd name="connsiteX8" fmla="*/ 5026701 w 5350976"/>
              <a:gd name="connsiteY8" fmla="*/ 5235942 h 6074142"/>
              <a:gd name="connsiteX9" fmla="*/ 4912401 w 5350976"/>
              <a:gd name="connsiteY9" fmla="*/ 5121642 h 6074142"/>
              <a:gd name="connsiteX10" fmla="*/ 4747301 w 5350976"/>
              <a:gd name="connsiteY10" fmla="*/ 6074142 h 6074142"/>
              <a:gd name="connsiteX0" fmla="*/ 4721901 w 5372425"/>
              <a:gd name="connsiteY0" fmla="*/ 117842 h 6074142"/>
              <a:gd name="connsiteX1" fmla="*/ 4721901 w 5372425"/>
              <a:gd name="connsiteY1" fmla="*/ 333742 h 6074142"/>
              <a:gd name="connsiteX2" fmla="*/ 4734601 w 5372425"/>
              <a:gd name="connsiteY2" fmla="*/ 854442 h 6074142"/>
              <a:gd name="connsiteX3" fmla="*/ 4874301 w 5372425"/>
              <a:gd name="connsiteY3" fmla="*/ 549642 h 6074142"/>
              <a:gd name="connsiteX4" fmla="*/ 302301 w 5372425"/>
              <a:gd name="connsiteY4" fmla="*/ 600442 h 6074142"/>
              <a:gd name="connsiteX5" fmla="*/ 505501 w 5372425"/>
              <a:gd name="connsiteY5" fmla="*/ 295642 h 6074142"/>
              <a:gd name="connsiteX6" fmla="*/ 518201 w 5372425"/>
              <a:gd name="connsiteY6" fmla="*/ 5375642 h 6074142"/>
              <a:gd name="connsiteX7" fmla="*/ 289601 w 5372425"/>
              <a:gd name="connsiteY7" fmla="*/ 5172442 h 6074142"/>
              <a:gd name="connsiteX8" fmla="*/ 5026701 w 5372425"/>
              <a:gd name="connsiteY8" fmla="*/ 5235942 h 6074142"/>
              <a:gd name="connsiteX9" fmla="*/ 4912401 w 5372425"/>
              <a:gd name="connsiteY9" fmla="*/ 5121642 h 6074142"/>
              <a:gd name="connsiteX10" fmla="*/ 4747301 w 5372425"/>
              <a:gd name="connsiteY10" fmla="*/ 6074142 h 6074142"/>
              <a:gd name="connsiteX0" fmla="*/ 4721901 w 5408146"/>
              <a:gd name="connsiteY0" fmla="*/ 117842 h 6074142"/>
              <a:gd name="connsiteX1" fmla="*/ 4721901 w 5408146"/>
              <a:gd name="connsiteY1" fmla="*/ 333742 h 6074142"/>
              <a:gd name="connsiteX2" fmla="*/ 4734601 w 5408146"/>
              <a:gd name="connsiteY2" fmla="*/ 854442 h 6074142"/>
              <a:gd name="connsiteX3" fmla="*/ 4874301 w 5408146"/>
              <a:gd name="connsiteY3" fmla="*/ 549642 h 6074142"/>
              <a:gd name="connsiteX4" fmla="*/ 302301 w 5408146"/>
              <a:gd name="connsiteY4" fmla="*/ 600442 h 6074142"/>
              <a:gd name="connsiteX5" fmla="*/ 505501 w 5408146"/>
              <a:gd name="connsiteY5" fmla="*/ 295642 h 6074142"/>
              <a:gd name="connsiteX6" fmla="*/ 518201 w 5408146"/>
              <a:gd name="connsiteY6" fmla="*/ 5375642 h 6074142"/>
              <a:gd name="connsiteX7" fmla="*/ 289601 w 5408146"/>
              <a:gd name="connsiteY7" fmla="*/ 5172442 h 6074142"/>
              <a:gd name="connsiteX8" fmla="*/ 5026701 w 5408146"/>
              <a:gd name="connsiteY8" fmla="*/ 5235942 h 6074142"/>
              <a:gd name="connsiteX9" fmla="*/ 5014001 w 5408146"/>
              <a:gd name="connsiteY9" fmla="*/ 5096242 h 6074142"/>
              <a:gd name="connsiteX10" fmla="*/ 4747301 w 5408146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34601 w 5452608"/>
              <a:gd name="connsiteY2" fmla="*/ 8544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452608"/>
              <a:gd name="connsiteY0" fmla="*/ 117842 h 6074142"/>
              <a:gd name="connsiteX1" fmla="*/ 4721901 w 5452608"/>
              <a:gd name="connsiteY1" fmla="*/ 333742 h 6074142"/>
              <a:gd name="connsiteX2" fmla="*/ 4747301 w 5452608"/>
              <a:gd name="connsiteY2" fmla="*/ 892542 h 6074142"/>
              <a:gd name="connsiteX3" fmla="*/ 4874301 w 5452608"/>
              <a:gd name="connsiteY3" fmla="*/ 549642 h 6074142"/>
              <a:gd name="connsiteX4" fmla="*/ 302301 w 5452608"/>
              <a:gd name="connsiteY4" fmla="*/ 600442 h 6074142"/>
              <a:gd name="connsiteX5" fmla="*/ 505501 w 5452608"/>
              <a:gd name="connsiteY5" fmla="*/ 295642 h 6074142"/>
              <a:gd name="connsiteX6" fmla="*/ 518201 w 5452608"/>
              <a:gd name="connsiteY6" fmla="*/ 5375642 h 6074142"/>
              <a:gd name="connsiteX7" fmla="*/ 289601 w 5452608"/>
              <a:gd name="connsiteY7" fmla="*/ 5172442 h 6074142"/>
              <a:gd name="connsiteX8" fmla="*/ 5026701 w 5452608"/>
              <a:gd name="connsiteY8" fmla="*/ 5235942 h 6074142"/>
              <a:gd name="connsiteX9" fmla="*/ 5014001 w 5452608"/>
              <a:gd name="connsiteY9" fmla="*/ 5096242 h 6074142"/>
              <a:gd name="connsiteX10" fmla="*/ 4747301 w 5452608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78919"/>
              <a:gd name="connsiteY0" fmla="*/ 117842 h 6074142"/>
              <a:gd name="connsiteX1" fmla="*/ 4721901 w 5378919"/>
              <a:gd name="connsiteY1" fmla="*/ 333742 h 6074142"/>
              <a:gd name="connsiteX2" fmla="*/ 4747301 w 5378919"/>
              <a:gd name="connsiteY2" fmla="*/ 892542 h 6074142"/>
              <a:gd name="connsiteX3" fmla="*/ 4874301 w 5378919"/>
              <a:gd name="connsiteY3" fmla="*/ 549642 h 6074142"/>
              <a:gd name="connsiteX4" fmla="*/ 302301 w 5378919"/>
              <a:gd name="connsiteY4" fmla="*/ 600442 h 6074142"/>
              <a:gd name="connsiteX5" fmla="*/ 505501 w 5378919"/>
              <a:gd name="connsiteY5" fmla="*/ 295642 h 6074142"/>
              <a:gd name="connsiteX6" fmla="*/ 518201 w 5378919"/>
              <a:gd name="connsiteY6" fmla="*/ 5375642 h 6074142"/>
              <a:gd name="connsiteX7" fmla="*/ 289601 w 5378919"/>
              <a:gd name="connsiteY7" fmla="*/ 5172442 h 6074142"/>
              <a:gd name="connsiteX8" fmla="*/ 5020351 w 5378919"/>
              <a:gd name="connsiteY8" fmla="*/ 5280392 h 6074142"/>
              <a:gd name="connsiteX9" fmla="*/ 5014001 w 5378919"/>
              <a:gd name="connsiteY9" fmla="*/ 5096242 h 6074142"/>
              <a:gd name="connsiteX10" fmla="*/ 4747301 w 5378919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53394"/>
              <a:gd name="connsiteY0" fmla="*/ 117842 h 6074142"/>
              <a:gd name="connsiteX1" fmla="*/ 4721901 w 5353394"/>
              <a:gd name="connsiteY1" fmla="*/ 333742 h 6074142"/>
              <a:gd name="connsiteX2" fmla="*/ 4747301 w 5353394"/>
              <a:gd name="connsiteY2" fmla="*/ 892542 h 6074142"/>
              <a:gd name="connsiteX3" fmla="*/ 4874301 w 5353394"/>
              <a:gd name="connsiteY3" fmla="*/ 549642 h 6074142"/>
              <a:gd name="connsiteX4" fmla="*/ 302301 w 5353394"/>
              <a:gd name="connsiteY4" fmla="*/ 600442 h 6074142"/>
              <a:gd name="connsiteX5" fmla="*/ 505501 w 5353394"/>
              <a:gd name="connsiteY5" fmla="*/ 295642 h 6074142"/>
              <a:gd name="connsiteX6" fmla="*/ 518201 w 5353394"/>
              <a:gd name="connsiteY6" fmla="*/ 5375642 h 6074142"/>
              <a:gd name="connsiteX7" fmla="*/ 289601 w 5353394"/>
              <a:gd name="connsiteY7" fmla="*/ 5172442 h 6074142"/>
              <a:gd name="connsiteX8" fmla="*/ 5020351 w 5353394"/>
              <a:gd name="connsiteY8" fmla="*/ 5280392 h 6074142"/>
              <a:gd name="connsiteX9" fmla="*/ 4912401 w 5353394"/>
              <a:gd name="connsiteY9" fmla="*/ 5089892 h 6074142"/>
              <a:gd name="connsiteX10" fmla="*/ 4747301 w 5353394"/>
              <a:gd name="connsiteY10" fmla="*/ 6074142 h 6074142"/>
              <a:gd name="connsiteX0" fmla="*/ 4721901 w 5385119"/>
              <a:gd name="connsiteY0" fmla="*/ 117842 h 6074142"/>
              <a:gd name="connsiteX1" fmla="*/ 4721901 w 5385119"/>
              <a:gd name="connsiteY1" fmla="*/ 333742 h 6074142"/>
              <a:gd name="connsiteX2" fmla="*/ 4747301 w 5385119"/>
              <a:gd name="connsiteY2" fmla="*/ 892542 h 6074142"/>
              <a:gd name="connsiteX3" fmla="*/ 4874301 w 5385119"/>
              <a:gd name="connsiteY3" fmla="*/ 549642 h 6074142"/>
              <a:gd name="connsiteX4" fmla="*/ 302301 w 5385119"/>
              <a:gd name="connsiteY4" fmla="*/ 600442 h 6074142"/>
              <a:gd name="connsiteX5" fmla="*/ 505501 w 5385119"/>
              <a:gd name="connsiteY5" fmla="*/ 295642 h 6074142"/>
              <a:gd name="connsiteX6" fmla="*/ 518201 w 5385119"/>
              <a:gd name="connsiteY6" fmla="*/ 5375642 h 6074142"/>
              <a:gd name="connsiteX7" fmla="*/ 289601 w 5385119"/>
              <a:gd name="connsiteY7" fmla="*/ 5172442 h 6074142"/>
              <a:gd name="connsiteX8" fmla="*/ 5020351 w 5385119"/>
              <a:gd name="connsiteY8" fmla="*/ 5280392 h 6074142"/>
              <a:gd name="connsiteX9" fmla="*/ 4912401 w 5385119"/>
              <a:gd name="connsiteY9" fmla="*/ 5089892 h 6074142"/>
              <a:gd name="connsiteX10" fmla="*/ 4747301 w 5385119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  <a:gd name="connsiteX0" fmla="*/ 4721901 w 5180886"/>
              <a:gd name="connsiteY0" fmla="*/ 117842 h 6074142"/>
              <a:gd name="connsiteX1" fmla="*/ 4721901 w 5180886"/>
              <a:gd name="connsiteY1" fmla="*/ 333742 h 6074142"/>
              <a:gd name="connsiteX2" fmla="*/ 4747301 w 5180886"/>
              <a:gd name="connsiteY2" fmla="*/ 892542 h 6074142"/>
              <a:gd name="connsiteX3" fmla="*/ 4874301 w 5180886"/>
              <a:gd name="connsiteY3" fmla="*/ 549642 h 6074142"/>
              <a:gd name="connsiteX4" fmla="*/ 302301 w 5180886"/>
              <a:gd name="connsiteY4" fmla="*/ 600442 h 6074142"/>
              <a:gd name="connsiteX5" fmla="*/ 505501 w 5180886"/>
              <a:gd name="connsiteY5" fmla="*/ 295642 h 6074142"/>
              <a:gd name="connsiteX6" fmla="*/ 518201 w 5180886"/>
              <a:gd name="connsiteY6" fmla="*/ 5375642 h 6074142"/>
              <a:gd name="connsiteX7" fmla="*/ 289601 w 5180886"/>
              <a:gd name="connsiteY7" fmla="*/ 5172442 h 6074142"/>
              <a:gd name="connsiteX8" fmla="*/ 5020351 w 5180886"/>
              <a:gd name="connsiteY8" fmla="*/ 5280392 h 6074142"/>
              <a:gd name="connsiteX9" fmla="*/ 4912401 w 5180886"/>
              <a:gd name="connsiteY9" fmla="*/ 5089892 h 6074142"/>
              <a:gd name="connsiteX10" fmla="*/ 4747301 w 5180886"/>
              <a:gd name="connsiteY10" fmla="*/ 6074142 h 607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0886" h="6074142">
                <a:moveTo>
                  <a:pt x="4721901" y="117842"/>
                </a:moveTo>
                <a:cubicBezTo>
                  <a:pt x="4720842" y="164408"/>
                  <a:pt x="4717668" y="204625"/>
                  <a:pt x="4721901" y="333742"/>
                </a:cubicBezTo>
                <a:cubicBezTo>
                  <a:pt x="4726134" y="462859"/>
                  <a:pt x="4696501" y="678759"/>
                  <a:pt x="4747301" y="892542"/>
                </a:cubicBezTo>
                <a:cubicBezTo>
                  <a:pt x="5071151" y="1195225"/>
                  <a:pt x="5469084" y="611025"/>
                  <a:pt x="4874301" y="549642"/>
                </a:cubicBezTo>
                <a:cubicBezTo>
                  <a:pt x="4279518" y="488259"/>
                  <a:pt x="1030434" y="642775"/>
                  <a:pt x="302301" y="600442"/>
                </a:cubicBezTo>
                <a:cubicBezTo>
                  <a:pt x="-425832" y="558109"/>
                  <a:pt x="469518" y="-500225"/>
                  <a:pt x="505501" y="295642"/>
                </a:cubicBezTo>
                <a:cubicBezTo>
                  <a:pt x="541484" y="1091509"/>
                  <a:pt x="554184" y="4562842"/>
                  <a:pt x="518201" y="5375642"/>
                </a:cubicBezTo>
                <a:cubicBezTo>
                  <a:pt x="482218" y="6188442"/>
                  <a:pt x="-461816" y="5195725"/>
                  <a:pt x="289601" y="5172442"/>
                </a:cubicBezTo>
                <a:cubicBezTo>
                  <a:pt x="1053718" y="5072959"/>
                  <a:pt x="4207551" y="5369292"/>
                  <a:pt x="5020351" y="5280392"/>
                </a:cubicBezTo>
                <a:cubicBezTo>
                  <a:pt x="5261651" y="5185142"/>
                  <a:pt x="5103959" y="5002050"/>
                  <a:pt x="4912401" y="5089892"/>
                </a:cubicBezTo>
                <a:cubicBezTo>
                  <a:pt x="4727193" y="5184084"/>
                  <a:pt x="4749418" y="5955609"/>
                  <a:pt x="4747301" y="6074142"/>
                </a:cubicBezTo>
              </a:path>
            </a:pathLst>
          </a:custGeom>
          <a:noFill/>
          <a:ln w="19050">
            <a:solidFill>
              <a:schemeClr val="bg1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8245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4963" y="0"/>
            <a:ext cx="11522075" cy="6273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485701" y="5772150"/>
            <a:ext cx="362598" cy="380728"/>
            <a:chOff x="2485701" y="4600378"/>
            <a:chExt cx="362598" cy="380728"/>
          </a:xfrm>
        </p:grpSpPr>
        <p:sp>
          <p:nvSpPr>
            <p:cNvPr id="9" name="任意多边形 8"/>
            <p:cNvSpPr/>
            <p:nvPr/>
          </p:nvSpPr>
          <p:spPr>
            <a:xfrm flipV="1">
              <a:off x="2485701" y="4600378"/>
              <a:ext cx="362598" cy="380728"/>
            </a:xfrm>
            <a:custGeom>
              <a:avLst/>
              <a:gdLst>
                <a:gd name="connsiteX0" fmla="*/ 266700 w 533400"/>
                <a:gd name="connsiteY0" fmla="*/ 140335 h 560070"/>
                <a:gd name="connsiteX1" fmla="*/ 127000 w 533400"/>
                <a:gd name="connsiteY1" fmla="*/ 280035 h 560070"/>
                <a:gd name="connsiteX2" fmla="*/ 266700 w 533400"/>
                <a:gd name="connsiteY2" fmla="*/ 419735 h 560070"/>
                <a:gd name="connsiteX3" fmla="*/ 406400 w 533400"/>
                <a:gd name="connsiteY3" fmla="*/ 280035 h 560070"/>
                <a:gd name="connsiteX4" fmla="*/ 266700 w 533400"/>
                <a:gd name="connsiteY4" fmla="*/ 140335 h 560070"/>
                <a:gd name="connsiteX5" fmla="*/ 266700 w 533400"/>
                <a:gd name="connsiteY5" fmla="*/ 0 h 560070"/>
                <a:gd name="connsiteX6" fmla="*/ 533400 w 533400"/>
                <a:gd name="connsiteY6" fmla="*/ 280035 h 560070"/>
                <a:gd name="connsiteX7" fmla="*/ 266700 w 533400"/>
                <a:gd name="connsiteY7" fmla="*/ 560070 h 560070"/>
                <a:gd name="connsiteX8" fmla="*/ 0 w 533400"/>
                <a:gd name="connsiteY8" fmla="*/ 280035 h 560070"/>
                <a:gd name="connsiteX9" fmla="*/ 266700 w 533400"/>
                <a:gd name="connsiteY9" fmla="*/ 0 h 56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3400" h="560070">
                  <a:moveTo>
                    <a:pt x="266700" y="140335"/>
                  </a:moveTo>
                  <a:cubicBezTo>
                    <a:pt x="189546" y="140335"/>
                    <a:pt x="127000" y="202881"/>
                    <a:pt x="127000" y="280035"/>
                  </a:cubicBezTo>
                  <a:cubicBezTo>
                    <a:pt x="127000" y="357189"/>
                    <a:pt x="189546" y="419735"/>
                    <a:pt x="266700" y="419735"/>
                  </a:cubicBezTo>
                  <a:cubicBezTo>
                    <a:pt x="343854" y="419735"/>
                    <a:pt x="406400" y="357189"/>
                    <a:pt x="406400" y="280035"/>
                  </a:cubicBezTo>
                  <a:cubicBezTo>
                    <a:pt x="406400" y="202881"/>
                    <a:pt x="343854" y="140335"/>
                    <a:pt x="266700" y="140335"/>
                  </a:cubicBezTo>
                  <a:close/>
                  <a:moveTo>
                    <a:pt x="266700" y="0"/>
                  </a:moveTo>
                  <a:cubicBezTo>
                    <a:pt x="413994" y="0"/>
                    <a:pt x="533400" y="125376"/>
                    <a:pt x="533400" y="280035"/>
                  </a:cubicBezTo>
                  <a:cubicBezTo>
                    <a:pt x="533400" y="434694"/>
                    <a:pt x="413994" y="560070"/>
                    <a:pt x="266700" y="560070"/>
                  </a:cubicBezTo>
                  <a:cubicBezTo>
                    <a:pt x="119406" y="560070"/>
                    <a:pt x="0" y="434694"/>
                    <a:pt x="0" y="280035"/>
                  </a:cubicBezTo>
                  <a:cubicBezTo>
                    <a:pt x="0" y="125376"/>
                    <a:pt x="119406" y="0"/>
                    <a:pt x="2667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3E1E1"/>
                </a:gs>
                <a:gs pos="100000">
                  <a:srgbClr val="A7A7A7"/>
                </a:gs>
              </a:gsLst>
              <a:path path="rect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76200" sx="92000" sy="9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  <a:sp3d contourW="6350" prstMaterial="metal">
              <a:bevelT w="19050" h="38100"/>
              <a:contourClr>
                <a:srgbClr val="AFAFA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0" name="椭圆 9"/>
            <p:cNvSpPr/>
            <p:nvPr/>
          </p:nvSpPr>
          <p:spPr>
            <a:xfrm>
              <a:off x="2576512" y="4700254"/>
              <a:ext cx="176214" cy="1762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343701" y="5772150"/>
            <a:ext cx="362598" cy="380728"/>
            <a:chOff x="9343701" y="4600378"/>
            <a:chExt cx="362598" cy="380728"/>
          </a:xfrm>
        </p:grpSpPr>
        <p:sp>
          <p:nvSpPr>
            <p:cNvPr id="14" name="任意多边形 13"/>
            <p:cNvSpPr/>
            <p:nvPr/>
          </p:nvSpPr>
          <p:spPr>
            <a:xfrm flipV="1">
              <a:off x="9343701" y="4600378"/>
              <a:ext cx="362598" cy="380728"/>
            </a:xfrm>
            <a:custGeom>
              <a:avLst/>
              <a:gdLst>
                <a:gd name="connsiteX0" fmla="*/ 266700 w 533400"/>
                <a:gd name="connsiteY0" fmla="*/ 140335 h 560070"/>
                <a:gd name="connsiteX1" fmla="*/ 127000 w 533400"/>
                <a:gd name="connsiteY1" fmla="*/ 280035 h 560070"/>
                <a:gd name="connsiteX2" fmla="*/ 266700 w 533400"/>
                <a:gd name="connsiteY2" fmla="*/ 419735 h 560070"/>
                <a:gd name="connsiteX3" fmla="*/ 406400 w 533400"/>
                <a:gd name="connsiteY3" fmla="*/ 280035 h 560070"/>
                <a:gd name="connsiteX4" fmla="*/ 266700 w 533400"/>
                <a:gd name="connsiteY4" fmla="*/ 140335 h 560070"/>
                <a:gd name="connsiteX5" fmla="*/ 266700 w 533400"/>
                <a:gd name="connsiteY5" fmla="*/ 0 h 560070"/>
                <a:gd name="connsiteX6" fmla="*/ 533400 w 533400"/>
                <a:gd name="connsiteY6" fmla="*/ 280035 h 560070"/>
                <a:gd name="connsiteX7" fmla="*/ 266700 w 533400"/>
                <a:gd name="connsiteY7" fmla="*/ 560070 h 560070"/>
                <a:gd name="connsiteX8" fmla="*/ 0 w 533400"/>
                <a:gd name="connsiteY8" fmla="*/ 280035 h 560070"/>
                <a:gd name="connsiteX9" fmla="*/ 266700 w 533400"/>
                <a:gd name="connsiteY9" fmla="*/ 0 h 56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3400" h="560070">
                  <a:moveTo>
                    <a:pt x="266700" y="140335"/>
                  </a:moveTo>
                  <a:cubicBezTo>
                    <a:pt x="189546" y="140335"/>
                    <a:pt x="127000" y="202881"/>
                    <a:pt x="127000" y="280035"/>
                  </a:cubicBezTo>
                  <a:cubicBezTo>
                    <a:pt x="127000" y="357189"/>
                    <a:pt x="189546" y="419735"/>
                    <a:pt x="266700" y="419735"/>
                  </a:cubicBezTo>
                  <a:cubicBezTo>
                    <a:pt x="343854" y="419735"/>
                    <a:pt x="406400" y="357189"/>
                    <a:pt x="406400" y="280035"/>
                  </a:cubicBezTo>
                  <a:cubicBezTo>
                    <a:pt x="406400" y="202881"/>
                    <a:pt x="343854" y="140335"/>
                    <a:pt x="266700" y="140335"/>
                  </a:cubicBezTo>
                  <a:close/>
                  <a:moveTo>
                    <a:pt x="266700" y="0"/>
                  </a:moveTo>
                  <a:cubicBezTo>
                    <a:pt x="413994" y="0"/>
                    <a:pt x="533400" y="125376"/>
                    <a:pt x="533400" y="280035"/>
                  </a:cubicBezTo>
                  <a:cubicBezTo>
                    <a:pt x="533400" y="434694"/>
                    <a:pt x="413994" y="560070"/>
                    <a:pt x="266700" y="560070"/>
                  </a:cubicBezTo>
                  <a:cubicBezTo>
                    <a:pt x="119406" y="560070"/>
                    <a:pt x="0" y="434694"/>
                    <a:pt x="0" y="280035"/>
                  </a:cubicBezTo>
                  <a:cubicBezTo>
                    <a:pt x="0" y="125376"/>
                    <a:pt x="119406" y="0"/>
                    <a:pt x="2667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3E1E1"/>
                </a:gs>
                <a:gs pos="100000">
                  <a:srgbClr val="A7A7A7"/>
                </a:gs>
              </a:gsLst>
              <a:path path="rect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76200" sx="92000" sy="9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  <a:sp3d contourW="6350" prstMaterial="metal">
              <a:bevelT w="19050" h="38100"/>
              <a:contourClr>
                <a:srgbClr val="AFAFA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5" name="椭圆 14"/>
            <p:cNvSpPr/>
            <p:nvPr/>
          </p:nvSpPr>
          <p:spPr>
            <a:xfrm>
              <a:off x="9436892" y="4700254"/>
              <a:ext cx="176214" cy="1762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055687" y="0"/>
            <a:ext cx="10080625" cy="5334000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>
            <a:stCxn id="9" idx="0"/>
          </p:cNvCxnSpPr>
          <p:nvPr/>
        </p:nvCxnSpPr>
        <p:spPr>
          <a:xfrm flipH="1">
            <a:off x="2664620" y="6057480"/>
            <a:ext cx="2380" cy="9603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14" idx="0"/>
          </p:cNvCxnSpPr>
          <p:nvPr/>
        </p:nvCxnSpPr>
        <p:spPr>
          <a:xfrm>
            <a:off x="9525000" y="6057480"/>
            <a:ext cx="0" cy="9603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774825" y="15240"/>
            <a:ext cx="8634096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3200" kern="1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你的水，排完了么？</a:t>
            </a:r>
            <a:endParaRPr lang="en-US" altLang="zh-CN" sz="3200" kern="100" dirty="0" smtClean="0">
              <a:solidFill>
                <a:srgbClr val="00B0F0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48000" y="164318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zh-CN" altLang="en-US" sz="2400" kern="100" dirty="0" smtClean="0">
                <a:solidFill>
                  <a:schemeClr val="bg1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  <a:cs typeface="Times New Roman" panose="02020603050405020304" pitchFamily="18" charset="0"/>
              </a:rPr>
              <a:t>没有的话就快去书店买一本来看看吧！</a:t>
            </a:r>
            <a:endParaRPr lang="en-US" altLang="zh-CN" sz="2400" kern="100" dirty="0" smtClean="0">
              <a:solidFill>
                <a:schemeClr val="bg1"/>
              </a:solidFill>
              <a:latin typeface="方正毡笔黑简体" panose="03000509000000000000" pitchFamily="65" charset="-122"/>
              <a:ea typeface="方正毡笔黑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9" name="泪滴形 18"/>
          <p:cNvSpPr/>
          <p:nvPr/>
        </p:nvSpPr>
        <p:spPr>
          <a:xfrm rot="18989041">
            <a:off x="5953625" y="1263881"/>
            <a:ext cx="273239" cy="273239"/>
          </a:xfrm>
          <a:prstGeom prst="teardrop">
            <a:avLst>
              <a:gd name="adj" fmla="val 20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3866407" y="607695"/>
            <a:ext cx="4459186" cy="180975"/>
            <a:chOff x="3906736" y="942975"/>
            <a:chExt cx="4459186" cy="180975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13" y="2169994"/>
            <a:ext cx="2243120" cy="30481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25263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4962" y="1071271"/>
            <a:ext cx="11522075" cy="44024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 flipV="1">
            <a:off x="2485701" y="1265925"/>
            <a:ext cx="362598" cy="380728"/>
            <a:chOff x="2485701" y="4600378"/>
            <a:chExt cx="362598" cy="380728"/>
          </a:xfrm>
        </p:grpSpPr>
        <p:sp>
          <p:nvSpPr>
            <p:cNvPr id="9" name="任意多边形 8"/>
            <p:cNvSpPr/>
            <p:nvPr/>
          </p:nvSpPr>
          <p:spPr>
            <a:xfrm flipV="1">
              <a:off x="2485701" y="4600378"/>
              <a:ext cx="362598" cy="380728"/>
            </a:xfrm>
            <a:custGeom>
              <a:avLst/>
              <a:gdLst>
                <a:gd name="connsiteX0" fmla="*/ 266700 w 533400"/>
                <a:gd name="connsiteY0" fmla="*/ 140335 h 560070"/>
                <a:gd name="connsiteX1" fmla="*/ 127000 w 533400"/>
                <a:gd name="connsiteY1" fmla="*/ 280035 h 560070"/>
                <a:gd name="connsiteX2" fmla="*/ 266700 w 533400"/>
                <a:gd name="connsiteY2" fmla="*/ 419735 h 560070"/>
                <a:gd name="connsiteX3" fmla="*/ 406400 w 533400"/>
                <a:gd name="connsiteY3" fmla="*/ 280035 h 560070"/>
                <a:gd name="connsiteX4" fmla="*/ 266700 w 533400"/>
                <a:gd name="connsiteY4" fmla="*/ 140335 h 560070"/>
                <a:gd name="connsiteX5" fmla="*/ 266700 w 533400"/>
                <a:gd name="connsiteY5" fmla="*/ 0 h 560070"/>
                <a:gd name="connsiteX6" fmla="*/ 533400 w 533400"/>
                <a:gd name="connsiteY6" fmla="*/ 280035 h 560070"/>
                <a:gd name="connsiteX7" fmla="*/ 266700 w 533400"/>
                <a:gd name="connsiteY7" fmla="*/ 560070 h 560070"/>
                <a:gd name="connsiteX8" fmla="*/ 0 w 533400"/>
                <a:gd name="connsiteY8" fmla="*/ 280035 h 560070"/>
                <a:gd name="connsiteX9" fmla="*/ 266700 w 533400"/>
                <a:gd name="connsiteY9" fmla="*/ 0 h 56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3400" h="560070">
                  <a:moveTo>
                    <a:pt x="266700" y="140335"/>
                  </a:moveTo>
                  <a:cubicBezTo>
                    <a:pt x="189546" y="140335"/>
                    <a:pt x="127000" y="202881"/>
                    <a:pt x="127000" y="280035"/>
                  </a:cubicBezTo>
                  <a:cubicBezTo>
                    <a:pt x="127000" y="357189"/>
                    <a:pt x="189546" y="419735"/>
                    <a:pt x="266700" y="419735"/>
                  </a:cubicBezTo>
                  <a:cubicBezTo>
                    <a:pt x="343854" y="419735"/>
                    <a:pt x="406400" y="357189"/>
                    <a:pt x="406400" y="280035"/>
                  </a:cubicBezTo>
                  <a:cubicBezTo>
                    <a:pt x="406400" y="202881"/>
                    <a:pt x="343854" y="140335"/>
                    <a:pt x="266700" y="140335"/>
                  </a:cubicBezTo>
                  <a:close/>
                  <a:moveTo>
                    <a:pt x="266700" y="0"/>
                  </a:moveTo>
                  <a:cubicBezTo>
                    <a:pt x="413994" y="0"/>
                    <a:pt x="533400" y="125376"/>
                    <a:pt x="533400" y="280035"/>
                  </a:cubicBezTo>
                  <a:cubicBezTo>
                    <a:pt x="533400" y="434694"/>
                    <a:pt x="413994" y="560070"/>
                    <a:pt x="266700" y="560070"/>
                  </a:cubicBezTo>
                  <a:cubicBezTo>
                    <a:pt x="119406" y="560070"/>
                    <a:pt x="0" y="434694"/>
                    <a:pt x="0" y="280035"/>
                  </a:cubicBezTo>
                  <a:cubicBezTo>
                    <a:pt x="0" y="125376"/>
                    <a:pt x="119406" y="0"/>
                    <a:pt x="2667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3E1E1"/>
                </a:gs>
                <a:gs pos="100000">
                  <a:srgbClr val="A7A7A7"/>
                </a:gs>
              </a:gsLst>
              <a:path path="rect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76200" sx="92000" sy="9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  <a:sp3d contourW="6350" prstMaterial="metal">
              <a:bevelT w="19050" h="38100"/>
              <a:contourClr>
                <a:srgbClr val="AFAFA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0" name="椭圆 9"/>
            <p:cNvSpPr/>
            <p:nvPr/>
          </p:nvSpPr>
          <p:spPr>
            <a:xfrm>
              <a:off x="2576512" y="4700254"/>
              <a:ext cx="176214" cy="1762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9343701" y="1253225"/>
            <a:ext cx="362598" cy="380728"/>
            <a:chOff x="9343701" y="4600378"/>
            <a:chExt cx="362598" cy="380728"/>
          </a:xfrm>
        </p:grpSpPr>
        <p:sp>
          <p:nvSpPr>
            <p:cNvPr id="14" name="任意多边形 13"/>
            <p:cNvSpPr/>
            <p:nvPr/>
          </p:nvSpPr>
          <p:spPr>
            <a:xfrm flipV="1">
              <a:off x="9343701" y="4600378"/>
              <a:ext cx="362598" cy="380728"/>
            </a:xfrm>
            <a:custGeom>
              <a:avLst/>
              <a:gdLst>
                <a:gd name="connsiteX0" fmla="*/ 266700 w 533400"/>
                <a:gd name="connsiteY0" fmla="*/ 140335 h 560070"/>
                <a:gd name="connsiteX1" fmla="*/ 127000 w 533400"/>
                <a:gd name="connsiteY1" fmla="*/ 280035 h 560070"/>
                <a:gd name="connsiteX2" fmla="*/ 266700 w 533400"/>
                <a:gd name="connsiteY2" fmla="*/ 419735 h 560070"/>
                <a:gd name="connsiteX3" fmla="*/ 406400 w 533400"/>
                <a:gd name="connsiteY3" fmla="*/ 280035 h 560070"/>
                <a:gd name="connsiteX4" fmla="*/ 266700 w 533400"/>
                <a:gd name="connsiteY4" fmla="*/ 140335 h 560070"/>
                <a:gd name="connsiteX5" fmla="*/ 266700 w 533400"/>
                <a:gd name="connsiteY5" fmla="*/ 0 h 560070"/>
                <a:gd name="connsiteX6" fmla="*/ 533400 w 533400"/>
                <a:gd name="connsiteY6" fmla="*/ 280035 h 560070"/>
                <a:gd name="connsiteX7" fmla="*/ 266700 w 533400"/>
                <a:gd name="connsiteY7" fmla="*/ 560070 h 560070"/>
                <a:gd name="connsiteX8" fmla="*/ 0 w 533400"/>
                <a:gd name="connsiteY8" fmla="*/ 280035 h 560070"/>
                <a:gd name="connsiteX9" fmla="*/ 266700 w 533400"/>
                <a:gd name="connsiteY9" fmla="*/ 0 h 56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3400" h="560070">
                  <a:moveTo>
                    <a:pt x="266700" y="140335"/>
                  </a:moveTo>
                  <a:cubicBezTo>
                    <a:pt x="189546" y="140335"/>
                    <a:pt x="127000" y="202881"/>
                    <a:pt x="127000" y="280035"/>
                  </a:cubicBezTo>
                  <a:cubicBezTo>
                    <a:pt x="127000" y="357189"/>
                    <a:pt x="189546" y="419735"/>
                    <a:pt x="266700" y="419735"/>
                  </a:cubicBezTo>
                  <a:cubicBezTo>
                    <a:pt x="343854" y="419735"/>
                    <a:pt x="406400" y="357189"/>
                    <a:pt x="406400" y="280035"/>
                  </a:cubicBezTo>
                  <a:cubicBezTo>
                    <a:pt x="406400" y="202881"/>
                    <a:pt x="343854" y="140335"/>
                    <a:pt x="266700" y="140335"/>
                  </a:cubicBezTo>
                  <a:close/>
                  <a:moveTo>
                    <a:pt x="266700" y="0"/>
                  </a:moveTo>
                  <a:cubicBezTo>
                    <a:pt x="413994" y="0"/>
                    <a:pt x="533400" y="125376"/>
                    <a:pt x="533400" y="280035"/>
                  </a:cubicBezTo>
                  <a:cubicBezTo>
                    <a:pt x="533400" y="434694"/>
                    <a:pt x="413994" y="560070"/>
                    <a:pt x="266700" y="560070"/>
                  </a:cubicBezTo>
                  <a:cubicBezTo>
                    <a:pt x="119406" y="560070"/>
                    <a:pt x="0" y="434694"/>
                    <a:pt x="0" y="280035"/>
                  </a:cubicBezTo>
                  <a:cubicBezTo>
                    <a:pt x="0" y="125376"/>
                    <a:pt x="119406" y="0"/>
                    <a:pt x="2667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3E1E1"/>
                </a:gs>
                <a:gs pos="100000">
                  <a:srgbClr val="A7A7A7"/>
                </a:gs>
              </a:gsLst>
              <a:path path="rect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76200" sx="92000" sy="92000" algn="ctr" rotWithShape="0">
                <a:prstClr val="black">
                  <a:alpha val="40000"/>
                </a:prstClr>
              </a:outerShdw>
            </a:effectLst>
            <a:scene3d>
              <a:camera prst="perspectiveFront"/>
              <a:lightRig rig="threePt" dir="t"/>
            </a:scene3d>
            <a:sp3d contourW="6350" prstMaterial="metal">
              <a:bevelT w="19050" h="38100"/>
              <a:contourClr>
                <a:srgbClr val="AFAFA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5" name="椭圆 14"/>
            <p:cNvSpPr/>
            <p:nvPr/>
          </p:nvSpPr>
          <p:spPr>
            <a:xfrm>
              <a:off x="9436892" y="4700254"/>
              <a:ext cx="176214" cy="1762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055688" y="1721317"/>
            <a:ext cx="10080625" cy="3057159"/>
          </a:xfrm>
          <a:prstGeom prst="rect">
            <a:avLst/>
          </a:prstGeom>
          <a:pattFill prst="pct5">
            <a:fgClr>
              <a:srgbClr val="474747"/>
            </a:fgClr>
            <a:bgClr>
              <a:schemeClr val="tx1">
                <a:lumMod val="85000"/>
                <a:lumOff val="1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>
            <a:endCxn id="9" idx="0"/>
          </p:cNvCxnSpPr>
          <p:nvPr/>
        </p:nvCxnSpPr>
        <p:spPr>
          <a:xfrm>
            <a:off x="2667000" y="-933259"/>
            <a:ext cx="0" cy="229458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endCxn id="14" idx="0"/>
          </p:cNvCxnSpPr>
          <p:nvPr/>
        </p:nvCxnSpPr>
        <p:spPr>
          <a:xfrm>
            <a:off x="9525000" y="-933259"/>
            <a:ext cx="0" cy="228188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294929" y="1972624"/>
            <a:ext cx="2946940" cy="255454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zh-CN" altLang="en-US" sz="8000" dirty="0" smtClean="0">
                <a:solidFill>
                  <a:srgbClr val="00B0F0"/>
                </a:solidFill>
                <a:latin typeface="方正毡笔黑简体" panose="03000509000000000000" pitchFamily="65" charset="-122"/>
                <a:ea typeface="方正毡笔黑简体" panose="03000509000000000000" pitchFamily="65" charset="-122"/>
              </a:rPr>
              <a:t>谢谢观赏</a:t>
            </a:r>
            <a:endParaRPr lang="zh-CN" altLang="en-US" sz="4400" dirty="0">
              <a:solidFill>
                <a:srgbClr val="00B0F0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4582061" y="4624976"/>
            <a:ext cx="3027879" cy="0"/>
          </a:xfrm>
          <a:prstGeom prst="line">
            <a:avLst/>
          </a:prstGeom>
          <a:ln w="190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582061" y="4320176"/>
            <a:ext cx="3027879" cy="0"/>
          </a:xfrm>
          <a:prstGeom prst="line">
            <a:avLst/>
          </a:prstGeom>
          <a:ln w="190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915714" y="3923659"/>
            <a:ext cx="436057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《</a:t>
            </a:r>
            <a:r>
              <a:rPr lang="zh-CN" altLang="en-US" sz="16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现在的泪，都是当年脑子进的水</a:t>
            </a:r>
            <a:r>
              <a:rPr lang="en-US" altLang="zh-CN" sz="16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》</a:t>
            </a:r>
            <a:r>
              <a:rPr lang="zh-CN" altLang="en-US" sz="16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读书笔记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678680" y="4285506"/>
            <a:ext cx="2921656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分享人：</a:t>
            </a:r>
            <a:r>
              <a:rPr lang="en-US" altLang="zh-CN" sz="14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@</a:t>
            </a:r>
            <a:r>
              <a:rPr lang="zh-CN" altLang="en-US" sz="14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我的脑海里</a:t>
            </a:r>
            <a:r>
              <a:rPr lang="en-US" altLang="zh-CN" sz="14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_</a:t>
            </a:r>
            <a:r>
              <a:rPr lang="zh-CN" altLang="en-US" sz="1400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王禹</a:t>
            </a:r>
            <a:endParaRPr lang="zh-CN" altLang="en-US" sz="1200" dirty="0" smtClean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63748" y="1877183"/>
            <a:ext cx="2246805" cy="1955251"/>
            <a:chOff x="4963748" y="1976876"/>
            <a:chExt cx="2246805" cy="1955251"/>
          </a:xfrm>
        </p:grpSpPr>
        <p:grpSp>
          <p:nvGrpSpPr>
            <p:cNvPr id="24" name="组合 23"/>
            <p:cNvGrpSpPr/>
            <p:nvPr/>
          </p:nvGrpSpPr>
          <p:grpSpPr>
            <a:xfrm>
              <a:off x="5123917" y="1976876"/>
              <a:ext cx="1943342" cy="1955251"/>
              <a:chOff x="987189" y="1908458"/>
              <a:chExt cx="4335434" cy="4362002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987189" y="1908458"/>
                <a:ext cx="4335434" cy="4335434"/>
              </a:xfrm>
              <a:prstGeom prst="ellipse">
                <a:avLst/>
              </a:prstGeom>
              <a:solidFill>
                <a:srgbClr val="00B0F0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/>
              </a:p>
            </p:txBody>
          </p:sp>
          <p:sp>
            <p:nvSpPr>
              <p:cNvPr id="29" name="形状 28"/>
              <p:cNvSpPr/>
              <p:nvPr/>
            </p:nvSpPr>
            <p:spPr>
              <a:xfrm rot="5735678">
                <a:off x="3691033" y="3052826"/>
                <a:ext cx="1983671" cy="1138656"/>
              </a:xfrm>
              <a:prstGeom prst="swooshArrow">
                <a:avLst>
                  <a:gd name="adj1" fmla="val 16310"/>
                  <a:gd name="adj2" fmla="val 3137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0" name="形状 29"/>
              <p:cNvSpPr/>
              <p:nvPr/>
            </p:nvSpPr>
            <p:spPr>
              <a:xfrm rot="12183704">
                <a:off x="2197188" y="5131804"/>
                <a:ext cx="1983671" cy="1138656"/>
              </a:xfrm>
              <a:prstGeom prst="swooshArrow">
                <a:avLst>
                  <a:gd name="adj1" fmla="val 16310"/>
                  <a:gd name="adj2" fmla="val 3137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2" name="形状 31"/>
              <p:cNvSpPr/>
              <p:nvPr/>
            </p:nvSpPr>
            <p:spPr>
              <a:xfrm rot="18793403">
                <a:off x="649706" y="2978535"/>
                <a:ext cx="1983671" cy="1138656"/>
              </a:xfrm>
              <a:prstGeom prst="swooshArrow">
                <a:avLst>
                  <a:gd name="adj1" fmla="val 16310"/>
                  <a:gd name="adj2" fmla="val 3137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34" name="文本框 33"/>
            <p:cNvSpPr txBox="1"/>
            <p:nvPr/>
          </p:nvSpPr>
          <p:spPr>
            <a:xfrm>
              <a:off x="5700288" y="2137309"/>
              <a:ext cx="7906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原创</a:t>
              </a:r>
              <a:r>
                <a:rPr lang="en-US" altLang="zh-CN" sz="1100" b="1" dirty="0" smtClean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PPT</a:t>
              </a:r>
              <a:endParaRPr lang="zh-CN" altLang="en-US" sz="1100" b="1" dirty="0" smtClean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461630" y="3330283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 smtClean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读书笔记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963748" y="3330283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 smtClean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微博分享</a:t>
              </a:r>
            </a:p>
          </p:txBody>
        </p:sp>
        <p:pic>
          <p:nvPicPr>
            <p:cNvPr id="37" name="图片 3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597" b="17153"/>
            <a:stretch/>
          </p:blipFill>
          <p:spPr>
            <a:xfrm>
              <a:off x="5517864" y="2376777"/>
              <a:ext cx="1155450" cy="1155448"/>
            </a:xfrm>
            <a:prstGeom prst="ellipse">
              <a:avLst/>
            </a:prstGeom>
            <a:ln w="19050">
              <a:solidFill>
                <a:schemeClr val="bg1"/>
              </a:solidFill>
              <a:prstDash val="dash"/>
            </a:ln>
          </p:spPr>
        </p:pic>
      </p:grpSp>
      <p:grpSp>
        <p:nvGrpSpPr>
          <p:cNvPr id="38" name="组合 37"/>
          <p:cNvGrpSpPr/>
          <p:nvPr/>
        </p:nvGrpSpPr>
        <p:grpSpPr>
          <a:xfrm>
            <a:off x="3866407" y="1191895"/>
            <a:ext cx="4459186" cy="180975"/>
            <a:chOff x="3906736" y="942975"/>
            <a:chExt cx="4459186" cy="180975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3906736" y="1028700"/>
              <a:ext cx="2215458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6184106" y="1028700"/>
              <a:ext cx="2181816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6096000" y="942975"/>
              <a:ext cx="52388" cy="180975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6157912" y="942975"/>
              <a:ext cx="52388" cy="180975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433" y="1808842"/>
            <a:ext cx="3027880" cy="288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493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656078" cy="1086375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</a:t>
              </a: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博</a:t>
              </a:r>
              <a:endParaRPr lang="en-US" altLang="zh-CN" sz="1458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170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</a:t>
            </a: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145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86937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89000">
              <a:srgbClr val="FEDE66"/>
            </a:gs>
            <a:gs pos="48000">
              <a:srgbClr val="F8A326"/>
            </a:gs>
          </a:gsLst>
          <a:path path="circle">
            <a:fillToRect l="50000" t="50000" r="50000" b="50000"/>
          </a:path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>
          <a:lnSpc>
            <a:spcPct val="130000"/>
          </a:lnSpc>
          <a:defRPr sz="2000" smtClean="0">
            <a:latin typeface="方正正黑简体" panose="02000000000000000000" pitchFamily="2" charset="-122"/>
            <a:ea typeface="方正正黑简体" panose="02000000000000000000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1040</Words>
  <Application>Microsoft Office PowerPoint</Application>
  <PresentationFormat>宽屏</PresentationFormat>
  <Paragraphs>149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Times New Roman</vt:lpstr>
      <vt:lpstr>方正正中黑简体</vt:lpstr>
      <vt:lpstr>方正正黑简体</vt:lpstr>
      <vt:lpstr>微软雅黑</vt:lpstr>
      <vt:lpstr>Calibri Light</vt:lpstr>
      <vt:lpstr>宋体</vt:lpstr>
      <vt:lpstr>方正毡笔黑简体</vt:lpstr>
      <vt:lpstr>方正正大黑简体</vt:lpstr>
      <vt:lpstr>Calibri</vt:lpstr>
      <vt:lpstr>Arial</vt:lpstr>
      <vt:lpstr>1_Office 主题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swpu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王禹</dc:creator>
  <cp:lastModifiedBy>小巴</cp:lastModifiedBy>
  <cp:revision>80</cp:revision>
  <dcterms:created xsi:type="dcterms:W3CDTF">2014-08-20T00:00:49Z</dcterms:created>
  <dcterms:modified xsi:type="dcterms:W3CDTF">2014-08-25T14:28:55Z</dcterms:modified>
</cp:coreProperties>
</file>