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6" r:id="rId3"/>
    <p:sldId id="259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embeddedFontLst>
    <p:embeddedFont>
      <p:font typeface="华文行楷" panose="02010800040101010101" pitchFamily="2" charset="-122"/>
      <p:regular r:id="rId26"/>
    </p:embeddedFont>
    <p:embeddedFont>
      <p:font typeface="方正正中黑简体" panose="02010600030101010101" charset="-122"/>
      <p:regular r:id="rId27"/>
    </p:embeddedFont>
    <p:embeddedFont>
      <p:font typeface="Calibri Light" panose="020F0302020204030204" pitchFamily="34" charset="0"/>
      <p:regular r:id="rId28"/>
      <p:italic r:id="rId29"/>
    </p:embeddedFont>
    <p:embeddedFont>
      <p:font typeface="微软雅黑" panose="020B0503020204020204" pitchFamily="34" charset="-122"/>
      <p:regular r:id="rId30"/>
      <p:bold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方正正黑简体" panose="02000000000000000000" pitchFamily="2" charset="-122"/>
      <p:regular r:id="rId36"/>
    </p:embeddedFont>
  </p:embeddedFontLst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0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8.fntdata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4868-13D0-40C3-9D60-13C6492DB5C2}" type="datetimeFigureOut">
              <a:rPr lang="zh-CN" altLang="en-US" smtClean="0"/>
              <a:t>2015/3/22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E26A-F387-4F99-BC5C-6ED955728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747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4868-13D0-40C3-9D60-13C6492DB5C2}" type="datetimeFigureOut">
              <a:rPr lang="zh-CN" altLang="en-US" smtClean="0"/>
              <a:t>2015/3/22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E26A-F387-4F99-BC5C-6ED955728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9758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4868-13D0-40C3-9D60-13C6492DB5C2}" type="datetimeFigureOut">
              <a:rPr lang="zh-CN" altLang="en-US" smtClean="0"/>
              <a:t>2015/3/22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E26A-F387-4F99-BC5C-6ED955728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38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4868-13D0-40C3-9D60-13C6492DB5C2}" type="datetimeFigureOut">
              <a:rPr lang="zh-CN" altLang="en-US" smtClean="0"/>
              <a:t>2015/3/22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E26A-F387-4F99-BC5C-6ED955728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69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4868-13D0-40C3-9D60-13C6492DB5C2}" type="datetimeFigureOut">
              <a:rPr lang="zh-CN" altLang="en-US" smtClean="0"/>
              <a:t>2015/3/22 Sunday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E26A-F387-4F99-BC5C-6ED955728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032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4868-13D0-40C3-9D60-13C6492DB5C2}" type="datetimeFigureOut">
              <a:rPr lang="zh-CN" altLang="en-US" smtClean="0"/>
              <a:t>2015/3/22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E26A-F387-4F99-BC5C-6ED955728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010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4868-13D0-40C3-9D60-13C6492DB5C2}" type="datetimeFigureOut">
              <a:rPr lang="zh-CN" altLang="en-US" smtClean="0"/>
              <a:t>2015/3/22 Sunday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E26A-F387-4F99-BC5C-6ED955728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462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4868-13D0-40C3-9D60-13C6492DB5C2}" type="datetimeFigureOut">
              <a:rPr lang="zh-CN" altLang="en-US" smtClean="0"/>
              <a:t>2015/3/22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E26A-F387-4F99-BC5C-6ED955728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137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4868-13D0-40C3-9D60-13C6492DB5C2}" type="datetimeFigureOut">
              <a:rPr lang="zh-CN" altLang="en-US" smtClean="0"/>
              <a:t>2015/3/22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E26A-F387-4F99-BC5C-6ED955728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31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4868-13D0-40C3-9D60-13C6492DB5C2}" type="datetimeFigureOut">
              <a:rPr lang="zh-CN" altLang="en-US" smtClean="0"/>
              <a:t>2015/3/22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E26A-F387-4F99-BC5C-6ED955728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7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4868-13D0-40C3-9D60-13C6492DB5C2}" type="datetimeFigureOut">
              <a:rPr lang="zh-CN" altLang="en-US" smtClean="0"/>
              <a:t>2015/3/22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E26A-F387-4F99-BC5C-6ED955728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212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9" indent="0" algn="ctr">
              <a:buNone/>
              <a:defRPr sz="2000"/>
            </a:lvl2pPr>
            <a:lvl3pPr marL="914337" indent="0" algn="ctr">
              <a:buNone/>
              <a:defRPr sz="1800"/>
            </a:lvl3pPr>
            <a:lvl4pPr marL="1371506" indent="0" algn="ctr">
              <a:buNone/>
              <a:defRPr sz="1600"/>
            </a:lvl4pPr>
            <a:lvl5pPr marL="1828676" indent="0" algn="ctr">
              <a:buNone/>
              <a:defRPr sz="1600"/>
            </a:lvl5pPr>
            <a:lvl6pPr marL="2285843" indent="0" algn="ctr">
              <a:buNone/>
              <a:defRPr sz="1600"/>
            </a:lvl6pPr>
            <a:lvl7pPr marL="2743012" indent="0" algn="ctr">
              <a:buNone/>
              <a:defRPr sz="1600"/>
            </a:lvl7pPr>
            <a:lvl8pPr marL="3200180" indent="0" algn="ctr">
              <a:buNone/>
              <a:defRPr sz="1600"/>
            </a:lvl8pPr>
            <a:lvl9pPr marL="3657349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2015/3/22 Sunday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7087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2015/3/22 Sunday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299387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6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7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2015/3/22 Sunday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457934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2015/3/22 Sunday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957301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9" indent="0">
              <a:buNone/>
              <a:defRPr sz="2000" b="1"/>
            </a:lvl2pPr>
            <a:lvl3pPr marL="914337" indent="0">
              <a:buNone/>
              <a:defRPr sz="1800" b="1"/>
            </a:lvl3pPr>
            <a:lvl4pPr marL="1371506" indent="0">
              <a:buNone/>
              <a:defRPr sz="1600" b="1"/>
            </a:lvl4pPr>
            <a:lvl5pPr marL="1828676" indent="0">
              <a:buNone/>
              <a:defRPr sz="1600" b="1"/>
            </a:lvl5pPr>
            <a:lvl6pPr marL="2285843" indent="0">
              <a:buNone/>
              <a:defRPr sz="1600" b="1"/>
            </a:lvl6pPr>
            <a:lvl7pPr marL="2743012" indent="0">
              <a:buNone/>
              <a:defRPr sz="1600" b="1"/>
            </a:lvl7pPr>
            <a:lvl8pPr marL="3200180" indent="0">
              <a:buNone/>
              <a:defRPr sz="1600" b="1"/>
            </a:lvl8pPr>
            <a:lvl9pPr marL="365734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9" indent="0">
              <a:buNone/>
              <a:defRPr sz="2000" b="1"/>
            </a:lvl2pPr>
            <a:lvl3pPr marL="914337" indent="0">
              <a:buNone/>
              <a:defRPr sz="1800" b="1"/>
            </a:lvl3pPr>
            <a:lvl4pPr marL="1371506" indent="0">
              <a:buNone/>
              <a:defRPr sz="1600" b="1"/>
            </a:lvl4pPr>
            <a:lvl5pPr marL="1828676" indent="0">
              <a:buNone/>
              <a:defRPr sz="1600" b="1"/>
            </a:lvl5pPr>
            <a:lvl6pPr marL="2285843" indent="0">
              <a:buNone/>
              <a:defRPr sz="1600" b="1"/>
            </a:lvl6pPr>
            <a:lvl7pPr marL="2743012" indent="0">
              <a:buNone/>
              <a:defRPr sz="1600" b="1"/>
            </a:lvl7pPr>
            <a:lvl8pPr marL="3200180" indent="0">
              <a:buNone/>
              <a:defRPr sz="1600" b="1"/>
            </a:lvl8pPr>
            <a:lvl9pPr marL="365734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2015/3/22 Sunday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294229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2015/3/22 Sunday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83443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2015/3/22 Sunday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2302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9" indent="0">
              <a:buNone/>
              <a:defRPr sz="1400"/>
            </a:lvl2pPr>
            <a:lvl3pPr marL="914337" indent="0">
              <a:buNone/>
              <a:defRPr sz="1200"/>
            </a:lvl3pPr>
            <a:lvl4pPr marL="1371506" indent="0">
              <a:buNone/>
              <a:defRPr sz="1001"/>
            </a:lvl4pPr>
            <a:lvl5pPr marL="1828676" indent="0">
              <a:buNone/>
              <a:defRPr sz="1001"/>
            </a:lvl5pPr>
            <a:lvl6pPr marL="2285843" indent="0">
              <a:buNone/>
              <a:defRPr sz="1001"/>
            </a:lvl6pPr>
            <a:lvl7pPr marL="2743012" indent="0">
              <a:buNone/>
              <a:defRPr sz="1001"/>
            </a:lvl7pPr>
            <a:lvl8pPr marL="3200180" indent="0">
              <a:buNone/>
              <a:defRPr sz="1001"/>
            </a:lvl8pPr>
            <a:lvl9pPr marL="3657349" indent="0">
              <a:buNone/>
              <a:defRPr sz="100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2015/3/22 Sunday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250333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69" indent="0">
              <a:buNone/>
              <a:defRPr sz="2801"/>
            </a:lvl2pPr>
            <a:lvl3pPr marL="914337" indent="0">
              <a:buNone/>
              <a:defRPr sz="2400"/>
            </a:lvl3pPr>
            <a:lvl4pPr marL="1371506" indent="0">
              <a:buNone/>
              <a:defRPr sz="2000"/>
            </a:lvl4pPr>
            <a:lvl5pPr marL="1828676" indent="0">
              <a:buNone/>
              <a:defRPr sz="2000"/>
            </a:lvl5pPr>
            <a:lvl6pPr marL="2285843" indent="0">
              <a:buNone/>
              <a:defRPr sz="2000"/>
            </a:lvl6pPr>
            <a:lvl7pPr marL="2743012" indent="0">
              <a:buNone/>
              <a:defRPr sz="2000"/>
            </a:lvl7pPr>
            <a:lvl8pPr marL="3200180" indent="0">
              <a:buNone/>
              <a:defRPr sz="2000"/>
            </a:lvl8pPr>
            <a:lvl9pPr marL="365734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9" indent="0">
              <a:buNone/>
              <a:defRPr sz="1400"/>
            </a:lvl2pPr>
            <a:lvl3pPr marL="914337" indent="0">
              <a:buNone/>
              <a:defRPr sz="1200"/>
            </a:lvl3pPr>
            <a:lvl4pPr marL="1371506" indent="0">
              <a:buNone/>
              <a:defRPr sz="1001"/>
            </a:lvl4pPr>
            <a:lvl5pPr marL="1828676" indent="0">
              <a:buNone/>
              <a:defRPr sz="1001"/>
            </a:lvl5pPr>
            <a:lvl6pPr marL="2285843" indent="0">
              <a:buNone/>
              <a:defRPr sz="1001"/>
            </a:lvl6pPr>
            <a:lvl7pPr marL="2743012" indent="0">
              <a:buNone/>
              <a:defRPr sz="1001"/>
            </a:lvl7pPr>
            <a:lvl8pPr marL="3200180" indent="0">
              <a:buNone/>
              <a:defRPr sz="1001"/>
            </a:lvl8pPr>
            <a:lvl9pPr marL="3657349" indent="0">
              <a:buNone/>
              <a:defRPr sz="100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2015/3/22 Sunday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393355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2015/3/22 Sunday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918007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2015/3/22 Sunday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036423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14868-13D0-40C3-9D60-13C6492DB5C2}" type="datetimeFigureOut">
              <a:rPr lang="zh-CN" altLang="en-US" smtClean="0"/>
              <a:t>2015/3/22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8E26A-F387-4F99-BC5C-6ED955728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52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2015/3/22 Sunday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56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iming>
    <p:tnLst>
      <p:par>
        <p:cTn id="1" dur="indefinite" restart="never" nodeType="tmRoot"/>
      </p:par>
    </p:tnLst>
  </p:timing>
  <p:txStyles>
    <p:titleStyle>
      <a:lvl1pPr algn="l" defTabSz="91433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753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21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90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58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28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96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65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34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9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7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06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76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43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12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80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49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0142805" y="0"/>
            <a:ext cx="2049195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22422" y="954"/>
            <a:ext cx="8086057" cy="6636249"/>
          </a:xfrm>
          <a:custGeom>
            <a:avLst/>
            <a:gdLst/>
            <a:ahLst/>
            <a:cxnLst/>
            <a:rect l="l" t="t" r="r" b="b"/>
            <a:pathLst>
              <a:path w="8086057" h="6636249">
                <a:moveTo>
                  <a:pt x="7287408" y="4008742"/>
                </a:moveTo>
                <a:cubicBezTo>
                  <a:pt x="7550338" y="4179646"/>
                  <a:pt x="7681803" y="4284818"/>
                  <a:pt x="7681803" y="4324258"/>
                </a:cubicBezTo>
                <a:cubicBezTo>
                  <a:pt x="7681803" y="4343977"/>
                  <a:pt x="7727816" y="4363697"/>
                  <a:pt x="7819841" y="4383417"/>
                </a:cubicBezTo>
                <a:lnTo>
                  <a:pt x="7859280" y="4501735"/>
                </a:lnTo>
                <a:lnTo>
                  <a:pt x="7809981" y="4511595"/>
                </a:lnTo>
                <a:lnTo>
                  <a:pt x="7612784" y="4501735"/>
                </a:lnTo>
                <a:lnTo>
                  <a:pt x="7386007" y="4708792"/>
                </a:lnTo>
                <a:cubicBezTo>
                  <a:pt x="7215103" y="4794244"/>
                  <a:pt x="7119791" y="4850117"/>
                  <a:pt x="7100071" y="4876410"/>
                </a:cubicBezTo>
                <a:lnTo>
                  <a:pt x="7198670" y="4876410"/>
                </a:lnTo>
                <a:lnTo>
                  <a:pt x="7267688" y="4787671"/>
                </a:lnTo>
                <a:lnTo>
                  <a:pt x="7287408" y="4787671"/>
                </a:lnTo>
                <a:cubicBezTo>
                  <a:pt x="7530618" y="4833684"/>
                  <a:pt x="7652223" y="4915850"/>
                  <a:pt x="7652223" y="5034168"/>
                </a:cubicBezTo>
                <a:cubicBezTo>
                  <a:pt x="7671943" y="5034168"/>
                  <a:pt x="7681803" y="5063747"/>
                  <a:pt x="7681803" y="5122907"/>
                </a:cubicBezTo>
                <a:cubicBezTo>
                  <a:pt x="7629217" y="5195212"/>
                  <a:pt x="7520758" y="5257658"/>
                  <a:pt x="7356427" y="5310244"/>
                </a:cubicBezTo>
                <a:cubicBezTo>
                  <a:pt x="7054058" y="5494295"/>
                  <a:pt x="6902874" y="5642193"/>
                  <a:pt x="6902874" y="5753938"/>
                </a:cubicBezTo>
                <a:lnTo>
                  <a:pt x="6902874" y="5763798"/>
                </a:lnTo>
                <a:cubicBezTo>
                  <a:pt x="6902874" y="5928129"/>
                  <a:pt x="7067205" y="6030014"/>
                  <a:pt x="7395867" y="6069453"/>
                </a:cubicBezTo>
                <a:lnTo>
                  <a:pt x="7563484" y="6089173"/>
                </a:lnTo>
                <a:cubicBezTo>
                  <a:pt x="7800121" y="6089173"/>
                  <a:pt x="7918440" y="6043160"/>
                  <a:pt x="7918440" y="5951135"/>
                </a:cubicBezTo>
                <a:cubicBezTo>
                  <a:pt x="8030184" y="5977428"/>
                  <a:pt x="8086057" y="6023441"/>
                  <a:pt x="8086057" y="6089173"/>
                </a:cubicBezTo>
                <a:lnTo>
                  <a:pt x="8086057" y="6128613"/>
                </a:lnTo>
                <a:cubicBezTo>
                  <a:pt x="8046618" y="6194345"/>
                  <a:pt x="7869140" y="6243644"/>
                  <a:pt x="7553624" y="6276510"/>
                </a:cubicBezTo>
                <a:cubicBezTo>
                  <a:pt x="7211816" y="6243644"/>
                  <a:pt x="6981753" y="6200918"/>
                  <a:pt x="6863434" y="6148332"/>
                </a:cubicBezTo>
                <a:cubicBezTo>
                  <a:pt x="6731969" y="6036587"/>
                  <a:pt x="6666237" y="5934702"/>
                  <a:pt x="6666237" y="5842677"/>
                </a:cubicBezTo>
                <a:lnTo>
                  <a:pt x="6666237" y="5694779"/>
                </a:lnTo>
                <a:cubicBezTo>
                  <a:pt x="6666237" y="5464715"/>
                  <a:pt x="6820708" y="5244512"/>
                  <a:pt x="7129651" y="5034168"/>
                </a:cubicBezTo>
                <a:lnTo>
                  <a:pt x="7129651" y="4984869"/>
                </a:lnTo>
                <a:lnTo>
                  <a:pt x="7070491" y="4984869"/>
                </a:lnTo>
                <a:cubicBezTo>
                  <a:pt x="6932453" y="4984869"/>
                  <a:pt x="6682670" y="5057174"/>
                  <a:pt x="6321142" y="5201786"/>
                </a:cubicBezTo>
                <a:cubicBezTo>
                  <a:pt x="6242263" y="5149200"/>
                  <a:pt x="6202823" y="5099900"/>
                  <a:pt x="6202823" y="5053888"/>
                </a:cubicBezTo>
                <a:lnTo>
                  <a:pt x="6242263" y="5024308"/>
                </a:lnTo>
                <a:lnTo>
                  <a:pt x="6350721" y="5034168"/>
                </a:lnTo>
                <a:cubicBezTo>
                  <a:pt x="6685957" y="4955289"/>
                  <a:pt x="6883154" y="4892843"/>
                  <a:pt x="6942313" y="4846830"/>
                </a:cubicBezTo>
                <a:lnTo>
                  <a:pt x="7090211" y="4511595"/>
                </a:lnTo>
                <a:lnTo>
                  <a:pt x="7070491" y="4511595"/>
                </a:lnTo>
                <a:lnTo>
                  <a:pt x="6971893" y="4531315"/>
                </a:lnTo>
                <a:lnTo>
                  <a:pt x="6804275" y="4531315"/>
                </a:lnTo>
                <a:lnTo>
                  <a:pt x="6774695" y="4560894"/>
                </a:lnTo>
                <a:lnTo>
                  <a:pt x="6774695" y="4649633"/>
                </a:lnTo>
                <a:cubicBezTo>
                  <a:pt x="6774695" y="4813964"/>
                  <a:pt x="6708963" y="4896130"/>
                  <a:pt x="6577498" y="4896130"/>
                </a:cubicBezTo>
                <a:lnTo>
                  <a:pt x="6567638" y="4876410"/>
                </a:lnTo>
                <a:lnTo>
                  <a:pt x="6547919" y="4896130"/>
                </a:lnTo>
                <a:lnTo>
                  <a:pt x="6508479" y="4896130"/>
                </a:lnTo>
                <a:cubicBezTo>
                  <a:pt x="6449320" y="4843544"/>
                  <a:pt x="6419740" y="4751518"/>
                  <a:pt x="6419740" y="4620054"/>
                </a:cubicBezTo>
                <a:lnTo>
                  <a:pt x="6419740" y="4600334"/>
                </a:lnTo>
                <a:lnTo>
                  <a:pt x="6173244" y="4620054"/>
                </a:lnTo>
                <a:cubicBezTo>
                  <a:pt x="6120658" y="4620054"/>
                  <a:pt x="6048352" y="4574041"/>
                  <a:pt x="5956327" y="4482016"/>
                </a:cubicBezTo>
                <a:lnTo>
                  <a:pt x="5985906" y="4472156"/>
                </a:lnTo>
                <a:lnTo>
                  <a:pt x="6054926" y="4482016"/>
                </a:lnTo>
                <a:cubicBezTo>
                  <a:pt x="6298135" y="4482016"/>
                  <a:pt x="6419740" y="4468869"/>
                  <a:pt x="6419740" y="4442576"/>
                </a:cubicBezTo>
                <a:lnTo>
                  <a:pt x="6380301" y="4166500"/>
                </a:lnTo>
                <a:lnTo>
                  <a:pt x="6400021" y="4136920"/>
                </a:lnTo>
                <a:lnTo>
                  <a:pt x="6419740" y="4136920"/>
                </a:lnTo>
                <a:cubicBezTo>
                  <a:pt x="6564352" y="4222373"/>
                  <a:pt x="6689243" y="4314398"/>
                  <a:pt x="6794415" y="4412997"/>
                </a:cubicBezTo>
                <a:lnTo>
                  <a:pt x="7090211" y="4412997"/>
                </a:lnTo>
                <a:cubicBezTo>
                  <a:pt x="7175663" y="4412997"/>
                  <a:pt x="7241396" y="4317684"/>
                  <a:pt x="7287408" y="4127060"/>
                </a:cubicBezTo>
                <a:lnTo>
                  <a:pt x="7287408" y="4097481"/>
                </a:lnTo>
                <a:lnTo>
                  <a:pt x="7267688" y="4018602"/>
                </a:lnTo>
                <a:close/>
                <a:moveTo>
                  <a:pt x="3841171" y="3814691"/>
                </a:moveTo>
                <a:lnTo>
                  <a:pt x="3869672" y="3828941"/>
                </a:lnTo>
                <a:lnTo>
                  <a:pt x="3983674" y="3814691"/>
                </a:lnTo>
                <a:lnTo>
                  <a:pt x="4197428" y="3814691"/>
                </a:lnTo>
                <a:lnTo>
                  <a:pt x="4268680" y="3885942"/>
                </a:lnTo>
                <a:lnTo>
                  <a:pt x="4268680" y="3914443"/>
                </a:lnTo>
                <a:cubicBezTo>
                  <a:pt x="4268680" y="4009445"/>
                  <a:pt x="3931423" y="4137697"/>
                  <a:pt x="3256909" y="4299201"/>
                </a:cubicBezTo>
                <a:cubicBezTo>
                  <a:pt x="3171407" y="4270700"/>
                  <a:pt x="3066905" y="4180448"/>
                  <a:pt x="2943403" y="4028445"/>
                </a:cubicBezTo>
                <a:lnTo>
                  <a:pt x="2943403" y="3999944"/>
                </a:lnTo>
                <a:cubicBezTo>
                  <a:pt x="2943403" y="3971444"/>
                  <a:pt x="2962403" y="3957194"/>
                  <a:pt x="3000404" y="3957194"/>
                </a:cubicBezTo>
                <a:cubicBezTo>
                  <a:pt x="3171407" y="3957194"/>
                  <a:pt x="3451663" y="3909693"/>
                  <a:pt x="3841171" y="3814691"/>
                </a:cubicBezTo>
                <a:close/>
                <a:moveTo>
                  <a:pt x="5394453" y="3629437"/>
                </a:moveTo>
                <a:lnTo>
                  <a:pt x="5422954" y="3629437"/>
                </a:lnTo>
                <a:cubicBezTo>
                  <a:pt x="5460954" y="3629437"/>
                  <a:pt x="5536956" y="3695938"/>
                  <a:pt x="5650958" y="3828941"/>
                </a:cubicBezTo>
                <a:lnTo>
                  <a:pt x="5650958" y="3885942"/>
                </a:lnTo>
                <a:lnTo>
                  <a:pt x="5565457" y="3957194"/>
                </a:lnTo>
                <a:lnTo>
                  <a:pt x="5508455" y="3957194"/>
                </a:lnTo>
                <a:cubicBezTo>
                  <a:pt x="5441954" y="3957194"/>
                  <a:pt x="5399203" y="3852691"/>
                  <a:pt x="5380203" y="3643687"/>
                </a:cubicBezTo>
                <a:close/>
                <a:moveTo>
                  <a:pt x="4468184" y="3301680"/>
                </a:moveTo>
                <a:cubicBezTo>
                  <a:pt x="4572686" y="3301680"/>
                  <a:pt x="4786440" y="3463183"/>
                  <a:pt x="5109447" y="3786190"/>
                </a:cubicBezTo>
                <a:lnTo>
                  <a:pt x="5123697" y="3885942"/>
                </a:lnTo>
                <a:lnTo>
                  <a:pt x="5080947" y="4071196"/>
                </a:lnTo>
                <a:lnTo>
                  <a:pt x="5223449" y="4071196"/>
                </a:lnTo>
                <a:cubicBezTo>
                  <a:pt x="5327952" y="4090196"/>
                  <a:pt x="5384953" y="4118697"/>
                  <a:pt x="5394453" y="4156698"/>
                </a:cubicBezTo>
                <a:lnTo>
                  <a:pt x="5394453" y="4199448"/>
                </a:lnTo>
                <a:cubicBezTo>
                  <a:pt x="5394453" y="4237449"/>
                  <a:pt x="5275701" y="4284950"/>
                  <a:pt x="5038196" y="4341951"/>
                </a:cubicBezTo>
                <a:lnTo>
                  <a:pt x="4995445" y="4826461"/>
                </a:lnTo>
                <a:cubicBezTo>
                  <a:pt x="4995445" y="5320471"/>
                  <a:pt x="5171198" y="5781231"/>
                  <a:pt x="5522706" y="6208740"/>
                </a:cubicBezTo>
                <a:lnTo>
                  <a:pt x="5836212" y="6493745"/>
                </a:lnTo>
                <a:lnTo>
                  <a:pt x="5836212" y="6550747"/>
                </a:lnTo>
                <a:cubicBezTo>
                  <a:pt x="5836212" y="6588748"/>
                  <a:pt x="5802961" y="6617248"/>
                  <a:pt x="5736460" y="6636249"/>
                </a:cubicBezTo>
                <a:cubicBezTo>
                  <a:pt x="5536956" y="6588748"/>
                  <a:pt x="5327952" y="6446245"/>
                  <a:pt x="5109447" y="6208740"/>
                </a:cubicBezTo>
                <a:cubicBezTo>
                  <a:pt x="4700939" y="5686229"/>
                  <a:pt x="4496685" y="5154218"/>
                  <a:pt x="4496685" y="4612707"/>
                </a:cubicBezTo>
                <a:lnTo>
                  <a:pt x="4468184" y="4527205"/>
                </a:lnTo>
                <a:lnTo>
                  <a:pt x="4425433" y="4527205"/>
                </a:lnTo>
                <a:lnTo>
                  <a:pt x="3570416" y="4683958"/>
                </a:lnTo>
                <a:cubicBezTo>
                  <a:pt x="3769920" y="4883462"/>
                  <a:pt x="3874422" y="5021215"/>
                  <a:pt x="3883922" y="5097217"/>
                </a:cubicBezTo>
                <a:lnTo>
                  <a:pt x="3983674" y="5082967"/>
                </a:lnTo>
                <a:cubicBezTo>
                  <a:pt x="4126177" y="5092467"/>
                  <a:pt x="4197428" y="5116217"/>
                  <a:pt x="4197428" y="5154218"/>
                </a:cubicBezTo>
                <a:lnTo>
                  <a:pt x="4197428" y="5182719"/>
                </a:lnTo>
                <a:cubicBezTo>
                  <a:pt x="4197428" y="5220719"/>
                  <a:pt x="4102427" y="5239720"/>
                  <a:pt x="3912423" y="5239720"/>
                </a:cubicBezTo>
                <a:lnTo>
                  <a:pt x="3869672" y="5481975"/>
                </a:lnTo>
                <a:lnTo>
                  <a:pt x="3912423" y="5481975"/>
                </a:lnTo>
                <a:lnTo>
                  <a:pt x="4268680" y="5367972"/>
                </a:lnTo>
                <a:lnTo>
                  <a:pt x="4325681" y="5467724"/>
                </a:lnTo>
                <a:lnTo>
                  <a:pt x="4325681" y="5510475"/>
                </a:lnTo>
                <a:lnTo>
                  <a:pt x="3883922" y="5838232"/>
                </a:lnTo>
                <a:lnTo>
                  <a:pt x="3613166" y="6123238"/>
                </a:lnTo>
                <a:lnTo>
                  <a:pt x="3527665" y="6066237"/>
                </a:lnTo>
                <a:cubicBezTo>
                  <a:pt x="3394662" y="6151738"/>
                  <a:pt x="3228409" y="6294241"/>
                  <a:pt x="3028905" y="6493745"/>
                </a:cubicBezTo>
                <a:lnTo>
                  <a:pt x="2829400" y="6493745"/>
                </a:lnTo>
                <a:cubicBezTo>
                  <a:pt x="2620396" y="6379743"/>
                  <a:pt x="2515894" y="6270491"/>
                  <a:pt x="2515894" y="6165989"/>
                </a:cubicBezTo>
                <a:lnTo>
                  <a:pt x="2914902" y="5952234"/>
                </a:lnTo>
                <a:lnTo>
                  <a:pt x="2900652" y="5838232"/>
                </a:lnTo>
                <a:lnTo>
                  <a:pt x="2900652" y="5154218"/>
                </a:lnTo>
                <a:lnTo>
                  <a:pt x="2872152" y="5040216"/>
                </a:lnTo>
                <a:lnTo>
                  <a:pt x="2900652" y="5011715"/>
                </a:lnTo>
                <a:lnTo>
                  <a:pt x="2914902" y="5011715"/>
                </a:lnTo>
                <a:cubicBezTo>
                  <a:pt x="3038405" y="5116217"/>
                  <a:pt x="3152407" y="5225469"/>
                  <a:pt x="3256909" y="5339472"/>
                </a:cubicBezTo>
                <a:lnTo>
                  <a:pt x="3214158" y="5795481"/>
                </a:lnTo>
                <a:lnTo>
                  <a:pt x="3313910" y="5752730"/>
                </a:lnTo>
                <a:cubicBezTo>
                  <a:pt x="3275910" y="5458224"/>
                  <a:pt x="3256909" y="5139968"/>
                  <a:pt x="3256909" y="4797961"/>
                </a:cubicBezTo>
                <a:lnTo>
                  <a:pt x="3228409" y="4769460"/>
                </a:lnTo>
                <a:lnTo>
                  <a:pt x="2829400" y="4869212"/>
                </a:lnTo>
                <a:cubicBezTo>
                  <a:pt x="2724899" y="4869212"/>
                  <a:pt x="2648897" y="4816961"/>
                  <a:pt x="2601396" y="4712459"/>
                </a:cubicBezTo>
                <a:cubicBezTo>
                  <a:pt x="2601396" y="4636458"/>
                  <a:pt x="3185658" y="4484454"/>
                  <a:pt x="4354182" y="4256450"/>
                </a:cubicBezTo>
                <a:cubicBezTo>
                  <a:pt x="4430183" y="4256450"/>
                  <a:pt x="4468184" y="4237449"/>
                  <a:pt x="4468184" y="4199448"/>
                </a:cubicBezTo>
                <a:lnTo>
                  <a:pt x="4496685" y="3672188"/>
                </a:lnTo>
                <a:lnTo>
                  <a:pt x="4468184" y="3558185"/>
                </a:lnTo>
                <a:lnTo>
                  <a:pt x="4496685" y="3529685"/>
                </a:lnTo>
                <a:lnTo>
                  <a:pt x="4468184" y="3415682"/>
                </a:lnTo>
                <a:close/>
                <a:moveTo>
                  <a:pt x="5561635" y="3003608"/>
                </a:moveTo>
                <a:lnTo>
                  <a:pt x="5591214" y="3003608"/>
                </a:lnTo>
                <a:lnTo>
                  <a:pt x="5729253" y="3141646"/>
                </a:lnTo>
                <a:cubicBezTo>
                  <a:pt x="5716106" y="3187659"/>
                  <a:pt x="5693100" y="3217239"/>
                  <a:pt x="5660234" y="3230385"/>
                </a:cubicBezTo>
                <a:lnTo>
                  <a:pt x="5630654" y="3230385"/>
                </a:lnTo>
                <a:cubicBezTo>
                  <a:pt x="5604361" y="3230385"/>
                  <a:pt x="5581355" y="3174513"/>
                  <a:pt x="5561635" y="3062767"/>
                </a:cubicBezTo>
                <a:close/>
                <a:moveTo>
                  <a:pt x="5581355" y="2678233"/>
                </a:moveTo>
                <a:lnTo>
                  <a:pt x="5581355" y="2816271"/>
                </a:lnTo>
                <a:lnTo>
                  <a:pt x="5591214" y="2816271"/>
                </a:lnTo>
                <a:cubicBezTo>
                  <a:pt x="5610934" y="2816271"/>
                  <a:pt x="5620794" y="2803124"/>
                  <a:pt x="5620794" y="2776831"/>
                </a:cubicBezTo>
                <a:cubicBezTo>
                  <a:pt x="5614221" y="2711099"/>
                  <a:pt x="5601074" y="2678233"/>
                  <a:pt x="5581355" y="2678233"/>
                </a:cubicBezTo>
                <a:close/>
                <a:moveTo>
                  <a:pt x="6734959" y="2372577"/>
                </a:moveTo>
                <a:lnTo>
                  <a:pt x="6794118" y="2372577"/>
                </a:lnTo>
                <a:cubicBezTo>
                  <a:pt x="6945302" y="2589495"/>
                  <a:pt x="7020895" y="2737392"/>
                  <a:pt x="7020895" y="2816271"/>
                </a:cubicBezTo>
                <a:lnTo>
                  <a:pt x="6744819" y="3190946"/>
                </a:lnTo>
                <a:cubicBezTo>
                  <a:pt x="7034041" y="3434156"/>
                  <a:pt x="7221378" y="3565620"/>
                  <a:pt x="7306830" y="3585340"/>
                </a:cubicBezTo>
                <a:lnTo>
                  <a:pt x="7336410" y="3624779"/>
                </a:lnTo>
                <a:lnTo>
                  <a:pt x="7336410" y="3674079"/>
                </a:lnTo>
                <a:cubicBezTo>
                  <a:pt x="7336410" y="3706945"/>
                  <a:pt x="7290397" y="3726665"/>
                  <a:pt x="7198372" y="3733238"/>
                </a:cubicBezTo>
                <a:lnTo>
                  <a:pt x="6991315" y="3733238"/>
                </a:lnTo>
                <a:cubicBezTo>
                  <a:pt x="6958449" y="3772677"/>
                  <a:pt x="6925583" y="3792397"/>
                  <a:pt x="6892716" y="3792397"/>
                </a:cubicBezTo>
                <a:cubicBezTo>
                  <a:pt x="6833557" y="3792397"/>
                  <a:pt x="6708666" y="3664219"/>
                  <a:pt x="6518042" y="3407863"/>
                </a:cubicBezTo>
                <a:lnTo>
                  <a:pt x="6498322" y="3407863"/>
                </a:lnTo>
                <a:cubicBezTo>
                  <a:pt x="6360284" y="3499888"/>
                  <a:pt x="6258399" y="3545901"/>
                  <a:pt x="6192666" y="3545901"/>
                </a:cubicBezTo>
                <a:lnTo>
                  <a:pt x="6133507" y="3545901"/>
                </a:lnTo>
                <a:cubicBezTo>
                  <a:pt x="6074348" y="3545901"/>
                  <a:pt x="6034908" y="3513035"/>
                  <a:pt x="6015189" y="3447302"/>
                </a:cubicBezTo>
                <a:cubicBezTo>
                  <a:pt x="6015189" y="3407863"/>
                  <a:pt x="6054628" y="3388143"/>
                  <a:pt x="6133507" y="3388143"/>
                </a:cubicBezTo>
                <a:lnTo>
                  <a:pt x="6133507" y="3407863"/>
                </a:lnTo>
                <a:cubicBezTo>
                  <a:pt x="6218959" y="3381570"/>
                  <a:pt x="6301125" y="3309264"/>
                  <a:pt x="6380004" y="3190946"/>
                </a:cubicBezTo>
                <a:lnTo>
                  <a:pt x="6380004" y="3171226"/>
                </a:lnTo>
                <a:cubicBezTo>
                  <a:pt x="6281405" y="3006895"/>
                  <a:pt x="6209099" y="2835991"/>
                  <a:pt x="6163087" y="2658513"/>
                </a:cubicBezTo>
                <a:lnTo>
                  <a:pt x="6163087" y="2648653"/>
                </a:lnTo>
                <a:lnTo>
                  <a:pt x="6182806" y="2628933"/>
                </a:lnTo>
                <a:lnTo>
                  <a:pt x="6182806" y="2619074"/>
                </a:lnTo>
                <a:cubicBezTo>
                  <a:pt x="6209099" y="2619074"/>
                  <a:pt x="6327418" y="2734105"/>
                  <a:pt x="6537761" y="2964169"/>
                </a:cubicBezTo>
                <a:cubicBezTo>
                  <a:pt x="6603494" y="2885290"/>
                  <a:pt x="6669226" y="2727533"/>
                  <a:pt x="6734959" y="2490895"/>
                </a:cubicBezTo>
                <a:lnTo>
                  <a:pt x="6734959" y="2471176"/>
                </a:lnTo>
                <a:cubicBezTo>
                  <a:pt x="6570628" y="2635507"/>
                  <a:pt x="6462169" y="2717672"/>
                  <a:pt x="6409583" y="2717672"/>
                </a:cubicBezTo>
                <a:lnTo>
                  <a:pt x="6399723" y="2717672"/>
                </a:lnTo>
                <a:cubicBezTo>
                  <a:pt x="6347137" y="2671660"/>
                  <a:pt x="6320844" y="2622360"/>
                  <a:pt x="6320844" y="2569774"/>
                </a:cubicBezTo>
                <a:cubicBezTo>
                  <a:pt x="6596921" y="2523762"/>
                  <a:pt x="6734959" y="2458029"/>
                  <a:pt x="6734959" y="2372577"/>
                </a:cubicBezTo>
                <a:close/>
                <a:moveTo>
                  <a:pt x="5798272" y="2155661"/>
                </a:moveTo>
                <a:cubicBezTo>
                  <a:pt x="5949456" y="2273979"/>
                  <a:pt x="6051341" y="2408730"/>
                  <a:pt x="6103927" y="2559914"/>
                </a:cubicBezTo>
                <a:lnTo>
                  <a:pt x="6103927" y="2589495"/>
                </a:lnTo>
                <a:lnTo>
                  <a:pt x="6074348" y="2717672"/>
                </a:lnTo>
                <a:lnTo>
                  <a:pt x="6074348" y="2747252"/>
                </a:lnTo>
                <a:lnTo>
                  <a:pt x="6133507" y="2757112"/>
                </a:lnTo>
                <a:cubicBezTo>
                  <a:pt x="6113787" y="2835991"/>
                  <a:pt x="6074348" y="2875431"/>
                  <a:pt x="6015189" y="2875431"/>
                </a:cubicBezTo>
                <a:lnTo>
                  <a:pt x="5995469" y="3092347"/>
                </a:lnTo>
                <a:lnTo>
                  <a:pt x="5995469" y="3388143"/>
                </a:lnTo>
                <a:lnTo>
                  <a:pt x="5975749" y="3407863"/>
                </a:lnTo>
                <a:lnTo>
                  <a:pt x="5995469" y="3417722"/>
                </a:lnTo>
                <a:lnTo>
                  <a:pt x="5995469" y="3447302"/>
                </a:lnTo>
                <a:cubicBezTo>
                  <a:pt x="5988896" y="3552474"/>
                  <a:pt x="5936310" y="3605060"/>
                  <a:pt x="5837711" y="3605060"/>
                </a:cubicBezTo>
                <a:cubicBezTo>
                  <a:pt x="5811418" y="3605060"/>
                  <a:pt x="5781839" y="3476882"/>
                  <a:pt x="5748972" y="3220525"/>
                </a:cubicBezTo>
                <a:lnTo>
                  <a:pt x="5748972" y="3200806"/>
                </a:lnTo>
                <a:lnTo>
                  <a:pt x="5768692" y="3200806"/>
                </a:lnTo>
                <a:lnTo>
                  <a:pt x="5778552" y="3220525"/>
                </a:lnTo>
                <a:lnTo>
                  <a:pt x="5798272" y="3171226"/>
                </a:lnTo>
                <a:lnTo>
                  <a:pt x="5778552" y="3092347"/>
                </a:lnTo>
                <a:lnTo>
                  <a:pt x="5778552" y="2934589"/>
                </a:lnTo>
                <a:lnTo>
                  <a:pt x="5798272" y="2914870"/>
                </a:lnTo>
                <a:lnTo>
                  <a:pt x="5798272" y="2905010"/>
                </a:lnTo>
                <a:lnTo>
                  <a:pt x="5778552" y="2885290"/>
                </a:lnTo>
                <a:cubicBezTo>
                  <a:pt x="5614221" y="2911583"/>
                  <a:pt x="5532055" y="2941162"/>
                  <a:pt x="5532055" y="2974029"/>
                </a:cubicBezTo>
                <a:cubicBezTo>
                  <a:pt x="5532055" y="3118640"/>
                  <a:pt x="5466323" y="3296118"/>
                  <a:pt x="5334858" y="3506461"/>
                </a:cubicBezTo>
                <a:lnTo>
                  <a:pt x="5137661" y="3585340"/>
                </a:lnTo>
                <a:lnTo>
                  <a:pt x="5117941" y="3486742"/>
                </a:lnTo>
                <a:lnTo>
                  <a:pt x="5117941" y="3476882"/>
                </a:lnTo>
                <a:lnTo>
                  <a:pt x="5117941" y="3457162"/>
                </a:lnTo>
                <a:lnTo>
                  <a:pt x="5117941" y="3447302"/>
                </a:lnTo>
                <a:lnTo>
                  <a:pt x="5117941" y="3417722"/>
                </a:lnTo>
                <a:cubicBezTo>
                  <a:pt x="5137661" y="3319124"/>
                  <a:pt x="5183674" y="3200806"/>
                  <a:pt x="5255979" y="3062767"/>
                </a:cubicBezTo>
                <a:lnTo>
                  <a:pt x="5255979" y="3003608"/>
                </a:lnTo>
                <a:lnTo>
                  <a:pt x="5246119" y="3003608"/>
                </a:lnTo>
                <a:cubicBezTo>
                  <a:pt x="5206680" y="3003608"/>
                  <a:pt x="5137661" y="3033188"/>
                  <a:pt x="5039062" y="3092347"/>
                </a:cubicBezTo>
                <a:cubicBezTo>
                  <a:pt x="4966757" y="3072627"/>
                  <a:pt x="4930604" y="3029901"/>
                  <a:pt x="4930604" y="2964169"/>
                </a:cubicBezTo>
                <a:lnTo>
                  <a:pt x="5255979" y="2875431"/>
                </a:lnTo>
                <a:lnTo>
                  <a:pt x="5275699" y="2816271"/>
                </a:lnTo>
                <a:lnTo>
                  <a:pt x="5255979" y="2658513"/>
                </a:lnTo>
                <a:lnTo>
                  <a:pt x="5275699" y="2648653"/>
                </a:lnTo>
                <a:lnTo>
                  <a:pt x="5275699" y="2628933"/>
                </a:lnTo>
                <a:lnTo>
                  <a:pt x="5255979" y="2619074"/>
                </a:lnTo>
                <a:lnTo>
                  <a:pt x="5275699" y="2500755"/>
                </a:lnTo>
                <a:lnTo>
                  <a:pt x="5275699" y="2402157"/>
                </a:lnTo>
                <a:lnTo>
                  <a:pt x="5305279" y="2362717"/>
                </a:lnTo>
                <a:lnTo>
                  <a:pt x="5532055" y="2599354"/>
                </a:lnTo>
                <a:lnTo>
                  <a:pt x="5561635" y="2569774"/>
                </a:lnTo>
                <a:lnTo>
                  <a:pt x="5610934" y="2569774"/>
                </a:lnTo>
                <a:cubicBezTo>
                  <a:pt x="5689813" y="2628933"/>
                  <a:pt x="5729253" y="2688093"/>
                  <a:pt x="5729253" y="2747252"/>
                </a:cubicBezTo>
                <a:lnTo>
                  <a:pt x="5670093" y="2806411"/>
                </a:lnTo>
                <a:lnTo>
                  <a:pt x="5719393" y="2806411"/>
                </a:lnTo>
                <a:lnTo>
                  <a:pt x="5778552" y="2786691"/>
                </a:lnTo>
                <a:lnTo>
                  <a:pt x="5778552" y="2658513"/>
                </a:lnTo>
                <a:lnTo>
                  <a:pt x="5768692" y="2619074"/>
                </a:lnTo>
                <a:lnTo>
                  <a:pt x="5778552" y="2530335"/>
                </a:lnTo>
                <a:lnTo>
                  <a:pt x="5778552" y="2342997"/>
                </a:lnTo>
                <a:lnTo>
                  <a:pt x="5798272" y="2333138"/>
                </a:lnTo>
                <a:lnTo>
                  <a:pt x="5798272" y="2313418"/>
                </a:lnTo>
                <a:lnTo>
                  <a:pt x="5778552" y="2313418"/>
                </a:lnTo>
                <a:cubicBezTo>
                  <a:pt x="5686526" y="2398870"/>
                  <a:pt x="5610934" y="2441597"/>
                  <a:pt x="5551775" y="2441597"/>
                </a:cubicBezTo>
                <a:lnTo>
                  <a:pt x="5502476" y="2441597"/>
                </a:lnTo>
                <a:cubicBezTo>
                  <a:pt x="5456463" y="2441597"/>
                  <a:pt x="5430170" y="2428450"/>
                  <a:pt x="5423597" y="2402157"/>
                </a:cubicBezTo>
                <a:cubicBezTo>
                  <a:pt x="5476183" y="2349571"/>
                  <a:pt x="5584641" y="2293699"/>
                  <a:pt x="5748972" y="2234539"/>
                </a:cubicBezTo>
                <a:lnTo>
                  <a:pt x="5768692" y="2204959"/>
                </a:lnTo>
                <a:cubicBezTo>
                  <a:pt x="5768692" y="2172093"/>
                  <a:pt x="5778552" y="2155661"/>
                  <a:pt x="5798272" y="2155661"/>
                </a:cubicBezTo>
                <a:close/>
                <a:moveTo>
                  <a:pt x="6350424" y="1790845"/>
                </a:moveTo>
                <a:cubicBezTo>
                  <a:pt x="6481889" y="1876298"/>
                  <a:pt x="6547621" y="1961750"/>
                  <a:pt x="6547621" y="2047202"/>
                </a:cubicBezTo>
                <a:cubicBezTo>
                  <a:pt x="6547621" y="2185240"/>
                  <a:pt x="6481889" y="2316705"/>
                  <a:pt x="6350424" y="2441597"/>
                </a:cubicBezTo>
                <a:lnTo>
                  <a:pt x="6182806" y="2471176"/>
                </a:lnTo>
                <a:lnTo>
                  <a:pt x="6163087" y="2431736"/>
                </a:lnTo>
                <a:cubicBezTo>
                  <a:pt x="6163087" y="2359430"/>
                  <a:pt x="6209099" y="2224679"/>
                  <a:pt x="6301125" y="2027482"/>
                </a:cubicBezTo>
                <a:lnTo>
                  <a:pt x="6320844" y="1919024"/>
                </a:lnTo>
                <a:lnTo>
                  <a:pt x="6301125" y="1810565"/>
                </a:lnTo>
                <a:close/>
                <a:moveTo>
                  <a:pt x="5620794" y="1583788"/>
                </a:moveTo>
                <a:lnTo>
                  <a:pt x="5630654" y="1583788"/>
                </a:lnTo>
                <a:cubicBezTo>
                  <a:pt x="5762119" y="1721826"/>
                  <a:pt x="5847571" y="1833571"/>
                  <a:pt x="5887010" y="1919024"/>
                </a:cubicBezTo>
                <a:lnTo>
                  <a:pt x="5887010" y="1997902"/>
                </a:lnTo>
                <a:cubicBezTo>
                  <a:pt x="5887010" y="2030769"/>
                  <a:pt x="5702960" y="2132654"/>
                  <a:pt x="5334858" y="2303558"/>
                </a:cubicBezTo>
                <a:lnTo>
                  <a:pt x="5305279" y="2273979"/>
                </a:lnTo>
                <a:cubicBezTo>
                  <a:pt x="5338145" y="2247686"/>
                  <a:pt x="5397304" y="2145800"/>
                  <a:pt x="5482756" y="1968323"/>
                </a:cubicBezTo>
                <a:cubicBezTo>
                  <a:pt x="5574781" y="1830285"/>
                  <a:pt x="5620794" y="1702107"/>
                  <a:pt x="5620794" y="1583788"/>
                </a:cubicBezTo>
                <a:close/>
                <a:moveTo>
                  <a:pt x="5532055" y="325375"/>
                </a:moveTo>
                <a:lnTo>
                  <a:pt x="5561635" y="325375"/>
                </a:lnTo>
                <a:cubicBezTo>
                  <a:pt x="5758832" y="673757"/>
                  <a:pt x="5857431" y="874241"/>
                  <a:pt x="5857431" y="926827"/>
                </a:cubicBezTo>
                <a:lnTo>
                  <a:pt x="5857431" y="966266"/>
                </a:lnTo>
                <a:cubicBezTo>
                  <a:pt x="5778552" y="1084585"/>
                  <a:pt x="5670093" y="1183183"/>
                  <a:pt x="5532055" y="1262062"/>
                </a:cubicBezTo>
                <a:cubicBezTo>
                  <a:pt x="5532055" y="1288355"/>
                  <a:pt x="5502476" y="1301502"/>
                  <a:pt x="5443317" y="1301502"/>
                </a:cubicBezTo>
                <a:cubicBezTo>
                  <a:pt x="5292132" y="1465833"/>
                  <a:pt x="5193533" y="1547998"/>
                  <a:pt x="5147521" y="1547998"/>
                </a:cubicBezTo>
                <a:lnTo>
                  <a:pt x="5019343" y="1518419"/>
                </a:lnTo>
                <a:lnTo>
                  <a:pt x="4979903" y="1528279"/>
                </a:lnTo>
                <a:cubicBezTo>
                  <a:pt x="4953610" y="1488839"/>
                  <a:pt x="4940464" y="1423107"/>
                  <a:pt x="4940464" y="1331081"/>
                </a:cubicBezTo>
                <a:lnTo>
                  <a:pt x="5177100" y="1035285"/>
                </a:lnTo>
                <a:cubicBezTo>
                  <a:pt x="5321712" y="785502"/>
                  <a:pt x="5440030" y="548865"/>
                  <a:pt x="5532055" y="325375"/>
                </a:cubicBezTo>
                <a:close/>
                <a:moveTo>
                  <a:pt x="1886098" y="130186"/>
                </a:moveTo>
                <a:cubicBezTo>
                  <a:pt x="1886098" y="198522"/>
                  <a:pt x="2097943" y="287361"/>
                  <a:pt x="2521632" y="396700"/>
                </a:cubicBezTo>
                <a:cubicBezTo>
                  <a:pt x="2863317" y="697382"/>
                  <a:pt x="3034159" y="895559"/>
                  <a:pt x="3034159" y="991231"/>
                </a:cubicBezTo>
                <a:cubicBezTo>
                  <a:pt x="2965822" y="991231"/>
                  <a:pt x="2876984" y="1298747"/>
                  <a:pt x="2767645" y="1913779"/>
                </a:cubicBezTo>
                <a:lnTo>
                  <a:pt x="2685640" y="2036786"/>
                </a:lnTo>
                <a:lnTo>
                  <a:pt x="2767645" y="2036786"/>
                </a:lnTo>
                <a:cubicBezTo>
                  <a:pt x="3382677" y="1982116"/>
                  <a:pt x="3710694" y="1934280"/>
                  <a:pt x="3751696" y="1893278"/>
                </a:cubicBezTo>
                <a:cubicBezTo>
                  <a:pt x="4011376" y="1893278"/>
                  <a:pt x="4209553" y="1961615"/>
                  <a:pt x="4346227" y="2098289"/>
                </a:cubicBezTo>
                <a:cubicBezTo>
                  <a:pt x="4250555" y="2166625"/>
                  <a:pt x="4154884" y="2200794"/>
                  <a:pt x="4059212" y="2200794"/>
                </a:cubicBezTo>
                <a:cubicBezTo>
                  <a:pt x="3143497" y="2200794"/>
                  <a:pt x="2685640" y="2262297"/>
                  <a:pt x="2685640" y="2385304"/>
                </a:cubicBezTo>
                <a:lnTo>
                  <a:pt x="2665139" y="2610816"/>
                </a:lnTo>
                <a:lnTo>
                  <a:pt x="2603637" y="4599419"/>
                </a:lnTo>
                <a:cubicBezTo>
                  <a:pt x="2603637" y="4736093"/>
                  <a:pt x="2446461" y="4831765"/>
                  <a:pt x="2132112" y="4886434"/>
                </a:cubicBezTo>
                <a:cubicBezTo>
                  <a:pt x="1927101" y="4790763"/>
                  <a:pt x="1824596" y="4339739"/>
                  <a:pt x="1824596" y="3533364"/>
                </a:cubicBezTo>
                <a:lnTo>
                  <a:pt x="1763093" y="2836327"/>
                </a:lnTo>
                <a:lnTo>
                  <a:pt x="1824596" y="2836327"/>
                </a:lnTo>
                <a:lnTo>
                  <a:pt x="1742591" y="2405805"/>
                </a:lnTo>
                <a:lnTo>
                  <a:pt x="205011" y="2631316"/>
                </a:lnTo>
                <a:cubicBezTo>
                  <a:pt x="68337" y="2480976"/>
                  <a:pt x="0" y="2357969"/>
                  <a:pt x="0" y="2262297"/>
                </a:cubicBezTo>
                <a:lnTo>
                  <a:pt x="41002" y="2241796"/>
                </a:lnTo>
                <a:lnTo>
                  <a:pt x="205011" y="2323801"/>
                </a:lnTo>
                <a:lnTo>
                  <a:pt x="1742591" y="2118790"/>
                </a:lnTo>
                <a:lnTo>
                  <a:pt x="1742591" y="2036786"/>
                </a:lnTo>
                <a:lnTo>
                  <a:pt x="1763093" y="478704"/>
                </a:lnTo>
                <a:lnTo>
                  <a:pt x="1742591" y="253192"/>
                </a:lnTo>
                <a:close/>
                <a:moveTo>
                  <a:pt x="5956029" y="0"/>
                </a:moveTo>
                <a:lnTo>
                  <a:pt x="5975749" y="0"/>
                </a:lnTo>
                <a:cubicBezTo>
                  <a:pt x="6205813" y="230063"/>
                  <a:pt x="6508182" y="565299"/>
                  <a:pt x="6882857" y="1005706"/>
                </a:cubicBezTo>
                <a:lnTo>
                  <a:pt x="7405429" y="1419820"/>
                </a:lnTo>
                <a:lnTo>
                  <a:pt x="7405429" y="1449400"/>
                </a:lnTo>
                <a:cubicBezTo>
                  <a:pt x="7405429" y="1495412"/>
                  <a:pt x="7349556" y="1528279"/>
                  <a:pt x="7237812" y="1547998"/>
                </a:cubicBezTo>
                <a:lnTo>
                  <a:pt x="7139213" y="1528279"/>
                </a:lnTo>
                <a:cubicBezTo>
                  <a:pt x="7060334" y="1534852"/>
                  <a:pt x="7001175" y="1557858"/>
                  <a:pt x="6961735" y="1597298"/>
                </a:cubicBezTo>
                <a:lnTo>
                  <a:pt x="6912436" y="1597298"/>
                </a:lnTo>
                <a:lnTo>
                  <a:pt x="6902576" y="1587438"/>
                </a:lnTo>
                <a:lnTo>
                  <a:pt x="6823475" y="1616202"/>
                </a:lnTo>
                <a:lnTo>
                  <a:pt x="6844650" y="1633704"/>
                </a:lnTo>
                <a:cubicBezTo>
                  <a:pt x="6896414" y="1684236"/>
                  <a:pt x="6922296" y="1736616"/>
                  <a:pt x="6922296" y="1790845"/>
                </a:cubicBezTo>
                <a:cubicBezTo>
                  <a:pt x="6869710" y="1876298"/>
                  <a:pt x="6843417" y="1984756"/>
                  <a:pt x="6843417" y="2116221"/>
                </a:cubicBezTo>
                <a:lnTo>
                  <a:pt x="6843417" y="2126081"/>
                </a:lnTo>
                <a:cubicBezTo>
                  <a:pt x="6843417" y="2165520"/>
                  <a:pt x="6925583" y="2218106"/>
                  <a:pt x="7089914" y="2283838"/>
                </a:cubicBezTo>
                <a:lnTo>
                  <a:pt x="7099774" y="2303558"/>
                </a:lnTo>
                <a:lnTo>
                  <a:pt x="7099774" y="2313418"/>
                </a:lnTo>
                <a:lnTo>
                  <a:pt x="7020895" y="2412016"/>
                </a:lnTo>
                <a:lnTo>
                  <a:pt x="6981455" y="2412016"/>
                </a:lnTo>
                <a:cubicBezTo>
                  <a:pt x="6823697" y="2412016"/>
                  <a:pt x="6725099" y="2293699"/>
                  <a:pt x="6685659" y="2057062"/>
                </a:cubicBezTo>
                <a:lnTo>
                  <a:pt x="6685659" y="1899304"/>
                </a:lnTo>
                <a:lnTo>
                  <a:pt x="6705379" y="1790845"/>
                </a:lnTo>
                <a:lnTo>
                  <a:pt x="6685659" y="1790845"/>
                </a:lnTo>
                <a:lnTo>
                  <a:pt x="6547621" y="1830285"/>
                </a:lnTo>
                <a:lnTo>
                  <a:pt x="6498322" y="1771126"/>
                </a:lnTo>
                <a:cubicBezTo>
                  <a:pt x="6498322" y="1751406"/>
                  <a:pt x="6570628" y="1708680"/>
                  <a:pt x="6715239" y="1642947"/>
                </a:cubicBezTo>
                <a:cubicBezTo>
                  <a:pt x="6718526" y="1633088"/>
                  <a:pt x="6725921" y="1623228"/>
                  <a:pt x="6737424" y="1613368"/>
                </a:cubicBezTo>
                <a:lnTo>
                  <a:pt x="6770312" y="1592597"/>
                </a:lnTo>
                <a:lnTo>
                  <a:pt x="6301125" y="916967"/>
                </a:lnTo>
                <a:cubicBezTo>
                  <a:pt x="6044768" y="568585"/>
                  <a:pt x="5916590" y="282649"/>
                  <a:pt x="5916590" y="59159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13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481226" y="253514"/>
            <a:ext cx="730351" cy="6350971"/>
            <a:chOff x="1295709" y="63456"/>
            <a:chExt cx="730351" cy="6350971"/>
          </a:xfrm>
        </p:grpSpPr>
        <p:sp>
          <p:nvSpPr>
            <p:cNvPr id="9" name="文本框 8"/>
            <p:cNvSpPr txBox="1"/>
            <p:nvPr/>
          </p:nvSpPr>
          <p:spPr>
            <a:xfrm>
              <a:off x="1295710" y="412784"/>
              <a:ext cx="730350" cy="6001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迷你简祥隶" panose="03000509000000000000" pitchFamily="65" charset="-122"/>
                  <a:ea typeface="迷你简祥隶" panose="03000509000000000000" pitchFamily="65" charset="-122"/>
                </a:rPr>
                <a:t>这么说就对了</a:t>
              </a:r>
              <a:endParaRPr lang="en-US" altLang="zh-CN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迷你简祥隶" panose="03000509000000000000" pitchFamily="65" charset="-122"/>
                <a:ea typeface="迷你简祥隶" panose="03000509000000000000" pitchFamily="65" charset="-122"/>
              </a:endParaRPr>
            </a:p>
            <a:p>
              <a:endParaRPr lang="en-US" altLang="zh-CN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迷你简祥隶" panose="03000509000000000000" pitchFamily="65" charset="-122"/>
                <a:ea typeface="迷你简祥隶" panose="03000509000000000000" pitchFamily="65" charset="-122"/>
              </a:endParaRPr>
            </a:p>
            <a:p>
              <a:endPara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迷你简祥隶" panose="03000509000000000000" pitchFamily="65" charset="-122"/>
                <a:ea typeface="迷你简祥隶" panose="03000509000000000000" pitchFamily="65" charset="-122"/>
              </a:endParaRPr>
            </a:p>
            <a:p>
              <a:r>
                <a:rPr lang="zh-CN" altLang="en-US" sz="3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迷你简祥隶" panose="03000509000000000000" pitchFamily="65" charset="-122"/>
                  <a:ea typeface="迷你简祥隶" panose="03000509000000000000" pitchFamily="65" charset="-122"/>
                </a:rPr>
                <a:t>读书笔记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迷你简祥隶" panose="03000509000000000000" pitchFamily="65" charset="-122"/>
                <a:ea typeface="迷你简祥隶" panose="03000509000000000000" pitchFamily="65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 rot="5400000">
              <a:off x="-307451" y="1666616"/>
              <a:ext cx="37910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迷你简祥隶" panose="03000509000000000000" pitchFamily="65" charset="-122"/>
                  <a:ea typeface="迷你简祥隶" panose="03000509000000000000" pitchFamily="65" charset="-122"/>
                </a:rPr>
                <a:t>《                         》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1302242" y="3065055"/>
            <a:ext cx="49638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迷你简祥隶" panose="03000509000000000000" pitchFamily="65" charset="-122"/>
                <a:ea typeface="迷你简祥隶" panose="03000509000000000000" pitchFamily="65" charset="-122"/>
              </a:rPr>
              <a:t>日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迷你简祥隶" panose="03000509000000000000" pitchFamily="65" charset="-122"/>
              <a:ea typeface="迷你简祥隶" panose="03000509000000000000" pitchFamily="65" charset="-122"/>
            </a:endParaRPr>
          </a:p>
          <a:p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迷你简祥隶" panose="03000509000000000000" pitchFamily="65" charset="-122"/>
              <a:ea typeface="迷你简祥隶" panose="03000509000000000000" pitchFamily="65" charset="-122"/>
            </a:endParaRPr>
          </a:p>
          <a:p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迷你简祥隶" panose="03000509000000000000" pitchFamily="65" charset="-122"/>
                <a:ea typeface="迷你简祥隶" panose="03000509000000000000" pitchFamily="65" charset="-122"/>
              </a:rPr>
              <a:t>结城优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迷你简祥隶" panose="03000509000000000000" pitchFamily="65" charset="-122"/>
              <a:ea typeface="迷你简祥隶" panose="03000509000000000000" pitchFamily="65" charset="-122"/>
            </a:endParaRPr>
          </a:p>
          <a:p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迷你简祥隶" panose="03000509000000000000" pitchFamily="65" charset="-122"/>
              <a:ea typeface="迷你简祥隶" panose="03000509000000000000" pitchFamily="65" charset="-122"/>
            </a:endParaRPr>
          </a:p>
          <a:p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迷你简祥隶" panose="03000509000000000000" pitchFamily="65" charset="-122"/>
                <a:ea typeface="迷你简祥隶" panose="03000509000000000000" pitchFamily="65" charset="-122"/>
              </a:rPr>
              <a:t>著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迷你简祥隶" panose="03000509000000000000" pitchFamily="65" charset="-122"/>
              <a:ea typeface="迷你简祥隶" panose="03000509000000000000" pitchFamily="65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0"/>
            <a:ext cx="572850" cy="68580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9971" y="1815180"/>
            <a:ext cx="49638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迷你简祥隶" panose="03000509000000000000" pitchFamily="65" charset="-122"/>
                <a:ea typeface="迷你简祥隶" panose="03000509000000000000" pitchFamily="65" charset="-122"/>
              </a:rPr>
              <a:t>PPT</a:t>
            </a:r>
          </a:p>
          <a:p>
            <a:pPr algn="ctr"/>
            <a:r>
              <a:rPr lang="en-US" altLang="zh-CN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迷你简祥隶" panose="03000509000000000000" pitchFamily="65" charset="-122"/>
                <a:ea typeface="迷你简祥隶" panose="03000509000000000000" pitchFamily="65" charset="-122"/>
              </a:rPr>
              <a:t>@</a:t>
            </a:r>
          </a:p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迷你简祥隶" panose="03000509000000000000" pitchFamily="65" charset="-122"/>
                <a:ea typeface="迷你简祥隶" panose="03000509000000000000" pitchFamily="65" charset="-122"/>
              </a:rPr>
              <a:t>小</a:t>
            </a:r>
            <a:r>
              <a:rPr lang="en-US" altLang="zh-CN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迷你简祥隶" panose="03000509000000000000" pitchFamily="65" charset="-122"/>
                <a:ea typeface="迷你简祥隶" panose="03000509000000000000" pitchFamily="65" charset="-122"/>
              </a:rPr>
              <a:t>F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迷你简祥隶" panose="03000509000000000000" pitchFamily="65" charset="-122"/>
                <a:ea typeface="迷你简祥隶" panose="03000509000000000000" pitchFamily="65" charset="-122"/>
              </a:rPr>
              <a:t>不是小</a:t>
            </a:r>
            <a:r>
              <a:rPr lang="en-US" altLang="zh-CN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迷你简祥隶" panose="03000509000000000000" pitchFamily="65" charset="-122"/>
                <a:ea typeface="迷你简祥隶" panose="03000509000000000000" pitchFamily="65" charset="-122"/>
              </a:rPr>
              <a:t>f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迷你简祥隶" panose="03000509000000000000" pitchFamily="65" charset="-122"/>
              <a:ea typeface="迷你简祥隶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44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 rot="19800000">
            <a:off x="-1514472" y="22983"/>
            <a:ext cx="15084272" cy="5410921"/>
          </a:xfrm>
          <a:custGeom>
            <a:avLst/>
            <a:gdLst/>
            <a:ahLst/>
            <a:cxnLst/>
            <a:rect l="l" t="t" r="r" b="b"/>
            <a:pathLst>
              <a:path w="15084272" h="5410921">
                <a:moveTo>
                  <a:pt x="5438204" y="4955980"/>
                </a:moveTo>
                <a:cubicBezTo>
                  <a:pt x="5462017" y="4970863"/>
                  <a:pt x="5480472" y="4986639"/>
                  <a:pt x="5493568" y="5003308"/>
                </a:cubicBezTo>
                <a:lnTo>
                  <a:pt x="5493568" y="5010452"/>
                </a:lnTo>
                <a:cubicBezTo>
                  <a:pt x="5493568" y="5022358"/>
                  <a:pt x="5472137" y="5030692"/>
                  <a:pt x="5429274" y="5035455"/>
                </a:cubicBezTo>
                <a:lnTo>
                  <a:pt x="5393555" y="5035455"/>
                </a:lnTo>
                <a:cubicBezTo>
                  <a:pt x="5360219" y="5025930"/>
                  <a:pt x="5328071" y="4985449"/>
                  <a:pt x="5297115" y="4914011"/>
                </a:cubicBezTo>
                <a:lnTo>
                  <a:pt x="5297115" y="4885436"/>
                </a:lnTo>
                <a:lnTo>
                  <a:pt x="5307831" y="4885436"/>
                </a:lnTo>
                <a:cubicBezTo>
                  <a:pt x="5307831" y="4894961"/>
                  <a:pt x="5314975" y="4905677"/>
                  <a:pt x="5329262" y="4917583"/>
                </a:cubicBezTo>
                <a:lnTo>
                  <a:pt x="5350693" y="4914011"/>
                </a:lnTo>
                <a:cubicBezTo>
                  <a:pt x="5385222" y="4927108"/>
                  <a:pt x="5414391" y="4941098"/>
                  <a:pt x="5438204" y="4955980"/>
                </a:cubicBezTo>
                <a:close/>
                <a:moveTo>
                  <a:pt x="5595367" y="4629154"/>
                </a:moveTo>
                <a:cubicBezTo>
                  <a:pt x="5608463" y="4632130"/>
                  <a:pt x="5615012" y="4636595"/>
                  <a:pt x="5615012" y="4642549"/>
                </a:cubicBezTo>
                <a:lnTo>
                  <a:pt x="5615012" y="4646121"/>
                </a:lnTo>
                <a:lnTo>
                  <a:pt x="5572149" y="4692555"/>
                </a:lnTo>
                <a:lnTo>
                  <a:pt x="5565006" y="4685411"/>
                </a:lnTo>
                <a:cubicBezTo>
                  <a:pt x="5555481" y="4692554"/>
                  <a:pt x="5485234" y="4703270"/>
                  <a:pt x="5354265" y="4717558"/>
                </a:cubicBezTo>
                <a:lnTo>
                  <a:pt x="5254252" y="4706842"/>
                </a:lnTo>
                <a:lnTo>
                  <a:pt x="5136381" y="4724701"/>
                </a:lnTo>
                <a:lnTo>
                  <a:pt x="5125665" y="4724701"/>
                </a:lnTo>
                <a:lnTo>
                  <a:pt x="5125665" y="4731846"/>
                </a:lnTo>
                <a:cubicBezTo>
                  <a:pt x="5244727" y="4843764"/>
                  <a:pt x="5304259" y="4911629"/>
                  <a:pt x="5304259" y="4935442"/>
                </a:cubicBezTo>
                <a:cubicBezTo>
                  <a:pt x="5294734" y="5097367"/>
                  <a:pt x="5281637" y="5178330"/>
                  <a:pt x="5264968" y="5178330"/>
                </a:cubicBezTo>
                <a:lnTo>
                  <a:pt x="5257825" y="5267626"/>
                </a:lnTo>
                <a:lnTo>
                  <a:pt x="5264968" y="5296201"/>
                </a:lnTo>
                <a:cubicBezTo>
                  <a:pt x="5248299" y="5343827"/>
                  <a:pt x="5229250" y="5372402"/>
                  <a:pt x="5207818" y="5381927"/>
                </a:cubicBezTo>
                <a:lnTo>
                  <a:pt x="5204246" y="5381927"/>
                </a:lnTo>
                <a:lnTo>
                  <a:pt x="5197102" y="5374782"/>
                </a:lnTo>
                <a:lnTo>
                  <a:pt x="5193531" y="5374783"/>
                </a:lnTo>
                <a:lnTo>
                  <a:pt x="5161384" y="5406929"/>
                </a:lnTo>
                <a:cubicBezTo>
                  <a:pt x="5151859" y="5397404"/>
                  <a:pt x="5131618" y="5390261"/>
                  <a:pt x="5100662" y="5385498"/>
                </a:cubicBezTo>
                <a:cubicBezTo>
                  <a:pt x="5083993" y="5385498"/>
                  <a:pt x="5069706" y="5295011"/>
                  <a:pt x="5057800" y="5114036"/>
                </a:cubicBezTo>
                <a:lnTo>
                  <a:pt x="5064944" y="5003308"/>
                </a:lnTo>
                <a:lnTo>
                  <a:pt x="5064943" y="4892580"/>
                </a:lnTo>
                <a:lnTo>
                  <a:pt x="5050656" y="4842574"/>
                </a:lnTo>
                <a:lnTo>
                  <a:pt x="5057799" y="4842573"/>
                </a:lnTo>
                <a:lnTo>
                  <a:pt x="5047084" y="4763993"/>
                </a:lnTo>
                <a:lnTo>
                  <a:pt x="5050656" y="4742561"/>
                </a:lnTo>
                <a:lnTo>
                  <a:pt x="5047084" y="4735417"/>
                </a:lnTo>
                <a:cubicBezTo>
                  <a:pt x="5004221" y="4735417"/>
                  <a:pt x="4941118" y="4754467"/>
                  <a:pt x="4857774" y="4792567"/>
                </a:cubicBezTo>
                <a:cubicBezTo>
                  <a:pt x="4833962" y="4783042"/>
                  <a:pt x="4798243" y="4754467"/>
                  <a:pt x="4750618" y="4706842"/>
                </a:cubicBezTo>
                <a:lnTo>
                  <a:pt x="4750618" y="4696126"/>
                </a:lnTo>
                <a:lnTo>
                  <a:pt x="4761334" y="4685411"/>
                </a:lnTo>
                <a:lnTo>
                  <a:pt x="4772049" y="4685411"/>
                </a:lnTo>
                <a:lnTo>
                  <a:pt x="4779193" y="4692555"/>
                </a:lnTo>
                <a:lnTo>
                  <a:pt x="4800624" y="4685411"/>
                </a:lnTo>
                <a:cubicBezTo>
                  <a:pt x="4881587" y="4685411"/>
                  <a:pt x="5032796" y="4667551"/>
                  <a:pt x="5254252" y="4631833"/>
                </a:cubicBezTo>
                <a:lnTo>
                  <a:pt x="5297115" y="4635404"/>
                </a:lnTo>
                <a:lnTo>
                  <a:pt x="5332834" y="4635405"/>
                </a:lnTo>
                <a:cubicBezTo>
                  <a:pt x="5394746" y="4635404"/>
                  <a:pt x="5444753" y="4631833"/>
                  <a:pt x="5482852" y="4624689"/>
                </a:cubicBezTo>
                <a:lnTo>
                  <a:pt x="5482853" y="4631833"/>
                </a:lnTo>
                <a:lnTo>
                  <a:pt x="5486425" y="4624689"/>
                </a:lnTo>
                <a:lnTo>
                  <a:pt x="5536430" y="4624689"/>
                </a:lnTo>
                <a:cubicBezTo>
                  <a:pt x="5562624" y="4624689"/>
                  <a:pt x="5582269" y="4626177"/>
                  <a:pt x="5595367" y="4629154"/>
                </a:cubicBezTo>
                <a:close/>
                <a:moveTo>
                  <a:pt x="6462737" y="4899723"/>
                </a:moveTo>
                <a:cubicBezTo>
                  <a:pt x="6486550" y="4942586"/>
                  <a:pt x="6498455" y="4983067"/>
                  <a:pt x="6498456" y="5021167"/>
                </a:cubicBezTo>
                <a:lnTo>
                  <a:pt x="6477024" y="5021167"/>
                </a:lnTo>
                <a:lnTo>
                  <a:pt x="6394872" y="5014023"/>
                </a:lnTo>
                <a:lnTo>
                  <a:pt x="6362725" y="5010451"/>
                </a:lnTo>
                <a:lnTo>
                  <a:pt x="6194846" y="5006880"/>
                </a:lnTo>
                <a:lnTo>
                  <a:pt x="6094834" y="5006880"/>
                </a:lnTo>
                <a:lnTo>
                  <a:pt x="5773365" y="5056886"/>
                </a:lnTo>
                <a:cubicBezTo>
                  <a:pt x="5740027" y="5014023"/>
                  <a:pt x="5723359" y="4984258"/>
                  <a:pt x="5723359" y="4967589"/>
                </a:cubicBezTo>
                <a:lnTo>
                  <a:pt x="5773365" y="4953301"/>
                </a:lnTo>
                <a:lnTo>
                  <a:pt x="5780509" y="4960445"/>
                </a:lnTo>
                <a:lnTo>
                  <a:pt x="5798368" y="4953302"/>
                </a:lnTo>
                <a:lnTo>
                  <a:pt x="5819799" y="4953302"/>
                </a:lnTo>
                <a:lnTo>
                  <a:pt x="5830515" y="4953302"/>
                </a:lnTo>
                <a:lnTo>
                  <a:pt x="5837659" y="4953302"/>
                </a:lnTo>
                <a:lnTo>
                  <a:pt x="5841231" y="4953302"/>
                </a:lnTo>
                <a:lnTo>
                  <a:pt x="5844802" y="4953302"/>
                </a:lnTo>
                <a:lnTo>
                  <a:pt x="6316290" y="4910439"/>
                </a:lnTo>
                <a:lnTo>
                  <a:pt x="6348437" y="4906867"/>
                </a:lnTo>
                <a:cubicBezTo>
                  <a:pt x="6350818" y="4906867"/>
                  <a:pt x="6385346" y="4904486"/>
                  <a:pt x="6452021" y="4899723"/>
                </a:cubicBezTo>
                <a:lnTo>
                  <a:pt x="6459165" y="4906867"/>
                </a:lnTo>
                <a:close/>
                <a:moveTo>
                  <a:pt x="6924997" y="4873827"/>
                </a:moveTo>
                <a:cubicBezTo>
                  <a:pt x="6937498" y="4877994"/>
                  <a:pt x="6943749" y="4883054"/>
                  <a:pt x="6943749" y="4889007"/>
                </a:cubicBezTo>
                <a:cubicBezTo>
                  <a:pt x="6938987" y="4908058"/>
                  <a:pt x="6885409" y="4936633"/>
                  <a:pt x="6783015" y="4974733"/>
                </a:cubicBezTo>
                <a:cubicBezTo>
                  <a:pt x="6756821" y="4974733"/>
                  <a:pt x="6742534" y="4950920"/>
                  <a:pt x="6740153" y="4903295"/>
                </a:cubicBezTo>
                <a:lnTo>
                  <a:pt x="6743725" y="4899723"/>
                </a:lnTo>
                <a:lnTo>
                  <a:pt x="6743725" y="4889007"/>
                </a:lnTo>
                <a:lnTo>
                  <a:pt x="6772299" y="4899724"/>
                </a:lnTo>
                <a:lnTo>
                  <a:pt x="6868740" y="4864004"/>
                </a:lnTo>
                <a:cubicBezTo>
                  <a:pt x="6893743" y="4866386"/>
                  <a:pt x="6912495" y="4869660"/>
                  <a:pt x="6924997" y="4873827"/>
                </a:cubicBezTo>
                <a:close/>
                <a:moveTo>
                  <a:pt x="7600974" y="5250660"/>
                </a:moveTo>
                <a:cubicBezTo>
                  <a:pt x="7609309" y="5258399"/>
                  <a:pt x="7615262" y="5268817"/>
                  <a:pt x="7618834" y="5281914"/>
                </a:cubicBezTo>
                <a:cubicBezTo>
                  <a:pt x="7618834" y="5310489"/>
                  <a:pt x="7618834" y="5327158"/>
                  <a:pt x="7618834" y="5331920"/>
                </a:cubicBezTo>
                <a:cubicBezTo>
                  <a:pt x="7606927" y="5360495"/>
                  <a:pt x="7585496" y="5375973"/>
                  <a:pt x="7554540" y="5378355"/>
                </a:cubicBezTo>
                <a:cubicBezTo>
                  <a:pt x="7535490" y="5375973"/>
                  <a:pt x="7521202" y="5362876"/>
                  <a:pt x="7511677" y="5339064"/>
                </a:cubicBezTo>
                <a:cubicBezTo>
                  <a:pt x="7509296" y="5336683"/>
                  <a:pt x="7509296" y="5335492"/>
                  <a:pt x="7511677" y="5335492"/>
                </a:cubicBezTo>
                <a:cubicBezTo>
                  <a:pt x="7523584" y="5347398"/>
                  <a:pt x="7537871" y="5354542"/>
                  <a:pt x="7554540" y="5356923"/>
                </a:cubicBezTo>
                <a:cubicBezTo>
                  <a:pt x="7580734" y="5354542"/>
                  <a:pt x="7595021" y="5337873"/>
                  <a:pt x="7597402" y="5306917"/>
                </a:cubicBezTo>
                <a:cubicBezTo>
                  <a:pt x="7590259" y="5316442"/>
                  <a:pt x="7580734" y="5321204"/>
                  <a:pt x="7568827" y="5321204"/>
                </a:cubicBezTo>
                <a:cubicBezTo>
                  <a:pt x="7533109" y="5321205"/>
                  <a:pt x="7515249" y="5308108"/>
                  <a:pt x="7515250" y="5281914"/>
                </a:cubicBezTo>
                <a:cubicBezTo>
                  <a:pt x="7515249" y="5253339"/>
                  <a:pt x="7533109" y="5237861"/>
                  <a:pt x="7568827" y="5235479"/>
                </a:cubicBezTo>
                <a:cubicBezTo>
                  <a:pt x="7581924" y="5237860"/>
                  <a:pt x="7592640" y="5242921"/>
                  <a:pt x="7600974" y="5250660"/>
                </a:cubicBezTo>
                <a:close/>
                <a:moveTo>
                  <a:pt x="6902673" y="4746133"/>
                </a:moveTo>
                <a:cubicBezTo>
                  <a:pt x="6921723" y="4759230"/>
                  <a:pt x="6935415" y="4773517"/>
                  <a:pt x="6943749" y="4788995"/>
                </a:cubicBezTo>
                <a:lnTo>
                  <a:pt x="6943750" y="4803283"/>
                </a:lnTo>
                <a:lnTo>
                  <a:pt x="6922318" y="4828286"/>
                </a:lnTo>
                <a:cubicBezTo>
                  <a:pt x="6893744" y="4828286"/>
                  <a:pt x="6868740" y="4816379"/>
                  <a:pt x="6847309" y="4792567"/>
                </a:cubicBezTo>
                <a:lnTo>
                  <a:pt x="6854453" y="4763992"/>
                </a:lnTo>
                <a:lnTo>
                  <a:pt x="6822306" y="4731845"/>
                </a:lnTo>
                <a:lnTo>
                  <a:pt x="6822306" y="4721130"/>
                </a:lnTo>
                <a:lnTo>
                  <a:pt x="6829450" y="4717558"/>
                </a:lnTo>
                <a:lnTo>
                  <a:pt x="6829450" y="4710414"/>
                </a:lnTo>
                <a:cubicBezTo>
                  <a:pt x="6859215" y="4721130"/>
                  <a:pt x="6883623" y="4733036"/>
                  <a:pt x="6902673" y="4746133"/>
                </a:cubicBezTo>
                <a:close/>
                <a:moveTo>
                  <a:pt x="5001224" y="3462380"/>
                </a:moveTo>
                <a:cubicBezTo>
                  <a:pt x="4986937" y="3452856"/>
                  <a:pt x="4973443" y="3447697"/>
                  <a:pt x="4960743" y="3446903"/>
                </a:cubicBezTo>
                <a:lnTo>
                  <a:pt x="4953600" y="3446903"/>
                </a:lnTo>
                <a:cubicBezTo>
                  <a:pt x="4947249" y="3462778"/>
                  <a:pt x="4917087" y="3478652"/>
                  <a:pt x="4863112" y="3494528"/>
                </a:cubicBezTo>
                <a:lnTo>
                  <a:pt x="4844062" y="3489765"/>
                </a:lnTo>
                <a:lnTo>
                  <a:pt x="4844062" y="3494528"/>
                </a:lnTo>
                <a:lnTo>
                  <a:pt x="4839300" y="3499290"/>
                </a:lnTo>
                <a:lnTo>
                  <a:pt x="4865493" y="3535009"/>
                </a:lnTo>
                <a:cubicBezTo>
                  <a:pt x="4886130" y="3535009"/>
                  <a:pt x="4909149" y="3522309"/>
                  <a:pt x="4934549" y="3496909"/>
                </a:cubicBezTo>
                <a:lnTo>
                  <a:pt x="4939312" y="3499290"/>
                </a:lnTo>
                <a:lnTo>
                  <a:pt x="4941693" y="3504052"/>
                </a:lnTo>
                <a:lnTo>
                  <a:pt x="4941693" y="3506434"/>
                </a:lnTo>
                <a:cubicBezTo>
                  <a:pt x="4919468" y="3598509"/>
                  <a:pt x="4899624" y="3659627"/>
                  <a:pt x="4882162" y="3689790"/>
                </a:cubicBezTo>
                <a:lnTo>
                  <a:pt x="4870256" y="3687409"/>
                </a:lnTo>
                <a:lnTo>
                  <a:pt x="4860731" y="3694552"/>
                </a:lnTo>
                <a:lnTo>
                  <a:pt x="4860731" y="3696934"/>
                </a:lnTo>
                <a:cubicBezTo>
                  <a:pt x="4892481" y="3730271"/>
                  <a:pt x="4914706" y="3746940"/>
                  <a:pt x="4927406" y="3746940"/>
                </a:cubicBezTo>
                <a:lnTo>
                  <a:pt x="4929787" y="3746940"/>
                </a:lnTo>
                <a:cubicBezTo>
                  <a:pt x="4972649" y="3723127"/>
                  <a:pt x="5014718" y="3665978"/>
                  <a:pt x="5055992" y="3575490"/>
                </a:cubicBezTo>
                <a:lnTo>
                  <a:pt x="5048849" y="3565965"/>
                </a:lnTo>
                <a:cubicBezTo>
                  <a:pt x="5026624" y="3591365"/>
                  <a:pt x="5012337" y="3604065"/>
                  <a:pt x="5005987" y="3604065"/>
                </a:cubicBezTo>
                <a:lnTo>
                  <a:pt x="5005986" y="3596921"/>
                </a:lnTo>
                <a:cubicBezTo>
                  <a:pt x="5031387" y="3554059"/>
                  <a:pt x="5044880" y="3528659"/>
                  <a:pt x="5046468" y="3520721"/>
                </a:cubicBezTo>
                <a:lnTo>
                  <a:pt x="5046468" y="3504052"/>
                </a:lnTo>
                <a:cubicBezTo>
                  <a:pt x="5030593" y="3485797"/>
                  <a:pt x="5015512" y="3471906"/>
                  <a:pt x="5001224" y="3462380"/>
                </a:cubicBezTo>
                <a:close/>
                <a:moveTo>
                  <a:pt x="7140872" y="4594551"/>
                </a:moveTo>
                <a:cubicBezTo>
                  <a:pt x="7172573" y="4618215"/>
                  <a:pt x="7211640" y="4663980"/>
                  <a:pt x="7258075" y="4731845"/>
                </a:cubicBezTo>
                <a:lnTo>
                  <a:pt x="7258074" y="4735417"/>
                </a:lnTo>
                <a:lnTo>
                  <a:pt x="7222355" y="4864005"/>
                </a:lnTo>
                <a:lnTo>
                  <a:pt x="7225927" y="4864005"/>
                </a:lnTo>
                <a:lnTo>
                  <a:pt x="7283077" y="4849717"/>
                </a:lnTo>
                <a:cubicBezTo>
                  <a:pt x="7325940" y="4859242"/>
                  <a:pt x="7347371" y="4867576"/>
                  <a:pt x="7347371" y="4874720"/>
                </a:cubicBezTo>
                <a:lnTo>
                  <a:pt x="7347371" y="4885436"/>
                </a:lnTo>
                <a:cubicBezTo>
                  <a:pt x="7347371" y="4897342"/>
                  <a:pt x="7322368" y="4903295"/>
                  <a:pt x="7272362" y="4903295"/>
                </a:cubicBezTo>
                <a:lnTo>
                  <a:pt x="7211640" y="4899723"/>
                </a:lnTo>
                <a:lnTo>
                  <a:pt x="7211640" y="4914011"/>
                </a:lnTo>
                <a:lnTo>
                  <a:pt x="7186637" y="5053314"/>
                </a:lnTo>
                <a:lnTo>
                  <a:pt x="7197353" y="5053314"/>
                </a:lnTo>
                <a:lnTo>
                  <a:pt x="7300937" y="5024739"/>
                </a:lnTo>
                <a:lnTo>
                  <a:pt x="7308081" y="5024739"/>
                </a:lnTo>
                <a:cubicBezTo>
                  <a:pt x="7331893" y="5024739"/>
                  <a:pt x="7366421" y="5064029"/>
                  <a:pt x="7411665" y="5142611"/>
                </a:cubicBezTo>
                <a:lnTo>
                  <a:pt x="7440240" y="5185473"/>
                </a:lnTo>
                <a:lnTo>
                  <a:pt x="7440240" y="5210476"/>
                </a:lnTo>
                <a:cubicBezTo>
                  <a:pt x="7366421" y="5281914"/>
                  <a:pt x="7324749" y="5328348"/>
                  <a:pt x="7315224" y="5349780"/>
                </a:cubicBezTo>
                <a:lnTo>
                  <a:pt x="7247359" y="5360495"/>
                </a:lnTo>
                <a:lnTo>
                  <a:pt x="7200924" y="5335492"/>
                </a:lnTo>
                <a:cubicBezTo>
                  <a:pt x="7167587" y="5335492"/>
                  <a:pt x="7137821" y="5353351"/>
                  <a:pt x="7111627" y="5389070"/>
                </a:cubicBezTo>
                <a:lnTo>
                  <a:pt x="7108056" y="5389070"/>
                </a:lnTo>
                <a:cubicBezTo>
                  <a:pt x="7058049" y="5389070"/>
                  <a:pt x="7028284" y="5343826"/>
                  <a:pt x="7018759" y="5253339"/>
                </a:cubicBezTo>
                <a:cubicBezTo>
                  <a:pt x="7018759" y="5203333"/>
                  <a:pt x="7005662" y="5155708"/>
                  <a:pt x="6979469" y="5110464"/>
                </a:cubicBezTo>
                <a:lnTo>
                  <a:pt x="6972324" y="5110464"/>
                </a:lnTo>
                <a:cubicBezTo>
                  <a:pt x="6972324" y="5122370"/>
                  <a:pt x="6958037" y="5144992"/>
                  <a:pt x="6929462" y="5178330"/>
                </a:cubicBezTo>
                <a:lnTo>
                  <a:pt x="6929462" y="5185473"/>
                </a:lnTo>
                <a:lnTo>
                  <a:pt x="6936606" y="5178329"/>
                </a:lnTo>
                <a:lnTo>
                  <a:pt x="6968752" y="5178330"/>
                </a:lnTo>
                <a:lnTo>
                  <a:pt x="6986612" y="5199761"/>
                </a:lnTo>
                <a:lnTo>
                  <a:pt x="6986612" y="5210476"/>
                </a:lnTo>
                <a:cubicBezTo>
                  <a:pt x="6986612" y="5224764"/>
                  <a:pt x="6917556" y="5253339"/>
                  <a:pt x="6779443" y="5296202"/>
                </a:cubicBezTo>
                <a:lnTo>
                  <a:pt x="6668715" y="5346207"/>
                </a:lnTo>
                <a:lnTo>
                  <a:pt x="6593706" y="5281914"/>
                </a:lnTo>
                <a:lnTo>
                  <a:pt x="6765156" y="5221192"/>
                </a:lnTo>
                <a:lnTo>
                  <a:pt x="6772299" y="5210477"/>
                </a:lnTo>
                <a:lnTo>
                  <a:pt x="6772299" y="5206904"/>
                </a:lnTo>
                <a:cubicBezTo>
                  <a:pt x="6743725" y="5206905"/>
                  <a:pt x="6729437" y="5174758"/>
                  <a:pt x="6729437" y="5110464"/>
                </a:cubicBezTo>
                <a:lnTo>
                  <a:pt x="6743725" y="5010451"/>
                </a:lnTo>
                <a:lnTo>
                  <a:pt x="6758012" y="5010451"/>
                </a:lnTo>
                <a:lnTo>
                  <a:pt x="6790159" y="5142611"/>
                </a:lnTo>
                <a:lnTo>
                  <a:pt x="6797302" y="5142611"/>
                </a:lnTo>
                <a:cubicBezTo>
                  <a:pt x="6849690" y="5054505"/>
                  <a:pt x="6878265" y="4989020"/>
                  <a:pt x="6883028" y="4946158"/>
                </a:cubicBezTo>
                <a:lnTo>
                  <a:pt x="6893743" y="4946157"/>
                </a:lnTo>
                <a:cubicBezTo>
                  <a:pt x="6943750" y="4989020"/>
                  <a:pt x="6977087" y="5039027"/>
                  <a:pt x="6993755" y="5096176"/>
                </a:cubicBezTo>
                <a:cubicBezTo>
                  <a:pt x="7077100" y="5148564"/>
                  <a:pt x="7118772" y="5205714"/>
                  <a:pt x="7118771" y="5267627"/>
                </a:cubicBezTo>
                <a:lnTo>
                  <a:pt x="7133059" y="5303345"/>
                </a:lnTo>
                <a:cubicBezTo>
                  <a:pt x="7202115" y="5296201"/>
                  <a:pt x="7236643" y="5274770"/>
                  <a:pt x="7236643" y="5239051"/>
                </a:cubicBezTo>
                <a:lnTo>
                  <a:pt x="7283078" y="5081889"/>
                </a:lnTo>
                <a:lnTo>
                  <a:pt x="7258074" y="5081889"/>
                </a:lnTo>
                <a:cubicBezTo>
                  <a:pt x="7196162" y="5103320"/>
                  <a:pt x="7147346" y="5114036"/>
                  <a:pt x="7111628" y="5114036"/>
                </a:cubicBezTo>
                <a:lnTo>
                  <a:pt x="7072337" y="5114036"/>
                </a:lnTo>
                <a:lnTo>
                  <a:pt x="7061621" y="5099748"/>
                </a:lnTo>
                <a:cubicBezTo>
                  <a:pt x="7061621" y="5090223"/>
                  <a:pt x="7073528" y="5085461"/>
                  <a:pt x="7097340" y="5085461"/>
                </a:cubicBezTo>
                <a:lnTo>
                  <a:pt x="7118771" y="5081889"/>
                </a:lnTo>
                <a:lnTo>
                  <a:pt x="7125915" y="5071173"/>
                </a:lnTo>
                <a:cubicBezTo>
                  <a:pt x="7137821" y="5071173"/>
                  <a:pt x="7143774" y="5066411"/>
                  <a:pt x="7143774" y="5056886"/>
                </a:cubicBezTo>
                <a:lnTo>
                  <a:pt x="7118771" y="4996164"/>
                </a:lnTo>
                <a:lnTo>
                  <a:pt x="7118771" y="4928298"/>
                </a:lnTo>
                <a:lnTo>
                  <a:pt x="7125915" y="4821142"/>
                </a:lnTo>
                <a:lnTo>
                  <a:pt x="7118771" y="4788995"/>
                </a:lnTo>
                <a:lnTo>
                  <a:pt x="7125915" y="4749705"/>
                </a:lnTo>
                <a:lnTo>
                  <a:pt x="7108056" y="4578255"/>
                </a:lnTo>
                <a:lnTo>
                  <a:pt x="7111627" y="4578254"/>
                </a:lnTo>
                <a:cubicBezTo>
                  <a:pt x="7120557" y="4581231"/>
                  <a:pt x="7130306" y="4586664"/>
                  <a:pt x="7140872" y="4594551"/>
                </a:cubicBezTo>
                <a:close/>
                <a:moveTo>
                  <a:pt x="5001820" y="3355224"/>
                </a:moveTo>
                <a:cubicBezTo>
                  <a:pt x="4989516" y="3348875"/>
                  <a:pt x="4971062" y="3341334"/>
                  <a:pt x="4946455" y="3332603"/>
                </a:cubicBezTo>
                <a:lnTo>
                  <a:pt x="4941693" y="3332602"/>
                </a:lnTo>
                <a:cubicBezTo>
                  <a:pt x="4949631" y="3358003"/>
                  <a:pt x="4963918" y="3376259"/>
                  <a:pt x="4984556" y="3387371"/>
                </a:cubicBezTo>
                <a:cubicBezTo>
                  <a:pt x="5008368" y="3382609"/>
                  <a:pt x="5020274" y="3377052"/>
                  <a:pt x="5020274" y="3370703"/>
                </a:cubicBezTo>
                <a:cubicBezTo>
                  <a:pt x="5020274" y="3366734"/>
                  <a:pt x="5014123" y="3361574"/>
                  <a:pt x="5001820" y="3355224"/>
                </a:cubicBezTo>
                <a:close/>
                <a:moveTo>
                  <a:pt x="5303643" y="3451665"/>
                </a:moveTo>
                <a:lnTo>
                  <a:pt x="5303643" y="3456427"/>
                </a:lnTo>
                <a:cubicBezTo>
                  <a:pt x="5254430" y="3531040"/>
                  <a:pt x="5217918" y="3567552"/>
                  <a:pt x="5194106" y="3565965"/>
                </a:cubicBezTo>
                <a:lnTo>
                  <a:pt x="5184580" y="3556440"/>
                </a:lnTo>
                <a:lnTo>
                  <a:pt x="5186962" y="3511196"/>
                </a:lnTo>
                <a:cubicBezTo>
                  <a:pt x="5193312" y="3511196"/>
                  <a:pt x="5202836" y="3505640"/>
                  <a:pt x="5215537" y="3494528"/>
                </a:cubicBezTo>
                <a:lnTo>
                  <a:pt x="5298881" y="3451665"/>
                </a:lnTo>
                <a:close/>
                <a:moveTo>
                  <a:pt x="5837043" y="3604065"/>
                </a:moveTo>
                <a:cubicBezTo>
                  <a:pt x="5822756" y="3589778"/>
                  <a:pt x="5796562" y="3582634"/>
                  <a:pt x="5758462" y="3582634"/>
                </a:cubicBezTo>
                <a:cubicBezTo>
                  <a:pt x="5750525" y="3582634"/>
                  <a:pt x="5746555" y="3585015"/>
                  <a:pt x="5746555" y="3589777"/>
                </a:cubicBezTo>
                <a:lnTo>
                  <a:pt x="5746556" y="3594540"/>
                </a:lnTo>
                <a:lnTo>
                  <a:pt x="5798943" y="3637402"/>
                </a:lnTo>
                <a:cubicBezTo>
                  <a:pt x="5822755" y="3637403"/>
                  <a:pt x="5835455" y="3626289"/>
                  <a:pt x="5837043" y="3604065"/>
                </a:cubicBezTo>
                <a:close/>
                <a:moveTo>
                  <a:pt x="5275068" y="3270690"/>
                </a:moveTo>
                <a:lnTo>
                  <a:pt x="5272687" y="3270690"/>
                </a:lnTo>
                <a:lnTo>
                  <a:pt x="5208393" y="3404040"/>
                </a:lnTo>
                <a:lnTo>
                  <a:pt x="5203631" y="3404040"/>
                </a:lnTo>
                <a:cubicBezTo>
                  <a:pt x="5175055" y="3369115"/>
                  <a:pt x="5156799" y="3350065"/>
                  <a:pt x="5148862" y="3346890"/>
                </a:cubicBezTo>
                <a:cubicBezTo>
                  <a:pt x="5139337" y="3346890"/>
                  <a:pt x="5134574" y="3349271"/>
                  <a:pt x="5134574" y="3354034"/>
                </a:cubicBezTo>
                <a:lnTo>
                  <a:pt x="5132193" y="3382609"/>
                </a:lnTo>
                <a:cubicBezTo>
                  <a:pt x="5149655" y="3423884"/>
                  <a:pt x="5163943" y="3444521"/>
                  <a:pt x="5175056" y="3444522"/>
                </a:cubicBezTo>
                <a:lnTo>
                  <a:pt x="5151243" y="3473096"/>
                </a:lnTo>
                <a:cubicBezTo>
                  <a:pt x="5135368" y="3473096"/>
                  <a:pt x="5127430" y="3478652"/>
                  <a:pt x="5127431" y="3489765"/>
                </a:cubicBezTo>
                <a:cubicBezTo>
                  <a:pt x="5125843" y="3570728"/>
                  <a:pt x="5130606" y="3611209"/>
                  <a:pt x="5141718" y="3611208"/>
                </a:cubicBezTo>
                <a:lnTo>
                  <a:pt x="5153624" y="3611209"/>
                </a:lnTo>
                <a:lnTo>
                  <a:pt x="5217917" y="3592159"/>
                </a:lnTo>
                <a:lnTo>
                  <a:pt x="5225062" y="3592159"/>
                </a:lnTo>
                <a:lnTo>
                  <a:pt x="5225062" y="3594540"/>
                </a:lnTo>
                <a:cubicBezTo>
                  <a:pt x="5180612" y="3643753"/>
                  <a:pt x="5141718" y="3679471"/>
                  <a:pt x="5108380" y="3701696"/>
                </a:cubicBezTo>
                <a:cubicBezTo>
                  <a:pt x="5082981" y="3712809"/>
                  <a:pt x="5065518" y="3725509"/>
                  <a:pt x="5055993" y="3739796"/>
                </a:cubicBezTo>
                <a:lnTo>
                  <a:pt x="5055993" y="3744559"/>
                </a:lnTo>
                <a:lnTo>
                  <a:pt x="5063138" y="3754084"/>
                </a:lnTo>
                <a:cubicBezTo>
                  <a:pt x="5088537" y="3755671"/>
                  <a:pt x="5130605" y="3735828"/>
                  <a:pt x="5189343" y="3694553"/>
                </a:cubicBezTo>
                <a:lnTo>
                  <a:pt x="5203630" y="3696934"/>
                </a:lnTo>
                <a:lnTo>
                  <a:pt x="5203631" y="3720746"/>
                </a:lnTo>
                <a:cubicBezTo>
                  <a:pt x="5202042" y="3752496"/>
                  <a:pt x="5235381" y="3775516"/>
                  <a:pt x="5303643" y="3789802"/>
                </a:cubicBezTo>
                <a:lnTo>
                  <a:pt x="5329836" y="3789802"/>
                </a:lnTo>
                <a:cubicBezTo>
                  <a:pt x="5367936" y="3786627"/>
                  <a:pt x="5386986" y="3782659"/>
                  <a:pt x="5386987" y="3777896"/>
                </a:cubicBezTo>
                <a:cubicBezTo>
                  <a:pt x="5407625" y="3777896"/>
                  <a:pt x="5421118" y="3759640"/>
                  <a:pt x="5427468" y="3723127"/>
                </a:cubicBezTo>
                <a:cubicBezTo>
                  <a:pt x="5419530" y="3697728"/>
                  <a:pt x="5407624" y="3684234"/>
                  <a:pt x="5391750" y="3682646"/>
                </a:cubicBezTo>
                <a:cubicBezTo>
                  <a:pt x="5385399" y="3682647"/>
                  <a:pt x="5382224" y="3687409"/>
                  <a:pt x="5382224" y="3696933"/>
                </a:cubicBezTo>
                <a:cubicBezTo>
                  <a:pt x="5379050" y="3746147"/>
                  <a:pt x="5356030" y="3769959"/>
                  <a:pt x="5313168" y="3768371"/>
                </a:cubicBezTo>
                <a:cubicBezTo>
                  <a:pt x="5249668" y="3765196"/>
                  <a:pt x="5219505" y="3739796"/>
                  <a:pt x="5222680" y="3692171"/>
                </a:cubicBezTo>
                <a:cubicBezTo>
                  <a:pt x="5222681" y="3679471"/>
                  <a:pt x="5225061" y="3673121"/>
                  <a:pt x="5229824" y="3673121"/>
                </a:cubicBezTo>
                <a:lnTo>
                  <a:pt x="5339361" y="3604065"/>
                </a:lnTo>
                <a:cubicBezTo>
                  <a:pt x="5333011" y="3577077"/>
                  <a:pt x="5327456" y="3563584"/>
                  <a:pt x="5322693" y="3563584"/>
                </a:cubicBezTo>
                <a:cubicBezTo>
                  <a:pt x="5367143" y="3528659"/>
                  <a:pt x="5389368" y="3504052"/>
                  <a:pt x="5389368" y="3489765"/>
                </a:cubicBezTo>
                <a:lnTo>
                  <a:pt x="5389368" y="3477859"/>
                </a:lnTo>
                <a:cubicBezTo>
                  <a:pt x="5365555" y="3446108"/>
                  <a:pt x="5346506" y="3427059"/>
                  <a:pt x="5332218" y="3420709"/>
                </a:cubicBezTo>
                <a:lnTo>
                  <a:pt x="5282212" y="3439759"/>
                </a:lnTo>
                <a:lnTo>
                  <a:pt x="5279830" y="3434996"/>
                </a:lnTo>
                <a:cubicBezTo>
                  <a:pt x="5322693" y="3381021"/>
                  <a:pt x="5344124" y="3346890"/>
                  <a:pt x="5344124" y="3332603"/>
                </a:cubicBezTo>
                <a:cubicBezTo>
                  <a:pt x="5344124" y="3324665"/>
                  <a:pt x="5321105" y="3304027"/>
                  <a:pt x="5275068" y="3270690"/>
                </a:cubicBezTo>
                <a:close/>
                <a:moveTo>
                  <a:pt x="5653687" y="3344509"/>
                </a:moveTo>
                <a:lnTo>
                  <a:pt x="5648924" y="3344508"/>
                </a:lnTo>
                <a:lnTo>
                  <a:pt x="5644162" y="3349272"/>
                </a:lnTo>
                <a:lnTo>
                  <a:pt x="5641780" y="3344509"/>
                </a:lnTo>
                <a:lnTo>
                  <a:pt x="5620349" y="3384990"/>
                </a:lnTo>
                <a:cubicBezTo>
                  <a:pt x="5515574" y="3427853"/>
                  <a:pt x="5463187" y="3450871"/>
                  <a:pt x="5463187" y="3454046"/>
                </a:cubicBezTo>
                <a:cubicBezTo>
                  <a:pt x="5463187" y="3458809"/>
                  <a:pt x="5483031" y="3463571"/>
                  <a:pt x="5522718" y="3468334"/>
                </a:cubicBezTo>
                <a:cubicBezTo>
                  <a:pt x="5557643" y="3441346"/>
                  <a:pt x="5586218" y="3423090"/>
                  <a:pt x="5608443" y="3413565"/>
                </a:cubicBezTo>
                <a:cubicBezTo>
                  <a:pt x="5608443" y="3423090"/>
                  <a:pt x="5590186" y="3461984"/>
                  <a:pt x="5553674" y="3530246"/>
                </a:cubicBezTo>
                <a:lnTo>
                  <a:pt x="5498905" y="3508815"/>
                </a:lnTo>
                <a:lnTo>
                  <a:pt x="5486999" y="3523103"/>
                </a:lnTo>
                <a:lnTo>
                  <a:pt x="5527480" y="3563584"/>
                </a:lnTo>
                <a:cubicBezTo>
                  <a:pt x="5524305" y="3600096"/>
                  <a:pt x="5501287" y="3642959"/>
                  <a:pt x="5458424" y="3692171"/>
                </a:cubicBezTo>
                <a:lnTo>
                  <a:pt x="5458424" y="3699315"/>
                </a:lnTo>
                <a:lnTo>
                  <a:pt x="5465568" y="3699315"/>
                </a:lnTo>
                <a:lnTo>
                  <a:pt x="5577487" y="3606446"/>
                </a:lnTo>
                <a:lnTo>
                  <a:pt x="5620349" y="3635021"/>
                </a:lnTo>
                <a:lnTo>
                  <a:pt x="5667973" y="3613590"/>
                </a:lnTo>
                <a:lnTo>
                  <a:pt x="5660830" y="3587396"/>
                </a:lnTo>
                <a:cubicBezTo>
                  <a:pt x="5637018" y="3576284"/>
                  <a:pt x="5625112" y="3568346"/>
                  <a:pt x="5625112" y="3563584"/>
                </a:cubicBezTo>
                <a:cubicBezTo>
                  <a:pt x="5645749" y="3536596"/>
                  <a:pt x="5680674" y="3502465"/>
                  <a:pt x="5729887" y="3461190"/>
                </a:cubicBezTo>
                <a:lnTo>
                  <a:pt x="5729887" y="3444522"/>
                </a:lnTo>
                <a:cubicBezTo>
                  <a:pt x="5714012" y="3398484"/>
                  <a:pt x="5688612" y="3365146"/>
                  <a:pt x="5653687" y="3344509"/>
                </a:cubicBezTo>
                <a:close/>
                <a:moveTo>
                  <a:pt x="8029599" y="4617545"/>
                </a:moveTo>
                <a:cubicBezTo>
                  <a:pt x="8093893" y="4650883"/>
                  <a:pt x="8145090" y="4697317"/>
                  <a:pt x="8183190" y="4756848"/>
                </a:cubicBezTo>
                <a:lnTo>
                  <a:pt x="8183190" y="4792567"/>
                </a:lnTo>
                <a:lnTo>
                  <a:pt x="8115324" y="4939014"/>
                </a:lnTo>
                <a:lnTo>
                  <a:pt x="8401075" y="5164042"/>
                </a:lnTo>
                <a:lnTo>
                  <a:pt x="8597527" y="5274770"/>
                </a:lnTo>
                <a:lnTo>
                  <a:pt x="8597527" y="5299774"/>
                </a:lnTo>
                <a:cubicBezTo>
                  <a:pt x="8597527" y="5311680"/>
                  <a:pt x="8565381" y="5336683"/>
                  <a:pt x="8501087" y="5374783"/>
                </a:cubicBezTo>
                <a:lnTo>
                  <a:pt x="8472512" y="5399786"/>
                </a:lnTo>
                <a:lnTo>
                  <a:pt x="8422506" y="5385498"/>
                </a:lnTo>
                <a:lnTo>
                  <a:pt x="8408218" y="5389070"/>
                </a:lnTo>
                <a:cubicBezTo>
                  <a:pt x="8339162" y="5331920"/>
                  <a:pt x="8240340" y="5211667"/>
                  <a:pt x="8111752" y="5028311"/>
                </a:cubicBezTo>
                <a:lnTo>
                  <a:pt x="8101037" y="4992592"/>
                </a:lnTo>
                <a:lnTo>
                  <a:pt x="8093893" y="4992592"/>
                </a:lnTo>
                <a:cubicBezTo>
                  <a:pt x="7989118" y="5159279"/>
                  <a:pt x="7899821" y="5258101"/>
                  <a:pt x="7826003" y="5289058"/>
                </a:cubicBezTo>
                <a:cubicBezTo>
                  <a:pt x="7790284" y="5320014"/>
                  <a:pt x="7760518" y="5335492"/>
                  <a:pt x="7736706" y="5335492"/>
                </a:cubicBezTo>
                <a:cubicBezTo>
                  <a:pt x="7729562" y="5321204"/>
                  <a:pt x="7722418" y="5292630"/>
                  <a:pt x="7715274" y="5249767"/>
                </a:cubicBezTo>
                <a:cubicBezTo>
                  <a:pt x="7715274" y="5211667"/>
                  <a:pt x="7728371" y="5192617"/>
                  <a:pt x="7754565" y="5192617"/>
                </a:cubicBezTo>
                <a:lnTo>
                  <a:pt x="7754565" y="5199761"/>
                </a:lnTo>
                <a:lnTo>
                  <a:pt x="7754565" y="5206904"/>
                </a:lnTo>
                <a:cubicBezTo>
                  <a:pt x="7787902" y="5190236"/>
                  <a:pt x="7824812" y="5152136"/>
                  <a:pt x="7865293" y="5092605"/>
                </a:cubicBezTo>
                <a:cubicBezTo>
                  <a:pt x="7898630" y="5059267"/>
                  <a:pt x="7936731" y="4989020"/>
                  <a:pt x="7979593" y="4881864"/>
                </a:cubicBezTo>
                <a:cubicBezTo>
                  <a:pt x="8012931" y="4786614"/>
                  <a:pt x="8029599" y="4723511"/>
                  <a:pt x="8029599" y="4692555"/>
                </a:cubicBezTo>
                <a:cubicBezTo>
                  <a:pt x="8029599" y="4678267"/>
                  <a:pt x="8020074" y="4656836"/>
                  <a:pt x="8001025" y="4628261"/>
                </a:cubicBezTo>
                <a:lnTo>
                  <a:pt x="8001024" y="4621117"/>
                </a:lnTo>
                <a:close/>
                <a:moveTo>
                  <a:pt x="5901932" y="3290931"/>
                </a:moveTo>
                <a:cubicBezTo>
                  <a:pt x="5885660" y="3282993"/>
                  <a:pt x="5868792" y="3277040"/>
                  <a:pt x="5851330" y="3273071"/>
                </a:cubicBezTo>
                <a:lnTo>
                  <a:pt x="5839424" y="3284977"/>
                </a:lnTo>
                <a:lnTo>
                  <a:pt x="5846568" y="3296884"/>
                </a:lnTo>
                <a:lnTo>
                  <a:pt x="5846568" y="3370703"/>
                </a:lnTo>
                <a:lnTo>
                  <a:pt x="5856093" y="3465952"/>
                </a:lnTo>
                <a:cubicBezTo>
                  <a:pt x="5849743" y="3472302"/>
                  <a:pt x="5818787" y="3481034"/>
                  <a:pt x="5763224" y="3492146"/>
                </a:cubicBezTo>
                <a:lnTo>
                  <a:pt x="5746555" y="3489765"/>
                </a:lnTo>
                <a:lnTo>
                  <a:pt x="5734649" y="3492146"/>
                </a:lnTo>
                <a:cubicBezTo>
                  <a:pt x="5734649" y="3506433"/>
                  <a:pt x="5738618" y="3515165"/>
                  <a:pt x="5746555" y="3518340"/>
                </a:cubicBezTo>
                <a:cubicBezTo>
                  <a:pt x="5794180" y="3500878"/>
                  <a:pt x="5829106" y="3492147"/>
                  <a:pt x="5851331" y="3492147"/>
                </a:cubicBezTo>
                <a:lnTo>
                  <a:pt x="5856093" y="3492146"/>
                </a:lnTo>
                <a:lnTo>
                  <a:pt x="5860856" y="3546915"/>
                </a:lnTo>
                <a:lnTo>
                  <a:pt x="5856093" y="3587396"/>
                </a:lnTo>
                <a:lnTo>
                  <a:pt x="5868000" y="3739796"/>
                </a:lnTo>
                <a:cubicBezTo>
                  <a:pt x="5867999" y="3747733"/>
                  <a:pt x="5860856" y="3755671"/>
                  <a:pt x="5846568" y="3763609"/>
                </a:cubicBezTo>
                <a:cubicBezTo>
                  <a:pt x="5846568" y="3774721"/>
                  <a:pt x="5853711" y="3793771"/>
                  <a:pt x="5867999" y="3820759"/>
                </a:cubicBezTo>
                <a:lnTo>
                  <a:pt x="5891811" y="3813615"/>
                </a:lnTo>
                <a:cubicBezTo>
                  <a:pt x="5931500" y="3758053"/>
                  <a:pt x="5951342" y="3712808"/>
                  <a:pt x="5951343" y="3677884"/>
                </a:cubicBezTo>
                <a:lnTo>
                  <a:pt x="5951342" y="3618352"/>
                </a:lnTo>
                <a:lnTo>
                  <a:pt x="5948961" y="3513578"/>
                </a:lnTo>
                <a:lnTo>
                  <a:pt x="5951343" y="3501671"/>
                </a:lnTo>
                <a:lnTo>
                  <a:pt x="5948961" y="3482621"/>
                </a:lnTo>
                <a:lnTo>
                  <a:pt x="5948962" y="3475477"/>
                </a:lnTo>
                <a:lnTo>
                  <a:pt x="5958486" y="3465952"/>
                </a:lnTo>
                <a:lnTo>
                  <a:pt x="5984680" y="3465952"/>
                </a:lnTo>
                <a:lnTo>
                  <a:pt x="6006112" y="3468334"/>
                </a:lnTo>
                <a:lnTo>
                  <a:pt x="6025162" y="3454046"/>
                </a:lnTo>
                <a:lnTo>
                  <a:pt x="6008493" y="3437378"/>
                </a:lnTo>
                <a:lnTo>
                  <a:pt x="5989443" y="3437377"/>
                </a:lnTo>
                <a:lnTo>
                  <a:pt x="5944199" y="3444521"/>
                </a:lnTo>
                <a:lnTo>
                  <a:pt x="5941818" y="3444521"/>
                </a:lnTo>
                <a:lnTo>
                  <a:pt x="5958486" y="3344509"/>
                </a:lnTo>
                <a:lnTo>
                  <a:pt x="5958486" y="3332602"/>
                </a:lnTo>
                <a:lnTo>
                  <a:pt x="5948962" y="3320696"/>
                </a:lnTo>
                <a:cubicBezTo>
                  <a:pt x="5933880" y="3308790"/>
                  <a:pt x="5918204" y="3298868"/>
                  <a:pt x="5901932" y="3290931"/>
                </a:cubicBezTo>
                <a:close/>
                <a:moveTo>
                  <a:pt x="6201970" y="3454046"/>
                </a:moveTo>
                <a:cubicBezTo>
                  <a:pt x="6188079" y="3442934"/>
                  <a:pt x="6177562" y="3437377"/>
                  <a:pt x="6170417" y="3437377"/>
                </a:cubicBezTo>
                <a:lnTo>
                  <a:pt x="6165656" y="3437378"/>
                </a:lnTo>
                <a:cubicBezTo>
                  <a:pt x="6149781" y="3459602"/>
                  <a:pt x="6124380" y="3477065"/>
                  <a:pt x="6089455" y="3489765"/>
                </a:cubicBezTo>
                <a:lnTo>
                  <a:pt x="6087074" y="3489765"/>
                </a:lnTo>
                <a:lnTo>
                  <a:pt x="6082312" y="3485003"/>
                </a:lnTo>
                <a:lnTo>
                  <a:pt x="6075167" y="3494527"/>
                </a:lnTo>
                <a:lnTo>
                  <a:pt x="6101362" y="3530246"/>
                </a:lnTo>
                <a:lnTo>
                  <a:pt x="6110887" y="3530246"/>
                </a:lnTo>
                <a:cubicBezTo>
                  <a:pt x="6125174" y="3515959"/>
                  <a:pt x="6138668" y="3508815"/>
                  <a:pt x="6151368" y="3508815"/>
                </a:cubicBezTo>
                <a:lnTo>
                  <a:pt x="6115650" y="3668359"/>
                </a:lnTo>
                <a:cubicBezTo>
                  <a:pt x="6079137" y="3677884"/>
                  <a:pt x="6060881" y="3685822"/>
                  <a:pt x="6060881" y="3692171"/>
                </a:cubicBezTo>
                <a:lnTo>
                  <a:pt x="6058499" y="3701696"/>
                </a:lnTo>
                <a:lnTo>
                  <a:pt x="6129937" y="3765990"/>
                </a:lnTo>
                <a:lnTo>
                  <a:pt x="6134699" y="3765990"/>
                </a:lnTo>
                <a:lnTo>
                  <a:pt x="6170419" y="3739797"/>
                </a:lnTo>
                <a:cubicBezTo>
                  <a:pt x="6181530" y="3704871"/>
                  <a:pt x="6214868" y="3657246"/>
                  <a:pt x="6270430" y="3596921"/>
                </a:cubicBezTo>
                <a:lnTo>
                  <a:pt x="6272812" y="3582633"/>
                </a:lnTo>
                <a:lnTo>
                  <a:pt x="6265668" y="3580252"/>
                </a:lnTo>
                <a:cubicBezTo>
                  <a:pt x="6259318" y="3578665"/>
                  <a:pt x="6247412" y="3587396"/>
                  <a:pt x="6229949" y="3606446"/>
                </a:cubicBezTo>
                <a:lnTo>
                  <a:pt x="6215662" y="3606446"/>
                </a:lnTo>
                <a:cubicBezTo>
                  <a:pt x="6229949" y="3588984"/>
                  <a:pt x="6242649" y="3554852"/>
                  <a:pt x="6253762" y="3504053"/>
                </a:cubicBezTo>
                <a:cubicBezTo>
                  <a:pt x="6233124" y="3481828"/>
                  <a:pt x="6215860" y="3465159"/>
                  <a:pt x="6201970" y="3454046"/>
                </a:cubicBezTo>
                <a:close/>
                <a:moveTo>
                  <a:pt x="6518081" y="3608828"/>
                </a:moveTo>
                <a:lnTo>
                  <a:pt x="6518080" y="3623115"/>
                </a:lnTo>
                <a:cubicBezTo>
                  <a:pt x="6518080" y="3642165"/>
                  <a:pt x="6506175" y="3673915"/>
                  <a:pt x="6482361" y="3718365"/>
                </a:cubicBezTo>
                <a:cubicBezTo>
                  <a:pt x="6482362" y="3742177"/>
                  <a:pt x="6453787" y="3753290"/>
                  <a:pt x="6396636" y="3751702"/>
                </a:cubicBezTo>
                <a:cubicBezTo>
                  <a:pt x="6396637" y="3739003"/>
                  <a:pt x="6383936" y="3714396"/>
                  <a:pt x="6358536" y="3677884"/>
                </a:cubicBezTo>
                <a:lnTo>
                  <a:pt x="6358536" y="3668358"/>
                </a:lnTo>
                <a:cubicBezTo>
                  <a:pt x="6358536" y="3657246"/>
                  <a:pt x="6410924" y="3637402"/>
                  <a:pt x="6515699" y="3608828"/>
                </a:cubicBezTo>
                <a:close/>
                <a:moveTo>
                  <a:pt x="6815141" y="3699910"/>
                </a:moveTo>
                <a:cubicBezTo>
                  <a:pt x="6797282" y="3693957"/>
                  <a:pt x="6776049" y="3690584"/>
                  <a:pt x="6751444" y="3689790"/>
                </a:cubicBezTo>
                <a:lnTo>
                  <a:pt x="6751444" y="3694553"/>
                </a:lnTo>
                <a:cubicBezTo>
                  <a:pt x="6772080" y="3704077"/>
                  <a:pt x="6788750" y="3717572"/>
                  <a:pt x="6801449" y="3735033"/>
                </a:cubicBezTo>
                <a:cubicBezTo>
                  <a:pt x="6803037" y="3738209"/>
                  <a:pt x="6804624" y="3741383"/>
                  <a:pt x="6806212" y="3744559"/>
                </a:cubicBezTo>
                <a:cubicBezTo>
                  <a:pt x="6815737" y="3757259"/>
                  <a:pt x="6822086" y="3765196"/>
                  <a:pt x="6825261" y="3768371"/>
                </a:cubicBezTo>
                <a:cubicBezTo>
                  <a:pt x="6847486" y="3777896"/>
                  <a:pt x="6861773" y="3771546"/>
                  <a:pt x="6868124" y="3749321"/>
                </a:cubicBezTo>
                <a:cubicBezTo>
                  <a:pt x="6868124" y="3742971"/>
                  <a:pt x="6864949" y="3735034"/>
                  <a:pt x="6858599" y="3725508"/>
                </a:cubicBezTo>
                <a:cubicBezTo>
                  <a:pt x="6847486" y="3714396"/>
                  <a:pt x="6833000" y="3705863"/>
                  <a:pt x="6815141" y="3699910"/>
                </a:cubicBezTo>
                <a:close/>
                <a:moveTo>
                  <a:pt x="6232331" y="3361773"/>
                </a:moveTo>
                <a:cubicBezTo>
                  <a:pt x="6216456" y="3353439"/>
                  <a:pt x="6192643" y="3343715"/>
                  <a:pt x="6160893" y="3332602"/>
                </a:cubicBezTo>
                <a:lnTo>
                  <a:pt x="6144224" y="3334984"/>
                </a:lnTo>
                <a:lnTo>
                  <a:pt x="6144224" y="3351652"/>
                </a:lnTo>
                <a:lnTo>
                  <a:pt x="6198993" y="3420709"/>
                </a:lnTo>
                <a:lnTo>
                  <a:pt x="6206136" y="3420708"/>
                </a:lnTo>
                <a:cubicBezTo>
                  <a:pt x="6229949" y="3422296"/>
                  <a:pt x="6246618" y="3414359"/>
                  <a:pt x="6256143" y="3396896"/>
                </a:cubicBezTo>
                <a:lnTo>
                  <a:pt x="6256143" y="3382609"/>
                </a:lnTo>
                <a:cubicBezTo>
                  <a:pt x="6256143" y="3377053"/>
                  <a:pt x="6248206" y="3370107"/>
                  <a:pt x="6232331" y="3361773"/>
                </a:cubicBezTo>
                <a:close/>
                <a:moveTo>
                  <a:pt x="3246274" y="1549882"/>
                </a:moveTo>
                <a:lnTo>
                  <a:pt x="3229606" y="1566551"/>
                </a:lnTo>
                <a:cubicBezTo>
                  <a:pt x="3199443" y="1566551"/>
                  <a:pt x="3178806" y="1594332"/>
                  <a:pt x="3167693" y="1649895"/>
                </a:cubicBezTo>
                <a:cubicBezTo>
                  <a:pt x="3167693" y="1662595"/>
                  <a:pt x="3185156" y="1675295"/>
                  <a:pt x="3220081" y="1687995"/>
                </a:cubicBezTo>
                <a:lnTo>
                  <a:pt x="3222462" y="1687995"/>
                </a:lnTo>
                <a:cubicBezTo>
                  <a:pt x="3235162" y="1675295"/>
                  <a:pt x="3247862" y="1654657"/>
                  <a:pt x="3260562" y="1626082"/>
                </a:cubicBezTo>
                <a:cubicBezTo>
                  <a:pt x="3255800" y="1580045"/>
                  <a:pt x="3251037" y="1554645"/>
                  <a:pt x="3246274" y="1549882"/>
                </a:cubicBezTo>
                <a:close/>
                <a:moveTo>
                  <a:pt x="9233321" y="4964017"/>
                </a:moveTo>
                <a:cubicBezTo>
                  <a:pt x="9247608" y="4983067"/>
                  <a:pt x="9266659" y="5034264"/>
                  <a:pt x="9290471" y="5117608"/>
                </a:cubicBezTo>
                <a:lnTo>
                  <a:pt x="9290471" y="5124752"/>
                </a:lnTo>
                <a:cubicBezTo>
                  <a:pt x="9278565" y="5139039"/>
                  <a:pt x="9229749" y="5158089"/>
                  <a:pt x="9144024" y="5181901"/>
                </a:cubicBezTo>
                <a:lnTo>
                  <a:pt x="9076159" y="5239052"/>
                </a:lnTo>
                <a:cubicBezTo>
                  <a:pt x="9069015" y="5289058"/>
                  <a:pt x="9107114" y="5327157"/>
                  <a:pt x="9190458" y="5353351"/>
                </a:cubicBezTo>
                <a:lnTo>
                  <a:pt x="9251181" y="5356923"/>
                </a:lnTo>
                <a:cubicBezTo>
                  <a:pt x="9274993" y="5359305"/>
                  <a:pt x="9321427" y="5334301"/>
                  <a:pt x="9390483" y="5281914"/>
                </a:cubicBezTo>
                <a:lnTo>
                  <a:pt x="9394055" y="5285485"/>
                </a:lnTo>
                <a:lnTo>
                  <a:pt x="9394055" y="5303345"/>
                </a:lnTo>
                <a:lnTo>
                  <a:pt x="9401199" y="5303345"/>
                </a:lnTo>
                <a:cubicBezTo>
                  <a:pt x="9351193" y="5379545"/>
                  <a:pt x="9295234" y="5415264"/>
                  <a:pt x="9233321" y="5410501"/>
                </a:cubicBezTo>
                <a:cubicBezTo>
                  <a:pt x="9069014" y="5393833"/>
                  <a:pt x="8983290" y="5330730"/>
                  <a:pt x="8976147" y="5221192"/>
                </a:cubicBezTo>
                <a:cubicBezTo>
                  <a:pt x="8983290" y="5164042"/>
                  <a:pt x="9042821" y="5100939"/>
                  <a:pt x="9154740" y="5031883"/>
                </a:cubicBezTo>
                <a:lnTo>
                  <a:pt x="9147596" y="5031883"/>
                </a:lnTo>
                <a:cubicBezTo>
                  <a:pt x="9035677" y="5024739"/>
                  <a:pt x="8908281" y="5039026"/>
                  <a:pt x="8765406" y="5074745"/>
                </a:cubicBezTo>
                <a:cubicBezTo>
                  <a:pt x="8739211" y="5072364"/>
                  <a:pt x="8714208" y="5054504"/>
                  <a:pt x="8690396" y="5021167"/>
                </a:cubicBezTo>
                <a:cubicBezTo>
                  <a:pt x="8692778" y="5014023"/>
                  <a:pt x="8780884" y="5005689"/>
                  <a:pt x="8954715" y="4996164"/>
                </a:cubicBezTo>
                <a:cubicBezTo>
                  <a:pt x="9102352" y="4996164"/>
                  <a:pt x="9195221" y="4985448"/>
                  <a:pt x="9233321" y="4964017"/>
                </a:cubicBezTo>
                <a:close/>
                <a:moveTo>
                  <a:pt x="9204746" y="4857754"/>
                </a:moveTo>
                <a:cubicBezTo>
                  <a:pt x="9210699" y="4861921"/>
                  <a:pt x="9213081" y="4866386"/>
                  <a:pt x="9211890" y="4871149"/>
                </a:cubicBezTo>
                <a:cubicBezTo>
                  <a:pt x="9190458" y="4880673"/>
                  <a:pt x="9099972" y="4894961"/>
                  <a:pt x="8940428" y="4914011"/>
                </a:cubicBezTo>
                <a:lnTo>
                  <a:pt x="8872562" y="4903295"/>
                </a:lnTo>
                <a:lnTo>
                  <a:pt x="8858274" y="4903295"/>
                </a:lnTo>
                <a:lnTo>
                  <a:pt x="8847558" y="4892579"/>
                </a:lnTo>
                <a:cubicBezTo>
                  <a:pt x="8918996" y="4873530"/>
                  <a:pt x="9028534" y="4858051"/>
                  <a:pt x="9176171" y="4846145"/>
                </a:cubicBezTo>
                <a:cubicBezTo>
                  <a:pt x="9189268" y="4849717"/>
                  <a:pt x="9198793" y="4853587"/>
                  <a:pt x="9204746" y="4857754"/>
                </a:cubicBezTo>
                <a:close/>
                <a:moveTo>
                  <a:pt x="3567743" y="1597507"/>
                </a:moveTo>
                <a:lnTo>
                  <a:pt x="3562981" y="1597507"/>
                </a:lnTo>
                <a:lnTo>
                  <a:pt x="3562981" y="1604651"/>
                </a:lnTo>
                <a:cubicBezTo>
                  <a:pt x="3562981" y="1622113"/>
                  <a:pt x="3573299" y="1646720"/>
                  <a:pt x="3593937" y="1678470"/>
                </a:cubicBezTo>
                <a:lnTo>
                  <a:pt x="3562981" y="1678470"/>
                </a:lnTo>
                <a:cubicBezTo>
                  <a:pt x="3491543" y="1678470"/>
                  <a:pt x="3431218" y="1656245"/>
                  <a:pt x="3382006" y="1611795"/>
                </a:cubicBezTo>
                <a:lnTo>
                  <a:pt x="3320093" y="1502257"/>
                </a:lnTo>
                <a:lnTo>
                  <a:pt x="3312949" y="1502257"/>
                </a:lnTo>
                <a:lnTo>
                  <a:pt x="3308187" y="1509401"/>
                </a:lnTo>
                <a:cubicBezTo>
                  <a:pt x="3308187" y="1525276"/>
                  <a:pt x="3320887" y="1557026"/>
                  <a:pt x="3346287" y="1604651"/>
                </a:cubicBezTo>
                <a:cubicBezTo>
                  <a:pt x="3368512" y="1663389"/>
                  <a:pt x="3440743" y="1699107"/>
                  <a:pt x="3562981" y="1711807"/>
                </a:cubicBezTo>
                <a:cubicBezTo>
                  <a:pt x="3615368" y="1711807"/>
                  <a:pt x="3651087" y="1699107"/>
                  <a:pt x="3670137" y="1673707"/>
                </a:cubicBezTo>
                <a:lnTo>
                  <a:pt x="3670136" y="1666563"/>
                </a:lnTo>
                <a:lnTo>
                  <a:pt x="3660612" y="1654657"/>
                </a:lnTo>
                <a:close/>
                <a:moveTo>
                  <a:pt x="6479981" y="3261165"/>
                </a:moveTo>
                <a:lnTo>
                  <a:pt x="6470456" y="3261165"/>
                </a:lnTo>
                <a:cubicBezTo>
                  <a:pt x="6464105" y="3281802"/>
                  <a:pt x="6452993" y="3301646"/>
                  <a:pt x="6437118" y="3320696"/>
                </a:cubicBezTo>
                <a:cubicBezTo>
                  <a:pt x="6403780" y="3387371"/>
                  <a:pt x="6366475" y="3439759"/>
                  <a:pt x="6325199" y="3477859"/>
                </a:cubicBezTo>
                <a:lnTo>
                  <a:pt x="6325199" y="3480240"/>
                </a:lnTo>
                <a:lnTo>
                  <a:pt x="6327580" y="3485002"/>
                </a:lnTo>
                <a:lnTo>
                  <a:pt x="6408543" y="3446903"/>
                </a:lnTo>
                <a:lnTo>
                  <a:pt x="6408543" y="3454046"/>
                </a:lnTo>
                <a:lnTo>
                  <a:pt x="6406162" y="3482621"/>
                </a:lnTo>
                <a:cubicBezTo>
                  <a:pt x="6406162" y="3498496"/>
                  <a:pt x="6367268" y="3510403"/>
                  <a:pt x="6289480" y="3518340"/>
                </a:cubicBezTo>
                <a:lnTo>
                  <a:pt x="6265668" y="3513578"/>
                </a:lnTo>
                <a:lnTo>
                  <a:pt x="6265668" y="3518340"/>
                </a:lnTo>
                <a:lnTo>
                  <a:pt x="6260906" y="3520722"/>
                </a:lnTo>
                <a:lnTo>
                  <a:pt x="6289480" y="3570727"/>
                </a:lnTo>
                <a:lnTo>
                  <a:pt x="6379968" y="3549296"/>
                </a:lnTo>
                <a:lnTo>
                  <a:pt x="6387111" y="3558821"/>
                </a:lnTo>
                <a:lnTo>
                  <a:pt x="6387112" y="3565965"/>
                </a:lnTo>
                <a:cubicBezTo>
                  <a:pt x="6385524" y="3600890"/>
                  <a:pt x="6379174" y="3622321"/>
                  <a:pt x="6368062" y="3630259"/>
                </a:cubicBezTo>
                <a:cubicBezTo>
                  <a:pt x="6342662" y="3638196"/>
                  <a:pt x="6321231" y="3647721"/>
                  <a:pt x="6303768" y="3658834"/>
                </a:cubicBezTo>
                <a:lnTo>
                  <a:pt x="6313293" y="3668359"/>
                </a:lnTo>
                <a:cubicBezTo>
                  <a:pt x="6319643" y="3725509"/>
                  <a:pt x="6326787" y="3754084"/>
                  <a:pt x="6334725" y="3754084"/>
                </a:cubicBezTo>
                <a:cubicBezTo>
                  <a:pt x="6333137" y="3779484"/>
                  <a:pt x="6345837" y="3792184"/>
                  <a:pt x="6372824" y="3792184"/>
                </a:cubicBezTo>
                <a:lnTo>
                  <a:pt x="6453787" y="3775515"/>
                </a:lnTo>
                <a:lnTo>
                  <a:pt x="6460930" y="3775515"/>
                </a:lnTo>
                <a:cubicBezTo>
                  <a:pt x="6460931" y="3781865"/>
                  <a:pt x="6474425" y="3793771"/>
                  <a:pt x="6501412" y="3811234"/>
                </a:cubicBezTo>
                <a:lnTo>
                  <a:pt x="6518081" y="3813615"/>
                </a:lnTo>
                <a:cubicBezTo>
                  <a:pt x="6549831" y="3813615"/>
                  <a:pt x="6587137" y="3772340"/>
                  <a:pt x="6630000" y="3689790"/>
                </a:cubicBezTo>
                <a:lnTo>
                  <a:pt x="6630000" y="3682646"/>
                </a:lnTo>
                <a:cubicBezTo>
                  <a:pt x="6620475" y="3657246"/>
                  <a:pt x="6613330" y="3644546"/>
                  <a:pt x="6608568" y="3644547"/>
                </a:cubicBezTo>
                <a:cubicBezTo>
                  <a:pt x="6575230" y="3598509"/>
                  <a:pt x="6548243" y="3575490"/>
                  <a:pt x="6527606" y="3575490"/>
                </a:cubicBezTo>
                <a:lnTo>
                  <a:pt x="6468074" y="3587396"/>
                </a:lnTo>
                <a:lnTo>
                  <a:pt x="6463312" y="3587396"/>
                </a:lnTo>
                <a:lnTo>
                  <a:pt x="6506174" y="3518340"/>
                </a:lnTo>
                <a:cubicBezTo>
                  <a:pt x="6566499" y="3508815"/>
                  <a:pt x="6596661" y="3498496"/>
                  <a:pt x="6596661" y="3487383"/>
                </a:cubicBezTo>
                <a:cubicBezTo>
                  <a:pt x="6596662" y="3481034"/>
                  <a:pt x="6583168" y="3474684"/>
                  <a:pt x="6556181" y="3468334"/>
                </a:cubicBezTo>
                <a:lnTo>
                  <a:pt x="6506174" y="3477859"/>
                </a:lnTo>
                <a:cubicBezTo>
                  <a:pt x="6487124" y="3447696"/>
                  <a:pt x="6466487" y="3427059"/>
                  <a:pt x="6444261" y="3415946"/>
                </a:cubicBezTo>
                <a:lnTo>
                  <a:pt x="6468074" y="3389753"/>
                </a:lnTo>
                <a:cubicBezTo>
                  <a:pt x="6523636" y="3370702"/>
                  <a:pt x="6554593" y="3353240"/>
                  <a:pt x="6560943" y="3337365"/>
                </a:cubicBezTo>
                <a:lnTo>
                  <a:pt x="6560943" y="3330221"/>
                </a:lnTo>
                <a:cubicBezTo>
                  <a:pt x="6530781" y="3292121"/>
                  <a:pt x="6503793" y="3269102"/>
                  <a:pt x="6479981" y="3261165"/>
                </a:cubicBezTo>
                <a:close/>
                <a:moveTo>
                  <a:pt x="3492734" y="1535595"/>
                </a:moveTo>
                <a:cubicBezTo>
                  <a:pt x="3482415" y="1529245"/>
                  <a:pt x="3469318" y="1523688"/>
                  <a:pt x="3453443" y="1518926"/>
                </a:cubicBezTo>
                <a:lnTo>
                  <a:pt x="3443918" y="1533213"/>
                </a:lnTo>
                <a:lnTo>
                  <a:pt x="3443919" y="1547501"/>
                </a:lnTo>
                <a:lnTo>
                  <a:pt x="3453443" y="1557026"/>
                </a:lnTo>
                <a:cubicBezTo>
                  <a:pt x="3462968" y="1584013"/>
                  <a:pt x="3470906" y="1597507"/>
                  <a:pt x="3477256" y="1597507"/>
                </a:cubicBezTo>
                <a:lnTo>
                  <a:pt x="3482018" y="1597507"/>
                </a:lnTo>
                <a:cubicBezTo>
                  <a:pt x="3496306" y="1597507"/>
                  <a:pt x="3507418" y="1588776"/>
                  <a:pt x="3515356" y="1571313"/>
                </a:cubicBezTo>
                <a:lnTo>
                  <a:pt x="3515356" y="1557026"/>
                </a:lnTo>
                <a:cubicBezTo>
                  <a:pt x="3510593" y="1549088"/>
                  <a:pt x="3503052" y="1541944"/>
                  <a:pt x="3492734" y="1535595"/>
                </a:cubicBezTo>
                <a:close/>
                <a:moveTo>
                  <a:pt x="3577268" y="1516545"/>
                </a:moveTo>
                <a:lnTo>
                  <a:pt x="3570124" y="1516544"/>
                </a:lnTo>
                <a:lnTo>
                  <a:pt x="3560599" y="1530832"/>
                </a:lnTo>
                <a:lnTo>
                  <a:pt x="3589174" y="1590363"/>
                </a:lnTo>
                <a:lnTo>
                  <a:pt x="3593937" y="1590363"/>
                </a:lnTo>
                <a:cubicBezTo>
                  <a:pt x="3617749" y="1590363"/>
                  <a:pt x="3629655" y="1579251"/>
                  <a:pt x="3629655" y="1557026"/>
                </a:cubicBezTo>
                <a:lnTo>
                  <a:pt x="3629656" y="1549882"/>
                </a:lnTo>
                <a:cubicBezTo>
                  <a:pt x="3623306" y="1543532"/>
                  <a:pt x="3605843" y="1532420"/>
                  <a:pt x="3577268" y="1516545"/>
                </a:cubicBezTo>
                <a:close/>
                <a:moveTo>
                  <a:pt x="9240465" y="4721130"/>
                </a:moveTo>
                <a:cubicBezTo>
                  <a:pt x="9257134" y="4730654"/>
                  <a:pt x="9265468" y="4737798"/>
                  <a:pt x="9265468" y="4742561"/>
                </a:cubicBezTo>
                <a:cubicBezTo>
                  <a:pt x="9244036" y="4752086"/>
                  <a:pt x="9167836" y="4767564"/>
                  <a:pt x="9036868" y="4788995"/>
                </a:cubicBezTo>
                <a:cubicBezTo>
                  <a:pt x="9032105" y="4796139"/>
                  <a:pt x="9008293" y="4802092"/>
                  <a:pt x="8965431" y="4806855"/>
                </a:cubicBezTo>
                <a:cubicBezTo>
                  <a:pt x="8946380" y="4830667"/>
                  <a:pt x="8846368" y="4864005"/>
                  <a:pt x="8665393" y="4906867"/>
                </a:cubicBezTo>
                <a:lnTo>
                  <a:pt x="8643962" y="4921155"/>
                </a:lnTo>
                <a:lnTo>
                  <a:pt x="8636818" y="4917583"/>
                </a:lnTo>
                <a:lnTo>
                  <a:pt x="8626102" y="4906867"/>
                </a:lnTo>
                <a:lnTo>
                  <a:pt x="8626102" y="4899723"/>
                </a:lnTo>
                <a:cubicBezTo>
                  <a:pt x="8640390" y="4887817"/>
                  <a:pt x="8672537" y="4859242"/>
                  <a:pt x="8722543" y="4813998"/>
                </a:cubicBezTo>
                <a:cubicBezTo>
                  <a:pt x="8822555" y="4706842"/>
                  <a:pt x="8880896" y="4627070"/>
                  <a:pt x="8897565" y="4574683"/>
                </a:cubicBezTo>
                <a:lnTo>
                  <a:pt x="8908281" y="4571111"/>
                </a:lnTo>
                <a:cubicBezTo>
                  <a:pt x="8986862" y="4652073"/>
                  <a:pt x="9023771" y="4711604"/>
                  <a:pt x="9019009" y="4749705"/>
                </a:cubicBezTo>
                <a:lnTo>
                  <a:pt x="9029725" y="4753276"/>
                </a:lnTo>
                <a:cubicBezTo>
                  <a:pt x="9151168" y="4729464"/>
                  <a:pt x="9221415" y="4718748"/>
                  <a:pt x="9240465" y="4721130"/>
                </a:cubicBezTo>
                <a:close/>
                <a:moveTo>
                  <a:pt x="3422487" y="1314138"/>
                </a:moveTo>
                <a:lnTo>
                  <a:pt x="3420106" y="1337951"/>
                </a:lnTo>
                <a:lnTo>
                  <a:pt x="3415343" y="1337951"/>
                </a:lnTo>
                <a:lnTo>
                  <a:pt x="3408200" y="1323663"/>
                </a:lnTo>
                <a:lnTo>
                  <a:pt x="3408200" y="1321282"/>
                </a:lnTo>
                <a:lnTo>
                  <a:pt x="3420106" y="1314139"/>
                </a:lnTo>
                <a:close/>
                <a:moveTo>
                  <a:pt x="3574887" y="1314139"/>
                </a:moveTo>
                <a:lnTo>
                  <a:pt x="3574887" y="1354620"/>
                </a:lnTo>
                <a:cubicBezTo>
                  <a:pt x="3536787" y="1357795"/>
                  <a:pt x="3513768" y="1361764"/>
                  <a:pt x="3505831" y="1366526"/>
                </a:cubicBezTo>
                <a:lnTo>
                  <a:pt x="3501068" y="1366526"/>
                </a:lnTo>
                <a:lnTo>
                  <a:pt x="3505831" y="1335570"/>
                </a:lnTo>
                <a:close/>
                <a:moveTo>
                  <a:pt x="7715849" y="3639783"/>
                </a:moveTo>
                <a:lnTo>
                  <a:pt x="7715849" y="3665977"/>
                </a:lnTo>
                <a:cubicBezTo>
                  <a:pt x="7704737" y="3664390"/>
                  <a:pt x="7699180" y="3660421"/>
                  <a:pt x="7699180" y="3654071"/>
                </a:cubicBezTo>
                <a:lnTo>
                  <a:pt x="7713468" y="3639784"/>
                </a:lnTo>
                <a:close/>
                <a:moveTo>
                  <a:pt x="7658699" y="3582634"/>
                </a:moveTo>
                <a:lnTo>
                  <a:pt x="7665843" y="3589777"/>
                </a:lnTo>
                <a:lnTo>
                  <a:pt x="7665843" y="3596921"/>
                </a:lnTo>
                <a:lnTo>
                  <a:pt x="7637268" y="3637402"/>
                </a:lnTo>
                <a:cubicBezTo>
                  <a:pt x="7634092" y="3637402"/>
                  <a:pt x="7629330" y="3625496"/>
                  <a:pt x="7622980" y="3601683"/>
                </a:cubicBezTo>
                <a:cubicBezTo>
                  <a:pt x="7646793" y="3593746"/>
                  <a:pt x="7658699" y="3587396"/>
                  <a:pt x="7658699" y="3582634"/>
                </a:cubicBezTo>
                <a:close/>
                <a:moveTo>
                  <a:pt x="7720612" y="3561202"/>
                </a:moveTo>
                <a:lnTo>
                  <a:pt x="7720612" y="3618352"/>
                </a:lnTo>
                <a:lnTo>
                  <a:pt x="7715849" y="3623115"/>
                </a:lnTo>
                <a:lnTo>
                  <a:pt x="7713468" y="3623115"/>
                </a:lnTo>
                <a:lnTo>
                  <a:pt x="7708706" y="3618352"/>
                </a:lnTo>
                <a:cubicBezTo>
                  <a:pt x="7699180" y="3594540"/>
                  <a:pt x="7689656" y="3582634"/>
                  <a:pt x="7680131" y="3582634"/>
                </a:cubicBezTo>
                <a:lnTo>
                  <a:pt x="7680130" y="3580252"/>
                </a:lnTo>
                <a:cubicBezTo>
                  <a:pt x="7680130" y="3572315"/>
                  <a:pt x="7693624" y="3565965"/>
                  <a:pt x="7720612" y="3561202"/>
                </a:cubicBezTo>
                <a:close/>
                <a:moveTo>
                  <a:pt x="10601349" y="5221192"/>
                </a:moveTo>
                <a:cubicBezTo>
                  <a:pt x="10609683" y="5228336"/>
                  <a:pt x="10614445" y="5237861"/>
                  <a:pt x="10615637" y="5249767"/>
                </a:cubicBezTo>
                <a:cubicBezTo>
                  <a:pt x="10613256" y="5280724"/>
                  <a:pt x="10596586" y="5296201"/>
                  <a:pt x="10565630" y="5296202"/>
                </a:cubicBezTo>
                <a:cubicBezTo>
                  <a:pt x="10534674" y="5296201"/>
                  <a:pt x="10520387" y="5281914"/>
                  <a:pt x="10522768" y="5253339"/>
                </a:cubicBezTo>
                <a:cubicBezTo>
                  <a:pt x="10522768" y="5224764"/>
                  <a:pt x="10537055" y="5209286"/>
                  <a:pt x="10565631" y="5206905"/>
                </a:cubicBezTo>
                <a:cubicBezTo>
                  <a:pt x="10581109" y="5209286"/>
                  <a:pt x="10593015" y="5214048"/>
                  <a:pt x="10601349" y="5221192"/>
                </a:cubicBezTo>
                <a:close/>
                <a:moveTo>
                  <a:pt x="3593937" y="1166501"/>
                </a:moveTo>
                <a:lnTo>
                  <a:pt x="3582030" y="1166501"/>
                </a:lnTo>
                <a:cubicBezTo>
                  <a:pt x="3577268" y="1166501"/>
                  <a:pt x="3574887" y="1172057"/>
                  <a:pt x="3574887" y="1183170"/>
                </a:cubicBezTo>
                <a:cubicBezTo>
                  <a:pt x="3524087" y="1202220"/>
                  <a:pt x="3495512" y="1216507"/>
                  <a:pt x="3489162" y="1226032"/>
                </a:cubicBezTo>
                <a:lnTo>
                  <a:pt x="3489162" y="1228414"/>
                </a:lnTo>
                <a:cubicBezTo>
                  <a:pt x="3495512" y="1242701"/>
                  <a:pt x="3505831" y="1249845"/>
                  <a:pt x="3520118" y="1249845"/>
                </a:cubicBezTo>
                <a:lnTo>
                  <a:pt x="3522500" y="1249845"/>
                </a:lnTo>
                <a:lnTo>
                  <a:pt x="3570124" y="1218888"/>
                </a:lnTo>
                <a:lnTo>
                  <a:pt x="3570124" y="1221270"/>
                </a:lnTo>
                <a:lnTo>
                  <a:pt x="3574887" y="1226032"/>
                </a:lnTo>
                <a:lnTo>
                  <a:pt x="3574887" y="1297470"/>
                </a:lnTo>
                <a:lnTo>
                  <a:pt x="3553456" y="1287945"/>
                </a:lnTo>
                <a:lnTo>
                  <a:pt x="3508212" y="1297470"/>
                </a:lnTo>
                <a:lnTo>
                  <a:pt x="3505831" y="1297470"/>
                </a:lnTo>
                <a:cubicBezTo>
                  <a:pt x="3505831" y="1280007"/>
                  <a:pt x="3485987" y="1251432"/>
                  <a:pt x="3446299" y="1211745"/>
                </a:cubicBezTo>
                <a:cubicBezTo>
                  <a:pt x="3441537" y="1211745"/>
                  <a:pt x="3435187" y="1230001"/>
                  <a:pt x="3427249" y="1266513"/>
                </a:cubicBezTo>
                <a:lnTo>
                  <a:pt x="3427249" y="1268895"/>
                </a:lnTo>
                <a:lnTo>
                  <a:pt x="3429631" y="1273657"/>
                </a:lnTo>
                <a:lnTo>
                  <a:pt x="3427250" y="1287945"/>
                </a:lnTo>
                <a:lnTo>
                  <a:pt x="3427250" y="1292707"/>
                </a:lnTo>
                <a:lnTo>
                  <a:pt x="3391531" y="1283182"/>
                </a:lnTo>
                <a:lnTo>
                  <a:pt x="3391531" y="1280801"/>
                </a:lnTo>
                <a:lnTo>
                  <a:pt x="3396293" y="1276038"/>
                </a:lnTo>
                <a:lnTo>
                  <a:pt x="3396293" y="1273657"/>
                </a:lnTo>
                <a:cubicBezTo>
                  <a:pt x="3396293" y="1254607"/>
                  <a:pt x="3366924" y="1218889"/>
                  <a:pt x="3308187" y="1166501"/>
                </a:cubicBezTo>
                <a:lnTo>
                  <a:pt x="3305806" y="1166501"/>
                </a:lnTo>
                <a:cubicBezTo>
                  <a:pt x="3296281" y="1166501"/>
                  <a:pt x="3290724" y="1206982"/>
                  <a:pt x="3289137" y="1287945"/>
                </a:cubicBezTo>
                <a:lnTo>
                  <a:pt x="3291518" y="1292707"/>
                </a:lnTo>
                <a:lnTo>
                  <a:pt x="3289137" y="1297470"/>
                </a:lnTo>
                <a:cubicBezTo>
                  <a:pt x="3217700" y="1306995"/>
                  <a:pt x="3181981" y="1314932"/>
                  <a:pt x="3181981" y="1321282"/>
                </a:cubicBezTo>
                <a:lnTo>
                  <a:pt x="3181981" y="1323663"/>
                </a:lnTo>
                <a:cubicBezTo>
                  <a:pt x="3196268" y="1344301"/>
                  <a:pt x="3207381" y="1354620"/>
                  <a:pt x="3215318" y="1354620"/>
                </a:cubicBezTo>
                <a:lnTo>
                  <a:pt x="3284374" y="1335570"/>
                </a:lnTo>
                <a:lnTo>
                  <a:pt x="3284374" y="1347476"/>
                </a:lnTo>
                <a:cubicBezTo>
                  <a:pt x="3201824" y="1426851"/>
                  <a:pt x="3160549" y="1470507"/>
                  <a:pt x="3160549" y="1478444"/>
                </a:cubicBezTo>
                <a:lnTo>
                  <a:pt x="3167693" y="1478445"/>
                </a:lnTo>
                <a:lnTo>
                  <a:pt x="3170074" y="1485589"/>
                </a:lnTo>
                <a:lnTo>
                  <a:pt x="3198650" y="1485589"/>
                </a:lnTo>
                <a:cubicBezTo>
                  <a:pt x="3241512" y="1460188"/>
                  <a:pt x="3267706" y="1447488"/>
                  <a:pt x="3277231" y="1447488"/>
                </a:cubicBezTo>
                <a:lnTo>
                  <a:pt x="3284374" y="1447488"/>
                </a:lnTo>
                <a:cubicBezTo>
                  <a:pt x="3284374" y="1463364"/>
                  <a:pt x="3294693" y="1473682"/>
                  <a:pt x="3315331" y="1478445"/>
                </a:cubicBezTo>
                <a:lnTo>
                  <a:pt x="3320093" y="1478445"/>
                </a:lnTo>
                <a:cubicBezTo>
                  <a:pt x="3328031" y="1478445"/>
                  <a:pt x="3336762" y="1454632"/>
                  <a:pt x="3346287" y="1407007"/>
                </a:cubicBezTo>
                <a:lnTo>
                  <a:pt x="3351049" y="1407007"/>
                </a:lnTo>
                <a:cubicBezTo>
                  <a:pt x="3363749" y="1418120"/>
                  <a:pt x="3374862" y="1423676"/>
                  <a:pt x="3384387" y="1423676"/>
                </a:cubicBezTo>
                <a:lnTo>
                  <a:pt x="3391531" y="1423676"/>
                </a:lnTo>
                <a:lnTo>
                  <a:pt x="3401056" y="1416532"/>
                </a:lnTo>
                <a:lnTo>
                  <a:pt x="3401056" y="1409388"/>
                </a:lnTo>
                <a:lnTo>
                  <a:pt x="3377243" y="1378432"/>
                </a:lnTo>
                <a:lnTo>
                  <a:pt x="3377243" y="1376051"/>
                </a:lnTo>
                <a:cubicBezTo>
                  <a:pt x="3385181" y="1376051"/>
                  <a:pt x="3397087" y="1368907"/>
                  <a:pt x="3412962" y="1354620"/>
                </a:cubicBezTo>
                <a:lnTo>
                  <a:pt x="3415343" y="1354620"/>
                </a:lnTo>
                <a:lnTo>
                  <a:pt x="3408200" y="1447488"/>
                </a:lnTo>
                <a:cubicBezTo>
                  <a:pt x="3411374" y="1472889"/>
                  <a:pt x="3415343" y="1485588"/>
                  <a:pt x="3420106" y="1485589"/>
                </a:cubicBezTo>
                <a:lnTo>
                  <a:pt x="3436774" y="1485589"/>
                </a:lnTo>
                <a:lnTo>
                  <a:pt x="3439156" y="1478445"/>
                </a:lnTo>
                <a:lnTo>
                  <a:pt x="3446299" y="1492732"/>
                </a:lnTo>
                <a:lnTo>
                  <a:pt x="3467731" y="1476064"/>
                </a:lnTo>
                <a:cubicBezTo>
                  <a:pt x="3524880" y="1458601"/>
                  <a:pt x="3555837" y="1446695"/>
                  <a:pt x="3560599" y="1440345"/>
                </a:cubicBezTo>
                <a:lnTo>
                  <a:pt x="3560599" y="1437964"/>
                </a:lnTo>
                <a:cubicBezTo>
                  <a:pt x="3560599" y="1431613"/>
                  <a:pt x="3552662" y="1426851"/>
                  <a:pt x="3536787" y="1423676"/>
                </a:cubicBezTo>
                <a:lnTo>
                  <a:pt x="3484400" y="1437963"/>
                </a:lnTo>
                <a:lnTo>
                  <a:pt x="3484400" y="1430820"/>
                </a:lnTo>
                <a:cubicBezTo>
                  <a:pt x="3492337" y="1400657"/>
                  <a:pt x="3520118" y="1385576"/>
                  <a:pt x="3567743" y="1385576"/>
                </a:cubicBezTo>
                <a:lnTo>
                  <a:pt x="3574887" y="1385576"/>
                </a:lnTo>
                <a:lnTo>
                  <a:pt x="3574887" y="1440345"/>
                </a:lnTo>
                <a:cubicBezTo>
                  <a:pt x="3574887" y="1459395"/>
                  <a:pt x="3586000" y="1472095"/>
                  <a:pt x="3608224" y="1478445"/>
                </a:cubicBezTo>
                <a:lnTo>
                  <a:pt x="3620131" y="1478445"/>
                </a:lnTo>
                <a:lnTo>
                  <a:pt x="3636799" y="1468920"/>
                </a:lnTo>
                <a:lnTo>
                  <a:pt x="3667756" y="1273657"/>
                </a:lnTo>
                <a:cubicBezTo>
                  <a:pt x="3667756" y="1254607"/>
                  <a:pt x="3643149" y="1218889"/>
                  <a:pt x="3593937" y="1166501"/>
                </a:cubicBezTo>
                <a:close/>
                <a:moveTo>
                  <a:pt x="7722879" y="3532967"/>
                </a:moveTo>
                <a:lnTo>
                  <a:pt x="7719421" y="3543343"/>
                </a:lnTo>
                <a:cubicBezTo>
                  <a:pt x="7717039" y="3546518"/>
                  <a:pt x="7713468" y="3549296"/>
                  <a:pt x="7708705" y="3551677"/>
                </a:cubicBezTo>
                <a:lnTo>
                  <a:pt x="7699180" y="3551677"/>
                </a:lnTo>
                <a:close/>
                <a:moveTo>
                  <a:pt x="7601549" y="3418327"/>
                </a:moveTo>
                <a:lnTo>
                  <a:pt x="7599168" y="3437377"/>
                </a:lnTo>
                <a:cubicBezTo>
                  <a:pt x="7599168" y="3465952"/>
                  <a:pt x="7580118" y="3482621"/>
                  <a:pt x="7542018" y="3487384"/>
                </a:cubicBezTo>
                <a:lnTo>
                  <a:pt x="7534874" y="3487384"/>
                </a:lnTo>
                <a:cubicBezTo>
                  <a:pt x="7538049" y="3476271"/>
                  <a:pt x="7545987" y="3466746"/>
                  <a:pt x="7558687" y="3458809"/>
                </a:cubicBezTo>
                <a:cubicBezTo>
                  <a:pt x="7568211" y="3431821"/>
                  <a:pt x="7580118" y="3418327"/>
                  <a:pt x="7594405" y="3418327"/>
                </a:cubicBezTo>
                <a:close/>
                <a:moveTo>
                  <a:pt x="2434135" y="388145"/>
                </a:moveTo>
                <a:cubicBezTo>
                  <a:pt x="2438897" y="392907"/>
                  <a:pt x="2443660" y="418307"/>
                  <a:pt x="2448422" y="464345"/>
                </a:cubicBezTo>
                <a:cubicBezTo>
                  <a:pt x="2435722" y="492920"/>
                  <a:pt x="2423022" y="513557"/>
                  <a:pt x="2410322" y="526257"/>
                </a:cubicBezTo>
                <a:lnTo>
                  <a:pt x="2407941" y="526257"/>
                </a:lnTo>
                <a:cubicBezTo>
                  <a:pt x="2373016" y="513557"/>
                  <a:pt x="2355553" y="500857"/>
                  <a:pt x="2355554" y="488157"/>
                </a:cubicBezTo>
                <a:cubicBezTo>
                  <a:pt x="2366666" y="432595"/>
                  <a:pt x="2387304" y="404813"/>
                  <a:pt x="2417466" y="404813"/>
                </a:cubicBezTo>
                <a:close/>
                <a:moveTo>
                  <a:pt x="5945616" y="2362063"/>
                </a:moveTo>
                <a:lnTo>
                  <a:pt x="5983716" y="2404925"/>
                </a:lnTo>
                <a:lnTo>
                  <a:pt x="5981334" y="2407306"/>
                </a:lnTo>
                <a:lnTo>
                  <a:pt x="5967047" y="2407307"/>
                </a:lnTo>
                <a:cubicBezTo>
                  <a:pt x="5947996" y="2407306"/>
                  <a:pt x="5938472" y="2396194"/>
                  <a:pt x="5938472" y="2373969"/>
                </a:cubicBezTo>
                <a:lnTo>
                  <a:pt x="5938471" y="2369206"/>
                </a:lnTo>
                <a:close/>
                <a:moveTo>
                  <a:pt x="4258306" y="1380814"/>
                </a:moveTo>
                <a:lnTo>
                  <a:pt x="4255924" y="1385576"/>
                </a:lnTo>
                <a:lnTo>
                  <a:pt x="4251162" y="1380814"/>
                </a:lnTo>
                <a:cubicBezTo>
                  <a:pt x="4206712" y="1383989"/>
                  <a:pt x="4183694" y="1385576"/>
                  <a:pt x="4182106" y="1385576"/>
                </a:cubicBezTo>
                <a:lnTo>
                  <a:pt x="4160674" y="1387957"/>
                </a:lnTo>
                <a:lnTo>
                  <a:pt x="3846350" y="1416533"/>
                </a:lnTo>
                <a:lnTo>
                  <a:pt x="3843968" y="1416532"/>
                </a:lnTo>
                <a:lnTo>
                  <a:pt x="3841587" y="1416532"/>
                </a:lnTo>
                <a:lnTo>
                  <a:pt x="3836824" y="1416532"/>
                </a:lnTo>
                <a:lnTo>
                  <a:pt x="3829681" y="1416532"/>
                </a:lnTo>
                <a:lnTo>
                  <a:pt x="3815393" y="1416532"/>
                </a:lnTo>
                <a:lnTo>
                  <a:pt x="3803487" y="1421295"/>
                </a:lnTo>
                <a:lnTo>
                  <a:pt x="3798724" y="1416532"/>
                </a:lnTo>
                <a:lnTo>
                  <a:pt x="3765387" y="1426057"/>
                </a:lnTo>
                <a:cubicBezTo>
                  <a:pt x="3765387" y="1437170"/>
                  <a:pt x="3776499" y="1457013"/>
                  <a:pt x="3798724" y="1485588"/>
                </a:cubicBezTo>
                <a:lnTo>
                  <a:pt x="4013037" y="1452251"/>
                </a:lnTo>
                <a:lnTo>
                  <a:pt x="4079712" y="1452251"/>
                </a:lnTo>
                <a:lnTo>
                  <a:pt x="4191630" y="1454632"/>
                </a:lnTo>
                <a:lnTo>
                  <a:pt x="4213062" y="1457013"/>
                </a:lnTo>
                <a:lnTo>
                  <a:pt x="4267831" y="1461776"/>
                </a:lnTo>
                <a:lnTo>
                  <a:pt x="4282118" y="1461776"/>
                </a:lnTo>
                <a:cubicBezTo>
                  <a:pt x="4282118" y="1436376"/>
                  <a:pt x="4274181" y="1409389"/>
                  <a:pt x="4258306" y="1380814"/>
                </a:cubicBezTo>
                <a:close/>
                <a:moveTo>
                  <a:pt x="7787287" y="3411184"/>
                </a:moveTo>
                <a:lnTo>
                  <a:pt x="7777762" y="3423090"/>
                </a:lnTo>
                <a:lnTo>
                  <a:pt x="7772999" y="3423090"/>
                </a:lnTo>
                <a:lnTo>
                  <a:pt x="7784905" y="3411183"/>
                </a:lnTo>
                <a:close/>
                <a:moveTo>
                  <a:pt x="2755603" y="435770"/>
                </a:moveTo>
                <a:lnTo>
                  <a:pt x="2848472" y="492920"/>
                </a:lnTo>
                <a:lnTo>
                  <a:pt x="2857997" y="504826"/>
                </a:lnTo>
                <a:lnTo>
                  <a:pt x="2857997" y="511970"/>
                </a:lnTo>
                <a:cubicBezTo>
                  <a:pt x="2838947" y="537370"/>
                  <a:pt x="2803228" y="550070"/>
                  <a:pt x="2750841" y="550070"/>
                </a:cubicBezTo>
                <a:cubicBezTo>
                  <a:pt x="2628604" y="537369"/>
                  <a:pt x="2556372" y="501651"/>
                  <a:pt x="2534147" y="442913"/>
                </a:cubicBezTo>
                <a:cubicBezTo>
                  <a:pt x="2508748" y="395288"/>
                  <a:pt x="2496047" y="363538"/>
                  <a:pt x="2496047" y="347663"/>
                </a:cubicBezTo>
                <a:lnTo>
                  <a:pt x="2500810" y="340520"/>
                </a:lnTo>
                <a:lnTo>
                  <a:pt x="2507954" y="340520"/>
                </a:lnTo>
                <a:lnTo>
                  <a:pt x="2569866" y="450057"/>
                </a:lnTo>
                <a:cubicBezTo>
                  <a:pt x="2619078" y="494507"/>
                  <a:pt x="2679404" y="516732"/>
                  <a:pt x="2750841" y="516732"/>
                </a:cubicBezTo>
                <a:lnTo>
                  <a:pt x="2781797" y="516732"/>
                </a:lnTo>
                <a:cubicBezTo>
                  <a:pt x="2761160" y="484982"/>
                  <a:pt x="2750841" y="460376"/>
                  <a:pt x="2750841" y="442913"/>
                </a:cubicBezTo>
                <a:lnTo>
                  <a:pt x="2750841" y="435770"/>
                </a:lnTo>
                <a:close/>
                <a:moveTo>
                  <a:pt x="2680594" y="373857"/>
                </a:moveTo>
                <a:cubicBezTo>
                  <a:pt x="2690913" y="380207"/>
                  <a:pt x="2698453" y="387351"/>
                  <a:pt x="2703216" y="395288"/>
                </a:cubicBezTo>
                <a:lnTo>
                  <a:pt x="2703216" y="409576"/>
                </a:lnTo>
                <a:cubicBezTo>
                  <a:pt x="2695279" y="427038"/>
                  <a:pt x="2684166" y="435770"/>
                  <a:pt x="2669879" y="435770"/>
                </a:cubicBezTo>
                <a:lnTo>
                  <a:pt x="2665116" y="435770"/>
                </a:lnTo>
                <a:cubicBezTo>
                  <a:pt x="2658766" y="435770"/>
                  <a:pt x="2650828" y="422276"/>
                  <a:pt x="2641303" y="395288"/>
                </a:cubicBezTo>
                <a:lnTo>
                  <a:pt x="2631779" y="385763"/>
                </a:lnTo>
                <a:lnTo>
                  <a:pt x="2631779" y="371476"/>
                </a:lnTo>
                <a:lnTo>
                  <a:pt x="2641303" y="357188"/>
                </a:lnTo>
                <a:cubicBezTo>
                  <a:pt x="2657179" y="361951"/>
                  <a:pt x="2670275" y="367507"/>
                  <a:pt x="2680594" y="373857"/>
                </a:cubicBezTo>
                <a:close/>
                <a:moveTo>
                  <a:pt x="6048010" y="2309676"/>
                </a:moveTo>
                <a:cubicBezTo>
                  <a:pt x="6089285" y="2331900"/>
                  <a:pt x="6109922" y="2358094"/>
                  <a:pt x="6109921" y="2388256"/>
                </a:cubicBezTo>
                <a:lnTo>
                  <a:pt x="6112303" y="2390638"/>
                </a:lnTo>
                <a:lnTo>
                  <a:pt x="6112303" y="2395400"/>
                </a:lnTo>
                <a:cubicBezTo>
                  <a:pt x="6109128" y="2408100"/>
                  <a:pt x="6101190" y="2414450"/>
                  <a:pt x="6088490" y="2414450"/>
                </a:cubicBezTo>
                <a:lnTo>
                  <a:pt x="6069441" y="2414450"/>
                </a:lnTo>
                <a:cubicBezTo>
                  <a:pt x="6059916" y="2414450"/>
                  <a:pt x="6050391" y="2381113"/>
                  <a:pt x="6040865" y="2314437"/>
                </a:cubicBezTo>
                <a:lnTo>
                  <a:pt x="6045628" y="2309675"/>
                </a:lnTo>
                <a:close/>
                <a:moveTo>
                  <a:pt x="10233446" y="4687196"/>
                </a:moveTo>
                <a:cubicBezTo>
                  <a:pt x="10247734" y="4694341"/>
                  <a:pt x="10254878" y="4704461"/>
                  <a:pt x="10254877" y="4717558"/>
                </a:cubicBezTo>
                <a:cubicBezTo>
                  <a:pt x="10254877" y="4741370"/>
                  <a:pt x="10195346" y="4759230"/>
                  <a:pt x="10076283" y="4771136"/>
                </a:cubicBezTo>
                <a:lnTo>
                  <a:pt x="10065568" y="4781851"/>
                </a:lnTo>
                <a:lnTo>
                  <a:pt x="10061995" y="4781851"/>
                </a:lnTo>
                <a:lnTo>
                  <a:pt x="10033421" y="4771136"/>
                </a:lnTo>
                <a:lnTo>
                  <a:pt x="9972700" y="4781852"/>
                </a:lnTo>
                <a:lnTo>
                  <a:pt x="9972699" y="4796139"/>
                </a:lnTo>
                <a:lnTo>
                  <a:pt x="10094142" y="4906867"/>
                </a:lnTo>
                <a:lnTo>
                  <a:pt x="10169152" y="4892579"/>
                </a:lnTo>
                <a:cubicBezTo>
                  <a:pt x="10202490" y="4904486"/>
                  <a:pt x="10220349" y="4916392"/>
                  <a:pt x="10222730" y="4928298"/>
                </a:cubicBezTo>
                <a:cubicBezTo>
                  <a:pt x="10210823" y="4949729"/>
                  <a:pt x="10192965" y="4960445"/>
                  <a:pt x="10169152" y="4960445"/>
                </a:cubicBezTo>
                <a:lnTo>
                  <a:pt x="10104859" y="4960445"/>
                </a:lnTo>
                <a:cubicBezTo>
                  <a:pt x="10090571" y="4960445"/>
                  <a:pt x="10077474" y="5014023"/>
                  <a:pt x="10065568" y="5121179"/>
                </a:cubicBezTo>
                <a:cubicBezTo>
                  <a:pt x="10053661" y="5164042"/>
                  <a:pt x="10035802" y="5194998"/>
                  <a:pt x="10011989" y="5214048"/>
                </a:cubicBezTo>
                <a:lnTo>
                  <a:pt x="10011989" y="5221192"/>
                </a:lnTo>
                <a:cubicBezTo>
                  <a:pt x="10038184" y="5230717"/>
                  <a:pt x="10114383" y="5236670"/>
                  <a:pt x="10240590" y="5239052"/>
                </a:cubicBezTo>
                <a:lnTo>
                  <a:pt x="10276308" y="5235479"/>
                </a:lnTo>
                <a:cubicBezTo>
                  <a:pt x="10333458" y="5254529"/>
                  <a:pt x="10362034" y="5272389"/>
                  <a:pt x="10362033" y="5289058"/>
                </a:cubicBezTo>
                <a:lnTo>
                  <a:pt x="10362034" y="5299773"/>
                </a:lnTo>
                <a:cubicBezTo>
                  <a:pt x="10362033" y="5309298"/>
                  <a:pt x="10351318" y="5315252"/>
                  <a:pt x="10329887" y="5317633"/>
                </a:cubicBezTo>
                <a:lnTo>
                  <a:pt x="10304883" y="5306917"/>
                </a:lnTo>
                <a:lnTo>
                  <a:pt x="10269164" y="5314060"/>
                </a:lnTo>
                <a:lnTo>
                  <a:pt x="10215587" y="5299773"/>
                </a:lnTo>
                <a:lnTo>
                  <a:pt x="9919121" y="5299773"/>
                </a:lnTo>
                <a:lnTo>
                  <a:pt x="9890546" y="5292630"/>
                </a:lnTo>
                <a:lnTo>
                  <a:pt x="9804821" y="5306917"/>
                </a:lnTo>
                <a:lnTo>
                  <a:pt x="9804821" y="5299774"/>
                </a:lnTo>
                <a:cubicBezTo>
                  <a:pt x="9723858" y="5316442"/>
                  <a:pt x="9676234" y="5330730"/>
                  <a:pt x="9661945" y="5342636"/>
                </a:cubicBezTo>
                <a:lnTo>
                  <a:pt x="9633370" y="5342635"/>
                </a:lnTo>
                <a:lnTo>
                  <a:pt x="9554790" y="5253339"/>
                </a:lnTo>
                <a:cubicBezTo>
                  <a:pt x="9554789" y="5243814"/>
                  <a:pt x="9563124" y="5239051"/>
                  <a:pt x="9579792" y="5239051"/>
                </a:cubicBezTo>
                <a:lnTo>
                  <a:pt x="9604796" y="5253339"/>
                </a:lnTo>
                <a:lnTo>
                  <a:pt x="9901261" y="5228335"/>
                </a:lnTo>
                <a:cubicBezTo>
                  <a:pt x="9882212" y="5209286"/>
                  <a:pt x="9867925" y="5128323"/>
                  <a:pt x="9858399" y="4985448"/>
                </a:cubicBezTo>
                <a:lnTo>
                  <a:pt x="9819108" y="5014023"/>
                </a:lnTo>
                <a:lnTo>
                  <a:pt x="9797677" y="5014023"/>
                </a:lnTo>
                <a:cubicBezTo>
                  <a:pt x="9771484" y="5014024"/>
                  <a:pt x="9744099" y="4991401"/>
                  <a:pt x="9715524" y="4946157"/>
                </a:cubicBezTo>
                <a:cubicBezTo>
                  <a:pt x="9748861" y="4934251"/>
                  <a:pt x="9794105" y="4928298"/>
                  <a:pt x="9851256" y="4928299"/>
                </a:cubicBezTo>
                <a:lnTo>
                  <a:pt x="9865543" y="4914011"/>
                </a:lnTo>
                <a:lnTo>
                  <a:pt x="9865543" y="4853289"/>
                </a:lnTo>
                <a:lnTo>
                  <a:pt x="9851256" y="4796139"/>
                </a:lnTo>
                <a:lnTo>
                  <a:pt x="9794105" y="4806854"/>
                </a:lnTo>
                <a:lnTo>
                  <a:pt x="9769102" y="4806854"/>
                </a:lnTo>
                <a:cubicBezTo>
                  <a:pt x="9733383" y="4787804"/>
                  <a:pt x="9702427" y="4754467"/>
                  <a:pt x="9676233" y="4706842"/>
                </a:cubicBezTo>
                <a:lnTo>
                  <a:pt x="9676233" y="4699698"/>
                </a:lnTo>
                <a:lnTo>
                  <a:pt x="9697664" y="4678267"/>
                </a:lnTo>
                <a:lnTo>
                  <a:pt x="9758387" y="4692555"/>
                </a:lnTo>
                <a:lnTo>
                  <a:pt x="9901261" y="4692554"/>
                </a:lnTo>
                <a:lnTo>
                  <a:pt x="9958412" y="4688983"/>
                </a:lnTo>
                <a:lnTo>
                  <a:pt x="9986986" y="4692554"/>
                </a:lnTo>
                <a:lnTo>
                  <a:pt x="10076284" y="4688983"/>
                </a:lnTo>
                <a:lnTo>
                  <a:pt x="10076284" y="4692555"/>
                </a:lnTo>
                <a:lnTo>
                  <a:pt x="10169152" y="4674695"/>
                </a:lnTo>
                <a:cubicBezTo>
                  <a:pt x="10197727" y="4675886"/>
                  <a:pt x="10219158" y="4680053"/>
                  <a:pt x="10233446" y="4687196"/>
                </a:cubicBezTo>
                <a:close/>
                <a:moveTo>
                  <a:pt x="7792049" y="3275452"/>
                </a:moveTo>
                <a:lnTo>
                  <a:pt x="7777761" y="3275452"/>
                </a:lnTo>
                <a:lnTo>
                  <a:pt x="7777761" y="3282596"/>
                </a:lnTo>
                <a:lnTo>
                  <a:pt x="7770617" y="3358796"/>
                </a:lnTo>
                <a:lnTo>
                  <a:pt x="7742042" y="3315933"/>
                </a:lnTo>
                <a:lnTo>
                  <a:pt x="7722993" y="3315934"/>
                </a:lnTo>
                <a:lnTo>
                  <a:pt x="7720611" y="3318315"/>
                </a:lnTo>
                <a:lnTo>
                  <a:pt x="7722993" y="3323077"/>
                </a:lnTo>
                <a:cubicBezTo>
                  <a:pt x="7699180" y="3373877"/>
                  <a:pt x="7687274" y="3403246"/>
                  <a:pt x="7687274" y="3411183"/>
                </a:cubicBezTo>
                <a:lnTo>
                  <a:pt x="7687274" y="3439759"/>
                </a:lnTo>
                <a:lnTo>
                  <a:pt x="7706324" y="3444521"/>
                </a:lnTo>
                <a:cubicBezTo>
                  <a:pt x="7712674" y="3444521"/>
                  <a:pt x="7729343" y="3431027"/>
                  <a:pt x="7756330" y="3404040"/>
                </a:cubicBezTo>
                <a:lnTo>
                  <a:pt x="7758711" y="3404040"/>
                </a:lnTo>
                <a:cubicBezTo>
                  <a:pt x="7758712" y="3432615"/>
                  <a:pt x="7729343" y="3456427"/>
                  <a:pt x="7670606" y="3475477"/>
                </a:cubicBezTo>
                <a:cubicBezTo>
                  <a:pt x="7670605" y="3492940"/>
                  <a:pt x="7678543" y="3501671"/>
                  <a:pt x="7694418" y="3501671"/>
                </a:cubicBezTo>
                <a:lnTo>
                  <a:pt x="7699180" y="3501671"/>
                </a:lnTo>
                <a:lnTo>
                  <a:pt x="7720611" y="3482621"/>
                </a:lnTo>
                <a:lnTo>
                  <a:pt x="7722992" y="3482621"/>
                </a:lnTo>
                <a:lnTo>
                  <a:pt x="7722993" y="3487384"/>
                </a:lnTo>
                <a:cubicBezTo>
                  <a:pt x="7722993" y="3492146"/>
                  <a:pt x="7700768" y="3513577"/>
                  <a:pt x="7656318" y="3551677"/>
                </a:cubicBezTo>
                <a:lnTo>
                  <a:pt x="7656318" y="3568346"/>
                </a:lnTo>
                <a:lnTo>
                  <a:pt x="7637268" y="3573108"/>
                </a:lnTo>
                <a:lnTo>
                  <a:pt x="7634887" y="3573108"/>
                </a:lnTo>
                <a:cubicBezTo>
                  <a:pt x="7634887" y="3561996"/>
                  <a:pt x="7646793" y="3541359"/>
                  <a:pt x="7670605" y="3511196"/>
                </a:cubicBezTo>
                <a:lnTo>
                  <a:pt x="7670605" y="3508815"/>
                </a:lnTo>
                <a:lnTo>
                  <a:pt x="7663462" y="3501671"/>
                </a:lnTo>
                <a:lnTo>
                  <a:pt x="7620599" y="3544533"/>
                </a:lnTo>
                <a:lnTo>
                  <a:pt x="7613455" y="3537390"/>
                </a:lnTo>
                <a:lnTo>
                  <a:pt x="7613456" y="3511196"/>
                </a:lnTo>
                <a:lnTo>
                  <a:pt x="7630124" y="3489765"/>
                </a:lnTo>
                <a:cubicBezTo>
                  <a:pt x="7658699" y="3469127"/>
                  <a:pt x="7672987" y="3456427"/>
                  <a:pt x="7672986" y="3451665"/>
                </a:cubicBezTo>
                <a:cubicBezTo>
                  <a:pt x="7672986" y="3442140"/>
                  <a:pt x="7661080" y="3437377"/>
                  <a:pt x="7637268" y="3437377"/>
                </a:cubicBezTo>
                <a:lnTo>
                  <a:pt x="7622980" y="3439759"/>
                </a:lnTo>
                <a:cubicBezTo>
                  <a:pt x="7622981" y="3422296"/>
                  <a:pt x="7636474" y="3400865"/>
                  <a:pt x="7663462" y="3375465"/>
                </a:cubicBezTo>
                <a:lnTo>
                  <a:pt x="7663462" y="3368321"/>
                </a:lnTo>
                <a:lnTo>
                  <a:pt x="7656317" y="3361177"/>
                </a:lnTo>
                <a:lnTo>
                  <a:pt x="7651555" y="3361177"/>
                </a:lnTo>
                <a:lnTo>
                  <a:pt x="7665843" y="3325459"/>
                </a:lnTo>
                <a:lnTo>
                  <a:pt x="7665843" y="3311171"/>
                </a:lnTo>
                <a:cubicBezTo>
                  <a:pt x="7638855" y="3282596"/>
                  <a:pt x="7622186" y="3268309"/>
                  <a:pt x="7615836" y="3268308"/>
                </a:cubicBezTo>
                <a:lnTo>
                  <a:pt x="7613455" y="3268309"/>
                </a:lnTo>
                <a:lnTo>
                  <a:pt x="7608693" y="3273071"/>
                </a:lnTo>
                <a:lnTo>
                  <a:pt x="7613455" y="3294502"/>
                </a:lnTo>
                <a:lnTo>
                  <a:pt x="7608693" y="3339746"/>
                </a:lnTo>
                <a:lnTo>
                  <a:pt x="7608692" y="3344508"/>
                </a:lnTo>
                <a:lnTo>
                  <a:pt x="7606311" y="3344509"/>
                </a:lnTo>
                <a:lnTo>
                  <a:pt x="7558686" y="3318315"/>
                </a:lnTo>
                <a:lnTo>
                  <a:pt x="7549161" y="3323077"/>
                </a:lnTo>
                <a:lnTo>
                  <a:pt x="7551543" y="3339746"/>
                </a:lnTo>
                <a:cubicBezTo>
                  <a:pt x="7549955" y="3366734"/>
                  <a:pt x="7538049" y="3400071"/>
                  <a:pt x="7515824" y="3439759"/>
                </a:cubicBezTo>
                <a:lnTo>
                  <a:pt x="7513443" y="3439759"/>
                </a:lnTo>
                <a:lnTo>
                  <a:pt x="7494393" y="3425471"/>
                </a:lnTo>
                <a:lnTo>
                  <a:pt x="7477724" y="3432615"/>
                </a:lnTo>
                <a:lnTo>
                  <a:pt x="7465818" y="3430234"/>
                </a:lnTo>
                <a:lnTo>
                  <a:pt x="7472962" y="3401659"/>
                </a:lnTo>
                <a:cubicBezTo>
                  <a:pt x="7472961" y="3373083"/>
                  <a:pt x="7453912" y="3338158"/>
                  <a:pt x="7415811" y="3296884"/>
                </a:cubicBezTo>
                <a:lnTo>
                  <a:pt x="7413430" y="3296884"/>
                </a:lnTo>
                <a:lnTo>
                  <a:pt x="7401524" y="3308790"/>
                </a:lnTo>
                <a:lnTo>
                  <a:pt x="7401524" y="3332602"/>
                </a:lnTo>
                <a:lnTo>
                  <a:pt x="7406287" y="3351653"/>
                </a:lnTo>
                <a:lnTo>
                  <a:pt x="7401524" y="3354034"/>
                </a:lnTo>
                <a:lnTo>
                  <a:pt x="7406287" y="3375465"/>
                </a:lnTo>
                <a:lnTo>
                  <a:pt x="7406287" y="3446903"/>
                </a:lnTo>
                <a:cubicBezTo>
                  <a:pt x="7355486" y="3454840"/>
                  <a:pt x="7326911" y="3461190"/>
                  <a:pt x="7320562" y="3465952"/>
                </a:cubicBezTo>
                <a:cubicBezTo>
                  <a:pt x="7325324" y="3473890"/>
                  <a:pt x="7346755" y="3486590"/>
                  <a:pt x="7384855" y="3504052"/>
                </a:cubicBezTo>
                <a:cubicBezTo>
                  <a:pt x="7391205" y="3504052"/>
                  <a:pt x="7394380" y="3501671"/>
                  <a:pt x="7394380" y="3496908"/>
                </a:cubicBezTo>
                <a:lnTo>
                  <a:pt x="7401524" y="3504052"/>
                </a:lnTo>
                <a:lnTo>
                  <a:pt x="7401524" y="3554059"/>
                </a:lnTo>
                <a:cubicBezTo>
                  <a:pt x="7401524" y="3561996"/>
                  <a:pt x="7368187" y="3581046"/>
                  <a:pt x="7301512" y="3611209"/>
                </a:cubicBezTo>
                <a:lnTo>
                  <a:pt x="7287224" y="3608828"/>
                </a:lnTo>
                <a:lnTo>
                  <a:pt x="7280080" y="3615971"/>
                </a:lnTo>
                <a:cubicBezTo>
                  <a:pt x="7319768" y="3663596"/>
                  <a:pt x="7352312" y="3687409"/>
                  <a:pt x="7377712" y="3687409"/>
                </a:cubicBezTo>
                <a:lnTo>
                  <a:pt x="7399143" y="3661215"/>
                </a:lnTo>
                <a:lnTo>
                  <a:pt x="7399143" y="3711221"/>
                </a:lnTo>
                <a:lnTo>
                  <a:pt x="7387237" y="3725509"/>
                </a:lnTo>
                <a:lnTo>
                  <a:pt x="7387236" y="3730271"/>
                </a:lnTo>
                <a:cubicBezTo>
                  <a:pt x="7393586" y="3749321"/>
                  <a:pt x="7404699" y="3761227"/>
                  <a:pt x="7420574" y="3765990"/>
                </a:cubicBezTo>
                <a:cubicBezTo>
                  <a:pt x="7436449" y="3765990"/>
                  <a:pt x="7449149" y="3711221"/>
                  <a:pt x="7458674" y="3601684"/>
                </a:cubicBezTo>
                <a:cubicBezTo>
                  <a:pt x="7458674" y="3574696"/>
                  <a:pt x="7472961" y="3546121"/>
                  <a:pt x="7501536" y="3515959"/>
                </a:cubicBezTo>
                <a:cubicBezTo>
                  <a:pt x="7501537" y="3508021"/>
                  <a:pt x="7499155" y="3504052"/>
                  <a:pt x="7494393" y="3504053"/>
                </a:cubicBezTo>
                <a:lnTo>
                  <a:pt x="7492012" y="3504052"/>
                </a:lnTo>
                <a:lnTo>
                  <a:pt x="7470580" y="3523102"/>
                </a:lnTo>
                <a:lnTo>
                  <a:pt x="7465818" y="3523102"/>
                </a:lnTo>
                <a:cubicBezTo>
                  <a:pt x="7465818" y="3485002"/>
                  <a:pt x="7479312" y="3465952"/>
                  <a:pt x="7506299" y="3465952"/>
                </a:cubicBezTo>
                <a:lnTo>
                  <a:pt x="7508680" y="3465952"/>
                </a:lnTo>
                <a:cubicBezTo>
                  <a:pt x="7508680" y="3480240"/>
                  <a:pt x="7513443" y="3487383"/>
                  <a:pt x="7522968" y="3487383"/>
                </a:cubicBezTo>
                <a:lnTo>
                  <a:pt x="7522968" y="3489765"/>
                </a:lnTo>
                <a:lnTo>
                  <a:pt x="7520586" y="3494527"/>
                </a:lnTo>
                <a:lnTo>
                  <a:pt x="7520586" y="3523102"/>
                </a:lnTo>
                <a:lnTo>
                  <a:pt x="7530111" y="3532627"/>
                </a:lnTo>
                <a:lnTo>
                  <a:pt x="7542018" y="3525484"/>
                </a:lnTo>
                <a:lnTo>
                  <a:pt x="7544399" y="3525484"/>
                </a:lnTo>
                <a:cubicBezTo>
                  <a:pt x="7536461" y="3541358"/>
                  <a:pt x="7518999" y="3557233"/>
                  <a:pt x="7492012" y="3573109"/>
                </a:cubicBezTo>
                <a:lnTo>
                  <a:pt x="7492011" y="3580252"/>
                </a:lnTo>
                <a:lnTo>
                  <a:pt x="7499155" y="3589777"/>
                </a:lnTo>
                <a:cubicBezTo>
                  <a:pt x="7524555" y="3589777"/>
                  <a:pt x="7553924" y="3572315"/>
                  <a:pt x="7587261" y="3537390"/>
                </a:cubicBezTo>
                <a:lnTo>
                  <a:pt x="7592024" y="3537390"/>
                </a:lnTo>
                <a:lnTo>
                  <a:pt x="7592024" y="3551677"/>
                </a:lnTo>
                <a:lnTo>
                  <a:pt x="7584880" y="3558821"/>
                </a:lnTo>
                <a:lnTo>
                  <a:pt x="7592024" y="3611209"/>
                </a:lnTo>
                <a:cubicBezTo>
                  <a:pt x="7584086" y="3620733"/>
                  <a:pt x="7580118" y="3637402"/>
                  <a:pt x="7580118" y="3661215"/>
                </a:cubicBezTo>
                <a:lnTo>
                  <a:pt x="7580118" y="3689790"/>
                </a:lnTo>
                <a:lnTo>
                  <a:pt x="7572974" y="3701696"/>
                </a:lnTo>
                <a:lnTo>
                  <a:pt x="7520586" y="3737414"/>
                </a:lnTo>
                <a:lnTo>
                  <a:pt x="7520587" y="3746940"/>
                </a:lnTo>
                <a:lnTo>
                  <a:pt x="7522967" y="3751702"/>
                </a:lnTo>
                <a:lnTo>
                  <a:pt x="7577736" y="3739796"/>
                </a:lnTo>
                <a:cubicBezTo>
                  <a:pt x="7644412" y="3720746"/>
                  <a:pt x="7677749" y="3700902"/>
                  <a:pt x="7677749" y="3680265"/>
                </a:cubicBezTo>
                <a:lnTo>
                  <a:pt x="7692037" y="3689790"/>
                </a:lnTo>
                <a:cubicBezTo>
                  <a:pt x="7692037" y="3710427"/>
                  <a:pt x="7723786" y="3752496"/>
                  <a:pt x="7787287" y="3815996"/>
                </a:cubicBezTo>
                <a:lnTo>
                  <a:pt x="7799193" y="3815996"/>
                </a:lnTo>
                <a:cubicBezTo>
                  <a:pt x="7818242" y="3812821"/>
                  <a:pt x="7827768" y="3808058"/>
                  <a:pt x="7827768" y="3801709"/>
                </a:cubicBezTo>
                <a:lnTo>
                  <a:pt x="7827768" y="3794565"/>
                </a:lnTo>
                <a:lnTo>
                  <a:pt x="7815862" y="3754084"/>
                </a:lnTo>
                <a:cubicBezTo>
                  <a:pt x="7815862" y="3733446"/>
                  <a:pt x="7796812" y="3713602"/>
                  <a:pt x="7758712" y="3694552"/>
                </a:cubicBezTo>
                <a:cubicBezTo>
                  <a:pt x="7758712" y="3675502"/>
                  <a:pt x="7772205" y="3650102"/>
                  <a:pt x="7799192" y="3618352"/>
                </a:cubicBezTo>
                <a:lnTo>
                  <a:pt x="7799193" y="3615971"/>
                </a:lnTo>
                <a:cubicBezTo>
                  <a:pt x="7799193" y="3600096"/>
                  <a:pt x="7777762" y="3572315"/>
                  <a:pt x="7734899" y="3532627"/>
                </a:cubicBezTo>
                <a:lnTo>
                  <a:pt x="7723311" y="3532627"/>
                </a:lnTo>
                <a:lnTo>
                  <a:pt x="7744424" y="3515958"/>
                </a:lnTo>
                <a:lnTo>
                  <a:pt x="7751568" y="3515959"/>
                </a:lnTo>
                <a:lnTo>
                  <a:pt x="7751568" y="3518340"/>
                </a:lnTo>
                <a:cubicBezTo>
                  <a:pt x="7756330" y="3551678"/>
                  <a:pt x="7775380" y="3568346"/>
                  <a:pt x="7808718" y="3568346"/>
                </a:cubicBezTo>
                <a:lnTo>
                  <a:pt x="7815862" y="3568346"/>
                </a:lnTo>
                <a:lnTo>
                  <a:pt x="7823006" y="3561202"/>
                </a:lnTo>
                <a:cubicBezTo>
                  <a:pt x="7792843" y="3540565"/>
                  <a:pt x="7777761" y="3523102"/>
                  <a:pt x="7777762" y="3508815"/>
                </a:cubicBezTo>
                <a:lnTo>
                  <a:pt x="7777761" y="3496908"/>
                </a:lnTo>
                <a:cubicBezTo>
                  <a:pt x="7830149" y="3468334"/>
                  <a:pt x="7856343" y="3443727"/>
                  <a:pt x="7856342" y="3423090"/>
                </a:cubicBezTo>
                <a:cubicBezTo>
                  <a:pt x="7845230" y="3400865"/>
                  <a:pt x="7835705" y="3388959"/>
                  <a:pt x="7827767" y="3387371"/>
                </a:cubicBezTo>
                <a:lnTo>
                  <a:pt x="7813480" y="3389752"/>
                </a:lnTo>
                <a:lnTo>
                  <a:pt x="7806337" y="3389752"/>
                </a:lnTo>
                <a:lnTo>
                  <a:pt x="7830149" y="3344508"/>
                </a:lnTo>
                <a:cubicBezTo>
                  <a:pt x="7830149" y="3339746"/>
                  <a:pt x="7826974" y="3337365"/>
                  <a:pt x="7820624" y="3337365"/>
                </a:cubicBezTo>
                <a:cubicBezTo>
                  <a:pt x="7820624" y="3307202"/>
                  <a:pt x="7811099" y="3286565"/>
                  <a:pt x="7792049" y="3275452"/>
                </a:cubicBezTo>
                <a:close/>
                <a:moveTo>
                  <a:pt x="2765128" y="354807"/>
                </a:moveTo>
                <a:cubicBezTo>
                  <a:pt x="2793704" y="370682"/>
                  <a:pt x="2811166" y="381795"/>
                  <a:pt x="2817516" y="388144"/>
                </a:cubicBezTo>
                <a:lnTo>
                  <a:pt x="2817516" y="395288"/>
                </a:lnTo>
                <a:cubicBezTo>
                  <a:pt x="2817516" y="417513"/>
                  <a:pt x="2805610" y="428626"/>
                  <a:pt x="2781797" y="428626"/>
                </a:cubicBezTo>
                <a:lnTo>
                  <a:pt x="2777035" y="428626"/>
                </a:lnTo>
                <a:lnTo>
                  <a:pt x="2748460" y="369094"/>
                </a:lnTo>
                <a:lnTo>
                  <a:pt x="2757985" y="354807"/>
                </a:lnTo>
                <a:close/>
                <a:moveTo>
                  <a:pt x="6717142" y="2581138"/>
                </a:moveTo>
                <a:lnTo>
                  <a:pt x="6726666" y="2612094"/>
                </a:lnTo>
                <a:lnTo>
                  <a:pt x="6731428" y="2612094"/>
                </a:lnTo>
                <a:lnTo>
                  <a:pt x="6733809" y="2607331"/>
                </a:lnTo>
                <a:lnTo>
                  <a:pt x="6738571" y="2607331"/>
                </a:lnTo>
                <a:lnTo>
                  <a:pt x="6743334" y="2612094"/>
                </a:lnTo>
                <a:lnTo>
                  <a:pt x="6743335" y="2614475"/>
                </a:lnTo>
                <a:lnTo>
                  <a:pt x="6738572" y="2628763"/>
                </a:lnTo>
                <a:cubicBezTo>
                  <a:pt x="6749684" y="2644638"/>
                  <a:pt x="6755240" y="2658131"/>
                  <a:pt x="6755240" y="2669244"/>
                </a:cubicBezTo>
                <a:lnTo>
                  <a:pt x="6738572" y="2693057"/>
                </a:lnTo>
                <a:cubicBezTo>
                  <a:pt x="6709997" y="2689882"/>
                  <a:pt x="6695709" y="2678769"/>
                  <a:pt x="6695709" y="2659719"/>
                </a:cubicBezTo>
                <a:lnTo>
                  <a:pt x="6698091" y="2638288"/>
                </a:lnTo>
                <a:lnTo>
                  <a:pt x="6698090" y="2628762"/>
                </a:lnTo>
                <a:lnTo>
                  <a:pt x="6695710" y="2612094"/>
                </a:lnTo>
                <a:cubicBezTo>
                  <a:pt x="6695709" y="2602569"/>
                  <a:pt x="6702852" y="2592250"/>
                  <a:pt x="6717142" y="2581138"/>
                </a:cubicBezTo>
                <a:close/>
                <a:moveTo>
                  <a:pt x="10573666" y="4797925"/>
                </a:moveTo>
                <a:cubicBezTo>
                  <a:pt x="10583787" y="4805069"/>
                  <a:pt x="10594205" y="4815189"/>
                  <a:pt x="10604920" y="4828286"/>
                </a:cubicBezTo>
                <a:cubicBezTo>
                  <a:pt x="10609683" y="4835430"/>
                  <a:pt x="10607302" y="4849717"/>
                  <a:pt x="10597778" y="4871148"/>
                </a:cubicBezTo>
                <a:cubicBezTo>
                  <a:pt x="10590633" y="4892579"/>
                  <a:pt x="10588253" y="4924727"/>
                  <a:pt x="10590633" y="4967589"/>
                </a:cubicBezTo>
                <a:lnTo>
                  <a:pt x="10590633" y="5003308"/>
                </a:lnTo>
                <a:cubicBezTo>
                  <a:pt x="10588252" y="5022357"/>
                  <a:pt x="10588252" y="5047360"/>
                  <a:pt x="10590633" y="5078317"/>
                </a:cubicBezTo>
                <a:cubicBezTo>
                  <a:pt x="10593015" y="5111655"/>
                  <a:pt x="10594205" y="5136657"/>
                  <a:pt x="10594205" y="5153326"/>
                </a:cubicBezTo>
                <a:cubicBezTo>
                  <a:pt x="10591825" y="5162852"/>
                  <a:pt x="10582299" y="5171186"/>
                  <a:pt x="10565630" y="5178330"/>
                </a:cubicBezTo>
                <a:cubicBezTo>
                  <a:pt x="10548962" y="5175948"/>
                  <a:pt x="10538246" y="5167614"/>
                  <a:pt x="10533483" y="5153326"/>
                </a:cubicBezTo>
                <a:cubicBezTo>
                  <a:pt x="10531102" y="5134276"/>
                  <a:pt x="10532292" y="5105701"/>
                  <a:pt x="10537055" y="5067601"/>
                </a:cubicBezTo>
                <a:cubicBezTo>
                  <a:pt x="10539436" y="5031883"/>
                  <a:pt x="10540627" y="5003308"/>
                  <a:pt x="10540627" y="4981876"/>
                </a:cubicBezTo>
                <a:lnTo>
                  <a:pt x="10540627" y="4924726"/>
                </a:lnTo>
                <a:cubicBezTo>
                  <a:pt x="10538246" y="4908057"/>
                  <a:pt x="10535865" y="4891389"/>
                  <a:pt x="10533484" y="4874721"/>
                </a:cubicBezTo>
                <a:cubicBezTo>
                  <a:pt x="10531102" y="4860432"/>
                  <a:pt x="10528721" y="4846146"/>
                  <a:pt x="10526339" y="4831857"/>
                </a:cubicBezTo>
                <a:cubicBezTo>
                  <a:pt x="10519196" y="4822333"/>
                  <a:pt x="10518005" y="4813998"/>
                  <a:pt x="10522767" y="4806854"/>
                </a:cubicBezTo>
                <a:cubicBezTo>
                  <a:pt x="10527531" y="4792567"/>
                  <a:pt x="10534674" y="4785423"/>
                  <a:pt x="10544199" y="4785423"/>
                </a:cubicBezTo>
                <a:cubicBezTo>
                  <a:pt x="10553724" y="4786614"/>
                  <a:pt x="10563547" y="4790781"/>
                  <a:pt x="10573666" y="4797925"/>
                </a:cubicBezTo>
                <a:close/>
                <a:moveTo>
                  <a:pt x="6235979" y="2278868"/>
                </a:moveTo>
                <a:cubicBezTo>
                  <a:pt x="6248183" y="2285714"/>
                  <a:pt x="6258353" y="2292213"/>
                  <a:pt x="6266489" y="2298365"/>
                </a:cubicBezTo>
                <a:cubicBezTo>
                  <a:pt x="6282761" y="2310667"/>
                  <a:pt x="6290897" y="2321581"/>
                  <a:pt x="6290897" y="2331107"/>
                </a:cubicBezTo>
                <a:cubicBezTo>
                  <a:pt x="6290897" y="2345394"/>
                  <a:pt x="6267878" y="2373175"/>
                  <a:pt x="6221840" y="2414450"/>
                </a:cubicBezTo>
                <a:cubicBezTo>
                  <a:pt x="6240891" y="2414450"/>
                  <a:pt x="6250415" y="2418419"/>
                  <a:pt x="6250416" y="2426357"/>
                </a:cubicBezTo>
                <a:cubicBezTo>
                  <a:pt x="6217078" y="2461282"/>
                  <a:pt x="6184534" y="2481919"/>
                  <a:pt x="6152785" y="2488269"/>
                </a:cubicBezTo>
                <a:lnTo>
                  <a:pt x="6152784" y="2493031"/>
                </a:lnTo>
                <a:lnTo>
                  <a:pt x="6178978" y="2516844"/>
                </a:lnTo>
                <a:lnTo>
                  <a:pt x="6183740" y="2516844"/>
                </a:lnTo>
                <a:cubicBezTo>
                  <a:pt x="6202791" y="2502557"/>
                  <a:pt x="6217078" y="2495413"/>
                  <a:pt x="6226604" y="2495413"/>
                </a:cubicBezTo>
                <a:cubicBezTo>
                  <a:pt x="6250415" y="2500175"/>
                  <a:pt x="6262322" y="2505732"/>
                  <a:pt x="6262322" y="2512081"/>
                </a:cubicBezTo>
                <a:lnTo>
                  <a:pt x="6183740" y="2559706"/>
                </a:lnTo>
                <a:cubicBezTo>
                  <a:pt x="6180566" y="2573994"/>
                  <a:pt x="6151991" y="2616857"/>
                  <a:pt x="6098016" y="2688294"/>
                </a:cubicBezTo>
                <a:cubicBezTo>
                  <a:pt x="6098015" y="2694644"/>
                  <a:pt x="6094841" y="2697819"/>
                  <a:pt x="6088491" y="2697819"/>
                </a:cubicBezTo>
                <a:lnTo>
                  <a:pt x="6088491" y="2704963"/>
                </a:lnTo>
                <a:lnTo>
                  <a:pt x="6140878" y="2712106"/>
                </a:lnTo>
                <a:lnTo>
                  <a:pt x="6178978" y="2709725"/>
                </a:lnTo>
                <a:lnTo>
                  <a:pt x="6207554" y="2709726"/>
                </a:lnTo>
                <a:lnTo>
                  <a:pt x="6212316" y="2712107"/>
                </a:lnTo>
                <a:lnTo>
                  <a:pt x="6228984" y="2709725"/>
                </a:lnTo>
                <a:cubicBezTo>
                  <a:pt x="6217872" y="2698613"/>
                  <a:pt x="6208346" y="2671625"/>
                  <a:pt x="6200410" y="2628763"/>
                </a:cubicBezTo>
                <a:lnTo>
                  <a:pt x="6186122" y="2607332"/>
                </a:lnTo>
                <a:lnTo>
                  <a:pt x="6190884" y="2604950"/>
                </a:lnTo>
                <a:cubicBezTo>
                  <a:pt x="6257559" y="2633525"/>
                  <a:pt x="6290897" y="2662100"/>
                  <a:pt x="6290897" y="2690675"/>
                </a:cubicBezTo>
                <a:lnTo>
                  <a:pt x="6290897" y="2702581"/>
                </a:lnTo>
                <a:cubicBezTo>
                  <a:pt x="6290897" y="2707344"/>
                  <a:pt x="6286134" y="2709725"/>
                  <a:pt x="6276609" y="2709725"/>
                </a:cubicBezTo>
                <a:lnTo>
                  <a:pt x="6276609" y="2712106"/>
                </a:lnTo>
                <a:lnTo>
                  <a:pt x="6359953" y="2712107"/>
                </a:lnTo>
                <a:lnTo>
                  <a:pt x="6436153" y="2704962"/>
                </a:lnTo>
                <a:lnTo>
                  <a:pt x="6443297" y="2716869"/>
                </a:lnTo>
                <a:cubicBezTo>
                  <a:pt x="6409959" y="2742269"/>
                  <a:pt x="6389322" y="2766876"/>
                  <a:pt x="6381384" y="2790688"/>
                </a:cubicBezTo>
                <a:cubicBezTo>
                  <a:pt x="6367097" y="2806563"/>
                  <a:pt x="6354397" y="2814500"/>
                  <a:pt x="6343285" y="2814500"/>
                </a:cubicBezTo>
                <a:cubicBezTo>
                  <a:pt x="6189297" y="2792275"/>
                  <a:pt x="6093253" y="2769256"/>
                  <a:pt x="6055153" y="2745444"/>
                </a:cubicBezTo>
                <a:lnTo>
                  <a:pt x="5981335" y="2716869"/>
                </a:lnTo>
                <a:cubicBezTo>
                  <a:pt x="5957522" y="2761319"/>
                  <a:pt x="5928946" y="2783544"/>
                  <a:pt x="5895609" y="2783544"/>
                </a:cubicBezTo>
                <a:lnTo>
                  <a:pt x="5883703" y="2783544"/>
                </a:lnTo>
                <a:lnTo>
                  <a:pt x="5874178" y="2776400"/>
                </a:lnTo>
                <a:lnTo>
                  <a:pt x="5874178" y="2769256"/>
                </a:lnTo>
                <a:lnTo>
                  <a:pt x="5881322" y="2764494"/>
                </a:lnTo>
                <a:lnTo>
                  <a:pt x="5881322" y="2762113"/>
                </a:lnTo>
                <a:lnTo>
                  <a:pt x="5883703" y="2764494"/>
                </a:lnTo>
                <a:lnTo>
                  <a:pt x="5888466" y="2764494"/>
                </a:lnTo>
                <a:cubicBezTo>
                  <a:pt x="5901166" y="2764494"/>
                  <a:pt x="5922597" y="2747031"/>
                  <a:pt x="5952759" y="2712106"/>
                </a:cubicBezTo>
                <a:lnTo>
                  <a:pt x="5952759" y="2704963"/>
                </a:lnTo>
                <a:cubicBezTo>
                  <a:pt x="5932123" y="2703376"/>
                  <a:pt x="5921803" y="2700200"/>
                  <a:pt x="5921803" y="2695438"/>
                </a:cubicBezTo>
                <a:cubicBezTo>
                  <a:pt x="5921803" y="2690675"/>
                  <a:pt x="5924978" y="2688294"/>
                  <a:pt x="5931328" y="2688294"/>
                </a:cubicBezTo>
                <a:lnTo>
                  <a:pt x="5964665" y="2690675"/>
                </a:lnTo>
                <a:lnTo>
                  <a:pt x="5967047" y="2688294"/>
                </a:lnTo>
                <a:cubicBezTo>
                  <a:pt x="5952759" y="2639081"/>
                  <a:pt x="5945615" y="2597013"/>
                  <a:pt x="5945615" y="2562088"/>
                </a:cubicBezTo>
                <a:cubicBezTo>
                  <a:pt x="5947203" y="2543038"/>
                  <a:pt x="5949584" y="2533512"/>
                  <a:pt x="5952759" y="2533513"/>
                </a:cubicBezTo>
                <a:lnTo>
                  <a:pt x="5950379" y="2531132"/>
                </a:lnTo>
                <a:lnTo>
                  <a:pt x="5950378" y="2526369"/>
                </a:lnTo>
                <a:lnTo>
                  <a:pt x="5952759" y="2516844"/>
                </a:lnTo>
                <a:cubicBezTo>
                  <a:pt x="5933709" y="2505731"/>
                  <a:pt x="5924184" y="2493031"/>
                  <a:pt x="5924184" y="2478744"/>
                </a:cubicBezTo>
                <a:lnTo>
                  <a:pt x="5931328" y="2478744"/>
                </a:lnTo>
                <a:cubicBezTo>
                  <a:pt x="5948790" y="2478744"/>
                  <a:pt x="5967840" y="2491444"/>
                  <a:pt x="5988477" y="2516844"/>
                </a:cubicBezTo>
                <a:lnTo>
                  <a:pt x="5988478" y="2523988"/>
                </a:lnTo>
                <a:cubicBezTo>
                  <a:pt x="5969428" y="2539863"/>
                  <a:pt x="5959110" y="2558119"/>
                  <a:pt x="5957522" y="2578756"/>
                </a:cubicBezTo>
                <a:cubicBezTo>
                  <a:pt x="5957521" y="2604156"/>
                  <a:pt x="5967840" y="2643050"/>
                  <a:pt x="5988478" y="2695438"/>
                </a:cubicBezTo>
                <a:lnTo>
                  <a:pt x="6048009" y="2702581"/>
                </a:lnTo>
                <a:lnTo>
                  <a:pt x="6045628" y="2697819"/>
                </a:lnTo>
                <a:lnTo>
                  <a:pt x="6045629" y="2695438"/>
                </a:lnTo>
                <a:cubicBezTo>
                  <a:pt x="6056740" y="2650988"/>
                  <a:pt x="6062297" y="2620825"/>
                  <a:pt x="6062297" y="2604950"/>
                </a:cubicBezTo>
                <a:cubicBezTo>
                  <a:pt x="6048010" y="2604950"/>
                  <a:pt x="6038484" y="2590663"/>
                  <a:pt x="6033722" y="2562088"/>
                </a:cubicBezTo>
                <a:lnTo>
                  <a:pt x="6045628" y="2554944"/>
                </a:lnTo>
                <a:lnTo>
                  <a:pt x="6062297" y="2559706"/>
                </a:lnTo>
                <a:cubicBezTo>
                  <a:pt x="6079759" y="2559706"/>
                  <a:pt x="6088491" y="2543831"/>
                  <a:pt x="6088491" y="2512082"/>
                </a:cubicBezTo>
                <a:cubicBezTo>
                  <a:pt x="6082141" y="2512082"/>
                  <a:pt x="6074997" y="2500969"/>
                  <a:pt x="6067059" y="2478744"/>
                </a:cubicBezTo>
                <a:lnTo>
                  <a:pt x="6069441" y="2464457"/>
                </a:lnTo>
                <a:lnTo>
                  <a:pt x="6062298" y="2450169"/>
                </a:lnTo>
                <a:cubicBezTo>
                  <a:pt x="6062297" y="2440644"/>
                  <a:pt x="6076584" y="2435881"/>
                  <a:pt x="6105160" y="2435882"/>
                </a:cubicBezTo>
                <a:cubicBezTo>
                  <a:pt x="6159135" y="2359682"/>
                  <a:pt x="6186122" y="2306500"/>
                  <a:pt x="6186121" y="2276337"/>
                </a:cubicBezTo>
                <a:lnTo>
                  <a:pt x="6186122" y="2257288"/>
                </a:lnTo>
                <a:lnTo>
                  <a:pt x="6193265" y="2257288"/>
                </a:lnTo>
                <a:cubicBezTo>
                  <a:pt x="6209537" y="2264828"/>
                  <a:pt x="6223775" y="2272022"/>
                  <a:pt x="6235979" y="2278868"/>
                </a:cubicBezTo>
                <a:close/>
                <a:moveTo>
                  <a:pt x="4655975" y="1361764"/>
                </a:moveTo>
                <a:lnTo>
                  <a:pt x="4646450" y="1361764"/>
                </a:lnTo>
                <a:lnTo>
                  <a:pt x="4634543" y="1373670"/>
                </a:lnTo>
                <a:cubicBezTo>
                  <a:pt x="4545643" y="1387957"/>
                  <a:pt x="4488494" y="1401451"/>
                  <a:pt x="4463093" y="1414151"/>
                </a:cubicBezTo>
                <a:lnTo>
                  <a:pt x="4463093" y="1421295"/>
                </a:lnTo>
                <a:lnTo>
                  <a:pt x="4467856" y="1428439"/>
                </a:lnTo>
                <a:lnTo>
                  <a:pt x="4627399" y="1387957"/>
                </a:lnTo>
                <a:lnTo>
                  <a:pt x="4629781" y="1387957"/>
                </a:lnTo>
                <a:lnTo>
                  <a:pt x="4589300" y="1499876"/>
                </a:lnTo>
                <a:cubicBezTo>
                  <a:pt x="4587712" y="1517339"/>
                  <a:pt x="4555168" y="1528451"/>
                  <a:pt x="4491668" y="1533214"/>
                </a:cubicBezTo>
                <a:cubicBezTo>
                  <a:pt x="4493256" y="1506226"/>
                  <a:pt x="4485319" y="1489557"/>
                  <a:pt x="4467856" y="1483207"/>
                </a:cubicBezTo>
                <a:cubicBezTo>
                  <a:pt x="4453568" y="1441932"/>
                  <a:pt x="4444043" y="1421295"/>
                  <a:pt x="4439280" y="1421295"/>
                </a:cubicBezTo>
                <a:cubicBezTo>
                  <a:pt x="4420231" y="1437170"/>
                  <a:pt x="4409912" y="1454632"/>
                  <a:pt x="4408325" y="1473682"/>
                </a:cubicBezTo>
                <a:lnTo>
                  <a:pt x="4408324" y="1504638"/>
                </a:lnTo>
                <a:lnTo>
                  <a:pt x="4420231" y="1573695"/>
                </a:lnTo>
                <a:cubicBezTo>
                  <a:pt x="4442455" y="1575282"/>
                  <a:pt x="4453568" y="1582426"/>
                  <a:pt x="4453568" y="1595126"/>
                </a:cubicBezTo>
                <a:cubicBezTo>
                  <a:pt x="4471031" y="1596714"/>
                  <a:pt x="4480556" y="1589570"/>
                  <a:pt x="4482143" y="1573695"/>
                </a:cubicBezTo>
                <a:cubicBezTo>
                  <a:pt x="4482143" y="1564170"/>
                  <a:pt x="4509925" y="1554645"/>
                  <a:pt x="4565487" y="1545120"/>
                </a:cubicBezTo>
                <a:lnTo>
                  <a:pt x="4565487" y="1547501"/>
                </a:lnTo>
                <a:lnTo>
                  <a:pt x="4570250" y="1552263"/>
                </a:lnTo>
                <a:lnTo>
                  <a:pt x="4570249" y="1576076"/>
                </a:lnTo>
                <a:cubicBezTo>
                  <a:pt x="4582949" y="1576076"/>
                  <a:pt x="4591681" y="1579251"/>
                  <a:pt x="4596443" y="1585601"/>
                </a:cubicBezTo>
                <a:lnTo>
                  <a:pt x="4613112" y="1585601"/>
                </a:lnTo>
                <a:cubicBezTo>
                  <a:pt x="4649625" y="1566551"/>
                  <a:pt x="4680581" y="1527657"/>
                  <a:pt x="4705981" y="1468920"/>
                </a:cubicBezTo>
                <a:cubicBezTo>
                  <a:pt x="4678994" y="1402245"/>
                  <a:pt x="4662325" y="1366526"/>
                  <a:pt x="4655975" y="1361764"/>
                </a:cubicBezTo>
                <a:close/>
                <a:moveTo>
                  <a:pt x="2610347" y="152401"/>
                </a:moveTo>
                <a:lnTo>
                  <a:pt x="2607966" y="152401"/>
                </a:lnTo>
                <a:lnTo>
                  <a:pt x="2596060" y="159545"/>
                </a:lnTo>
                <a:lnTo>
                  <a:pt x="2596060" y="161926"/>
                </a:lnTo>
                <a:lnTo>
                  <a:pt x="2603203" y="176213"/>
                </a:lnTo>
                <a:lnTo>
                  <a:pt x="2607966" y="176213"/>
                </a:lnTo>
                <a:close/>
                <a:moveTo>
                  <a:pt x="8108755" y="3294502"/>
                </a:moveTo>
                <a:lnTo>
                  <a:pt x="8089705" y="3296884"/>
                </a:lnTo>
                <a:lnTo>
                  <a:pt x="8089705" y="3301646"/>
                </a:lnTo>
                <a:cubicBezTo>
                  <a:pt x="8102405" y="3320696"/>
                  <a:pt x="8108755" y="3334984"/>
                  <a:pt x="8108755" y="3344508"/>
                </a:cubicBezTo>
                <a:cubicBezTo>
                  <a:pt x="8108755" y="3365146"/>
                  <a:pt x="8097643" y="3407215"/>
                  <a:pt x="8075417" y="3470715"/>
                </a:cubicBezTo>
                <a:cubicBezTo>
                  <a:pt x="8046842" y="3542152"/>
                  <a:pt x="8021443" y="3588984"/>
                  <a:pt x="7999218" y="3611209"/>
                </a:cubicBezTo>
                <a:cubicBezTo>
                  <a:pt x="7972230" y="3650896"/>
                  <a:pt x="7947624" y="3676296"/>
                  <a:pt x="7925399" y="3687408"/>
                </a:cubicBezTo>
                <a:lnTo>
                  <a:pt x="7925399" y="3682646"/>
                </a:lnTo>
                <a:lnTo>
                  <a:pt x="7925399" y="3677884"/>
                </a:lnTo>
                <a:cubicBezTo>
                  <a:pt x="7907937" y="3677884"/>
                  <a:pt x="7899205" y="3690583"/>
                  <a:pt x="7899205" y="3715983"/>
                </a:cubicBezTo>
                <a:cubicBezTo>
                  <a:pt x="7903968" y="3744559"/>
                  <a:pt x="7908731" y="3763609"/>
                  <a:pt x="7913493" y="3773134"/>
                </a:cubicBezTo>
                <a:cubicBezTo>
                  <a:pt x="7929368" y="3773134"/>
                  <a:pt x="7949211" y="3762814"/>
                  <a:pt x="7973024" y="3742177"/>
                </a:cubicBezTo>
                <a:cubicBezTo>
                  <a:pt x="8022236" y="3721540"/>
                  <a:pt x="8081767" y="3655658"/>
                  <a:pt x="8151618" y="3544534"/>
                </a:cubicBezTo>
                <a:lnTo>
                  <a:pt x="8156380" y="3544533"/>
                </a:lnTo>
                <a:lnTo>
                  <a:pt x="8163524" y="3568346"/>
                </a:lnTo>
                <a:cubicBezTo>
                  <a:pt x="8249249" y="3690583"/>
                  <a:pt x="8315130" y="3770752"/>
                  <a:pt x="8361167" y="3808852"/>
                </a:cubicBezTo>
                <a:lnTo>
                  <a:pt x="8370693" y="3806471"/>
                </a:lnTo>
                <a:lnTo>
                  <a:pt x="8404030" y="3815996"/>
                </a:lnTo>
                <a:lnTo>
                  <a:pt x="8423080" y="3799327"/>
                </a:lnTo>
                <a:cubicBezTo>
                  <a:pt x="8465943" y="3773927"/>
                  <a:pt x="8487374" y="3757259"/>
                  <a:pt x="8487374" y="3749321"/>
                </a:cubicBezTo>
                <a:lnTo>
                  <a:pt x="8487373" y="3732652"/>
                </a:lnTo>
                <a:lnTo>
                  <a:pt x="8356405" y="3658834"/>
                </a:lnTo>
                <a:lnTo>
                  <a:pt x="8165905" y="3508815"/>
                </a:lnTo>
                <a:lnTo>
                  <a:pt x="8211149" y="3411183"/>
                </a:lnTo>
                <a:lnTo>
                  <a:pt x="8211149" y="3387371"/>
                </a:lnTo>
                <a:cubicBezTo>
                  <a:pt x="8185749" y="3347683"/>
                  <a:pt x="8151618" y="3316727"/>
                  <a:pt x="8108755" y="3294502"/>
                </a:cubicBezTo>
                <a:close/>
                <a:moveTo>
                  <a:pt x="2762747" y="152401"/>
                </a:moveTo>
                <a:lnTo>
                  <a:pt x="2693691" y="173832"/>
                </a:lnTo>
                <a:lnTo>
                  <a:pt x="2688929" y="204788"/>
                </a:lnTo>
                <a:lnTo>
                  <a:pt x="2693691" y="204788"/>
                </a:lnTo>
                <a:cubicBezTo>
                  <a:pt x="2701629" y="200026"/>
                  <a:pt x="2724647" y="196057"/>
                  <a:pt x="2762747" y="192882"/>
                </a:cubicBezTo>
                <a:close/>
                <a:moveTo>
                  <a:pt x="6979077" y="2562087"/>
                </a:moveTo>
                <a:cubicBezTo>
                  <a:pt x="7010828" y="2595425"/>
                  <a:pt x="7037022" y="2630350"/>
                  <a:pt x="7057659" y="2666863"/>
                </a:cubicBezTo>
                <a:lnTo>
                  <a:pt x="7040991" y="2697819"/>
                </a:lnTo>
                <a:cubicBezTo>
                  <a:pt x="7015590" y="2697819"/>
                  <a:pt x="6998128" y="2685913"/>
                  <a:pt x="6988604" y="2662101"/>
                </a:cubicBezTo>
                <a:cubicBezTo>
                  <a:pt x="6982253" y="2662100"/>
                  <a:pt x="6975109" y="2630350"/>
                  <a:pt x="6967171" y="2566850"/>
                </a:cubicBezTo>
                <a:lnTo>
                  <a:pt x="6971934" y="2562088"/>
                </a:lnTo>
                <a:close/>
                <a:moveTo>
                  <a:pt x="4789324" y="1235557"/>
                </a:moveTo>
                <a:lnTo>
                  <a:pt x="4782180" y="1233176"/>
                </a:lnTo>
                <a:cubicBezTo>
                  <a:pt x="4780593" y="1247464"/>
                  <a:pt x="4721855" y="1263338"/>
                  <a:pt x="4605968" y="1280801"/>
                </a:cubicBezTo>
                <a:lnTo>
                  <a:pt x="4601206" y="1280801"/>
                </a:lnTo>
                <a:lnTo>
                  <a:pt x="4601206" y="1276039"/>
                </a:lnTo>
                <a:lnTo>
                  <a:pt x="4605968" y="1273657"/>
                </a:lnTo>
                <a:cubicBezTo>
                  <a:pt x="4607555" y="1260957"/>
                  <a:pt x="4584537" y="1226032"/>
                  <a:pt x="4536912" y="1168882"/>
                </a:cubicBezTo>
                <a:lnTo>
                  <a:pt x="4532149" y="1166501"/>
                </a:lnTo>
                <a:cubicBezTo>
                  <a:pt x="4519450" y="1212538"/>
                  <a:pt x="4505956" y="1241907"/>
                  <a:pt x="4491669" y="1254608"/>
                </a:cubicBezTo>
                <a:cubicBezTo>
                  <a:pt x="4402769" y="1343508"/>
                  <a:pt x="4358318" y="1395101"/>
                  <a:pt x="4358318" y="1409389"/>
                </a:cubicBezTo>
                <a:lnTo>
                  <a:pt x="4365462" y="1418914"/>
                </a:lnTo>
                <a:lnTo>
                  <a:pt x="4372606" y="1418914"/>
                </a:lnTo>
                <a:cubicBezTo>
                  <a:pt x="4409118" y="1420501"/>
                  <a:pt x="4482143" y="1377638"/>
                  <a:pt x="4591681" y="1290326"/>
                </a:cubicBezTo>
                <a:lnTo>
                  <a:pt x="4598825" y="1290326"/>
                </a:lnTo>
                <a:lnTo>
                  <a:pt x="4608349" y="1299851"/>
                </a:lnTo>
                <a:cubicBezTo>
                  <a:pt x="4622637" y="1299851"/>
                  <a:pt x="4674231" y="1290326"/>
                  <a:pt x="4763131" y="1271276"/>
                </a:cubicBezTo>
                <a:lnTo>
                  <a:pt x="4763131" y="1273657"/>
                </a:lnTo>
                <a:lnTo>
                  <a:pt x="4758368" y="1278420"/>
                </a:lnTo>
                <a:lnTo>
                  <a:pt x="4751224" y="1414151"/>
                </a:lnTo>
                <a:lnTo>
                  <a:pt x="4739319" y="1633226"/>
                </a:lnTo>
                <a:cubicBezTo>
                  <a:pt x="4739318" y="1645926"/>
                  <a:pt x="4725031" y="1652276"/>
                  <a:pt x="4696456" y="1652276"/>
                </a:cubicBezTo>
                <a:lnTo>
                  <a:pt x="4684549" y="1647513"/>
                </a:lnTo>
                <a:cubicBezTo>
                  <a:pt x="4676612" y="1647514"/>
                  <a:pt x="4672643" y="1649895"/>
                  <a:pt x="4672643" y="1654657"/>
                </a:cubicBezTo>
                <a:cubicBezTo>
                  <a:pt x="4675818" y="1664182"/>
                  <a:pt x="4692487" y="1674501"/>
                  <a:pt x="4722649" y="1685613"/>
                </a:cubicBezTo>
                <a:cubicBezTo>
                  <a:pt x="4722649" y="1706251"/>
                  <a:pt x="4730587" y="1720539"/>
                  <a:pt x="4746462" y="1728476"/>
                </a:cubicBezTo>
                <a:lnTo>
                  <a:pt x="4751224" y="1728476"/>
                </a:lnTo>
                <a:lnTo>
                  <a:pt x="4777418" y="1711807"/>
                </a:lnTo>
                <a:cubicBezTo>
                  <a:pt x="4802818" y="1699107"/>
                  <a:pt x="4826631" y="1649895"/>
                  <a:pt x="4848856" y="1564170"/>
                </a:cubicBezTo>
                <a:lnTo>
                  <a:pt x="4853618" y="1459395"/>
                </a:lnTo>
                <a:cubicBezTo>
                  <a:pt x="4855206" y="1440345"/>
                  <a:pt x="4867112" y="1417326"/>
                  <a:pt x="4889337" y="1390339"/>
                </a:cubicBezTo>
                <a:cubicBezTo>
                  <a:pt x="4889337" y="1374464"/>
                  <a:pt x="4868699" y="1343507"/>
                  <a:pt x="4827424" y="1297470"/>
                </a:cubicBezTo>
                <a:cubicBezTo>
                  <a:pt x="4805199" y="1256195"/>
                  <a:pt x="4792500" y="1235557"/>
                  <a:pt x="4789324" y="1235557"/>
                </a:cubicBezTo>
                <a:close/>
                <a:moveTo>
                  <a:pt x="6626653" y="2264432"/>
                </a:moveTo>
                <a:cubicBezTo>
                  <a:pt x="6631416" y="2264431"/>
                  <a:pt x="6661578" y="2295388"/>
                  <a:pt x="6717141" y="2357300"/>
                </a:cubicBezTo>
                <a:cubicBezTo>
                  <a:pt x="6717141" y="2390638"/>
                  <a:pt x="6697297" y="2416832"/>
                  <a:pt x="6657609" y="2435881"/>
                </a:cubicBezTo>
                <a:cubicBezTo>
                  <a:pt x="6657609" y="2442231"/>
                  <a:pt x="6650466" y="2447788"/>
                  <a:pt x="6636178" y="2452550"/>
                </a:cubicBezTo>
                <a:cubicBezTo>
                  <a:pt x="6625066" y="2463663"/>
                  <a:pt x="6619509" y="2473981"/>
                  <a:pt x="6619509" y="2483506"/>
                </a:cubicBezTo>
                <a:cubicBezTo>
                  <a:pt x="6636971" y="2483506"/>
                  <a:pt x="6652053" y="2513669"/>
                  <a:pt x="6664753" y="2573994"/>
                </a:cubicBezTo>
                <a:lnTo>
                  <a:pt x="6667135" y="2624000"/>
                </a:lnTo>
                <a:lnTo>
                  <a:pt x="6664753" y="2645432"/>
                </a:lnTo>
                <a:lnTo>
                  <a:pt x="6667135" y="2659719"/>
                </a:lnTo>
                <a:lnTo>
                  <a:pt x="6664753" y="2721631"/>
                </a:lnTo>
                <a:lnTo>
                  <a:pt x="6664753" y="2738300"/>
                </a:lnTo>
                <a:lnTo>
                  <a:pt x="6619509" y="2776400"/>
                </a:lnTo>
                <a:lnTo>
                  <a:pt x="6612365" y="2776400"/>
                </a:lnTo>
                <a:cubicBezTo>
                  <a:pt x="6583791" y="2747825"/>
                  <a:pt x="6569503" y="2714487"/>
                  <a:pt x="6569503" y="2676388"/>
                </a:cubicBezTo>
                <a:lnTo>
                  <a:pt x="6574265" y="2535894"/>
                </a:lnTo>
                <a:lnTo>
                  <a:pt x="6574266" y="2531132"/>
                </a:lnTo>
                <a:lnTo>
                  <a:pt x="6569503" y="2528750"/>
                </a:lnTo>
                <a:lnTo>
                  <a:pt x="6569503" y="2521606"/>
                </a:lnTo>
                <a:cubicBezTo>
                  <a:pt x="6556803" y="2534306"/>
                  <a:pt x="6527434" y="2544625"/>
                  <a:pt x="6481397" y="2552563"/>
                </a:cubicBezTo>
                <a:lnTo>
                  <a:pt x="6471872" y="2543038"/>
                </a:lnTo>
                <a:lnTo>
                  <a:pt x="6471872" y="2521606"/>
                </a:lnTo>
                <a:cubicBezTo>
                  <a:pt x="6554422" y="2418419"/>
                  <a:pt x="6598872" y="2349363"/>
                  <a:pt x="6605222" y="2314437"/>
                </a:cubicBezTo>
                <a:cubicBezTo>
                  <a:pt x="6613160" y="2281100"/>
                  <a:pt x="6620303" y="2264431"/>
                  <a:pt x="6626653" y="2264432"/>
                </a:cubicBezTo>
                <a:close/>
                <a:moveTo>
                  <a:pt x="5094720" y="1352239"/>
                </a:moveTo>
                <a:cubicBezTo>
                  <a:pt x="5080829" y="1341126"/>
                  <a:pt x="5070312" y="1335570"/>
                  <a:pt x="5063168" y="1335570"/>
                </a:cubicBezTo>
                <a:lnTo>
                  <a:pt x="5058406" y="1335570"/>
                </a:lnTo>
                <a:cubicBezTo>
                  <a:pt x="5042531" y="1357795"/>
                  <a:pt x="5017131" y="1375257"/>
                  <a:pt x="4982206" y="1387957"/>
                </a:cubicBezTo>
                <a:lnTo>
                  <a:pt x="4979824" y="1387957"/>
                </a:lnTo>
                <a:lnTo>
                  <a:pt x="4975062" y="1383195"/>
                </a:lnTo>
                <a:lnTo>
                  <a:pt x="4967918" y="1392720"/>
                </a:lnTo>
                <a:lnTo>
                  <a:pt x="4994112" y="1428438"/>
                </a:lnTo>
                <a:lnTo>
                  <a:pt x="5003637" y="1428439"/>
                </a:lnTo>
                <a:cubicBezTo>
                  <a:pt x="5017924" y="1414151"/>
                  <a:pt x="5031418" y="1407007"/>
                  <a:pt x="5044118" y="1407007"/>
                </a:cubicBezTo>
                <a:lnTo>
                  <a:pt x="5008399" y="1566551"/>
                </a:lnTo>
                <a:cubicBezTo>
                  <a:pt x="4971887" y="1576076"/>
                  <a:pt x="4953631" y="1584013"/>
                  <a:pt x="4953631" y="1590364"/>
                </a:cubicBezTo>
                <a:lnTo>
                  <a:pt x="4951250" y="1599888"/>
                </a:lnTo>
                <a:lnTo>
                  <a:pt x="5022687" y="1664182"/>
                </a:lnTo>
                <a:lnTo>
                  <a:pt x="5027449" y="1664182"/>
                </a:lnTo>
                <a:lnTo>
                  <a:pt x="5063168" y="1637989"/>
                </a:lnTo>
                <a:cubicBezTo>
                  <a:pt x="5074281" y="1603064"/>
                  <a:pt x="5107618" y="1555439"/>
                  <a:pt x="5163181" y="1495113"/>
                </a:cubicBezTo>
                <a:lnTo>
                  <a:pt x="5165562" y="1480826"/>
                </a:lnTo>
                <a:lnTo>
                  <a:pt x="5158418" y="1478445"/>
                </a:lnTo>
                <a:cubicBezTo>
                  <a:pt x="5152068" y="1476857"/>
                  <a:pt x="5140162" y="1485588"/>
                  <a:pt x="5122699" y="1504638"/>
                </a:cubicBezTo>
                <a:lnTo>
                  <a:pt x="5108412" y="1504639"/>
                </a:lnTo>
                <a:cubicBezTo>
                  <a:pt x="5122699" y="1487176"/>
                  <a:pt x="5135399" y="1453045"/>
                  <a:pt x="5146512" y="1402245"/>
                </a:cubicBezTo>
                <a:cubicBezTo>
                  <a:pt x="5125875" y="1380020"/>
                  <a:pt x="5108610" y="1363351"/>
                  <a:pt x="5094720" y="1352239"/>
                </a:cubicBezTo>
                <a:close/>
                <a:moveTo>
                  <a:pt x="3181847" y="247651"/>
                </a:moveTo>
                <a:cubicBezTo>
                  <a:pt x="3205660" y="269876"/>
                  <a:pt x="3228678" y="302420"/>
                  <a:pt x="3250904" y="345282"/>
                </a:cubicBezTo>
                <a:cubicBezTo>
                  <a:pt x="3219154" y="421482"/>
                  <a:pt x="3177879" y="468313"/>
                  <a:pt x="3127078" y="485776"/>
                </a:cubicBezTo>
                <a:lnTo>
                  <a:pt x="3088979" y="492919"/>
                </a:lnTo>
                <a:lnTo>
                  <a:pt x="3086597" y="488157"/>
                </a:lnTo>
                <a:lnTo>
                  <a:pt x="3086597" y="485776"/>
                </a:lnTo>
                <a:cubicBezTo>
                  <a:pt x="3089772" y="454026"/>
                  <a:pt x="3104853" y="425451"/>
                  <a:pt x="3131841" y="400051"/>
                </a:cubicBezTo>
                <a:cubicBezTo>
                  <a:pt x="3150891" y="352426"/>
                  <a:pt x="3160416" y="323057"/>
                  <a:pt x="3160416" y="311944"/>
                </a:cubicBezTo>
                <a:lnTo>
                  <a:pt x="3093741" y="328613"/>
                </a:lnTo>
                <a:cubicBezTo>
                  <a:pt x="3093741" y="355601"/>
                  <a:pt x="3069929" y="413545"/>
                  <a:pt x="3022303" y="502445"/>
                </a:cubicBezTo>
                <a:cubicBezTo>
                  <a:pt x="3004841" y="523082"/>
                  <a:pt x="2984203" y="538957"/>
                  <a:pt x="2960391" y="550070"/>
                </a:cubicBezTo>
                <a:lnTo>
                  <a:pt x="2955628" y="542926"/>
                </a:lnTo>
                <a:lnTo>
                  <a:pt x="2955629" y="540545"/>
                </a:lnTo>
                <a:lnTo>
                  <a:pt x="2962772" y="488157"/>
                </a:lnTo>
                <a:lnTo>
                  <a:pt x="2960391" y="485776"/>
                </a:lnTo>
                <a:lnTo>
                  <a:pt x="2960391" y="481013"/>
                </a:lnTo>
                <a:cubicBezTo>
                  <a:pt x="2987378" y="452438"/>
                  <a:pt x="3000872" y="415132"/>
                  <a:pt x="3000872" y="369094"/>
                </a:cubicBezTo>
                <a:lnTo>
                  <a:pt x="3005635" y="288132"/>
                </a:lnTo>
                <a:lnTo>
                  <a:pt x="2984204" y="178594"/>
                </a:lnTo>
                <a:lnTo>
                  <a:pt x="2991347" y="176213"/>
                </a:lnTo>
                <a:cubicBezTo>
                  <a:pt x="3056435" y="223838"/>
                  <a:pt x="3088979" y="258763"/>
                  <a:pt x="3088979" y="280988"/>
                </a:cubicBezTo>
                <a:lnTo>
                  <a:pt x="3096122" y="297657"/>
                </a:lnTo>
                <a:cubicBezTo>
                  <a:pt x="3148510" y="289720"/>
                  <a:pt x="3174704" y="276226"/>
                  <a:pt x="3174704" y="257176"/>
                </a:cubicBezTo>
                <a:close/>
                <a:moveTo>
                  <a:pt x="2781797" y="4763"/>
                </a:moveTo>
                <a:cubicBezTo>
                  <a:pt x="2831010" y="57151"/>
                  <a:pt x="2855616" y="92869"/>
                  <a:pt x="2855616" y="111920"/>
                </a:cubicBezTo>
                <a:lnTo>
                  <a:pt x="2824660" y="307182"/>
                </a:lnTo>
                <a:lnTo>
                  <a:pt x="2807991" y="316707"/>
                </a:lnTo>
                <a:lnTo>
                  <a:pt x="2796085" y="316707"/>
                </a:lnTo>
                <a:cubicBezTo>
                  <a:pt x="2773860" y="310357"/>
                  <a:pt x="2762747" y="297657"/>
                  <a:pt x="2762747" y="278607"/>
                </a:cubicBezTo>
                <a:lnTo>
                  <a:pt x="2762747" y="223838"/>
                </a:lnTo>
                <a:lnTo>
                  <a:pt x="2755604" y="223838"/>
                </a:lnTo>
                <a:cubicBezTo>
                  <a:pt x="2707979" y="223838"/>
                  <a:pt x="2680197" y="238920"/>
                  <a:pt x="2672260" y="269082"/>
                </a:cubicBezTo>
                <a:lnTo>
                  <a:pt x="2672260" y="276226"/>
                </a:lnTo>
                <a:lnTo>
                  <a:pt x="2724647" y="261938"/>
                </a:lnTo>
                <a:cubicBezTo>
                  <a:pt x="2740522" y="265113"/>
                  <a:pt x="2748460" y="269876"/>
                  <a:pt x="2748460" y="276226"/>
                </a:cubicBezTo>
                <a:lnTo>
                  <a:pt x="2748460" y="278607"/>
                </a:lnTo>
                <a:cubicBezTo>
                  <a:pt x="2743697" y="284957"/>
                  <a:pt x="2712741" y="296863"/>
                  <a:pt x="2655591" y="314326"/>
                </a:cubicBezTo>
                <a:lnTo>
                  <a:pt x="2634160" y="330995"/>
                </a:lnTo>
                <a:lnTo>
                  <a:pt x="2627016" y="316707"/>
                </a:lnTo>
                <a:lnTo>
                  <a:pt x="2624635" y="323851"/>
                </a:lnTo>
                <a:lnTo>
                  <a:pt x="2607966" y="323851"/>
                </a:lnTo>
                <a:cubicBezTo>
                  <a:pt x="2603203" y="323851"/>
                  <a:pt x="2599235" y="311151"/>
                  <a:pt x="2596060" y="285751"/>
                </a:cubicBezTo>
                <a:lnTo>
                  <a:pt x="2603204" y="192882"/>
                </a:lnTo>
                <a:lnTo>
                  <a:pt x="2600822" y="192882"/>
                </a:lnTo>
                <a:cubicBezTo>
                  <a:pt x="2584947" y="207170"/>
                  <a:pt x="2573041" y="214313"/>
                  <a:pt x="2565103" y="214313"/>
                </a:cubicBezTo>
                <a:lnTo>
                  <a:pt x="2565103" y="216695"/>
                </a:lnTo>
                <a:lnTo>
                  <a:pt x="2588916" y="247651"/>
                </a:lnTo>
                <a:lnTo>
                  <a:pt x="2588916" y="254795"/>
                </a:lnTo>
                <a:lnTo>
                  <a:pt x="2579391" y="261938"/>
                </a:lnTo>
                <a:lnTo>
                  <a:pt x="2572247" y="261938"/>
                </a:lnTo>
                <a:cubicBezTo>
                  <a:pt x="2562722" y="261938"/>
                  <a:pt x="2551610" y="256382"/>
                  <a:pt x="2538910" y="245270"/>
                </a:cubicBezTo>
                <a:lnTo>
                  <a:pt x="2534147" y="245270"/>
                </a:lnTo>
                <a:cubicBezTo>
                  <a:pt x="2524622" y="292895"/>
                  <a:pt x="2515891" y="316707"/>
                  <a:pt x="2507954" y="316707"/>
                </a:cubicBezTo>
                <a:lnTo>
                  <a:pt x="2503191" y="316707"/>
                </a:lnTo>
                <a:cubicBezTo>
                  <a:pt x="2482553" y="311944"/>
                  <a:pt x="2472235" y="301626"/>
                  <a:pt x="2472235" y="285751"/>
                </a:cubicBezTo>
                <a:lnTo>
                  <a:pt x="2465091" y="285751"/>
                </a:lnTo>
                <a:cubicBezTo>
                  <a:pt x="2455566" y="285751"/>
                  <a:pt x="2429372" y="298451"/>
                  <a:pt x="2386510" y="323851"/>
                </a:cubicBezTo>
                <a:lnTo>
                  <a:pt x="2357935" y="323851"/>
                </a:lnTo>
                <a:lnTo>
                  <a:pt x="2355554" y="316707"/>
                </a:lnTo>
                <a:lnTo>
                  <a:pt x="2348410" y="316707"/>
                </a:lnTo>
                <a:cubicBezTo>
                  <a:pt x="2348410" y="308769"/>
                  <a:pt x="2389685" y="265113"/>
                  <a:pt x="2472235" y="185738"/>
                </a:cubicBezTo>
                <a:lnTo>
                  <a:pt x="2472235" y="173832"/>
                </a:lnTo>
                <a:lnTo>
                  <a:pt x="2403179" y="192882"/>
                </a:lnTo>
                <a:cubicBezTo>
                  <a:pt x="2395241" y="192882"/>
                  <a:pt x="2384128" y="182563"/>
                  <a:pt x="2369841" y="161926"/>
                </a:cubicBezTo>
                <a:lnTo>
                  <a:pt x="2369841" y="159545"/>
                </a:lnTo>
                <a:cubicBezTo>
                  <a:pt x="2369841" y="153195"/>
                  <a:pt x="2405560" y="145257"/>
                  <a:pt x="2476997" y="135732"/>
                </a:cubicBezTo>
                <a:lnTo>
                  <a:pt x="2479378" y="130970"/>
                </a:lnTo>
                <a:lnTo>
                  <a:pt x="2476997" y="126207"/>
                </a:lnTo>
                <a:cubicBezTo>
                  <a:pt x="2478585" y="45245"/>
                  <a:pt x="2484141" y="4763"/>
                  <a:pt x="2493666" y="4763"/>
                </a:cubicBezTo>
                <a:lnTo>
                  <a:pt x="2496047" y="4763"/>
                </a:lnTo>
                <a:cubicBezTo>
                  <a:pt x="2554785" y="57151"/>
                  <a:pt x="2584154" y="92869"/>
                  <a:pt x="2584154" y="111919"/>
                </a:cubicBezTo>
                <a:lnTo>
                  <a:pt x="2584153" y="114301"/>
                </a:lnTo>
                <a:lnTo>
                  <a:pt x="2579391" y="119063"/>
                </a:lnTo>
                <a:lnTo>
                  <a:pt x="2579391" y="121445"/>
                </a:lnTo>
                <a:lnTo>
                  <a:pt x="2615110" y="130970"/>
                </a:lnTo>
                <a:lnTo>
                  <a:pt x="2615110" y="126207"/>
                </a:lnTo>
                <a:lnTo>
                  <a:pt x="2617491" y="111920"/>
                </a:lnTo>
                <a:lnTo>
                  <a:pt x="2615110" y="107157"/>
                </a:lnTo>
                <a:lnTo>
                  <a:pt x="2615110" y="104776"/>
                </a:lnTo>
                <a:cubicBezTo>
                  <a:pt x="2623047" y="68263"/>
                  <a:pt x="2629397" y="50007"/>
                  <a:pt x="2634160" y="50007"/>
                </a:cubicBezTo>
                <a:cubicBezTo>
                  <a:pt x="2673847" y="89694"/>
                  <a:pt x="2693691" y="118269"/>
                  <a:pt x="2693691" y="135732"/>
                </a:cubicBezTo>
                <a:lnTo>
                  <a:pt x="2696072" y="135732"/>
                </a:lnTo>
                <a:lnTo>
                  <a:pt x="2741316" y="126207"/>
                </a:lnTo>
                <a:lnTo>
                  <a:pt x="2762747" y="135732"/>
                </a:lnTo>
                <a:lnTo>
                  <a:pt x="2762747" y="64294"/>
                </a:lnTo>
                <a:lnTo>
                  <a:pt x="2757985" y="59532"/>
                </a:lnTo>
                <a:lnTo>
                  <a:pt x="2757985" y="57151"/>
                </a:lnTo>
                <a:lnTo>
                  <a:pt x="2710360" y="88107"/>
                </a:lnTo>
                <a:lnTo>
                  <a:pt x="2707979" y="88107"/>
                </a:lnTo>
                <a:cubicBezTo>
                  <a:pt x="2693691" y="88107"/>
                  <a:pt x="2683372" y="80963"/>
                  <a:pt x="2677022" y="66676"/>
                </a:cubicBezTo>
                <a:lnTo>
                  <a:pt x="2677022" y="64294"/>
                </a:lnTo>
                <a:cubicBezTo>
                  <a:pt x="2683372" y="54770"/>
                  <a:pt x="2711947" y="40482"/>
                  <a:pt x="2762747" y="21432"/>
                </a:cubicBezTo>
                <a:cubicBezTo>
                  <a:pt x="2762747" y="10319"/>
                  <a:pt x="2765128" y="4763"/>
                  <a:pt x="2769891" y="4763"/>
                </a:cubicBezTo>
                <a:close/>
                <a:moveTo>
                  <a:pt x="5410831" y="1507020"/>
                </a:moveTo>
                <a:lnTo>
                  <a:pt x="5410831" y="1521307"/>
                </a:lnTo>
                <a:cubicBezTo>
                  <a:pt x="5410831" y="1540358"/>
                  <a:pt x="5398924" y="1572107"/>
                  <a:pt x="5375112" y="1616557"/>
                </a:cubicBezTo>
                <a:cubicBezTo>
                  <a:pt x="5375112" y="1640370"/>
                  <a:pt x="5346537" y="1651482"/>
                  <a:pt x="5289387" y="1649895"/>
                </a:cubicBezTo>
                <a:cubicBezTo>
                  <a:pt x="5289387" y="1637195"/>
                  <a:pt x="5276687" y="1612588"/>
                  <a:pt x="5251287" y="1576076"/>
                </a:cubicBezTo>
                <a:lnTo>
                  <a:pt x="5251287" y="1566551"/>
                </a:lnTo>
                <a:cubicBezTo>
                  <a:pt x="5251287" y="1555438"/>
                  <a:pt x="5303674" y="1535595"/>
                  <a:pt x="5408450" y="1507020"/>
                </a:cubicBezTo>
                <a:close/>
                <a:moveTo>
                  <a:pt x="8911236" y="3525484"/>
                </a:moveTo>
                <a:cubicBezTo>
                  <a:pt x="8885837" y="3539771"/>
                  <a:pt x="8823924" y="3546915"/>
                  <a:pt x="8725499" y="3546915"/>
                </a:cubicBezTo>
                <a:cubicBezTo>
                  <a:pt x="8609612" y="3553265"/>
                  <a:pt x="8550873" y="3558821"/>
                  <a:pt x="8549286" y="3563584"/>
                </a:cubicBezTo>
                <a:cubicBezTo>
                  <a:pt x="8565162" y="3585809"/>
                  <a:pt x="8581830" y="3597715"/>
                  <a:pt x="8599293" y="3599302"/>
                </a:cubicBezTo>
                <a:cubicBezTo>
                  <a:pt x="8694542" y="3575490"/>
                  <a:pt x="8779474" y="3565965"/>
                  <a:pt x="8854086" y="3570727"/>
                </a:cubicBezTo>
                <a:lnTo>
                  <a:pt x="8858848" y="3570727"/>
                </a:lnTo>
                <a:cubicBezTo>
                  <a:pt x="8784236" y="3616765"/>
                  <a:pt x="8744549" y="3658834"/>
                  <a:pt x="8739786" y="3696934"/>
                </a:cubicBezTo>
                <a:cubicBezTo>
                  <a:pt x="8744549" y="3769959"/>
                  <a:pt x="8801698" y="3812027"/>
                  <a:pt x="8911236" y="3823140"/>
                </a:cubicBezTo>
                <a:cubicBezTo>
                  <a:pt x="8952512" y="3826315"/>
                  <a:pt x="8989817" y="3802502"/>
                  <a:pt x="9023155" y="3751702"/>
                </a:cubicBezTo>
                <a:lnTo>
                  <a:pt x="9018392" y="3751702"/>
                </a:lnTo>
                <a:lnTo>
                  <a:pt x="9018392" y="3739796"/>
                </a:lnTo>
                <a:lnTo>
                  <a:pt x="9016011" y="3737415"/>
                </a:lnTo>
                <a:cubicBezTo>
                  <a:pt x="8969974" y="3772340"/>
                  <a:pt x="8939018" y="3789009"/>
                  <a:pt x="8923142" y="3787421"/>
                </a:cubicBezTo>
                <a:lnTo>
                  <a:pt x="8882661" y="3785040"/>
                </a:lnTo>
                <a:cubicBezTo>
                  <a:pt x="8827098" y="3767577"/>
                  <a:pt x="8801698" y="3742177"/>
                  <a:pt x="8806461" y="3708840"/>
                </a:cubicBezTo>
                <a:lnTo>
                  <a:pt x="8851705" y="3670740"/>
                </a:lnTo>
                <a:cubicBezTo>
                  <a:pt x="8908855" y="3654865"/>
                  <a:pt x="8941399" y="3642165"/>
                  <a:pt x="8949336" y="3632640"/>
                </a:cubicBezTo>
                <a:lnTo>
                  <a:pt x="8949336" y="3627877"/>
                </a:lnTo>
                <a:cubicBezTo>
                  <a:pt x="8933462" y="3572315"/>
                  <a:pt x="8920762" y="3538184"/>
                  <a:pt x="8911236" y="3525484"/>
                </a:cubicBezTo>
                <a:close/>
                <a:moveTo>
                  <a:pt x="9253541" y="3699910"/>
                </a:moveTo>
                <a:cubicBezTo>
                  <a:pt x="9235682" y="3693957"/>
                  <a:pt x="9214449" y="3690584"/>
                  <a:pt x="9189843" y="3689790"/>
                </a:cubicBezTo>
                <a:lnTo>
                  <a:pt x="9189842" y="3694552"/>
                </a:lnTo>
                <a:cubicBezTo>
                  <a:pt x="9210480" y="3704077"/>
                  <a:pt x="9227149" y="3717571"/>
                  <a:pt x="9239849" y="3735034"/>
                </a:cubicBezTo>
                <a:cubicBezTo>
                  <a:pt x="9241436" y="3738209"/>
                  <a:pt x="9243024" y="3741383"/>
                  <a:pt x="9244611" y="3744558"/>
                </a:cubicBezTo>
                <a:cubicBezTo>
                  <a:pt x="9254136" y="3757258"/>
                  <a:pt x="9260486" y="3765196"/>
                  <a:pt x="9263661" y="3768371"/>
                </a:cubicBezTo>
                <a:cubicBezTo>
                  <a:pt x="9285887" y="3777896"/>
                  <a:pt x="9300174" y="3771546"/>
                  <a:pt x="9306523" y="3749321"/>
                </a:cubicBezTo>
                <a:cubicBezTo>
                  <a:pt x="9306523" y="3742971"/>
                  <a:pt x="9303349" y="3735033"/>
                  <a:pt x="9296998" y="3725508"/>
                </a:cubicBezTo>
                <a:cubicBezTo>
                  <a:pt x="9285886" y="3714396"/>
                  <a:pt x="9271400" y="3705863"/>
                  <a:pt x="9253541" y="3699910"/>
                </a:cubicBezTo>
                <a:close/>
                <a:moveTo>
                  <a:pt x="8892186" y="3454641"/>
                </a:moveTo>
                <a:cubicBezTo>
                  <a:pt x="8888217" y="3451863"/>
                  <a:pt x="8881867" y="3449283"/>
                  <a:pt x="8873136" y="3446902"/>
                </a:cubicBezTo>
                <a:cubicBezTo>
                  <a:pt x="8774711" y="3454840"/>
                  <a:pt x="8701687" y="3465159"/>
                  <a:pt x="8654061" y="3477858"/>
                </a:cubicBezTo>
                <a:lnTo>
                  <a:pt x="8661204" y="3485002"/>
                </a:lnTo>
                <a:lnTo>
                  <a:pt x="8670729" y="3485002"/>
                </a:lnTo>
                <a:lnTo>
                  <a:pt x="8715973" y="3492146"/>
                </a:lnTo>
                <a:cubicBezTo>
                  <a:pt x="8822336" y="3479446"/>
                  <a:pt x="8882661" y="3469921"/>
                  <a:pt x="8896949" y="3463571"/>
                </a:cubicBezTo>
                <a:cubicBezTo>
                  <a:pt x="8897742" y="3460396"/>
                  <a:pt x="8896155" y="3457419"/>
                  <a:pt x="8892186" y="3454641"/>
                </a:cubicBezTo>
                <a:close/>
                <a:moveTo>
                  <a:pt x="6974316" y="2335869"/>
                </a:moveTo>
                <a:cubicBezTo>
                  <a:pt x="7001304" y="2351744"/>
                  <a:pt x="7026703" y="2392225"/>
                  <a:pt x="7050516" y="2457313"/>
                </a:cubicBezTo>
                <a:cubicBezTo>
                  <a:pt x="7050516" y="2466838"/>
                  <a:pt x="7013209" y="2477950"/>
                  <a:pt x="6938598" y="2490650"/>
                </a:cubicBezTo>
                <a:cubicBezTo>
                  <a:pt x="6938597" y="2497000"/>
                  <a:pt x="6927485" y="2501763"/>
                  <a:pt x="6905259" y="2504938"/>
                </a:cubicBezTo>
                <a:lnTo>
                  <a:pt x="6898116" y="2490650"/>
                </a:lnTo>
                <a:lnTo>
                  <a:pt x="6898116" y="2483506"/>
                </a:lnTo>
                <a:cubicBezTo>
                  <a:pt x="6917166" y="2467632"/>
                  <a:pt x="6937803" y="2441438"/>
                  <a:pt x="6960028" y="2404925"/>
                </a:cubicBezTo>
                <a:lnTo>
                  <a:pt x="6960029" y="2395400"/>
                </a:lnTo>
                <a:cubicBezTo>
                  <a:pt x="6945740" y="2406513"/>
                  <a:pt x="6910815" y="2420006"/>
                  <a:pt x="6855253" y="2435881"/>
                </a:cubicBezTo>
                <a:lnTo>
                  <a:pt x="6855253" y="2438263"/>
                </a:lnTo>
                <a:cubicBezTo>
                  <a:pt x="6904466" y="2514463"/>
                  <a:pt x="6929072" y="2573200"/>
                  <a:pt x="6929072" y="2614475"/>
                </a:cubicBezTo>
                <a:lnTo>
                  <a:pt x="6929072" y="2700200"/>
                </a:lnTo>
                <a:lnTo>
                  <a:pt x="6933834" y="2724012"/>
                </a:lnTo>
                <a:lnTo>
                  <a:pt x="6929072" y="2743063"/>
                </a:lnTo>
                <a:lnTo>
                  <a:pt x="6921929" y="2759732"/>
                </a:lnTo>
                <a:lnTo>
                  <a:pt x="6907640" y="2781163"/>
                </a:lnTo>
                <a:lnTo>
                  <a:pt x="6890972" y="2797832"/>
                </a:lnTo>
                <a:cubicBezTo>
                  <a:pt x="6890972" y="2802594"/>
                  <a:pt x="6880654" y="2810532"/>
                  <a:pt x="6860016" y="2821644"/>
                </a:cubicBezTo>
                <a:cubicBezTo>
                  <a:pt x="6839378" y="2821644"/>
                  <a:pt x="6824297" y="2808944"/>
                  <a:pt x="6814772" y="2783544"/>
                </a:cubicBezTo>
                <a:cubicBezTo>
                  <a:pt x="6806834" y="2783544"/>
                  <a:pt x="6800484" y="2777988"/>
                  <a:pt x="6795722" y="2766875"/>
                </a:cubicBezTo>
                <a:cubicBezTo>
                  <a:pt x="6783022" y="2765288"/>
                  <a:pt x="6776671" y="2760525"/>
                  <a:pt x="6776672" y="2752588"/>
                </a:cubicBezTo>
                <a:lnTo>
                  <a:pt x="6776671" y="2745444"/>
                </a:lnTo>
                <a:cubicBezTo>
                  <a:pt x="6816359" y="2739094"/>
                  <a:pt x="6836203" y="2725600"/>
                  <a:pt x="6836204" y="2704963"/>
                </a:cubicBezTo>
                <a:lnTo>
                  <a:pt x="6836203" y="2504938"/>
                </a:lnTo>
                <a:lnTo>
                  <a:pt x="6840966" y="2438263"/>
                </a:lnTo>
                <a:cubicBezTo>
                  <a:pt x="6809216" y="2443025"/>
                  <a:pt x="6787785" y="2455726"/>
                  <a:pt x="6776672" y="2476363"/>
                </a:cubicBezTo>
                <a:lnTo>
                  <a:pt x="6750478" y="2497794"/>
                </a:lnTo>
                <a:lnTo>
                  <a:pt x="6719522" y="2497794"/>
                </a:lnTo>
                <a:cubicBezTo>
                  <a:pt x="6714759" y="2497794"/>
                  <a:pt x="6707616" y="2487475"/>
                  <a:pt x="6698091" y="2466838"/>
                </a:cubicBezTo>
                <a:lnTo>
                  <a:pt x="6698091" y="2450169"/>
                </a:lnTo>
                <a:cubicBezTo>
                  <a:pt x="6731429" y="2413657"/>
                  <a:pt x="6760003" y="2359681"/>
                  <a:pt x="6783815" y="2288244"/>
                </a:cubicBezTo>
                <a:lnTo>
                  <a:pt x="6779053" y="2264431"/>
                </a:lnTo>
                <a:lnTo>
                  <a:pt x="6783815" y="2259669"/>
                </a:lnTo>
                <a:lnTo>
                  <a:pt x="6795722" y="2259669"/>
                </a:lnTo>
                <a:cubicBezTo>
                  <a:pt x="6848110" y="2308882"/>
                  <a:pt x="6874303" y="2342219"/>
                  <a:pt x="6874303" y="2359682"/>
                </a:cubicBezTo>
                <a:lnTo>
                  <a:pt x="6852872" y="2407306"/>
                </a:lnTo>
                <a:lnTo>
                  <a:pt x="6855253" y="2407306"/>
                </a:lnTo>
                <a:cubicBezTo>
                  <a:pt x="6933041" y="2388257"/>
                  <a:pt x="6971935" y="2364444"/>
                  <a:pt x="6971934" y="2335869"/>
                </a:cubicBezTo>
                <a:close/>
                <a:moveTo>
                  <a:pt x="5125081" y="1259965"/>
                </a:moveTo>
                <a:cubicBezTo>
                  <a:pt x="5109206" y="1251631"/>
                  <a:pt x="5085393" y="1241907"/>
                  <a:pt x="5053643" y="1230795"/>
                </a:cubicBezTo>
                <a:lnTo>
                  <a:pt x="5036975" y="1233176"/>
                </a:lnTo>
                <a:lnTo>
                  <a:pt x="5036974" y="1249845"/>
                </a:lnTo>
                <a:lnTo>
                  <a:pt x="5091743" y="1318901"/>
                </a:lnTo>
                <a:lnTo>
                  <a:pt x="5098887" y="1318901"/>
                </a:lnTo>
                <a:cubicBezTo>
                  <a:pt x="5122699" y="1320488"/>
                  <a:pt x="5139368" y="1312551"/>
                  <a:pt x="5148893" y="1295088"/>
                </a:cubicBezTo>
                <a:lnTo>
                  <a:pt x="5148893" y="1280801"/>
                </a:lnTo>
                <a:cubicBezTo>
                  <a:pt x="5148893" y="1275245"/>
                  <a:pt x="5140956" y="1268299"/>
                  <a:pt x="5125081" y="1259965"/>
                </a:cubicBezTo>
                <a:close/>
                <a:moveTo>
                  <a:pt x="8915999" y="3363559"/>
                </a:moveTo>
                <a:cubicBezTo>
                  <a:pt x="8903298" y="3361971"/>
                  <a:pt x="8856467" y="3369115"/>
                  <a:pt x="8775505" y="3384990"/>
                </a:cubicBezTo>
                <a:lnTo>
                  <a:pt x="8768361" y="3382609"/>
                </a:lnTo>
                <a:cubicBezTo>
                  <a:pt x="8771537" y="3357209"/>
                  <a:pt x="8746930" y="3317521"/>
                  <a:pt x="8694542" y="3263546"/>
                </a:cubicBezTo>
                <a:lnTo>
                  <a:pt x="8687398" y="3265927"/>
                </a:lnTo>
                <a:cubicBezTo>
                  <a:pt x="8676286" y="3300852"/>
                  <a:pt x="8637392" y="3354033"/>
                  <a:pt x="8570717" y="3425471"/>
                </a:cubicBezTo>
                <a:cubicBezTo>
                  <a:pt x="8537380" y="3455634"/>
                  <a:pt x="8515949" y="3474684"/>
                  <a:pt x="8506423" y="3482621"/>
                </a:cubicBezTo>
                <a:lnTo>
                  <a:pt x="8506424" y="3487384"/>
                </a:lnTo>
                <a:lnTo>
                  <a:pt x="8513568" y="3494527"/>
                </a:lnTo>
                <a:lnTo>
                  <a:pt x="8518330" y="3496908"/>
                </a:lnTo>
                <a:lnTo>
                  <a:pt x="8532617" y="3487383"/>
                </a:lnTo>
                <a:cubicBezTo>
                  <a:pt x="8653268" y="3458809"/>
                  <a:pt x="8719943" y="3436584"/>
                  <a:pt x="8732643" y="3420709"/>
                </a:cubicBezTo>
                <a:cubicBezTo>
                  <a:pt x="8761218" y="3417534"/>
                  <a:pt x="8777093" y="3413565"/>
                  <a:pt x="8780268" y="3408802"/>
                </a:cubicBezTo>
                <a:cubicBezTo>
                  <a:pt x="8867580" y="3394515"/>
                  <a:pt x="8918379" y="3384196"/>
                  <a:pt x="8932667" y="3377846"/>
                </a:cubicBezTo>
                <a:cubicBezTo>
                  <a:pt x="8932667" y="3374671"/>
                  <a:pt x="8927112" y="3369909"/>
                  <a:pt x="8915999" y="3363559"/>
                </a:cubicBezTo>
                <a:close/>
                <a:moveTo>
                  <a:pt x="3222328" y="2383"/>
                </a:moveTo>
                <a:cubicBezTo>
                  <a:pt x="3263603" y="43657"/>
                  <a:pt x="3288210" y="70644"/>
                  <a:pt x="3296147" y="83344"/>
                </a:cubicBezTo>
                <a:lnTo>
                  <a:pt x="3296147" y="138113"/>
                </a:lnTo>
                <a:lnTo>
                  <a:pt x="3293766" y="176213"/>
                </a:lnTo>
                <a:lnTo>
                  <a:pt x="3296147" y="178595"/>
                </a:lnTo>
                <a:lnTo>
                  <a:pt x="3300910" y="178594"/>
                </a:lnTo>
                <a:lnTo>
                  <a:pt x="3341391" y="161926"/>
                </a:lnTo>
                <a:lnTo>
                  <a:pt x="3360441" y="161926"/>
                </a:lnTo>
                <a:lnTo>
                  <a:pt x="3369966" y="171451"/>
                </a:lnTo>
                <a:lnTo>
                  <a:pt x="3303291" y="200026"/>
                </a:lnTo>
                <a:lnTo>
                  <a:pt x="3334247" y="290513"/>
                </a:lnTo>
                <a:lnTo>
                  <a:pt x="3339010" y="290513"/>
                </a:lnTo>
                <a:cubicBezTo>
                  <a:pt x="3343772" y="290513"/>
                  <a:pt x="3346948" y="276226"/>
                  <a:pt x="3348534" y="247651"/>
                </a:cubicBezTo>
                <a:lnTo>
                  <a:pt x="3353297" y="242888"/>
                </a:lnTo>
                <a:lnTo>
                  <a:pt x="3355679" y="242888"/>
                </a:lnTo>
                <a:cubicBezTo>
                  <a:pt x="3395366" y="292101"/>
                  <a:pt x="3415210" y="323851"/>
                  <a:pt x="3415210" y="338138"/>
                </a:cubicBezTo>
                <a:lnTo>
                  <a:pt x="3415210" y="342901"/>
                </a:lnTo>
                <a:lnTo>
                  <a:pt x="3381872" y="383382"/>
                </a:lnTo>
                <a:cubicBezTo>
                  <a:pt x="3385047" y="400844"/>
                  <a:pt x="3422353" y="445294"/>
                  <a:pt x="3493791" y="516732"/>
                </a:cubicBezTo>
                <a:lnTo>
                  <a:pt x="3493791" y="526257"/>
                </a:lnTo>
                <a:lnTo>
                  <a:pt x="3479504" y="540545"/>
                </a:lnTo>
                <a:lnTo>
                  <a:pt x="3474741" y="540544"/>
                </a:lnTo>
                <a:cubicBezTo>
                  <a:pt x="3435054" y="540545"/>
                  <a:pt x="3387428" y="506413"/>
                  <a:pt x="3331866" y="438151"/>
                </a:cubicBezTo>
                <a:lnTo>
                  <a:pt x="3327104" y="438151"/>
                </a:lnTo>
                <a:cubicBezTo>
                  <a:pt x="3262016" y="469901"/>
                  <a:pt x="3219154" y="485776"/>
                  <a:pt x="3198516" y="485776"/>
                </a:cubicBezTo>
                <a:lnTo>
                  <a:pt x="3184228" y="485776"/>
                </a:lnTo>
                <a:lnTo>
                  <a:pt x="3177085" y="478632"/>
                </a:lnTo>
                <a:cubicBezTo>
                  <a:pt x="3192960" y="473869"/>
                  <a:pt x="3231854" y="434182"/>
                  <a:pt x="3293766" y="359570"/>
                </a:cubicBezTo>
                <a:lnTo>
                  <a:pt x="3236616" y="219076"/>
                </a:lnTo>
                <a:lnTo>
                  <a:pt x="3229472" y="219076"/>
                </a:lnTo>
                <a:cubicBezTo>
                  <a:pt x="3177085" y="244476"/>
                  <a:pt x="3141366" y="257176"/>
                  <a:pt x="3122316" y="257176"/>
                </a:cubicBezTo>
                <a:cubicBezTo>
                  <a:pt x="3111203" y="257176"/>
                  <a:pt x="3100091" y="246063"/>
                  <a:pt x="3088978" y="223838"/>
                </a:cubicBezTo>
                <a:lnTo>
                  <a:pt x="3093741" y="219076"/>
                </a:lnTo>
                <a:lnTo>
                  <a:pt x="3117553" y="219076"/>
                </a:lnTo>
                <a:cubicBezTo>
                  <a:pt x="3146129" y="219076"/>
                  <a:pt x="3183435" y="212726"/>
                  <a:pt x="3229472" y="200026"/>
                </a:cubicBezTo>
                <a:lnTo>
                  <a:pt x="3212803" y="9526"/>
                </a:lnTo>
                <a:close/>
                <a:moveTo>
                  <a:pt x="3341391" y="42864"/>
                </a:moveTo>
                <a:lnTo>
                  <a:pt x="3400922" y="100014"/>
                </a:lnTo>
                <a:lnTo>
                  <a:pt x="3400922" y="114301"/>
                </a:lnTo>
                <a:cubicBezTo>
                  <a:pt x="3400922" y="134938"/>
                  <a:pt x="3394572" y="147638"/>
                  <a:pt x="3381872" y="152401"/>
                </a:cubicBezTo>
                <a:lnTo>
                  <a:pt x="3367585" y="152401"/>
                </a:lnTo>
                <a:cubicBezTo>
                  <a:pt x="3354885" y="152401"/>
                  <a:pt x="3343772" y="116682"/>
                  <a:pt x="3334247" y="45245"/>
                </a:cubicBezTo>
                <a:lnTo>
                  <a:pt x="3339009" y="42864"/>
                </a:lnTo>
                <a:close/>
                <a:moveTo>
                  <a:pt x="5372731" y="1159358"/>
                </a:moveTo>
                <a:lnTo>
                  <a:pt x="5363205" y="1159358"/>
                </a:lnTo>
                <a:cubicBezTo>
                  <a:pt x="5356855" y="1179995"/>
                  <a:pt x="5345743" y="1199839"/>
                  <a:pt x="5329868" y="1218889"/>
                </a:cubicBezTo>
                <a:cubicBezTo>
                  <a:pt x="5296531" y="1285564"/>
                  <a:pt x="5259225" y="1337951"/>
                  <a:pt x="5217950" y="1376051"/>
                </a:cubicBezTo>
                <a:lnTo>
                  <a:pt x="5217949" y="1378432"/>
                </a:lnTo>
                <a:lnTo>
                  <a:pt x="5220331" y="1383195"/>
                </a:lnTo>
                <a:lnTo>
                  <a:pt x="5301293" y="1345095"/>
                </a:lnTo>
                <a:lnTo>
                  <a:pt x="5301293" y="1352239"/>
                </a:lnTo>
                <a:lnTo>
                  <a:pt x="5298912" y="1380814"/>
                </a:lnTo>
                <a:cubicBezTo>
                  <a:pt x="5298912" y="1396688"/>
                  <a:pt x="5260018" y="1408595"/>
                  <a:pt x="5182231" y="1416532"/>
                </a:cubicBezTo>
                <a:lnTo>
                  <a:pt x="5158418" y="1411770"/>
                </a:lnTo>
                <a:lnTo>
                  <a:pt x="5158418" y="1416532"/>
                </a:lnTo>
                <a:lnTo>
                  <a:pt x="5153656" y="1418914"/>
                </a:lnTo>
                <a:lnTo>
                  <a:pt x="5182231" y="1468920"/>
                </a:lnTo>
                <a:lnTo>
                  <a:pt x="5272718" y="1447489"/>
                </a:lnTo>
                <a:lnTo>
                  <a:pt x="5279862" y="1457014"/>
                </a:lnTo>
                <a:lnTo>
                  <a:pt x="5279862" y="1464157"/>
                </a:lnTo>
                <a:cubicBezTo>
                  <a:pt x="5278275" y="1499082"/>
                  <a:pt x="5271925" y="1520514"/>
                  <a:pt x="5260812" y="1528451"/>
                </a:cubicBezTo>
                <a:cubicBezTo>
                  <a:pt x="5235412" y="1536389"/>
                  <a:pt x="5213980" y="1545914"/>
                  <a:pt x="5196519" y="1557026"/>
                </a:cubicBezTo>
                <a:lnTo>
                  <a:pt x="5206043" y="1566551"/>
                </a:lnTo>
                <a:cubicBezTo>
                  <a:pt x="5212394" y="1623701"/>
                  <a:pt x="5219537" y="1652276"/>
                  <a:pt x="5227474" y="1652276"/>
                </a:cubicBezTo>
                <a:cubicBezTo>
                  <a:pt x="5225887" y="1677676"/>
                  <a:pt x="5238587" y="1690376"/>
                  <a:pt x="5265575" y="1690376"/>
                </a:cubicBezTo>
                <a:lnTo>
                  <a:pt x="5346537" y="1673707"/>
                </a:lnTo>
                <a:lnTo>
                  <a:pt x="5353680" y="1673707"/>
                </a:lnTo>
                <a:cubicBezTo>
                  <a:pt x="5353681" y="1680057"/>
                  <a:pt x="5367175" y="1691964"/>
                  <a:pt x="5394162" y="1709426"/>
                </a:cubicBezTo>
                <a:lnTo>
                  <a:pt x="5410831" y="1711807"/>
                </a:lnTo>
                <a:cubicBezTo>
                  <a:pt x="5442580" y="1711807"/>
                  <a:pt x="5479887" y="1670532"/>
                  <a:pt x="5522749" y="1587982"/>
                </a:cubicBezTo>
                <a:lnTo>
                  <a:pt x="5522750" y="1580838"/>
                </a:lnTo>
                <a:cubicBezTo>
                  <a:pt x="5513224" y="1555438"/>
                  <a:pt x="5506081" y="1542738"/>
                  <a:pt x="5501318" y="1542739"/>
                </a:cubicBezTo>
                <a:cubicBezTo>
                  <a:pt x="5467981" y="1496701"/>
                  <a:pt x="5440993" y="1473682"/>
                  <a:pt x="5420356" y="1473682"/>
                </a:cubicBezTo>
                <a:lnTo>
                  <a:pt x="5360825" y="1485589"/>
                </a:lnTo>
                <a:lnTo>
                  <a:pt x="5356062" y="1485588"/>
                </a:lnTo>
                <a:lnTo>
                  <a:pt x="5398924" y="1416532"/>
                </a:lnTo>
                <a:cubicBezTo>
                  <a:pt x="5459250" y="1407007"/>
                  <a:pt x="5489412" y="1396689"/>
                  <a:pt x="5489412" y="1385576"/>
                </a:cubicBezTo>
                <a:cubicBezTo>
                  <a:pt x="5489412" y="1379226"/>
                  <a:pt x="5475919" y="1372876"/>
                  <a:pt x="5448931" y="1366526"/>
                </a:cubicBezTo>
                <a:lnTo>
                  <a:pt x="5398924" y="1376051"/>
                </a:lnTo>
                <a:cubicBezTo>
                  <a:pt x="5379875" y="1345888"/>
                  <a:pt x="5359237" y="1325251"/>
                  <a:pt x="5337012" y="1314138"/>
                </a:cubicBezTo>
                <a:lnTo>
                  <a:pt x="5360825" y="1287945"/>
                </a:lnTo>
                <a:cubicBezTo>
                  <a:pt x="5416387" y="1268896"/>
                  <a:pt x="5447343" y="1251433"/>
                  <a:pt x="5453693" y="1235558"/>
                </a:cubicBezTo>
                <a:lnTo>
                  <a:pt x="5453693" y="1228414"/>
                </a:lnTo>
                <a:cubicBezTo>
                  <a:pt x="5423530" y="1190314"/>
                  <a:pt x="5396543" y="1167295"/>
                  <a:pt x="5372731" y="1159358"/>
                </a:cubicBezTo>
                <a:close/>
                <a:moveTo>
                  <a:pt x="5722774" y="1360574"/>
                </a:moveTo>
                <a:cubicBezTo>
                  <a:pt x="5708487" y="1351049"/>
                  <a:pt x="5694993" y="1345889"/>
                  <a:pt x="5682293" y="1345095"/>
                </a:cubicBezTo>
                <a:lnTo>
                  <a:pt x="5675149" y="1345095"/>
                </a:lnTo>
                <a:cubicBezTo>
                  <a:pt x="5668799" y="1360970"/>
                  <a:pt x="5638636" y="1376846"/>
                  <a:pt x="5584662" y="1392720"/>
                </a:cubicBezTo>
                <a:lnTo>
                  <a:pt x="5565612" y="1387957"/>
                </a:lnTo>
                <a:lnTo>
                  <a:pt x="5565612" y="1392720"/>
                </a:lnTo>
                <a:lnTo>
                  <a:pt x="5560849" y="1397482"/>
                </a:lnTo>
                <a:lnTo>
                  <a:pt x="5587044" y="1433201"/>
                </a:lnTo>
                <a:cubicBezTo>
                  <a:pt x="5607681" y="1433201"/>
                  <a:pt x="5630700" y="1420501"/>
                  <a:pt x="5656100" y="1395102"/>
                </a:cubicBezTo>
                <a:lnTo>
                  <a:pt x="5660862" y="1397483"/>
                </a:lnTo>
                <a:lnTo>
                  <a:pt x="5663243" y="1402245"/>
                </a:lnTo>
                <a:lnTo>
                  <a:pt x="5663243" y="1404627"/>
                </a:lnTo>
                <a:cubicBezTo>
                  <a:pt x="5641018" y="1496701"/>
                  <a:pt x="5621175" y="1557820"/>
                  <a:pt x="5603712" y="1587982"/>
                </a:cubicBezTo>
                <a:lnTo>
                  <a:pt x="5591806" y="1585601"/>
                </a:lnTo>
                <a:lnTo>
                  <a:pt x="5582281" y="1592745"/>
                </a:lnTo>
                <a:lnTo>
                  <a:pt x="5582281" y="1595126"/>
                </a:lnTo>
                <a:cubicBezTo>
                  <a:pt x="5614031" y="1628463"/>
                  <a:pt x="5636256" y="1645132"/>
                  <a:pt x="5648956" y="1645132"/>
                </a:cubicBezTo>
                <a:lnTo>
                  <a:pt x="5651337" y="1645132"/>
                </a:lnTo>
                <a:cubicBezTo>
                  <a:pt x="5694199" y="1621320"/>
                  <a:pt x="5736268" y="1564170"/>
                  <a:pt x="5777543" y="1473683"/>
                </a:cubicBezTo>
                <a:lnTo>
                  <a:pt x="5770399" y="1464158"/>
                </a:lnTo>
                <a:cubicBezTo>
                  <a:pt x="5748174" y="1489557"/>
                  <a:pt x="5733887" y="1502257"/>
                  <a:pt x="5727537" y="1502257"/>
                </a:cubicBezTo>
                <a:lnTo>
                  <a:pt x="5727537" y="1495113"/>
                </a:lnTo>
                <a:cubicBezTo>
                  <a:pt x="5752937" y="1452252"/>
                  <a:pt x="5766431" y="1426852"/>
                  <a:pt x="5768018" y="1418914"/>
                </a:cubicBezTo>
                <a:lnTo>
                  <a:pt x="5768018" y="1402246"/>
                </a:lnTo>
                <a:cubicBezTo>
                  <a:pt x="5752143" y="1383989"/>
                  <a:pt x="5737062" y="1370099"/>
                  <a:pt x="5722774" y="1360574"/>
                </a:cubicBezTo>
                <a:close/>
                <a:moveTo>
                  <a:pt x="7405322" y="2293007"/>
                </a:moveTo>
                <a:cubicBezTo>
                  <a:pt x="7445009" y="2327932"/>
                  <a:pt x="7464853" y="2350950"/>
                  <a:pt x="7464853" y="2362063"/>
                </a:cubicBezTo>
                <a:cubicBezTo>
                  <a:pt x="7456915" y="2362063"/>
                  <a:pt x="7446596" y="2397782"/>
                  <a:pt x="7433897" y="2469219"/>
                </a:cubicBezTo>
                <a:lnTo>
                  <a:pt x="7424372" y="2483506"/>
                </a:lnTo>
                <a:lnTo>
                  <a:pt x="7433897" y="2483507"/>
                </a:lnTo>
                <a:cubicBezTo>
                  <a:pt x="7505334" y="2477157"/>
                  <a:pt x="7543434" y="2471601"/>
                  <a:pt x="7548196" y="2466838"/>
                </a:cubicBezTo>
                <a:cubicBezTo>
                  <a:pt x="7578359" y="2466838"/>
                  <a:pt x="7601377" y="2474776"/>
                  <a:pt x="7617253" y="2490650"/>
                </a:cubicBezTo>
                <a:cubicBezTo>
                  <a:pt x="7606140" y="2498588"/>
                  <a:pt x="7595027" y="2502557"/>
                  <a:pt x="7583914" y="2502557"/>
                </a:cubicBezTo>
                <a:cubicBezTo>
                  <a:pt x="7477554" y="2502557"/>
                  <a:pt x="7424372" y="2509700"/>
                  <a:pt x="7424372" y="2523987"/>
                </a:cubicBezTo>
                <a:lnTo>
                  <a:pt x="7421991" y="2550181"/>
                </a:lnTo>
                <a:lnTo>
                  <a:pt x="7414846" y="2781162"/>
                </a:lnTo>
                <a:cubicBezTo>
                  <a:pt x="7414846" y="2797037"/>
                  <a:pt x="7396590" y="2808150"/>
                  <a:pt x="7360078" y="2814500"/>
                </a:cubicBezTo>
                <a:cubicBezTo>
                  <a:pt x="7336265" y="2803388"/>
                  <a:pt x="7324359" y="2751000"/>
                  <a:pt x="7324359" y="2657338"/>
                </a:cubicBezTo>
                <a:lnTo>
                  <a:pt x="7317215" y="2576375"/>
                </a:lnTo>
                <a:lnTo>
                  <a:pt x="7324360" y="2576376"/>
                </a:lnTo>
                <a:lnTo>
                  <a:pt x="7314834" y="2526369"/>
                </a:lnTo>
                <a:lnTo>
                  <a:pt x="7136241" y="2552563"/>
                </a:lnTo>
                <a:cubicBezTo>
                  <a:pt x="7120366" y="2535100"/>
                  <a:pt x="7112428" y="2520813"/>
                  <a:pt x="7112428" y="2509700"/>
                </a:cubicBezTo>
                <a:lnTo>
                  <a:pt x="7117191" y="2507319"/>
                </a:lnTo>
                <a:lnTo>
                  <a:pt x="7136240" y="2516843"/>
                </a:lnTo>
                <a:lnTo>
                  <a:pt x="7314834" y="2493031"/>
                </a:lnTo>
                <a:lnTo>
                  <a:pt x="7314834" y="2483506"/>
                </a:lnTo>
                <a:lnTo>
                  <a:pt x="7317216" y="2302532"/>
                </a:lnTo>
                <a:lnTo>
                  <a:pt x="7314834" y="2276338"/>
                </a:lnTo>
                <a:lnTo>
                  <a:pt x="7331503" y="2262051"/>
                </a:lnTo>
                <a:cubicBezTo>
                  <a:pt x="7331503" y="2269988"/>
                  <a:pt x="7356110" y="2280307"/>
                  <a:pt x="7405322" y="2293007"/>
                </a:cubicBezTo>
                <a:close/>
                <a:moveTo>
                  <a:pt x="3746203" y="142876"/>
                </a:moveTo>
                <a:cubicBezTo>
                  <a:pt x="3758903" y="150020"/>
                  <a:pt x="3768428" y="157958"/>
                  <a:pt x="3774778" y="166689"/>
                </a:cubicBezTo>
                <a:cubicBezTo>
                  <a:pt x="3774778" y="179389"/>
                  <a:pt x="3768428" y="188914"/>
                  <a:pt x="3755728" y="195264"/>
                </a:cubicBezTo>
                <a:lnTo>
                  <a:pt x="3724772" y="195264"/>
                </a:lnTo>
                <a:cubicBezTo>
                  <a:pt x="3716834" y="195264"/>
                  <a:pt x="3704928" y="173833"/>
                  <a:pt x="3689053" y="130970"/>
                </a:cubicBezTo>
                <a:lnTo>
                  <a:pt x="3698578" y="123826"/>
                </a:lnTo>
                <a:cubicBezTo>
                  <a:pt x="3717628" y="129383"/>
                  <a:pt x="3733503" y="135732"/>
                  <a:pt x="3746203" y="142876"/>
                </a:cubicBezTo>
                <a:close/>
                <a:moveTo>
                  <a:pt x="5723369" y="1253417"/>
                </a:moveTo>
                <a:cubicBezTo>
                  <a:pt x="5711066" y="1247067"/>
                  <a:pt x="5692612" y="1239527"/>
                  <a:pt x="5668005" y="1230795"/>
                </a:cubicBezTo>
                <a:lnTo>
                  <a:pt x="5663243" y="1230795"/>
                </a:lnTo>
                <a:cubicBezTo>
                  <a:pt x="5671180" y="1256195"/>
                  <a:pt x="5685468" y="1274451"/>
                  <a:pt x="5706105" y="1285564"/>
                </a:cubicBezTo>
                <a:cubicBezTo>
                  <a:pt x="5729918" y="1280801"/>
                  <a:pt x="5741824" y="1275245"/>
                  <a:pt x="5741824" y="1268895"/>
                </a:cubicBezTo>
                <a:cubicBezTo>
                  <a:pt x="5741824" y="1264927"/>
                  <a:pt x="5735673" y="1259767"/>
                  <a:pt x="5723369" y="1253417"/>
                </a:cubicBezTo>
                <a:close/>
                <a:moveTo>
                  <a:pt x="7845852" y="2431119"/>
                </a:moveTo>
                <a:cubicBezTo>
                  <a:pt x="7893477" y="2515257"/>
                  <a:pt x="7917290" y="2563676"/>
                  <a:pt x="7917290" y="2576376"/>
                </a:cubicBezTo>
                <a:lnTo>
                  <a:pt x="7917290" y="2585900"/>
                </a:lnTo>
                <a:cubicBezTo>
                  <a:pt x="7898240" y="2614475"/>
                  <a:pt x="7872046" y="2638288"/>
                  <a:pt x="7838709" y="2657338"/>
                </a:cubicBezTo>
                <a:cubicBezTo>
                  <a:pt x="7838709" y="2663688"/>
                  <a:pt x="7831565" y="2666863"/>
                  <a:pt x="7817277" y="2666863"/>
                </a:cubicBezTo>
                <a:cubicBezTo>
                  <a:pt x="7780765" y="2706550"/>
                  <a:pt x="7756953" y="2726394"/>
                  <a:pt x="7745840" y="2726393"/>
                </a:cubicBezTo>
                <a:lnTo>
                  <a:pt x="7714884" y="2719250"/>
                </a:lnTo>
                <a:lnTo>
                  <a:pt x="7705359" y="2721631"/>
                </a:lnTo>
                <a:cubicBezTo>
                  <a:pt x="7699009" y="2712106"/>
                  <a:pt x="7695834" y="2696231"/>
                  <a:pt x="7695834" y="2674006"/>
                </a:cubicBezTo>
                <a:lnTo>
                  <a:pt x="7752983" y="2602569"/>
                </a:lnTo>
                <a:cubicBezTo>
                  <a:pt x="7787909" y="2542244"/>
                  <a:pt x="7816484" y="2485094"/>
                  <a:pt x="7838709" y="2431119"/>
                </a:cubicBezTo>
                <a:close/>
                <a:moveTo>
                  <a:pt x="6025193" y="1349858"/>
                </a:moveTo>
                <a:lnTo>
                  <a:pt x="6025193" y="1354620"/>
                </a:lnTo>
                <a:cubicBezTo>
                  <a:pt x="5975981" y="1429233"/>
                  <a:pt x="5939468" y="1465745"/>
                  <a:pt x="5915656" y="1464158"/>
                </a:cubicBezTo>
                <a:lnTo>
                  <a:pt x="5906130" y="1454633"/>
                </a:lnTo>
                <a:lnTo>
                  <a:pt x="5908512" y="1409389"/>
                </a:lnTo>
                <a:cubicBezTo>
                  <a:pt x="5914861" y="1409389"/>
                  <a:pt x="5924387" y="1403833"/>
                  <a:pt x="5937087" y="1392720"/>
                </a:cubicBezTo>
                <a:lnTo>
                  <a:pt x="6020430" y="1349858"/>
                </a:lnTo>
                <a:close/>
                <a:moveTo>
                  <a:pt x="3941466" y="52389"/>
                </a:moveTo>
                <a:cubicBezTo>
                  <a:pt x="3962103" y="80964"/>
                  <a:pt x="3972422" y="99220"/>
                  <a:pt x="3972422" y="107157"/>
                </a:cubicBezTo>
                <a:cubicBezTo>
                  <a:pt x="3970834" y="121445"/>
                  <a:pt x="3950991" y="149226"/>
                  <a:pt x="3912891" y="190501"/>
                </a:cubicBezTo>
                <a:lnTo>
                  <a:pt x="3912891" y="195264"/>
                </a:lnTo>
                <a:lnTo>
                  <a:pt x="3915272" y="195264"/>
                </a:lnTo>
                <a:cubicBezTo>
                  <a:pt x="3972422" y="179389"/>
                  <a:pt x="4000997" y="165101"/>
                  <a:pt x="4000997" y="152401"/>
                </a:cubicBezTo>
                <a:cubicBezTo>
                  <a:pt x="4000997" y="144464"/>
                  <a:pt x="4004172" y="140495"/>
                  <a:pt x="4010522" y="140495"/>
                </a:cubicBezTo>
                <a:cubicBezTo>
                  <a:pt x="4032747" y="140495"/>
                  <a:pt x="4066878" y="170657"/>
                  <a:pt x="4112916" y="230983"/>
                </a:cubicBezTo>
                <a:lnTo>
                  <a:pt x="4115297" y="240508"/>
                </a:lnTo>
                <a:cubicBezTo>
                  <a:pt x="4105772" y="319883"/>
                  <a:pt x="4089897" y="373064"/>
                  <a:pt x="4067672" y="400051"/>
                </a:cubicBezTo>
                <a:lnTo>
                  <a:pt x="4012903" y="497682"/>
                </a:lnTo>
                <a:cubicBezTo>
                  <a:pt x="3965279" y="542132"/>
                  <a:pt x="3932735" y="564357"/>
                  <a:pt x="3915272" y="564357"/>
                </a:cubicBezTo>
                <a:lnTo>
                  <a:pt x="3912891" y="564357"/>
                </a:lnTo>
                <a:cubicBezTo>
                  <a:pt x="3885904" y="561182"/>
                  <a:pt x="3872410" y="550863"/>
                  <a:pt x="3872410" y="533401"/>
                </a:cubicBezTo>
                <a:lnTo>
                  <a:pt x="3877172" y="531020"/>
                </a:lnTo>
                <a:lnTo>
                  <a:pt x="3879554" y="531020"/>
                </a:lnTo>
                <a:lnTo>
                  <a:pt x="3879553" y="533401"/>
                </a:lnTo>
                <a:cubicBezTo>
                  <a:pt x="3912891" y="533401"/>
                  <a:pt x="3940672" y="484188"/>
                  <a:pt x="3962897" y="385764"/>
                </a:cubicBezTo>
                <a:lnTo>
                  <a:pt x="3958135" y="385764"/>
                </a:lnTo>
                <a:cubicBezTo>
                  <a:pt x="3950197" y="393701"/>
                  <a:pt x="3934322" y="398464"/>
                  <a:pt x="3910510" y="400051"/>
                </a:cubicBezTo>
                <a:cubicBezTo>
                  <a:pt x="3893047" y="381001"/>
                  <a:pt x="3878760" y="356395"/>
                  <a:pt x="3867647" y="326233"/>
                </a:cubicBezTo>
                <a:lnTo>
                  <a:pt x="3879553" y="321470"/>
                </a:lnTo>
                <a:cubicBezTo>
                  <a:pt x="3928766" y="345283"/>
                  <a:pt x="3958928" y="362745"/>
                  <a:pt x="3970041" y="373857"/>
                </a:cubicBezTo>
                <a:cubicBezTo>
                  <a:pt x="3990678" y="296070"/>
                  <a:pt x="4000997" y="240507"/>
                  <a:pt x="4000997" y="207170"/>
                </a:cubicBezTo>
                <a:lnTo>
                  <a:pt x="3998616" y="188120"/>
                </a:lnTo>
                <a:cubicBezTo>
                  <a:pt x="3904953" y="219870"/>
                  <a:pt x="3858122" y="245270"/>
                  <a:pt x="3858122" y="264320"/>
                </a:cubicBezTo>
                <a:cubicBezTo>
                  <a:pt x="3858122" y="273845"/>
                  <a:pt x="3787478" y="344489"/>
                  <a:pt x="3646191" y="476251"/>
                </a:cubicBezTo>
                <a:lnTo>
                  <a:pt x="3562847" y="504826"/>
                </a:lnTo>
                <a:cubicBezTo>
                  <a:pt x="3562847" y="500063"/>
                  <a:pt x="3558085" y="496095"/>
                  <a:pt x="3548560" y="492919"/>
                </a:cubicBezTo>
                <a:lnTo>
                  <a:pt x="3543797" y="488157"/>
                </a:lnTo>
                <a:lnTo>
                  <a:pt x="3543797" y="483395"/>
                </a:lnTo>
                <a:cubicBezTo>
                  <a:pt x="3543797" y="473869"/>
                  <a:pt x="3550148" y="461170"/>
                  <a:pt x="3562847" y="445294"/>
                </a:cubicBezTo>
                <a:lnTo>
                  <a:pt x="3579516" y="450057"/>
                </a:lnTo>
                <a:cubicBezTo>
                  <a:pt x="3625553" y="407194"/>
                  <a:pt x="3660479" y="367507"/>
                  <a:pt x="3684291" y="330994"/>
                </a:cubicBezTo>
                <a:lnTo>
                  <a:pt x="3700960" y="297657"/>
                </a:lnTo>
                <a:lnTo>
                  <a:pt x="3698579" y="297657"/>
                </a:lnTo>
                <a:lnTo>
                  <a:pt x="3646191" y="304801"/>
                </a:lnTo>
                <a:lnTo>
                  <a:pt x="3643810" y="304801"/>
                </a:lnTo>
                <a:lnTo>
                  <a:pt x="3627141" y="283369"/>
                </a:lnTo>
                <a:lnTo>
                  <a:pt x="3627141" y="273845"/>
                </a:lnTo>
                <a:cubicBezTo>
                  <a:pt x="3627141" y="270669"/>
                  <a:pt x="3669210" y="257176"/>
                  <a:pt x="3753347" y="233363"/>
                </a:cubicBezTo>
                <a:cubicBezTo>
                  <a:pt x="3823197" y="115889"/>
                  <a:pt x="3858122" y="48420"/>
                  <a:pt x="3858122" y="30958"/>
                </a:cubicBezTo>
                <a:lnTo>
                  <a:pt x="3855741" y="11907"/>
                </a:lnTo>
                <a:lnTo>
                  <a:pt x="3858122" y="9526"/>
                </a:lnTo>
                <a:lnTo>
                  <a:pt x="3862884" y="9526"/>
                </a:lnTo>
                <a:lnTo>
                  <a:pt x="3931941" y="54770"/>
                </a:lnTo>
                <a:close/>
                <a:moveTo>
                  <a:pt x="7945865" y="2352538"/>
                </a:moveTo>
                <a:cubicBezTo>
                  <a:pt x="8001427" y="2408100"/>
                  <a:pt x="8074452" y="2489063"/>
                  <a:pt x="8164940" y="2595425"/>
                </a:cubicBezTo>
                <a:lnTo>
                  <a:pt x="8291146" y="2695438"/>
                </a:lnTo>
                <a:lnTo>
                  <a:pt x="8291146" y="2702582"/>
                </a:lnTo>
                <a:cubicBezTo>
                  <a:pt x="8291146" y="2713694"/>
                  <a:pt x="8277652" y="2721632"/>
                  <a:pt x="8250665" y="2726394"/>
                </a:cubicBezTo>
                <a:lnTo>
                  <a:pt x="8226852" y="2721632"/>
                </a:lnTo>
                <a:cubicBezTo>
                  <a:pt x="8207802" y="2723219"/>
                  <a:pt x="8193515" y="2728775"/>
                  <a:pt x="8183990" y="2738300"/>
                </a:cubicBezTo>
                <a:lnTo>
                  <a:pt x="8172083" y="2738300"/>
                </a:lnTo>
                <a:lnTo>
                  <a:pt x="8169702" y="2735919"/>
                </a:lnTo>
                <a:lnTo>
                  <a:pt x="8143509" y="2745444"/>
                </a:lnTo>
                <a:lnTo>
                  <a:pt x="8024446" y="2573994"/>
                </a:lnTo>
                <a:cubicBezTo>
                  <a:pt x="7962533" y="2489857"/>
                  <a:pt x="7931578" y="2420801"/>
                  <a:pt x="7931577" y="2366825"/>
                </a:cubicBezTo>
                <a:lnTo>
                  <a:pt x="7941103" y="2352538"/>
                </a:lnTo>
                <a:close/>
                <a:moveTo>
                  <a:pt x="10016136" y="3542153"/>
                </a:moveTo>
                <a:lnTo>
                  <a:pt x="10016136" y="3546915"/>
                </a:lnTo>
                <a:lnTo>
                  <a:pt x="10011374" y="3563584"/>
                </a:lnTo>
                <a:lnTo>
                  <a:pt x="10016136" y="3585015"/>
                </a:lnTo>
                <a:lnTo>
                  <a:pt x="10016136" y="3632640"/>
                </a:lnTo>
                <a:lnTo>
                  <a:pt x="9989942" y="3635021"/>
                </a:lnTo>
                <a:lnTo>
                  <a:pt x="9987561" y="3635021"/>
                </a:lnTo>
                <a:lnTo>
                  <a:pt x="9987561" y="3625497"/>
                </a:lnTo>
                <a:lnTo>
                  <a:pt x="9989942" y="3577871"/>
                </a:lnTo>
                <a:lnTo>
                  <a:pt x="9987561" y="3549296"/>
                </a:lnTo>
                <a:cubicBezTo>
                  <a:pt x="9987561" y="3544534"/>
                  <a:pt x="9995498" y="3542153"/>
                  <a:pt x="10011373" y="3542153"/>
                </a:cubicBezTo>
                <a:close/>
                <a:moveTo>
                  <a:pt x="8462596" y="2600188"/>
                </a:moveTo>
                <a:lnTo>
                  <a:pt x="8495933" y="2633526"/>
                </a:lnTo>
                <a:cubicBezTo>
                  <a:pt x="8492758" y="2644638"/>
                  <a:pt x="8487203" y="2651782"/>
                  <a:pt x="8479265" y="2654957"/>
                </a:cubicBezTo>
                <a:lnTo>
                  <a:pt x="8472121" y="2654957"/>
                </a:lnTo>
                <a:cubicBezTo>
                  <a:pt x="8465771" y="2654957"/>
                  <a:pt x="8460214" y="2641463"/>
                  <a:pt x="8455452" y="2614475"/>
                </a:cubicBezTo>
                <a:lnTo>
                  <a:pt x="8455452" y="2600188"/>
                </a:lnTo>
                <a:close/>
                <a:moveTo>
                  <a:pt x="5996618" y="1168883"/>
                </a:moveTo>
                <a:lnTo>
                  <a:pt x="5994237" y="1168883"/>
                </a:lnTo>
                <a:lnTo>
                  <a:pt x="5929943" y="1302233"/>
                </a:lnTo>
                <a:lnTo>
                  <a:pt x="5925181" y="1302233"/>
                </a:lnTo>
                <a:cubicBezTo>
                  <a:pt x="5896606" y="1267308"/>
                  <a:pt x="5878349" y="1248258"/>
                  <a:pt x="5870412" y="1245083"/>
                </a:cubicBezTo>
                <a:cubicBezTo>
                  <a:pt x="5860887" y="1245083"/>
                  <a:pt x="5856124" y="1247464"/>
                  <a:pt x="5856124" y="1252226"/>
                </a:cubicBezTo>
                <a:lnTo>
                  <a:pt x="5853743" y="1280801"/>
                </a:lnTo>
                <a:cubicBezTo>
                  <a:pt x="5871205" y="1322077"/>
                  <a:pt x="5885493" y="1342714"/>
                  <a:pt x="5896605" y="1342714"/>
                </a:cubicBezTo>
                <a:lnTo>
                  <a:pt x="5872793" y="1371289"/>
                </a:lnTo>
                <a:cubicBezTo>
                  <a:pt x="5856918" y="1371289"/>
                  <a:pt x="5848981" y="1376846"/>
                  <a:pt x="5848980" y="1387958"/>
                </a:cubicBezTo>
                <a:cubicBezTo>
                  <a:pt x="5847393" y="1468920"/>
                  <a:pt x="5852155" y="1509402"/>
                  <a:pt x="5863268" y="1509401"/>
                </a:cubicBezTo>
                <a:lnTo>
                  <a:pt x="5875174" y="1509401"/>
                </a:lnTo>
                <a:lnTo>
                  <a:pt x="5939468" y="1490352"/>
                </a:lnTo>
                <a:lnTo>
                  <a:pt x="5946612" y="1490352"/>
                </a:lnTo>
                <a:lnTo>
                  <a:pt x="5946612" y="1492733"/>
                </a:lnTo>
                <a:cubicBezTo>
                  <a:pt x="5902162" y="1541945"/>
                  <a:pt x="5863268" y="1577663"/>
                  <a:pt x="5829931" y="1599889"/>
                </a:cubicBezTo>
                <a:cubicBezTo>
                  <a:pt x="5804531" y="1611001"/>
                  <a:pt x="5787068" y="1623701"/>
                  <a:pt x="5777543" y="1637989"/>
                </a:cubicBezTo>
                <a:lnTo>
                  <a:pt x="5777543" y="1642751"/>
                </a:lnTo>
                <a:lnTo>
                  <a:pt x="5784687" y="1652276"/>
                </a:lnTo>
                <a:cubicBezTo>
                  <a:pt x="5810087" y="1653864"/>
                  <a:pt x="5852156" y="1634020"/>
                  <a:pt x="5910893" y="1592745"/>
                </a:cubicBezTo>
                <a:lnTo>
                  <a:pt x="5925181" y="1595126"/>
                </a:lnTo>
                <a:lnTo>
                  <a:pt x="5925181" y="1618938"/>
                </a:lnTo>
                <a:cubicBezTo>
                  <a:pt x="5923593" y="1650688"/>
                  <a:pt x="5956931" y="1673707"/>
                  <a:pt x="6025194" y="1687995"/>
                </a:cubicBezTo>
                <a:lnTo>
                  <a:pt x="6051387" y="1687995"/>
                </a:lnTo>
                <a:cubicBezTo>
                  <a:pt x="6089487" y="1684820"/>
                  <a:pt x="6108536" y="1680851"/>
                  <a:pt x="6108536" y="1676089"/>
                </a:cubicBezTo>
                <a:cubicBezTo>
                  <a:pt x="6129173" y="1676089"/>
                  <a:pt x="6142668" y="1657832"/>
                  <a:pt x="6149017" y="1621320"/>
                </a:cubicBezTo>
                <a:cubicBezTo>
                  <a:pt x="6141080" y="1595920"/>
                  <a:pt x="6129174" y="1582427"/>
                  <a:pt x="6113299" y="1580839"/>
                </a:cubicBezTo>
                <a:cubicBezTo>
                  <a:pt x="6106949" y="1580839"/>
                  <a:pt x="6103774" y="1585601"/>
                  <a:pt x="6103773" y="1595126"/>
                </a:cubicBezTo>
                <a:cubicBezTo>
                  <a:pt x="6100599" y="1644339"/>
                  <a:pt x="6077580" y="1668151"/>
                  <a:pt x="6034718" y="1666564"/>
                </a:cubicBezTo>
                <a:cubicBezTo>
                  <a:pt x="5971218" y="1663388"/>
                  <a:pt x="5941056" y="1637988"/>
                  <a:pt x="5944230" y="1590364"/>
                </a:cubicBezTo>
                <a:cubicBezTo>
                  <a:pt x="5944230" y="1577664"/>
                  <a:pt x="5946612" y="1571314"/>
                  <a:pt x="5951374" y="1571314"/>
                </a:cubicBezTo>
                <a:lnTo>
                  <a:pt x="6060912" y="1502258"/>
                </a:lnTo>
                <a:cubicBezTo>
                  <a:pt x="6054562" y="1475270"/>
                  <a:pt x="6049005" y="1461776"/>
                  <a:pt x="6044243" y="1461777"/>
                </a:cubicBezTo>
                <a:cubicBezTo>
                  <a:pt x="6088693" y="1426852"/>
                  <a:pt x="6110917" y="1402245"/>
                  <a:pt x="6110918" y="1387958"/>
                </a:cubicBezTo>
                <a:lnTo>
                  <a:pt x="6110918" y="1376052"/>
                </a:lnTo>
                <a:cubicBezTo>
                  <a:pt x="6087105" y="1344301"/>
                  <a:pt x="6068055" y="1325252"/>
                  <a:pt x="6053768" y="1318902"/>
                </a:cubicBezTo>
                <a:lnTo>
                  <a:pt x="6003762" y="1337951"/>
                </a:lnTo>
                <a:lnTo>
                  <a:pt x="6001381" y="1333189"/>
                </a:lnTo>
                <a:cubicBezTo>
                  <a:pt x="6044243" y="1279214"/>
                  <a:pt x="6065674" y="1245083"/>
                  <a:pt x="6065674" y="1230795"/>
                </a:cubicBezTo>
                <a:cubicBezTo>
                  <a:pt x="6065674" y="1222857"/>
                  <a:pt x="6042656" y="1202220"/>
                  <a:pt x="5996618" y="1168883"/>
                </a:cubicBezTo>
                <a:close/>
                <a:moveTo>
                  <a:pt x="8460215" y="2521606"/>
                </a:moveTo>
                <a:lnTo>
                  <a:pt x="8460215" y="2554944"/>
                </a:lnTo>
                <a:lnTo>
                  <a:pt x="8462596" y="2554944"/>
                </a:lnTo>
                <a:cubicBezTo>
                  <a:pt x="8467359" y="2554944"/>
                  <a:pt x="8469740" y="2551769"/>
                  <a:pt x="8469740" y="2545419"/>
                </a:cubicBezTo>
                <a:cubicBezTo>
                  <a:pt x="8468152" y="2529544"/>
                  <a:pt x="8464978" y="2521607"/>
                  <a:pt x="8460215" y="2521606"/>
                </a:cubicBezTo>
                <a:close/>
                <a:moveTo>
                  <a:pt x="10104242" y="3418327"/>
                </a:moveTo>
                <a:cubicBezTo>
                  <a:pt x="10093129" y="3426265"/>
                  <a:pt x="10087573" y="3440553"/>
                  <a:pt x="10087573" y="3461190"/>
                </a:cubicBezTo>
                <a:cubicBezTo>
                  <a:pt x="10087573" y="3558027"/>
                  <a:pt x="10093130" y="3606446"/>
                  <a:pt x="10104242" y="3606446"/>
                </a:cubicBezTo>
                <a:lnTo>
                  <a:pt x="10137580" y="3596921"/>
                </a:lnTo>
                <a:lnTo>
                  <a:pt x="10159011" y="3492147"/>
                </a:lnTo>
                <a:cubicBezTo>
                  <a:pt x="10136786" y="3468334"/>
                  <a:pt x="10118529" y="3443727"/>
                  <a:pt x="10104242" y="3418327"/>
                </a:cubicBezTo>
                <a:close/>
                <a:moveTo>
                  <a:pt x="6532399" y="1335570"/>
                </a:moveTo>
                <a:lnTo>
                  <a:pt x="6522874" y="1335570"/>
                </a:lnTo>
                <a:lnTo>
                  <a:pt x="6513349" y="1483208"/>
                </a:lnTo>
                <a:cubicBezTo>
                  <a:pt x="6513349" y="1516545"/>
                  <a:pt x="6523668" y="1541151"/>
                  <a:pt x="6544306" y="1557027"/>
                </a:cubicBezTo>
                <a:lnTo>
                  <a:pt x="6551449" y="1557026"/>
                </a:lnTo>
                <a:cubicBezTo>
                  <a:pt x="6562561" y="1552264"/>
                  <a:pt x="6568118" y="1541946"/>
                  <a:pt x="6568117" y="1526070"/>
                </a:cubicBezTo>
                <a:lnTo>
                  <a:pt x="6570499" y="1526070"/>
                </a:lnTo>
                <a:lnTo>
                  <a:pt x="6575261" y="1530832"/>
                </a:lnTo>
                <a:lnTo>
                  <a:pt x="6582405" y="1523689"/>
                </a:lnTo>
                <a:lnTo>
                  <a:pt x="6582404" y="1516545"/>
                </a:lnTo>
                <a:lnTo>
                  <a:pt x="6584786" y="1447489"/>
                </a:lnTo>
                <a:lnTo>
                  <a:pt x="6582405" y="1428439"/>
                </a:lnTo>
                <a:lnTo>
                  <a:pt x="6584787" y="1414152"/>
                </a:lnTo>
                <a:cubicBezTo>
                  <a:pt x="6584786" y="1393514"/>
                  <a:pt x="6567324" y="1367320"/>
                  <a:pt x="6532399" y="1335570"/>
                </a:cubicBezTo>
                <a:close/>
                <a:moveTo>
                  <a:pt x="10008993" y="3289740"/>
                </a:moveTo>
                <a:cubicBezTo>
                  <a:pt x="10004230" y="3289740"/>
                  <a:pt x="10000261" y="3294502"/>
                  <a:pt x="9997086" y="3304027"/>
                </a:cubicBezTo>
                <a:cubicBezTo>
                  <a:pt x="9992323" y="3310377"/>
                  <a:pt x="9942317" y="3330221"/>
                  <a:pt x="9847068" y="3363559"/>
                </a:cubicBezTo>
                <a:cubicBezTo>
                  <a:pt x="9853417" y="3376259"/>
                  <a:pt x="9860560" y="3383402"/>
                  <a:pt x="9868498" y="3384990"/>
                </a:cubicBezTo>
                <a:cubicBezTo>
                  <a:pt x="9922474" y="3356415"/>
                  <a:pt x="9962161" y="3342127"/>
                  <a:pt x="9987561" y="3342128"/>
                </a:cubicBezTo>
                <a:lnTo>
                  <a:pt x="9989942" y="3342127"/>
                </a:lnTo>
                <a:cubicBezTo>
                  <a:pt x="9975654" y="3370702"/>
                  <a:pt x="9966130" y="3384990"/>
                  <a:pt x="9961367" y="3384990"/>
                </a:cubicBezTo>
                <a:cubicBezTo>
                  <a:pt x="9961367" y="3404040"/>
                  <a:pt x="9931999" y="3425472"/>
                  <a:pt x="9873261" y="3449284"/>
                </a:cubicBezTo>
                <a:lnTo>
                  <a:pt x="9816111" y="3382609"/>
                </a:lnTo>
                <a:cubicBezTo>
                  <a:pt x="9809761" y="3382609"/>
                  <a:pt x="9805792" y="3392927"/>
                  <a:pt x="9804205" y="3413565"/>
                </a:cubicBezTo>
                <a:lnTo>
                  <a:pt x="9808967" y="3432615"/>
                </a:lnTo>
                <a:lnTo>
                  <a:pt x="9808967" y="3434996"/>
                </a:lnTo>
                <a:lnTo>
                  <a:pt x="9804205" y="3439759"/>
                </a:lnTo>
                <a:lnTo>
                  <a:pt x="9808967" y="3477859"/>
                </a:lnTo>
                <a:lnTo>
                  <a:pt x="9808967" y="3520721"/>
                </a:lnTo>
                <a:cubicBezTo>
                  <a:pt x="9808967" y="3568346"/>
                  <a:pt x="9797854" y="3611209"/>
                  <a:pt x="9775630" y="3649309"/>
                </a:cubicBezTo>
                <a:cubicBezTo>
                  <a:pt x="9751817" y="3682646"/>
                  <a:pt x="9739911" y="3706459"/>
                  <a:pt x="9739911" y="3720746"/>
                </a:cubicBezTo>
                <a:cubicBezTo>
                  <a:pt x="9741498" y="3739796"/>
                  <a:pt x="9745467" y="3749321"/>
                  <a:pt x="9751817" y="3749321"/>
                </a:cubicBezTo>
                <a:cubicBezTo>
                  <a:pt x="9788330" y="3717572"/>
                  <a:pt x="9815317" y="3684234"/>
                  <a:pt x="9832780" y="3649309"/>
                </a:cubicBezTo>
                <a:lnTo>
                  <a:pt x="9837542" y="3649309"/>
                </a:lnTo>
                <a:lnTo>
                  <a:pt x="9837542" y="3654071"/>
                </a:lnTo>
                <a:lnTo>
                  <a:pt x="9839924" y="3677884"/>
                </a:lnTo>
                <a:cubicBezTo>
                  <a:pt x="9839924" y="3690584"/>
                  <a:pt x="9854211" y="3699315"/>
                  <a:pt x="9882786" y="3704077"/>
                </a:cubicBezTo>
                <a:cubicBezTo>
                  <a:pt x="9901836" y="3704078"/>
                  <a:pt x="9913742" y="3685027"/>
                  <a:pt x="9918505" y="3646928"/>
                </a:cubicBezTo>
                <a:lnTo>
                  <a:pt x="9918504" y="3599302"/>
                </a:lnTo>
                <a:lnTo>
                  <a:pt x="9925648" y="3599303"/>
                </a:lnTo>
                <a:lnTo>
                  <a:pt x="9925648" y="3604065"/>
                </a:lnTo>
                <a:lnTo>
                  <a:pt x="9923268" y="3606446"/>
                </a:lnTo>
                <a:cubicBezTo>
                  <a:pt x="9928030" y="3612796"/>
                  <a:pt x="9931204" y="3626290"/>
                  <a:pt x="9932792" y="3646927"/>
                </a:cubicBezTo>
                <a:lnTo>
                  <a:pt x="9932792" y="3649309"/>
                </a:lnTo>
                <a:lnTo>
                  <a:pt x="9930411" y="3654072"/>
                </a:lnTo>
                <a:lnTo>
                  <a:pt x="9939936" y="3704078"/>
                </a:lnTo>
                <a:lnTo>
                  <a:pt x="9937554" y="3718365"/>
                </a:lnTo>
                <a:lnTo>
                  <a:pt x="9937555" y="3739796"/>
                </a:lnTo>
                <a:lnTo>
                  <a:pt x="9939936" y="3742178"/>
                </a:lnTo>
                <a:lnTo>
                  <a:pt x="9937554" y="3742177"/>
                </a:lnTo>
                <a:cubicBezTo>
                  <a:pt x="9940729" y="3773928"/>
                  <a:pt x="9946285" y="3789802"/>
                  <a:pt x="9954223" y="3789802"/>
                </a:cubicBezTo>
                <a:cubicBezTo>
                  <a:pt x="9981210" y="3789802"/>
                  <a:pt x="9994705" y="3766784"/>
                  <a:pt x="9994704" y="3720746"/>
                </a:cubicBezTo>
                <a:lnTo>
                  <a:pt x="9989942" y="3706458"/>
                </a:lnTo>
                <a:lnTo>
                  <a:pt x="9994705" y="3704078"/>
                </a:lnTo>
                <a:lnTo>
                  <a:pt x="9989942" y="3689790"/>
                </a:lnTo>
                <a:lnTo>
                  <a:pt x="9989942" y="3656452"/>
                </a:lnTo>
                <a:lnTo>
                  <a:pt x="9997085" y="3656452"/>
                </a:lnTo>
                <a:lnTo>
                  <a:pt x="10008992" y="3682647"/>
                </a:lnTo>
                <a:cubicBezTo>
                  <a:pt x="10008993" y="3696934"/>
                  <a:pt x="10016930" y="3706459"/>
                  <a:pt x="10032804" y="3711221"/>
                </a:cubicBezTo>
                <a:lnTo>
                  <a:pt x="10039948" y="3711221"/>
                </a:lnTo>
                <a:cubicBezTo>
                  <a:pt x="10057411" y="3711221"/>
                  <a:pt x="10068523" y="3701696"/>
                  <a:pt x="10073286" y="3682647"/>
                </a:cubicBezTo>
                <a:cubicBezTo>
                  <a:pt x="10073286" y="3647721"/>
                  <a:pt x="10070904" y="3624702"/>
                  <a:pt x="10066142" y="3613590"/>
                </a:cubicBezTo>
                <a:lnTo>
                  <a:pt x="10080429" y="3549296"/>
                </a:lnTo>
                <a:cubicBezTo>
                  <a:pt x="10080429" y="3536596"/>
                  <a:pt x="10074079" y="3528659"/>
                  <a:pt x="10061379" y="3525484"/>
                </a:cubicBezTo>
                <a:lnTo>
                  <a:pt x="10061380" y="3520721"/>
                </a:lnTo>
                <a:lnTo>
                  <a:pt x="10066142" y="3518340"/>
                </a:lnTo>
                <a:cubicBezTo>
                  <a:pt x="10062967" y="3511990"/>
                  <a:pt x="10047093" y="3503259"/>
                  <a:pt x="10018517" y="3492146"/>
                </a:cubicBezTo>
                <a:lnTo>
                  <a:pt x="10011374" y="3492146"/>
                </a:lnTo>
                <a:cubicBezTo>
                  <a:pt x="10011373" y="3509609"/>
                  <a:pt x="9999467" y="3520721"/>
                  <a:pt x="9975654" y="3525484"/>
                </a:cubicBezTo>
                <a:cubicBezTo>
                  <a:pt x="9975654" y="3512784"/>
                  <a:pt x="9970892" y="3506434"/>
                  <a:pt x="9961367" y="3506434"/>
                </a:cubicBezTo>
                <a:lnTo>
                  <a:pt x="9961367" y="3504052"/>
                </a:lnTo>
                <a:lnTo>
                  <a:pt x="9966130" y="3499290"/>
                </a:lnTo>
                <a:cubicBezTo>
                  <a:pt x="9958193" y="3486590"/>
                  <a:pt x="9947079" y="3476271"/>
                  <a:pt x="9932792" y="3468334"/>
                </a:cubicBezTo>
                <a:cubicBezTo>
                  <a:pt x="9926442" y="3468334"/>
                  <a:pt x="9921680" y="3480240"/>
                  <a:pt x="9918504" y="3504052"/>
                </a:cubicBezTo>
                <a:lnTo>
                  <a:pt x="9918505" y="3539771"/>
                </a:lnTo>
                <a:cubicBezTo>
                  <a:pt x="9918505" y="3546121"/>
                  <a:pt x="9905804" y="3551678"/>
                  <a:pt x="9880404" y="3556440"/>
                </a:cubicBezTo>
                <a:lnTo>
                  <a:pt x="9873261" y="3556440"/>
                </a:lnTo>
                <a:lnTo>
                  <a:pt x="9887549" y="3489765"/>
                </a:lnTo>
                <a:lnTo>
                  <a:pt x="9882786" y="3470715"/>
                </a:lnTo>
                <a:cubicBezTo>
                  <a:pt x="9892311" y="3470715"/>
                  <a:pt x="9908980" y="3463572"/>
                  <a:pt x="9932792" y="3449283"/>
                </a:cubicBezTo>
                <a:lnTo>
                  <a:pt x="9939936" y="3449284"/>
                </a:lnTo>
                <a:lnTo>
                  <a:pt x="9966129" y="3475477"/>
                </a:lnTo>
                <a:lnTo>
                  <a:pt x="9980417" y="3475477"/>
                </a:lnTo>
                <a:cubicBezTo>
                  <a:pt x="10020104" y="3461190"/>
                  <a:pt x="10047092" y="3440552"/>
                  <a:pt x="10061380" y="3413565"/>
                </a:cubicBezTo>
                <a:lnTo>
                  <a:pt x="10061379" y="3411184"/>
                </a:lnTo>
                <a:cubicBezTo>
                  <a:pt x="10050267" y="3358796"/>
                  <a:pt x="10032805" y="3318315"/>
                  <a:pt x="10008993" y="3289740"/>
                </a:cubicBezTo>
                <a:close/>
                <a:moveTo>
                  <a:pt x="4370091" y="30957"/>
                </a:moveTo>
                <a:cubicBezTo>
                  <a:pt x="4412954" y="53182"/>
                  <a:pt x="4447085" y="84139"/>
                  <a:pt x="4472485" y="123826"/>
                </a:cubicBezTo>
                <a:lnTo>
                  <a:pt x="4472485" y="147639"/>
                </a:lnTo>
                <a:lnTo>
                  <a:pt x="4427241" y="245270"/>
                </a:lnTo>
                <a:lnTo>
                  <a:pt x="4617741" y="395289"/>
                </a:lnTo>
                <a:lnTo>
                  <a:pt x="4748710" y="469108"/>
                </a:lnTo>
                <a:lnTo>
                  <a:pt x="4748710" y="485776"/>
                </a:lnTo>
                <a:cubicBezTo>
                  <a:pt x="4748710" y="493714"/>
                  <a:pt x="4727279" y="510383"/>
                  <a:pt x="4684416" y="535782"/>
                </a:cubicBezTo>
                <a:lnTo>
                  <a:pt x="4665366" y="552452"/>
                </a:lnTo>
                <a:lnTo>
                  <a:pt x="4632028" y="542926"/>
                </a:lnTo>
                <a:lnTo>
                  <a:pt x="4622503" y="545308"/>
                </a:lnTo>
                <a:cubicBezTo>
                  <a:pt x="4576466" y="507208"/>
                  <a:pt x="4510585" y="427039"/>
                  <a:pt x="4424859" y="304801"/>
                </a:cubicBezTo>
                <a:lnTo>
                  <a:pt x="4417716" y="280989"/>
                </a:lnTo>
                <a:lnTo>
                  <a:pt x="4412953" y="280989"/>
                </a:lnTo>
                <a:cubicBezTo>
                  <a:pt x="4343103" y="392114"/>
                  <a:pt x="4283572" y="457995"/>
                  <a:pt x="4234359" y="478633"/>
                </a:cubicBezTo>
                <a:cubicBezTo>
                  <a:pt x="4210547" y="499270"/>
                  <a:pt x="4190703" y="509589"/>
                  <a:pt x="4174828" y="509589"/>
                </a:cubicBezTo>
                <a:cubicBezTo>
                  <a:pt x="4170066" y="500064"/>
                  <a:pt x="4165303" y="481014"/>
                  <a:pt x="4160541" y="452439"/>
                </a:cubicBezTo>
                <a:cubicBezTo>
                  <a:pt x="4160541" y="427039"/>
                  <a:pt x="4169272" y="414339"/>
                  <a:pt x="4186734" y="414339"/>
                </a:cubicBezTo>
                <a:lnTo>
                  <a:pt x="4186734" y="419101"/>
                </a:lnTo>
                <a:lnTo>
                  <a:pt x="4186735" y="423864"/>
                </a:lnTo>
                <a:cubicBezTo>
                  <a:pt x="4208960" y="412752"/>
                  <a:pt x="4233566" y="387351"/>
                  <a:pt x="4260553" y="347664"/>
                </a:cubicBezTo>
                <a:cubicBezTo>
                  <a:pt x="4282778" y="325439"/>
                  <a:pt x="4308178" y="278608"/>
                  <a:pt x="4336753" y="207170"/>
                </a:cubicBezTo>
                <a:cubicBezTo>
                  <a:pt x="4358978" y="143670"/>
                  <a:pt x="4370091" y="101601"/>
                  <a:pt x="4370091" y="80964"/>
                </a:cubicBezTo>
                <a:cubicBezTo>
                  <a:pt x="4370091" y="71439"/>
                  <a:pt x="4363741" y="57151"/>
                  <a:pt x="4351041" y="38101"/>
                </a:cubicBezTo>
                <a:lnTo>
                  <a:pt x="4351041" y="33339"/>
                </a:lnTo>
                <a:close/>
                <a:moveTo>
                  <a:pt x="8512602" y="2395400"/>
                </a:moveTo>
                <a:cubicBezTo>
                  <a:pt x="8549115" y="2423975"/>
                  <a:pt x="8573721" y="2456519"/>
                  <a:pt x="8586421" y="2493032"/>
                </a:cubicBezTo>
                <a:lnTo>
                  <a:pt x="8586421" y="2500176"/>
                </a:lnTo>
                <a:lnTo>
                  <a:pt x="8579277" y="2531132"/>
                </a:lnTo>
                <a:lnTo>
                  <a:pt x="8579277" y="2538276"/>
                </a:lnTo>
                <a:lnTo>
                  <a:pt x="8593565" y="2540657"/>
                </a:lnTo>
                <a:cubicBezTo>
                  <a:pt x="8588802" y="2559707"/>
                  <a:pt x="8579277" y="2569232"/>
                  <a:pt x="8564990" y="2569232"/>
                </a:cubicBezTo>
                <a:lnTo>
                  <a:pt x="8560227" y="2621619"/>
                </a:lnTo>
                <a:lnTo>
                  <a:pt x="8560227" y="2693057"/>
                </a:lnTo>
                <a:lnTo>
                  <a:pt x="8555465" y="2697819"/>
                </a:lnTo>
                <a:lnTo>
                  <a:pt x="8560227" y="2700200"/>
                </a:lnTo>
                <a:lnTo>
                  <a:pt x="8560227" y="2707344"/>
                </a:lnTo>
                <a:cubicBezTo>
                  <a:pt x="8558640" y="2732744"/>
                  <a:pt x="8545940" y="2745444"/>
                  <a:pt x="8522127" y="2745444"/>
                </a:cubicBezTo>
                <a:cubicBezTo>
                  <a:pt x="8515778" y="2745444"/>
                  <a:pt x="8508634" y="2714488"/>
                  <a:pt x="8500696" y="2652576"/>
                </a:cubicBezTo>
                <a:lnTo>
                  <a:pt x="8500696" y="2647813"/>
                </a:lnTo>
                <a:lnTo>
                  <a:pt x="8505459" y="2647813"/>
                </a:lnTo>
                <a:lnTo>
                  <a:pt x="8507840" y="2652575"/>
                </a:lnTo>
                <a:lnTo>
                  <a:pt x="8512602" y="2640669"/>
                </a:lnTo>
                <a:lnTo>
                  <a:pt x="8507840" y="2621619"/>
                </a:lnTo>
                <a:lnTo>
                  <a:pt x="8507840" y="2583519"/>
                </a:lnTo>
                <a:lnTo>
                  <a:pt x="8512602" y="2578756"/>
                </a:lnTo>
                <a:lnTo>
                  <a:pt x="8512602" y="2576375"/>
                </a:lnTo>
                <a:lnTo>
                  <a:pt x="8507840" y="2571613"/>
                </a:lnTo>
                <a:cubicBezTo>
                  <a:pt x="8468152" y="2577963"/>
                  <a:pt x="8448308" y="2585107"/>
                  <a:pt x="8448309" y="2593044"/>
                </a:cubicBezTo>
                <a:cubicBezTo>
                  <a:pt x="8448308" y="2627969"/>
                  <a:pt x="8432434" y="2670831"/>
                  <a:pt x="8400683" y="2721632"/>
                </a:cubicBezTo>
                <a:lnTo>
                  <a:pt x="8353059" y="2740682"/>
                </a:lnTo>
                <a:lnTo>
                  <a:pt x="8348296" y="2716869"/>
                </a:lnTo>
                <a:lnTo>
                  <a:pt x="8348296" y="2714488"/>
                </a:lnTo>
                <a:lnTo>
                  <a:pt x="8348296" y="2709725"/>
                </a:lnTo>
                <a:lnTo>
                  <a:pt x="8348296" y="2707344"/>
                </a:lnTo>
                <a:lnTo>
                  <a:pt x="8348296" y="2700200"/>
                </a:lnTo>
                <a:cubicBezTo>
                  <a:pt x="8353059" y="2676388"/>
                  <a:pt x="8364171" y="2647813"/>
                  <a:pt x="8381634" y="2614476"/>
                </a:cubicBezTo>
                <a:lnTo>
                  <a:pt x="8381633" y="2600188"/>
                </a:lnTo>
                <a:lnTo>
                  <a:pt x="8379252" y="2600188"/>
                </a:lnTo>
                <a:cubicBezTo>
                  <a:pt x="8369727" y="2600188"/>
                  <a:pt x="8353059" y="2607332"/>
                  <a:pt x="8329246" y="2621619"/>
                </a:cubicBezTo>
                <a:cubicBezTo>
                  <a:pt x="8311784" y="2616857"/>
                  <a:pt x="8303052" y="2606538"/>
                  <a:pt x="8303052" y="2590663"/>
                </a:cubicBezTo>
                <a:lnTo>
                  <a:pt x="8381634" y="2569232"/>
                </a:lnTo>
                <a:lnTo>
                  <a:pt x="8386396" y="2554944"/>
                </a:lnTo>
                <a:lnTo>
                  <a:pt x="8381634" y="2516845"/>
                </a:lnTo>
                <a:lnTo>
                  <a:pt x="8386396" y="2514463"/>
                </a:lnTo>
                <a:lnTo>
                  <a:pt x="8386396" y="2509700"/>
                </a:lnTo>
                <a:lnTo>
                  <a:pt x="8381633" y="2507319"/>
                </a:lnTo>
                <a:lnTo>
                  <a:pt x="8386396" y="2478744"/>
                </a:lnTo>
                <a:lnTo>
                  <a:pt x="8386396" y="2454931"/>
                </a:lnTo>
                <a:lnTo>
                  <a:pt x="8393540" y="2445407"/>
                </a:lnTo>
                <a:lnTo>
                  <a:pt x="8448308" y="2502557"/>
                </a:lnTo>
                <a:lnTo>
                  <a:pt x="8455452" y="2495413"/>
                </a:lnTo>
                <a:lnTo>
                  <a:pt x="8467359" y="2495413"/>
                </a:lnTo>
                <a:cubicBezTo>
                  <a:pt x="8486408" y="2509701"/>
                  <a:pt x="8495933" y="2523988"/>
                  <a:pt x="8495933" y="2538276"/>
                </a:cubicBezTo>
                <a:lnTo>
                  <a:pt x="8481646" y="2552563"/>
                </a:lnTo>
                <a:lnTo>
                  <a:pt x="8493552" y="2552563"/>
                </a:lnTo>
                <a:lnTo>
                  <a:pt x="8507840" y="2547800"/>
                </a:lnTo>
                <a:lnTo>
                  <a:pt x="8507840" y="2516844"/>
                </a:lnTo>
                <a:lnTo>
                  <a:pt x="8505459" y="2507319"/>
                </a:lnTo>
                <a:lnTo>
                  <a:pt x="8507840" y="2485888"/>
                </a:lnTo>
                <a:lnTo>
                  <a:pt x="8507840" y="2440644"/>
                </a:lnTo>
                <a:lnTo>
                  <a:pt x="8512603" y="2438263"/>
                </a:lnTo>
                <a:lnTo>
                  <a:pt x="8512602" y="2433500"/>
                </a:lnTo>
                <a:lnTo>
                  <a:pt x="8507840" y="2433500"/>
                </a:lnTo>
                <a:cubicBezTo>
                  <a:pt x="8485615" y="2454138"/>
                  <a:pt x="8467359" y="2464457"/>
                  <a:pt x="8453071" y="2464456"/>
                </a:cubicBezTo>
                <a:lnTo>
                  <a:pt x="8441165" y="2464456"/>
                </a:lnTo>
                <a:cubicBezTo>
                  <a:pt x="8430052" y="2464457"/>
                  <a:pt x="8423702" y="2461282"/>
                  <a:pt x="8422115" y="2454931"/>
                </a:cubicBezTo>
                <a:cubicBezTo>
                  <a:pt x="8434815" y="2442232"/>
                  <a:pt x="8461009" y="2428738"/>
                  <a:pt x="8500696" y="2414451"/>
                </a:cubicBezTo>
                <a:lnTo>
                  <a:pt x="8505459" y="2407306"/>
                </a:lnTo>
                <a:cubicBezTo>
                  <a:pt x="8505459" y="2399369"/>
                  <a:pt x="8507840" y="2395401"/>
                  <a:pt x="8512602" y="2395400"/>
                </a:cubicBezTo>
                <a:close/>
                <a:moveTo>
                  <a:pt x="6446674" y="1197457"/>
                </a:moveTo>
                <a:lnTo>
                  <a:pt x="6396668" y="1214126"/>
                </a:lnTo>
                <a:cubicBezTo>
                  <a:pt x="6307767" y="1242701"/>
                  <a:pt x="6261730" y="1260164"/>
                  <a:pt x="6258555" y="1266514"/>
                </a:cubicBezTo>
                <a:lnTo>
                  <a:pt x="6258555" y="1273658"/>
                </a:lnTo>
                <a:lnTo>
                  <a:pt x="6260936" y="1276039"/>
                </a:lnTo>
                <a:lnTo>
                  <a:pt x="6327611" y="1254607"/>
                </a:lnTo>
                <a:lnTo>
                  <a:pt x="6329991" y="1254607"/>
                </a:lnTo>
                <a:cubicBezTo>
                  <a:pt x="6329992" y="1264133"/>
                  <a:pt x="6326817" y="1273657"/>
                  <a:pt x="6320467" y="1283183"/>
                </a:cubicBezTo>
                <a:cubicBezTo>
                  <a:pt x="6269668" y="1346683"/>
                  <a:pt x="6244267" y="1382401"/>
                  <a:pt x="6244267" y="1390339"/>
                </a:cubicBezTo>
                <a:cubicBezTo>
                  <a:pt x="6223631" y="1403039"/>
                  <a:pt x="6213311" y="1415739"/>
                  <a:pt x="6213312" y="1428439"/>
                </a:cubicBezTo>
                <a:lnTo>
                  <a:pt x="6213311" y="1433202"/>
                </a:lnTo>
                <a:lnTo>
                  <a:pt x="6220454" y="1445108"/>
                </a:lnTo>
                <a:lnTo>
                  <a:pt x="6258555" y="1440345"/>
                </a:lnTo>
                <a:lnTo>
                  <a:pt x="6296654" y="1440345"/>
                </a:lnTo>
                <a:cubicBezTo>
                  <a:pt x="6306179" y="1426058"/>
                  <a:pt x="6320467" y="1415739"/>
                  <a:pt x="6339517" y="1409389"/>
                </a:cubicBezTo>
                <a:lnTo>
                  <a:pt x="6329993" y="1464158"/>
                </a:lnTo>
                <a:lnTo>
                  <a:pt x="6329991" y="1514164"/>
                </a:lnTo>
                <a:cubicBezTo>
                  <a:pt x="6293479" y="1520514"/>
                  <a:pt x="6275223" y="1526863"/>
                  <a:pt x="6275224" y="1533214"/>
                </a:cubicBezTo>
                <a:lnTo>
                  <a:pt x="6275224" y="1547501"/>
                </a:lnTo>
                <a:lnTo>
                  <a:pt x="6284749" y="1561789"/>
                </a:lnTo>
                <a:lnTo>
                  <a:pt x="6327610" y="1554645"/>
                </a:lnTo>
                <a:lnTo>
                  <a:pt x="6320468" y="1592746"/>
                </a:lnTo>
                <a:lnTo>
                  <a:pt x="6322850" y="1623702"/>
                </a:lnTo>
                <a:lnTo>
                  <a:pt x="6322849" y="1626083"/>
                </a:lnTo>
                <a:lnTo>
                  <a:pt x="6299036" y="1626083"/>
                </a:lnTo>
                <a:lnTo>
                  <a:pt x="6220456" y="1645133"/>
                </a:lnTo>
                <a:cubicBezTo>
                  <a:pt x="6201404" y="1645133"/>
                  <a:pt x="6191880" y="1653864"/>
                  <a:pt x="6191880" y="1671326"/>
                </a:cubicBezTo>
                <a:lnTo>
                  <a:pt x="6220454" y="1683233"/>
                </a:lnTo>
                <a:cubicBezTo>
                  <a:pt x="6285541" y="1659420"/>
                  <a:pt x="6335550" y="1647515"/>
                  <a:pt x="6370473" y="1647514"/>
                </a:cubicBezTo>
                <a:lnTo>
                  <a:pt x="6375236" y="1647514"/>
                </a:lnTo>
                <a:lnTo>
                  <a:pt x="6377617" y="1652276"/>
                </a:lnTo>
                <a:cubicBezTo>
                  <a:pt x="6442705" y="1633226"/>
                  <a:pt x="6476043" y="1618145"/>
                  <a:pt x="6477629" y="1607032"/>
                </a:cubicBezTo>
                <a:lnTo>
                  <a:pt x="6470487" y="1599889"/>
                </a:lnTo>
                <a:lnTo>
                  <a:pt x="6468105" y="1599888"/>
                </a:lnTo>
                <a:lnTo>
                  <a:pt x="6420479" y="1609414"/>
                </a:lnTo>
                <a:lnTo>
                  <a:pt x="6415717" y="1609413"/>
                </a:lnTo>
                <a:lnTo>
                  <a:pt x="6420479" y="1537976"/>
                </a:lnTo>
                <a:lnTo>
                  <a:pt x="6451436" y="1514164"/>
                </a:lnTo>
                <a:cubicBezTo>
                  <a:pt x="6451436" y="1507814"/>
                  <a:pt x="6443499" y="1503845"/>
                  <a:pt x="6427624" y="1502258"/>
                </a:cubicBezTo>
                <a:cubicBezTo>
                  <a:pt x="6421274" y="1487970"/>
                  <a:pt x="6398255" y="1453839"/>
                  <a:pt x="6358568" y="1399864"/>
                </a:cubicBezTo>
                <a:lnTo>
                  <a:pt x="6422862" y="1383195"/>
                </a:lnTo>
                <a:lnTo>
                  <a:pt x="6422861" y="1390339"/>
                </a:lnTo>
                <a:cubicBezTo>
                  <a:pt x="6438737" y="1423677"/>
                  <a:pt x="6452230" y="1440345"/>
                  <a:pt x="6463342" y="1440345"/>
                </a:cubicBezTo>
                <a:lnTo>
                  <a:pt x="6477630" y="1437964"/>
                </a:lnTo>
                <a:cubicBezTo>
                  <a:pt x="6496680" y="1431614"/>
                  <a:pt x="6506204" y="1416532"/>
                  <a:pt x="6506205" y="1392720"/>
                </a:cubicBezTo>
                <a:cubicBezTo>
                  <a:pt x="6506204" y="1384782"/>
                  <a:pt x="6481598" y="1349064"/>
                  <a:pt x="6432386" y="1285564"/>
                </a:cubicBezTo>
                <a:cubicBezTo>
                  <a:pt x="6422861" y="1285563"/>
                  <a:pt x="6416512" y="1303026"/>
                  <a:pt x="6413336" y="1337951"/>
                </a:cubicBezTo>
                <a:lnTo>
                  <a:pt x="6415719" y="1352239"/>
                </a:lnTo>
                <a:cubicBezTo>
                  <a:pt x="6415718" y="1360177"/>
                  <a:pt x="6392699" y="1370495"/>
                  <a:pt x="6346661" y="1383196"/>
                </a:cubicBezTo>
                <a:lnTo>
                  <a:pt x="6346661" y="1378433"/>
                </a:lnTo>
                <a:lnTo>
                  <a:pt x="6382380" y="1335570"/>
                </a:lnTo>
                <a:lnTo>
                  <a:pt x="6382380" y="1330808"/>
                </a:lnTo>
                <a:cubicBezTo>
                  <a:pt x="6377616" y="1310170"/>
                  <a:pt x="6367298" y="1284770"/>
                  <a:pt x="6351424" y="1254607"/>
                </a:cubicBezTo>
                <a:lnTo>
                  <a:pt x="6351423" y="1245083"/>
                </a:lnTo>
                <a:cubicBezTo>
                  <a:pt x="6373649" y="1243495"/>
                  <a:pt x="6388729" y="1238732"/>
                  <a:pt x="6396667" y="1230795"/>
                </a:cubicBezTo>
                <a:cubicBezTo>
                  <a:pt x="6445880" y="1221270"/>
                  <a:pt x="6470487" y="1214920"/>
                  <a:pt x="6470486" y="1211745"/>
                </a:cubicBezTo>
                <a:close/>
                <a:moveTo>
                  <a:pt x="10492386" y="3477859"/>
                </a:moveTo>
                <a:cubicBezTo>
                  <a:pt x="10492386" y="3488971"/>
                  <a:pt x="10478098" y="3523896"/>
                  <a:pt x="10449524" y="3582634"/>
                </a:cubicBezTo>
                <a:lnTo>
                  <a:pt x="10411423" y="3580252"/>
                </a:lnTo>
                <a:lnTo>
                  <a:pt x="10409042" y="3580252"/>
                </a:lnTo>
                <a:cubicBezTo>
                  <a:pt x="10409042" y="3570727"/>
                  <a:pt x="10412216" y="3561202"/>
                  <a:pt x="10418567" y="3551677"/>
                </a:cubicBezTo>
                <a:cubicBezTo>
                  <a:pt x="10418567" y="3515165"/>
                  <a:pt x="10443174" y="3490559"/>
                  <a:pt x="10492386" y="3477859"/>
                </a:cubicBezTo>
                <a:close/>
                <a:moveTo>
                  <a:pt x="8753109" y="2447788"/>
                </a:moveTo>
                <a:cubicBezTo>
                  <a:pt x="8789621" y="2500175"/>
                  <a:pt x="8807877" y="2535894"/>
                  <a:pt x="8807877" y="2554944"/>
                </a:cubicBezTo>
                <a:lnTo>
                  <a:pt x="8741202" y="2645432"/>
                </a:lnTo>
                <a:cubicBezTo>
                  <a:pt x="8811053" y="2704169"/>
                  <a:pt x="8856296" y="2735919"/>
                  <a:pt x="8876934" y="2740682"/>
                </a:cubicBezTo>
                <a:lnTo>
                  <a:pt x="8884077" y="2750206"/>
                </a:lnTo>
                <a:lnTo>
                  <a:pt x="8884077" y="2762113"/>
                </a:lnTo>
                <a:cubicBezTo>
                  <a:pt x="8884077" y="2770051"/>
                  <a:pt x="8872965" y="2774813"/>
                  <a:pt x="8850740" y="2776400"/>
                </a:cubicBezTo>
                <a:lnTo>
                  <a:pt x="8800733" y="2776401"/>
                </a:lnTo>
                <a:cubicBezTo>
                  <a:pt x="8792796" y="2785925"/>
                  <a:pt x="8784858" y="2790688"/>
                  <a:pt x="8776921" y="2790688"/>
                </a:cubicBezTo>
                <a:cubicBezTo>
                  <a:pt x="8762633" y="2790688"/>
                  <a:pt x="8732471" y="2759732"/>
                  <a:pt x="8686434" y="2697819"/>
                </a:cubicBezTo>
                <a:lnTo>
                  <a:pt x="8681671" y="2697819"/>
                </a:lnTo>
                <a:cubicBezTo>
                  <a:pt x="8648333" y="2720044"/>
                  <a:pt x="8623727" y="2731157"/>
                  <a:pt x="8607852" y="2731156"/>
                </a:cubicBezTo>
                <a:lnTo>
                  <a:pt x="8593565" y="2731157"/>
                </a:lnTo>
                <a:cubicBezTo>
                  <a:pt x="8579277" y="2731157"/>
                  <a:pt x="8569752" y="2723219"/>
                  <a:pt x="8564990" y="2707344"/>
                </a:cubicBezTo>
                <a:cubicBezTo>
                  <a:pt x="8564989" y="2697819"/>
                  <a:pt x="8574515" y="2693057"/>
                  <a:pt x="8593565" y="2693057"/>
                </a:cubicBezTo>
                <a:lnTo>
                  <a:pt x="8593565" y="2697819"/>
                </a:lnTo>
                <a:cubicBezTo>
                  <a:pt x="8614202" y="2691469"/>
                  <a:pt x="8634046" y="2674007"/>
                  <a:pt x="8653096" y="2645432"/>
                </a:cubicBezTo>
                <a:lnTo>
                  <a:pt x="8653096" y="2640669"/>
                </a:lnTo>
                <a:cubicBezTo>
                  <a:pt x="8629284" y="2600981"/>
                  <a:pt x="8611821" y="2559707"/>
                  <a:pt x="8600708" y="2516844"/>
                </a:cubicBezTo>
                <a:lnTo>
                  <a:pt x="8600709" y="2514463"/>
                </a:lnTo>
                <a:lnTo>
                  <a:pt x="8605471" y="2509700"/>
                </a:lnTo>
                <a:lnTo>
                  <a:pt x="8605471" y="2507319"/>
                </a:lnTo>
                <a:cubicBezTo>
                  <a:pt x="8611821" y="2507319"/>
                  <a:pt x="8640396" y="2535100"/>
                  <a:pt x="8691196" y="2590663"/>
                </a:cubicBezTo>
                <a:cubicBezTo>
                  <a:pt x="8707071" y="2571613"/>
                  <a:pt x="8722946" y="2533513"/>
                  <a:pt x="8738821" y="2476363"/>
                </a:cubicBezTo>
                <a:lnTo>
                  <a:pt x="8738821" y="2471600"/>
                </a:lnTo>
                <a:cubicBezTo>
                  <a:pt x="8699133" y="2511288"/>
                  <a:pt x="8672940" y="2531131"/>
                  <a:pt x="8660240" y="2531132"/>
                </a:cubicBezTo>
                <a:lnTo>
                  <a:pt x="8657858" y="2531132"/>
                </a:lnTo>
                <a:cubicBezTo>
                  <a:pt x="8645158" y="2520019"/>
                  <a:pt x="8638808" y="2508113"/>
                  <a:pt x="8638808" y="2495413"/>
                </a:cubicBezTo>
                <a:cubicBezTo>
                  <a:pt x="8705484" y="2484300"/>
                  <a:pt x="8738821" y="2468425"/>
                  <a:pt x="8738821" y="2447788"/>
                </a:cubicBezTo>
                <a:close/>
                <a:moveTo>
                  <a:pt x="10216161" y="3270690"/>
                </a:moveTo>
                <a:lnTo>
                  <a:pt x="10204255" y="3270690"/>
                </a:lnTo>
                <a:lnTo>
                  <a:pt x="10201874" y="3275453"/>
                </a:lnTo>
                <a:cubicBezTo>
                  <a:pt x="10208224" y="3384990"/>
                  <a:pt x="10211398" y="3489765"/>
                  <a:pt x="10211398" y="3589777"/>
                </a:cubicBezTo>
                <a:lnTo>
                  <a:pt x="10211398" y="3618352"/>
                </a:lnTo>
                <a:lnTo>
                  <a:pt x="10209018" y="3642165"/>
                </a:lnTo>
                <a:lnTo>
                  <a:pt x="10211398" y="3656452"/>
                </a:lnTo>
                <a:lnTo>
                  <a:pt x="10211398" y="3704077"/>
                </a:lnTo>
                <a:lnTo>
                  <a:pt x="10209018" y="3706459"/>
                </a:lnTo>
                <a:lnTo>
                  <a:pt x="10154248" y="3746940"/>
                </a:lnTo>
                <a:lnTo>
                  <a:pt x="10204255" y="3777896"/>
                </a:lnTo>
                <a:cubicBezTo>
                  <a:pt x="10207430" y="3800121"/>
                  <a:pt x="10212192" y="3811234"/>
                  <a:pt x="10218542" y="3811234"/>
                </a:cubicBezTo>
                <a:lnTo>
                  <a:pt x="10223305" y="3811234"/>
                </a:lnTo>
                <a:cubicBezTo>
                  <a:pt x="10237592" y="3811234"/>
                  <a:pt x="10247911" y="3802502"/>
                  <a:pt x="10254261" y="3785040"/>
                </a:cubicBezTo>
                <a:cubicBezTo>
                  <a:pt x="10266961" y="3785040"/>
                  <a:pt x="10273311" y="3689790"/>
                  <a:pt x="10273311" y="3499290"/>
                </a:cubicBezTo>
                <a:cubicBezTo>
                  <a:pt x="10273310" y="3472302"/>
                  <a:pt x="10270930" y="3453252"/>
                  <a:pt x="10266167" y="3442140"/>
                </a:cubicBezTo>
                <a:lnTo>
                  <a:pt x="10268548" y="3439759"/>
                </a:lnTo>
                <a:lnTo>
                  <a:pt x="10268548" y="3413565"/>
                </a:lnTo>
                <a:lnTo>
                  <a:pt x="10273311" y="3342128"/>
                </a:lnTo>
                <a:cubicBezTo>
                  <a:pt x="10241561" y="3297678"/>
                  <a:pt x="10222511" y="3273865"/>
                  <a:pt x="10216161" y="3270690"/>
                </a:cubicBezTo>
                <a:close/>
                <a:moveTo>
                  <a:pt x="8472121" y="2257288"/>
                </a:moveTo>
                <a:cubicBezTo>
                  <a:pt x="8503871" y="2290625"/>
                  <a:pt x="8524508" y="2317612"/>
                  <a:pt x="8534034" y="2338250"/>
                </a:cubicBezTo>
                <a:lnTo>
                  <a:pt x="8534034" y="2357300"/>
                </a:lnTo>
                <a:cubicBezTo>
                  <a:pt x="8534034" y="2365238"/>
                  <a:pt x="8489584" y="2389844"/>
                  <a:pt x="8400684" y="2431119"/>
                </a:cubicBezTo>
                <a:lnTo>
                  <a:pt x="8393540" y="2423975"/>
                </a:lnTo>
                <a:cubicBezTo>
                  <a:pt x="8401477" y="2417625"/>
                  <a:pt x="8415765" y="2393019"/>
                  <a:pt x="8436402" y="2350157"/>
                </a:cubicBezTo>
                <a:cubicBezTo>
                  <a:pt x="8458628" y="2316819"/>
                  <a:pt x="8469740" y="2285863"/>
                  <a:pt x="8469740" y="2257288"/>
                </a:cubicBezTo>
                <a:close/>
                <a:moveTo>
                  <a:pt x="7168192" y="1502258"/>
                </a:moveTo>
                <a:cubicBezTo>
                  <a:pt x="7153904" y="1487970"/>
                  <a:pt x="7127712" y="1480826"/>
                  <a:pt x="7089612" y="1480826"/>
                </a:cubicBezTo>
                <a:cubicBezTo>
                  <a:pt x="7081673" y="1480826"/>
                  <a:pt x="7077705" y="1483207"/>
                  <a:pt x="7077704" y="1487970"/>
                </a:cubicBezTo>
                <a:lnTo>
                  <a:pt x="7077704" y="1492732"/>
                </a:lnTo>
                <a:lnTo>
                  <a:pt x="7130091" y="1535595"/>
                </a:lnTo>
                <a:cubicBezTo>
                  <a:pt x="7153905" y="1535595"/>
                  <a:pt x="7166605" y="1524482"/>
                  <a:pt x="7168192" y="1502258"/>
                </a:cubicBezTo>
                <a:close/>
                <a:moveTo>
                  <a:pt x="6639554" y="1176026"/>
                </a:moveTo>
                <a:cubicBezTo>
                  <a:pt x="6636380" y="1176026"/>
                  <a:pt x="6632411" y="1181582"/>
                  <a:pt x="6627649" y="1192695"/>
                </a:cubicBezTo>
                <a:cubicBezTo>
                  <a:pt x="6627649" y="1322870"/>
                  <a:pt x="6637968" y="1464158"/>
                  <a:pt x="6658605" y="1616557"/>
                </a:cubicBezTo>
                <a:cubicBezTo>
                  <a:pt x="6658605" y="1635607"/>
                  <a:pt x="6633999" y="1649102"/>
                  <a:pt x="6584786" y="1657039"/>
                </a:cubicBezTo>
                <a:lnTo>
                  <a:pt x="6644317" y="1683233"/>
                </a:lnTo>
                <a:cubicBezTo>
                  <a:pt x="6644317" y="1705457"/>
                  <a:pt x="6653048" y="1716570"/>
                  <a:pt x="6670511" y="1716570"/>
                </a:cubicBezTo>
                <a:lnTo>
                  <a:pt x="6682416" y="1716570"/>
                </a:lnTo>
                <a:cubicBezTo>
                  <a:pt x="6699880" y="1703871"/>
                  <a:pt x="6708611" y="1679264"/>
                  <a:pt x="6708611" y="1642752"/>
                </a:cubicBezTo>
                <a:lnTo>
                  <a:pt x="6706230" y="1478445"/>
                </a:lnTo>
                <a:lnTo>
                  <a:pt x="6708611" y="1421295"/>
                </a:lnTo>
                <a:lnTo>
                  <a:pt x="6701468" y="1328427"/>
                </a:lnTo>
                <a:lnTo>
                  <a:pt x="6706230" y="1254608"/>
                </a:lnTo>
                <a:cubicBezTo>
                  <a:pt x="6674481" y="1214920"/>
                  <a:pt x="6652255" y="1188726"/>
                  <a:pt x="6639554" y="1176026"/>
                </a:cubicBezTo>
                <a:close/>
                <a:moveTo>
                  <a:pt x="8645952" y="2307294"/>
                </a:moveTo>
                <a:cubicBezTo>
                  <a:pt x="8677702" y="2327932"/>
                  <a:pt x="8693577" y="2348569"/>
                  <a:pt x="8693577" y="2369206"/>
                </a:cubicBezTo>
                <a:cubicBezTo>
                  <a:pt x="8693577" y="2402544"/>
                  <a:pt x="8677703" y="2434294"/>
                  <a:pt x="8645953" y="2464457"/>
                </a:cubicBezTo>
                <a:lnTo>
                  <a:pt x="8605471" y="2471600"/>
                </a:lnTo>
                <a:lnTo>
                  <a:pt x="8600709" y="2462076"/>
                </a:lnTo>
                <a:cubicBezTo>
                  <a:pt x="8600709" y="2444613"/>
                  <a:pt x="8611821" y="2412069"/>
                  <a:pt x="8634046" y="2364444"/>
                </a:cubicBezTo>
                <a:lnTo>
                  <a:pt x="8638809" y="2338250"/>
                </a:lnTo>
                <a:lnTo>
                  <a:pt x="8634046" y="2312057"/>
                </a:lnTo>
                <a:close/>
                <a:moveTo>
                  <a:pt x="5264250" y="332335"/>
                </a:moveTo>
                <a:cubicBezTo>
                  <a:pt x="5314256" y="362398"/>
                  <a:pt x="5339260" y="385764"/>
                  <a:pt x="5339259" y="402433"/>
                </a:cubicBezTo>
                <a:cubicBezTo>
                  <a:pt x="5334497" y="453233"/>
                  <a:pt x="5328147" y="478632"/>
                  <a:pt x="5320210" y="478633"/>
                </a:cubicBezTo>
                <a:lnTo>
                  <a:pt x="5315447" y="478633"/>
                </a:lnTo>
                <a:cubicBezTo>
                  <a:pt x="5275760" y="435770"/>
                  <a:pt x="5244009" y="383383"/>
                  <a:pt x="5220197" y="321470"/>
                </a:cubicBezTo>
                <a:lnTo>
                  <a:pt x="5203528" y="302420"/>
                </a:lnTo>
                <a:lnTo>
                  <a:pt x="5205910" y="300039"/>
                </a:lnTo>
                <a:cubicBezTo>
                  <a:pt x="5228135" y="311548"/>
                  <a:pt x="5247581" y="322314"/>
                  <a:pt x="5264250" y="332335"/>
                </a:cubicBezTo>
                <a:close/>
                <a:moveTo>
                  <a:pt x="10468574" y="3315934"/>
                </a:moveTo>
                <a:lnTo>
                  <a:pt x="10463811" y="3315934"/>
                </a:lnTo>
                <a:lnTo>
                  <a:pt x="10463811" y="3334984"/>
                </a:lnTo>
                <a:lnTo>
                  <a:pt x="10428092" y="3454046"/>
                </a:lnTo>
                <a:cubicBezTo>
                  <a:pt x="10428092" y="3469921"/>
                  <a:pt x="10405867" y="3483415"/>
                  <a:pt x="10361418" y="3494528"/>
                </a:cubicBezTo>
                <a:lnTo>
                  <a:pt x="10361417" y="3492146"/>
                </a:lnTo>
                <a:lnTo>
                  <a:pt x="10351893" y="3499290"/>
                </a:lnTo>
                <a:lnTo>
                  <a:pt x="10351893" y="3506434"/>
                </a:lnTo>
                <a:cubicBezTo>
                  <a:pt x="10351893" y="3511196"/>
                  <a:pt x="10361417" y="3514371"/>
                  <a:pt x="10380468" y="3515959"/>
                </a:cubicBezTo>
                <a:lnTo>
                  <a:pt x="10409042" y="3508814"/>
                </a:lnTo>
                <a:lnTo>
                  <a:pt x="10411424" y="3508815"/>
                </a:lnTo>
                <a:lnTo>
                  <a:pt x="10394755" y="3573109"/>
                </a:lnTo>
                <a:cubicBezTo>
                  <a:pt x="10375705" y="3573109"/>
                  <a:pt x="10366180" y="3569140"/>
                  <a:pt x="10366180" y="3561202"/>
                </a:cubicBezTo>
                <a:lnTo>
                  <a:pt x="10361417" y="3561203"/>
                </a:lnTo>
                <a:lnTo>
                  <a:pt x="10359036" y="3565965"/>
                </a:lnTo>
                <a:cubicBezTo>
                  <a:pt x="10370148" y="3607240"/>
                  <a:pt x="10386817" y="3627877"/>
                  <a:pt x="10409042" y="3627877"/>
                </a:cubicBezTo>
                <a:lnTo>
                  <a:pt x="10409042" y="3635021"/>
                </a:lnTo>
                <a:cubicBezTo>
                  <a:pt x="10377292" y="3674709"/>
                  <a:pt x="10355861" y="3694553"/>
                  <a:pt x="10344748" y="3694553"/>
                </a:cubicBezTo>
                <a:lnTo>
                  <a:pt x="10337605" y="3687409"/>
                </a:lnTo>
                <a:cubicBezTo>
                  <a:pt x="10332842" y="3688996"/>
                  <a:pt x="10328079" y="3695346"/>
                  <a:pt x="10323317" y="3706459"/>
                </a:cubicBezTo>
                <a:lnTo>
                  <a:pt x="10330461" y="3715984"/>
                </a:lnTo>
                <a:cubicBezTo>
                  <a:pt x="10355861" y="3712809"/>
                  <a:pt x="10400311" y="3692171"/>
                  <a:pt x="10463811" y="3654071"/>
                </a:cubicBezTo>
                <a:lnTo>
                  <a:pt x="10549536" y="3677884"/>
                </a:lnTo>
                <a:lnTo>
                  <a:pt x="10561442" y="3677884"/>
                </a:lnTo>
                <a:cubicBezTo>
                  <a:pt x="10580492" y="3666771"/>
                  <a:pt x="10591605" y="3657246"/>
                  <a:pt x="10594780" y="3649309"/>
                </a:cubicBezTo>
                <a:lnTo>
                  <a:pt x="10594780" y="3642165"/>
                </a:lnTo>
                <a:cubicBezTo>
                  <a:pt x="10594779" y="3637402"/>
                  <a:pt x="10570967" y="3627084"/>
                  <a:pt x="10523342" y="3611209"/>
                </a:cubicBezTo>
                <a:lnTo>
                  <a:pt x="10520961" y="3604065"/>
                </a:lnTo>
                <a:cubicBezTo>
                  <a:pt x="10552711" y="3550090"/>
                  <a:pt x="10568585" y="3519927"/>
                  <a:pt x="10568586" y="3513578"/>
                </a:cubicBezTo>
                <a:lnTo>
                  <a:pt x="10568585" y="3508815"/>
                </a:lnTo>
                <a:lnTo>
                  <a:pt x="10530486" y="3468334"/>
                </a:lnTo>
                <a:lnTo>
                  <a:pt x="10530486" y="3463572"/>
                </a:lnTo>
                <a:cubicBezTo>
                  <a:pt x="10538423" y="3463571"/>
                  <a:pt x="10545567" y="3458015"/>
                  <a:pt x="10551917" y="3446902"/>
                </a:cubicBezTo>
                <a:lnTo>
                  <a:pt x="10551917" y="3439759"/>
                </a:lnTo>
                <a:lnTo>
                  <a:pt x="10549536" y="3434996"/>
                </a:lnTo>
                <a:lnTo>
                  <a:pt x="10482861" y="3454046"/>
                </a:lnTo>
                <a:lnTo>
                  <a:pt x="10478098" y="3454046"/>
                </a:lnTo>
                <a:cubicBezTo>
                  <a:pt x="10508261" y="3427059"/>
                  <a:pt x="10527311" y="3407215"/>
                  <a:pt x="10535248" y="3394515"/>
                </a:cubicBezTo>
                <a:lnTo>
                  <a:pt x="10535248" y="3375465"/>
                </a:lnTo>
                <a:cubicBezTo>
                  <a:pt x="10513024" y="3350065"/>
                  <a:pt x="10490798" y="3330221"/>
                  <a:pt x="10468574" y="3315934"/>
                </a:cubicBezTo>
                <a:close/>
                <a:moveTo>
                  <a:pt x="11075792" y="3661215"/>
                </a:moveTo>
                <a:lnTo>
                  <a:pt x="11035311" y="3677884"/>
                </a:lnTo>
                <a:lnTo>
                  <a:pt x="11042454" y="3682646"/>
                </a:lnTo>
                <a:cubicBezTo>
                  <a:pt x="11042455" y="3693759"/>
                  <a:pt x="11037692" y="3706458"/>
                  <a:pt x="11028167" y="3720746"/>
                </a:cubicBezTo>
                <a:cubicBezTo>
                  <a:pt x="11039280" y="3741384"/>
                  <a:pt x="11047217" y="3751702"/>
                  <a:pt x="11051979" y="3751702"/>
                </a:cubicBezTo>
                <a:lnTo>
                  <a:pt x="11056742" y="3751703"/>
                </a:lnTo>
                <a:lnTo>
                  <a:pt x="11075792" y="3749321"/>
                </a:lnTo>
                <a:lnTo>
                  <a:pt x="11082935" y="3751702"/>
                </a:lnTo>
                <a:lnTo>
                  <a:pt x="11085316" y="3751702"/>
                </a:lnTo>
                <a:lnTo>
                  <a:pt x="11090079" y="3749321"/>
                </a:lnTo>
                <a:cubicBezTo>
                  <a:pt x="11090080" y="3701696"/>
                  <a:pt x="11085317" y="3672327"/>
                  <a:pt x="11075792" y="3661215"/>
                </a:cubicBezTo>
                <a:close/>
                <a:moveTo>
                  <a:pt x="4910634" y="78582"/>
                </a:moveTo>
                <a:lnTo>
                  <a:pt x="4832054" y="180976"/>
                </a:lnTo>
                <a:lnTo>
                  <a:pt x="4824909" y="180976"/>
                </a:lnTo>
                <a:lnTo>
                  <a:pt x="4824910" y="190501"/>
                </a:lnTo>
                <a:lnTo>
                  <a:pt x="4896347" y="280989"/>
                </a:lnTo>
                <a:lnTo>
                  <a:pt x="4896347" y="283370"/>
                </a:lnTo>
                <a:lnTo>
                  <a:pt x="4886821" y="335758"/>
                </a:lnTo>
                <a:lnTo>
                  <a:pt x="4879678" y="340520"/>
                </a:lnTo>
                <a:lnTo>
                  <a:pt x="4879678" y="359570"/>
                </a:lnTo>
                <a:lnTo>
                  <a:pt x="4915397" y="364333"/>
                </a:lnTo>
                <a:lnTo>
                  <a:pt x="4922541" y="350045"/>
                </a:lnTo>
                <a:lnTo>
                  <a:pt x="4922541" y="345283"/>
                </a:lnTo>
                <a:cubicBezTo>
                  <a:pt x="4916191" y="261145"/>
                  <a:pt x="4896348" y="219076"/>
                  <a:pt x="4863010" y="219076"/>
                </a:cubicBezTo>
                <a:close/>
                <a:moveTo>
                  <a:pt x="6984836" y="1242701"/>
                </a:moveTo>
                <a:lnTo>
                  <a:pt x="6980074" y="1242702"/>
                </a:lnTo>
                <a:lnTo>
                  <a:pt x="6975311" y="1247464"/>
                </a:lnTo>
                <a:lnTo>
                  <a:pt x="6972930" y="1242701"/>
                </a:lnTo>
                <a:lnTo>
                  <a:pt x="6951499" y="1283183"/>
                </a:lnTo>
                <a:cubicBezTo>
                  <a:pt x="6846724" y="1326045"/>
                  <a:pt x="6794336" y="1349063"/>
                  <a:pt x="6794337" y="1352239"/>
                </a:cubicBezTo>
                <a:cubicBezTo>
                  <a:pt x="6794336" y="1357001"/>
                  <a:pt x="6814180" y="1361764"/>
                  <a:pt x="6853868" y="1366527"/>
                </a:cubicBezTo>
                <a:cubicBezTo>
                  <a:pt x="6888793" y="1339539"/>
                  <a:pt x="6917368" y="1321282"/>
                  <a:pt x="6939592" y="1311758"/>
                </a:cubicBezTo>
                <a:cubicBezTo>
                  <a:pt x="6939592" y="1321282"/>
                  <a:pt x="6921337" y="1360176"/>
                  <a:pt x="6884824" y="1428439"/>
                </a:cubicBezTo>
                <a:lnTo>
                  <a:pt x="6830055" y="1407007"/>
                </a:lnTo>
                <a:lnTo>
                  <a:pt x="6818149" y="1421296"/>
                </a:lnTo>
                <a:lnTo>
                  <a:pt x="6858629" y="1461776"/>
                </a:lnTo>
                <a:cubicBezTo>
                  <a:pt x="6855455" y="1498289"/>
                  <a:pt x="6832437" y="1541152"/>
                  <a:pt x="6789574" y="1590364"/>
                </a:cubicBezTo>
                <a:lnTo>
                  <a:pt x="6789574" y="1597508"/>
                </a:lnTo>
                <a:lnTo>
                  <a:pt x="6796718" y="1597508"/>
                </a:lnTo>
                <a:lnTo>
                  <a:pt x="6908636" y="1504639"/>
                </a:lnTo>
                <a:lnTo>
                  <a:pt x="6951498" y="1533213"/>
                </a:lnTo>
                <a:lnTo>
                  <a:pt x="6999123" y="1511782"/>
                </a:lnTo>
                <a:lnTo>
                  <a:pt x="6991980" y="1485589"/>
                </a:lnTo>
                <a:cubicBezTo>
                  <a:pt x="6968167" y="1474476"/>
                  <a:pt x="6956261" y="1466538"/>
                  <a:pt x="6956261" y="1461776"/>
                </a:cubicBezTo>
                <a:cubicBezTo>
                  <a:pt x="6976899" y="1434789"/>
                  <a:pt x="7011824" y="1400657"/>
                  <a:pt x="7061036" y="1359382"/>
                </a:cubicBezTo>
                <a:lnTo>
                  <a:pt x="7061036" y="1342714"/>
                </a:lnTo>
                <a:cubicBezTo>
                  <a:pt x="7045161" y="1296676"/>
                  <a:pt x="7019760" y="1263338"/>
                  <a:pt x="6984836" y="1242701"/>
                </a:cubicBezTo>
                <a:close/>
                <a:moveTo>
                  <a:pt x="8750727" y="2257288"/>
                </a:moveTo>
                <a:cubicBezTo>
                  <a:pt x="8772952" y="2273163"/>
                  <a:pt x="8784065" y="2289832"/>
                  <a:pt x="8784065" y="2307294"/>
                </a:cubicBezTo>
                <a:cubicBezTo>
                  <a:pt x="8771365" y="2327932"/>
                  <a:pt x="8765015" y="2354125"/>
                  <a:pt x="8765015" y="2385875"/>
                </a:cubicBezTo>
                <a:lnTo>
                  <a:pt x="8765015" y="2388257"/>
                </a:lnTo>
                <a:cubicBezTo>
                  <a:pt x="8765015" y="2397781"/>
                  <a:pt x="8784859" y="2410481"/>
                  <a:pt x="8824546" y="2426356"/>
                </a:cubicBezTo>
                <a:lnTo>
                  <a:pt x="8826927" y="2431119"/>
                </a:lnTo>
                <a:lnTo>
                  <a:pt x="8826927" y="2433500"/>
                </a:lnTo>
                <a:lnTo>
                  <a:pt x="8807877" y="2457313"/>
                </a:lnTo>
                <a:lnTo>
                  <a:pt x="8798352" y="2457313"/>
                </a:lnTo>
                <a:cubicBezTo>
                  <a:pt x="8760252" y="2457313"/>
                  <a:pt x="8736440" y="2428738"/>
                  <a:pt x="8726915" y="2371588"/>
                </a:cubicBezTo>
                <a:lnTo>
                  <a:pt x="8726915" y="2333488"/>
                </a:lnTo>
                <a:lnTo>
                  <a:pt x="8731677" y="2307294"/>
                </a:lnTo>
                <a:lnTo>
                  <a:pt x="8726915" y="2307294"/>
                </a:lnTo>
                <a:lnTo>
                  <a:pt x="8693577" y="2316819"/>
                </a:lnTo>
                <a:lnTo>
                  <a:pt x="8681671" y="2302532"/>
                </a:lnTo>
                <a:cubicBezTo>
                  <a:pt x="8681671" y="2297769"/>
                  <a:pt x="8699134" y="2287450"/>
                  <a:pt x="8734059" y="2271575"/>
                </a:cubicBezTo>
                <a:cubicBezTo>
                  <a:pt x="8735646" y="2266813"/>
                  <a:pt x="8741202" y="2262050"/>
                  <a:pt x="8750727" y="2257288"/>
                </a:cubicBezTo>
                <a:close/>
                <a:moveTo>
                  <a:pt x="11247838" y="3680265"/>
                </a:moveTo>
                <a:cubicBezTo>
                  <a:pt x="11238709" y="3677090"/>
                  <a:pt x="11225016" y="3673915"/>
                  <a:pt x="11206761" y="3670740"/>
                </a:cubicBezTo>
                <a:lnTo>
                  <a:pt x="11194855" y="3675502"/>
                </a:lnTo>
                <a:lnTo>
                  <a:pt x="11230573" y="3708840"/>
                </a:lnTo>
                <a:cubicBezTo>
                  <a:pt x="11244861" y="3708840"/>
                  <a:pt x="11255179" y="3703284"/>
                  <a:pt x="11261529" y="3692171"/>
                </a:cubicBezTo>
                <a:lnTo>
                  <a:pt x="11261530" y="3689790"/>
                </a:lnTo>
                <a:cubicBezTo>
                  <a:pt x="11261530" y="3686615"/>
                  <a:pt x="11256965" y="3683440"/>
                  <a:pt x="11247838" y="3680265"/>
                </a:cubicBezTo>
                <a:close/>
                <a:moveTo>
                  <a:pt x="11423454" y="3751702"/>
                </a:moveTo>
                <a:lnTo>
                  <a:pt x="11402023" y="3756465"/>
                </a:lnTo>
                <a:lnTo>
                  <a:pt x="11397261" y="3756465"/>
                </a:lnTo>
                <a:lnTo>
                  <a:pt x="11373448" y="3749321"/>
                </a:lnTo>
                <a:cubicBezTo>
                  <a:pt x="11365511" y="3749322"/>
                  <a:pt x="11358367" y="3759640"/>
                  <a:pt x="11352017" y="3780277"/>
                </a:cubicBezTo>
                <a:cubicBezTo>
                  <a:pt x="11269466" y="3780277"/>
                  <a:pt x="11206761" y="3752496"/>
                  <a:pt x="11163899" y="3696934"/>
                </a:cubicBezTo>
                <a:lnTo>
                  <a:pt x="11130561" y="3637403"/>
                </a:lnTo>
                <a:lnTo>
                  <a:pt x="11125798" y="3637402"/>
                </a:lnTo>
                <a:lnTo>
                  <a:pt x="11123417" y="3639784"/>
                </a:lnTo>
                <a:cubicBezTo>
                  <a:pt x="11123417" y="3674709"/>
                  <a:pt x="11132148" y="3706459"/>
                  <a:pt x="11149610" y="3735034"/>
                </a:cubicBezTo>
                <a:cubicBezTo>
                  <a:pt x="11206761" y="3790596"/>
                  <a:pt x="11257560" y="3818377"/>
                  <a:pt x="11302010" y="3818378"/>
                </a:cubicBezTo>
                <a:lnTo>
                  <a:pt x="11309154" y="3818377"/>
                </a:lnTo>
                <a:cubicBezTo>
                  <a:pt x="11386942" y="3815202"/>
                  <a:pt x="11425836" y="3795359"/>
                  <a:pt x="11425835" y="3758846"/>
                </a:cubicBezTo>
                <a:lnTo>
                  <a:pt x="11425836" y="3756465"/>
                </a:lnTo>
                <a:close/>
                <a:moveTo>
                  <a:pt x="11353803" y="3671336"/>
                </a:moveTo>
                <a:cubicBezTo>
                  <a:pt x="11343881" y="3666176"/>
                  <a:pt x="11328998" y="3660421"/>
                  <a:pt x="11309155" y="3654071"/>
                </a:cubicBezTo>
                <a:lnTo>
                  <a:pt x="11304392" y="3661215"/>
                </a:lnTo>
                <a:cubicBezTo>
                  <a:pt x="11323442" y="3686615"/>
                  <a:pt x="11338523" y="3699315"/>
                  <a:pt x="11349636" y="3699315"/>
                </a:cubicBezTo>
                <a:lnTo>
                  <a:pt x="11368685" y="3685027"/>
                </a:lnTo>
                <a:cubicBezTo>
                  <a:pt x="11368685" y="3681059"/>
                  <a:pt x="11363725" y="3676495"/>
                  <a:pt x="11353803" y="3671336"/>
                </a:cubicBezTo>
                <a:close/>
                <a:moveTo>
                  <a:pt x="10818617" y="3277833"/>
                </a:moveTo>
                <a:lnTo>
                  <a:pt x="10811473" y="3284977"/>
                </a:lnTo>
                <a:cubicBezTo>
                  <a:pt x="10811473" y="3305615"/>
                  <a:pt x="10798773" y="3319902"/>
                  <a:pt x="10773373" y="3327840"/>
                </a:cubicBezTo>
                <a:lnTo>
                  <a:pt x="10773373" y="3323078"/>
                </a:lnTo>
                <a:cubicBezTo>
                  <a:pt x="10744798" y="3335777"/>
                  <a:pt x="10693204" y="3352446"/>
                  <a:pt x="10618592" y="3373084"/>
                </a:cubicBezTo>
                <a:lnTo>
                  <a:pt x="10616210" y="3373084"/>
                </a:lnTo>
                <a:lnTo>
                  <a:pt x="10611448" y="3365940"/>
                </a:lnTo>
                <a:lnTo>
                  <a:pt x="10609067" y="3365940"/>
                </a:lnTo>
                <a:lnTo>
                  <a:pt x="10604305" y="3373084"/>
                </a:lnTo>
                <a:lnTo>
                  <a:pt x="10609067" y="3382609"/>
                </a:lnTo>
                <a:lnTo>
                  <a:pt x="10654310" y="3439759"/>
                </a:lnTo>
                <a:lnTo>
                  <a:pt x="10663835" y="3439759"/>
                </a:lnTo>
                <a:cubicBezTo>
                  <a:pt x="10705110" y="3400071"/>
                  <a:pt x="10744798" y="3365146"/>
                  <a:pt x="10782898" y="3334984"/>
                </a:cubicBezTo>
                <a:lnTo>
                  <a:pt x="10787660" y="3334984"/>
                </a:lnTo>
                <a:cubicBezTo>
                  <a:pt x="10787661" y="3344509"/>
                  <a:pt x="10781310" y="3352446"/>
                  <a:pt x="10768611" y="3358796"/>
                </a:cubicBezTo>
                <a:cubicBezTo>
                  <a:pt x="10728923" y="3434996"/>
                  <a:pt x="10704317" y="3479446"/>
                  <a:pt x="10694792" y="3492146"/>
                </a:cubicBezTo>
                <a:lnTo>
                  <a:pt x="10694792" y="3494528"/>
                </a:lnTo>
                <a:lnTo>
                  <a:pt x="10701936" y="3501671"/>
                </a:lnTo>
                <a:lnTo>
                  <a:pt x="10709080" y="3501671"/>
                </a:lnTo>
                <a:cubicBezTo>
                  <a:pt x="10723367" y="3501671"/>
                  <a:pt x="10742417" y="3491352"/>
                  <a:pt x="10766230" y="3470715"/>
                </a:cubicBezTo>
                <a:cubicBezTo>
                  <a:pt x="10770992" y="3470715"/>
                  <a:pt x="10775754" y="3482621"/>
                  <a:pt x="10780517" y="3506434"/>
                </a:cubicBezTo>
                <a:lnTo>
                  <a:pt x="10780517" y="3515958"/>
                </a:lnTo>
                <a:lnTo>
                  <a:pt x="10601924" y="3542153"/>
                </a:lnTo>
                <a:lnTo>
                  <a:pt x="10597161" y="3542153"/>
                </a:lnTo>
                <a:lnTo>
                  <a:pt x="10597161" y="3554059"/>
                </a:lnTo>
                <a:cubicBezTo>
                  <a:pt x="10603511" y="3568346"/>
                  <a:pt x="10617798" y="3580252"/>
                  <a:pt x="10640023" y="3589777"/>
                </a:cubicBezTo>
                <a:lnTo>
                  <a:pt x="10642404" y="3589777"/>
                </a:lnTo>
                <a:cubicBezTo>
                  <a:pt x="10653517" y="3578665"/>
                  <a:pt x="10699555" y="3566759"/>
                  <a:pt x="10780517" y="3554059"/>
                </a:cubicBezTo>
                <a:lnTo>
                  <a:pt x="10782898" y="3554059"/>
                </a:lnTo>
                <a:cubicBezTo>
                  <a:pt x="10782898" y="3627084"/>
                  <a:pt x="10770198" y="3673915"/>
                  <a:pt x="10744798" y="3694552"/>
                </a:cubicBezTo>
                <a:cubicBezTo>
                  <a:pt x="10744798" y="3710428"/>
                  <a:pt x="10728129" y="3723127"/>
                  <a:pt x="10694792" y="3732652"/>
                </a:cubicBezTo>
                <a:lnTo>
                  <a:pt x="10628117" y="3723127"/>
                </a:lnTo>
                <a:lnTo>
                  <a:pt x="10628117" y="3730271"/>
                </a:lnTo>
                <a:cubicBezTo>
                  <a:pt x="10656692" y="3749321"/>
                  <a:pt x="10678123" y="3758846"/>
                  <a:pt x="10692411" y="3758847"/>
                </a:cubicBezTo>
                <a:lnTo>
                  <a:pt x="10709080" y="3794565"/>
                </a:lnTo>
                <a:cubicBezTo>
                  <a:pt x="10728130" y="3810440"/>
                  <a:pt x="10747179" y="3818377"/>
                  <a:pt x="10766229" y="3818377"/>
                </a:cubicBezTo>
                <a:cubicBezTo>
                  <a:pt x="10770991" y="3818377"/>
                  <a:pt x="10778136" y="3811234"/>
                  <a:pt x="10787660" y="3796946"/>
                </a:cubicBezTo>
                <a:cubicBezTo>
                  <a:pt x="10833698" y="3739796"/>
                  <a:pt x="10856717" y="3675502"/>
                  <a:pt x="10856717" y="3604065"/>
                </a:cubicBezTo>
                <a:lnTo>
                  <a:pt x="10854336" y="3594540"/>
                </a:lnTo>
                <a:lnTo>
                  <a:pt x="10854336" y="3587396"/>
                </a:lnTo>
                <a:lnTo>
                  <a:pt x="10856717" y="3568346"/>
                </a:lnTo>
                <a:lnTo>
                  <a:pt x="10849573" y="3551678"/>
                </a:lnTo>
                <a:lnTo>
                  <a:pt x="10854336" y="3544534"/>
                </a:lnTo>
                <a:cubicBezTo>
                  <a:pt x="10898786" y="3536597"/>
                  <a:pt x="10921010" y="3527071"/>
                  <a:pt x="10921010" y="3515959"/>
                </a:cubicBezTo>
                <a:cubicBezTo>
                  <a:pt x="10919423" y="3512784"/>
                  <a:pt x="10902754" y="3505640"/>
                  <a:pt x="10871004" y="3494527"/>
                </a:cubicBezTo>
                <a:lnTo>
                  <a:pt x="10842429" y="3501671"/>
                </a:lnTo>
                <a:lnTo>
                  <a:pt x="10840048" y="3501671"/>
                </a:lnTo>
                <a:cubicBezTo>
                  <a:pt x="10813061" y="3471509"/>
                  <a:pt x="10795598" y="3456427"/>
                  <a:pt x="10787660" y="3456427"/>
                </a:cubicBezTo>
                <a:lnTo>
                  <a:pt x="10787660" y="3449284"/>
                </a:lnTo>
                <a:cubicBezTo>
                  <a:pt x="10805123" y="3427059"/>
                  <a:pt x="10818617" y="3415946"/>
                  <a:pt x="10828142" y="3415946"/>
                </a:cubicBezTo>
                <a:cubicBezTo>
                  <a:pt x="10859891" y="3396896"/>
                  <a:pt x="10875767" y="3380227"/>
                  <a:pt x="10875767" y="3365940"/>
                </a:cubicBezTo>
                <a:cubicBezTo>
                  <a:pt x="10875767" y="3358002"/>
                  <a:pt x="10856717" y="3328634"/>
                  <a:pt x="10818617" y="3277833"/>
                </a:cubicBezTo>
                <a:close/>
                <a:moveTo>
                  <a:pt x="9205546" y="2345394"/>
                </a:moveTo>
                <a:lnTo>
                  <a:pt x="9217452" y="2357300"/>
                </a:lnTo>
                <a:lnTo>
                  <a:pt x="9217452" y="2362063"/>
                </a:lnTo>
                <a:cubicBezTo>
                  <a:pt x="9217453" y="2377938"/>
                  <a:pt x="9161096" y="2399369"/>
                  <a:pt x="9048383" y="2426356"/>
                </a:cubicBezTo>
                <a:cubicBezTo>
                  <a:pt x="9034096" y="2421594"/>
                  <a:pt x="9016633" y="2406513"/>
                  <a:pt x="8995996" y="2381113"/>
                </a:cubicBezTo>
                <a:lnTo>
                  <a:pt x="8995996" y="2376350"/>
                </a:lnTo>
                <a:cubicBezTo>
                  <a:pt x="8995996" y="2371588"/>
                  <a:pt x="8999171" y="2369206"/>
                  <a:pt x="9005521" y="2369206"/>
                </a:cubicBezTo>
                <a:cubicBezTo>
                  <a:pt x="9034096" y="2369206"/>
                  <a:pt x="9080927" y="2361269"/>
                  <a:pt x="9146015" y="2345394"/>
                </a:cubicBezTo>
                <a:lnTo>
                  <a:pt x="9150777" y="2347776"/>
                </a:lnTo>
                <a:lnTo>
                  <a:pt x="9169827" y="2345394"/>
                </a:lnTo>
                <a:close/>
                <a:moveTo>
                  <a:pt x="11213904" y="3504052"/>
                </a:moveTo>
                <a:cubicBezTo>
                  <a:pt x="11210730" y="3529452"/>
                  <a:pt x="11194855" y="3554852"/>
                  <a:pt x="11166279" y="3580252"/>
                </a:cubicBezTo>
                <a:lnTo>
                  <a:pt x="11149610" y="3580252"/>
                </a:lnTo>
                <a:cubicBezTo>
                  <a:pt x="11149611" y="3570727"/>
                  <a:pt x="11140879" y="3552471"/>
                  <a:pt x="11123417" y="3525484"/>
                </a:cubicBezTo>
                <a:lnTo>
                  <a:pt x="11123417" y="3520721"/>
                </a:lnTo>
                <a:lnTo>
                  <a:pt x="11149611" y="3520721"/>
                </a:lnTo>
                <a:close/>
                <a:moveTo>
                  <a:pt x="7233082" y="1189124"/>
                </a:moveTo>
                <a:cubicBezTo>
                  <a:pt x="7216810" y="1181186"/>
                  <a:pt x="7199943" y="1175232"/>
                  <a:pt x="7182479" y="1171264"/>
                </a:cubicBezTo>
                <a:lnTo>
                  <a:pt x="7170573" y="1183170"/>
                </a:lnTo>
                <a:lnTo>
                  <a:pt x="7177717" y="1195077"/>
                </a:lnTo>
                <a:lnTo>
                  <a:pt x="7177718" y="1268895"/>
                </a:lnTo>
                <a:lnTo>
                  <a:pt x="7187243" y="1364145"/>
                </a:lnTo>
                <a:cubicBezTo>
                  <a:pt x="7180892" y="1370495"/>
                  <a:pt x="7149936" y="1379226"/>
                  <a:pt x="7094374" y="1390339"/>
                </a:cubicBezTo>
                <a:lnTo>
                  <a:pt x="7077704" y="1387958"/>
                </a:lnTo>
                <a:lnTo>
                  <a:pt x="7065798" y="1390338"/>
                </a:lnTo>
                <a:cubicBezTo>
                  <a:pt x="7065798" y="1404626"/>
                  <a:pt x="7069768" y="1413358"/>
                  <a:pt x="7077705" y="1416533"/>
                </a:cubicBezTo>
                <a:cubicBezTo>
                  <a:pt x="7125330" y="1399070"/>
                  <a:pt x="7160255" y="1390338"/>
                  <a:pt x="7182481" y="1390339"/>
                </a:cubicBezTo>
                <a:lnTo>
                  <a:pt x="7187242" y="1390339"/>
                </a:lnTo>
                <a:lnTo>
                  <a:pt x="7192004" y="1445107"/>
                </a:lnTo>
                <a:lnTo>
                  <a:pt x="7187242" y="1485588"/>
                </a:lnTo>
                <a:lnTo>
                  <a:pt x="7199149" y="1637989"/>
                </a:lnTo>
                <a:cubicBezTo>
                  <a:pt x="7199149" y="1645926"/>
                  <a:pt x="7192005" y="1653864"/>
                  <a:pt x="7177717" y="1661802"/>
                </a:cubicBezTo>
                <a:cubicBezTo>
                  <a:pt x="7177717" y="1672914"/>
                  <a:pt x="7184861" y="1691964"/>
                  <a:pt x="7199148" y="1718951"/>
                </a:cubicBezTo>
                <a:lnTo>
                  <a:pt x="7222961" y="1711808"/>
                </a:lnTo>
                <a:cubicBezTo>
                  <a:pt x="7262649" y="1656245"/>
                  <a:pt x="7282493" y="1611001"/>
                  <a:pt x="7282493" y="1576077"/>
                </a:cubicBezTo>
                <a:lnTo>
                  <a:pt x="7282494" y="1516546"/>
                </a:lnTo>
                <a:lnTo>
                  <a:pt x="7280111" y="1411770"/>
                </a:lnTo>
                <a:lnTo>
                  <a:pt x="7282493" y="1399864"/>
                </a:lnTo>
                <a:lnTo>
                  <a:pt x="7280112" y="1380814"/>
                </a:lnTo>
                <a:lnTo>
                  <a:pt x="7280111" y="1373670"/>
                </a:lnTo>
                <a:lnTo>
                  <a:pt x="7289637" y="1364145"/>
                </a:lnTo>
                <a:lnTo>
                  <a:pt x="7315830" y="1364145"/>
                </a:lnTo>
                <a:lnTo>
                  <a:pt x="7337261" y="1366526"/>
                </a:lnTo>
                <a:lnTo>
                  <a:pt x="7356311" y="1352239"/>
                </a:lnTo>
                <a:lnTo>
                  <a:pt x="7339641" y="1335570"/>
                </a:lnTo>
                <a:lnTo>
                  <a:pt x="7320593" y="1335571"/>
                </a:lnTo>
                <a:lnTo>
                  <a:pt x="7275348" y="1342713"/>
                </a:lnTo>
                <a:lnTo>
                  <a:pt x="7272967" y="1342714"/>
                </a:lnTo>
                <a:lnTo>
                  <a:pt x="7289636" y="1242701"/>
                </a:lnTo>
                <a:lnTo>
                  <a:pt x="7289636" y="1230795"/>
                </a:lnTo>
                <a:lnTo>
                  <a:pt x="7280110" y="1218888"/>
                </a:lnTo>
                <a:cubicBezTo>
                  <a:pt x="7265030" y="1206983"/>
                  <a:pt x="7249354" y="1197061"/>
                  <a:pt x="7233082" y="1189124"/>
                </a:cubicBezTo>
                <a:close/>
                <a:moveTo>
                  <a:pt x="5248772" y="11907"/>
                </a:moveTo>
                <a:lnTo>
                  <a:pt x="5270203" y="30957"/>
                </a:lnTo>
                <a:cubicBezTo>
                  <a:pt x="5133678" y="56357"/>
                  <a:pt x="5043984" y="80964"/>
                  <a:pt x="5001122" y="104776"/>
                </a:cubicBezTo>
                <a:lnTo>
                  <a:pt x="4993978" y="95251"/>
                </a:lnTo>
                <a:cubicBezTo>
                  <a:pt x="4993978" y="101601"/>
                  <a:pt x="4966197" y="134939"/>
                  <a:pt x="4910634" y="195264"/>
                </a:cubicBezTo>
                <a:lnTo>
                  <a:pt x="4908253" y="200026"/>
                </a:lnTo>
                <a:lnTo>
                  <a:pt x="4908253" y="204788"/>
                </a:lnTo>
                <a:cubicBezTo>
                  <a:pt x="4944766" y="254001"/>
                  <a:pt x="4963022" y="297658"/>
                  <a:pt x="4963022" y="335758"/>
                </a:cubicBezTo>
                <a:cubicBezTo>
                  <a:pt x="4961435" y="361157"/>
                  <a:pt x="4956672" y="380207"/>
                  <a:pt x="4948735" y="392908"/>
                </a:cubicBezTo>
                <a:lnTo>
                  <a:pt x="4953497" y="392907"/>
                </a:lnTo>
                <a:cubicBezTo>
                  <a:pt x="4999535" y="327820"/>
                  <a:pt x="5047159" y="277814"/>
                  <a:pt x="5096372" y="242889"/>
                </a:cubicBezTo>
                <a:lnTo>
                  <a:pt x="5105897" y="161926"/>
                </a:lnTo>
                <a:lnTo>
                  <a:pt x="5098754" y="161926"/>
                </a:lnTo>
                <a:cubicBezTo>
                  <a:pt x="5068591" y="173038"/>
                  <a:pt x="5031285" y="190501"/>
                  <a:pt x="4986835" y="214314"/>
                </a:cubicBezTo>
                <a:lnTo>
                  <a:pt x="4979691" y="214314"/>
                </a:lnTo>
                <a:lnTo>
                  <a:pt x="4960641" y="169070"/>
                </a:lnTo>
                <a:cubicBezTo>
                  <a:pt x="5105103" y="132558"/>
                  <a:pt x="5209085" y="110333"/>
                  <a:pt x="5272584" y="102395"/>
                </a:cubicBezTo>
                <a:lnTo>
                  <a:pt x="5279728" y="104777"/>
                </a:lnTo>
                <a:lnTo>
                  <a:pt x="5279729" y="111920"/>
                </a:lnTo>
                <a:cubicBezTo>
                  <a:pt x="5278141" y="119858"/>
                  <a:pt x="5228135" y="133351"/>
                  <a:pt x="5129709" y="152401"/>
                </a:cubicBezTo>
                <a:lnTo>
                  <a:pt x="5129709" y="159545"/>
                </a:lnTo>
                <a:cubicBezTo>
                  <a:pt x="5129710" y="167482"/>
                  <a:pt x="5140028" y="174626"/>
                  <a:pt x="5160666" y="180976"/>
                </a:cubicBezTo>
                <a:cubicBezTo>
                  <a:pt x="5181303" y="212727"/>
                  <a:pt x="5191622" y="249239"/>
                  <a:pt x="5191622" y="290514"/>
                </a:cubicBezTo>
                <a:lnTo>
                  <a:pt x="5196384" y="292895"/>
                </a:lnTo>
                <a:cubicBezTo>
                  <a:pt x="5183685" y="419895"/>
                  <a:pt x="5169397" y="484983"/>
                  <a:pt x="5153522" y="488158"/>
                </a:cubicBezTo>
                <a:lnTo>
                  <a:pt x="5113041" y="497683"/>
                </a:lnTo>
                <a:lnTo>
                  <a:pt x="5098753" y="481014"/>
                </a:lnTo>
                <a:lnTo>
                  <a:pt x="5098753" y="440533"/>
                </a:lnTo>
                <a:lnTo>
                  <a:pt x="5096372" y="302420"/>
                </a:lnTo>
                <a:lnTo>
                  <a:pt x="5098753" y="300039"/>
                </a:lnTo>
                <a:lnTo>
                  <a:pt x="5098754" y="292895"/>
                </a:lnTo>
                <a:lnTo>
                  <a:pt x="5096372" y="273845"/>
                </a:lnTo>
                <a:lnTo>
                  <a:pt x="5096372" y="271464"/>
                </a:lnTo>
                <a:lnTo>
                  <a:pt x="5098754" y="264320"/>
                </a:lnTo>
                <a:lnTo>
                  <a:pt x="5098753" y="261939"/>
                </a:lnTo>
                <a:lnTo>
                  <a:pt x="5089228" y="261939"/>
                </a:lnTo>
                <a:lnTo>
                  <a:pt x="5063035" y="330995"/>
                </a:lnTo>
                <a:lnTo>
                  <a:pt x="5067797" y="335757"/>
                </a:lnTo>
                <a:lnTo>
                  <a:pt x="5067797" y="340520"/>
                </a:lnTo>
                <a:cubicBezTo>
                  <a:pt x="5063035" y="367507"/>
                  <a:pt x="5045572" y="407989"/>
                  <a:pt x="5015410" y="461964"/>
                </a:cubicBezTo>
                <a:lnTo>
                  <a:pt x="4991597" y="469108"/>
                </a:lnTo>
                <a:cubicBezTo>
                  <a:pt x="4961435" y="450057"/>
                  <a:pt x="4939210" y="431007"/>
                  <a:pt x="4924922" y="411957"/>
                </a:cubicBezTo>
                <a:lnTo>
                  <a:pt x="4922541" y="414339"/>
                </a:lnTo>
                <a:lnTo>
                  <a:pt x="4877297" y="414339"/>
                </a:lnTo>
                <a:cubicBezTo>
                  <a:pt x="4877297" y="428626"/>
                  <a:pt x="4870947" y="447676"/>
                  <a:pt x="4858247" y="471489"/>
                </a:cubicBezTo>
                <a:cubicBezTo>
                  <a:pt x="4851897" y="525464"/>
                  <a:pt x="4834435" y="552451"/>
                  <a:pt x="4805860" y="552451"/>
                </a:cubicBezTo>
                <a:lnTo>
                  <a:pt x="4791572" y="542926"/>
                </a:lnTo>
                <a:lnTo>
                  <a:pt x="4798716" y="264320"/>
                </a:lnTo>
                <a:lnTo>
                  <a:pt x="4796335" y="228601"/>
                </a:lnTo>
                <a:lnTo>
                  <a:pt x="4810622" y="171451"/>
                </a:lnTo>
                <a:lnTo>
                  <a:pt x="4774903" y="130970"/>
                </a:lnTo>
                <a:cubicBezTo>
                  <a:pt x="4870153" y="86520"/>
                  <a:pt x="4917778" y="57945"/>
                  <a:pt x="4917779" y="45245"/>
                </a:cubicBezTo>
                <a:lnTo>
                  <a:pt x="4917778" y="35720"/>
                </a:lnTo>
                <a:cubicBezTo>
                  <a:pt x="4932066" y="35720"/>
                  <a:pt x="4957466" y="51595"/>
                  <a:pt x="4993978" y="83345"/>
                </a:cubicBezTo>
                <a:cubicBezTo>
                  <a:pt x="5049541" y="51595"/>
                  <a:pt x="5132091" y="27783"/>
                  <a:pt x="5241628" y="11907"/>
                </a:cubicBezTo>
                <a:lnTo>
                  <a:pt x="5241628" y="19051"/>
                </a:lnTo>
                <a:lnTo>
                  <a:pt x="5244010" y="11907"/>
                </a:lnTo>
                <a:close/>
                <a:moveTo>
                  <a:pt x="11268673" y="3451665"/>
                </a:moveTo>
                <a:lnTo>
                  <a:pt x="11304392" y="3527865"/>
                </a:lnTo>
                <a:lnTo>
                  <a:pt x="11302010" y="3539771"/>
                </a:lnTo>
                <a:lnTo>
                  <a:pt x="11237717" y="3475477"/>
                </a:lnTo>
                <a:lnTo>
                  <a:pt x="11235336" y="3475477"/>
                </a:lnTo>
                <a:lnTo>
                  <a:pt x="11230573" y="3480240"/>
                </a:lnTo>
                <a:cubicBezTo>
                  <a:pt x="11227398" y="3486590"/>
                  <a:pt x="11192473" y="3496909"/>
                  <a:pt x="11125798" y="3511196"/>
                </a:cubicBezTo>
                <a:lnTo>
                  <a:pt x="11123417" y="3511196"/>
                </a:lnTo>
                <a:lnTo>
                  <a:pt x="11125798" y="3487384"/>
                </a:lnTo>
                <a:close/>
                <a:moveTo>
                  <a:pt x="9267310" y="2264729"/>
                </a:moveTo>
                <a:cubicBezTo>
                  <a:pt x="9273957" y="2268103"/>
                  <a:pt x="9281746" y="2273163"/>
                  <a:pt x="9290676" y="2279910"/>
                </a:cubicBezTo>
                <a:cubicBezTo>
                  <a:pt x="9308535" y="2293404"/>
                  <a:pt x="9330959" y="2313644"/>
                  <a:pt x="9357946" y="2340632"/>
                </a:cubicBezTo>
                <a:lnTo>
                  <a:pt x="9360327" y="2357300"/>
                </a:lnTo>
                <a:lnTo>
                  <a:pt x="9353184" y="2388257"/>
                </a:lnTo>
                <a:lnTo>
                  <a:pt x="9376996" y="2388256"/>
                </a:lnTo>
                <a:cubicBezTo>
                  <a:pt x="9394459" y="2391432"/>
                  <a:pt x="9403984" y="2396194"/>
                  <a:pt x="9405571" y="2402544"/>
                </a:cubicBezTo>
                <a:lnTo>
                  <a:pt x="9405571" y="2409688"/>
                </a:lnTo>
                <a:cubicBezTo>
                  <a:pt x="9405571" y="2416038"/>
                  <a:pt x="9385727" y="2423975"/>
                  <a:pt x="9346040" y="2433500"/>
                </a:cubicBezTo>
                <a:lnTo>
                  <a:pt x="9338896" y="2514463"/>
                </a:lnTo>
                <a:cubicBezTo>
                  <a:pt x="9338896" y="2597013"/>
                  <a:pt x="9368265" y="2674006"/>
                  <a:pt x="9427002" y="2745444"/>
                </a:cubicBezTo>
                <a:lnTo>
                  <a:pt x="9479390" y="2793069"/>
                </a:lnTo>
                <a:lnTo>
                  <a:pt x="9479390" y="2802594"/>
                </a:lnTo>
                <a:cubicBezTo>
                  <a:pt x="9479390" y="2808944"/>
                  <a:pt x="9473834" y="2813706"/>
                  <a:pt x="9462721" y="2816882"/>
                </a:cubicBezTo>
                <a:cubicBezTo>
                  <a:pt x="9429384" y="2808944"/>
                  <a:pt x="9394459" y="2785132"/>
                  <a:pt x="9357946" y="2745444"/>
                </a:cubicBezTo>
                <a:cubicBezTo>
                  <a:pt x="9289684" y="2658132"/>
                  <a:pt x="9255552" y="2569231"/>
                  <a:pt x="9255552" y="2478744"/>
                </a:cubicBezTo>
                <a:lnTo>
                  <a:pt x="9250790" y="2464456"/>
                </a:lnTo>
                <a:lnTo>
                  <a:pt x="9243646" y="2464456"/>
                </a:lnTo>
                <a:lnTo>
                  <a:pt x="9100771" y="2490650"/>
                </a:lnTo>
                <a:cubicBezTo>
                  <a:pt x="9134109" y="2523988"/>
                  <a:pt x="9151571" y="2547007"/>
                  <a:pt x="9153158" y="2559706"/>
                </a:cubicBezTo>
                <a:lnTo>
                  <a:pt x="9169827" y="2557325"/>
                </a:lnTo>
                <a:cubicBezTo>
                  <a:pt x="9193640" y="2558913"/>
                  <a:pt x="9205546" y="2562881"/>
                  <a:pt x="9205546" y="2569231"/>
                </a:cubicBezTo>
                <a:lnTo>
                  <a:pt x="9205546" y="2573994"/>
                </a:lnTo>
                <a:cubicBezTo>
                  <a:pt x="9205546" y="2580344"/>
                  <a:pt x="9189671" y="2583519"/>
                  <a:pt x="9157921" y="2583519"/>
                </a:cubicBezTo>
                <a:lnTo>
                  <a:pt x="9150777" y="2624000"/>
                </a:lnTo>
                <a:lnTo>
                  <a:pt x="9157921" y="2624000"/>
                </a:lnTo>
                <a:lnTo>
                  <a:pt x="9217452" y="2604950"/>
                </a:lnTo>
                <a:lnTo>
                  <a:pt x="9226977" y="2621619"/>
                </a:lnTo>
                <a:lnTo>
                  <a:pt x="9226977" y="2628763"/>
                </a:lnTo>
                <a:lnTo>
                  <a:pt x="9153159" y="2683532"/>
                </a:lnTo>
                <a:lnTo>
                  <a:pt x="9107915" y="2731156"/>
                </a:lnTo>
                <a:lnTo>
                  <a:pt x="9093627" y="2721632"/>
                </a:lnTo>
                <a:cubicBezTo>
                  <a:pt x="9071402" y="2735919"/>
                  <a:pt x="9043621" y="2759732"/>
                  <a:pt x="9010284" y="2793069"/>
                </a:cubicBezTo>
                <a:lnTo>
                  <a:pt x="8976946" y="2793069"/>
                </a:lnTo>
                <a:cubicBezTo>
                  <a:pt x="8942021" y="2774019"/>
                  <a:pt x="8924559" y="2755763"/>
                  <a:pt x="8924558" y="2738300"/>
                </a:cubicBezTo>
                <a:lnTo>
                  <a:pt x="8991233" y="2702582"/>
                </a:lnTo>
                <a:lnTo>
                  <a:pt x="8988852" y="2683531"/>
                </a:lnTo>
                <a:lnTo>
                  <a:pt x="8988852" y="2569232"/>
                </a:lnTo>
                <a:lnTo>
                  <a:pt x="8984090" y="2550182"/>
                </a:lnTo>
                <a:lnTo>
                  <a:pt x="8988852" y="2545419"/>
                </a:lnTo>
                <a:lnTo>
                  <a:pt x="8991233" y="2545419"/>
                </a:lnTo>
                <a:cubicBezTo>
                  <a:pt x="9011871" y="2562881"/>
                  <a:pt x="9030921" y="2581138"/>
                  <a:pt x="9048384" y="2600188"/>
                </a:cubicBezTo>
                <a:lnTo>
                  <a:pt x="9041240" y="2676388"/>
                </a:lnTo>
                <a:lnTo>
                  <a:pt x="9057909" y="2669244"/>
                </a:lnTo>
                <a:cubicBezTo>
                  <a:pt x="9051559" y="2620032"/>
                  <a:pt x="9048383" y="2566850"/>
                  <a:pt x="9048383" y="2509700"/>
                </a:cubicBezTo>
                <a:lnTo>
                  <a:pt x="9043621" y="2504938"/>
                </a:lnTo>
                <a:lnTo>
                  <a:pt x="8976946" y="2521607"/>
                </a:lnTo>
                <a:cubicBezTo>
                  <a:pt x="8959483" y="2521606"/>
                  <a:pt x="8946784" y="2512875"/>
                  <a:pt x="8938846" y="2495413"/>
                </a:cubicBezTo>
                <a:cubicBezTo>
                  <a:pt x="8938846" y="2482713"/>
                  <a:pt x="9036477" y="2457313"/>
                  <a:pt x="9231740" y="2419213"/>
                </a:cubicBezTo>
                <a:cubicBezTo>
                  <a:pt x="9244440" y="2419213"/>
                  <a:pt x="9250790" y="2416038"/>
                  <a:pt x="9250790" y="2409688"/>
                </a:cubicBezTo>
                <a:lnTo>
                  <a:pt x="9255552" y="2321581"/>
                </a:lnTo>
                <a:lnTo>
                  <a:pt x="9250790" y="2302532"/>
                </a:lnTo>
                <a:lnTo>
                  <a:pt x="9255552" y="2297769"/>
                </a:lnTo>
                <a:lnTo>
                  <a:pt x="9250790" y="2278719"/>
                </a:lnTo>
                <a:lnTo>
                  <a:pt x="9250790" y="2259669"/>
                </a:lnTo>
                <a:cubicBezTo>
                  <a:pt x="9255155" y="2259669"/>
                  <a:pt x="9260662" y="2261356"/>
                  <a:pt x="9267310" y="2264729"/>
                </a:cubicBezTo>
                <a:close/>
                <a:moveTo>
                  <a:pt x="9410333" y="2314438"/>
                </a:moveTo>
                <a:cubicBezTo>
                  <a:pt x="9416683" y="2314438"/>
                  <a:pt x="9429384" y="2325550"/>
                  <a:pt x="9448433" y="2347775"/>
                </a:cubicBezTo>
                <a:lnTo>
                  <a:pt x="9448433" y="2357300"/>
                </a:lnTo>
                <a:lnTo>
                  <a:pt x="9434146" y="2369207"/>
                </a:lnTo>
                <a:lnTo>
                  <a:pt x="9424621" y="2369207"/>
                </a:lnTo>
                <a:cubicBezTo>
                  <a:pt x="9413509" y="2369207"/>
                  <a:pt x="9406365" y="2351744"/>
                  <a:pt x="9403190" y="2316819"/>
                </a:cubicBezTo>
                <a:lnTo>
                  <a:pt x="9405571" y="2314438"/>
                </a:lnTo>
                <a:close/>
                <a:moveTo>
                  <a:pt x="11237717" y="3263547"/>
                </a:moveTo>
                <a:lnTo>
                  <a:pt x="11235335" y="3263546"/>
                </a:lnTo>
                <a:lnTo>
                  <a:pt x="11230573" y="3268309"/>
                </a:lnTo>
                <a:cubicBezTo>
                  <a:pt x="11241686" y="3306409"/>
                  <a:pt x="11248830" y="3344509"/>
                  <a:pt x="11252004" y="3382608"/>
                </a:cubicBezTo>
                <a:lnTo>
                  <a:pt x="11092460" y="3406421"/>
                </a:lnTo>
                <a:lnTo>
                  <a:pt x="11092460" y="3413565"/>
                </a:lnTo>
                <a:lnTo>
                  <a:pt x="11097223" y="3418327"/>
                </a:lnTo>
                <a:cubicBezTo>
                  <a:pt x="11132148" y="3418327"/>
                  <a:pt x="11183741" y="3411977"/>
                  <a:pt x="11252004" y="3399277"/>
                </a:cubicBezTo>
                <a:cubicBezTo>
                  <a:pt x="11255179" y="3405628"/>
                  <a:pt x="11260736" y="3420709"/>
                  <a:pt x="11268673" y="3444521"/>
                </a:cubicBezTo>
                <a:lnTo>
                  <a:pt x="11235336" y="3437377"/>
                </a:lnTo>
                <a:lnTo>
                  <a:pt x="11123417" y="3463571"/>
                </a:lnTo>
                <a:cubicBezTo>
                  <a:pt x="11123417" y="3446109"/>
                  <a:pt x="11088492" y="3423884"/>
                  <a:pt x="11018642" y="3396896"/>
                </a:cubicBezTo>
                <a:lnTo>
                  <a:pt x="11016261" y="3396896"/>
                </a:lnTo>
                <a:lnTo>
                  <a:pt x="11011498" y="3399277"/>
                </a:lnTo>
                <a:lnTo>
                  <a:pt x="11018642" y="3449284"/>
                </a:lnTo>
                <a:lnTo>
                  <a:pt x="11018642" y="3496909"/>
                </a:lnTo>
                <a:lnTo>
                  <a:pt x="11011498" y="3532627"/>
                </a:lnTo>
                <a:cubicBezTo>
                  <a:pt x="10995624" y="3573903"/>
                  <a:pt x="10982129" y="3594540"/>
                  <a:pt x="10971017" y="3594540"/>
                </a:cubicBezTo>
                <a:cubicBezTo>
                  <a:pt x="10971017" y="3612003"/>
                  <a:pt x="10978161" y="3628671"/>
                  <a:pt x="10992448" y="3644546"/>
                </a:cubicBezTo>
                <a:lnTo>
                  <a:pt x="11004355" y="3639784"/>
                </a:lnTo>
                <a:lnTo>
                  <a:pt x="11025786" y="3644546"/>
                </a:lnTo>
                <a:lnTo>
                  <a:pt x="11028167" y="3644546"/>
                </a:lnTo>
                <a:cubicBezTo>
                  <a:pt x="11077379" y="3612796"/>
                  <a:pt x="11101985" y="3585015"/>
                  <a:pt x="11101986" y="3561202"/>
                </a:cubicBezTo>
                <a:lnTo>
                  <a:pt x="11106748" y="3561202"/>
                </a:lnTo>
                <a:cubicBezTo>
                  <a:pt x="11119448" y="3599302"/>
                  <a:pt x="11129767" y="3618352"/>
                  <a:pt x="11137704" y="3618352"/>
                </a:cubicBezTo>
                <a:lnTo>
                  <a:pt x="11147230" y="3608827"/>
                </a:lnTo>
                <a:lnTo>
                  <a:pt x="11163898" y="3618353"/>
                </a:lnTo>
                <a:cubicBezTo>
                  <a:pt x="11165486" y="3605653"/>
                  <a:pt x="11168660" y="3599302"/>
                  <a:pt x="11173423" y="3599303"/>
                </a:cubicBezTo>
                <a:lnTo>
                  <a:pt x="11213904" y="3599302"/>
                </a:lnTo>
                <a:cubicBezTo>
                  <a:pt x="11228192" y="3599302"/>
                  <a:pt x="11244067" y="3594540"/>
                  <a:pt x="11261529" y="3585015"/>
                </a:cubicBezTo>
                <a:lnTo>
                  <a:pt x="11263910" y="3585015"/>
                </a:lnTo>
                <a:lnTo>
                  <a:pt x="11254385" y="3599302"/>
                </a:lnTo>
                <a:lnTo>
                  <a:pt x="11261530" y="3599302"/>
                </a:lnTo>
                <a:lnTo>
                  <a:pt x="11263911" y="3601684"/>
                </a:lnTo>
                <a:lnTo>
                  <a:pt x="11275817" y="3601684"/>
                </a:lnTo>
                <a:lnTo>
                  <a:pt x="11342492" y="3587396"/>
                </a:lnTo>
                <a:cubicBezTo>
                  <a:pt x="11375829" y="3627084"/>
                  <a:pt x="11405198" y="3649309"/>
                  <a:pt x="11430598" y="3654071"/>
                </a:cubicBezTo>
                <a:lnTo>
                  <a:pt x="11449648" y="3651690"/>
                </a:lnTo>
                <a:lnTo>
                  <a:pt x="11449648" y="3644546"/>
                </a:lnTo>
                <a:cubicBezTo>
                  <a:pt x="11395673" y="3598509"/>
                  <a:pt x="11367892" y="3568346"/>
                  <a:pt x="11366305" y="3554059"/>
                </a:cubicBezTo>
                <a:cubicBezTo>
                  <a:pt x="11393292" y="3531834"/>
                  <a:pt x="11406785" y="3512784"/>
                  <a:pt x="11406786" y="3496909"/>
                </a:cubicBezTo>
                <a:lnTo>
                  <a:pt x="11406786" y="3494527"/>
                </a:lnTo>
                <a:cubicBezTo>
                  <a:pt x="11392498" y="3473890"/>
                  <a:pt x="11371861" y="3459602"/>
                  <a:pt x="11344873" y="3451665"/>
                </a:cubicBezTo>
                <a:cubicBezTo>
                  <a:pt x="11336936" y="3451665"/>
                  <a:pt x="11332967" y="3459603"/>
                  <a:pt x="11332967" y="3475477"/>
                </a:cubicBezTo>
                <a:lnTo>
                  <a:pt x="11325823" y="3475477"/>
                </a:lnTo>
                <a:lnTo>
                  <a:pt x="11316298" y="3404040"/>
                </a:lnTo>
                <a:lnTo>
                  <a:pt x="11318679" y="3389752"/>
                </a:lnTo>
                <a:cubicBezTo>
                  <a:pt x="11347254" y="3388165"/>
                  <a:pt x="11361542" y="3383402"/>
                  <a:pt x="11361542" y="3375465"/>
                </a:cubicBezTo>
                <a:cubicBezTo>
                  <a:pt x="11361542" y="3369115"/>
                  <a:pt x="11346461" y="3365940"/>
                  <a:pt x="11316298" y="3365940"/>
                </a:cubicBezTo>
                <a:lnTo>
                  <a:pt x="11318679" y="3346890"/>
                </a:lnTo>
                <a:lnTo>
                  <a:pt x="11318680" y="3337365"/>
                </a:lnTo>
                <a:cubicBezTo>
                  <a:pt x="11318679" y="3313552"/>
                  <a:pt x="11291692" y="3288946"/>
                  <a:pt x="11237717" y="3263547"/>
                </a:cubicBezTo>
                <a:close/>
                <a:moveTo>
                  <a:pt x="5689898" y="26791"/>
                </a:moveTo>
                <a:cubicBezTo>
                  <a:pt x="5707758" y="35919"/>
                  <a:pt x="5725815" y="49214"/>
                  <a:pt x="5744072" y="66676"/>
                </a:cubicBezTo>
                <a:lnTo>
                  <a:pt x="5744072" y="73820"/>
                </a:lnTo>
                <a:cubicBezTo>
                  <a:pt x="5732960" y="88108"/>
                  <a:pt x="5725022" y="95251"/>
                  <a:pt x="5720259" y="95252"/>
                </a:cubicBezTo>
                <a:lnTo>
                  <a:pt x="5720260" y="102395"/>
                </a:lnTo>
                <a:cubicBezTo>
                  <a:pt x="5759947" y="107158"/>
                  <a:pt x="5778997" y="114301"/>
                  <a:pt x="5777410" y="123827"/>
                </a:cubicBezTo>
                <a:cubicBezTo>
                  <a:pt x="5642472" y="168276"/>
                  <a:pt x="5567860" y="190501"/>
                  <a:pt x="5553572" y="190501"/>
                </a:cubicBezTo>
                <a:lnTo>
                  <a:pt x="5551191" y="233364"/>
                </a:lnTo>
                <a:lnTo>
                  <a:pt x="5534522" y="290514"/>
                </a:lnTo>
                <a:cubicBezTo>
                  <a:pt x="5553572" y="301626"/>
                  <a:pt x="5579766" y="320676"/>
                  <a:pt x="5613103" y="347664"/>
                </a:cubicBezTo>
                <a:cubicBezTo>
                  <a:pt x="5619453" y="346076"/>
                  <a:pt x="5636916" y="319089"/>
                  <a:pt x="5665491" y="266701"/>
                </a:cubicBezTo>
                <a:lnTo>
                  <a:pt x="5698829" y="235745"/>
                </a:lnTo>
                <a:cubicBezTo>
                  <a:pt x="5679778" y="227808"/>
                  <a:pt x="5667872" y="217489"/>
                  <a:pt x="5663110" y="204789"/>
                </a:cubicBezTo>
                <a:lnTo>
                  <a:pt x="5667872" y="202407"/>
                </a:lnTo>
                <a:lnTo>
                  <a:pt x="5677397" y="204789"/>
                </a:lnTo>
                <a:lnTo>
                  <a:pt x="5751215" y="202408"/>
                </a:lnTo>
                <a:cubicBezTo>
                  <a:pt x="5768678" y="202408"/>
                  <a:pt x="5790903" y="212726"/>
                  <a:pt x="5817891" y="233364"/>
                </a:cubicBezTo>
                <a:lnTo>
                  <a:pt x="5817890" y="235745"/>
                </a:lnTo>
                <a:cubicBezTo>
                  <a:pt x="5816303" y="245270"/>
                  <a:pt x="5800428" y="253208"/>
                  <a:pt x="5770266" y="259558"/>
                </a:cubicBezTo>
                <a:lnTo>
                  <a:pt x="5770266" y="254795"/>
                </a:lnTo>
                <a:lnTo>
                  <a:pt x="5765503" y="259558"/>
                </a:lnTo>
                <a:lnTo>
                  <a:pt x="5763122" y="259558"/>
                </a:lnTo>
                <a:lnTo>
                  <a:pt x="5720260" y="250033"/>
                </a:lnTo>
                <a:cubicBezTo>
                  <a:pt x="5704385" y="248445"/>
                  <a:pt x="5689304" y="280195"/>
                  <a:pt x="5675016" y="345283"/>
                </a:cubicBezTo>
                <a:cubicBezTo>
                  <a:pt x="5668666" y="353220"/>
                  <a:pt x="5664697" y="362745"/>
                  <a:pt x="5663109" y="373857"/>
                </a:cubicBezTo>
                <a:cubicBezTo>
                  <a:pt x="5767884" y="445295"/>
                  <a:pt x="5859166" y="496889"/>
                  <a:pt x="5936953" y="528639"/>
                </a:cubicBezTo>
                <a:lnTo>
                  <a:pt x="5936954" y="533401"/>
                </a:lnTo>
                <a:cubicBezTo>
                  <a:pt x="5936953" y="538164"/>
                  <a:pt x="5899647" y="550070"/>
                  <a:pt x="5825035" y="569120"/>
                </a:cubicBezTo>
                <a:lnTo>
                  <a:pt x="5798841" y="569120"/>
                </a:lnTo>
                <a:cubicBezTo>
                  <a:pt x="5786141" y="554833"/>
                  <a:pt x="5765503" y="539751"/>
                  <a:pt x="5736928" y="523876"/>
                </a:cubicBezTo>
                <a:lnTo>
                  <a:pt x="5639297" y="435770"/>
                </a:lnTo>
                <a:cubicBezTo>
                  <a:pt x="5578972" y="500857"/>
                  <a:pt x="5532934" y="532607"/>
                  <a:pt x="5501184" y="531020"/>
                </a:cubicBezTo>
                <a:lnTo>
                  <a:pt x="5501185" y="528639"/>
                </a:lnTo>
                <a:lnTo>
                  <a:pt x="5470228" y="533401"/>
                </a:lnTo>
                <a:cubicBezTo>
                  <a:pt x="5417841" y="530226"/>
                  <a:pt x="5391647" y="524670"/>
                  <a:pt x="5391647" y="516733"/>
                </a:cubicBezTo>
                <a:cubicBezTo>
                  <a:pt x="5393234" y="511970"/>
                  <a:pt x="5409110" y="509589"/>
                  <a:pt x="5439272" y="509589"/>
                </a:cubicBezTo>
                <a:cubicBezTo>
                  <a:pt x="5493247" y="490539"/>
                  <a:pt x="5544841" y="450851"/>
                  <a:pt x="5594053" y="390526"/>
                </a:cubicBezTo>
                <a:lnTo>
                  <a:pt x="5594053" y="388145"/>
                </a:lnTo>
                <a:lnTo>
                  <a:pt x="5539285" y="321470"/>
                </a:lnTo>
                <a:lnTo>
                  <a:pt x="5532141" y="321470"/>
                </a:lnTo>
                <a:cubicBezTo>
                  <a:pt x="5519441" y="369095"/>
                  <a:pt x="5501978" y="392114"/>
                  <a:pt x="5479753" y="390527"/>
                </a:cubicBezTo>
                <a:cubicBezTo>
                  <a:pt x="5443241" y="382589"/>
                  <a:pt x="5425779" y="368301"/>
                  <a:pt x="5427366" y="347664"/>
                </a:cubicBezTo>
                <a:cubicBezTo>
                  <a:pt x="5438478" y="306389"/>
                  <a:pt x="5451972" y="286545"/>
                  <a:pt x="5467847" y="288133"/>
                </a:cubicBezTo>
                <a:cubicBezTo>
                  <a:pt x="5496422" y="259558"/>
                  <a:pt x="5522616" y="228601"/>
                  <a:pt x="5546428" y="195264"/>
                </a:cubicBezTo>
                <a:lnTo>
                  <a:pt x="5539285" y="192882"/>
                </a:lnTo>
                <a:lnTo>
                  <a:pt x="5515472" y="200027"/>
                </a:lnTo>
                <a:cubicBezTo>
                  <a:pt x="5507534" y="200026"/>
                  <a:pt x="5501978" y="188120"/>
                  <a:pt x="5498804" y="164308"/>
                </a:cubicBezTo>
                <a:lnTo>
                  <a:pt x="5498803" y="150020"/>
                </a:lnTo>
                <a:cubicBezTo>
                  <a:pt x="5498804" y="148432"/>
                  <a:pt x="5521822" y="143670"/>
                  <a:pt x="5567859" y="135732"/>
                </a:cubicBezTo>
                <a:cubicBezTo>
                  <a:pt x="5620247" y="116683"/>
                  <a:pt x="5668666" y="103982"/>
                  <a:pt x="5713116" y="97633"/>
                </a:cubicBezTo>
                <a:lnTo>
                  <a:pt x="5713116" y="95252"/>
                </a:lnTo>
                <a:lnTo>
                  <a:pt x="5636916" y="83345"/>
                </a:lnTo>
                <a:lnTo>
                  <a:pt x="5636915" y="73820"/>
                </a:lnTo>
                <a:cubicBezTo>
                  <a:pt x="5636916" y="69058"/>
                  <a:pt x="5640884" y="67470"/>
                  <a:pt x="5648822" y="69058"/>
                </a:cubicBezTo>
                <a:lnTo>
                  <a:pt x="5653585" y="64295"/>
                </a:lnTo>
                <a:lnTo>
                  <a:pt x="5653584" y="61914"/>
                </a:lnTo>
                <a:lnTo>
                  <a:pt x="5610722" y="9526"/>
                </a:lnTo>
                <a:lnTo>
                  <a:pt x="5613103" y="7145"/>
                </a:lnTo>
                <a:lnTo>
                  <a:pt x="5617866" y="9527"/>
                </a:lnTo>
                <a:lnTo>
                  <a:pt x="5636916" y="11908"/>
                </a:lnTo>
                <a:cubicBezTo>
                  <a:pt x="5654378" y="12701"/>
                  <a:pt x="5672039" y="17662"/>
                  <a:pt x="5689898" y="26791"/>
                </a:cubicBezTo>
                <a:close/>
                <a:moveTo>
                  <a:pt x="11392498" y="3315934"/>
                </a:moveTo>
                <a:lnTo>
                  <a:pt x="11385354" y="3323077"/>
                </a:lnTo>
                <a:lnTo>
                  <a:pt x="11392498" y="3330221"/>
                </a:lnTo>
                <a:lnTo>
                  <a:pt x="11390117" y="3346890"/>
                </a:lnTo>
                <a:lnTo>
                  <a:pt x="11409167" y="3361177"/>
                </a:lnTo>
                <a:lnTo>
                  <a:pt x="11413930" y="3361177"/>
                </a:lnTo>
                <a:lnTo>
                  <a:pt x="11430598" y="3351653"/>
                </a:lnTo>
                <a:cubicBezTo>
                  <a:pt x="11430598" y="3342127"/>
                  <a:pt x="11417898" y="3330221"/>
                  <a:pt x="11392498" y="3315934"/>
                </a:cubicBezTo>
                <a:close/>
                <a:moveTo>
                  <a:pt x="7951624" y="1279611"/>
                </a:moveTo>
                <a:cubicBezTo>
                  <a:pt x="7946067" y="1275642"/>
                  <a:pt x="7938129" y="1271276"/>
                  <a:pt x="7927812" y="1266515"/>
                </a:cubicBezTo>
                <a:lnTo>
                  <a:pt x="7742074" y="1290327"/>
                </a:lnTo>
                <a:lnTo>
                  <a:pt x="7742075" y="1280802"/>
                </a:lnTo>
                <a:lnTo>
                  <a:pt x="7756362" y="1278420"/>
                </a:lnTo>
                <a:cubicBezTo>
                  <a:pt x="7723023" y="1206983"/>
                  <a:pt x="7687306" y="1171265"/>
                  <a:pt x="7649205" y="1171264"/>
                </a:cubicBezTo>
                <a:lnTo>
                  <a:pt x="7646823" y="1171264"/>
                </a:lnTo>
                <a:lnTo>
                  <a:pt x="7642061" y="1173645"/>
                </a:lnTo>
                <a:cubicBezTo>
                  <a:pt x="7645237" y="1184758"/>
                  <a:pt x="7649205" y="1190314"/>
                  <a:pt x="7653967" y="1190314"/>
                </a:cubicBezTo>
                <a:lnTo>
                  <a:pt x="7682542" y="1235557"/>
                </a:lnTo>
                <a:cubicBezTo>
                  <a:pt x="7684130" y="1265720"/>
                  <a:pt x="7691274" y="1280802"/>
                  <a:pt x="7703974" y="1280802"/>
                </a:cubicBezTo>
                <a:lnTo>
                  <a:pt x="7703975" y="1295090"/>
                </a:lnTo>
                <a:lnTo>
                  <a:pt x="7546811" y="1326045"/>
                </a:lnTo>
                <a:cubicBezTo>
                  <a:pt x="7475374" y="1337158"/>
                  <a:pt x="7439655" y="1345095"/>
                  <a:pt x="7439655" y="1349858"/>
                </a:cubicBezTo>
                <a:lnTo>
                  <a:pt x="7439654" y="1359382"/>
                </a:lnTo>
                <a:cubicBezTo>
                  <a:pt x="7458705" y="1372082"/>
                  <a:pt x="7472992" y="1378433"/>
                  <a:pt x="7482517" y="1378433"/>
                </a:cubicBezTo>
                <a:lnTo>
                  <a:pt x="7492042" y="1378433"/>
                </a:lnTo>
                <a:cubicBezTo>
                  <a:pt x="7492043" y="1365733"/>
                  <a:pt x="7553162" y="1348270"/>
                  <a:pt x="7675399" y="1326045"/>
                </a:cubicBezTo>
                <a:lnTo>
                  <a:pt x="7677781" y="1326046"/>
                </a:lnTo>
                <a:lnTo>
                  <a:pt x="7663492" y="1342714"/>
                </a:lnTo>
                <a:lnTo>
                  <a:pt x="7582530" y="1459395"/>
                </a:lnTo>
                <a:cubicBezTo>
                  <a:pt x="7476168" y="1556233"/>
                  <a:pt x="7417430" y="1616558"/>
                  <a:pt x="7406317" y="1640370"/>
                </a:cubicBezTo>
                <a:lnTo>
                  <a:pt x="7413461" y="1647514"/>
                </a:lnTo>
                <a:lnTo>
                  <a:pt x="7427748" y="1647513"/>
                </a:lnTo>
                <a:lnTo>
                  <a:pt x="7527761" y="1602270"/>
                </a:lnTo>
                <a:cubicBezTo>
                  <a:pt x="7573800" y="1584808"/>
                  <a:pt x="7621424" y="1544326"/>
                  <a:pt x="7670635" y="1480826"/>
                </a:cubicBezTo>
                <a:cubicBezTo>
                  <a:pt x="7726198" y="1436376"/>
                  <a:pt x="7753980" y="1404627"/>
                  <a:pt x="7753979" y="1385576"/>
                </a:cubicBezTo>
                <a:lnTo>
                  <a:pt x="7761124" y="1385576"/>
                </a:lnTo>
                <a:cubicBezTo>
                  <a:pt x="7794461" y="1406214"/>
                  <a:pt x="7811130" y="1422883"/>
                  <a:pt x="7811130" y="1435583"/>
                </a:cubicBezTo>
                <a:lnTo>
                  <a:pt x="7811130" y="1440346"/>
                </a:lnTo>
                <a:lnTo>
                  <a:pt x="7720643" y="1571314"/>
                </a:lnTo>
                <a:cubicBezTo>
                  <a:pt x="7661906" y="1614176"/>
                  <a:pt x="7632536" y="1647514"/>
                  <a:pt x="7632536" y="1671326"/>
                </a:cubicBezTo>
                <a:lnTo>
                  <a:pt x="7634917" y="1678469"/>
                </a:lnTo>
                <a:lnTo>
                  <a:pt x="7632537" y="1692758"/>
                </a:lnTo>
                <a:cubicBezTo>
                  <a:pt x="7632536" y="1699108"/>
                  <a:pt x="7640474" y="1704663"/>
                  <a:pt x="7656349" y="1709426"/>
                </a:cubicBezTo>
                <a:lnTo>
                  <a:pt x="7675398" y="1709426"/>
                </a:lnTo>
                <a:cubicBezTo>
                  <a:pt x="7705562" y="1709426"/>
                  <a:pt x="7755567" y="1674501"/>
                  <a:pt x="7825417" y="1604651"/>
                </a:cubicBezTo>
                <a:cubicBezTo>
                  <a:pt x="7877804" y="1568138"/>
                  <a:pt x="7903998" y="1546707"/>
                  <a:pt x="7903999" y="1540358"/>
                </a:cubicBezTo>
                <a:lnTo>
                  <a:pt x="7903999" y="1535595"/>
                </a:lnTo>
                <a:lnTo>
                  <a:pt x="7889711" y="1480826"/>
                </a:lnTo>
                <a:cubicBezTo>
                  <a:pt x="7884948" y="1431614"/>
                  <a:pt x="7877805" y="1397483"/>
                  <a:pt x="7868280" y="1378433"/>
                </a:cubicBezTo>
                <a:lnTo>
                  <a:pt x="7839705" y="1385576"/>
                </a:lnTo>
                <a:lnTo>
                  <a:pt x="7789698" y="1359383"/>
                </a:lnTo>
                <a:cubicBezTo>
                  <a:pt x="7762710" y="1359382"/>
                  <a:pt x="7749217" y="1345095"/>
                  <a:pt x="7749217" y="1316520"/>
                </a:cubicBezTo>
                <a:lnTo>
                  <a:pt x="7796842" y="1304614"/>
                </a:lnTo>
                <a:lnTo>
                  <a:pt x="7796842" y="1309376"/>
                </a:lnTo>
                <a:lnTo>
                  <a:pt x="7927810" y="1295089"/>
                </a:lnTo>
                <a:lnTo>
                  <a:pt x="7954004" y="1297470"/>
                </a:lnTo>
                <a:lnTo>
                  <a:pt x="7961148" y="1290326"/>
                </a:lnTo>
                <a:cubicBezTo>
                  <a:pt x="7960355" y="1287151"/>
                  <a:pt x="7957180" y="1283579"/>
                  <a:pt x="7951624" y="1279611"/>
                </a:cubicBezTo>
                <a:close/>
                <a:moveTo>
                  <a:pt x="8075448" y="1326045"/>
                </a:moveTo>
                <a:lnTo>
                  <a:pt x="8068304" y="1326045"/>
                </a:lnTo>
                <a:cubicBezTo>
                  <a:pt x="8038142" y="1357795"/>
                  <a:pt x="8019092" y="1393514"/>
                  <a:pt x="8011154" y="1433201"/>
                </a:cubicBezTo>
                <a:lnTo>
                  <a:pt x="8011154" y="1437964"/>
                </a:lnTo>
                <a:cubicBezTo>
                  <a:pt x="8023854" y="1482414"/>
                  <a:pt x="8040523" y="1504638"/>
                  <a:pt x="8061161" y="1504639"/>
                </a:cubicBezTo>
                <a:lnTo>
                  <a:pt x="8065923" y="1504639"/>
                </a:lnTo>
                <a:cubicBezTo>
                  <a:pt x="8080211" y="1495113"/>
                  <a:pt x="8087354" y="1482414"/>
                  <a:pt x="8087355" y="1466539"/>
                </a:cubicBezTo>
                <a:cubicBezTo>
                  <a:pt x="8098467" y="1466539"/>
                  <a:pt x="8105611" y="1453045"/>
                  <a:pt x="8108785" y="1426057"/>
                </a:cubicBezTo>
                <a:cubicBezTo>
                  <a:pt x="8097673" y="1359382"/>
                  <a:pt x="8086561" y="1326045"/>
                  <a:pt x="8075448" y="1326045"/>
                </a:cubicBezTo>
                <a:close/>
                <a:moveTo>
                  <a:pt x="6148885" y="195264"/>
                </a:moveTo>
                <a:cubicBezTo>
                  <a:pt x="6147297" y="203201"/>
                  <a:pt x="6157616" y="230189"/>
                  <a:pt x="6179841" y="276226"/>
                </a:cubicBezTo>
                <a:lnTo>
                  <a:pt x="6186984" y="311945"/>
                </a:lnTo>
                <a:lnTo>
                  <a:pt x="6086972" y="364333"/>
                </a:lnTo>
                <a:cubicBezTo>
                  <a:pt x="6099672" y="400845"/>
                  <a:pt x="6105228" y="435771"/>
                  <a:pt x="6103641" y="469107"/>
                </a:cubicBezTo>
                <a:lnTo>
                  <a:pt x="6098878" y="550070"/>
                </a:lnTo>
                <a:cubicBezTo>
                  <a:pt x="6097291" y="559595"/>
                  <a:pt x="6078241" y="564357"/>
                  <a:pt x="6041728" y="564358"/>
                </a:cubicBezTo>
                <a:lnTo>
                  <a:pt x="6034584" y="540545"/>
                </a:lnTo>
                <a:lnTo>
                  <a:pt x="6053634" y="378620"/>
                </a:lnTo>
                <a:lnTo>
                  <a:pt x="6048872" y="378621"/>
                </a:lnTo>
                <a:lnTo>
                  <a:pt x="5998866" y="383383"/>
                </a:lnTo>
                <a:lnTo>
                  <a:pt x="5991722" y="378620"/>
                </a:lnTo>
                <a:lnTo>
                  <a:pt x="5991722" y="373858"/>
                </a:lnTo>
                <a:cubicBezTo>
                  <a:pt x="6088559" y="265908"/>
                  <a:pt x="6136978" y="207170"/>
                  <a:pt x="6136979" y="197645"/>
                </a:cubicBezTo>
                <a:lnTo>
                  <a:pt x="6136978" y="192883"/>
                </a:lnTo>
                <a:close/>
                <a:moveTo>
                  <a:pt x="9858008" y="2254907"/>
                </a:moveTo>
                <a:cubicBezTo>
                  <a:pt x="9921508" y="2296181"/>
                  <a:pt x="9953259" y="2321581"/>
                  <a:pt x="9953258" y="2331107"/>
                </a:cubicBezTo>
                <a:cubicBezTo>
                  <a:pt x="9953258" y="2335869"/>
                  <a:pt x="9964371" y="2340632"/>
                  <a:pt x="9986596" y="2345394"/>
                </a:cubicBezTo>
                <a:lnTo>
                  <a:pt x="9996121" y="2373969"/>
                </a:lnTo>
                <a:lnTo>
                  <a:pt x="9984215" y="2376350"/>
                </a:lnTo>
                <a:lnTo>
                  <a:pt x="9936590" y="2373969"/>
                </a:lnTo>
                <a:lnTo>
                  <a:pt x="9881821" y="2423975"/>
                </a:lnTo>
                <a:cubicBezTo>
                  <a:pt x="9840546" y="2444613"/>
                  <a:pt x="9817527" y="2458106"/>
                  <a:pt x="9812765" y="2464457"/>
                </a:cubicBezTo>
                <a:lnTo>
                  <a:pt x="9836577" y="2464457"/>
                </a:lnTo>
                <a:lnTo>
                  <a:pt x="9853246" y="2443026"/>
                </a:lnTo>
                <a:lnTo>
                  <a:pt x="9858008" y="2443025"/>
                </a:lnTo>
                <a:cubicBezTo>
                  <a:pt x="9916746" y="2454138"/>
                  <a:pt x="9946115" y="2473982"/>
                  <a:pt x="9946114" y="2502556"/>
                </a:cubicBezTo>
                <a:cubicBezTo>
                  <a:pt x="9950877" y="2502557"/>
                  <a:pt x="9953258" y="2509701"/>
                  <a:pt x="9953258" y="2523988"/>
                </a:cubicBezTo>
                <a:cubicBezTo>
                  <a:pt x="9940559" y="2541450"/>
                  <a:pt x="9914365" y="2556532"/>
                  <a:pt x="9874677" y="2569231"/>
                </a:cubicBezTo>
                <a:cubicBezTo>
                  <a:pt x="9801653" y="2613682"/>
                  <a:pt x="9765140" y="2649400"/>
                  <a:pt x="9765140" y="2676388"/>
                </a:cubicBezTo>
                <a:lnTo>
                  <a:pt x="9765140" y="2678769"/>
                </a:lnTo>
                <a:cubicBezTo>
                  <a:pt x="9765140" y="2718457"/>
                  <a:pt x="9804827" y="2743063"/>
                  <a:pt x="9884202" y="2752588"/>
                </a:cubicBezTo>
                <a:lnTo>
                  <a:pt x="9924683" y="2757350"/>
                </a:lnTo>
                <a:cubicBezTo>
                  <a:pt x="9981834" y="2757350"/>
                  <a:pt x="10010408" y="2746238"/>
                  <a:pt x="10010409" y="2724013"/>
                </a:cubicBezTo>
                <a:cubicBezTo>
                  <a:pt x="10037396" y="2730363"/>
                  <a:pt x="10050890" y="2741475"/>
                  <a:pt x="10050890" y="2757350"/>
                </a:cubicBezTo>
                <a:lnTo>
                  <a:pt x="10050890" y="2766875"/>
                </a:lnTo>
                <a:cubicBezTo>
                  <a:pt x="10041365" y="2782750"/>
                  <a:pt x="9998502" y="2794656"/>
                  <a:pt x="9922302" y="2802594"/>
                </a:cubicBezTo>
                <a:cubicBezTo>
                  <a:pt x="9839753" y="2794656"/>
                  <a:pt x="9784190" y="2784338"/>
                  <a:pt x="9755615" y="2771638"/>
                </a:cubicBezTo>
                <a:cubicBezTo>
                  <a:pt x="9723865" y="2744650"/>
                  <a:pt x="9707990" y="2720044"/>
                  <a:pt x="9707990" y="2697819"/>
                </a:cubicBezTo>
                <a:lnTo>
                  <a:pt x="9707990" y="2662100"/>
                </a:lnTo>
                <a:cubicBezTo>
                  <a:pt x="9707990" y="2606538"/>
                  <a:pt x="9745296" y="2553357"/>
                  <a:pt x="9819908" y="2502557"/>
                </a:cubicBezTo>
                <a:lnTo>
                  <a:pt x="9819909" y="2490650"/>
                </a:lnTo>
                <a:lnTo>
                  <a:pt x="9805621" y="2490650"/>
                </a:lnTo>
                <a:cubicBezTo>
                  <a:pt x="9772284" y="2490650"/>
                  <a:pt x="9711958" y="2508113"/>
                  <a:pt x="9624646" y="2543038"/>
                </a:cubicBezTo>
                <a:cubicBezTo>
                  <a:pt x="9605596" y="2530338"/>
                  <a:pt x="9596071" y="2518431"/>
                  <a:pt x="9596071" y="2507319"/>
                </a:cubicBezTo>
                <a:lnTo>
                  <a:pt x="9605596" y="2500176"/>
                </a:lnTo>
                <a:lnTo>
                  <a:pt x="9631790" y="2502557"/>
                </a:lnTo>
                <a:cubicBezTo>
                  <a:pt x="9712752" y="2483507"/>
                  <a:pt x="9760377" y="2468425"/>
                  <a:pt x="9774665" y="2457313"/>
                </a:cubicBezTo>
                <a:lnTo>
                  <a:pt x="9810383" y="2376350"/>
                </a:lnTo>
                <a:lnTo>
                  <a:pt x="9805621" y="2376350"/>
                </a:lnTo>
                <a:lnTo>
                  <a:pt x="9781808" y="2381113"/>
                </a:lnTo>
                <a:lnTo>
                  <a:pt x="9741327" y="2381113"/>
                </a:lnTo>
                <a:lnTo>
                  <a:pt x="9734184" y="2388256"/>
                </a:lnTo>
                <a:lnTo>
                  <a:pt x="9734183" y="2409688"/>
                </a:lnTo>
                <a:cubicBezTo>
                  <a:pt x="9734184" y="2449375"/>
                  <a:pt x="9718309" y="2469219"/>
                  <a:pt x="9686558" y="2469219"/>
                </a:cubicBezTo>
                <a:lnTo>
                  <a:pt x="9684177" y="2464457"/>
                </a:lnTo>
                <a:lnTo>
                  <a:pt x="9679415" y="2469219"/>
                </a:lnTo>
                <a:lnTo>
                  <a:pt x="9669890" y="2469219"/>
                </a:lnTo>
                <a:cubicBezTo>
                  <a:pt x="9655602" y="2456519"/>
                  <a:pt x="9648458" y="2434294"/>
                  <a:pt x="9648458" y="2402544"/>
                </a:cubicBezTo>
                <a:lnTo>
                  <a:pt x="9648458" y="2397782"/>
                </a:lnTo>
                <a:lnTo>
                  <a:pt x="9588928" y="2402544"/>
                </a:lnTo>
                <a:cubicBezTo>
                  <a:pt x="9576227" y="2402544"/>
                  <a:pt x="9558765" y="2391431"/>
                  <a:pt x="9536540" y="2369207"/>
                </a:cubicBezTo>
                <a:lnTo>
                  <a:pt x="9543683" y="2366825"/>
                </a:lnTo>
                <a:lnTo>
                  <a:pt x="9560352" y="2369206"/>
                </a:lnTo>
                <a:cubicBezTo>
                  <a:pt x="9619089" y="2369207"/>
                  <a:pt x="9648458" y="2366032"/>
                  <a:pt x="9648458" y="2359682"/>
                </a:cubicBezTo>
                <a:lnTo>
                  <a:pt x="9638933" y="2293006"/>
                </a:lnTo>
                <a:lnTo>
                  <a:pt x="9643696" y="2285863"/>
                </a:lnTo>
                <a:lnTo>
                  <a:pt x="9648458" y="2285863"/>
                </a:lnTo>
                <a:cubicBezTo>
                  <a:pt x="9683383" y="2306500"/>
                  <a:pt x="9713546" y="2328725"/>
                  <a:pt x="9738946" y="2352538"/>
                </a:cubicBezTo>
                <a:lnTo>
                  <a:pt x="9810384" y="2352538"/>
                </a:lnTo>
                <a:cubicBezTo>
                  <a:pt x="9831021" y="2352538"/>
                  <a:pt x="9846896" y="2329519"/>
                  <a:pt x="9858008" y="2283481"/>
                </a:cubicBezTo>
                <a:lnTo>
                  <a:pt x="9858008" y="2276338"/>
                </a:lnTo>
                <a:lnTo>
                  <a:pt x="9853246" y="2257288"/>
                </a:lnTo>
                <a:close/>
                <a:moveTo>
                  <a:pt x="8487404" y="1459395"/>
                </a:moveTo>
                <a:lnTo>
                  <a:pt x="8475498" y="1459395"/>
                </a:lnTo>
                <a:lnTo>
                  <a:pt x="8465972" y="1473682"/>
                </a:lnTo>
                <a:lnTo>
                  <a:pt x="8468354" y="1523689"/>
                </a:lnTo>
                <a:lnTo>
                  <a:pt x="8468354" y="1533214"/>
                </a:lnTo>
                <a:lnTo>
                  <a:pt x="8473117" y="1537976"/>
                </a:lnTo>
                <a:lnTo>
                  <a:pt x="8468354" y="1537976"/>
                </a:lnTo>
                <a:lnTo>
                  <a:pt x="8473116" y="1554645"/>
                </a:lnTo>
                <a:lnTo>
                  <a:pt x="8473116" y="1561789"/>
                </a:lnTo>
                <a:cubicBezTo>
                  <a:pt x="8473117" y="1569726"/>
                  <a:pt x="8446923" y="1576076"/>
                  <a:pt x="8394535" y="1580839"/>
                </a:cubicBezTo>
                <a:cubicBezTo>
                  <a:pt x="8356435" y="1580839"/>
                  <a:pt x="8313573" y="1566551"/>
                  <a:pt x="8265948" y="1537976"/>
                </a:cubicBezTo>
                <a:cubicBezTo>
                  <a:pt x="8232611" y="1512576"/>
                  <a:pt x="8202447" y="1451457"/>
                  <a:pt x="8175461" y="1354620"/>
                </a:cubicBezTo>
                <a:cubicBezTo>
                  <a:pt x="8175461" y="1306995"/>
                  <a:pt x="8157998" y="1273657"/>
                  <a:pt x="8123073" y="1254607"/>
                </a:cubicBezTo>
                <a:cubicBezTo>
                  <a:pt x="8115136" y="1254608"/>
                  <a:pt x="8111167" y="1256989"/>
                  <a:pt x="8111167" y="1261751"/>
                </a:cubicBezTo>
                <a:lnTo>
                  <a:pt x="8111167" y="1283182"/>
                </a:lnTo>
                <a:cubicBezTo>
                  <a:pt x="8111167" y="1303820"/>
                  <a:pt x="8119899" y="1343508"/>
                  <a:pt x="8137361" y="1402245"/>
                </a:cubicBezTo>
                <a:cubicBezTo>
                  <a:pt x="8156410" y="1480032"/>
                  <a:pt x="8185779" y="1537182"/>
                  <a:pt x="8225467" y="1573695"/>
                </a:cubicBezTo>
                <a:cubicBezTo>
                  <a:pt x="8287379" y="1621320"/>
                  <a:pt x="8341354" y="1645133"/>
                  <a:pt x="8387392" y="1645133"/>
                </a:cubicBezTo>
                <a:lnTo>
                  <a:pt x="8451686" y="1640370"/>
                </a:lnTo>
                <a:cubicBezTo>
                  <a:pt x="8496136" y="1635607"/>
                  <a:pt x="8535029" y="1613382"/>
                  <a:pt x="8568366" y="1573695"/>
                </a:cubicBezTo>
                <a:lnTo>
                  <a:pt x="8568367" y="1566551"/>
                </a:lnTo>
                <a:cubicBezTo>
                  <a:pt x="8542966" y="1545913"/>
                  <a:pt x="8515979" y="1510194"/>
                  <a:pt x="8487404" y="1459395"/>
                </a:cubicBezTo>
                <a:close/>
                <a:moveTo>
                  <a:pt x="8315954" y="1341523"/>
                </a:moveTo>
                <a:cubicBezTo>
                  <a:pt x="8299286" y="1329617"/>
                  <a:pt x="8284998" y="1323663"/>
                  <a:pt x="8273091" y="1323663"/>
                </a:cubicBezTo>
                <a:cubicBezTo>
                  <a:pt x="8265154" y="1323663"/>
                  <a:pt x="8260392" y="1337951"/>
                  <a:pt x="8258804" y="1366526"/>
                </a:cubicBezTo>
                <a:cubicBezTo>
                  <a:pt x="8273091" y="1434788"/>
                  <a:pt x="8287379" y="1468920"/>
                  <a:pt x="8301667" y="1468920"/>
                </a:cubicBezTo>
                <a:cubicBezTo>
                  <a:pt x="8335004" y="1468920"/>
                  <a:pt x="8351673" y="1464157"/>
                  <a:pt x="8351673" y="1454632"/>
                </a:cubicBezTo>
                <a:cubicBezTo>
                  <a:pt x="8372310" y="1451457"/>
                  <a:pt x="8388980" y="1443520"/>
                  <a:pt x="8401679" y="1430820"/>
                </a:cubicBezTo>
                <a:lnTo>
                  <a:pt x="8401679" y="1411770"/>
                </a:lnTo>
                <a:cubicBezTo>
                  <a:pt x="8401679" y="1408594"/>
                  <a:pt x="8392154" y="1403038"/>
                  <a:pt x="8373104" y="1395101"/>
                </a:cubicBezTo>
                <a:cubicBezTo>
                  <a:pt x="8351673" y="1371288"/>
                  <a:pt x="8332623" y="1353429"/>
                  <a:pt x="8315954" y="1341523"/>
                </a:cubicBezTo>
                <a:close/>
                <a:moveTo>
                  <a:pt x="6648947" y="302420"/>
                </a:moveTo>
                <a:cubicBezTo>
                  <a:pt x="6712447" y="377032"/>
                  <a:pt x="6744196" y="438945"/>
                  <a:pt x="6744197" y="488157"/>
                </a:cubicBezTo>
                <a:cubicBezTo>
                  <a:pt x="6744198" y="507208"/>
                  <a:pt x="6732291" y="526258"/>
                  <a:pt x="6708477" y="545307"/>
                </a:cubicBezTo>
                <a:lnTo>
                  <a:pt x="6694191" y="545307"/>
                </a:lnTo>
                <a:cubicBezTo>
                  <a:pt x="6681489" y="545307"/>
                  <a:pt x="6668791" y="518320"/>
                  <a:pt x="6656091" y="464345"/>
                </a:cubicBezTo>
                <a:lnTo>
                  <a:pt x="6660853" y="454820"/>
                </a:lnTo>
                <a:cubicBezTo>
                  <a:pt x="6648153" y="454820"/>
                  <a:pt x="6638628" y="419895"/>
                  <a:pt x="6632278" y="350045"/>
                </a:cubicBezTo>
                <a:lnTo>
                  <a:pt x="6639422" y="302420"/>
                </a:lnTo>
                <a:close/>
                <a:moveTo>
                  <a:pt x="6134597" y="2383"/>
                </a:moveTo>
                <a:cubicBezTo>
                  <a:pt x="6182222" y="45245"/>
                  <a:pt x="6207622" y="81758"/>
                  <a:pt x="6210797" y="111920"/>
                </a:cubicBezTo>
                <a:cubicBezTo>
                  <a:pt x="6155234" y="165895"/>
                  <a:pt x="6114753" y="196058"/>
                  <a:pt x="6089353" y="202408"/>
                </a:cubicBezTo>
                <a:lnTo>
                  <a:pt x="6084591" y="204789"/>
                </a:lnTo>
                <a:lnTo>
                  <a:pt x="6082209" y="204789"/>
                </a:lnTo>
                <a:lnTo>
                  <a:pt x="6041728" y="219077"/>
                </a:lnTo>
                <a:lnTo>
                  <a:pt x="6025060" y="216695"/>
                </a:lnTo>
                <a:lnTo>
                  <a:pt x="6025059" y="209551"/>
                </a:lnTo>
                <a:lnTo>
                  <a:pt x="6017916" y="209551"/>
                </a:lnTo>
                <a:cubicBezTo>
                  <a:pt x="6032204" y="179389"/>
                  <a:pt x="6061572" y="134939"/>
                  <a:pt x="6106022" y="76201"/>
                </a:cubicBezTo>
                <a:cubicBezTo>
                  <a:pt x="6118722" y="58739"/>
                  <a:pt x="6126659" y="34132"/>
                  <a:pt x="6129835" y="2383"/>
                </a:cubicBezTo>
                <a:close/>
                <a:moveTo>
                  <a:pt x="6453090" y="173237"/>
                </a:moveTo>
                <a:cubicBezTo>
                  <a:pt x="6459836" y="176809"/>
                  <a:pt x="6463209" y="179389"/>
                  <a:pt x="6463210" y="180976"/>
                </a:cubicBezTo>
                <a:cubicBezTo>
                  <a:pt x="6463209" y="190501"/>
                  <a:pt x="6433840" y="197645"/>
                  <a:pt x="6375103" y="202408"/>
                </a:cubicBezTo>
                <a:lnTo>
                  <a:pt x="6375103" y="207170"/>
                </a:lnTo>
                <a:cubicBezTo>
                  <a:pt x="6379866" y="207170"/>
                  <a:pt x="6395741" y="227808"/>
                  <a:pt x="6422728" y="269083"/>
                </a:cubicBezTo>
                <a:lnTo>
                  <a:pt x="6448922" y="276226"/>
                </a:lnTo>
                <a:lnTo>
                  <a:pt x="6448922" y="278608"/>
                </a:lnTo>
                <a:cubicBezTo>
                  <a:pt x="6434634" y="277020"/>
                  <a:pt x="6418760" y="329407"/>
                  <a:pt x="6401297" y="435770"/>
                </a:cubicBezTo>
                <a:lnTo>
                  <a:pt x="6408441" y="438152"/>
                </a:lnTo>
                <a:lnTo>
                  <a:pt x="6510835" y="431008"/>
                </a:lnTo>
                <a:cubicBezTo>
                  <a:pt x="6542585" y="443708"/>
                  <a:pt x="6557666" y="454026"/>
                  <a:pt x="6556078" y="461964"/>
                </a:cubicBezTo>
                <a:lnTo>
                  <a:pt x="6529885" y="476251"/>
                </a:lnTo>
                <a:lnTo>
                  <a:pt x="6515597" y="473870"/>
                </a:lnTo>
                <a:lnTo>
                  <a:pt x="6498928" y="464345"/>
                </a:lnTo>
                <a:cubicBezTo>
                  <a:pt x="6322716" y="472283"/>
                  <a:pt x="6220322" y="486571"/>
                  <a:pt x="6191747" y="507208"/>
                </a:cubicBezTo>
                <a:lnTo>
                  <a:pt x="6160791" y="514351"/>
                </a:lnTo>
                <a:cubicBezTo>
                  <a:pt x="6144916" y="501651"/>
                  <a:pt x="6137772" y="486570"/>
                  <a:pt x="6139360" y="469108"/>
                </a:cubicBezTo>
                <a:cubicBezTo>
                  <a:pt x="6139359" y="456408"/>
                  <a:pt x="6152060" y="448470"/>
                  <a:pt x="6177459" y="445295"/>
                </a:cubicBezTo>
                <a:lnTo>
                  <a:pt x="6189366" y="457201"/>
                </a:lnTo>
                <a:lnTo>
                  <a:pt x="6322715" y="438152"/>
                </a:lnTo>
                <a:lnTo>
                  <a:pt x="6320335" y="416720"/>
                </a:lnTo>
                <a:lnTo>
                  <a:pt x="6322716" y="352427"/>
                </a:lnTo>
                <a:lnTo>
                  <a:pt x="6332241" y="321470"/>
                </a:lnTo>
                <a:lnTo>
                  <a:pt x="6275091" y="323851"/>
                </a:lnTo>
                <a:cubicBezTo>
                  <a:pt x="6252865" y="322264"/>
                  <a:pt x="6242547" y="310358"/>
                  <a:pt x="6244134" y="288133"/>
                </a:cubicBezTo>
                <a:cubicBezTo>
                  <a:pt x="6296522" y="292895"/>
                  <a:pt x="6326685" y="287339"/>
                  <a:pt x="6334622" y="271464"/>
                </a:cubicBezTo>
                <a:lnTo>
                  <a:pt x="6341766" y="207170"/>
                </a:lnTo>
                <a:lnTo>
                  <a:pt x="6265566" y="219077"/>
                </a:lnTo>
                <a:cubicBezTo>
                  <a:pt x="6256041" y="207964"/>
                  <a:pt x="6252072" y="196851"/>
                  <a:pt x="6253659" y="185739"/>
                </a:cubicBezTo>
                <a:lnTo>
                  <a:pt x="6422728" y="159545"/>
                </a:lnTo>
                <a:cubicBezTo>
                  <a:pt x="6436222" y="165101"/>
                  <a:pt x="6446342" y="169665"/>
                  <a:pt x="6453090" y="173237"/>
                </a:cubicBezTo>
                <a:close/>
                <a:moveTo>
                  <a:pt x="6337003" y="40482"/>
                </a:moveTo>
                <a:cubicBezTo>
                  <a:pt x="6392566" y="76995"/>
                  <a:pt x="6419553" y="111126"/>
                  <a:pt x="6417966" y="142876"/>
                </a:cubicBezTo>
                <a:lnTo>
                  <a:pt x="6391772" y="152401"/>
                </a:lnTo>
                <a:cubicBezTo>
                  <a:pt x="6360022" y="149227"/>
                  <a:pt x="6344941" y="133351"/>
                  <a:pt x="6346528" y="104776"/>
                </a:cubicBezTo>
                <a:lnTo>
                  <a:pt x="6334622" y="42864"/>
                </a:lnTo>
                <a:close/>
                <a:moveTo>
                  <a:pt x="8450792" y="1250589"/>
                </a:moveTo>
                <a:cubicBezTo>
                  <a:pt x="8443847" y="1246918"/>
                  <a:pt x="8437795" y="1245082"/>
                  <a:pt x="8432635" y="1245082"/>
                </a:cubicBezTo>
                <a:lnTo>
                  <a:pt x="8430254" y="1245082"/>
                </a:lnTo>
                <a:lnTo>
                  <a:pt x="8418348" y="1254607"/>
                </a:lnTo>
                <a:cubicBezTo>
                  <a:pt x="8432635" y="1313344"/>
                  <a:pt x="8444541" y="1345888"/>
                  <a:pt x="8454066" y="1352238"/>
                </a:cubicBezTo>
                <a:cubicBezTo>
                  <a:pt x="8465179" y="1414151"/>
                  <a:pt x="8476292" y="1445107"/>
                  <a:pt x="8487404" y="1445107"/>
                </a:cubicBezTo>
                <a:lnTo>
                  <a:pt x="8518360" y="1440345"/>
                </a:lnTo>
                <a:cubicBezTo>
                  <a:pt x="8556460" y="1414945"/>
                  <a:pt x="8575510" y="1392720"/>
                  <a:pt x="8575510" y="1373670"/>
                </a:cubicBezTo>
                <a:lnTo>
                  <a:pt x="8537410" y="1333188"/>
                </a:lnTo>
                <a:cubicBezTo>
                  <a:pt x="8512804" y="1303820"/>
                  <a:pt x="8491770" y="1281793"/>
                  <a:pt x="8474307" y="1267109"/>
                </a:cubicBezTo>
                <a:cubicBezTo>
                  <a:pt x="8465576" y="1259767"/>
                  <a:pt x="8457738" y="1254260"/>
                  <a:pt x="8450792" y="1250589"/>
                </a:cubicBezTo>
                <a:close/>
                <a:moveTo>
                  <a:pt x="6915646" y="319088"/>
                </a:moveTo>
                <a:cubicBezTo>
                  <a:pt x="6941046" y="331788"/>
                  <a:pt x="6953747" y="342108"/>
                  <a:pt x="6953747" y="350045"/>
                </a:cubicBezTo>
                <a:cubicBezTo>
                  <a:pt x="6953747" y="408782"/>
                  <a:pt x="6925173" y="438151"/>
                  <a:pt x="6868022" y="438151"/>
                </a:cubicBezTo>
                <a:lnTo>
                  <a:pt x="6851354" y="445295"/>
                </a:lnTo>
                <a:lnTo>
                  <a:pt x="6827540" y="433388"/>
                </a:lnTo>
                <a:lnTo>
                  <a:pt x="6822778" y="438151"/>
                </a:lnTo>
                <a:lnTo>
                  <a:pt x="6820397" y="438151"/>
                </a:lnTo>
                <a:cubicBezTo>
                  <a:pt x="6798171" y="438151"/>
                  <a:pt x="6787059" y="427832"/>
                  <a:pt x="6787059" y="407195"/>
                </a:cubicBezTo>
                <a:lnTo>
                  <a:pt x="6787060" y="381001"/>
                </a:lnTo>
                <a:cubicBezTo>
                  <a:pt x="6787059" y="365126"/>
                  <a:pt x="6791027" y="357188"/>
                  <a:pt x="6798965" y="357188"/>
                </a:cubicBezTo>
                <a:cubicBezTo>
                  <a:pt x="6819603" y="369889"/>
                  <a:pt x="6829921" y="385763"/>
                  <a:pt x="6829922" y="404814"/>
                </a:cubicBezTo>
                <a:lnTo>
                  <a:pt x="6839447" y="404814"/>
                </a:lnTo>
                <a:lnTo>
                  <a:pt x="6839446" y="407194"/>
                </a:lnTo>
                <a:cubicBezTo>
                  <a:pt x="6864846" y="407195"/>
                  <a:pt x="6877546" y="391320"/>
                  <a:pt x="6877546" y="359569"/>
                </a:cubicBezTo>
                <a:lnTo>
                  <a:pt x="6877547" y="357189"/>
                </a:lnTo>
                <a:lnTo>
                  <a:pt x="6868021" y="359569"/>
                </a:lnTo>
                <a:cubicBezTo>
                  <a:pt x="6853734" y="359570"/>
                  <a:pt x="6846590" y="356395"/>
                  <a:pt x="6846591" y="350045"/>
                </a:cubicBezTo>
                <a:lnTo>
                  <a:pt x="6844209" y="357189"/>
                </a:lnTo>
                <a:lnTo>
                  <a:pt x="6834685" y="357189"/>
                </a:lnTo>
                <a:lnTo>
                  <a:pt x="6827541" y="347664"/>
                </a:lnTo>
                <a:lnTo>
                  <a:pt x="6875166" y="319089"/>
                </a:lnTo>
                <a:lnTo>
                  <a:pt x="6891834" y="319089"/>
                </a:lnTo>
                <a:lnTo>
                  <a:pt x="6906122" y="323851"/>
                </a:lnTo>
                <a:lnTo>
                  <a:pt x="6908503" y="319088"/>
                </a:lnTo>
                <a:close/>
                <a:moveTo>
                  <a:pt x="8694573" y="1237938"/>
                </a:moveTo>
                <a:lnTo>
                  <a:pt x="8682667" y="1242701"/>
                </a:lnTo>
                <a:lnTo>
                  <a:pt x="8689810" y="1266513"/>
                </a:lnTo>
                <a:lnTo>
                  <a:pt x="8682667" y="1345095"/>
                </a:lnTo>
                <a:lnTo>
                  <a:pt x="8687429" y="1359382"/>
                </a:lnTo>
                <a:lnTo>
                  <a:pt x="8687429" y="1387957"/>
                </a:lnTo>
                <a:lnTo>
                  <a:pt x="8632660" y="1402245"/>
                </a:lnTo>
                <a:lnTo>
                  <a:pt x="8630279" y="1397482"/>
                </a:lnTo>
                <a:lnTo>
                  <a:pt x="8625517" y="1397482"/>
                </a:lnTo>
                <a:lnTo>
                  <a:pt x="8618373" y="1404626"/>
                </a:lnTo>
                <a:lnTo>
                  <a:pt x="8630279" y="1418913"/>
                </a:lnTo>
                <a:lnTo>
                  <a:pt x="8687429" y="1404626"/>
                </a:lnTo>
                <a:lnTo>
                  <a:pt x="8689810" y="1404626"/>
                </a:lnTo>
                <a:lnTo>
                  <a:pt x="8696954" y="1528451"/>
                </a:lnTo>
                <a:lnTo>
                  <a:pt x="8696954" y="1540357"/>
                </a:lnTo>
                <a:cubicBezTo>
                  <a:pt x="8696954" y="1557820"/>
                  <a:pt x="8685047" y="1570520"/>
                  <a:pt x="8661235" y="1578457"/>
                </a:cubicBezTo>
                <a:cubicBezTo>
                  <a:pt x="8635835" y="1586394"/>
                  <a:pt x="8623135" y="1599889"/>
                  <a:pt x="8623135" y="1618938"/>
                </a:cubicBezTo>
                <a:lnTo>
                  <a:pt x="8632661" y="1640370"/>
                </a:lnTo>
                <a:cubicBezTo>
                  <a:pt x="8645360" y="1640370"/>
                  <a:pt x="8673935" y="1625288"/>
                  <a:pt x="8718386" y="1595126"/>
                </a:cubicBezTo>
                <a:cubicBezTo>
                  <a:pt x="8761248" y="1549088"/>
                  <a:pt x="8799348" y="1513370"/>
                  <a:pt x="8832685" y="1487970"/>
                </a:cubicBezTo>
                <a:lnTo>
                  <a:pt x="8832685" y="1483207"/>
                </a:lnTo>
                <a:lnTo>
                  <a:pt x="8825542" y="1473682"/>
                </a:lnTo>
                <a:lnTo>
                  <a:pt x="8816017" y="1473682"/>
                </a:lnTo>
                <a:cubicBezTo>
                  <a:pt x="8804904" y="1487970"/>
                  <a:pt x="8781886" y="1503845"/>
                  <a:pt x="8746960" y="1521307"/>
                </a:cubicBezTo>
                <a:lnTo>
                  <a:pt x="8744579" y="1521307"/>
                </a:lnTo>
                <a:lnTo>
                  <a:pt x="8766011" y="1402245"/>
                </a:lnTo>
                <a:cubicBezTo>
                  <a:pt x="8766011" y="1387957"/>
                  <a:pt x="8783473" y="1379226"/>
                  <a:pt x="8818398" y="1376051"/>
                </a:cubicBezTo>
                <a:cubicBezTo>
                  <a:pt x="8816810" y="1368113"/>
                  <a:pt x="8807285" y="1362557"/>
                  <a:pt x="8789823" y="1359382"/>
                </a:cubicBezTo>
                <a:lnTo>
                  <a:pt x="8787442" y="1359382"/>
                </a:lnTo>
                <a:lnTo>
                  <a:pt x="8768392" y="1364145"/>
                </a:lnTo>
                <a:lnTo>
                  <a:pt x="8773154" y="1326045"/>
                </a:lnTo>
                <a:lnTo>
                  <a:pt x="8773154" y="1318901"/>
                </a:lnTo>
                <a:lnTo>
                  <a:pt x="8782679" y="1314139"/>
                </a:lnTo>
                <a:cubicBezTo>
                  <a:pt x="8746167" y="1274451"/>
                  <a:pt x="8716798" y="1249051"/>
                  <a:pt x="8694573" y="1237938"/>
                </a:cubicBezTo>
                <a:close/>
                <a:moveTo>
                  <a:pt x="7077571" y="263129"/>
                </a:moveTo>
                <a:cubicBezTo>
                  <a:pt x="7096621" y="276623"/>
                  <a:pt x="7117259" y="296864"/>
                  <a:pt x="7139484" y="323851"/>
                </a:cubicBezTo>
                <a:cubicBezTo>
                  <a:pt x="7139484" y="346076"/>
                  <a:pt x="7122815" y="398463"/>
                  <a:pt x="7089478" y="481014"/>
                </a:cubicBezTo>
                <a:cubicBezTo>
                  <a:pt x="7084716" y="481014"/>
                  <a:pt x="7082334" y="488157"/>
                  <a:pt x="7082334" y="502445"/>
                </a:cubicBezTo>
                <a:lnTo>
                  <a:pt x="7041853" y="545308"/>
                </a:lnTo>
                <a:lnTo>
                  <a:pt x="6994228" y="559595"/>
                </a:lnTo>
                <a:cubicBezTo>
                  <a:pt x="6964066" y="538958"/>
                  <a:pt x="6940254" y="512764"/>
                  <a:pt x="6922791" y="481014"/>
                </a:cubicBezTo>
                <a:lnTo>
                  <a:pt x="6929934" y="473869"/>
                </a:lnTo>
                <a:lnTo>
                  <a:pt x="6965653" y="473870"/>
                </a:lnTo>
                <a:lnTo>
                  <a:pt x="6996610" y="383383"/>
                </a:lnTo>
                <a:cubicBezTo>
                  <a:pt x="7009309" y="361157"/>
                  <a:pt x="7018834" y="330201"/>
                  <a:pt x="7025184" y="290514"/>
                </a:cubicBezTo>
                <a:lnTo>
                  <a:pt x="7010896" y="283370"/>
                </a:lnTo>
                <a:cubicBezTo>
                  <a:pt x="6874372" y="300833"/>
                  <a:pt x="6797378" y="316708"/>
                  <a:pt x="6779916" y="330995"/>
                </a:cubicBezTo>
                <a:lnTo>
                  <a:pt x="6732291" y="347664"/>
                </a:lnTo>
                <a:cubicBezTo>
                  <a:pt x="6702128" y="336551"/>
                  <a:pt x="6687047" y="323058"/>
                  <a:pt x="6687047" y="307183"/>
                </a:cubicBezTo>
                <a:lnTo>
                  <a:pt x="6684666" y="302420"/>
                </a:lnTo>
                <a:lnTo>
                  <a:pt x="6684666" y="295276"/>
                </a:lnTo>
                <a:lnTo>
                  <a:pt x="6701334" y="295276"/>
                </a:lnTo>
                <a:lnTo>
                  <a:pt x="7003754" y="250033"/>
                </a:lnTo>
                <a:lnTo>
                  <a:pt x="7013279" y="242889"/>
                </a:lnTo>
                <a:lnTo>
                  <a:pt x="7025184" y="242888"/>
                </a:lnTo>
                <a:cubicBezTo>
                  <a:pt x="7041059" y="242888"/>
                  <a:pt x="7058522" y="249636"/>
                  <a:pt x="7077571" y="263129"/>
                </a:cubicBezTo>
                <a:close/>
                <a:moveTo>
                  <a:pt x="6925172" y="104777"/>
                </a:moveTo>
                <a:lnTo>
                  <a:pt x="6987084" y="147638"/>
                </a:lnTo>
                <a:lnTo>
                  <a:pt x="6989466" y="164308"/>
                </a:lnTo>
                <a:cubicBezTo>
                  <a:pt x="6989465" y="172245"/>
                  <a:pt x="6968034" y="185738"/>
                  <a:pt x="6925171" y="204788"/>
                </a:cubicBezTo>
                <a:cubicBezTo>
                  <a:pt x="6925172" y="222251"/>
                  <a:pt x="6888660" y="235745"/>
                  <a:pt x="6815635" y="245270"/>
                </a:cubicBezTo>
                <a:cubicBezTo>
                  <a:pt x="6815635" y="259558"/>
                  <a:pt x="6812459" y="266701"/>
                  <a:pt x="6806110" y="266701"/>
                </a:cubicBezTo>
                <a:lnTo>
                  <a:pt x="6787060" y="266701"/>
                </a:lnTo>
                <a:cubicBezTo>
                  <a:pt x="6779122" y="266701"/>
                  <a:pt x="6772772" y="250826"/>
                  <a:pt x="6768010" y="219076"/>
                </a:cubicBezTo>
                <a:lnTo>
                  <a:pt x="6772772" y="164308"/>
                </a:lnTo>
                <a:lnTo>
                  <a:pt x="6763247" y="140495"/>
                </a:lnTo>
                <a:lnTo>
                  <a:pt x="6768010" y="138114"/>
                </a:lnTo>
                <a:lnTo>
                  <a:pt x="6779916" y="138114"/>
                </a:lnTo>
                <a:cubicBezTo>
                  <a:pt x="6800553" y="153989"/>
                  <a:pt x="6810872" y="177801"/>
                  <a:pt x="6810872" y="209551"/>
                </a:cubicBezTo>
                <a:lnTo>
                  <a:pt x="6815635" y="209551"/>
                </a:lnTo>
                <a:cubicBezTo>
                  <a:pt x="6837859" y="209551"/>
                  <a:pt x="6858497" y="193676"/>
                  <a:pt x="6877547" y="161926"/>
                </a:cubicBezTo>
                <a:cubicBezTo>
                  <a:pt x="6844209" y="161926"/>
                  <a:pt x="6823572" y="151608"/>
                  <a:pt x="6815635" y="130970"/>
                </a:cubicBezTo>
                <a:cubicBezTo>
                  <a:pt x="6858497" y="126207"/>
                  <a:pt x="6895010" y="117476"/>
                  <a:pt x="6925172" y="104777"/>
                </a:cubicBezTo>
                <a:close/>
                <a:moveTo>
                  <a:pt x="7009707" y="51199"/>
                </a:moveTo>
                <a:cubicBezTo>
                  <a:pt x="7021613" y="58342"/>
                  <a:pt x="7027565" y="69057"/>
                  <a:pt x="7027566" y="83345"/>
                </a:cubicBezTo>
                <a:lnTo>
                  <a:pt x="7003752" y="90489"/>
                </a:lnTo>
                <a:lnTo>
                  <a:pt x="7001372" y="88108"/>
                </a:lnTo>
                <a:lnTo>
                  <a:pt x="6972798" y="90489"/>
                </a:lnTo>
                <a:lnTo>
                  <a:pt x="6953746" y="90488"/>
                </a:lnTo>
                <a:lnTo>
                  <a:pt x="6922791" y="88108"/>
                </a:lnTo>
                <a:cubicBezTo>
                  <a:pt x="6883103" y="88108"/>
                  <a:pt x="6818016" y="102395"/>
                  <a:pt x="6727528" y="130970"/>
                </a:cubicBezTo>
                <a:lnTo>
                  <a:pt x="6718003" y="130970"/>
                </a:lnTo>
                <a:lnTo>
                  <a:pt x="6696572" y="104776"/>
                </a:lnTo>
                <a:cubicBezTo>
                  <a:pt x="6768009" y="88901"/>
                  <a:pt x="6803728" y="75408"/>
                  <a:pt x="6803728" y="64295"/>
                </a:cubicBezTo>
                <a:lnTo>
                  <a:pt x="6844210" y="54770"/>
                </a:lnTo>
                <a:lnTo>
                  <a:pt x="6810872" y="19051"/>
                </a:lnTo>
                <a:cubicBezTo>
                  <a:pt x="6814047" y="11114"/>
                  <a:pt x="6821984" y="7145"/>
                  <a:pt x="6834685" y="7145"/>
                </a:cubicBezTo>
                <a:lnTo>
                  <a:pt x="6844209" y="7145"/>
                </a:lnTo>
                <a:cubicBezTo>
                  <a:pt x="6860085" y="7145"/>
                  <a:pt x="6879134" y="20639"/>
                  <a:pt x="6901360" y="47626"/>
                </a:cubicBezTo>
                <a:lnTo>
                  <a:pt x="6956128" y="40483"/>
                </a:lnTo>
                <a:cubicBezTo>
                  <a:pt x="6979940" y="40482"/>
                  <a:pt x="6997799" y="44054"/>
                  <a:pt x="7009707" y="51199"/>
                </a:cubicBezTo>
                <a:close/>
                <a:moveTo>
                  <a:pt x="9111291" y="1252226"/>
                </a:moveTo>
                <a:lnTo>
                  <a:pt x="9104148" y="1252226"/>
                </a:lnTo>
                <a:cubicBezTo>
                  <a:pt x="9097798" y="1252226"/>
                  <a:pt x="9091448" y="1262545"/>
                  <a:pt x="9085098" y="1283182"/>
                </a:cubicBezTo>
                <a:lnTo>
                  <a:pt x="8925554" y="1357001"/>
                </a:lnTo>
                <a:cubicBezTo>
                  <a:pt x="8925554" y="1345888"/>
                  <a:pt x="8946985" y="1310170"/>
                  <a:pt x="8989847" y="1249844"/>
                </a:cubicBezTo>
                <a:cubicBezTo>
                  <a:pt x="8969210" y="1221270"/>
                  <a:pt x="8943810" y="1198251"/>
                  <a:pt x="8913648" y="1180788"/>
                </a:cubicBezTo>
                <a:cubicBezTo>
                  <a:pt x="8902535" y="1182376"/>
                  <a:pt x="8896979" y="1185551"/>
                  <a:pt x="8896979" y="1190313"/>
                </a:cubicBezTo>
                <a:lnTo>
                  <a:pt x="8896979" y="1226032"/>
                </a:lnTo>
                <a:lnTo>
                  <a:pt x="8839829" y="1414151"/>
                </a:lnTo>
                <a:lnTo>
                  <a:pt x="8839829" y="1426057"/>
                </a:lnTo>
                <a:lnTo>
                  <a:pt x="8873167" y="1414151"/>
                </a:lnTo>
                <a:cubicBezTo>
                  <a:pt x="8895391" y="1388751"/>
                  <a:pt x="8912855" y="1376051"/>
                  <a:pt x="8925554" y="1376051"/>
                </a:cubicBezTo>
                <a:cubicBezTo>
                  <a:pt x="8925554" y="1436376"/>
                  <a:pt x="8908092" y="1501463"/>
                  <a:pt x="8873167" y="1571313"/>
                </a:cubicBezTo>
                <a:lnTo>
                  <a:pt x="8818398" y="1692757"/>
                </a:lnTo>
                <a:lnTo>
                  <a:pt x="8818398" y="1702282"/>
                </a:lnTo>
                <a:lnTo>
                  <a:pt x="8830304" y="1702282"/>
                </a:lnTo>
                <a:cubicBezTo>
                  <a:pt x="8885866" y="1661007"/>
                  <a:pt x="8936667" y="1600682"/>
                  <a:pt x="8982704" y="1521307"/>
                </a:cubicBezTo>
                <a:lnTo>
                  <a:pt x="8985085" y="1521307"/>
                </a:lnTo>
                <a:cubicBezTo>
                  <a:pt x="8985085" y="1529245"/>
                  <a:pt x="8996198" y="1544326"/>
                  <a:pt x="9018423" y="1566551"/>
                </a:cubicBezTo>
                <a:cubicBezTo>
                  <a:pt x="9024773" y="1590364"/>
                  <a:pt x="9030329" y="1602270"/>
                  <a:pt x="9035091" y="1602270"/>
                </a:cubicBezTo>
                <a:cubicBezTo>
                  <a:pt x="9058904" y="1668945"/>
                  <a:pt x="9103354" y="1702282"/>
                  <a:pt x="9168442" y="1702282"/>
                </a:cubicBezTo>
                <a:lnTo>
                  <a:pt x="9168441" y="1695139"/>
                </a:lnTo>
                <a:cubicBezTo>
                  <a:pt x="9189079" y="1691963"/>
                  <a:pt x="9199398" y="1687201"/>
                  <a:pt x="9199398" y="1680851"/>
                </a:cubicBezTo>
                <a:cubicBezTo>
                  <a:pt x="9189873" y="1661801"/>
                  <a:pt x="9156535" y="1630845"/>
                  <a:pt x="9099385" y="1587982"/>
                </a:cubicBezTo>
                <a:cubicBezTo>
                  <a:pt x="9046998" y="1534007"/>
                  <a:pt x="9011279" y="1506226"/>
                  <a:pt x="8992229" y="1504639"/>
                </a:cubicBezTo>
                <a:lnTo>
                  <a:pt x="8989847" y="1504638"/>
                </a:lnTo>
                <a:lnTo>
                  <a:pt x="9006517" y="1445107"/>
                </a:lnTo>
                <a:lnTo>
                  <a:pt x="9006517" y="1435582"/>
                </a:lnTo>
                <a:lnTo>
                  <a:pt x="8954129" y="1364145"/>
                </a:lnTo>
                <a:lnTo>
                  <a:pt x="8954129" y="1359382"/>
                </a:lnTo>
                <a:cubicBezTo>
                  <a:pt x="9003342" y="1333982"/>
                  <a:pt x="9044616" y="1316520"/>
                  <a:pt x="9077954" y="1306995"/>
                </a:cubicBezTo>
                <a:lnTo>
                  <a:pt x="9077954" y="1318901"/>
                </a:lnTo>
                <a:cubicBezTo>
                  <a:pt x="9071604" y="1322076"/>
                  <a:pt x="9049379" y="1357795"/>
                  <a:pt x="9011279" y="1426057"/>
                </a:cubicBezTo>
                <a:lnTo>
                  <a:pt x="9018423" y="1433201"/>
                </a:lnTo>
                <a:lnTo>
                  <a:pt x="9020804" y="1433201"/>
                </a:lnTo>
                <a:lnTo>
                  <a:pt x="9068429" y="1402245"/>
                </a:lnTo>
                <a:cubicBezTo>
                  <a:pt x="9120816" y="1380020"/>
                  <a:pt x="9156536" y="1357001"/>
                  <a:pt x="9175585" y="1333188"/>
                </a:cubicBezTo>
                <a:lnTo>
                  <a:pt x="9175585" y="1328426"/>
                </a:lnTo>
                <a:cubicBezTo>
                  <a:pt x="9156536" y="1296676"/>
                  <a:pt x="9135104" y="1271276"/>
                  <a:pt x="9111291" y="1252226"/>
                </a:cubicBezTo>
                <a:close/>
                <a:moveTo>
                  <a:pt x="9556586" y="1411770"/>
                </a:moveTo>
                <a:lnTo>
                  <a:pt x="9547060" y="1435582"/>
                </a:lnTo>
                <a:lnTo>
                  <a:pt x="9542298" y="1435582"/>
                </a:lnTo>
                <a:lnTo>
                  <a:pt x="9539916" y="1433201"/>
                </a:lnTo>
                <a:cubicBezTo>
                  <a:pt x="9543091" y="1420501"/>
                  <a:pt x="9547854" y="1413357"/>
                  <a:pt x="9554204" y="1411770"/>
                </a:cubicBezTo>
                <a:close/>
                <a:moveTo>
                  <a:pt x="7944942" y="425650"/>
                </a:moveTo>
                <a:cubicBezTo>
                  <a:pt x="7950895" y="431602"/>
                  <a:pt x="7954665" y="439739"/>
                  <a:pt x="7956253" y="450057"/>
                </a:cubicBezTo>
                <a:cubicBezTo>
                  <a:pt x="7954665" y="472282"/>
                  <a:pt x="7942759" y="483395"/>
                  <a:pt x="7920534" y="483395"/>
                </a:cubicBezTo>
                <a:cubicBezTo>
                  <a:pt x="7896721" y="483395"/>
                  <a:pt x="7884815" y="472282"/>
                  <a:pt x="7884816" y="450057"/>
                </a:cubicBezTo>
                <a:cubicBezTo>
                  <a:pt x="7886402" y="429419"/>
                  <a:pt x="7898310" y="417514"/>
                  <a:pt x="7920533" y="414338"/>
                </a:cubicBezTo>
                <a:cubicBezTo>
                  <a:pt x="7930854" y="415927"/>
                  <a:pt x="7938989" y="419697"/>
                  <a:pt x="7944942" y="425650"/>
                </a:cubicBezTo>
                <a:close/>
                <a:moveTo>
                  <a:pt x="9966756" y="1587387"/>
                </a:moveTo>
                <a:cubicBezTo>
                  <a:pt x="9960802" y="1581434"/>
                  <a:pt x="9952667" y="1577664"/>
                  <a:pt x="9942348" y="1576076"/>
                </a:cubicBezTo>
                <a:cubicBezTo>
                  <a:pt x="9920123" y="1579251"/>
                  <a:pt x="9908217" y="1591157"/>
                  <a:pt x="9906629" y="1611794"/>
                </a:cubicBezTo>
                <a:cubicBezTo>
                  <a:pt x="9906629" y="1634020"/>
                  <a:pt x="9918535" y="1645132"/>
                  <a:pt x="9942348" y="1645133"/>
                </a:cubicBezTo>
                <a:cubicBezTo>
                  <a:pt x="9964572" y="1645132"/>
                  <a:pt x="9976479" y="1634019"/>
                  <a:pt x="9978066" y="1611795"/>
                </a:cubicBezTo>
                <a:cubicBezTo>
                  <a:pt x="9976479" y="1601476"/>
                  <a:pt x="9972709" y="1593340"/>
                  <a:pt x="9966756" y="1587387"/>
                </a:cubicBezTo>
                <a:close/>
                <a:moveTo>
                  <a:pt x="7499053" y="1"/>
                </a:moveTo>
                <a:cubicBezTo>
                  <a:pt x="7560965" y="38101"/>
                  <a:pt x="7591922" y="68264"/>
                  <a:pt x="7591922" y="90489"/>
                </a:cubicBezTo>
                <a:cubicBezTo>
                  <a:pt x="7583985" y="90489"/>
                  <a:pt x="7558584" y="103189"/>
                  <a:pt x="7515720" y="128588"/>
                </a:cubicBezTo>
                <a:cubicBezTo>
                  <a:pt x="7503021" y="128589"/>
                  <a:pt x="7492703" y="134145"/>
                  <a:pt x="7484766" y="145257"/>
                </a:cubicBezTo>
                <a:lnTo>
                  <a:pt x="7534771" y="202407"/>
                </a:lnTo>
                <a:lnTo>
                  <a:pt x="7546677" y="202407"/>
                </a:lnTo>
                <a:lnTo>
                  <a:pt x="7572871" y="197645"/>
                </a:lnTo>
                <a:cubicBezTo>
                  <a:pt x="7593509" y="203995"/>
                  <a:pt x="7603828" y="208758"/>
                  <a:pt x="7603827" y="211932"/>
                </a:cubicBezTo>
                <a:cubicBezTo>
                  <a:pt x="7592715" y="226220"/>
                  <a:pt x="7576842" y="233364"/>
                  <a:pt x="7556203" y="233364"/>
                </a:cubicBezTo>
                <a:lnTo>
                  <a:pt x="7556202" y="269082"/>
                </a:lnTo>
                <a:lnTo>
                  <a:pt x="7558583" y="273844"/>
                </a:lnTo>
                <a:lnTo>
                  <a:pt x="7558584" y="276226"/>
                </a:lnTo>
                <a:lnTo>
                  <a:pt x="7563347" y="273845"/>
                </a:lnTo>
                <a:lnTo>
                  <a:pt x="7677646" y="273845"/>
                </a:lnTo>
                <a:lnTo>
                  <a:pt x="7694315" y="269082"/>
                </a:lnTo>
                <a:cubicBezTo>
                  <a:pt x="7737178" y="273845"/>
                  <a:pt x="7758610" y="280195"/>
                  <a:pt x="7758609" y="288132"/>
                </a:cubicBezTo>
                <a:lnTo>
                  <a:pt x="7758610" y="295277"/>
                </a:lnTo>
                <a:lnTo>
                  <a:pt x="7737178" y="297657"/>
                </a:lnTo>
                <a:lnTo>
                  <a:pt x="7639547" y="302420"/>
                </a:lnTo>
                <a:lnTo>
                  <a:pt x="7615734" y="297658"/>
                </a:lnTo>
                <a:lnTo>
                  <a:pt x="7558583" y="304801"/>
                </a:lnTo>
                <a:cubicBezTo>
                  <a:pt x="7558583" y="412751"/>
                  <a:pt x="7537152" y="489745"/>
                  <a:pt x="7494291" y="535783"/>
                </a:cubicBezTo>
                <a:cubicBezTo>
                  <a:pt x="7475240" y="554832"/>
                  <a:pt x="7438727" y="564357"/>
                  <a:pt x="7384753" y="564357"/>
                </a:cubicBezTo>
                <a:lnTo>
                  <a:pt x="7389516" y="523876"/>
                </a:lnTo>
                <a:lnTo>
                  <a:pt x="7389515" y="514351"/>
                </a:lnTo>
                <a:cubicBezTo>
                  <a:pt x="7421265" y="496889"/>
                  <a:pt x="7437140" y="454820"/>
                  <a:pt x="7437140" y="388145"/>
                </a:cubicBezTo>
                <a:lnTo>
                  <a:pt x="7441903" y="354808"/>
                </a:lnTo>
                <a:lnTo>
                  <a:pt x="7441903" y="311945"/>
                </a:lnTo>
                <a:lnTo>
                  <a:pt x="7437140" y="311945"/>
                </a:lnTo>
                <a:cubicBezTo>
                  <a:pt x="7397454" y="311945"/>
                  <a:pt x="7349034" y="321470"/>
                  <a:pt x="7291884" y="340520"/>
                </a:cubicBezTo>
                <a:lnTo>
                  <a:pt x="7275215" y="340520"/>
                </a:lnTo>
                <a:cubicBezTo>
                  <a:pt x="7259340" y="330995"/>
                  <a:pt x="7240290" y="323851"/>
                  <a:pt x="7218066" y="319089"/>
                </a:cubicBezTo>
                <a:lnTo>
                  <a:pt x="7218065" y="309563"/>
                </a:lnTo>
                <a:cubicBezTo>
                  <a:pt x="7367291" y="293689"/>
                  <a:pt x="7441902" y="282576"/>
                  <a:pt x="7441903" y="276226"/>
                </a:cubicBezTo>
                <a:lnTo>
                  <a:pt x="7437140" y="240507"/>
                </a:lnTo>
                <a:lnTo>
                  <a:pt x="7434759" y="240508"/>
                </a:lnTo>
                <a:cubicBezTo>
                  <a:pt x="7412534" y="240508"/>
                  <a:pt x="7386340" y="245270"/>
                  <a:pt x="7356179" y="254796"/>
                </a:cubicBezTo>
                <a:cubicBezTo>
                  <a:pt x="7340302" y="250032"/>
                  <a:pt x="7332366" y="245270"/>
                  <a:pt x="7332365" y="240507"/>
                </a:cubicBezTo>
                <a:lnTo>
                  <a:pt x="7332365" y="238126"/>
                </a:lnTo>
                <a:cubicBezTo>
                  <a:pt x="7332365" y="234951"/>
                  <a:pt x="7366496" y="227807"/>
                  <a:pt x="7434760" y="216695"/>
                </a:cubicBezTo>
                <a:lnTo>
                  <a:pt x="7437140" y="211932"/>
                </a:lnTo>
                <a:cubicBezTo>
                  <a:pt x="7435553" y="181770"/>
                  <a:pt x="7431584" y="166688"/>
                  <a:pt x="7425234" y="166689"/>
                </a:cubicBezTo>
                <a:lnTo>
                  <a:pt x="7377609" y="188120"/>
                </a:lnTo>
                <a:lnTo>
                  <a:pt x="7353796" y="188120"/>
                </a:lnTo>
                <a:lnTo>
                  <a:pt x="7339509" y="176214"/>
                </a:lnTo>
                <a:cubicBezTo>
                  <a:pt x="7339509" y="160339"/>
                  <a:pt x="7358558" y="143669"/>
                  <a:pt x="7396658" y="126207"/>
                </a:cubicBezTo>
                <a:cubicBezTo>
                  <a:pt x="7455396" y="65882"/>
                  <a:pt x="7484766" y="30957"/>
                  <a:pt x="7484764" y="21432"/>
                </a:cubicBezTo>
                <a:cubicBezTo>
                  <a:pt x="7489528" y="7145"/>
                  <a:pt x="7494289" y="0"/>
                  <a:pt x="7499053" y="1"/>
                </a:cubicBezTo>
                <a:close/>
                <a:moveTo>
                  <a:pt x="9644691" y="1187932"/>
                </a:moveTo>
                <a:cubicBezTo>
                  <a:pt x="9644691" y="1222857"/>
                  <a:pt x="9626435" y="1281595"/>
                  <a:pt x="9589923" y="1364145"/>
                </a:cubicBezTo>
                <a:cubicBezTo>
                  <a:pt x="9567698" y="1370495"/>
                  <a:pt x="9553410" y="1377639"/>
                  <a:pt x="9547060" y="1385576"/>
                </a:cubicBezTo>
                <a:lnTo>
                  <a:pt x="9547060" y="1357001"/>
                </a:lnTo>
                <a:cubicBezTo>
                  <a:pt x="9547060" y="1336363"/>
                  <a:pt x="9563729" y="1326045"/>
                  <a:pt x="9597066" y="1326045"/>
                </a:cubicBezTo>
                <a:lnTo>
                  <a:pt x="9597066" y="1321282"/>
                </a:lnTo>
                <a:cubicBezTo>
                  <a:pt x="9597066" y="1313345"/>
                  <a:pt x="9583573" y="1309376"/>
                  <a:pt x="9556586" y="1309376"/>
                </a:cubicBezTo>
                <a:lnTo>
                  <a:pt x="9554204" y="1309376"/>
                </a:lnTo>
                <a:cubicBezTo>
                  <a:pt x="9554204" y="1282389"/>
                  <a:pt x="9537535" y="1259369"/>
                  <a:pt x="9504198" y="1240320"/>
                </a:cubicBezTo>
                <a:lnTo>
                  <a:pt x="9504198" y="1237938"/>
                </a:lnTo>
                <a:cubicBezTo>
                  <a:pt x="9543886" y="1220476"/>
                  <a:pt x="9589923" y="1203807"/>
                  <a:pt x="9642310" y="1187932"/>
                </a:cubicBezTo>
                <a:close/>
                <a:moveTo>
                  <a:pt x="9644691" y="1168882"/>
                </a:moveTo>
                <a:lnTo>
                  <a:pt x="9635166" y="1178407"/>
                </a:lnTo>
                <a:cubicBezTo>
                  <a:pt x="9598654" y="1178407"/>
                  <a:pt x="9528804" y="1199045"/>
                  <a:pt x="9425617" y="1240320"/>
                </a:cubicBezTo>
                <a:lnTo>
                  <a:pt x="9425616" y="1245082"/>
                </a:lnTo>
                <a:lnTo>
                  <a:pt x="9430379" y="1247463"/>
                </a:lnTo>
                <a:lnTo>
                  <a:pt x="9487529" y="1240320"/>
                </a:lnTo>
                <a:lnTo>
                  <a:pt x="9487529" y="1256989"/>
                </a:lnTo>
                <a:lnTo>
                  <a:pt x="9482767" y="1321282"/>
                </a:lnTo>
                <a:cubicBezTo>
                  <a:pt x="9444667" y="1324457"/>
                  <a:pt x="9420061" y="1328426"/>
                  <a:pt x="9408948" y="1333188"/>
                </a:cubicBezTo>
                <a:lnTo>
                  <a:pt x="9416091" y="1342714"/>
                </a:lnTo>
                <a:lnTo>
                  <a:pt x="9480385" y="1342713"/>
                </a:lnTo>
                <a:lnTo>
                  <a:pt x="9475623" y="1390338"/>
                </a:lnTo>
                <a:cubicBezTo>
                  <a:pt x="9475622" y="1406213"/>
                  <a:pt x="9456573" y="1415738"/>
                  <a:pt x="9418473" y="1418913"/>
                </a:cubicBezTo>
                <a:cubicBezTo>
                  <a:pt x="9415298" y="1418914"/>
                  <a:pt x="9407360" y="1399070"/>
                  <a:pt x="9394660" y="1359382"/>
                </a:cubicBezTo>
                <a:lnTo>
                  <a:pt x="9392279" y="1357001"/>
                </a:lnTo>
                <a:cubicBezTo>
                  <a:pt x="9392279" y="1322076"/>
                  <a:pt x="9363704" y="1290326"/>
                  <a:pt x="9306554" y="1261751"/>
                </a:cubicBezTo>
                <a:lnTo>
                  <a:pt x="9323223" y="1402245"/>
                </a:lnTo>
                <a:cubicBezTo>
                  <a:pt x="9323223" y="1440345"/>
                  <a:pt x="9341479" y="1459395"/>
                  <a:pt x="9377992" y="1459395"/>
                </a:cubicBezTo>
                <a:cubicBezTo>
                  <a:pt x="9398630" y="1459395"/>
                  <a:pt x="9412123" y="1449076"/>
                  <a:pt x="9418473" y="1428438"/>
                </a:cubicBezTo>
                <a:lnTo>
                  <a:pt x="9423235" y="1433201"/>
                </a:lnTo>
                <a:lnTo>
                  <a:pt x="9466098" y="1428438"/>
                </a:lnTo>
                <a:lnTo>
                  <a:pt x="9475623" y="1428438"/>
                </a:lnTo>
                <a:lnTo>
                  <a:pt x="9473242" y="1478445"/>
                </a:lnTo>
                <a:lnTo>
                  <a:pt x="9473242" y="1509401"/>
                </a:lnTo>
                <a:lnTo>
                  <a:pt x="9468479" y="1509401"/>
                </a:lnTo>
                <a:lnTo>
                  <a:pt x="9411329" y="1518926"/>
                </a:lnTo>
                <a:lnTo>
                  <a:pt x="9394660" y="1518926"/>
                </a:lnTo>
                <a:lnTo>
                  <a:pt x="9387516" y="1526070"/>
                </a:lnTo>
                <a:cubicBezTo>
                  <a:pt x="9387517" y="1535595"/>
                  <a:pt x="9401804" y="1542739"/>
                  <a:pt x="9430379" y="1547501"/>
                </a:cubicBezTo>
                <a:lnTo>
                  <a:pt x="9432760" y="1547501"/>
                </a:lnTo>
                <a:lnTo>
                  <a:pt x="9468479" y="1545120"/>
                </a:lnTo>
                <a:lnTo>
                  <a:pt x="9468479" y="1561788"/>
                </a:lnTo>
                <a:lnTo>
                  <a:pt x="9466098" y="1597507"/>
                </a:lnTo>
                <a:lnTo>
                  <a:pt x="9468479" y="1611795"/>
                </a:lnTo>
                <a:lnTo>
                  <a:pt x="9458954" y="1616557"/>
                </a:lnTo>
                <a:lnTo>
                  <a:pt x="9458954" y="1611795"/>
                </a:lnTo>
                <a:lnTo>
                  <a:pt x="9251785" y="1628463"/>
                </a:lnTo>
                <a:lnTo>
                  <a:pt x="9235116" y="1623701"/>
                </a:lnTo>
                <a:lnTo>
                  <a:pt x="9227973" y="1628463"/>
                </a:lnTo>
                <a:cubicBezTo>
                  <a:pt x="9227973" y="1634813"/>
                  <a:pt x="9242260" y="1652276"/>
                  <a:pt x="9270835" y="1680851"/>
                </a:cubicBezTo>
                <a:cubicBezTo>
                  <a:pt x="9399423" y="1653863"/>
                  <a:pt x="9491498" y="1640370"/>
                  <a:pt x="9547060" y="1640370"/>
                </a:cubicBezTo>
                <a:lnTo>
                  <a:pt x="9570872" y="1640369"/>
                </a:lnTo>
                <a:lnTo>
                  <a:pt x="9589923" y="1637988"/>
                </a:lnTo>
                <a:lnTo>
                  <a:pt x="9592304" y="1640370"/>
                </a:lnTo>
                <a:lnTo>
                  <a:pt x="9644691" y="1637989"/>
                </a:lnTo>
                <a:cubicBezTo>
                  <a:pt x="9709779" y="1637988"/>
                  <a:pt x="9747879" y="1641163"/>
                  <a:pt x="9758991" y="1647513"/>
                </a:cubicBezTo>
                <a:cubicBezTo>
                  <a:pt x="9782804" y="1645926"/>
                  <a:pt x="9794710" y="1641163"/>
                  <a:pt x="9794710" y="1633226"/>
                </a:cubicBezTo>
                <a:lnTo>
                  <a:pt x="9775660" y="1611795"/>
                </a:lnTo>
                <a:cubicBezTo>
                  <a:pt x="9761373" y="1611795"/>
                  <a:pt x="9754229" y="1609413"/>
                  <a:pt x="9754229" y="1604651"/>
                </a:cubicBezTo>
                <a:lnTo>
                  <a:pt x="9520866" y="1611795"/>
                </a:lnTo>
                <a:lnTo>
                  <a:pt x="9528010" y="1545119"/>
                </a:lnTo>
                <a:cubicBezTo>
                  <a:pt x="9570873" y="1530832"/>
                  <a:pt x="9592304" y="1520514"/>
                  <a:pt x="9592304" y="1514164"/>
                </a:cubicBezTo>
                <a:lnTo>
                  <a:pt x="9592304" y="1509401"/>
                </a:lnTo>
                <a:lnTo>
                  <a:pt x="9556585" y="1502257"/>
                </a:lnTo>
                <a:lnTo>
                  <a:pt x="9535154" y="1502257"/>
                </a:lnTo>
                <a:lnTo>
                  <a:pt x="9539916" y="1471301"/>
                </a:lnTo>
                <a:lnTo>
                  <a:pt x="9539916" y="1466538"/>
                </a:lnTo>
                <a:cubicBezTo>
                  <a:pt x="9565317" y="1484001"/>
                  <a:pt x="9589129" y="1492732"/>
                  <a:pt x="9611354" y="1492732"/>
                </a:cubicBezTo>
                <a:lnTo>
                  <a:pt x="9670885" y="1433201"/>
                </a:lnTo>
                <a:cubicBezTo>
                  <a:pt x="9696285" y="1404626"/>
                  <a:pt x="9721685" y="1359382"/>
                  <a:pt x="9747085" y="1297470"/>
                </a:cubicBezTo>
                <a:cubicBezTo>
                  <a:pt x="9735972" y="1253019"/>
                  <a:pt x="9701842" y="1210157"/>
                  <a:pt x="9644691" y="1168882"/>
                </a:cubicBezTo>
                <a:close/>
                <a:moveTo>
                  <a:pt x="8037214" y="170855"/>
                </a:moveTo>
                <a:cubicBezTo>
                  <a:pt x="8057058" y="187127"/>
                  <a:pt x="8068171" y="210345"/>
                  <a:pt x="8070552" y="240507"/>
                </a:cubicBezTo>
                <a:cubicBezTo>
                  <a:pt x="8070552" y="278607"/>
                  <a:pt x="8038008" y="308769"/>
                  <a:pt x="7972921" y="330995"/>
                </a:cubicBezTo>
                <a:cubicBezTo>
                  <a:pt x="7961809" y="334170"/>
                  <a:pt x="7955458" y="336551"/>
                  <a:pt x="7953872" y="338139"/>
                </a:cubicBezTo>
                <a:cubicBezTo>
                  <a:pt x="7941172" y="346077"/>
                  <a:pt x="7934822" y="356395"/>
                  <a:pt x="7934823" y="369096"/>
                </a:cubicBezTo>
                <a:lnTo>
                  <a:pt x="7934822" y="388145"/>
                </a:lnTo>
                <a:cubicBezTo>
                  <a:pt x="7931646" y="399257"/>
                  <a:pt x="7925296" y="404020"/>
                  <a:pt x="7915772" y="402433"/>
                </a:cubicBezTo>
                <a:cubicBezTo>
                  <a:pt x="7903072" y="400845"/>
                  <a:pt x="7896721" y="394495"/>
                  <a:pt x="7896721" y="383382"/>
                </a:cubicBezTo>
                <a:lnTo>
                  <a:pt x="7896721" y="361951"/>
                </a:lnTo>
                <a:cubicBezTo>
                  <a:pt x="7895133" y="336551"/>
                  <a:pt x="7911009" y="316707"/>
                  <a:pt x="7944347" y="302420"/>
                </a:cubicBezTo>
                <a:cubicBezTo>
                  <a:pt x="7945933" y="302420"/>
                  <a:pt x="7949109" y="301626"/>
                  <a:pt x="7953871" y="300039"/>
                </a:cubicBezTo>
                <a:cubicBezTo>
                  <a:pt x="8007847" y="280989"/>
                  <a:pt x="8034833" y="261145"/>
                  <a:pt x="8034835" y="240508"/>
                </a:cubicBezTo>
                <a:cubicBezTo>
                  <a:pt x="8031659" y="199232"/>
                  <a:pt x="8003084" y="177007"/>
                  <a:pt x="7949110" y="173833"/>
                </a:cubicBezTo>
                <a:cubicBezTo>
                  <a:pt x="7915771" y="175420"/>
                  <a:pt x="7874497" y="192883"/>
                  <a:pt x="7825284" y="226220"/>
                </a:cubicBezTo>
                <a:cubicBezTo>
                  <a:pt x="7814171" y="230982"/>
                  <a:pt x="7808615" y="227013"/>
                  <a:pt x="7808615" y="214314"/>
                </a:cubicBezTo>
                <a:cubicBezTo>
                  <a:pt x="7808616" y="195264"/>
                  <a:pt x="7813377" y="178595"/>
                  <a:pt x="7822902" y="164307"/>
                </a:cubicBezTo>
                <a:cubicBezTo>
                  <a:pt x="7826077" y="162720"/>
                  <a:pt x="7829252" y="161926"/>
                  <a:pt x="7832428" y="161926"/>
                </a:cubicBezTo>
                <a:cubicBezTo>
                  <a:pt x="7835602" y="165101"/>
                  <a:pt x="7838778" y="168276"/>
                  <a:pt x="7841953" y="171451"/>
                </a:cubicBezTo>
                <a:cubicBezTo>
                  <a:pt x="7853065" y="171451"/>
                  <a:pt x="7864177" y="168276"/>
                  <a:pt x="7875291" y="161926"/>
                </a:cubicBezTo>
                <a:cubicBezTo>
                  <a:pt x="7880053" y="160339"/>
                  <a:pt x="7884815" y="158751"/>
                  <a:pt x="7889578" y="157164"/>
                </a:cubicBezTo>
                <a:cubicBezTo>
                  <a:pt x="7911803" y="147639"/>
                  <a:pt x="7932440" y="142876"/>
                  <a:pt x="7951491" y="142876"/>
                </a:cubicBezTo>
                <a:cubicBezTo>
                  <a:pt x="7988796" y="145258"/>
                  <a:pt x="8017371" y="154584"/>
                  <a:pt x="8037214" y="170855"/>
                </a:cubicBezTo>
                <a:close/>
                <a:moveTo>
                  <a:pt x="10059029" y="1332593"/>
                </a:moveTo>
                <a:cubicBezTo>
                  <a:pt x="10039185" y="1316321"/>
                  <a:pt x="10010610" y="1306995"/>
                  <a:pt x="9973304" y="1304613"/>
                </a:cubicBezTo>
                <a:cubicBezTo>
                  <a:pt x="9954254" y="1304613"/>
                  <a:pt x="9933616" y="1309376"/>
                  <a:pt x="9911392" y="1318901"/>
                </a:cubicBezTo>
                <a:cubicBezTo>
                  <a:pt x="9906629" y="1320488"/>
                  <a:pt x="9901866" y="1322076"/>
                  <a:pt x="9897104" y="1323663"/>
                </a:cubicBezTo>
                <a:cubicBezTo>
                  <a:pt x="9885991" y="1330013"/>
                  <a:pt x="9874879" y="1333188"/>
                  <a:pt x="9863766" y="1333189"/>
                </a:cubicBezTo>
                <a:cubicBezTo>
                  <a:pt x="9860591" y="1330013"/>
                  <a:pt x="9857416" y="1326838"/>
                  <a:pt x="9854241" y="1323663"/>
                </a:cubicBezTo>
                <a:cubicBezTo>
                  <a:pt x="9851066" y="1323663"/>
                  <a:pt x="9847891" y="1324457"/>
                  <a:pt x="9844716" y="1326045"/>
                </a:cubicBezTo>
                <a:cubicBezTo>
                  <a:pt x="9835192" y="1340332"/>
                  <a:pt x="9830429" y="1357001"/>
                  <a:pt x="9830429" y="1376051"/>
                </a:cubicBezTo>
                <a:cubicBezTo>
                  <a:pt x="9830429" y="1388751"/>
                  <a:pt x="9835985" y="1392719"/>
                  <a:pt x="9847098" y="1387957"/>
                </a:cubicBezTo>
                <a:cubicBezTo>
                  <a:pt x="9896311" y="1354620"/>
                  <a:pt x="9937585" y="1337157"/>
                  <a:pt x="9970923" y="1335570"/>
                </a:cubicBezTo>
                <a:cubicBezTo>
                  <a:pt x="10024898" y="1338744"/>
                  <a:pt x="10053473" y="1360969"/>
                  <a:pt x="10056647" y="1402245"/>
                </a:cubicBezTo>
                <a:cubicBezTo>
                  <a:pt x="10056648" y="1422882"/>
                  <a:pt x="10029661" y="1442726"/>
                  <a:pt x="9975685" y="1461776"/>
                </a:cubicBezTo>
                <a:cubicBezTo>
                  <a:pt x="9970923" y="1463363"/>
                  <a:pt x="9967748" y="1464157"/>
                  <a:pt x="9966160" y="1464157"/>
                </a:cubicBezTo>
                <a:cubicBezTo>
                  <a:pt x="9932823" y="1478445"/>
                  <a:pt x="9916947" y="1498288"/>
                  <a:pt x="9918535" y="1523688"/>
                </a:cubicBezTo>
                <a:lnTo>
                  <a:pt x="9918535" y="1545120"/>
                </a:lnTo>
                <a:cubicBezTo>
                  <a:pt x="9918535" y="1556232"/>
                  <a:pt x="9924885" y="1562582"/>
                  <a:pt x="9937586" y="1564170"/>
                </a:cubicBezTo>
                <a:cubicBezTo>
                  <a:pt x="9947110" y="1565757"/>
                  <a:pt x="9953461" y="1560995"/>
                  <a:pt x="9956635" y="1549882"/>
                </a:cubicBezTo>
                <a:lnTo>
                  <a:pt x="9956635" y="1530832"/>
                </a:lnTo>
                <a:cubicBezTo>
                  <a:pt x="9956635" y="1518132"/>
                  <a:pt x="9962985" y="1507813"/>
                  <a:pt x="9975685" y="1499876"/>
                </a:cubicBezTo>
                <a:cubicBezTo>
                  <a:pt x="9977273" y="1498288"/>
                  <a:pt x="9983623" y="1495907"/>
                  <a:pt x="9994735" y="1492732"/>
                </a:cubicBezTo>
                <a:cubicBezTo>
                  <a:pt x="10059822" y="1470507"/>
                  <a:pt x="10092367" y="1440345"/>
                  <a:pt x="10092367" y="1402245"/>
                </a:cubicBezTo>
                <a:cubicBezTo>
                  <a:pt x="10089985" y="1372082"/>
                  <a:pt x="10078873" y="1348865"/>
                  <a:pt x="10059029" y="1332593"/>
                </a:cubicBezTo>
                <a:close/>
                <a:moveTo>
                  <a:pt x="14519377" y="3099342"/>
                </a:moveTo>
                <a:lnTo>
                  <a:pt x="14516343" y="4081976"/>
                </a:lnTo>
                <a:lnTo>
                  <a:pt x="0" y="4037153"/>
                </a:lnTo>
                <a:lnTo>
                  <a:pt x="3034" y="3054518"/>
                </a:lnTo>
                <a:close/>
                <a:moveTo>
                  <a:pt x="15084272" y="993389"/>
                </a:moveTo>
                <a:lnTo>
                  <a:pt x="15081238" y="1976024"/>
                </a:lnTo>
                <a:lnTo>
                  <a:pt x="564895" y="1931200"/>
                </a:lnTo>
                <a:lnTo>
                  <a:pt x="567929" y="948566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8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sp>
        <p:nvSpPr>
          <p:cNvPr id="9" name="直角三角形 8"/>
          <p:cNvSpPr/>
          <p:nvPr/>
        </p:nvSpPr>
        <p:spPr>
          <a:xfrm flipH="1">
            <a:off x="5444195" y="3108960"/>
            <a:ext cx="6747804" cy="3749040"/>
          </a:xfrm>
          <a:prstGeom prst="rt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sp>
        <p:nvSpPr>
          <p:cNvPr id="2" name="直角三角形 1"/>
          <p:cNvSpPr/>
          <p:nvPr/>
        </p:nvSpPr>
        <p:spPr>
          <a:xfrm rot="5400000">
            <a:off x="868875" y="-868876"/>
            <a:ext cx="2159000" cy="3896751"/>
          </a:xfrm>
          <a:prstGeom prst="rt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87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-15992" y="535071"/>
            <a:ext cx="6756032" cy="830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绝招一：肮脏的疫苗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5760" y="1969661"/>
            <a:ext cx="8261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当你向其他人推荐某人或某件商品的时候</a:t>
            </a:r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</a:p>
        </p:txBody>
      </p:sp>
      <p:sp>
        <p:nvSpPr>
          <p:cNvPr id="13" name="任意多边形 12"/>
          <p:cNvSpPr/>
          <p:nvPr/>
        </p:nvSpPr>
        <p:spPr>
          <a:xfrm flipH="1">
            <a:off x="7526160" y="2220687"/>
            <a:ext cx="4665837" cy="4637314"/>
          </a:xfrm>
          <a:custGeom>
            <a:avLst/>
            <a:gdLst/>
            <a:ahLst/>
            <a:cxnLst/>
            <a:rect l="l" t="t" r="r" b="b"/>
            <a:pathLst>
              <a:path w="4665837" h="4637314">
                <a:moveTo>
                  <a:pt x="2882027" y="3217471"/>
                </a:moveTo>
                <a:lnTo>
                  <a:pt x="3073088" y="3430769"/>
                </a:lnTo>
                <a:lnTo>
                  <a:pt x="3078647" y="3428953"/>
                </a:lnTo>
                <a:cubicBezTo>
                  <a:pt x="3123477" y="3411875"/>
                  <a:pt x="3145892" y="3394797"/>
                  <a:pt x="3145892" y="3377719"/>
                </a:cubicBezTo>
                <a:lnTo>
                  <a:pt x="3145892" y="3343563"/>
                </a:lnTo>
                <a:cubicBezTo>
                  <a:pt x="3145892" y="3329331"/>
                  <a:pt x="3083628" y="3297310"/>
                  <a:pt x="2959101" y="3247499"/>
                </a:cubicBezTo>
                <a:close/>
                <a:moveTo>
                  <a:pt x="2092358" y="2335890"/>
                </a:moveTo>
                <a:lnTo>
                  <a:pt x="2095593" y="2344499"/>
                </a:lnTo>
                <a:cubicBezTo>
                  <a:pt x="2175291" y="2538050"/>
                  <a:pt x="2263527" y="2717369"/>
                  <a:pt x="2360303" y="2882457"/>
                </a:cubicBezTo>
                <a:lnTo>
                  <a:pt x="2667707" y="3138627"/>
                </a:lnTo>
                <a:cubicBezTo>
                  <a:pt x="2747404" y="3167090"/>
                  <a:pt x="2817140" y="3192707"/>
                  <a:pt x="2876913" y="3215478"/>
                </a:cubicBezTo>
                <a:lnTo>
                  <a:pt x="2882027" y="3217471"/>
                </a:lnTo>
                <a:close/>
                <a:moveTo>
                  <a:pt x="1489323" y="64582"/>
                </a:moveTo>
                <a:lnTo>
                  <a:pt x="1421011" y="64582"/>
                </a:lnTo>
                <a:cubicBezTo>
                  <a:pt x="1238846" y="132894"/>
                  <a:pt x="1045295" y="411835"/>
                  <a:pt x="840359" y="901405"/>
                </a:cubicBezTo>
                <a:lnTo>
                  <a:pt x="817411" y="912551"/>
                </a:lnTo>
                <a:lnTo>
                  <a:pt x="2092358" y="2335890"/>
                </a:lnTo>
                <a:lnTo>
                  <a:pt x="1982452" y="2043498"/>
                </a:lnTo>
                <a:cubicBezTo>
                  <a:pt x="1946872" y="1939607"/>
                  <a:pt x="1913428" y="1832158"/>
                  <a:pt x="1882118" y="1721150"/>
                </a:cubicBezTo>
                <a:cubicBezTo>
                  <a:pt x="1813806" y="1721150"/>
                  <a:pt x="1722723" y="1362512"/>
                  <a:pt x="1608870" y="645235"/>
                </a:cubicBezTo>
                <a:lnTo>
                  <a:pt x="1643026" y="594001"/>
                </a:lnTo>
                <a:cubicBezTo>
                  <a:pt x="1813806" y="685084"/>
                  <a:pt x="2229371" y="747703"/>
                  <a:pt x="2889722" y="781859"/>
                </a:cubicBezTo>
                <a:lnTo>
                  <a:pt x="2975112" y="833093"/>
                </a:lnTo>
                <a:lnTo>
                  <a:pt x="2650629" y="1550370"/>
                </a:lnTo>
                <a:cubicBezTo>
                  <a:pt x="2650629" y="1778077"/>
                  <a:pt x="2906800" y="2222106"/>
                  <a:pt x="3419141" y="2882457"/>
                </a:cubicBezTo>
                <a:cubicBezTo>
                  <a:pt x="3965638" y="3406183"/>
                  <a:pt x="4364125" y="3668046"/>
                  <a:pt x="4614603" y="3668046"/>
                </a:cubicBezTo>
                <a:lnTo>
                  <a:pt x="4665837" y="3582656"/>
                </a:lnTo>
                <a:cubicBezTo>
                  <a:pt x="4665837" y="3400490"/>
                  <a:pt x="4529213" y="3172783"/>
                  <a:pt x="4255964" y="2899535"/>
                </a:cubicBezTo>
                <a:cubicBezTo>
                  <a:pt x="3595613" y="1920394"/>
                  <a:pt x="3236975" y="1254351"/>
                  <a:pt x="3180048" y="901405"/>
                </a:cubicBezTo>
                <a:lnTo>
                  <a:pt x="3197126" y="901405"/>
                </a:lnTo>
                <a:cubicBezTo>
                  <a:pt x="3436219" y="935561"/>
                  <a:pt x="3589921" y="981103"/>
                  <a:pt x="3658233" y="1038030"/>
                </a:cubicBezTo>
                <a:lnTo>
                  <a:pt x="3743623" y="1038030"/>
                </a:lnTo>
                <a:cubicBezTo>
                  <a:pt x="3903018" y="946947"/>
                  <a:pt x="4051028" y="793244"/>
                  <a:pt x="4187652" y="576923"/>
                </a:cubicBezTo>
                <a:lnTo>
                  <a:pt x="4153496" y="525689"/>
                </a:lnTo>
                <a:lnTo>
                  <a:pt x="4153496" y="508611"/>
                </a:lnTo>
                <a:lnTo>
                  <a:pt x="3897326" y="525689"/>
                </a:lnTo>
                <a:cubicBezTo>
                  <a:pt x="2360303" y="457377"/>
                  <a:pt x="1591792" y="389064"/>
                  <a:pt x="1591792" y="320752"/>
                </a:cubicBezTo>
                <a:cubicBezTo>
                  <a:pt x="1569021" y="149972"/>
                  <a:pt x="1534865" y="64582"/>
                  <a:pt x="1489323" y="64582"/>
                </a:cubicBezTo>
                <a:close/>
                <a:moveTo>
                  <a:pt x="0" y="0"/>
                </a:moveTo>
                <a:lnTo>
                  <a:pt x="0" y="4637314"/>
                </a:lnTo>
                <a:lnTo>
                  <a:pt x="4153843" y="4637314"/>
                </a:lnTo>
                <a:lnTo>
                  <a:pt x="3073088" y="3430769"/>
                </a:lnTo>
                <a:lnTo>
                  <a:pt x="3026346" y="3446031"/>
                </a:lnTo>
                <a:cubicBezTo>
                  <a:pt x="2946648" y="3468802"/>
                  <a:pt x="2827102" y="3491573"/>
                  <a:pt x="2667707" y="3514343"/>
                </a:cubicBezTo>
                <a:cubicBezTo>
                  <a:pt x="2667707" y="3685124"/>
                  <a:pt x="2570932" y="3793285"/>
                  <a:pt x="2377381" y="3838826"/>
                </a:cubicBezTo>
                <a:cubicBezTo>
                  <a:pt x="2217986" y="3838826"/>
                  <a:pt x="1933352" y="3485880"/>
                  <a:pt x="1523479" y="2779988"/>
                </a:cubicBezTo>
                <a:cubicBezTo>
                  <a:pt x="1147763" y="1823619"/>
                  <a:pt x="920056" y="1345434"/>
                  <a:pt x="840359" y="1345434"/>
                </a:cubicBezTo>
                <a:cubicBezTo>
                  <a:pt x="817588" y="1174654"/>
                  <a:pt x="789125" y="1089264"/>
                  <a:pt x="754969" y="1089264"/>
                </a:cubicBezTo>
                <a:cubicBezTo>
                  <a:pt x="754969" y="1003873"/>
                  <a:pt x="770979" y="947302"/>
                  <a:pt x="803000" y="919551"/>
                </a:cubicBezTo>
                <a:lnTo>
                  <a:pt x="817411" y="912551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846260" y="3538739"/>
            <a:ext cx="6694357" cy="2292699"/>
            <a:chOff x="686118" y="4216759"/>
            <a:chExt cx="6694357" cy="2292699"/>
          </a:xfrm>
        </p:grpSpPr>
        <p:sp>
          <p:nvSpPr>
            <p:cNvPr id="2" name="矩形 1"/>
            <p:cNvSpPr/>
            <p:nvPr/>
          </p:nvSpPr>
          <p:spPr>
            <a:xfrm>
              <a:off x="686118" y="4216759"/>
              <a:ext cx="6694357" cy="21929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solidFill>
                    <a:srgbClr val="FFC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一味地隐瞒负面资讯，反而更可疑！</a:t>
              </a:r>
              <a:endParaRPr lang="en-US" altLang="zh-CN" sz="2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endParaRPr lang="en-US" altLang="zh-CN" sz="2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800" dirty="0">
                  <a:solidFill>
                    <a:srgbClr val="FFC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将轻微的负面资讯告诉对方，以避开最差的状况，麻痹对方的警戒心</a:t>
              </a:r>
            </a:p>
          </p:txBody>
        </p:sp>
        <p:cxnSp>
          <p:nvCxnSpPr>
            <p:cNvPr id="24" name="直接连接符 23"/>
            <p:cNvCxnSpPr/>
            <p:nvPr/>
          </p:nvCxnSpPr>
          <p:spPr>
            <a:xfrm>
              <a:off x="813593" y="5806073"/>
              <a:ext cx="6342759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813593" y="4877605"/>
              <a:ext cx="6342759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13593" y="6509458"/>
              <a:ext cx="6342759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728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3496350" y="202303"/>
            <a:ext cx="8191694" cy="6275135"/>
          </a:xfrm>
          <a:custGeom>
            <a:avLst/>
            <a:gdLst/>
            <a:ahLst/>
            <a:cxnLst/>
            <a:rect l="l" t="t" r="r" b="b"/>
            <a:pathLst>
              <a:path w="8191694" h="6275135">
                <a:moveTo>
                  <a:pt x="7891328" y="1768519"/>
                </a:moveTo>
                <a:cubicBezTo>
                  <a:pt x="7913406" y="1768519"/>
                  <a:pt x="7931462" y="1772208"/>
                  <a:pt x="7945494" y="1779584"/>
                </a:cubicBezTo>
                <a:cubicBezTo>
                  <a:pt x="7959526" y="1786961"/>
                  <a:pt x="7966542" y="1798698"/>
                  <a:pt x="7966542" y="1814795"/>
                </a:cubicBezTo>
                <a:cubicBezTo>
                  <a:pt x="7966542" y="1822666"/>
                  <a:pt x="7965210" y="1829268"/>
                  <a:pt x="7962542" y="1834598"/>
                </a:cubicBezTo>
                <a:cubicBezTo>
                  <a:pt x="7959876" y="1839929"/>
                  <a:pt x="7956731" y="1842595"/>
                  <a:pt x="7953106" y="1842595"/>
                </a:cubicBezTo>
                <a:cubicBezTo>
                  <a:pt x="7949482" y="1842595"/>
                  <a:pt x="7941826" y="1837934"/>
                  <a:pt x="7930138" y="1828612"/>
                </a:cubicBezTo>
                <a:cubicBezTo>
                  <a:pt x="7918450" y="1819290"/>
                  <a:pt x="7907306" y="1808422"/>
                  <a:pt x="7896704" y="1796009"/>
                </a:cubicBezTo>
                <a:cubicBezTo>
                  <a:pt x="7886102" y="1783596"/>
                  <a:pt x="7880800" y="1775911"/>
                  <a:pt x="7880800" y="1772954"/>
                </a:cubicBezTo>
                <a:cubicBezTo>
                  <a:pt x="7880800" y="1769998"/>
                  <a:pt x="7884310" y="1768519"/>
                  <a:pt x="7891328" y="1768519"/>
                </a:cubicBezTo>
                <a:close/>
                <a:moveTo>
                  <a:pt x="6627932" y="1755663"/>
                </a:moveTo>
                <a:cubicBezTo>
                  <a:pt x="6622254" y="1755663"/>
                  <a:pt x="6615370" y="1756637"/>
                  <a:pt x="6607280" y="1758587"/>
                </a:cubicBezTo>
                <a:cubicBezTo>
                  <a:pt x="6539564" y="1774851"/>
                  <a:pt x="6501715" y="1782982"/>
                  <a:pt x="6493732" y="1782982"/>
                </a:cubicBezTo>
                <a:cubicBezTo>
                  <a:pt x="6491664" y="1782982"/>
                  <a:pt x="6489758" y="1782580"/>
                  <a:pt x="6488018" y="1781776"/>
                </a:cubicBezTo>
                <a:cubicBezTo>
                  <a:pt x="6486277" y="1780972"/>
                  <a:pt x="6483951" y="1780570"/>
                  <a:pt x="6481039" y="1780570"/>
                </a:cubicBezTo>
                <a:cubicBezTo>
                  <a:pt x="6478127" y="1780570"/>
                  <a:pt x="6475015" y="1781765"/>
                  <a:pt x="6471702" y="1784157"/>
                </a:cubicBezTo>
                <a:cubicBezTo>
                  <a:pt x="6468389" y="1786548"/>
                  <a:pt x="6466733" y="1789420"/>
                  <a:pt x="6466733" y="1792774"/>
                </a:cubicBezTo>
                <a:cubicBezTo>
                  <a:pt x="6466733" y="1796127"/>
                  <a:pt x="6469728" y="1803796"/>
                  <a:pt x="6475720" y="1815780"/>
                </a:cubicBezTo>
                <a:cubicBezTo>
                  <a:pt x="6481712" y="1827765"/>
                  <a:pt x="6487717" y="1833757"/>
                  <a:pt x="6493732" y="1833757"/>
                </a:cubicBezTo>
                <a:cubicBezTo>
                  <a:pt x="6496556" y="1833757"/>
                  <a:pt x="6499428" y="1832622"/>
                  <a:pt x="6502346" y="1830352"/>
                </a:cubicBezTo>
                <a:cubicBezTo>
                  <a:pt x="6514156" y="1820420"/>
                  <a:pt x="6523998" y="1813583"/>
                  <a:pt x="6531874" y="1809842"/>
                </a:cubicBezTo>
                <a:cubicBezTo>
                  <a:pt x="6539750" y="1806100"/>
                  <a:pt x="6550822" y="1802247"/>
                  <a:pt x="6565088" y="1798284"/>
                </a:cubicBezTo>
                <a:cubicBezTo>
                  <a:pt x="6579355" y="1794320"/>
                  <a:pt x="6603434" y="1791127"/>
                  <a:pt x="6637327" y="1788704"/>
                </a:cubicBezTo>
                <a:cubicBezTo>
                  <a:pt x="6652276" y="1787774"/>
                  <a:pt x="6659752" y="1784887"/>
                  <a:pt x="6659752" y="1780045"/>
                </a:cubicBezTo>
                <a:cubicBezTo>
                  <a:pt x="6659752" y="1775203"/>
                  <a:pt x="6656744" y="1769928"/>
                  <a:pt x="6650728" y="1764222"/>
                </a:cubicBezTo>
                <a:cubicBezTo>
                  <a:pt x="6644712" y="1758516"/>
                  <a:pt x="6637114" y="1755663"/>
                  <a:pt x="6627932" y="1755663"/>
                </a:cubicBezTo>
                <a:close/>
                <a:moveTo>
                  <a:pt x="2551869" y="1741340"/>
                </a:moveTo>
                <a:cubicBezTo>
                  <a:pt x="2552116" y="1744664"/>
                  <a:pt x="2552240" y="1750684"/>
                  <a:pt x="2552240" y="1759400"/>
                </a:cubicBezTo>
                <a:cubicBezTo>
                  <a:pt x="2552240" y="1768116"/>
                  <a:pt x="2552052" y="1773154"/>
                  <a:pt x="2551677" y="1774512"/>
                </a:cubicBezTo>
                <a:cubicBezTo>
                  <a:pt x="2551301" y="1775871"/>
                  <a:pt x="2550845" y="1776551"/>
                  <a:pt x="2550307" y="1776551"/>
                </a:cubicBezTo>
                <a:cubicBezTo>
                  <a:pt x="2545926" y="1776551"/>
                  <a:pt x="2540635" y="1775373"/>
                  <a:pt x="2534436" y="1773018"/>
                </a:cubicBezTo>
                <a:cubicBezTo>
                  <a:pt x="2528237" y="1770663"/>
                  <a:pt x="2523777" y="1768867"/>
                  <a:pt x="2521054" y="1767630"/>
                </a:cubicBezTo>
                <a:cubicBezTo>
                  <a:pt x="2526669" y="1759903"/>
                  <a:pt x="2536940" y="1751140"/>
                  <a:pt x="2551869" y="1741340"/>
                </a:cubicBezTo>
                <a:close/>
                <a:moveTo>
                  <a:pt x="5393514" y="1736924"/>
                </a:moveTo>
                <a:cubicBezTo>
                  <a:pt x="5404808" y="1742833"/>
                  <a:pt x="5420301" y="1752456"/>
                  <a:pt x="5439994" y="1765793"/>
                </a:cubicBezTo>
                <a:cubicBezTo>
                  <a:pt x="5428250" y="1774573"/>
                  <a:pt x="5415953" y="1778963"/>
                  <a:pt x="5403107" y="1778963"/>
                </a:cubicBezTo>
                <a:cubicBezTo>
                  <a:pt x="5398022" y="1778963"/>
                  <a:pt x="5392153" y="1778234"/>
                  <a:pt x="5385502" y="1776775"/>
                </a:cubicBezTo>
                <a:cubicBezTo>
                  <a:pt x="5390532" y="1756270"/>
                  <a:pt x="5393203" y="1742987"/>
                  <a:pt x="5393514" y="1736924"/>
                </a:cubicBezTo>
                <a:close/>
                <a:moveTo>
                  <a:pt x="4999881" y="1734915"/>
                </a:moveTo>
                <a:cubicBezTo>
                  <a:pt x="4994637" y="1742104"/>
                  <a:pt x="4987785" y="1750221"/>
                  <a:pt x="4979325" y="1759265"/>
                </a:cubicBezTo>
                <a:cubicBezTo>
                  <a:pt x="4971667" y="1756659"/>
                  <a:pt x="4966518" y="1754634"/>
                  <a:pt x="4963876" y="1753192"/>
                </a:cubicBezTo>
                <a:lnTo>
                  <a:pt x="4975428" y="1738550"/>
                </a:lnTo>
                <a:cubicBezTo>
                  <a:pt x="4980705" y="1737445"/>
                  <a:pt x="4988856" y="1736233"/>
                  <a:pt x="4999881" y="1734915"/>
                </a:cubicBezTo>
                <a:close/>
                <a:moveTo>
                  <a:pt x="7028989" y="1724423"/>
                </a:moveTo>
                <a:cubicBezTo>
                  <a:pt x="7028989" y="1724126"/>
                  <a:pt x="7027892" y="1724876"/>
                  <a:pt x="7025697" y="1726672"/>
                </a:cubicBezTo>
                <a:cubicBezTo>
                  <a:pt x="7023502" y="1728468"/>
                  <a:pt x="7022374" y="1729422"/>
                  <a:pt x="7022314" y="1729533"/>
                </a:cubicBezTo>
                <a:cubicBezTo>
                  <a:pt x="7023036" y="1728445"/>
                  <a:pt x="7023632" y="1727395"/>
                  <a:pt x="7024104" y="1726384"/>
                </a:cubicBezTo>
                <a:cubicBezTo>
                  <a:pt x="7024575" y="1725373"/>
                  <a:pt x="7024890" y="1724867"/>
                  <a:pt x="7025047" y="1724867"/>
                </a:cubicBezTo>
                <a:cubicBezTo>
                  <a:pt x="7027676" y="1724867"/>
                  <a:pt x="7028989" y="1724719"/>
                  <a:pt x="7028989" y="1724423"/>
                </a:cubicBezTo>
                <a:close/>
                <a:moveTo>
                  <a:pt x="7431528" y="1722461"/>
                </a:moveTo>
                <a:cubicBezTo>
                  <a:pt x="7426759" y="1722461"/>
                  <a:pt x="7424374" y="1723372"/>
                  <a:pt x="7424374" y="1725194"/>
                </a:cubicBezTo>
                <a:cubicBezTo>
                  <a:pt x="7424374" y="1731171"/>
                  <a:pt x="7427166" y="1737884"/>
                  <a:pt x="7432751" y="1745334"/>
                </a:cubicBezTo>
                <a:lnTo>
                  <a:pt x="7433263" y="1745694"/>
                </a:lnTo>
                <a:lnTo>
                  <a:pt x="7432000" y="1739129"/>
                </a:lnTo>
                <a:cubicBezTo>
                  <a:pt x="7431634" y="1736681"/>
                  <a:pt x="7431452" y="1734633"/>
                  <a:pt x="7431452" y="1732985"/>
                </a:cubicBezTo>
                <a:cubicBezTo>
                  <a:pt x="7431452" y="1729690"/>
                  <a:pt x="7431786" y="1727239"/>
                  <a:pt x="7432456" y="1725632"/>
                </a:cubicBezTo>
                <a:cubicBezTo>
                  <a:pt x="7433126" y="1724026"/>
                  <a:pt x="7433462" y="1723096"/>
                  <a:pt x="7433462" y="1722842"/>
                </a:cubicBezTo>
                <a:cubicBezTo>
                  <a:pt x="7433462" y="1722588"/>
                  <a:pt x="7432817" y="1722461"/>
                  <a:pt x="7431528" y="1722461"/>
                </a:cubicBezTo>
                <a:close/>
                <a:moveTo>
                  <a:pt x="3047070" y="1716689"/>
                </a:moveTo>
                <a:cubicBezTo>
                  <a:pt x="3054780" y="1716689"/>
                  <a:pt x="3062042" y="1719504"/>
                  <a:pt x="3068858" y="1725133"/>
                </a:cubicBezTo>
                <a:cubicBezTo>
                  <a:pt x="3075674" y="1730763"/>
                  <a:pt x="3080657" y="1737804"/>
                  <a:pt x="3083808" y="1746258"/>
                </a:cubicBezTo>
                <a:cubicBezTo>
                  <a:pt x="3086958" y="1754712"/>
                  <a:pt x="3088534" y="1761128"/>
                  <a:pt x="3088534" y="1765505"/>
                </a:cubicBezTo>
                <a:cubicBezTo>
                  <a:pt x="3088534" y="1769882"/>
                  <a:pt x="3087302" y="1772441"/>
                  <a:pt x="3084838" y="1773181"/>
                </a:cubicBezTo>
                <a:cubicBezTo>
                  <a:pt x="3082374" y="1773922"/>
                  <a:pt x="3077733" y="1774292"/>
                  <a:pt x="3070915" y="1774292"/>
                </a:cubicBezTo>
                <a:cubicBezTo>
                  <a:pt x="3064098" y="1774292"/>
                  <a:pt x="3058879" y="1774627"/>
                  <a:pt x="3055259" y="1775297"/>
                </a:cubicBezTo>
                <a:cubicBezTo>
                  <a:pt x="3051639" y="1775966"/>
                  <a:pt x="3048037" y="1776301"/>
                  <a:pt x="3044453" y="1776301"/>
                </a:cubicBezTo>
                <a:cubicBezTo>
                  <a:pt x="3040869" y="1776301"/>
                  <a:pt x="3037339" y="1774213"/>
                  <a:pt x="3033862" y="1770036"/>
                </a:cubicBezTo>
                <a:cubicBezTo>
                  <a:pt x="3032953" y="1768974"/>
                  <a:pt x="3027419" y="1767269"/>
                  <a:pt x="3017261" y="1764923"/>
                </a:cubicBezTo>
                <a:cubicBezTo>
                  <a:pt x="3028414" y="1755810"/>
                  <a:pt x="3035420" y="1749995"/>
                  <a:pt x="3038281" y="1747477"/>
                </a:cubicBezTo>
                <a:cubicBezTo>
                  <a:pt x="3041141" y="1744960"/>
                  <a:pt x="3042572" y="1742720"/>
                  <a:pt x="3042572" y="1740758"/>
                </a:cubicBezTo>
                <a:cubicBezTo>
                  <a:pt x="3042572" y="1738795"/>
                  <a:pt x="3042030" y="1737063"/>
                  <a:pt x="3040946" y="1735561"/>
                </a:cubicBezTo>
                <a:cubicBezTo>
                  <a:pt x="3039863" y="1734059"/>
                  <a:pt x="3038447" y="1733309"/>
                  <a:pt x="3036700" y="1733309"/>
                </a:cubicBezTo>
                <a:cubicBezTo>
                  <a:pt x="3034953" y="1733309"/>
                  <a:pt x="3031654" y="1735310"/>
                  <a:pt x="3026803" y="1739311"/>
                </a:cubicBezTo>
                <a:cubicBezTo>
                  <a:pt x="3021952" y="1743313"/>
                  <a:pt x="3012395" y="1752768"/>
                  <a:pt x="2998133" y="1767675"/>
                </a:cubicBezTo>
                <a:cubicBezTo>
                  <a:pt x="3010770" y="1775508"/>
                  <a:pt x="3023945" y="1784992"/>
                  <a:pt x="3037660" y="1796127"/>
                </a:cubicBezTo>
                <a:cubicBezTo>
                  <a:pt x="3051374" y="1807263"/>
                  <a:pt x="3058996" y="1813935"/>
                  <a:pt x="3060526" y="1816145"/>
                </a:cubicBezTo>
                <a:cubicBezTo>
                  <a:pt x="3062055" y="1818355"/>
                  <a:pt x="3062820" y="1820717"/>
                  <a:pt x="3062820" y="1823230"/>
                </a:cubicBezTo>
                <a:cubicBezTo>
                  <a:pt x="3062820" y="1831101"/>
                  <a:pt x="3056081" y="1837234"/>
                  <a:pt x="3042604" y="1841628"/>
                </a:cubicBezTo>
                <a:cubicBezTo>
                  <a:pt x="3029126" y="1846023"/>
                  <a:pt x="3013338" y="1848220"/>
                  <a:pt x="2995240" y="1848220"/>
                </a:cubicBezTo>
                <a:cubicBezTo>
                  <a:pt x="2967841" y="1848220"/>
                  <a:pt x="2944495" y="1841906"/>
                  <a:pt x="2925203" y="1829277"/>
                </a:cubicBezTo>
                <a:lnTo>
                  <a:pt x="2920116" y="1824615"/>
                </a:lnTo>
                <a:lnTo>
                  <a:pt x="2939576" y="1798592"/>
                </a:lnTo>
                <a:lnTo>
                  <a:pt x="2986402" y="1808293"/>
                </a:lnTo>
                <a:cubicBezTo>
                  <a:pt x="2991159" y="1808293"/>
                  <a:pt x="2995557" y="1808124"/>
                  <a:pt x="2999595" y="1807787"/>
                </a:cubicBezTo>
                <a:lnTo>
                  <a:pt x="3005064" y="1807520"/>
                </a:lnTo>
                <a:lnTo>
                  <a:pt x="3004140" y="1804746"/>
                </a:lnTo>
                <a:cubicBezTo>
                  <a:pt x="3002000" y="1800199"/>
                  <a:pt x="2996648" y="1791654"/>
                  <a:pt x="2988085" y="1779111"/>
                </a:cubicBezTo>
                <a:cubicBezTo>
                  <a:pt x="2986805" y="1781487"/>
                  <a:pt x="2983484" y="1786400"/>
                  <a:pt x="2978121" y="1793849"/>
                </a:cubicBezTo>
                <a:cubicBezTo>
                  <a:pt x="2975638" y="1797151"/>
                  <a:pt x="2971792" y="1798802"/>
                  <a:pt x="2966583" y="1798802"/>
                </a:cubicBezTo>
                <a:cubicBezTo>
                  <a:pt x="2963978" y="1798802"/>
                  <a:pt x="2960863" y="1797458"/>
                  <a:pt x="2957236" y="1794770"/>
                </a:cubicBezTo>
                <a:lnTo>
                  <a:pt x="2948673" y="1786426"/>
                </a:lnTo>
                <a:lnTo>
                  <a:pt x="2979102" y="1745735"/>
                </a:lnTo>
                <a:lnTo>
                  <a:pt x="2982730" y="1741743"/>
                </a:lnTo>
                <a:lnTo>
                  <a:pt x="2984290" y="1740911"/>
                </a:lnTo>
                <a:cubicBezTo>
                  <a:pt x="3011932" y="1724763"/>
                  <a:pt x="3032859" y="1716689"/>
                  <a:pt x="3047070" y="1716689"/>
                </a:cubicBezTo>
                <a:close/>
                <a:moveTo>
                  <a:pt x="4499159" y="1716433"/>
                </a:moveTo>
                <a:lnTo>
                  <a:pt x="4506907" y="1731479"/>
                </a:lnTo>
                <a:lnTo>
                  <a:pt x="4505891" y="1731152"/>
                </a:lnTo>
                <a:cubicBezTo>
                  <a:pt x="4500801" y="1731152"/>
                  <a:pt x="4495031" y="1737443"/>
                  <a:pt x="4488580" y="1750024"/>
                </a:cubicBezTo>
                <a:cubicBezTo>
                  <a:pt x="4485227" y="1743599"/>
                  <a:pt x="4482046" y="1738780"/>
                  <a:pt x="4479038" y="1735568"/>
                </a:cubicBezTo>
                <a:lnTo>
                  <a:pt x="4478328" y="1734982"/>
                </a:lnTo>
                <a:lnTo>
                  <a:pt x="4478645" y="1734888"/>
                </a:lnTo>
                <a:cubicBezTo>
                  <a:pt x="4483470" y="1732427"/>
                  <a:pt x="4490308" y="1726275"/>
                  <a:pt x="4499159" y="1716433"/>
                </a:cubicBezTo>
                <a:close/>
                <a:moveTo>
                  <a:pt x="2902132" y="1715230"/>
                </a:moveTo>
                <a:cubicBezTo>
                  <a:pt x="2908903" y="1723532"/>
                  <a:pt x="2915697" y="1727683"/>
                  <a:pt x="2922515" y="1727683"/>
                </a:cubicBezTo>
                <a:lnTo>
                  <a:pt x="2926505" y="1726929"/>
                </a:lnTo>
                <a:lnTo>
                  <a:pt x="2931276" y="1734579"/>
                </a:lnTo>
                <a:cubicBezTo>
                  <a:pt x="2935026" y="1736855"/>
                  <a:pt x="2936901" y="1738298"/>
                  <a:pt x="2936901" y="1738908"/>
                </a:cubicBezTo>
                <a:cubicBezTo>
                  <a:pt x="2936901" y="1739518"/>
                  <a:pt x="2935897" y="1741296"/>
                  <a:pt x="2933890" y="1744242"/>
                </a:cubicBezTo>
                <a:cubicBezTo>
                  <a:pt x="2931883" y="1747188"/>
                  <a:pt x="2930879" y="1750214"/>
                  <a:pt x="2930879" y="1753320"/>
                </a:cubicBezTo>
                <a:cubicBezTo>
                  <a:pt x="2930879" y="1762139"/>
                  <a:pt x="2935527" y="1771924"/>
                  <a:pt x="2944824" y="1782675"/>
                </a:cubicBezTo>
                <a:lnTo>
                  <a:pt x="2948673" y="1786426"/>
                </a:lnTo>
                <a:lnTo>
                  <a:pt x="2939576" y="1798592"/>
                </a:lnTo>
                <a:lnTo>
                  <a:pt x="2939016" y="1798476"/>
                </a:lnTo>
                <a:cubicBezTo>
                  <a:pt x="2926053" y="1791931"/>
                  <a:pt x="2918103" y="1783642"/>
                  <a:pt x="2915168" y="1773607"/>
                </a:cubicBezTo>
                <a:cubicBezTo>
                  <a:pt x="2910100" y="1756285"/>
                  <a:pt x="2901166" y="1747625"/>
                  <a:pt x="2888367" y="1747625"/>
                </a:cubicBezTo>
                <a:cubicBezTo>
                  <a:pt x="2884190" y="1747625"/>
                  <a:pt x="2880559" y="1748292"/>
                  <a:pt x="2877474" y="1749628"/>
                </a:cubicBezTo>
                <a:cubicBezTo>
                  <a:pt x="2876958" y="1747558"/>
                  <a:pt x="2876595" y="1744051"/>
                  <a:pt x="2876386" y="1739107"/>
                </a:cubicBezTo>
                <a:cubicBezTo>
                  <a:pt x="2886455" y="1734699"/>
                  <a:pt x="2895037" y="1726741"/>
                  <a:pt x="2902132" y="1715230"/>
                </a:cubicBezTo>
                <a:close/>
                <a:moveTo>
                  <a:pt x="6576467" y="1707192"/>
                </a:moveTo>
                <a:cubicBezTo>
                  <a:pt x="6584718" y="1709189"/>
                  <a:pt x="6588988" y="1710208"/>
                  <a:pt x="6589279" y="1710251"/>
                </a:cubicBezTo>
                <a:cubicBezTo>
                  <a:pt x="6580358" y="1711591"/>
                  <a:pt x="6575321" y="1712527"/>
                  <a:pt x="6574170" y="1713060"/>
                </a:cubicBezTo>
                <a:cubicBezTo>
                  <a:pt x="6575300" y="1711623"/>
                  <a:pt x="6576066" y="1709666"/>
                  <a:pt x="6576467" y="1707192"/>
                </a:cubicBezTo>
                <a:close/>
                <a:moveTo>
                  <a:pt x="5290502" y="1702909"/>
                </a:moveTo>
                <a:lnTo>
                  <a:pt x="5292968" y="1704076"/>
                </a:lnTo>
                <a:cubicBezTo>
                  <a:pt x="5294340" y="1704947"/>
                  <a:pt x="5296164" y="1706253"/>
                  <a:pt x="5298438" y="1707995"/>
                </a:cubicBezTo>
                <a:cubicBezTo>
                  <a:pt x="5300713" y="1709737"/>
                  <a:pt x="5303608" y="1711043"/>
                  <a:pt x="5307123" y="1711914"/>
                </a:cubicBezTo>
                <a:lnTo>
                  <a:pt x="5318616" y="1713124"/>
                </a:lnTo>
                <a:lnTo>
                  <a:pt x="5316968" y="1714765"/>
                </a:lnTo>
                <a:cubicBezTo>
                  <a:pt x="5315846" y="1715926"/>
                  <a:pt x="5314163" y="1717689"/>
                  <a:pt x="5311919" y="1720055"/>
                </a:cubicBezTo>
                <a:cubicBezTo>
                  <a:pt x="5307431" y="1724787"/>
                  <a:pt x="5303676" y="1728483"/>
                  <a:pt x="5300656" y="1731146"/>
                </a:cubicBezTo>
                <a:close/>
                <a:moveTo>
                  <a:pt x="6964302" y="1702367"/>
                </a:moveTo>
                <a:cubicBezTo>
                  <a:pt x="6963513" y="1712917"/>
                  <a:pt x="6961826" y="1724036"/>
                  <a:pt x="6959244" y="1735721"/>
                </a:cubicBezTo>
                <a:cubicBezTo>
                  <a:pt x="6956660" y="1747407"/>
                  <a:pt x="6954488" y="1753250"/>
                  <a:pt x="6952725" y="1753250"/>
                </a:cubicBezTo>
                <a:cubicBezTo>
                  <a:pt x="6952755" y="1753250"/>
                  <a:pt x="6952508" y="1752575"/>
                  <a:pt x="6951983" y="1751224"/>
                </a:cubicBezTo>
                <a:cubicBezTo>
                  <a:pt x="6951458" y="1749874"/>
                  <a:pt x="6951196" y="1747627"/>
                  <a:pt x="6951196" y="1744482"/>
                </a:cubicBezTo>
                <a:cubicBezTo>
                  <a:pt x="6951196" y="1736197"/>
                  <a:pt x="6955564" y="1722158"/>
                  <a:pt x="6964302" y="1702367"/>
                </a:cubicBezTo>
                <a:close/>
                <a:moveTo>
                  <a:pt x="4124839" y="1701823"/>
                </a:moveTo>
                <a:cubicBezTo>
                  <a:pt x="4120470" y="1701823"/>
                  <a:pt x="4116908" y="1707847"/>
                  <a:pt x="4114152" y="1719895"/>
                </a:cubicBezTo>
                <a:cubicBezTo>
                  <a:pt x="4114169" y="1719362"/>
                  <a:pt x="4113045" y="1719095"/>
                  <a:pt x="4110779" y="1719095"/>
                </a:cubicBezTo>
                <a:cubicBezTo>
                  <a:pt x="4100817" y="1719095"/>
                  <a:pt x="4095836" y="1723404"/>
                  <a:pt x="4095836" y="1732022"/>
                </a:cubicBezTo>
                <a:cubicBezTo>
                  <a:pt x="4095836" y="1736118"/>
                  <a:pt x="4097086" y="1740079"/>
                  <a:pt x="4099586" y="1743906"/>
                </a:cubicBezTo>
                <a:cubicBezTo>
                  <a:pt x="4102086" y="1747733"/>
                  <a:pt x="4105299" y="1752169"/>
                  <a:pt x="4109224" y="1757214"/>
                </a:cubicBezTo>
                <a:cubicBezTo>
                  <a:pt x="4113149" y="1762259"/>
                  <a:pt x="4116891" y="1766099"/>
                  <a:pt x="4120452" y="1768734"/>
                </a:cubicBezTo>
                <a:cubicBezTo>
                  <a:pt x="4124013" y="1771368"/>
                  <a:pt x="4128300" y="1772685"/>
                  <a:pt x="4133315" y="1772685"/>
                </a:cubicBezTo>
                <a:cubicBezTo>
                  <a:pt x="4138330" y="1772685"/>
                  <a:pt x="4142404" y="1771303"/>
                  <a:pt x="4145535" y="1768539"/>
                </a:cubicBezTo>
                <a:cubicBezTo>
                  <a:pt x="4148667" y="1765774"/>
                  <a:pt x="4150233" y="1762902"/>
                  <a:pt x="4150233" y="1759921"/>
                </a:cubicBezTo>
                <a:cubicBezTo>
                  <a:pt x="4150233" y="1756941"/>
                  <a:pt x="4149709" y="1754754"/>
                  <a:pt x="4148661" y="1753359"/>
                </a:cubicBezTo>
                <a:cubicBezTo>
                  <a:pt x="4147614" y="1751964"/>
                  <a:pt x="4145262" y="1748265"/>
                  <a:pt x="4141606" y="1742262"/>
                </a:cubicBezTo>
                <a:lnTo>
                  <a:pt x="4131680" y="1727792"/>
                </a:lnTo>
                <a:cubicBezTo>
                  <a:pt x="4130656" y="1726081"/>
                  <a:pt x="4130144" y="1721866"/>
                  <a:pt x="4130144" y="1715147"/>
                </a:cubicBezTo>
                <a:lnTo>
                  <a:pt x="4130144" y="1710328"/>
                </a:lnTo>
                <a:cubicBezTo>
                  <a:pt x="4130144" y="1704658"/>
                  <a:pt x="4128376" y="1701823"/>
                  <a:pt x="4124839" y="1701823"/>
                </a:cubicBezTo>
                <a:close/>
                <a:moveTo>
                  <a:pt x="7345467" y="1699154"/>
                </a:moveTo>
                <a:cubicBezTo>
                  <a:pt x="7341930" y="1708416"/>
                  <a:pt x="7333616" y="1719210"/>
                  <a:pt x="7320528" y="1731536"/>
                </a:cubicBezTo>
                <a:cubicBezTo>
                  <a:pt x="7320054" y="1737428"/>
                  <a:pt x="7319578" y="1739975"/>
                  <a:pt x="7319100" y="1739177"/>
                </a:cubicBezTo>
                <a:cubicBezTo>
                  <a:pt x="7322313" y="1736660"/>
                  <a:pt x="7330342" y="1730213"/>
                  <a:pt x="7343188" y="1719837"/>
                </a:cubicBezTo>
                <a:close/>
                <a:moveTo>
                  <a:pt x="7324786" y="1697548"/>
                </a:moveTo>
                <a:cubicBezTo>
                  <a:pt x="7323858" y="1697548"/>
                  <a:pt x="7323121" y="1697597"/>
                  <a:pt x="7322576" y="1697695"/>
                </a:cubicBezTo>
                <a:lnTo>
                  <a:pt x="7322320" y="1706635"/>
                </a:lnTo>
                <a:cubicBezTo>
                  <a:pt x="7324892" y="1701136"/>
                  <a:pt x="7326178" y="1698246"/>
                  <a:pt x="7326178" y="1697967"/>
                </a:cubicBezTo>
                <a:cubicBezTo>
                  <a:pt x="7326178" y="1697687"/>
                  <a:pt x="7325714" y="1697548"/>
                  <a:pt x="7324786" y="1697548"/>
                </a:cubicBezTo>
                <a:close/>
                <a:moveTo>
                  <a:pt x="2987964" y="1690316"/>
                </a:moveTo>
                <a:cubicBezTo>
                  <a:pt x="2992618" y="1694344"/>
                  <a:pt x="3000792" y="1698766"/>
                  <a:pt x="3012484" y="1703582"/>
                </a:cubicBezTo>
                <a:lnTo>
                  <a:pt x="3016384" y="1704714"/>
                </a:lnTo>
                <a:lnTo>
                  <a:pt x="2982730" y="1741743"/>
                </a:lnTo>
                <a:lnTo>
                  <a:pt x="2974707" y="1746018"/>
                </a:lnTo>
                <a:cubicBezTo>
                  <a:pt x="2974154" y="1746018"/>
                  <a:pt x="2973771" y="1745334"/>
                  <a:pt x="2973558" y="1743964"/>
                </a:cubicBezTo>
                <a:cubicBezTo>
                  <a:pt x="2972692" y="1737893"/>
                  <a:pt x="2969896" y="1731427"/>
                  <a:pt x="2965168" y="1724567"/>
                </a:cubicBezTo>
                <a:cubicBezTo>
                  <a:pt x="2960441" y="1717706"/>
                  <a:pt x="2953054" y="1714276"/>
                  <a:pt x="2943006" y="1714276"/>
                </a:cubicBezTo>
                <a:lnTo>
                  <a:pt x="2937041" y="1715659"/>
                </a:lnTo>
                <a:lnTo>
                  <a:pt x="2938668" y="1712072"/>
                </a:lnTo>
                <a:cubicBezTo>
                  <a:pt x="2938668" y="1707419"/>
                  <a:pt x="2936524" y="1700837"/>
                  <a:pt x="2932236" y="1692326"/>
                </a:cubicBezTo>
                <a:cubicBezTo>
                  <a:pt x="2941238" y="1697147"/>
                  <a:pt x="2950858" y="1699557"/>
                  <a:pt x="2961095" y="1699557"/>
                </a:cubicBezTo>
                <a:cubicBezTo>
                  <a:pt x="2971332" y="1699557"/>
                  <a:pt x="2980289" y="1696477"/>
                  <a:pt x="2987964" y="1690316"/>
                </a:cubicBezTo>
                <a:close/>
                <a:moveTo>
                  <a:pt x="5000002" y="1683085"/>
                </a:moveTo>
                <a:cubicBezTo>
                  <a:pt x="5005907" y="1683085"/>
                  <a:pt x="5010956" y="1683281"/>
                  <a:pt x="5015150" y="1683673"/>
                </a:cubicBezTo>
                <a:cubicBezTo>
                  <a:pt x="5007919" y="1685056"/>
                  <a:pt x="5004303" y="1688181"/>
                  <a:pt x="5004303" y="1693049"/>
                </a:cubicBezTo>
                <a:cubicBezTo>
                  <a:pt x="5004303" y="1695310"/>
                  <a:pt x="5005088" y="1697230"/>
                  <a:pt x="5006658" y="1698808"/>
                </a:cubicBezTo>
                <a:cubicBezTo>
                  <a:pt x="5008032" y="1699973"/>
                  <a:pt x="5008473" y="1701447"/>
                  <a:pt x="5007982" y="1703230"/>
                </a:cubicBezTo>
                <a:cubicBezTo>
                  <a:pt x="4997517" y="1703683"/>
                  <a:pt x="4991520" y="1704414"/>
                  <a:pt x="4989993" y="1705426"/>
                </a:cubicBezTo>
                <a:cubicBezTo>
                  <a:pt x="4992668" y="1702853"/>
                  <a:pt x="4994006" y="1699382"/>
                  <a:pt x="4994006" y="1695013"/>
                </a:cubicBezTo>
                <a:cubicBezTo>
                  <a:pt x="4994006" y="1690645"/>
                  <a:pt x="4991463" y="1686907"/>
                  <a:pt x="4986378" y="1683801"/>
                </a:cubicBezTo>
                <a:cubicBezTo>
                  <a:pt x="4989556" y="1683323"/>
                  <a:pt x="4994098" y="1683085"/>
                  <a:pt x="5000002" y="1683085"/>
                </a:cubicBezTo>
                <a:close/>
                <a:moveTo>
                  <a:pt x="3318386" y="1680762"/>
                </a:moveTo>
                <a:lnTo>
                  <a:pt x="3315784" y="1684822"/>
                </a:lnTo>
                <a:cubicBezTo>
                  <a:pt x="3312243" y="1690537"/>
                  <a:pt x="3310472" y="1695449"/>
                  <a:pt x="3310472" y="1699557"/>
                </a:cubicBezTo>
                <a:cubicBezTo>
                  <a:pt x="3311475" y="1699719"/>
                  <a:pt x="3312575" y="1699883"/>
                  <a:pt x="3313774" y="1700050"/>
                </a:cubicBezTo>
                <a:cubicBezTo>
                  <a:pt x="3314798" y="1698288"/>
                  <a:pt x="3315884" y="1694409"/>
                  <a:pt x="3317031" y="1688412"/>
                </a:cubicBezTo>
                <a:cubicBezTo>
                  <a:pt x="3317605" y="1685414"/>
                  <a:pt x="3318036" y="1683033"/>
                  <a:pt x="3318323" y="1681270"/>
                </a:cubicBezTo>
                <a:close/>
                <a:moveTo>
                  <a:pt x="3041575" y="1676997"/>
                </a:moveTo>
                <a:lnTo>
                  <a:pt x="3044741" y="1686220"/>
                </a:lnTo>
                <a:cubicBezTo>
                  <a:pt x="3044741" y="1702612"/>
                  <a:pt x="3042288" y="1710808"/>
                  <a:pt x="3037381" y="1710808"/>
                </a:cubicBezTo>
                <a:lnTo>
                  <a:pt x="3016384" y="1704714"/>
                </a:lnTo>
                <a:close/>
                <a:moveTo>
                  <a:pt x="2867478" y="1673440"/>
                </a:moveTo>
                <a:cubicBezTo>
                  <a:pt x="2870751" y="1679435"/>
                  <a:pt x="2873803" y="1683579"/>
                  <a:pt x="2876636" y="1685875"/>
                </a:cubicBezTo>
                <a:cubicBezTo>
                  <a:pt x="2869366" y="1692714"/>
                  <a:pt x="2863541" y="1698019"/>
                  <a:pt x="2859162" y="1701791"/>
                </a:cubicBezTo>
                <a:cubicBezTo>
                  <a:pt x="2854782" y="1705562"/>
                  <a:pt x="2850562" y="1707448"/>
                  <a:pt x="2846500" y="1707448"/>
                </a:cubicBezTo>
                <a:cubicBezTo>
                  <a:pt x="2842439" y="1707448"/>
                  <a:pt x="2839373" y="1706862"/>
                  <a:pt x="2837304" y="1705691"/>
                </a:cubicBezTo>
                <a:cubicBezTo>
                  <a:pt x="2835235" y="1704520"/>
                  <a:pt x="2834200" y="1702995"/>
                  <a:pt x="2834200" y="1701115"/>
                </a:cubicBezTo>
                <a:cubicBezTo>
                  <a:pt x="2834200" y="1699236"/>
                  <a:pt x="2836588" y="1695848"/>
                  <a:pt x="2841365" y="1690953"/>
                </a:cubicBezTo>
                <a:cubicBezTo>
                  <a:pt x="2846141" y="1686057"/>
                  <a:pt x="2854845" y="1680220"/>
                  <a:pt x="2867478" y="1673440"/>
                </a:cubicBezTo>
                <a:close/>
                <a:moveTo>
                  <a:pt x="5464473" y="1669018"/>
                </a:moveTo>
                <a:lnTo>
                  <a:pt x="5466634" y="1670812"/>
                </a:lnTo>
                <a:lnTo>
                  <a:pt x="5465766" y="1670513"/>
                </a:lnTo>
                <a:cubicBezTo>
                  <a:pt x="5465028" y="1669717"/>
                  <a:pt x="5464596" y="1669219"/>
                  <a:pt x="5464473" y="1669018"/>
                </a:cubicBezTo>
                <a:close/>
                <a:moveTo>
                  <a:pt x="4233978" y="1667815"/>
                </a:moveTo>
                <a:lnTo>
                  <a:pt x="4237502" y="1671029"/>
                </a:lnTo>
                <a:lnTo>
                  <a:pt x="4233972" y="1670081"/>
                </a:lnTo>
                <a:lnTo>
                  <a:pt x="4230042" y="1670888"/>
                </a:lnTo>
                <a:close/>
                <a:moveTo>
                  <a:pt x="6957550" y="1661787"/>
                </a:moveTo>
                <a:cubicBezTo>
                  <a:pt x="6957204" y="1661787"/>
                  <a:pt x="6957712" y="1664314"/>
                  <a:pt x="6959074" y="1669370"/>
                </a:cubicBezTo>
                <a:cubicBezTo>
                  <a:pt x="6948134" y="1683070"/>
                  <a:pt x="6939523" y="1694212"/>
                  <a:pt x="6933239" y="1702796"/>
                </a:cubicBezTo>
                <a:lnTo>
                  <a:pt x="6932244" y="1704215"/>
                </a:lnTo>
                <a:lnTo>
                  <a:pt x="6938435" y="1690038"/>
                </a:lnTo>
                <a:cubicBezTo>
                  <a:pt x="6950018" y="1671204"/>
                  <a:pt x="6956390" y="1661787"/>
                  <a:pt x="6957550" y="1661787"/>
                </a:cubicBezTo>
                <a:close/>
                <a:moveTo>
                  <a:pt x="4635966" y="1659515"/>
                </a:moveTo>
                <a:lnTo>
                  <a:pt x="4635224" y="1671232"/>
                </a:lnTo>
                <a:cubicBezTo>
                  <a:pt x="4634172" y="1680563"/>
                  <a:pt x="4633514" y="1685449"/>
                  <a:pt x="4633249" y="1685891"/>
                </a:cubicBezTo>
                <a:cubicBezTo>
                  <a:pt x="4632985" y="1686332"/>
                  <a:pt x="4632621" y="1686553"/>
                  <a:pt x="4632158" y="1686553"/>
                </a:cubicBezTo>
                <a:cubicBezTo>
                  <a:pt x="4631696" y="1686553"/>
                  <a:pt x="4629388" y="1685013"/>
                  <a:pt x="4625237" y="1681933"/>
                </a:cubicBezTo>
                <a:cubicBezTo>
                  <a:pt x="4621086" y="1678852"/>
                  <a:pt x="4614136" y="1677312"/>
                  <a:pt x="4604387" y="1677312"/>
                </a:cubicBezTo>
                <a:cubicBezTo>
                  <a:pt x="4594638" y="1677312"/>
                  <a:pt x="4589131" y="1679051"/>
                  <a:pt x="4587864" y="1682528"/>
                </a:cubicBezTo>
                <a:cubicBezTo>
                  <a:pt x="4588179" y="1681628"/>
                  <a:pt x="4588446" y="1679938"/>
                  <a:pt x="4588664" y="1677459"/>
                </a:cubicBezTo>
                <a:cubicBezTo>
                  <a:pt x="4594372" y="1678261"/>
                  <a:pt x="4600313" y="1676802"/>
                  <a:pt x="4606486" y="1673082"/>
                </a:cubicBezTo>
                <a:cubicBezTo>
                  <a:pt x="4609486" y="1671444"/>
                  <a:pt x="4613052" y="1669811"/>
                  <a:pt x="4617187" y="1668183"/>
                </a:cubicBezTo>
                <a:cubicBezTo>
                  <a:pt x="4621321" y="1666555"/>
                  <a:pt x="4625582" y="1665479"/>
                  <a:pt x="4629970" y="1664954"/>
                </a:cubicBezTo>
                <a:cubicBezTo>
                  <a:pt x="4632164" y="1664692"/>
                  <a:pt x="4633809" y="1663959"/>
                  <a:pt x="4634906" y="1662754"/>
                </a:cubicBezTo>
                <a:close/>
                <a:moveTo>
                  <a:pt x="7098976" y="1657768"/>
                </a:moveTo>
                <a:cubicBezTo>
                  <a:pt x="7102594" y="1657768"/>
                  <a:pt x="7105562" y="1659402"/>
                  <a:pt x="7107880" y="1662670"/>
                </a:cubicBezTo>
                <a:cubicBezTo>
                  <a:pt x="7110200" y="1665938"/>
                  <a:pt x="7111358" y="1671530"/>
                  <a:pt x="7111358" y="1679446"/>
                </a:cubicBezTo>
                <a:cubicBezTo>
                  <a:pt x="7111358" y="1687363"/>
                  <a:pt x="7109237" y="1700469"/>
                  <a:pt x="7104994" y="1718766"/>
                </a:cubicBezTo>
                <a:cubicBezTo>
                  <a:pt x="7100751" y="1737062"/>
                  <a:pt x="7096235" y="1751388"/>
                  <a:pt x="7091446" y="1761742"/>
                </a:cubicBezTo>
                <a:cubicBezTo>
                  <a:pt x="7086657" y="1772097"/>
                  <a:pt x="7083312" y="1778025"/>
                  <a:pt x="7081412" y="1779527"/>
                </a:cubicBezTo>
                <a:cubicBezTo>
                  <a:pt x="7079511" y="1781028"/>
                  <a:pt x="7076846" y="1781779"/>
                  <a:pt x="7073416" y="1781779"/>
                </a:cubicBezTo>
                <a:cubicBezTo>
                  <a:pt x="7069985" y="1781779"/>
                  <a:pt x="7064630" y="1780422"/>
                  <a:pt x="7057352" y="1777706"/>
                </a:cubicBezTo>
                <a:cubicBezTo>
                  <a:pt x="7050074" y="1774990"/>
                  <a:pt x="7042716" y="1769788"/>
                  <a:pt x="7035280" y="1762097"/>
                </a:cubicBezTo>
                <a:cubicBezTo>
                  <a:pt x="7027844" y="1754407"/>
                  <a:pt x="7023656" y="1747413"/>
                  <a:pt x="7022718" y="1741116"/>
                </a:cubicBezTo>
                <a:cubicBezTo>
                  <a:pt x="7021882" y="1741534"/>
                  <a:pt x="7022257" y="1741743"/>
                  <a:pt x="7023844" y="1741743"/>
                </a:cubicBezTo>
                <a:cubicBezTo>
                  <a:pt x="7029352" y="1741743"/>
                  <a:pt x="7034924" y="1743791"/>
                  <a:pt x="7040560" y="1747887"/>
                </a:cubicBezTo>
                <a:cubicBezTo>
                  <a:pt x="7043508" y="1749952"/>
                  <a:pt x="7047840" y="1750984"/>
                  <a:pt x="7053558" y="1750984"/>
                </a:cubicBezTo>
                <a:cubicBezTo>
                  <a:pt x="7059274" y="1750984"/>
                  <a:pt x="7064537" y="1748581"/>
                  <a:pt x="7069346" y="1743775"/>
                </a:cubicBezTo>
                <a:cubicBezTo>
                  <a:pt x="7074154" y="1738969"/>
                  <a:pt x="7076558" y="1732358"/>
                  <a:pt x="7076558" y="1723943"/>
                </a:cubicBezTo>
                <a:cubicBezTo>
                  <a:pt x="7076558" y="1715527"/>
                  <a:pt x="7072748" y="1707660"/>
                  <a:pt x="7065131" y="1700341"/>
                </a:cubicBezTo>
                <a:cubicBezTo>
                  <a:pt x="7057514" y="1693022"/>
                  <a:pt x="7047636" y="1689362"/>
                  <a:pt x="7035498" y="1689362"/>
                </a:cubicBezTo>
                <a:lnTo>
                  <a:pt x="7032153" y="1689977"/>
                </a:lnTo>
                <a:lnTo>
                  <a:pt x="7042265" y="1683257"/>
                </a:lnTo>
                <a:cubicBezTo>
                  <a:pt x="7052225" y="1675070"/>
                  <a:pt x="7062512" y="1668775"/>
                  <a:pt x="7073127" y="1664372"/>
                </a:cubicBezTo>
                <a:cubicBezTo>
                  <a:pt x="7083742" y="1659969"/>
                  <a:pt x="7092358" y="1657768"/>
                  <a:pt x="7098976" y="1657768"/>
                </a:cubicBezTo>
                <a:close/>
                <a:moveTo>
                  <a:pt x="2943813" y="1653352"/>
                </a:moveTo>
                <a:cubicBezTo>
                  <a:pt x="2951317" y="1653352"/>
                  <a:pt x="2957854" y="1656131"/>
                  <a:pt x="2963421" y="1661691"/>
                </a:cubicBezTo>
                <a:cubicBezTo>
                  <a:pt x="2952427" y="1669511"/>
                  <a:pt x="2940826" y="1673643"/>
                  <a:pt x="2928620" y="1674087"/>
                </a:cubicBezTo>
                <a:cubicBezTo>
                  <a:pt x="2928620" y="1672030"/>
                  <a:pt x="2931366" y="1665285"/>
                  <a:pt x="2936856" y="1653851"/>
                </a:cubicBezTo>
                <a:cubicBezTo>
                  <a:pt x="2939199" y="1653518"/>
                  <a:pt x="2941517" y="1653352"/>
                  <a:pt x="2943813" y="1653352"/>
                </a:cubicBezTo>
                <a:close/>
                <a:moveTo>
                  <a:pt x="6627164" y="1652949"/>
                </a:moveTo>
                <a:cubicBezTo>
                  <a:pt x="6627088" y="1652949"/>
                  <a:pt x="6627049" y="1653239"/>
                  <a:pt x="6627049" y="1653819"/>
                </a:cubicBezTo>
                <a:cubicBezTo>
                  <a:pt x="6627049" y="1654399"/>
                  <a:pt x="6625930" y="1659231"/>
                  <a:pt x="6623690" y="1668314"/>
                </a:cubicBezTo>
                <a:cubicBezTo>
                  <a:pt x="6621450" y="1677397"/>
                  <a:pt x="6619653" y="1683289"/>
                  <a:pt x="6618301" y="1685990"/>
                </a:cubicBezTo>
                <a:cubicBezTo>
                  <a:pt x="6616948" y="1688691"/>
                  <a:pt x="6615375" y="1690491"/>
                  <a:pt x="6613582" y="1691391"/>
                </a:cubicBezTo>
                <a:cubicBezTo>
                  <a:pt x="6611788" y="1692291"/>
                  <a:pt x="6607310" y="1693123"/>
                  <a:pt x="6600148" y="1693887"/>
                </a:cubicBezTo>
                <a:cubicBezTo>
                  <a:pt x="6592988" y="1694651"/>
                  <a:pt x="6585665" y="1694943"/>
                  <a:pt x="6578182" y="1694764"/>
                </a:cubicBezTo>
                <a:cubicBezTo>
                  <a:pt x="6578988" y="1691577"/>
                  <a:pt x="6578231" y="1688239"/>
                  <a:pt x="6575910" y="1684752"/>
                </a:cubicBezTo>
                <a:cubicBezTo>
                  <a:pt x="6573589" y="1681264"/>
                  <a:pt x="6572339" y="1679006"/>
                  <a:pt x="6572160" y="1677978"/>
                </a:cubicBezTo>
                <a:cubicBezTo>
                  <a:pt x="6608906" y="1661292"/>
                  <a:pt x="6627241" y="1652949"/>
                  <a:pt x="6627164" y="1652949"/>
                </a:cubicBezTo>
                <a:close/>
                <a:moveTo>
                  <a:pt x="5437179" y="1646517"/>
                </a:moveTo>
                <a:cubicBezTo>
                  <a:pt x="5435920" y="1651210"/>
                  <a:pt x="5432695" y="1657019"/>
                  <a:pt x="5427503" y="1663943"/>
                </a:cubicBezTo>
                <a:cubicBezTo>
                  <a:pt x="5425382" y="1666768"/>
                  <a:pt x="5424322" y="1671436"/>
                  <a:pt x="5424322" y="1677949"/>
                </a:cubicBezTo>
                <a:cubicBezTo>
                  <a:pt x="5424322" y="1684462"/>
                  <a:pt x="5425528" y="1692771"/>
                  <a:pt x="5427941" y="1702879"/>
                </a:cubicBezTo>
                <a:cubicBezTo>
                  <a:pt x="5430354" y="1712986"/>
                  <a:pt x="5435737" y="1718039"/>
                  <a:pt x="5444090" y="1718039"/>
                </a:cubicBezTo>
                <a:cubicBezTo>
                  <a:pt x="5446305" y="1718039"/>
                  <a:pt x="5449354" y="1717236"/>
                  <a:pt x="5453238" y="1715630"/>
                </a:cubicBezTo>
                <a:cubicBezTo>
                  <a:pt x="5457123" y="1714023"/>
                  <a:pt x="5459636" y="1713220"/>
                  <a:pt x="5460777" y="1713220"/>
                </a:cubicBezTo>
                <a:cubicBezTo>
                  <a:pt x="5461918" y="1713220"/>
                  <a:pt x="5462489" y="1713862"/>
                  <a:pt x="5462489" y="1715147"/>
                </a:cubicBezTo>
                <a:cubicBezTo>
                  <a:pt x="5462489" y="1722365"/>
                  <a:pt x="5460542" y="1730376"/>
                  <a:pt x="5456646" y="1739177"/>
                </a:cubicBezTo>
                <a:lnTo>
                  <a:pt x="5428731" y="1722775"/>
                </a:lnTo>
                <a:cubicBezTo>
                  <a:pt x="5417455" y="1716572"/>
                  <a:pt x="5407060" y="1713470"/>
                  <a:pt x="5397546" y="1713470"/>
                </a:cubicBezTo>
                <a:cubicBezTo>
                  <a:pt x="5397776" y="1696566"/>
                  <a:pt x="5398393" y="1684918"/>
                  <a:pt x="5399395" y="1678525"/>
                </a:cubicBezTo>
                <a:cubicBezTo>
                  <a:pt x="5400398" y="1672132"/>
                  <a:pt x="5402230" y="1667604"/>
                  <a:pt x="5404893" y="1664942"/>
                </a:cubicBezTo>
                <a:cubicBezTo>
                  <a:pt x="5407555" y="1662279"/>
                  <a:pt x="5410885" y="1658282"/>
                  <a:pt x="5414882" y="1652949"/>
                </a:cubicBezTo>
                <a:cubicBezTo>
                  <a:pt x="5415177" y="1653218"/>
                  <a:pt x="5417334" y="1653352"/>
                  <a:pt x="5421352" y="1653352"/>
                </a:cubicBezTo>
                <a:cubicBezTo>
                  <a:pt x="5425371" y="1653352"/>
                  <a:pt x="5430646" y="1651074"/>
                  <a:pt x="5437179" y="1646517"/>
                </a:cubicBezTo>
                <a:close/>
                <a:moveTo>
                  <a:pt x="4261797" y="1642505"/>
                </a:moveTo>
                <a:cubicBezTo>
                  <a:pt x="4262049" y="1644301"/>
                  <a:pt x="4262175" y="1647251"/>
                  <a:pt x="4262175" y="1651355"/>
                </a:cubicBezTo>
                <a:cubicBezTo>
                  <a:pt x="4262175" y="1655460"/>
                  <a:pt x="4262663" y="1657411"/>
                  <a:pt x="4263640" y="1657211"/>
                </a:cubicBezTo>
                <a:cubicBezTo>
                  <a:pt x="4262172" y="1653064"/>
                  <a:pt x="4259058" y="1650018"/>
                  <a:pt x="4254296" y="1648072"/>
                </a:cubicBezTo>
                <a:cubicBezTo>
                  <a:pt x="4258422" y="1645815"/>
                  <a:pt x="4260923" y="1643959"/>
                  <a:pt x="4261797" y="1642505"/>
                </a:cubicBezTo>
                <a:close/>
                <a:moveTo>
                  <a:pt x="5837590" y="1638486"/>
                </a:moveTo>
                <a:cubicBezTo>
                  <a:pt x="5840486" y="1638486"/>
                  <a:pt x="5841935" y="1639262"/>
                  <a:pt x="5841935" y="1640815"/>
                </a:cubicBezTo>
                <a:cubicBezTo>
                  <a:pt x="5841935" y="1643294"/>
                  <a:pt x="5838710" y="1651904"/>
                  <a:pt x="5832258" y="1666644"/>
                </a:cubicBezTo>
                <a:cubicBezTo>
                  <a:pt x="5825808" y="1681384"/>
                  <a:pt x="5818662" y="1695553"/>
                  <a:pt x="5810820" y="1709150"/>
                </a:cubicBezTo>
                <a:cubicBezTo>
                  <a:pt x="5807569" y="1713050"/>
                  <a:pt x="5800620" y="1715833"/>
                  <a:pt x="5789973" y="1717502"/>
                </a:cubicBezTo>
                <a:cubicBezTo>
                  <a:pt x="5779326" y="1719170"/>
                  <a:pt x="5762350" y="1720637"/>
                  <a:pt x="5739042" y="1721905"/>
                </a:cubicBezTo>
                <a:cubicBezTo>
                  <a:pt x="5737292" y="1710901"/>
                  <a:pt x="5736418" y="1699871"/>
                  <a:pt x="5736418" y="1688812"/>
                </a:cubicBezTo>
                <a:lnTo>
                  <a:pt x="5736821" y="1675930"/>
                </a:lnTo>
                <a:cubicBezTo>
                  <a:pt x="5736821" y="1666130"/>
                  <a:pt x="5734678" y="1656518"/>
                  <a:pt x="5730390" y="1647093"/>
                </a:cubicBezTo>
                <a:cubicBezTo>
                  <a:pt x="5733632" y="1646978"/>
                  <a:pt x="5738883" y="1648178"/>
                  <a:pt x="5746142" y="1650693"/>
                </a:cubicBezTo>
                <a:cubicBezTo>
                  <a:pt x="5753402" y="1653208"/>
                  <a:pt x="5758664" y="1655887"/>
                  <a:pt x="5761930" y="1658731"/>
                </a:cubicBezTo>
                <a:cubicBezTo>
                  <a:pt x="5765196" y="1661574"/>
                  <a:pt x="5769763" y="1662996"/>
                  <a:pt x="5775632" y="1662996"/>
                </a:cubicBezTo>
                <a:cubicBezTo>
                  <a:pt x="5781500" y="1662996"/>
                  <a:pt x="5787434" y="1661206"/>
                  <a:pt x="5793432" y="1657627"/>
                </a:cubicBezTo>
                <a:cubicBezTo>
                  <a:pt x="5815084" y="1644866"/>
                  <a:pt x="5829803" y="1638486"/>
                  <a:pt x="5837590" y="1638486"/>
                </a:cubicBezTo>
                <a:close/>
                <a:moveTo>
                  <a:pt x="7794944" y="1637152"/>
                </a:moveTo>
                <a:lnTo>
                  <a:pt x="7795024" y="1637559"/>
                </a:lnTo>
                <a:cubicBezTo>
                  <a:pt x="7795326" y="1638716"/>
                  <a:pt x="7795778" y="1640267"/>
                  <a:pt x="7796380" y="1642210"/>
                </a:cubicBezTo>
                <a:cubicBezTo>
                  <a:pt x="7797586" y="1646097"/>
                  <a:pt x="7798188" y="1649349"/>
                  <a:pt x="7798188" y="1651966"/>
                </a:cubicBezTo>
                <a:cubicBezTo>
                  <a:pt x="7798188" y="1654584"/>
                  <a:pt x="7797764" y="1658720"/>
                  <a:pt x="7796914" y="1664375"/>
                </a:cubicBezTo>
                <a:cubicBezTo>
                  <a:pt x="7796065" y="1670030"/>
                  <a:pt x="7795022" y="1674262"/>
                  <a:pt x="7793785" y="1677069"/>
                </a:cubicBezTo>
                <a:cubicBezTo>
                  <a:pt x="7788328" y="1689309"/>
                  <a:pt x="7784306" y="1708941"/>
                  <a:pt x="7781716" y="1735965"/>
                </a:cubicBezTo>
                <a:cubicBezTo>
                  <a:pt x="7796311" y="1729770"/>
                  <a:pt x="7811385" y="1722020"/>
                  <a:pt x="7826938" y="1712715"/>
                </a:cubicBezTo>
                <a:cubicBezTo>
                  <a:pt x="7834714" y="1708062"/>
                  <a:pt x="7840547" y="1704231"/>
                  <a:pt x="7844436" y="1701221"/>
                </a:cubicBezTo>
                <a:lnTo>
                  <a:pt x="7846558" y="1698832"/>
                </a:lnTo>
                <a:lnTo>
                  <a:pt x="7844990" y="1699592"/>
                </a:lnTo>
                <a:cubicBezTo>
                  <a:pt x="7841236" y="1701403"/>
                  <a:pt x="7835962" y="1703943"/>
                  <a:pt x="7829168" y="1707211"/>
                </a:cubicBezTo>
                <a:cubicBezTo>
                  <a:pt x="7824074" y="1709609"/>
                  <a:pt x="7819937" y="1710808"/>
                  <a:pt x="7816756" y="1710808"/>
                </a:cubicBezTo>
                <a:cubicBezTo>
                  <a:pt x="7813576" y="1710808"/>
                  <a:pt x="7810902" y="1709722"/>
                  <a:pt x="7808734" y="1707550"/>
                </a:cubicBezTo>
                <a:cubicBezTo>
                  <a:pt x="7806568" y="1705379"/>
                  <a:pt x="7804844" y="1700458"/>
                  <a:pt x="7803567" y="1692790"/>
                </a:cubicBezTo>
                <a:cubicBezTo>
                  <a:pt x="7802289" y="1685121"/>
                  <a:pt x="7801650" y="1678958"/>
                  <a:pt x="7801650" y="1674301"/>
                </a:cubicBezTo>
                <a:cubicBezTo>
                  <a:pt x="7801650" y="1669644"/>
                  <a:pt x="7803538" y="1666266"/>
                  <a:pt x="7807314" y="1664167"/>
                </a:cubicBezTo>
                <a:cubicBezTo>
                  <a:pt x="7810326" y="1662444"/>
                  <a:pt x="7813801" y="1658468"/>
                  <a:pt x="7817738" y="1652242"/>
                </a:cubicBezTo>
                <a:cubicBezTo>
                  <a:pt x="7821676" y="1646015"/>
                  <a:pt x="7824484" y="1642099"/>
                  <a:pt x="7826161" y="1640495"/>
                </a:cubicBezTo>
                <a:cubicBezTo>
                  <a:pt x="7825892" y="1641566"/>
                  <a:pt x="7822560" y="1642101"/>
                  <a:pt x="7816164" y="1642101"/>
                </a:cubicBezTo>
                <a:cubicBezTo>
                  <a:pt x="7812967" y="1642101"/>
                  <a:pt x="7809431" y="1641633"/>
                  <a:pt x="7805557" y="1640695"/>
                </a:cubicBezTo>
                <a:close/>
                <a:moveTo>
                  <a:pt x="2597408" y="1634689"/>
                </a:moveTo>
                <a:lnTo>
                  <a:pt x="2591117" y="1644629"/>
                </a:lnTo>
                <a:cubicBezTo>
                  <a:pt x="2585430" y="1653222"/>
                  <a:pt x="2578015" y="1660097"/>
                  <a:pt x="2568873" y="1665255"/>
                </a:cubicBezTo>
                <a:cubicBezTo>
                  <a:pt x="2566816" y="1665255"/>
                  <a:pt x="2564002" y="1664155"/>
                  <a:pt x="2560431" y="1661953"/>
                </a:cubicBezTo>
                <a:cubicBezTo>
                  <a:pt x="2566349" y="1654419"/>
                  <a:pt x="2574290" y="1647686"/>
                  <a:pt x="2584254" y="1641756"/>
                </a:cubicBezTo>
                <a:cubicBezTo>
                  <a:pt x="2589236" y="1638791"/>
                  <a:pt x="2593251" y="1636567"/>
                  <a:pt x="2596299" y="1635084"/>
                </a:cubicBezTo>
                <a:close/>
                <a:moveTo>
                  <a:pt x="3736082" y="1632457"/>
                </a:moveTo>
                <a:cubicBezTo>
                  <a:pt x="3735813" y="1636348"/>
                  <a:pt x="3735679" y="1647411"/>
                  <a:pt x="3735679" y="1665646"/>
                </a:cubicBezTo>
                <a:cubicBezTo>
                  <a:pt x="3721143" y="1676926"/>
                  <a:pt x="3710751" y="1684503"/>
                  <a:pt x="3704503" y="1688377"/>
                </a:cubicBezTo>
                <a:cubicBezTo>
                  <a:pt x="3701379" y="1690314"/>
                  <a:pt x="3698705" y="1691767"/>
                  <a:pt x="3696480" y="1692735"/>
                </a:cubicBezTo>
                <a:lnTo>
                  <a:pt x="3692076" y="1693937"/>
                </a:lnTo>
                <a:lnTo>
                  <a:pt x="3692443" y="1685862"/>
                </a:lnTo>
                <a:cubicBezTo>
                  <a:pt x="3701483" y="1672299"/>
                  <a:pt x="3716030" y="1654497"/>
                  <a:pt x="3736082" y="1632457"/>
                </a:cubicBezTo>
                <a:close/>
                <a:moveTo>
                  <a:pt x="2089341" y="1630448"/>
                </a:moveTo>
                <a:cubicBezTo>
                  <a:pt x="2088825" y="1638827"/>
                  <a:pt x="2088347" y="1644802"/>
                  <a:pt x="2087907" y="1648373"/>
                </a:cubicBezTo>
                <a:cubicBezTo>
                  <a:pt x="2085245" y="1647375"/>
                  <a:pt x="2081757" y="1644525"/>
                  <a:pt x="2077444" y="1639823"/>
                </a:cubicBezTo>
                <a:cubicBezTo>
                  <a:pt x="2083272" y="1635194"/>
                  <a:pt x="2087238" y="1632069"/>
                  <a:pt x="2089341" y="1630448"/>
                </a:cubicBezTo>
                <a:close/>
                <a:moveTo>
                  <a:pt x="4924423" y="1628841"/>
                </a:moveTo>
                <a:cubicBezTo>
                  <a:pt x="4924768" y="1628841"/>
                  <a:pt x="4926596" y="1629370"/>
                  <a:pt x="4929904" y="1630429"/>
                </a:cubicBezTo>
                <a:cubicBezTo>
                  <a:pt x="4933213" y="1631487"/>
                  <a:pt x="4935618" y="1632073"/>
                  <a:pt x="4937120" y="1632188"/>
                </a:cubicBezTo>
                <a:lnTo>
                  <a:pt x="4940416" y="1664225"/>
                </a:lnTo>
                <a:cubicBezTo>
                  <a:pt x="4936861" y="1665518"/>
                  <a:pt x="4932698" y="1666260"/>
                  <a:pt x="4927924" y="1666452"/>
                </a:cubicBezTo>
                <a:cubicBezTo>
                  <a:pt x="4927181" y="1645632"/>
                  <a:pt x="4925236" y="1633389"/>
                  <a:pt x="4922087" y="1629725"/>
                </a:cubicBezTo>
                <a:cubicBezTo>
                  <a:pt x="4922471" y="1629136"/>
                  <a:pt x="4923250" y="1628841"/>
                  <a:pt x="4924423" y="1628841"/>
                </a:cubicBezTo>
                <a:close/>
                <a:moveTo>
                  <a:pt x="4562463" y="1623216"/>
                </a:moveTo>
                <a:cubicBezTo>
                  <a:pt x="4560053" y="1646276"/>
                  <a:pt x="4558848" y="1662224"/>
                  <a:pt x="4558848" y="1671060"/>
                </a:cubicBezTo>
                <a:cubicBezTo>
                  <a:pt x="4558848" y="1679895"/>
                  <a:pt x="4559777" y="1688890"/>
                  <a:pt x="4561635" y="1698044"/>
                </a:cubicBezTo>
                <a:cubicBezTo>
                  <a:pt x="4563493" y="1707197"/>
                  <a:pt x="4567150" y="1713956"/>
                  <a:pt x="4572607" y="1718321"/>
                </a:cubicBezTo>
                <a:cubicBezTo>
                  <a:pt x="4578064" y="1722685"/>
                  <a:pt x="4582074" y="1724867"/>
                  <a:pt x="4584638" y="1724867"/>
                </a:cubicBezTo>
                <a:cubicBezTo>
                  <a:pt x="4590586" y="1724867"/>
                  <a:pt x="4593559" y="1722235"/>
                  <a:pt x="4593559" y="1716970"/>
                </a:cubicBezTo>
                <a:cubicBezTo>
                  <a:pt x="4602932" y="1710720"/>
                  <a:pt x="4609502" y="1707595"/>
                  <a:pt x="4613267" y="1707595"/>
                </a:cubicBezTo>
                <a:cubicBezTo>
                  <a:pt x="4617032" y="1707595"/>
                  <a:pt x="4620990" y="1708928"/>
                  <a:pt x="4625141" y="1711595"/>
                </a:cubicBezTo>
                <a:cubicBezTo>
                  <a:pt x="4624608" y="1711258"/>
                  <a:pt x="4624341" y="1712585"/>
                  <a:pt x="4624341" y="1715575"/>
                </a:cubicBezTo>
                <a:cubicBezTo>
                  <a:pt x="4624341" y="1718566"/>
                  <a:pt x="4629297" y="1724093"/>
                  <a:pt x="4639208" y="1732157"/>
                </a:cubicBezTo>
                <a:cubicBezTo>
                  <a:pt x="4625704" y="1736039"/>
                  <a:pt x="4613120" y="1740924"/>
                  <a:pt x="4601456" y="1746812"/>
                </a:cubicBezTo>
                <a:cubicBezTo>
                  <a:pt x="4600756" y="1744802"/>
                  <a:pt x="4595185" y="1740150"/>
                  <a:pt x="4584741" y="1732854"/>
                </a:cubicBezTo>
                <a:cubicBezTo>
                  <a:pt x="4574296" y="1725559"/>
                  <a:pt x="4566834" y="1721911"/>
                  <a:pt x="4562355" y="1721911"/>
                </a:cubicBezTo>
                <a:cubicBezTo>
                  <a:pt x="4557875" y="1721911"/>
                  <a:pt x="4555635" y="1725721"/>
                  <a:pt x="4555635" y="1733341"/>
                </a:cubicBezTo>
                <a:cubicBezTo>
                  <a:pt x="4555635" y="1740960"/>
                  <a:pt x="4557036" y="1749814"/>
                  <a:pt x="4559837" y="1759902"/>
                </a:cubicBezTo>
                <a:cubicBezTo>
                  <a:pt x="4562637" y="1769990"/>
                  <a:pt x="4565453" y="1776599"/>
                  <a:pt x="4568284" y="1779728"/>
                </a:cubicBezTo>
                <a:cubicBezTo>
                  <a:pt x="4571115" y="1782858"/>
                  <a:pt x="4575587" y="1786752"/>
                  <a:pt x="4581701" y="1791411"/>
                </a:cubicBezTo>
                <a:cubicBezTo>
                  <a:pt x="4587814" y="1796070"/>
                  <a:pt x="4593267" y="1798399"/>
                  <a:pt x="4598058" y="1798399"/>
                </a:cubicBezTo>
                <a:cubicBezTo>
                  <a:pt x="4602849" y="1798399"/>
                  <a:pt x="4606762" y="1793849"/>
                  <a:pt x="4609795" y="1784749"/>
                </a:cubicBezTo>
                <a:cubicBezTo>
                  <a:pt x="4610862" y="1783861"/>
                  <a:pt x="4612400" y="1781715"/>
                  <a:pt x="4614409" y="1778311"/>
                </a:cubicBezTo>
                <a:cubicBezTo>
                  <a:pt x="4629602" y="1791908"/>
                  <a:pt x="4637198" y="1799515"/>
                  <a:pt x="4637198" y="1801132"/>
                </a:cubicBezTo>
                <a:cubicBezTo>
                  <a:pt x="4637198" y="1801891"/>
                  <a:pt x="4628384" y="1802271"/>
                  <a:pt x="4610755" y="1802271"/>
                </a:cubicBezTo>
                <a:cubicBezTo>
                  <a:pt x="4597883" y="1802271"/>
                  <a:pt x="4586028" y="1800804"/>
                  <a:pt x="4575189" y="1797871"/>
                </a:cubicBezTo>
                <a:cubicBezTo>
                  <a:pt x="4564350" y="1794938"/>
                  <a:pt x="4557037" y="1792126"/>
                  <a:pt x="4553248" y="1789436"/>
                </a:cubicBezTo>
                <a:cubicBezTo>
                  <a:pt x="4549460" y="1786746"/>
                  <a:pt x="4545848" y="1782603"/>
                  <a:pt x="4542413" y="1777005"/>
                </a:cubicBezTo>
                <a:cubicBezTo>
                  <a:pt x="4538979" y="1771408"/>
                  <a:pt x="4535274" y="1763969"/>
                  <a:pt x="4531297" y="1754690"/>
                </a:cubicBezTo>
                <a:lnTo>
                  <a:pt x="4528109" y="1751551"/>
                </a:lnTo>
                <a:lnTo>
                  <a:pt x="4530357" y="1750137"/>
                </a:lnTo>
                <a:cubicBezTo>
                  <a:pt x="4531509" y="1747964"/>
                  <a:pt x="4532084" y="1744704"/>
                  <a:pt x="4532084" y="1740358"/>
                </a:cubicBezTo>
                <a:cubicBezTo>
                  <a:pt x="4532084" y="1731665"/>
                  <a:pt x="4531548" y="1724307"/>
                  <a:pt x="4530475" y="1718282"/>
                </a:cubicBezTo>
                <a:cubicBezTo>
                  <a:pt x="4529402" y="1712258"/>
                  <a:pt x="4528865" y="1706361"/>
                  <a:pt x="4528865" y="1700591"/>
                </a:cubicBezTo>
                <a:cubicBezTo>
                  <a:pt x="4528865" y="1694820"/>
                  <a:pt x="4529345" y="1688471"/>
                  <a:pt x="4530305" y="1681542"/>
                </a:cubicBezTo>
                <a:cubicBezTo>
                  <a:pt x="4536189" y="1670539"/>
                  <a:pt x="4542670" y="1657044"/>
                  <a:pt x="4549747" y="1641058"/>
                </a:cubicBezTo>
                <a:cubicBezTo>
                  <a:pt x="4557632" y="1634445"/>
                  <a:pt x="4561870" y="1628498"/>
                  <a:pt x="4562463" y="1623216"/>
                </a:cubicBezTo>
                <a:close/>
                <a:moveTo>
                  <a:pt x="4983005" y="1620004"/>
                </a:moveTo>
                <a:lnTo>
                  <a:pt x="4970484" y="1655468"/>
                </a:lnTo>
                <a:lnTo>
                  <a:pt x="4972311" y="1625763"/>
                </a:lnTo>
                <a:cubicBezTo>
                  <a:pt x="4974094" y="1624957"/>
                  <a:pt x="4977659" y="1623037"/>
                  <a:pt x="4983005" y="1620004"/>
                </a:cubicBezTo>
                <a:close/>
                <a:moveTo>
                  <a:pt x="4637170" y="1616870"/>
                </a:moveTo>
                <a:lnTo>
                  <a:pt x="4637148" y="1624439"/>
                </a:lnTo>
                <a:cubicBezTo>
                  <a:pt x="4637116" y="1632269"/>
                  <a:pt x="4637066" y="1638524"/>
                  <a:pt x="4637000" y="1643202"/>
                </a:cubicBezTo>
                <a:lnTo>
                  <a:pt x="4636137" y="1656825"/>
                </a:lnTo>
                <a:lnTo>
                  <a:pt x="4630239" y="1644009"/>
                </a:lnTo>
                <a:cubicBezTo>
                  <a:pt x="4626030" y="1639158"/>
                  <a:pt x="4620474" y="1636732"/>
                  <a:pt x="4613571" y="1636732"/>
                </a:cubicBezTo>
                <a:cubicBezTo>
                  <a:pt x="4610294" y="1636732"/>
                  <a:pt x="4606210" y="1637819"/>
                  <a:pt x="4601319" y="1639993"/>
                </a:cubicBezTo>
                <a:cubicBezTo>
                  <a:pt x="4596427" y="1642166"/>
                  <a:pt x="4592635" y="1643219"/>
                  <a:pt x="4589943" y="1643151"/>
                </a:cubicBezTo>
                <a:cubicBezTo>
                  <a:pt x="4590387" y="1641312"/>
                  <a:pt x="4590816" y="1639891"/>
                  <a:pt x="4591230" y="1638889"/>
                </a:cubicBezTo>
                <a:cubicBezTo>
                  <a:pt x="4601448" y="1639422"/>
                  <a:pt x="4608920" y="1636611"/>
                  <a:pt x="4613647" y="1630454"/>
                </a:cubicBezTo>
                <a:cubicBezTo>
                  <a:pt x="4613443" y="1631060"/>
                  <a:pt x="4615256" y="1630608"/>
                  <a:pt x="4619087" y="1629097"/>
                </a:cubicBezTo>
                <a:cubicBezTo>
                  <a:pt x="4622918" y="1627587"/>
                  <a:pt x="4625632" y="1626832"/>
                  <a:pt x="4627227" y="1626832"/>
                </a:cubicBezTo>
                <a:cubicBezTo>
                  <a:pt x="4630602" y="1626832"/>
                  <a:pt x="4633133" y="1625955"/>
                  <a:pt x="4634821" y="1624200"/>
                </a:cubicBezTo>
                <a:close/>
                <a:moveTo>
                  <a:pt x="6219375" y="1612772"/>
                </a:moveTo>
                <a:cubicBezTo>
                  <a:pt x="6220655" y="1614039"/>
                  <a:pt x="6222566" y="1615170"/>
                  <a:pt x="6225109" y="1616164"/>
                </a:cubicBezTo>
                <a:cubicBezTo>
                  <a:pt x="6217822" y="1618997"/>
                  <a:pt x="6214793" y="1621162"/>
                  <a:pt x="6216022" y="1622659"/>
                </a:cubicBezTo>
                <a:cubicBezTo>
                  <a:pt x="6217848" y="1618854"/>
                  <a:pt x="6218966" y="1615558"/>
                  <a:pt x="6219375" y="1612772"/>
                </a:cubicBezTo>
                <a:close/>
                <a:moveTo>
                  <a:pt x="5035238" y="1606264"/>
                </a:moveTo>
                <a:cubicBezTo>
                  <a:pt x="5035238" y="1609233"/>
                  <a:pt x="5030541" y="1622019"/>
                  <a:pt x="5021146" y="1644623"/>
                </a:cubicBezTo>
                <a:cubicBezTo>
                  <a:pt x="5014713" y="1647503"/>
                  <a:pt x="5009284" y="1649423"/>
                  <a:pt x="5004860" y="1650383"/>
                </a:cubicBezTo>
                <a:lnTo>
                  <a:pt x="5018881" y="1610423"/>
                </a:lnTo>
                <a:cubicBezTo>
                  <a:pt x="5025925" y="1608503"/>
                  <a:pt x="5030412" y="1607543"/>
                  <a:pt x="5032343" y="1607543"/>
                </a:cubicBezTo>
                <a:cubicBezTo>
                  <a:pt x="5034273" y="1607543"/>
                  <a:pt x="5035238" y="1607117"/>
                  <a:pt x="5035238" y="1606264"/>
                </a:cubicBezTo>
                <a:close/>
                <a:moveTo>
                  <a:pt x="3001348" y="1605834"/>
                </a:moveTo>
                <a:lnTo>
                  <a:pt x="3000592" y="1609428"/>
                </a:lnTo>
                <a:cubicBezTo>
                  <a:pt x="2998587" y="1615281"/>
                  <a:pt x="2993573" y="1624378"/>
                  <a:pt x="2985551" y="1636719"/>
                </a:cubicBezTo>
                <a:cubicBezTo>
                  <a:pt x="2968464" y="1629228"/>
                  <a:pt x="2956051" y="1625482"/>
                  <a:pt x="2948312" y="1625482"/>
                </a:cubicBezTo>
                <a:cubicBezTo>
                  <a:pt x="2973677" y="1615508"/>
                  <a:pt x="2990173" y="1609274"/>
                  <a:pt x="2997800" y="1606781"/>
                </a:cubicBezTo>
                <a:close/>
                <a:moveTo>
                  <a:pt x="3624844" y="1605761"/>
                </a:moveTo>
                <a:lnTo>
                  <a:pt x="3621910" y="1615215"/>
                </a:lnTo>
                <a:lnTo>
                  <a:pt x="3619564" y="1611083"/>
                </a:lnTo>
                <a:close/>
                <a:moveTo>
                  <a:pt x="5495121" y="1599915"/>
                </a:moveTo>
                <a:cubicBezTo>
                  <a:pt x="5494622" y="1599915"/>
                  <a:pt x="5494885" y="1600726"/>
                  <a:pt x="5495911" y="1602347"/>
                </a:cubicBezTo>
                <a:cubicBezTo>
                  <a:pt x="5496937" y="1603968"/>
                  <a:pt x="5497450" y="1605408"/>
                  <a:pt x="5497450" y="1606667"/>
                </a:cubicBezTo>
                <a:cubicBezTo>
                  <a:pt x="5497450" y="1612635"/>
                  <a:pt x="5493482" y="1621013"/>
                  <a:pt x="5485547" y="1631798"/>
                </a:cubicBezTo>
                <a:cubicBezTo>
                  <a:pt x="5479596" y="1639887"/>
                  <a:pt x="5474101" y="1644943"/>
                  <a:pt x="5469064" y="1646965"/>
                </a:cubicBezTo>
                <a:lnTo>
                  <a:pt x="5464884" y="1647830"/>
                </a:lnTo>
                <a:lnTo>
                  <a:pt x="5465126" y="1640897"/>
                </a:lnTo>
                <a:cubicBezTo>
                  <a:pt x="5465382" y="1637643"/>
                  <a:pt x="5465806" y="1633641"/>
                  <a:pt x="5466400" y="1628893"/>
                </a:cubicBezTo>
                <a:cubicBezTo>
                  <a:pt x="5476707" y="1619839"/>
                  <a:pt x="5486285" y="1610475"/>
                  <a:pt x="5495134" y="1600798"/>
                </a:cubicBezTo>
                <a:cubicBezTo>
                  <a:pt x="5495624" y="1600210"/>
                  <a:pt x="5495620" y="1599915"/>
                  <a:pt x="5495121" y="1599915"/>
                </a:cubicBezTo>
                <a:close/>
                <a:moveTo>
                  <a:pt x="4566482" y="1589093"/>
                </a:moveTo>
                <a:cubicBezTo>
                  <a:pt x="4565689" y="1590339"/>
                  <a:pt x="4564934" y="1595736"/>
                  <a:pt x="4564217" y="1605284"/>
                </a:cubicBezTo>
                <a:cubicBezTo>
                  <a:pt x="4556085" y="1609478"/>
                  <a:pt x="4549278" y="1617279"/>
                  <a:pt x="4543796" y="1628688"/>
                </a:cubicBezTo>
                <a:cubicBezTo>
                  <a:pt x="4543706" y="1622890"/>
                  <a:pt x="4542748" y="1615447"/>
                  <a:pt x="4540922" y="1606360"/>
                </a:cubicBezTo>
                <a:cubicBezTo>
                  <a:pt x="4548939" y="1594025"/>
                  <a:pt x="4557459" y="1588270"/>
                  <a:pt x="4566482" y="1589093"/>
                </a:cubicBezTo>
                <a:close/>
                <a:moveTo>
                  <a:pt x="5850446" y="1576461"/>
                </a:moveTo>
                <a:cubicBezTo>
                  <a:pt x="5844392" y="1576461"/>
                  <a:pt x="5839805" y="1578021"/>
                  <a:pt x="5836684" y="1581142"/>
                </a:cubicBezTo>
                <a:cubicBezTo>
                  <a:pt x="5833563" y="1584263"/>
                  <a:pt x="5828824" y="1586741"/>
                  <a:pt x="5822467" y="1588575"/>
                </a:cubicBezTo>
                <a:cubicBezTo>
                  <a:pt x="5816110" y="1590410"/>
                  <a:pt x="5810570" y="1591327"/>
                  <a:pt x="5805848" y="1591327"/>
                </a:cubicBezTo>
                <a:cubicBezTo>
                  <a:pt x="5794857" y="1591327"/>
                  <a:pt x="5777527" y="1596061"/>
                  <a:pt x="5753857" y="1605528"/>
                </a:cubicBezTo>
                <a:cubicBezTo>
                  <a:pt x="5730187" y="1614995"/>
                  <a:pt x="5716848" y="1625128"/>
                  <a:pt x="5713840" y="1635926"/>
                </a:cubicBezTo>
                <a:cubicBezTo>
                  <a:pt x="5708576" y="1635926"/>
                  <a:pt x="5703482" y="1634665"/>
                  <a:pt x="5698561" y="1632144"/>
                </a:cubicBezTo>
                <a:cubicBezTo>
                  <a:pt x="5693640" y="1629622"/>
                  <a:pt x="5689026" y="1626207"/>
                  <a:pt x="5684719" y="1621898"/>
                </a:cubicBezTo>
                <a:cubicBezTo>
                  <a:pt x="5680412" y="1617589"/>
                  <a:pt x="5677128" y="1615434"/>
                  <a:pt x="5674866" y="1615434"/>
                </a:cubicBezTo>
                <a:cubicBezTo>
                  <a:pt x="5670528" y="1615434"/>
                  <a:pt x="5668358" y="1618003"/>
                  <a:pt x="5668358" y="1623139"/>
                </a:cubicBezTo>
                <a:cubicBezTo>
                  <a:pt x="5668358" y="1629065"/>
                  <a:pt x="5670903" y="1636406"/>
                  <a:pt x="5675993" y="1645160"/>
                </a:cubicBezTo>
                <a:cubicBezTo>
                  <a:pt x="5681672" y="1662341"/>
                  <a:pt x="5686358" y="1686244"/>
                  <a:pt x="5690053" y="1716868"/>
                </a:cubicBezTo>
                <a:cubicBezTo>
                  <a:pt x="5692268" y="1734847"/>
                  <a:pt x="5696605" y="1749679"/>
                  <a:pt x="5703066" y="1761365"/>
                </a:cubicBezTo>
                <a:cubicBezTo>
                  <a:pt x="5709528" y="1773050"/>
                  <a:pt x="5714086" y="1780470"/>
                  <a:pt x="5716742" y="1783622"/>
                </a:cubicBezTo>
                <a:cubicBezTo>
                  <a:pt x="5719398" y="1786775"/>
                  <a:pt x="5723249" y="1788352"/>
                  <a:pt x="5728294" y="1788352"/>
                </a:cubicBezTo>
                <a:cubicBezTo>
                  <a:pt x="5733338" y="1788352"/>
                  <a:pt x="5738426" y="1786088"/>
                  <a:pt x="5743554" y="1781562"/>
                </a:cubicBezTo>
                <a:cubicBezTo>
                  <a:pt x="5751664" y="1775986"/>
                  <a:pt x="5761448" y="1771505"/>
                  <a:pt x="5772906" y="1768119"/>
                </a:cubicBezTo>
                <a:cubicBezTo>
                  <a:pt x="5784363" y="1764734"/>
                  <a:pt x="5794562" y="1763041"/>
                  <a:pt x="5803502" y="1763041"/>
                </a:cubicBezTo>
                <a:cubicBezTo>
                  <a:pt x="5812442" y="1763041"/>
                  <a:pt x="5819485" y="1763713"/>
                  <a:pt x="5824630" y="1765057"/>
                </a:cubicBezTo>
                <a:cubicBezTo>
                  <a:pt x="5838970" y="1769068"/>
                  <a:pt x="5851460" y="1771073"/>
                  <a:pt x="5862100" y="1771073"/>
                </a:cubicBezTo>
                <a:cubicBezTo>
                  <a:pt x="5866498" y="1771073"/>
                  <a:pt x="5869732" y="1770246"/>
                  <a:pt x="5871798" y="1768593"/>
                </a:cubicBezTo>
                <a:cubicBezTo>
                  <a:pt x="5873866" y="1766940"/>
                  <a:pt x="5875458" y="1764196"/>
                  <a:pt x="5876576" y="1760363"/>
                </a:cubicBezTo>
                <a:cubicBezTo>
                  <a:pt x="5877694" y="1756530"/>
                  <a:pt x="5878252" y="1752441"/>
                  <a:pt x="5878252" y="1748098"/>
                </a:cubicBezTo>
                <a:cubicBezTo>
                  <a:pt x="5878252" y="1738110"/>
                  <a:pt x="5875840" y="1730868"/>
                  <a:pt x="5871015" y="1726371"/>
                </a:cubicBezTo>
                <a:cubicBezTo>
                  <a:pt x="5879854" y="1711947"/>
                  <a:pt x="5891476" y="1695532"/>
                  <a:pt x="5905880" y="1677127"/>
                </a:cubicBezTo>
                <a:cubicBezTo>
                  <a:pt x="5916657" y="1663517"/>
                  <a:pt x="5922045" y="1651721"/>
                  <a:pt x="5922045" y="1641740"/>
                </a:cubicBezTo>
                <a:cubicBezTo>
                  <a:pt x="5922045" y="1631759"/>
                  <a:pt x="5919842" y="1624274"/>
                  <a:pt x="5915438" y="1619287"/>
                </a:cubicBezTo>
                <a:cubicBezTo>
                  <a:pt x="5911032" y="1614299"/>
                  <a:pt x="5901902" y="1605915"/>
                  <a:pt x="5888044" y="1594133"/>
                </a:cubicBezTo>
                <a:cubicBezTo>
                  <a:pt x="5874187" y="1582351"/>
                  <a:pt x="5861654" y="1576461"/>
                  <a:pt x="5850446" y="1576461"/>
                </a:cubicBezTo>
                <a:close/>
                <a:moveTo>
                  <a:pt x="3826550" y="1574195"/>
                </a:moveTo>
                <a:cubicBezTo>
                  <a:pt x="3832402" y="1574195"/>
                  <a:pt x="3835327" y="1575123"/>
                  <a:pt x="3835327" y="1576979"/>
                </a:cubicBezTo>
                <a:cubicBezTo>
                  <a:pt x="3835327" y="1578835"/>
                  <a:pt x="3831586" y="1584499"/>
                  <a:pt x="3824102" y="1593970"/>
                </a:cubicBezTo>
                <a:lnTo>
                  <a:pt x="3806958" y="1619044"/>
                </a:lnTo>
                <a:cubicBezTo>
                  <a:pt x="3799061" y="1627350"/>
                  <a:pt x="3794552" y="1631504"/>
                  <a:pt x="3793432" y="1631504"/>
                </a:cubicBezTo>
                <a:cubicBezTo>
                  <a:pt x="3792312" y="1631504"/>
                  <a:pt x="3790123" y="1629300"/>
                  <a:pt x="3786863" y="1624893"/>
                </a:cubicBezTo>
                <a:cubicBezTo>
                  <a:pt x="3787610" y="1610741"/>
                  <a:pt x="3788478" y="1598979"/>
                  <a:pt x="3789467" y="1589605"/>
                </a:cubicBezTo>
                <a:cubicBezTo>
                  <a:pt x="3792573" y="1586090"/>
                  <a:pt x="3798068" y="1582643"/>
                  <a:pt x="3805950" y="1579264"/>
                </a:cubicBezTo>
                <a:cubicBezTo>
                  <a:pt x="3813832" y="1575885"/>
                  <a:pt x="3820699" y="1574195"/>
                  <a:pt x="3826550" y="1574195"/>
                </a:cubicBezTo>
                <a:close/>
                <a:moveTo>
                  <a:pt x="4973437" y="1573395"/>
                </a:moveTo>
                <a:cubicBezTo>
                  <a:pt x="4977056" y="1573395"/>
                  <a:pt x="4980456" y="1573734"/>
                  <a:pt x="4983638" y="1574413"/>
                </a:cubicBezTo>
                <a:cubicBezTo>
                  <a:pt x="4985626" y="1575411"/>
                  <a:pt x="4986620" y="1577738"/>
                  <a:pt x="4986620" y="1581395"/>
                </a:cubicBezTo>
                <a:cubicBezTo>
                  <a:pt x="4980392" y="1582197"/>
                  <a:pt x="4973824" y="1584031"/>
                  <a:pt x="4966916" y="1586898"/>
                </a:cubicBezTo>
                <a:cubicBezTo>
                  <a:pt x="4965828" y="1580896"/>
                  <a:pt x="4958117" y="1577156"/>
                  <a:pt x="4943782" y="1575680"/>
                </a:cubicBezTo>
                <a:cubicBezTo>
                  <a:pt x="4953628" y="1574157"/>
                  <a:pt x="4963514" y="1573395"/>
                  <a:pt x="4973437" y="1573395"/>
                </a:cubicBezTo>
                <a:close/>
                <a:moveTo>
                  <a:pt x="4630773" y="1572186"/>
                </a:moveTo>
                <a:cubicBezTo>
                  <a:pt x="4631967" y="1572186"/>
                  <a:pt x="4633337" y="1573937"/>
                  <a:pt x="4634881" y="1577440"/>
                </a:cubicBezTo>
                <a:cubicBezTo>
                  <a:pt x="4636426" y="1580942"/>
                  <a:pt x="4637198" y="1587201"/>
                  <a:pt x="4637198" y="1596216"/>
                </a:cubicBezTo>
                <a:cubicBezTo>
                  <a:pt x="4637198" y="1601708"/>
                  <a:pt x="4637194" y="1606806"/>
                  <a:pt x="4637186" y="1611510"/>
                </a:cubicBezTo>
                <a:lnTo>
                  <a:pt x="4637176" y="1614857"/>
                </a:lnTo>
                <a:lnTo>
                  <a:pt x="4636849" y="1612163"/>
                </a:lnTo>
                <a:cubicBezTo>
                  <a:pt x="4636514" y="1610433"/>
                  <a:pt x="4636012" y="1608352"/>
                  <a:pt x="4635342" y="1605921"/>
                </a:cubicBezTo>
                <a:cubicBezTo>
                  <a:pt x="4634003" y="1601060"/>
                  <a:pt x="4631077" y="1598282"/>
                  <a:pt x="4626565" y="1597589"/>
                </a:cubicBezTo>
                <a:cubicBezTo>
                  <a:pt x="4622053" y="1596896"/>
                  <a:pt x="4618659" y="1596549"/>
                  <a:pt x="4616380" y="1596549"/>
                </a:cubicBezTo>
                <a:cubicBezTo>
                  <a:pt x="4607114" y="1596549"/>
                  <a:pt x="4599168" y="1598957"/>
                  <a:pt x="4592542" y="1603774"/>
                </a:cubicBezTo>
                <a:cubicBezTo>
                  <a:pt x="4592350" y="1600434"/>
                  <a:pt x="4591215" y="1597003"/>
                  <a:pt x="4589137" y="1593484"/>
                </a:cubicBezTo>
                <a:cubicBezTo>
                  <a:pt x="4594619" y="1593129"/>
                  <a:pt x="4599111" y="1591063"/>
                  <a:pt x="4602612" y="1587286"/>
                </a:cubicBezTo>
                <a:cubicBezTo>
                  <a:pt x="4606112" y="1583508"/>
                  <a:pt x="4611382" y="1580047"/>
                  <a:pt x="4618422" y="1576902"/>
                </a:cubicBezTo>
                <a:cubicBezTo>
                  <a:pt x="4625461" y="1573758"/>
                  <a:pt x="4629578" y="1572186"/>
                  <a:pt x="4630773" y="1572186"/>
                </a:cubicBezTo>
                <a:close/>
                <a:moveTo>
                  <a:pt x="4213929" y="1572021"/>
                </a:moveTo>
                <a:lnTo>
                  <a:pt x="4220392" y="1574214"/>
                </a:lnTo>
                <a:cubicBezTo>
                  <a:pt x="4218779" y="1574449"/>
                  <a:pt x="4217646" y="1575061"/>
                  <a:pt x="4216994" y="1576051"/>
                </a:cubicBezTo>
                <a:close/>
                <a:moveTo>
                  <a:pt x="5323893" y="1566413"/>
                </a:moveTo>
                <a:cubicBezTo>
                  <a:pt x="5320104" y="1566413"/>
                  <a:pt x="5317504" y="1568284"/>
                  <a:pt x="5316092" y="1572026"/>
                </a:cubicBezTo>
                <a:cubicBezTo>
                  <a:pt x="5314044" y="1577124"/>
                  <a:pt x="5309432" y="1579673"/>
                  <a:pt x="5302256" y="1579673"/>
                </a:cubicBezTo>
                <a:cubicBezTo>
                  <a:pt x="5297708" y="1579673"/>
                  <a:pt x="5293158" y="1578668"/>
                  <a:pt x="5288605" y="1576659"/>
                </a:cubicBezTo>
                <a:cubicBezTo>
                  <a:pt x="5284053" y="1574650"/>
                  <a:pt x="5280299" y="1573645"/>
                  <a:pt x="5277342" y="1573645"/>
                </a:cubicBezTo>
                <a:cubicBezTo>
                  <a:pt x="5270592" y="1573645"/>
                  <a:pt x="5267218" y="1576616"/>
                  <a:pt x="5267218" y="1582559"/>
                </a:cubicBezTo>
                <a:cubicBezTo>
                  <a:pt x="5267218" y="1584812"/>
                  <a:pt x="5267783" y="1587149"/>
                  <a:pt x="5268914" y="1589570"/>
                </a:cubicBezTo>
                <a:cubicBezTo>
                  <a:pt x="5270044" y="1591991"/>
                  <a:pt x="5274157" y="1598522"/>
                  <a:pt x="5281252" y="1609163"/>
                </a:cubicBezTo>
                <a:lnTo>
                  <a:pt x="5286743" y="1617745"/>
                </a:lnTo>
                <a:cubicBezTo>
                  <a:pt x="5288727" y="1620829"/>
                  <a:pt x="5289719" y="1622993"/>
                  <a:pt x="5289719" y="1624237"/>
                </a:cubicBezTo>
                <a:cubicBezTo>
                  <a:pt x="5289719" y="1625481"/>
                  <a:pt x="5288970" y="1627229"/>
                  <a:pt x="5287473" y="1629481"/>
                </a:cubicBezTo>
                <a:cubicBezTo>
                  <a:pt x="5281244" y="1638044"/>
                  <a:pt x="5271753" y="1655460"/>
                  <a:pt x="5259001" y="1681728"/>
                </a:cubicBezTo>
                <a:cubicBezTo>
                  <a:pt x="5258454" y="1681728"/>
                  <a:pt x="5256011" y="1681811"/>
                  <a:pt x="5251670" y="1681977"/>
                </a:cubicBezTo>
                <a:cubicBezTo>
                  <a:pt x="5247329" y="1682144"/>
                  <a:pt x="5243612" y="1683000"/>
                  <a:pt x="5240519" y="1684547"/>
                </a:cubicBezTo>
                <a:cubicBezTo>
                  <a:pt x="5237426" y="1686093"/>
                  <a:pt x="5235879" y="1688866"/>
                  <a:pt x="5235879" y="1692863"/>
                </a:cubicBezTo>
                <a:cubicBezTo>
                  <a:pt x="5235879" y="1696861"/>
                  <a:pt x="5237068" y="1700049"/>
                  <a:pt x="5239447" y="1702427"/>
                </a:cubicBezTo>
                <a:cubicBezTo>
                  <a:pt x="5241825" y="1704806"/>
                  <a:pt x="5243582" y="1706795"/>
                  <a:pt x="5244717" y="1708395"/>
                </a:cubicBezTo>
                <a:cubicBezTo>
                  <a:pt x="5237216" y="1722478"/>
                  <a:pt x="5229500" y="1735074"/>
                  <a:pt x="5221566" y="1746181"/>
                </a:cubicBezTo>
                <a:cubicBezTo>
                  <a:pt x="5213633" y="1757289"/>
                  <a:pt x="5209102" y="1763454"/>
                  <a:pt x="5207974" y="1764676"/>
                </a:cubicBezTo>
                <a:cubicBezTo>
                  <a:pt x="5206845" y="1765899"/>
                  <a:pt x="5206646" y="1766510"/>
                  <a:pt x="5207375" y="1766510"/>
                </a:cubicBezTo>
                <a:lnTo>
                  <a:pt x="5205372" y="1765703"/>
                </a:lnTo>
                <a:cubicBezTo>
                  <a:pt x="5201507" y="1765703"/>
                  <a:pt x="5198996" y="1767346"/>
                  <a:pt x="5197840" y="1770631"/>
                </a:cubicBezTo>
                <a:cubicBezTo>
                  <a:pt x="5196684" y="1773916"/>
                  <a:pt x="5196106" y="1777253"/>
                  <a:pt x="5196106" y="1780640"/>
                </a:cubicBezTo>
                <a:cubicBezTo>
                  <a:pt x="5196106" y="1792748"/>
                  <a:pt x="5201891" y="1798802"/>
                  <a:pt x="5213461" y="1798802"/>
                </a:cubicBezTo>
                <a:cubicBezTo>
                  <a:pt x="5218602" y="1798802"/>
                  <a:pt x="5223584" y="1797143"/>
                  <a:pt x="5228408" y="1793823"/>
                </a:cubicBezTo>
                <a:cubicBezTo>
                  <a:pt x="5233230" y="1790504"/>
                  <a:pt x="5239601" y="1783589"/>
                  <a:pt x="5247520" y="1773079"/>
                </a:cubicBezTo>
                <a:cubicBezTo>
                  <a:pt x="5255438" y="1762569"/>
                  <a:pt x="5260168" y="1753732"/>
                  <a:pt x="5261708" y="1746569"/>
                </a:cubicBezTo>
                <a:cubicBezTo>
                  <a:pt x="5261750" y="1750861"/>
                  <a:pt x="5262684" y="1755740"/>
                  <a:pt x="5264508" y="1761208"/>
                </a:cubicBezTo>
                <a:cubicBezTo>
                  <a:pt x="5266332" y="1766675"/>
                  <a:pt x="5269153" y="1771884"/>
                  <a:pt x="5272971" y="1776836"/>
                </a:cubicBezTo>
                <a:cubicBezTo>
                  <a:pt x="5276790" y="1781787"/>
                  <a:pt x="5280691" y="1785949"/>
                  <a:pt x="5284676" y="1789321"/>
                </a:cubicBezTo>
                <a:cubicBezTo>
                  <a:pt x="5288661" y="1792694"/>
                  <a:pt x="5291707" y="1794380"/>
                  <a:pt x="5293814" y="1794380"/>
                </a:cubicBezTo>
                <a:cubicBezTo>
                  <a:pt x="5299404" y="1794380"/>
                  <a:pt x="5302337" y="1786332"/>
                  <a:pt x="5302614" y="1770234"/>
                </a:cubicBezTo>
                <a:cubicBezTo>
                  <a:pt x="5334838" y="1766207"/>
                  <a:pt x="5350950" y="1757220"/>
                  <a:pt x="5350950" y="1743273"/>
                </a:cubicBezTo>
                <a:cubicBezTo>
                  <a:pt x="5350950" y="1741314"/>
                  <a:pt x="5350548" y="1739332"/>
                  <a:pt x="5349744" y="1737324"/>
                </a:cubicBezTo>
                <a:cubicBezTo>
                  <a:pt x="5348940" y="1735317"/>
                  <a:pt x="5348538" y="1733014"/>
                  <a:pt x="5348538" y="1730416"/>
                </a:cubicBezTo>
                <a:cubicBezTo>
                  <a:pt x="5348538" y="1724759"/>
                  <a:pt x="5351150" y="1719050"/>
                  <a:pt x="5356374" y="1713291"/>
                </a:cubicBezTo>
                <a:cubicBezTo>
                  <a:pt x="5361598" y="1707531"/>
                  <a:pt x="5364210" y="1700493"/>
                  <a:pt x="5364210" y="1692175"/>
                </a:cubicBezTo>
                <a:cubicBezTo>
                  <a:pt x="5364210" y="1683858"/>
                  <a:pt x="5361499" y="1676756"/>
                  <a:pt x="5356076" y="1670871"/>
                </a:cubicBezTo>
                <a:cubicBezTo>
                  <a:pt x="5350654" y="1664985"/>
                  <a:pt x="5343162" y="1662043"/>
                  <a:pt x="5333601" y="1662043"/>
                </a:cubicBezTo>
                <a:cubicBezTo>
                  <a:pt x="5324040" y="1662043"/>
                  <a:pt x="5317518" y="1663918"/>
                  <a:pt x="5314034" y="1667668"/>
                </a:cubicBezTo>
                <a:cubicBezTo>
                  <a:pt x="5310551" y="1671418"/>
                  <a:pt x="5308350" y="1673293"/>
                  <a:pt x="5307430" y="1673293"/>
                </a:cubicBezTo>
                <a:cubicBezTo>
                  <a:pt x="5306510" y="1673293"/>
                  <a:pt x="5306151" y="1673722"/>
                  <a:pt x="5306352" y="1674579"/>
                </a:cubicBezTo>
                <a:cubicBezTo>
                  <a:pt x="5320072" y="1654259"/>
                  <a:pt x="5334535" y="1636171"/>
                  <a:pt x="5349741" y="1620317"/>
                </a:cubicBezTo>
                <a:cubicBezTo>
                  <a:pt x="5359387" y="1614604"/>
                  <a:pt x="5364210" y="1608160"/>
                  <a:pt x="5364210" y="1600984"/>
                </a:cubicBezTo>
                <a:cubicBezTo>
                  <a:pt x="5364210" y="1593808"/>
                  <a:pt x="5362593" y="1587218"/>
                  <a:pt x="5359360" y="1581216"/>
                </a:cubicBezTo>
                <a:cubicBezTo>
                  <a:pt x="5356126" y="1575213"/>
                  <a:pt x="5350353" y="1571245"/>
                  <a:pt x="5342042" y="1569312"/>
                </a:cubicBezTo>
                <a:cubicBezTo>
                  <a:pt x="5333731" y="1567380"/>
                  <a:pt x="5327682" y="1566413"/>
                  <a:pt x="5323893" y="1566413"/>
                </a:cubicBezTo>
                <a:close/>
                <a:moveTo>
                  <a:pt x="6521840" y="1564557"/>
                </a:moveTo>
                <a:cubicBezTo>
                  <a:pt x="6524805" y="1564557"/>
                  <a:pt x="6528228" y="1565293"/>
                  <a:pt x="6532111" y="1566765"/>
                </a:cubicBezTo>
                <a:cubicBezTo>
                  <a:pt x="6535994" y="1568237"/>
                  <a:pt x="6540208" y="1568973"/>
                  <a:pt x="6544756" y="1568973"/>
                </a:cubicBezTo>
                <a:lnTo>
                  <a:pt x="6549979" y="1568973"/>
                </a:lnTo>
                <a:cubicBezTo>
                  <a:pt x="6550623" y="1568973"/>
                  <a:pt x="6550972" y="1568992"/>
                  <a:pt x="6551028" y="1569031"/>
                </a:cubicBezTo>
                <a:cubicBezTo>
                  <a:pt x="6551084" y="1569069"/>
                  <a:pt x="6551112" y="1569498"/>
                  <a:pt x="6551112" y="1570317"/>
                </a:cubicBezTo>
                <a:cubicBezTo>
                  <a:pt x="6551112" y="1571136"/>
                  <a:pt x="6550090" y="1573135"/>
                  <a:pt x="6548050" y="1576313"/>
                </a:cubicBezTo>
                <a:cubicBezTo>
                  <a:pt x="6546008" y="1579492"/>
                  <a:pt x="6543556" y="1581851"/>
                  <a:pt x="6540693" y="1583391"/>
                </a:cubicBezTo>
                <a:cubicBezTo>
                  <a:pt x="6537830" y="1584932"/>
                  <a:pt x="6536101" y="1585702"/>
                  <a:pt x="6535506" y="1585702"/>
                </a:cubicBezTo>
                <a:cubicBezTo>
                  <a:pt x="6534910" y="1585702"/>
                  <a:pt x="6534410" y="1585245"/>
                  <a:pt x="6534006" y="1584332"/>
                </a:cubicBezTo>
                <a:cubicBezTo>
                  <a:pt x="6530016" y="1575219"/>
                  <a:pt x="6525500" y="1568882"/>
                  <a:pt x="6520458" y="1565322"/>
                </a:cubicBezTo>
                <a:lnTo>
                  <a:pt x="6519359" y="1564831"/>
                </a:lnTo>
                <a:close/>
                <a:moveTo>
                  <a:pt x="6658852" y="1556118"/>
                </a:moveTo>
                <a:lnTo>
                  <a:pt x="6657434" y="1558695"/>
                </a:lnTo>
                <a:cubicBezTo>
                  <a:pt x="6655728" y="1561861"/>
                  <a:pt x="6653078" y="1565613"/>
                  <a:pt x="6649484" y="1569952"/>
                </a:cubicBezTo>
                <a:cubicBezTo>
                  <a:pt x="6645888" y="1574291"/>
                  <a:pt x="6642656" y="1577119"/>
                  <a:pt x="6639784" y="1578435"/>
                </a:cubicBezTo>
                <a:cubicBezTo>
                  <a:pt x="6636913" y="1579751"/>
                  <a:pt x="6634863" y="1580831"/>
                  <a:pt x="6633634" y="1581676"/>
                </a:cubicBezTo>
                <a:cubicBezTo>
                  <a:pt x="6634168" y="1579543"/>
                  <a:pt x="6634434" y="1574639"/>
                  <a:pt x="6634434" y="1566964"/>
                </a:cubicBezTo>
                <a:cubicBezTo>
                  <a:pt x="6637521" y="1566964"/>
                  <a:pt x="6641280" y="1565952"/>
                  <a:pt x="6645710" y="1563930"/>
                </a:cubicBezTo>
                <a:close/>
                <a:moveTo>
                  <a:pt x="2438205" y="1546325"/>
                </a:moveTo>
                <a:cubicBezTo>
                  <a:pt x="2434673" y="1546325"/>
                  <a:pt x="2432906" y="1547777"/>
                  <a:pt x="2432906" y="1550683"/>
                </a:cubicBezTo>
                <a:cubicBezTo>
                  <a:pt x="2432906" y="1553588"/>
                  <a:pt x="2433174" y="1556246"/>
                  <a:pt x="2433709" y="1558657"/>
                </a:cubicBezTo>
                <a:cubicBezTo>
                  <a:pt x="2434245" y="1561067"/>
                  <a:pt x="2434513" y="1563542"/>
                  <a:pt x="2434513" y="1566080"/>
                </a:cubicBezTo>
                <a:cubicBezTo>
                  <a:pt x="2434513" y="1576299"/>
                  <a:pt x="2430940" y="1590141"/>
                  <a:pt x="2423793" y="1607608"/>
                </a:cubicBezTo>
                <a:cubicBezTo>
                  <a:pt x="2416647" y="1625074"/>
                  <a:pt x="2409109" y="1640267"/>
                  <a:pt x="2401180" y="1653186"/>
                </a:cubicBezTo>
                <a:cubicBezTo>
                  <a:pt x="2393251" y="1666104"/>
                  <a:pt x="2387248" y="1672940"/>
                  <a:pt x="2383172" y="1673693"/>
                </a:cubicBezTo>
                <a:cubicBezTo>
                  <a:pt x="2379095" y="1674446"/>
                  <a:pt x="2377057" y="1678544"/>
                  <a:pt x="2377057" y="1685987"/>
                </a:cubicBezTo>
                <a:cubicBezTo>
                  <a:pt x="2377057" y="1693429"/>
                  <a:pt x="2379212" y="1702575"/>
                  <a:pt x="2383521" y="1713422"/>
                </a:cubicBezTo>
                <a:cubicBezTo>
                  <a:pt x="2387830" y="1724269"/>
                  <a:pt x="2393330" y="1729693"/>
                  <a:pt x="2400022" y="1729693"/>
                </a:cubicBezTo>
                <a:cubicBezTo>
                  <a:pt x="2406714" y="1729693"/>
                  <a:pt x="2411225" y="1725808"/>
                  <a:pt x="2413554" y="1718039"/>
                </a:cubicBezTo>
                <a:cubicBezTo>
                  <a:pt x="2414134" y="1741782"/>
                  <a:pt x="2413085" y="1761787"/>
                  <a:pt x="2410405" y="1778055"/>
                </a:cubicBezTo>
                <a:cubicBezTo>
                  <a:pt x="2409066" y="1787407"/>
                  <a:pt x="2412798" y="1798493"/>
                  <a:pt x="2421601" y="1811313"/>
                </a:cubicBezTo>
                <a:cubicBezTo>
                  <a:pt x="2430405" y="1824134"/>
                  <a:pt x="2437683" y="1830544"/>
                  <a:pt x="2443434" y="1830544"/>
                </a:cubicBezTo>
                <a:cubicBezTo>
                  <a:pt x="2447670" y="1830544"/>
                  <a:pt x="2450668" y="1828429"/>
                  <a:pt x="2452428" y="1824199"/>
                </a:cubicBezTo>
                <a:cubicBezTo>
                  <a:pt x="2454188" y="1819969"/>
                  <a:pt x="2455418" y="1806931"/>
                  <a:pt x="2456118" y="1785085"/>
                </a:cubicBezTo>
                <a:cubicBezTo>
                  <a:pt x="2456817" y="1763239"/>
                  <a:pt x="2457167" y="1741756"/>
                  <a:pt x="2457167" y="1720637"/>
                </a:cubicBezTo>
                <a:cubicBezTo>
                  <a:pt x="2457167" y="1699519"/>
                  <a:pt x="2455380" y="1688959"/>
                  <a:pt x="2451804" y="1688959"/>
                </a:cubicBezTo>
                <a:cubicBezTo>
                  <a:pt x="2448229" y="1688959"/>
                  <a:pt x="2446346" y="1693377"/>
                  <a:pt x="2446154" y="1702213"/>
                </a:cubicBezTo>
                <a:cubicBezTo>
                  <a:pt x="2447391" y="1698185"/>
                  <a:pt x="2446510" y="1692797"/>
                  <a:pt x="2443511" y="1686047"/>
                </a:cubicBezTo>
                <a:cubicBezTo>
                  <a:pt x="2443511" y="1683645"/>
                  <a:pt x="2448417" y="1673922"/>
                  <a:pt x="2458230" y="1656878"/>
                </a:cubicBezTo>
                <a:cubicBezTo>
                  <a:pt x="2468042" y="1639834"/>
                  <a:pt x="2474856" y="1630040"/>
                  <a:pt x="2478670" y="1627498"/>
                </a:cubicBezTo>
                <a:cubicBezTo>
                  <a:pt x="2482484" y="1624955"/>
                  <a:pt x="2485078" y="1620783"/>
                  <a:pt x="2486452" y="1614983"/>
                </a:cubicBezTo>
                <a:cubicBezTo>
                  <a:pt x="2487826" y="1609183"/>
                  <a:pt x="2488513" y="1605338"/>
                  <a:pt x="2488513" y="1603448"/>
                </a:cubicBezTo>
                <a:cubicBezTo>
                  <a:pt x="2488513" y="1595022"/>
                  <a:pt x="2481026" y="1583395"/>
                  <a:pt x="2466053" y="1568567"/>
                </a:cubicBezTo>
                <a:cubicBezTo>
                  <a:pt x="2451080" y="1553739"/>
                  <a:pt x="2441798" y="1546325"/>
                  <a:pt x="2438205" y="1546325"/>
                </a:cubicBezTo>
                <a:close/>
                <a:moveTo>
                  <a:pt x="7053186" y="1543663"/>
                </a:moveTo>
                <a:cubicBezTo>
                  <a:pt x="7053366" y="1543663"/>
                  <a:pt x="7053930" y="1544947"/>
                  <a:pt x="7054882" y="1547515"/>
                </a:cubicBezTo>
                <a:cubicBezTo>
                  <a:pt x="7055834" y="1550084"/>
                  <a:pt x="7056309" y="1553870"/>
                  <a:pt x="7056309" y="1558875"/>
                </a:cubicBezTo>
                <a:cubicBezTo>
                  <a:pt x="7056309" y="1563879"/>
                  <a:pt x="7054754" y="1571109"/>
                  <a:pt x="7051644" y="1580566"/>
                </a:cubicBezTo>
                <a:cubicBezTo>
                  <a:pt x="7048534" y="1590022"/>
                  <a:pt x="7044059" y="1600589"/>
                  <a:pt x="7038220" y="1612266"/>
                </a:cubicBezTo>
                <a:cubicBezTo>
                  <a:pt x="7032382" y="1623944"/>
                  <a:pt x="7028448" y="1630966"/>
                  <a:pt x="7026420" y="1633334"/>
                </a:cubicBezTo>
                <a:cubicBezTo>
                  <a:pt x="7024391" y="1635702"/>
                  <a:pt x="7021137" y="1637535"/>
                  <a:pt x="7016658" y="1638834"/>
                </a:cubicBezTo>
                <a:cubicBezTo>
                  <a:pt x="7012178" y="1640134"/>
                  <a:pt x="7009296" y="1643115"/>
                  <a:pt x="7008012" y="1647778"/>
                </a:cubicBezTo>
                <a:cubicBezTo>
                  <a:pt x="7007370" y="1650109"/>
                  <a:pt x="7006888" y="1653005"/>
                  <a:pt x="7006566" y="1656465"/>
                </a:cubicBezTo>
                <a:lnTo>
                  <a:pt x="7006238" y="1664698"/>
                </a:lnTo>
                <a:lnTo>
                  <a:pt x="7000620" y="1652053"/>
                </a:lnTo>
                <a:cubicBezTo>
                  <a:pt x="7034008" y="1601594"/>
                  <a:pt x="7051396" y="1566080"/>
                  <a:pt x="7052783" y="1545512"/>
                </a:cubicBezTo>
                <a:cubicBezTo>
                  <a:pt x="7052872" y="1544279"/>
                  <a:pt x="7053007" y="1543663"/>
                  <a:pt x="7053186" y="1543663"/>
                </a:cubicBezTo>
                <a:close/>
                <a:moveTo>
                  <a:pt x="4074999" y="1532662"/>
                </a:moveTo>
                <a:cubicBezTo>
                  <a:pt x="4070195" y="1532662"/>
                  <a:pt x="4066842" y="1534185"/>
                  <a:pt x="4064939" y="1537231"/>
                </a:cubicBezTo>
                <a:cubicBezTo>
                  <a:pt x="4063036" y="1540277"/>
                  <a:pt x="4062084" y="1543383"/>
                  <a:pt x="4062084" y="1546549"/>
                </a:cubicBezTo>
                <a:cubicBezTo>
                  <a:pt x="4062084" y="1549714"/>
                  <a:pt x="4065325" y="1551297"/>
                  <a:pt x="4071806" y="1551297"/>
                </a:cubicBezTo>
                <a:cubicBezTo>
                  <a:pt x="4077915" y="1551297"/>
                  <a:pt x="4080970" y="1556225"/>
                  <a:pt x="4080970" y="1566080"/>
                </a:cubicBezTo>
                <a:cubicBezTo>
                  <a:pt x="4080970" y="1571614"/>
                  <a:pt x="4080103" y="1578041"/>
                  <a:pt x="4078371" y="1585362"/>
                </a:cubicBezTo>
                <a:cubicBezTo>
                  <a:pt x="4076639" y="1592684"/>
                  <a:pt x="4075165" y="1603440"/>
                  <a:pt x="4073949" y="1617632"/>
                </a:cubicBezTo>
                <a:cubicBezTo>
                  <a:pt x="4072733" y="1631825"/>
                  <a:pt x="4072125" y="1644892"/>
                  <a:pt x="4072125" y="1656833"/>
                </a:cubicBezTo>
                <a:cubicBezTo>
                  <a:pt x="4067556" y="1662094"/>
                  <a:pt x="4064672" y="1665970"/>
                  <a:pt x="4063473" y="1668461"/>
                </a:cubicBezTo>
                <a:cubicBezTo>
                  <a:pt x="4062774" y="1660650"/>
                  <a:pt x="4056669" y="1652069"/>
                  <a:pt x="4045161" y="1642719"/>
                </a:cubicBezTo>
                <a:cubicBezTo>
                  <a:pt x="4033652" y="1633369"/>
                  <a:pt x="4025792" y="1628694"/>
                  <a:pt x="4021581" y="1628694"/>
                </a:cubicBezTo>
                <a:cubicBezTo>
                  <a:pt x="4017780" y="1628694"/>
                  <a:pt x="4015879" y="1630097"/>
                  <a:pt x="4015879" y="1632902"/>
                </a:cubicBezTo>
                <a:cubicBezTo>
                  <a:pt x="4015879" y="1635707"/>
                  <a:pt x="4017687" y="1639386"/>
                  <a:pt x="4021303" y="1643938"/>
                </a:cubicBezTo>
                <a:cubicBezTo>
                  <a:pt x="4024919" y="1648490"/>
                  <a:pt x="4026727" y="1653209"/>
                  <a:pt x="4026727" y="1658094"/>
                </a:cubicBezTo>
                <a:cubicBezTo>
                  <a:pt x="4026727" y="1662232"/>
                  <a:pt x="4024620" y="1669282"/>
                  <a:pt x="4020407" y="1679242"/>
                </a:cubicBezTo>
                <a:cubicBezTo>
                  <a:pt x="4016194" y="1689201"/>
                  <a:pt x="4011457" y="1696283"/>
                  <a:pt x="4006197" y="1700485"/>
                </a:cubicBezTo>
                <a:cubicBezTo>
                  <a:pt x="4004614" y="1702068"/>
                  <a:pt x="4003823" y="1704115"/>
                  <a:pt x="4003823" y="1706625"/>
                </a:cubicBezTo>
                <a:cubicBezTo>
                  <a:pt x="4003823" y="1709136"/>
                  <a:pt x="4006509" y="1717292"/>
                  <a:pt x="4011883" y="1731091"/>
                </a:cubicBezTo>
                <a:cubicBezTo>
                  <a:pt x="4017256" y="1744891"/>
                  <a:pt x="4022647" y="1751791"/>
                  <a:pt x="4028054" y="1751791"/>
                </a:cubicBezTo>
                <a:cubicBezTo>
                  <a:pt x="4033462" y="1751791"/>
                  <a:pt x="4039829" y="1748128"/>
                  <a:pt x="4047154" y="1740803"/>
                </a:cubicBezTo>
                <a:cubicBezTo>
                  <a:pt x="4054480" y="1733477"/>
                  <a:pt x="4059483" y="1725255"/>
                  <a:pt x="4062164" y="1716135"/>
                </a:cubicBezTo>
                <a:cubicBezTo>
                  <a:pt x="4064846" y="1707016"/>
                  <a:pt x="4067364" y="1699214"/>
                  <a:pt x="4069719" y="1692729"/>
                </a:cubicBezTo>
                <a:cubicBezTo>
                  <a:pt x="4068136" y="1706390"/>
                  <a:pt x="4066745" y="1723007"/>
                  <a:pt x="4065547" y="1742582"/>
                </a:cubicBezTo>
                <a:cubicBezTo>
                  <a:pt x="4064348" y="1762156"/>
                  <a:pt x="4059734" y="1778404"/>
                  <a:pt x="4051704" y="1791324"/>
                </a:cubicBezTo>
                <a:cubicBezTo>
                  <a:pt x="4043675" y="1804245"/>
                  <a:pt x="4037116" y="1810706"/>
                  <a:pt x="4032025" y="1810706"/>
                </a:cubicBezTo>
                <a:cubicBezTo>
                  <a:pt x="4026082" y="1810706"/>
                  <a:pt x="4023111" y="1812422"/>
                  <a:pt x="4023111" y="1815854"/>
                </a:cubicBezTo>
                <a:cubicBezTo>
                  <a:pt x="4023111" y="1819286"/>
                  <a:pt x="4023874" y="1821767"/>
                  <a:pt x="4025402" y="1823297"/>
                </a:cubicBezTo>
                <a:cubicBezTo>
                  <a:pt x="4026929" y="1824826"/>
                  <a:pt x="4030294" y="1826483"/>
                  <a:pt x="4035497" y="1828266"/>
                </a:cubicBezTo>
                <a:cubicBezTo>
                  <a:pt x="4040700" y="1830049"/>
                  <a:pt x="4045458" y="1830941"/>
                  <a:pt x="4049772" y="1830941"/>
                </a:cubicBezTo>
                <a:cubicBezTo>
                  <a:pt x="4054085" y="1830941"/>
                  <a:pt x="4057960" y="1829692"/>
                  <a:pt x="4061396" y="1827194"/>
                </a:cubicBezTo>
                <a:cubicBezTo>
                  <a:pt x="4064833" y="1824696"/>
                  <a:pt x="4070085" y="1819358"/>
                  <a:pt x="4077152" y="1811179"/>
                </a:cubicBezTo>
                <a:cubicBezTo>
                  <a:pt x="4084220" y="1803000"/>
                  <a:pt x="4088724" y="1796374"/>
                  <a:pt x="4090665" y="1791299"/>
                </a:cubicBezTo>
                <a:cubicBezTo>
                  <a:pt x="4092606" y="1786224"/>
                  <a:pt x="4093577" y="1777824"/>
                  <a:pt x="4093577" y="1766100"/>
                </a:cubicBezTo>
                <a:cubicBezTo>
                  <a:pt x="4093799" y="1742234"/>
                  <a:pt x="4094918" y="1723310"/>
                  <a:pt x="4096933" y="1709329"/>
                </a:cubicBezTo>
                <a:cubicBezTo>
                  <a:pt x="4098950" y="1695348"/>
                  <a:pt x="4101890" y="1680840"/>
                  <a:pt x="4105756" y="1665806"/>
                </a:cubicBezTo>
                <a:cubicBezTo>
                  <a:pt x="4113047" y="1666876"/>
                  <a:pt x="4120510" y="1667412"/>
                  <a:pt x="4128148" y="1667412"/>
                </a:cubicBezTo>
                <a:cubicBezTo>
                  <a:pt x="4135785" y="1667412"/>
                  <a:pt x="4140465" y="1665806"/>
                  <a:pt x="4142188" y="1662593"/>
                </a:cubicBezTo>
                <a:cubicBezTo>
                  <a:pt x="4151284" y="1671433"/>
                  <a:pt x="4159356" y="1675853"/>
                  <a:pt x="4166404" y="1675853"/>
                </a:cubicBezTo>
                <a:cubicBezTo>
                  <a:pt x="4173453" y="1675853"/>
                  <a:pt x="4178737" y="1674333"/>
                  <a:pt x="4182256" y="1671293"/>
                </a:cubicBezTo>
                <a:cubicBezTo>
                  <a:pt x="4185776" y="1668253"/>
                  <a:pt x="4190347" y="1661915"/>
                  <a:pt x="4195967" y="1652277"/>
                </a:cubicBezTo>
                <a:cubicBezTo>
                  <a:pt x="4201589" y="1642639"/>
                  <a:pt x="4205519" y="1635764"/>
                  <a:pt x="4207759" y="1631651"/>
                </a:cubicBezTo>
                <a:cubicBezTo>
                  <a:pt x="4209533" y="1637777"/>
                  <a:pt x="4212004" y="1642328"/>
                  <a:pt x="4215169" y="1645301"/>
                </a:cubicBezTo>
                <a:cubicBezTo>
                  <a:pt x="4212661" y="1646329"/>
                  <a:pt x="4203207" y="1653911"/>
                  <a:pt x="4186806" y="1668045"/>
                </a:cubicBezTo>
                <a:cubicBezTo>
                  <a:pt x="4170406" y="1682180"/>
                  <a:pt x="4157038" y="1692509"/>
                  <a:pt x="4146700" y="1699032"/>
                </a:cubicBezTo>
                <a:cubicBezTo>
                  <a:pt x="4142523" y="1701473"/>
                  <a:pt x="4140435" y="1704580"/>
                  <a:pt x="4140435" y="1708353"/>
                </a:cubicBezTo>
                <a:cubicBezTo>
                  <a:pt x="4140435" y="1712127"/>
                  <a:pt x="4142038" y="1718098"/>
                  <a:pt x="4145244" y="1726266"/>
                </a:cubicBezTo>
                <a:cubicBezTo>
                  <a:pt x="4148450" y="1734434"/>
                  <a:pt x="4151635" y="1739390"/>
                  <a:pt x="4154799" y="1741135"/>
                </a:cubicBezTo>
                <a:cubicBezTo>
                  <a:pt x="4157963" y="1742880"/>
                  <a:pt x="4162816" y="1743618"/>
                  <a:pt x="4169361" y="1743350"/>
                </a:cubicBezTo>
                <a:cubicBezTo>
                  <a:pt x="4155150" y="1759443"/>
                  <a:pt x="4145426" y="1771177"/>
                  <a:pt x="4140192" y="1778554"/>
                </a:cubicBezTo>
                <a:cubicBezTo>
                  <a:pt x="4140256" y="1777487"/>
                  <a:pt x="4138623" y="1776954"/>
                  <a:pt x="4135293" y="1776954"/>
                </a:cubicBezTo>
                <a:cubicBezTo>
                  <a:pt x="4131963" y="1776954"/>
                  <a:pt x="4129308" y="1781367"/>
                  <a:pt x="4127329" y="1790192"/>
                </a:cubicBezTo>
                <a:cubicBezTo>
                  <a:pt x="4125349" y="1799017"/>
                  <a:pt x="4124359" y="1805849"/>
                  <a:pt x="4124359" y="1810690"/>
                </a:cubicBezTo>
                <a:cubicBezTo>
                  <a:pt x="4124359" y="1815530"/>
                  <a:pt x="4125788" y="1819647"/>
                  <a:pt x="4128647" y="1823041"/>
                </a:cubicBezTo>
                <a:cubicBezTo>
                  <a:pt x="4131505" y="1826435"/>
                  <a:pt x="4135490" y="1828132"/>
                  <a:pt x="4140601" y="1828132"/>
                </a:cubicBezTo>
                <a:cubicBezTo>
                  <a:pt x="4145712" y="1828132"/>
                  <a:pt x="4149872" y="1825815"/>
                  <a:pt x="4153081" y="1821182"/>
                </a:cubicBezTo>
                <a:cubicBezTo>
                  <a:pt x="4174814" y="1790165"/>
                  <a:pt x="4195143" y="1766986"/>
                  <a:pt x="4214069" y="1751644"/>
                </a:cubicBezTo>
                <a:cubicBezTo>
                  <a:pt x="4214534" y="1751204"/>
                  <a:pt x="4214766" y="1751492"/>
                  <a:pt x="4214766" y="1752507"/>
                </a:cubicBezTo>
                <a:cubicBezTo>
                  <a:pt x="4214766" y="1753523"/>
                  <a:pt x="4212221" y="1758787"/>
                  <a:pt x="4207132" y="1768299"/>
                </a:cubicBezTo>
                <a:cubicBezTo>
                  <a:pt x="4202042" y="1777810"/>
                  <a:pt x="4199497" y="1786747"/>
                  <a:pt x="4199497" y="1795110"/>
                </a:cubicBezTo>
                <a:cubicBezTo>
                  <a:pt x="4199497" y="1803472"/>
                  <a:pt x="4200825" y="1810972"/>
                  <a:pt x="4203481" y="1817611"/>
                </a:cubicBezTo>
                <a:cubicBezTo>
                  <a:pt x="4206136" y="1824249"/>
                  <a:pt x="4209799" y="1829227"/>
                  <a:pt x="4214469" y="1832544"/>
                </a:cubicBezTo>
                <a:cubicBezTo>
                  <a:pt x="4219138" y="1835861"/>
                  <a:pt x="4223885" y="1838031"/>
                  <a:pt x="4228708" y="1839053"/>
                </a:cubicBezTo>
                <a:cubicBezTo>
                  <a:pt x="4233531" y="1840074"/>
                  <a:pt x="4244721" y="1840585"/>
                  <a:pt x="4262277" y="1840585"/>
                </a:cubicBezTo>
                <a:cubicBezTo>
                  <a:pt x="4279833" y="1840585"/>
                  <a:pt x="4294116" y="1839702"/>
                  <a:pt x="4305126" y="1837936"/>
                </a:cubicBezTo>
                <a:cubicBezTo>
                  <a:pt x="4316135" y="1836170"/>
                  <a:pt x="4324210" y="1834125"/>
                  <a:pt x="4329351" y="1831802"/>
                </a:cubicBezTo>
                <a:cubicBezTo>
                  <a:pt x="4334492" y="1829479"/>
                  <a:pt x="4337063" y="1825819"/>
                  <a:pt x="4337063" y="1820823"/>
                </a:cubicBezTo>
                <a:cubicBezTo>
                  <a:pt x="4337063" y="1815401"/>
                  <a:pt x="4332774" y="1801578"/>
                  <a:pt x="4324197" y="1779354"/>
                </a:cubicBezTo>
                <a:cubicBezTo>
                  <a:pt x="4315619" y="1757130"/>
                  <a:pt x="4309035" y="1746018"/>
                  <a:pt x="4304444" y="1746018"/>
                </a:cubicBezTo>
                <a:cubicBezTo>
                  <a:pt x="4300642" y="1746018"/>
                  <a:pt x="4298742" y="1747775"/>
                  <a:pt x="4298742" y="1751288"/>
                </a:cubicBezTo>
                <a:cubicBezTo>
                  <a:pt x="4298742" y="1754802"/>
                  <a:pt x="4299210" y="1759167"/>
                  <a:pt x="4300147" y="1764385"/>
                </a:cubicBezTo>
                <a:cubicBezTo>
                  <a:pt x="4301083" y="1769603"/>
                  <a:pt x="4301551" y="1774486"/>
                  <a:pt x="4301551" y="1779034"/>
                </a:cubicBezTo>
                <a:cubicBezTo>
                  <a:pt x="4301551" y="1791210"/>
                  <a:pt x="4296554" y="1798863"/>
                  <a:pt x="4286560" y="1801992"/>
                </a:cubicBezTo>
                <a:cubicBezTo>
                  <a:pt x="4276566" y="1805122"/>
                  <a:pt x="4264605" y="1806687"/>
                  <a:pt x="4250678" y="1806687"/>
                </a:cubicBezTo>
                <a:cubicBezTo>
                  <a:pt x="4236750" y="1806687"/>
                  <a:pt x="4229786" y="1804969"/>
                  <a:pt x="4229786" y="1801535"/>
                </a:cubicBezTo>
                <a:cubicBezTo>
                  <a:pt x="4229786" y="1799013"/>
                  <a:pt x="4232958" y="1791861"/>
                  <a:pt x="4239303" y="1780077"/>
                </a:cubicBezTo>
                <a:cubicBezTo>
                  <a:pt x="4245647" y="1768293"/>
                  <a:pt x="4251920" y="1758628"/>
                  <a:pt x="4258124" y="1751080"/>
                </a:cubicBezTo>
                <a:cubicBezTo>
                  <a:pt x="4260125" y="1748405"/>
                  <a:pt x="4261125" y="1745028"/>
                  <a:pt x="4261125" y="1740950"/>
                </a:cubicBezTo>
                <a:cubicBezTo>
                  <a:pt x="4261125" y="1736871"/>
                  <a:pt x="4258790" y="1732979"/>
                  <a:pt x="4254121" y="1729274"/>
                </a:cubicBezTo>
                <a:cubicBezTo>
                  <a:pt x="4249451" y="1725568"/>
                  <a:pt x="4244153" y="1723579"/>
                  <a:pt x="4238227" y="1723306"/>
                </a:cubicBezTo>
                <a:cubicBezTo>
                  <a:pt x="4253493" y="1712648"/>
                  <a:pt x="4261125" y="1704182"/>
                  <a:pt x="4261125" y="1697906"/>
                </a:cubicBezTo>
                <a:lnTo>
                  <a:pt x="4254978" y="1685777"/>
                </a:lnTo>
                <a:lnTo>
                  <a:pt x="4262756" y="1691319"/>
                </a:lnTo>
                <a:cubicBezTo>
                  <a:pt x="4271486" y="1696542"/>
                  <a:pt x="4279353" y="1699154"/>
                  <a:pt x="4286359" y="1699154"/>
                </a:cubicBezTo>
                <a:cubicBezTo>
                  <a:pt x="4292839" y="1699154"/>
                  <a:pt x="4296080" y="1697336"/>
                  <a:pt x="4296080" y="1693701"/>
                </a:cubicBezTo>
                <a:cubicBezTo>
                  <a:pt x="4296080" y="1690067"/>
                  <a:pt x="4295459" y="1687165"/>
                  <a:pt x="4294217" y="1684998"/>
                </a:cubicBezTo>
                <a:cubicBezTo>
                  <a:pt x="4286269" y="1668833"/>
                  <a:pt x="4280729" y="1651978"/>
                  <a:pt x="4277598" y="1634435"/>
                </a:cubicBezTo>
                <a:cubicBezTo>
                  <a:pt x="4279744" y="1632208"/>
                  <a:pt x="4280817" y="1629305"/>
                  <a:pt x="4280817" y="1625728"/>
                </a:cubicBezTo>
                <a:cubicBezTo>
                  <a:pt x="4280817" y="1622151"/>
                  <a:pt x="4279652" y="1619005"/>
                  <a:pt x="4277323" y="1616292"/>
                </a:cubicBezTo>
                <a:cubicBezTo>
                  <a:pt x="4274993" y="1613578"/>
                  <a:pt x="4271873" y="1612222"/>
                  <a:pt x="4267963" y="1612222"/>
                </a:cubicBezTo>
                <a:cubicBezTo>
                  <a:pt x="4264053" y="1612222"/>
                  <a:pt x="4254280" y="1617843"/>
                  <a:pt x="4238643" y="1629085"/>
                </a:cubicBezTo>
                <a:cubicBezTo>
                  <a:pt x="4234961" y="1623611"/>
                  <a:pt x="4232278" y="1617521"/>
                  <a:pt x="4230593" y="1610814"/>
                </a:cubicBezTo>
                <a:cubicBezTo>
                  <a:pt x="4242662" y="1598471"/>
                  <a:pt x="4251438" y="1590063"/>
                  <a:pt x="4256921" y="1585590"/>
                </a:cubicBezTo>
                <a:cubicBezTo>
                  <a:pt x="4262403" y="1581116"/>
                  <a:pt x="4265144" y="1576390"/>
                  <a:pt x="4265144" y="1571411"/>
                </a:cubicBezTo>
                <a:cubicBezTo>
                  <a:pt x="4265144" y="1566432"/>
                  <a:pt x="4262673" y="1562212"/>
                  <a:pt x="4257730" y="1558750"/>
                </a:cubicBezTo>
                <a:cubicBezTo>
                  <a:pt x="4252788" y="1555287"/>
                  <a:pt x="4247216" y="1553556"/>
                  <a:pt x="4241017" y="1553556"/>
                </a:cubicBezTo>
                <a:cubicBezTo>
                  <a:pt x="4231124" y="1554627"/>
                  <a:pt x="4222242" y="1555163"/>
                  <a:pt x="4214373" y="1555163"/>
                </a:cubicBezTo>
                <a:cubicBezTo>
                  <a:pt x="4206503" y="1555163"/>
                  <a:pt x="4200273" y="1554836"/>
                  <a:pt x="4195683" y="1554184"/>
                </a:cubicBezTo>
                <a:cubicBezTo>
                  <a:pt x="4186915" y="1547417"/>
                  <a:pt x="4179108" y="1542138"/>
                  <a:pt x="4172260" y="1538348"/>
                </a:cubicBezTo>
                <a:cubicBezTo>
                  <a:pt x="4165413" y="1534557"/>
                  <a:pt x="4158529" y="1532662"/>
                  <a:pt x="4151609" y="1532662"/>
                </a:cubicBezTo>
                <a:cubicBezTo>
                  <a:pt x="4144688" y="1532662"/>
                  <a:pt x="4140292" y="1533481"/>
                  <a:pt x="4138419" y="1535119"/>
                </a:cubicBezTo>
                <a:cubicBezTo>
                  <a:pt x="4136546" y="1536757"/>
                  <a:pt x="4135610" y="1538910"/>
                  <a:pt x="4135610" y="1541576"/>
                </a:cubicBezTo>
                <a:cubicBezTo>
                  <a:pt x="4135610" y="1546798"/>
                  <a:pt x="4138161" y="1551161"/>
                  <a:pt x="4143263" y="1554664"/>
                </a:cubicBezTo>
                <a:cubicBezTo>
                  <a:pt x="4158478" y="1564536"/>
                  <a:pt x="4173873" y="1579234"/>
                  <a:pt x="4189450" y="1598757"/>
                </a:cubicBezTo>
                <a:cubicBezTo>
                  <a:pt x="4174440" y="1608685"/>
                  <a:pt x="4160513" y="1620938"/>
                  <a:pt x="4147666" y="1635516"/>
                </a:cubicBezTo>
                <a:cubicBezTo>
                  <a:pt x="4135498" y="1627922"/>
                  <a:pt x="4125773" y="1619133"/>
                  <a:pt x="4118491" y="1609150"/>
                </a:cubicBezTo>
                <a:cubicBezTo>
                  <a:pt x="4120496" y="1600826"/>
                  <a:pt x="4122337" y="1594498"/>
                  <a:pt x="4124013" y="1590165"/>
                </a:cubicBezTo>
                <a:cubicBezTo>
                  <a:pt x="4125690" y="1585833"/>
                  <a:pt x="4126529" y="1581824"/>
                  <a:pt x="4126529" y="1578137"/>
                </a:cubicBezTo>
                <a:cubicBezTo>
                  <a:pt x="4126529" y="1565035"/>
                  <a:pt x="4119141" y="1554180"/>
                  <a:pt x="4104367" y="1545573"/>
                </a:cubicBezTo>
                <a:cubicBezTo>
                  <a:pt x="4089592" y="1536965"/>
                  <a:pt x="4079803" y="1532662"/>
                  <a:pt x="4074999" y="1532662"/>
                </a:cubicBezTo>
                <a:close/>
                <a:moveTo>
                  <a:pt x="7480544" y="1526640"/>
                </a:moveTo>
                <a:cubicBezTo>
                  <a:pt x="7485978" y="1526640"/>
                  <a:pt x="7495840" y="1529932"/>
                  <a:pt x="7510129" y="1536517"/>
                </a:cubicBezTo>
                <a:cubicBezTo>
                  <a:pt x="7524417" y="1543103"/>
                  <a:pt x="7533384" y="1548976"/>
                  <a:pt x="7537030" y="1554139"/>
                </a:cubicBezTo>
                <a:cubicBezTo>
                  <a:pt x="7540676" y="1559301"/>
                  <a:pt x="7542498" y="1565291"/>
                  <a:pt x="7542498" y="1572109"/>
                </a:cubicBezTo>
                <a:cubicBezTo>
                  <a:pt x="7542498" y="1574775"/>
                  <a:pt x="7542080" y="1577642"/>
                  <a:pt x="7541247" y="1580710"/>
                </a:cubicBezTo>
                <a:cubicBezTo>
                  <a:pt x="7540412" y="1583778"/>
                  <a:pt x="7539490" y="1590021"/>
                  <a:pt x="7538479" y="1599442"/>
                </a:cubicBezTo>
                <a:cubicBezTo>
                  <a:pt x="7559162" y="1606801"/>
                  <a:pt x="7571901" y="1613626"/>
                  <a:pt x="7576694" y="1619917"/>
                </a:cubicBezTo>
                <a:cubicBezTo>
                  <a:pt x="7581488" y="1626208"/>
                  <a:pt x="7583884" y="1633174"/>
                  <a:pt x="7583884" y="1640815"/>
                </a:cubicBezTo>
                <a:cubicBezTo>
                  <a:pt x="7583884" y="1645094"/>
                  <a:pt x="7582019" y="1648655"/>
                  <a:pt x="7578288" y="1651496"/>
                </a:cubicBezTo>
                <a:cubicBezTo>
                  <a:pt x="7574557" y="1654337"/>
                  <a:pt x="7570906" y="1655758"/>
                  <a:pt x="7567335" y="1655758"/>
                </a:cubicBezTo>
                <a:cubicBezTo>
                  <a:pt x="7563764" y="1655758"/>
                  <a:pt x="7560880" y="1655278"/>
                  <a:pt x="7558686" y="1654318"/>
                </a:cubicBezTo>
                <a:cubicBezTo>
                  <a:pt x="7556490" y="1653358"/>
                  <a:pt x="7552184" y="1652422"/>
                  <a:pt x="7545765" y="1651509"/>
                </a:cubicBezTo>
                <a:cubicBezTo>
                  <a:pt x="7539346" y="1650596"/>
                  <a:pt x="7535908" y="1650173"/>
                  <a:pt x="7535452" y="1650242"/>
                </a:cubicBezTo>
                <a:cubicBezTo>
                  <a:pt x="7533988" y="1685098"/>
                  <a:pt x="7533256" y="1713472"/>
                  <a:pt x="7533256" y="1735363"/>
                </a:cubicBezTo>
                <a:cubicBezTo>
                  <a:pt x="7533256" y="1757254"/>
                  <a:pt x="7533524" y="1771147"/>
                  <a:pt x="7534060" y="1777044"/>
                </a:cubicBezTo>
                <a:cubicBezTo>
                  <a:pt x="7534596" y="1782940"/>
                  <a:pt x="7534863" y="1787219"/>
                  <a:pt x="7534863" y="1789881"/>
                </a:cubicBezTo>
                <a:cubicBezTo>
                  <a:pt x="7534863" y="1806913"/>
                  <a:pt x="7531358" y="1819756"/>
                  <a:pt x="7524348" y="1828410"/>
                </a:cubicBezTo>
                <a:cubicBezTo>
                  <a:pt x="7517339" y="1837064"/>
                  <a:pt x="7510908" y="1841392"/>
                  <a:pt x="7505054" y="1841392"/>
                </a:cubicBezTo>
                <a:cubicBezTo>
                  <a:pt x="7501628" y="1841392"/>
                  <a:pt x="7497941" y="1839783"/>
                  <a:pt x="7493992" y="1836566"/>
                </a:cubicBezTo>
                <a:cubicBezTo>
                  <a:pt x="7490044" y="1833349"/>
                  <a:pt x="7480748" y="1824826"/>
                  <a:pt x="7466106" y="1810997"/>
                </a:cubicBezTo>
                <a:cubicBezTo>
                  <a:pt x="7451464" y="1797167"/>
                  <a:pt x="7437800" y="1782751"/>
                  <a:pt x="7425116" y="1767748"/>
                </a:cubicBezTo>
                <a:cubicBezTo>
                  <a:pt x="7412432" y="1752745"/>
                  <a:pt x="7404825" y="1741098"/>
                  <a:pt x="7402296" y="1732806"/>
                </a:cubicBezTo>
                <a:cubicBezTo>
                  <a:pt x="7399766" y="1724515"/>
                  <a:pt x="7398500" y="1717290"/>
                  <a:pt x="7398500" y="1711134"/>
                </a:cubicBezTo>
                <a:cubicBezTo>
                  <a:pt x="7398500" y="1700046"/>
                  <a:pt x="7402758" y="1692373"/>
                  <a:pt x="7411274" y="1688115"/>
                </a:cubicBezTo>
                <a:cubicBezTo>
                  <a:pt x="7419790" y="1683857"/>
                  <a:pt x="7427450" y="1681728"/>
                  <a:pt x="7434255" y="1681728"/>
                </a:cubicBezTo>
                <a:cubicBezTo>
                  <a:pt x="7441060" y="1681728"/>
                  <a:pt x="7449388" y="1684084"/>
                  <a:pt x="7459239" y="1688796"/>
                </a:cubicBezTo>
                <a:cubicBezTo>
                  <a:pt x="7469090" y="1693508"/>
                  <a:pt x="7475518" y="1697683"/>
                  <a:pt x="7478524" y="1701320"/>
                </a:cubicBezTo>
                <a:cubicBezTo>
                  <a:pt x="7481530" y="1704957"/>
                  <a:pt x="7483033" y="1709299"/>
                  <a:pt x="7483033" y="1714347"/>
                </a:cubicBezTo>
                <a:cubicBezTo>
                  <a:pt x="7483033" y="1724966"/>
                  <a:pt x="7477781" y="1734799"/>
                  <a:pt x="7467277" y="1743846"/>
                </a:cubicBezTo>
                <a:cubicBezTo>
                  <a:pt x="7462025" y="1748369"/>
                  <a:pt x="7457424" y="1751762"/>
                  <a:pt x="7453474" y="1754023"/>
                </a:cubicBezTo>
                <a:lnTo>
                  <a:pt x="7447830" y="1755959"/>
                </a:lnTo>
                <a:lnTo>
                  <a:pt x="7461690" y="1765726"/>
                </a:lnTo>
                <a:cubicBezTo>
                  <a:pt x="7475398" y="1771872"/>
                  <a:pt x="7484897" y="1774944"/>
                  <a:pt x="7490188" y="1774944"/>
                </a:cubicBezTo>
                <a:cubicBezTo>
                  <a:pt x="7490772" y="1774944"/>
                  <a:pt x="7491308" y="1774580"/>
                  <a:pt x="7491794" y="1773850"/>
                </a:cubicBezTo>
                <a:cubicBezTo>
                  <a:pt x="7492280" y="1773121"/>
                  <a:pt x="7492524" y="1770606"/>
                  <a:pt x="7492524" y="1766305"/>
                </a:cubicBezTo>
                <a:lnTo>
                  <a:pt x="7490604" y="1654958"/>
                </a:lnTo>
                <a:cubicBezTo>
                  <a:pt x="7478858" y="1658342"/>
                  <a:pt x="7470748" y="1661027"/>
                  <a:pt x="7466272" y="1663015"/>
                </a:cubicBezTo>
                <a:cubicBezTo>
                  <a:pt x="7461797" y="1665004"/>
                  <a:pt x="7457522" y="1668176"/>
                  <a:pt x="7453448" y="1672532"/>
                </a:cubicBezTo>
                <a:cubicBezTo>
                  <a:pt x="7449373" y="1676888"/>
                  <a:pt x="7444293" y="1679066"/>
                  <a:pt x="7438206" y="1679066"/>
                </a:cubicBezTo>
                <a:cubicBezTo>
                  <a:pt x="7432121" y="1679066"/>
                  <a:pt x="7426386" y="1677297"/>
                  <a:pt x="7421002" y="1673760"/>
                </a:cubicBezTo>
                <a:cubicBezTo>
                  <a:pt x="7410911" y="1667924"/>
                  <a:pt x="7404616" y="1665006"/>
                  <a:pt x="7402116" y="1665006"/>
                </a:cubicBezTo>
                <a:cubicBezTo>
                  <a:pt x="7399616" y="1665006"/>
                  <a:pt x="7397404" y="1666019"/>
                  <a:pt x="7395480" y="1668045"/>
                </a:cubicBezTo>
                <a:cubicBezTo>
                  <a:pt x="7393556" y="1670072"/>
                  <a:pt x="7391090" y="1673982"/>
                  <a:pt x="7388082" y="1679776"/>
                </a:cubicBezTo>
                <a:cubicBezTo>
                  <a:pt x="7386026" y="1704973"/>
                  <a:pt x="7384997" y="1725922"/>
                  <a:pt x="7384997" y="1742623"/>
                </a:cubicBezTo>
                <a:cubicBezTo>
                  <a:pt x="7384997" y="1759324"/>
                  <a:pt x="7383879" y="1772912"/>
                  <a:pt x="7381644" y="1783386"/>
                </a:cubicBezTo>
                <a:cubicBezTo>
                  <a:pt x="7379408" y="1793860"/>
                  <a:pt x="7375540" y="1803333"/>
                  <a:pt x="7370041" y="1811806"/>
                </a:cubicBezTo>
                <a:cubicBezTo>
                  <a:pt x="7364542" y="1820279"/>
                  <a:pt x="7359520" y="1824516"/>
                  <a:pt x="7354977" y="1824516"/>
                </a:cubicBezTo>
                <a:cubicBezTo>
                  <a:pt x="7350433" y="1824516"/>
                  <a:pt x="7346172" y="1820383"/>
                  <a:pt x="7342194" y="1812117"/>
                </a:cubicBezTo>
                <a:cubicBezTo>
                  <a:pt x="7338215" y="1803850"/>
                  <a:pt x="7336226" y="1794576"/>
                  <a:pt x="7336226" y="1784294"/>
                </a:cubicBezTo>
                <a:cubicBezTo>
                  <a:pt x="7336226" y="1774012"/>
                  <a:pt x="7337296" y="1763444"/>
                  <a:pt x="7339438" y="1752591"/>
                </a:cubicBezTo>
                <a:cubicBezTo>
                  <a:pt x="7339968" y="1759558"/>
                  <a:pt x="7336704" y="1768023"/>
                  <a:pt x="7329647" y="1777987"/>
                </a:cubicBezTo>
                <a:cubicBezTo>
                  <a:pt x="7322590" y="1787952"/>
                  <a:pt x="7317394" y="1794045"/>
                  <a:pt x="7314057" y="1796268"/>
                </a:cubicBezTo>
                <a:cubicBezTo>
                  <a:pt x="7310722" y="1798491"/>
                  <a:pt x="7306886" y="1799602"/>
                  <a:pt x="7302551" y="1799602"/>
                </a:cubicBezTo>
                <a:cubicBezTo>
                  <a:pt x="7295196" y="1799602"/>
                  <a:pt x="7288924" y="1795865"/>
                  <a:pt x="7283736" y="1788390"/>
                </a:cubicBezTo>
                <a:cubicBezTo>
                  <a:pt x="7278548" y="1780915"/>
                  <a:pt x="7275954" y="1773912"/>
                  <a:pt x="7275954" y="1767380"/>
                </a:cubicBezTo>
                <a:cubicBezTo>
                  <a:pt x="7275954" y="1758540"/>
                  <a:pt x="7279168" y="1752977"/>
                  <a:pt x="7285598" y="1750690"/>
                </a:cubicBezTo>
                <a:cubicBezTo>
                  <a:pt x="7283990" y="1743275"/>
                  <a:pt x="7283186" y="1732981"/>
                  <a:pt x="7283186" y="1719809"/>
                </a:cubicBezTo>
                <a:cubicBezTo>
                  <a:pt x="7283186" y="1706636"/>
                  <a:pt x="7283722" y="1693302"/>
                  <a:pt x="7284792" y="1679808"/>
                </a:cubicBezTo>
                <a:cubicBezTo>
                  <a:pt x="7272740" y="1668109"/>
                  <a:pt x="7266713" y="1659397"/>
                  <a:pt x="7266713" y="1653672"/>
                </a:cubicBezTo>
                <a:cubicBezTo>
                  <a:pt x="7266713" y="1649341"/>
                  <a:pt x="7268260" y="1647176"/>
                  <a:pt x="7271356" y="1647176"/>
                </a:cubicBezTo>
                <a:cubicBezTo>
                  <a:pt x="7274452" y="1647176"/>
                  <a:pt x="7277543" y="1647579"/>
                  <a:pt x="7280632" y="1648386"/>
                </a:cubicBezTo>
                <a:cubicBezTo>
                  <a:pt x="7283722" y="1649192"/>
                  <a:pt x="7285765" y="1649559"/>
                  <a:pt x="7286763" y="1649487"/>
                </a:cubicBezTo>
                <a:cubicBezTo>
                  <a:pt x="7287616" y="1642438"/>
                  <a:pt x="7289890" y="1633595"/>
                  <a:pt x="7293582" y="1622957"/>
                </a:cubicBezTo>
                <a:cubicBezTo>
                  <a:pt x="7297274" y="1612319"/>
                  <a:pt x="7301380" y="1607000"/>
                  <a:pt x="7305898" y="1607000"/>
                </a:cubicBezTo>
                <a:cubicBezTo>
                  <a:pt x="7310416" y="1607000"/>
                  <a:pt x="7312676" y="1610298"/>
                  <a:pt x="7312676" y="1616893"/>
                </a:cubicBezTo>
                <a:cubicBezTo>
                  <a:pt x="7312676" y="1623489"/>
                  <a:pt x="7314060" y="1629226"/>
                  <a:pt x="7316828" y="1634105"/>
                </a:cubicBezTo>
                <a:cubicBezTo>
                  <a:pt x="7319598" y="1638984"/>
                  <a:pt x="7321180" y="1643501"/>
                  <a:pt x="7321577" y="1647656"/>
                </a:cubicBezTo>
                <a:cubicBezTo>
                  <a:pt x="7334440" y="1649320"/>
                  <a:pt x="7343780" y="1652505"/>
                  <a:pt x="7349594" y="1657211"/>
                </a:cubicBezTo>
                <a:cubicBezTo>
                  <a:pt x="7351395" y="1634829"/>
                  <a:pt x="7352295" y="1618382"/>
                  <a:pt x="7352295" y="1607870"/>
                </a:cubicBezTo>
                <a:cubicBezTo>
                  <a:pt x="7352295" y="1605246"/>
                  <a:pt x="7351941" y="1603544"/>
                  <a:pt x="7351233" y="1602763"/>
                </a:cubicBezTo>
                <a:cubicBezTo>
                  <a:pt x="7350524" y="1601982"/>
                  <a:pt x="7349324" y="1601165"/>
                  <a:pt x="7347630" y="1600312"/>
                </a:cubicBezTo>
                <a:cubicBezTo>
                  <a:pt x="7320739" y="1596174"/>
                  <a:pt x="7307293" y="1590926"/>
                  <a:pt x="7307293" y="1584569"/>
                </a:cubicBezTo>
                <a:cubicBezTo>
                  <a:pt x="7307293" y="1581233"/>
                  <a:pt x="7311094" y="1576904"/>
                  <a:pt x="7318697" y="1571584"/>
                </a:cubicBezTo>
                <a:cubicBezTo>
                  <a:pt x="7326300" y="1566264"/>
                  <a:pt x="7334720" y="1563604"/>
                  <a:pt x="7343956" y="1563604"/>
                </a:cubicBezTo>
                <a:cubicBezTo>
                  <a:pt x="7353193" y="1563604"/>
                  <a:pt x="7364418" y="1568487"/>
                  <a:pt x="7377632" y="1578253"/>
                </a:cubicBezTo>
                <a:cubicBezTo>
                  <a:pt x="7390844" y="1588018"/>
                  <a:pt x="7397451" y="1598962"/>
                  <a:pt x="7397451" y="1611083"/>
                </a:cubicBezTo>
                <a:cubicBezTo>
                  <a:pt x="7397451" y="1613169"/>
                  <a:pt x="7397318" y="1614470"/>
                  <a:pt x="7397054" y="1614986"/>
                </a:cubicBezTo>
                <a:cubicBezTo>
                  <a:pt x="7395147" y="1625998"/>
                  <a:pt x="7393404" y="1636726"/>
                  <a:pt x="7391826" y="1647170"/>
                </a:cubicBezTo>
                <a:cubicBezTo>
                  <a:pt x="7389188" y="1645301"/>
                  <a:pt x="7390200" y="1642692"/>
                  <a:pt x="7394858" y="1639343"/>
                </a:cubicBezTo>
                <a:cubicBezTo>
                  <a:pt x="7399518" y="1635994"/>
                  <a:pt x="7405618" y="1633306"/>
                  <a:pt x="7413162" y="1631280"/>
                </a:cubicBezTo>
                <a:lnTo>
                  <a:pt x="7459342" y="1619447"/>
                </a:lnTo>
                <a:cubicBezTo>
                  <a:pt x="7478186" y="1614430"/>
                  <a:pt x="7488636" y="1611850"/>
                  <a:pt x="7490693" y="1611710"/>
                </a:cubicBezTo>
                <a:cubicBezTo>
                  <a:pt x="7490842" y="1608996"/>
                  <a:pt x="7490918" y="1600504"/>
                  <a:pt x="7490918" y="1586233"/>
                </a:cubicBezTo>
                <a:cubicBezTo>
                  <a:pt x="7485828" y="1578728"/>
                  <a:pt x="7483282" y="1573616"/>
                  <a:pt x="7483282" y="1570896"/>
                </a:cubicBezTo>
                <a:cubicBezTo>
                  <a:pt x="7483282" y="1568176"/>
                  <a:pt x="7484782" y="1566816"/>
                  <a:pt x="7487782" y="1566816"/>
                </a:cubicBezTo>
                <a:cubicBezTo>
                  <a:pt x="7489944" y="1566816"/>
                  <a:pt x="7491768" y="1568555"/>
                  <a:pt x="7493252" y="1572032"/>
                </a:cubicBezTo>
                <a:cubicBezTo>
                  <a:pt x="7492766" y="1572045"/>
                  <a:pt x="7492524" y="1570561"/>
                  <a:pt x="7492524" y="1567581"/>
                </a:cubicBezTo>
                <a:cubicBezTo>
                  <a:pt x="7492524" y="1564601"/>
                  <a:pt x="7490830" y="1560740"/>
                  <a:pt x="7487442" y="1555998"/>
                </a:cubicBezTo>
                <a:cubicBezTo>
                  <a:pt x="7484055" y="1551256"/>
                  <a:pt x="7481622" y="1548885"/>
                  <a:pt x="7480146" y="1548885"/>
                </a:cubicBezTo>
                <a:cubicBezTo>
                  <a:pt x="7480612" y="1548885"/>
                  <a:pt x="7480510" y="1549287"/>
                  <a:pt x="7479840" y="1550091"/>
                </a:cubicBezTo>
                <a:cubicBezTo>
                  <a:pt x="7479170" y="1550895"/>
                  <a:pt x="7477462" y="1551297"/>
                  <a:pt x="7474716" y="1551297"/>
                </a:cubicBezTo>
                <a:cubicBezTo>
                  <a:pt x="7471971" y="1551297"/>
                  <a:pt x="7469900" y="1549698"/>
                  <a:pt x="7468502" y="1546501"/>
                </a:cubicBezTo>
                <a:cubicBezTo>
                  <a:pt x="7467106" y="1543303"/>
                  <a:pt x="7466406" y="1540456"/>
                  <a:pt x="7466406" y="1537960"/>
                </a:cubicBezTo>
                <a:cubicBezTo>
                  <a:pt x="7466406" y="1530413"/>
                  <a:pt x="7471118" y="1526640"/>
                  <a:pt x="7480544" y="1526640"/>
                </a:cubicBezTo>
                <a:close/>
                <a:moveTo>
                  <a:pt x="6180990" y="1525033"/>
                </a:moveTo>
                <a:cubicBezTo>
                  <a:pt x="6169151" y="1525033"/>
                  <a:pt x="6163232" y="1530279"/>
                  <a:pt x="6163232" y="1540770"/>
                </a:cubicBezTo>
                <a:cubicBezTo>
                  <a:pt x="6163232" y="1548706"/>
                  <a:pt x="6169392" y="1560846"/>
                  <a:pt x="6181714" y="1577190"/>
                </a:cubicBezTo>
                <a:cubicBezTo>
                  <a:pt x="6175821" y="1609909"/>
                  <a:pt x="6170606" y="1634597"/>
                  <a:pt x="6166066" y="1651253"/>
                </a:cubicBezTo>
                <a:cubicBezTo>
                  <a:pt x="6139017" y="1672180"/>
                  <a:pt x="6115268" y="1683008"/>
                  <a:pt x="6094820" y="1683737"/>
                </a:cubicBezTo>
                <a:cubicBezTo>
                  <a:pt x="6088194" y="1683737"/>
                  <a:pt x="6084881" y="1686058"/>
                  <a:pt x="6084881" y="1690700"/>
                </a:cubicBezTo>
                <a:cubicBezTo>
                  <a:pt x="6084881" y="1695342"/>
                  <a:pt x="6088990" y="1703068"/>
                  <a:pt x="6097206" y="1713879"/>
                </a:cubicBezTo>
                <a:cubicBezTo>
                  <a:pt x="6105424" y="1724691"/>
                  <a:pt x="6120332" y="1732681"/>
                  <a:pt x="6141934" y="1737852"/>
                </a:cubicBezTo>
                <a:cubicBezTo>
                  <a:pt x="6137513" y="1750528"/>
                  <a:pt x="6132762" y="1760806"/>
                  <a:pt x="6127678" y="1768686"/>
                </a:cubicBezTo>
                <a:cubicBezTo>
                  <a:pt x="6122595" y="1776566"/>
                  <a:pt x="6115200" y="1783530"/>
                  <a:pt x="6105494" y="1789577"/>
                </a:cubicBezTo>
                <a:cubicBezTo>
                  <a:pt x="6095788" y="1795625"/>
                  <a:pt x="6090756" y="1798649"/>
                  <a:pt x="6090398" y="1798649"/>
                </a:cubicBezTo>
                <a:cubicBezTo>
                  <a:pt x="6090039" y="1798649"/>
                  <a:pt x="6089860" y="1798277"/>
                  <a:pt x="6089860" y="1797535"/>
                </a:cubicBezTo>
                <a:cubicBezTo>
                  <a:pt x="6089860" y="1796793"/>
                  <a:pt x="6090060" y="1795618"/>
                  <a:pt x="6090462" y="1794012"/>
                </a:cubicBezTo>
                <a:cubicBezTo>
                  <a:pt x="6090862" y="1792406"/>
                  <a:pt x="6091062" y="1789965"/>
                  <a:pt x="6091062" y="1786691"/>
                </a:cubicBezTo>
                <a:cubicBezTo>
                  <a:pt x="6091062" y="1783416"/>
                  <a:pt x="6088761" y="1781779"/>
                  <a:pt x="6084158" y="1781779"/>
                </a:cubicBezTo>
                <a:cubicBezTo>
                  <a:pt x="6079554" y="1781779"/>
                  <a:pt x="6074104" y="1785676"/>
                  <a:pt x="6067806" y="1793468"/>
                </a:cubicBezTo>
                <a:cubicBezTo>
                  <a:pt x="6061510" y="1801261"/>
                  <a:pt x="6058361" y="1807299"/>
                  <a:pt x="6058361" y="1811582"/>
                </a:cubicBezTo>
                <a:cubicBezTo>
                  <a:pt x="6058361" y="1820205"/>
                  <a:pt x="6066556" y="1824516"/>
                  <a:pt x="6082948" y="1824516"/>
                </a:cubicBezTo>
                <a:cubicBezTo>
                  <a:pt x="6117933" y="1824516"/>
                  <a:pt x="6141685" y="1819537"/>
                  <a:pt x="6154204" y="1809579"/>
                </a:cubicBezTo>
                <a:cubicBezTo>
                  <a:pt x="6163594" y="1802111"/>
                  <a:pt x="6172364" y="1784845"/>
                  <a:pt x="6180515" y="1757782"/>
                </a:cubicBezTo>
                <a:lnTo>
                  <a:pt x="6181788" y="1752921"/>
                </a:lnTo>
                <a:lnTo>
                  <a:pt x="6182150" y="1753615"/>
                </a:lnTo>
                <a:cubicBezTo>
                  <a:pt x="6183512" y="1754560"/>
                  <a:pt x="6185555" y="1755146"/>
                  <a:pt x="6188279" y="1755375"/>
                </a:cubicBezTo>
                <a:cubicBezTo>
                  <a:pt x="6201454" y="1756962"/>
                  <a:pt x="6210286" y="1758565"/>
                  <a:pt x="6214777" y="1760184"/>
                </a:cubicBezTo>
                <a:cubicBezTo>
                  <a:pt x="6219268" y="1761803"/>
                  <a:pt x="6224181" y="1764901"/>
                  <a:pt x="6229518" y="1769479"/>
                </a:cubicBezTo>
                <a:cubicBezTo>
                  <a:pt x="6244416" y="1782748"/>
                  <a:pt x="6259508" y="1794832"/>
                  <a:pt x="6274792" y="1805733"/>
                </a:cubicBezTo>
                <a:cubicBezTo>
                  <a:pt x="6290076" y="1816634"/>
                  <a:pt x="6301780" y="1824364"/>
                  <a:pt x="6309904" y="1828925"/>
                </a:cubicBezTo>
                <a:cubicBezTo>
                  <a:pt x="6318027" y="1833486"/>
                  <a:pt x="6323806" y="1835766"/>
                  <a:pt x="6327240" y="1835766"/>
                </a:cubicBezTo>
                <a:cubicBezTo>
                  <a:pt x="6336400" y="1835766"/>
                  <a:pt x="6340980" y="1829393"/>
                  <a:pt x="6340980" y="1816648"/>
                </a:cubicBezTo>
                <a:cubicBezTo>
                  <a:pt x="6340980" y="1803902"/>
                  <a:pt x="6338888" y="1793704"/>
                  <a:pt x="6334702" y="1786054"/>
                </a:cubicBezTo>
                <a:cubicBezTo>
                  <a:pt x="6330516" y="1778405"/>
                  <a:pt x="6323630" y="1771619"/>
                  <a:pt x="6314041" y="1765697"/>
                </a:cubicBezTo>
                <a:cubicBezTo>
                  <a:pt x="6304452" y="1759775"/>
                  <a:pt x="6290355" y="1754010"/>
                  <a:pt x="6271750" y="1748402"/>
                </a:cubicBezTo>
                <a:cubicBezTo>
                  <a:pt x="6253144" y="1742794"/>
                  <a:pt x="6240168" y="1739990"/>
                  <a:pt x="6232820" y="1739990"/>
                </a:cubicBezTo>
                <a:cubicBezTo>
                  <a:pt x="6224215" y="1739990"/>
                  <a:pt x="6213278" y="1740810"/>
                  <a:pt x="6200010" y="1742451"/>
                </a:cubicBezTo>
                <a:lnTo>
                  <a:pt x="6182896" y="1748688"/>
                </a:lnTo>
                <a:lnTo>
                  <a:pt x="6188458" y="1727453"/>
                </a:lnTo>
                <a:cubicBezTo>
                  <a:pt x="6198429" y="1709547"/>
                  <a:pt x="6212604" y="1693044"/>
                  <a:pt x="6230984" y="1677946"/>
                </a:cubicBezTo>
                <a:cubicBezTo>
                  <a:pt x="6249364" y="1662847"/>
                  <a:pt x="6267412" y="1652345"/>
                  <a:pt x="6285131" y="1646440"/>
                </a:cubicBezTo>
                <a:cubicBezTo>
                  <a:pt x="6292751" y="1644004"/>
                  <a:pt x="6297468" y="1641777"/>
                  <a:pt x="6299284" y="1639759"/>
                </a:cubicBezTo>
                <a:cubicBezTo>
                  <a:pt x="6301100" y="1637741"/>
                  <a:pt x="6302007" y="1634477"/>
                  <a:pt x="6302007" y="1629968"/>
                </a:cubicBezTo>
                <a:cubicBezTo>
                  <a:pt x="6302007" y="1621614"/>
                  <a:pt x="6298550" y="1614826"/>
                  <a:pt x="6291636" y="1609604"/>
                </a:cubicBezTo>
                <a:cubicBezTo>
                  <a:pt x="6284722" y="1604382"/>
                  <a:pt x="6276500" y="1601771"/>
                  <a:pt x="6266969" y="1601771"/>
                </a:cubicBezTo>
                <a:cubicBezTo>
                  <a:pt x="6264196" y="1601771"/>
                  <a:pt x="6260265" y="1602106"/>
                  <a:pt x="6255178" y="1602776"/>
                </a:cubicBezTo>
                <a:cubicBezTo>
                  <a:pt x="6250090" y="1603446"/>
                  <a:pt x="6244528" y="1603780"/>
                  <a:pt x="6238494" y="1603780"/>
                </a:cubicBezTo>
                <a:cubicBezTo>
                  <a:pt x="6232459" y="1603780"/>
                  <a:pt x="6227379" y="1601743"/>
                  <a:pt x="6223253" y="1597669"/>
                </a:cubicBezTo>
                <a:cubicBezTo>
                  <a:pt x="6228343" y="1577749"/>
                  <a:pt x="6230888" y="1565613"/>
                  <a:pt x="6230888" y="1561262"/>
                </a:cubicBezTo>
                <a:cubicBezTo>
                  <a:pt x="6230888" y="1548782"/>
                  <a:pt x="6224394" y="1539624"/>
                  <a:pt x="6211408" y="1533788"/>
                </a:cubicBezTo>
                <a:cubicBezTo>
                  <a:pt x="6198420" y="1527952"/>
                  <a:pt x="6188281" y="1525033"/>
                  <a:pt x="6180990" y="1525033"/>
                </a:cubicBezTo>
                <a:close/>
                <a:moveTo>
                  <a:pt x="2913943" y="1522365"/>
                </a:moveTo>
                <a:cubicBezTo>
                  <a:pt x="2916381" y="1522365"/>
                  <a:pt x="2918674" y="1524352"/>
                  <a:pt x="2920822" y="1528326"/>
                </a:cubicBezTo>
                <a:cubicBezTo>
                  <a:pt x="2922970" y="1532300"/>
                  <a:pt x="2924044" y="1538004"/>
                  <a:pt x="2924044" y="1545439"/>
                </a:cubicBezTo>
                <a:cubicBezTo>
                  <a:pt x="2924044" y="1552873"/>
                  <a:pt x="2922792" y="1560147"/>
                  <a:pt x="2920288" y="1567261"/>
                </a:cubicBezTo>
                <a:cubicBezTo>
                  <a:pt x="2917783" y="1574375"/>
                  <a:pt x="2914599" y="1586576"/>
                  <a:pt x="2910733" y="1603864"/>
                </a:cubicBezTo>
                <a:cubicBezTo>
                  <a:pt x="2909633" y="1604687"/>
                  <a:pt x="2909251" y="1605327"/>
                  <a:pt x="2909588" y="1605784"/>
                </a:cubicBezTo>
                <a:cubicBezTo>
                  <a:pt x="2906204" y="1593569"/>
                  <a:pt x="2904513" y="1579898"/>
                  <a:pt x="2904513" y="1564772"/>
                </a:cubicBezTo>
                <a:cubicBezTo>
                  <a:pt x="2904513" y="1549645"/>
                  <a:pt x="2905475" y="1538796"/>
                  <a:pt x="2907399" y="1532223"/>
                </a:cubicBezTo>
                <a:cubicBezTo>
                  <a:pt x="2909323" y="1525651"/>
                  <a:pt x="2911504" y="1522365"/>
                  <a:pt x="2913943" y="1522365"/>
                </a:cubicBezTo>
                <a:close/>
                <a:moveTo>
                  <a:pt x="2526603" y="1518198"/>
                </a:moveTo>
                <a:cubicBezTo>
                  <a:pt x="2519043" y="1518198"/>
                  <a:pt x="2512720" y="1520424"/>
                  <a:pt x="2507635" y="1524873"/>
                </a:cubicBezTo>
                <a:cubicBezTo>
                  <a:pt x="2502549" y="1529323"/>
                  <a:pt x="2500006" y="1532881"/>
                  <a:pt x="2500006" y="1535548"/>
                </a:cubicBezTo>
                <a:cubicBezTo>
                  <a:pt x="2500006" y="1538812"/>
                  <a:pt x="2501368" y="1540444"/>
                  <a:pt x="2504092" y="1540444"/>
                </a:cubicBezTo>
                <a:cubicBezTo>
                  <a:pt x="2506816" y="1540444"/>
                  <a:pt x="2509653" y="1539440"/>
                  <a:pt x="2512601" y="1537433"/>
                </a:cubicBezTo>
                <a:cubicBezTo>
                  <a:pt x="2515549" y="1535425"/>
                  <a:pt x="2517940" y="1534422"/>
                  <a:pt x="2519775" y="1534422"/>
                </a:cubicBezTo>
                <a:cubicBezTo>
                  <a:pt x="2523175" y="1534422"/>
                  <a:pt x="2526355" y="1537210"/>
                  <a:pt x="2529316" y="1542786"/>
                </a:cubicBezTo>
                <a:cubicBezTo>
                  <a:pt x="2532277" y="1548362"/>
                  <a:pt x="2533758" y="1552591"/>
                  <a:pt x="2533758" y="1555473"/>
                </a:cubicBezTo>
                <a:cubicBezTo>
                  <a:pt x="2533758" y="1558355"/>
                  <a:pt x="2532285" y="1564156"/>
                  <a:pt x="2529339" y="1572877"/>
                </a:cubicBezTo>
                <a:cubicBezTo>
                  <a:pt x="2526393" y="1581597"/>
                  <a:pt x="2522986" y="1590851"/>
                  <a:pt x="2519119" y="1600638"/>
                </a:cubicBezTo>
                <a:cubicBezTo>
                  <a:pt x="2515251" y="1610425"/>
                  <a:pt x="2511965" y="1618227"/>
                  <a:pt x="2509260" y="1624042"/>
                </a:cubicBezTo>
                <a:cubicBezTo>
                  <a:pt x="2506555" y="1629857"/>
                  <a:pt x="2504402" y="1633965"/>
                  <a:pt x="2502800" y="1636367"/>
                </a:cubicBezTo>
                <a:cubicBezTo>
                  <a:pt x="2501198" y="1638769"/>
                  <a:pt x="2500151" y="1640071"/>
                  <a:pt x="2499661" y="1640271"/>
                </a:cubicBezTo>
                <a:cubicBezTo>
                  <a:pt x="2492928" y="1643462"/>
                  <a:pt x="2489562" y="1649364"/>
                  <a:pt x="2489562" y="1657976"/>
                </a:cubicBezTo>
                <a:cubicBezTo>
                  <a:pt x="2489562" y="1666587"/>
                  <a:pt x="2492184" y="1675536"/>
                  <a:pt x="2497427" y="1684822"/>
                </a:cubicBezTo>
                <a:cubicBezTo>
                  <a:pt x="2502671" y="1694108"/>
                  <a:pt x="2507792" y="1698751"/>
                  <a:pt x="2512793" y="1698751"/>
                </a:cubicBezTo>
                <a:cubicBezTo>
                  <a:pt x="2517793" y="1698751"/>
                  <a:pt x="2524645" y="1693795"/>
                  <a:pt x="2533348" y="1683884"/>
                </a:cubicBezTo>
                <a:cubicBezTo>
                  <a:pt x="2540516" y="1692665"/>
                  <a:pt x="2545121" y="1699020"/>
                  <a:pt x="2547165" y="1702949"/>
                </a:cubicBezTo>
                <a:cubicBezTo>
                  <a:pt x="2549209" y="1706878"/>
                  <a:pt x="2550002" y="1712448"/>
                  <a:pt x="2549546" y="1719658"/>
                </a:cubicBezTo>
                <a:cubicBezTo>
                  <a:pt x="2524246" y="1731160"/>
                  <a:pt x="2506496" y="1740481"/>
                  <a:pt x="2496294" y="1747618"/>
                </a:cubicBezTo>
                <a:cubicBezTo>
                  <a:pt x="2493833" y="1739585"/>
                  <a:pt x="2488890" y="1735568"/>
                  <a:pt x="2481467" y="1735568"/>
                </a:cubicBezTo>
                <a:cubicBezTo>
                  <a:pt x="2474043" y="1735568"/>
                  <a:pt x="2469049" y="1740395"/>
                  <a:pt x="2466485" y="1750050"/>
                </a:cubicBezTo>
                <a:cubicBezTo>
                  <a:pt x="2463921" y="1759705"/>
                  <a:pt x="2462639" y="1768251"/>
                  <a:pt x="2462639" y="1775687"/>
                </a:cubicBezTo>
                <a:cubicBezTo>
                  <a:pt x="2462639" y="1783123"/>
                  <a:pt x="2465849" y="1791245"/>
                  <a:pt x="2472270" y="1800053"/>
                </a:cubicBezTo>
                <a:cubicBezTo>
                  <a:pt x="2478691" y="1808861"/>
                  <a:pt x="2484434" y="1813265"/>
                  <a:pt x="2489498" y="1813265"/>
                </a:cubicBezTo>
                <a:cubicBezTo>
                  <a:pt x="2494562" y="1813265"/>
                  <a:pt x="2497786" y="1810976"/>
                  <a:pt x="2499168" y="1806399"/>
                </a:cubicBezTo>
                <a:cubicBezTo>
                  <a:pt x="2502781" y="1794803"/>
                  <a:pt x="2506583" y="1785841"/>
                  <a:pt x="2510572" y="1779514"/>
                </a:cubicBezTo>
                <a:cubicBezTo>
                  <a:pt x="2526115" y="1794962"/>
                  <a:pt x="2540074" y="1811034"/>
                  <a:pt x="2552451" y="1827728"/>
                </a:cubicBezTo>
                <a:cubicBezTo>
                  <a:pt x="2557072" y="1835229"/>
                  <a:pt x="2562217" y="1838979"/>
                  <a:pt x="2567887" y="1838979"/>
                </a:cubicBezTo>
                <a:cubicBezTo>
                  <a:pt x="2573557" y="1838979"/>
                  <a:pt x="2579692" y="1833040"/>
                  <a:pt x="2586292" y="1821162"/>
                </a:cubicBezTo>
                <a:cubicBezTo>
                  <a:pt x="2592892" y="1809285"/>
                  <a:pt x="2596192" y="1787072"/>
                  <a:pt x="2596192" y="1754523"/>
                </a:cubicBezTo>
                <a:cubicBezTo>
                  <a:pt x="2596192" y="1745602"/>
                  <a:pt x="2595924" y="1735047"/>
                  <a:pt x="2595386" y="1722858"/>
                </a:cubicBezTo>
                <a:cubicBezTo>
                  <a:pt x="2605049" y="1723895"/>
                  <a:pt x="2611676" y="1725071"/>
                  <a:pt x="2615266" y="1726387"/>
                </a:cubicBezTo>
                <a:cubicBezTo>
                  <a:pt x="2618857" y="1727704"/>
                  <a:pt x="2623044" y="1731174"/>
                  <a:pt x="2627829" y="1736800"/>
                </a:cubicBezTo>
                <a:cubicBezTo>
                  <a:pt x="2632614" y="1742425"/>
                  <a:pt x="2635006" y="1745252"/>
                  <a:pt x="2635006" y="1745282"/>
                </a:cubicBezTo>
                <a:cubicBezTo>
                  <a:pt x="2635006" y="1746170"/>
                  <a:pt x="2633722" y="1747184"/>
                  <a:pt x="2631153" y="1748325"/>
                </a:cubicBezTo>
                <a:cubicBezTo>
                  <a:pt x="2628585" y="1749467"/>
                  <a:pt x="2623831" y="1750037"/>
                  <a:pt x="2616892" y="1750037"/>
                </a:cubicBezTo>
                <a:cubicBezTo>
                  <a:pt x="2609953" y="1750037"/>
                  <a:pt x="2606483" y="1751926"/>
                  <a:pt x="2606483" y="1755704"/>
                </a:cubicBezTo>
                <a:cubicBezTo>
                  <a:pt x="2606483" y="1759482"/>
                  <a:pt x="2608750" y="1762694"/>
                  <a:pt x="2613286" y="1765339"/>
                </a:cubicBezTo>
                <a:cubicBezTo>
                  <a:pt x="2633935" y="1777361"/>
                  <a:pt x="2645568" y="1785408"/>
                  <a:pt x="2648183" y="1789478"/>
                </a:cubicBezTo>
                <a:cubicBezTo>
                  <a:pt x="2650798" y="1793548"/>
                  <a:pt x="2654201" y="1795583"/>
                  <a:pt x="2658390" y="1795583"/>
                </a:cubicBezTo>
                <a:cubicBezTo>
                  <a:pt x="2664512" y="1795583"/>
                  <a:pt x="2669873" y="1791674"/>
                  <a:pt x="2674472" y="1783856"/>
                </a:cubicBezTo>
                <a:cubicBezTo>
                  <a:pt x="2679072" y="1776038"/>
                  <a:pt x="2681371" y="1766085"/>
                  <a:pt x="2681371" y="1753999"/>
                </a:cubicBezTo>
                <a:cubicBezTo>
                  <a:pt x="2681371" y="1741912"/>
                  <a:pt x="2677169" y="1731667"/>
                  <a:pt x="2668764" y="1723264"/>
                </a:cubicBezTo>
                <a:cubicBezTo>
                  <a:pt x="2660359" y="1714862"/>
                  <a:pt x="2649134" y="1710660"/>
                  <a:pt x="2635089" y="1710660"/>
                </a:cubicBezTo>
                <a:cubicBezTo>
                  <a:pt x="2631373" y="1710660"/>
                  <a:pt x="2627505" y="1710995"/>
                  <a:pt x="2623484" y="1711665"/>
                </a:cubicBezTo>
                <a:cubicBezTo>
                  <a:pt x="2619462" y="1712335"/>
                  <a:pt x="2613747" y="1712670"/>
                  <a:pt x="2606336" y="1712670"/>
                </a:cubicBezTo>
                <a:cubicBezTo>
                  <a:pt x="2598925" y="1712670"/>
                  <a:pt x="2595275" y="1712683"/>
                  <a:pt x="2595386" y="1712708"/>
                </a:cubicBezTo>
                <a:cubicBezTo>
                  <a:pt x="2595386" y="1701897"/>
                  <a:pt x="2593780" y="1693147"/>
                  <a:pt x="2590567" y="1686457"/>
                </a:cubicBezTo>
                <a:cubicBezTo>
                  <a:pt x="2591553" y="1684968"/>
                  <a:pt x="2594667" y="1683678"/>
                  <a:pt x="2599911" y="1682585"/>
                </a:cubicBezTo>
                <a:cubicBezTo>
                  <a:pt x="2601272" y="1682129"/>
                  <a:pt x="2608681" y="1676977"/>
                  <a:pt x="2622140" y="1667130"/>
                </a:cubicBezTo>
                <a:cubicBezTo>
                  <a:pt x="2635598" y="1657283"/>
                  <a:pt x="2642726" y="1651562"/>
                  <a:pt x="2643524" y="1649966"/>
                </a:cubicBezTo>
                <a:cubicBezTo>
                  <a:pt x="2644791" y="1647616"/>
                  <a:pt x="2648101" y="1645823"/>
                  <a:pt x="2653453" y="1644588"/>
                </a:cubicBezTo>
                <a:cubicBezTo>
                  <a:pt x="2658805" y="1643353"/>
                  <a:pt x="2662452" y="1639903"/>
                  <a:pt x="2664393" y="1634239"/>
                </a:cubicBezTo>
                <a:cubicBezTo>
                  <a:pt x="2666334" y="1628576"/>
                  <a:pt x="2667305" y="1623937"/>
                  <a:pt x="2667305" y="1620324"/>
                </a:cubicBezTo>
                <a:cubicBezTo>
                  <a:pt x="2667305" y="1611351"/>
                  <a:pt x="2660595" y="1602535"/>
                  <a:pt x="2647175" y="1593874"/>
                </a:cubicBezTo>
                <a:cubicBezTo>
                  <a:pt x="2633755" y="1585213"/>
                  <a:pt x="2623028" y="1580883"/>
                  <a:pt x="2614994" y="1580883"/>
                </a:cubicBezTo>
                <a:cubicBezTo>
                  <a:pt x="2610950" y="1580883"/>
                  <a:pt x="2607537" y="1581742"/>
                  <a:pt x="2604755" y="1583462"/>
                </a:cubicBezTo>
                <a:cubicBezTo>
                  <a:pt x="2595356" y="1589358"/>
                  <a:pt x="2583796" y="1595325"/>
                  <a:pt x="2570076" y="1601362"/>
                </a:cubicBezTo>
                <a:cubicBezTo>
                  <a:pt x="2571270" y="1594544"/>
                  <a:pt x="2573444" y="1589283"/>
                  <a:pt x="2576597" y="1585580"/>
                </a:cubicBezTo>
                <a:cubicBezTo>
                  <a:pt x="2579750" y="1581877"/>
                  <a:pt x="2581326" y="1573504"/>
                  <a:pt x="2581326" y="1560462"/>
                </a:cubicBezTo>
                <a:cubicBezTo>
                  <a:pt x="2581326" y="1553729"/>
                  <a:pt x="2579156" y="1547894"/>
                  <a:pt x="2574814" y="1542955"/>
                </a:cubicBezTo>
                <a:cubicBezTo>
                  <a:pt x="2570473" y="1538017"/>
                  <a:pt x="2562590" y="1532656"/>
                  <a:pt x="2551165" y="1526873"/>
                </a:cubicBezTo>
                <a:cubicBezTo>
                  <a:pt x="2539739" y="1521090"/>
                  <a:pt x="2531552" y="1518198"/>
                  <a:pt x="2526603" y="1518198"/>
                </a:cubicBezTo>
                <a:close/>
                <a:moveTo>
                  <a:pt x="7055183" y="1517399"/>
                </a:moveTo>
                <a:cubicBezTo>
                  <a:pt x="7065081" y="1517399"/>
                  <a:pt x="7073996" y="1522175"/>
                  <a:pt x="7081930" y="1531727"/>
                </a:cubicBezTo>
                <a:cubicBezTo>
                  <a:pt x="7089864" y="1541280"/>
                  <a:pt x="7093830" y="1550596"/>
                  <a:pt x="7093830" y="1559674"/>
                </a:cubicBezTo>
                <a:lnTo>
                  <a:pt x="7091482" y="1569555"/>
                </a:lnTo>
                <a:lnTo>
                  <a:pt x="7072925" y="1549138"/>
                </a:lnTo>
                <a:lnTo>
                  <a:pt x="7041999" y="1521030"/>
                </a:lnTo>
                <a:lnTo>
                  <a:pt x="7042051" y="1520931"/>
                </a:lnTo>
                <a:cubicBezTo>
                  <a:pt x="7045668" y="1518576"/>
                  <a:pt x="7050046" y="1517399"/>
                  <a:pt x="7055183" y="1517399"/>
                </a:cubicBezTo>
                <a:close/>
                <a:moveTo>
                  <a:pt x="3326945" y="1516592"/>
                </a:moveTo>
                <a:cubicBezTo>
                  <a:pt x="3331151" y="1516592"/>
                  <a:pt x="3337714" y="1519211"/>
                  <a:pt x="3346633" y="1524448"/>
                </a:cubicBezTo>
                <a:cubicBezTo>
                  <a:pt x="3355552" y="1529685"/>
                  <a:pt x="3361933" y="1534380"/>
                  <a:pt x="3365777" y="1538533"/>
                </a:cubicBezTo>
                <a:cubicBezTo>
                  <a:pt x="3369622" y="1542687"/>
                  <a:pt x="3371544" y="1547979"/>
                  <a:pt x="3371544" y="1554411"/>
                </a:cubicBezTo>
                <a:cubicBezTo>
                  <a:pt x="3371544" y="1560842"/>
                  <a:pt x="3370066" y="1569495"/>
                  <a:pt x="3367112" y="1580368"/>
                </a:cubicBezTo>
                <a:cubicBezTo>
                  <a:pt x="3364157" y="1591241"/>
                  <a:pt x="3361618" y="1601588"/>
                  <a:pt x="3359493" y="1611409"/>
                </a:cubicBezTo>
                <a:cubicBezTo>
                  <a:pt x="3359071" y="1609540"/>
                  <a:pt x="3360103" y="1608606"/>
                  <a:pt x="3362590" y="1608606"/>
                </a:cubicBezTo>
                <a:cubicBezTo>
                  <a:pt x="3365078" y="1608606"/>
                  <a:pt x="3366322" y="1610236"/>
                  <a:pt x="3366322" y="1613495"/>
                </a:cubicBezTo>
                <a:cubicBezTo>
                  <a:pt x="3366322" y="1615799"/>
                  <a:pt x="3363864" y="1621047"/>
                  <a:pt x="3358949" y="1629238"/>
                </a:cubicBezTo>
                <a:cubicBezTo>
                  <a:pt x="3357895" y="1641662"/>
                  <a:pt x="3356602" y="1648454"/>
                  <a:pt x="3355071" y="1649615"/>
                </a:cubicBezTo>
                <a:cubicBezTo>
                  <a:pt x="3359252" y="1649589"/>
                  <a:pt x="3363628" y="1648113"/>
                  <a:pt x="3368200" y="1645186"/>
                </a:cubicBezTo>
                <a:cubicBezTo>
                  <a:pt x="3372771" y="1642259"/>
                  <a:pt x="3377861" y="1636016"/>
                  <a:pt x="3383469" y="1626458"/>
                </a:cubicBezTo>
                <a:cubicBezTo>
                  <a:pt x="3389077" y="1616899"/>
                  <a:pt x="3391881" y="1611418"/>
                  <a:pt x="3391881" y="1610017"/>
                </a:cubicBezTo>
                <a:cubicBezTo>
                  <a:pt x="3391881" y="1608615"/>
                  <a:pt x="3391377" y="1607518"/>
                  <a:pt x="3390368" y="1606724"/>
                </a:cubicBezTo>
                <a:cubicBezTo>
                  <a:pt x="3389359" y="1605931"/>
                  <a:pt x="3388324" y="1605534"/>
                  <a:pt x="3387264" y="1605534"/>
                </a:cubicBezTo>
                <a:cubicBezTo>
                  <a:pt x="3386204" y="1605534"/>
                  <a:pt x="3384670" y="1605803"/>
                  <a:pt x="3382663" y="1606340"/>
                </a:cubicBezTo>
                <a:cubicBezTo>
                  <a:pt x="3380656" y="1606878"/>
                  <a:pt x="3378408" y="1607147"/>
                  <a:pt x="3375921" y="1607147"/>
                </a:cubicBezTo>
                <a:cubicBezTo>
                  <a:pt x="3373434" y="1607147"/>
                  <a:pt x="3372190" y="1605647"/>
                  <a:pt x="3372190" y="1602648"/>
                </a:cubicBezTo>
                <a:cubicBezTo>
                  <a:pt x="3372190" y="1600732"/>
                  <a:pt x="3374224" y="1598166"/>
                  <a:pt x="3378292" y="1594949"/>
                </a:cubicBezTo>
                <a:cubicBezTo>
                  <a:pt x="3382360" y="1591732"/>
                  <a:pt x="3387090" y="1590124"/>
                  <a:pt x="3392483" y="1590124"/>
                </a:cubicBezTo>
                <a:cubicBezTo>
                  <a:pt x="3397876" y="1590124"/>
                  <a:pt x="3408525" y="1594064"/>
                  <a:pt x="3424430" y="1601944"/>
                </a:cubicBezTo>
                <a:cubicBezTo>
                  <a:pt x="3440335" y="1609824"/>
                  <a:pt x="3448288" y="1619568"/>
                  <a:pt x="3448288" y="1631177"/>
                </a:cubicBezTo>
                <a:cubicBezTo>
                  <a:pt x="3448288" y="1641195"/>
                  <a:pt x="3443187" y="1647852"/>
                  <a:pt x="3432986" y="1651150"/>
                </a:cubicBezTo>
                <a:cubicBezTo>
                  <a:pt x="3427060" y="1653130"/>
                  <a:pt x="3415018" y="1661659"/>
                  <a:pt x="3396860" y="1676736"/>
                </a:cubicBezTo>
                <a:cubicBezTo>
                  <a:pt x="3388759" y="1684181"/>
                  <a:pt x="3381232" y="1687903"/>
                  <a:pt x="3374283" y="1687903"/>
                </a:cubicBezTo>
                <a:cubicBezTo>
                  <a:pt x="3363898" y="1687903"/>
                  <a:pt x="3356622" y="1681476"/>
                  <a:pt x="3352453" y="1668621"/>
                </a:cubicBezTo>
                <a:cubicBezTo>
                  <a:pt x="3352274" y="1679134"/>
                  <a:pt x="3350736" y="1690788"/>
                  <a:pt x="3347839" y="1703582"/>
                </a:cubicBezTo>
                <a:cubicBezTo>
                  <a:pt x="3362324" y="1706688"/>
                  <a:pt x="3381028" y="1718750"/>
                  <a:pt x="3403951" y="1739766"/>
                </a:cubicBezTo>
                <a:cubicBezTo>
                  <a:pt x="3414361" y="1749370"/>
                  <a:pt x="3427826" y="1758892"/>
                  <a:pt x="3444345" y="1768334"/>
                </a:cubicBezTo>
                <a:cubicBezTo>
                  <a:pt x="3460865" y="1777775"/>
                  <a:pt x="3476340" y="1784701"/>
                  <a:pt x="3490771" y="1789110"/>
                </a:cubicBezTo>
                <a:cubicBezTo>
                  <a:pt x="3505203" y="1793519"/>
                  <a:pt x="3515764" y="1797219"/>
                  <a:pt x="3522456" y="1800210"/>
                </a:cubicBezTo>
                <a:lnTo>
                  <a:pt x="3527896" y="1803922"/>
                </a:lnTo>
                <a:lnTo>
                  <a:pt x="3509921" y="1837039"/>
                </a:lnTo>
                <a:lnTo>
                  <a:pt x="3483165" y="1839785"/>
                </a:lnTo>
                <a:cubicBezTo>
                  <a:pt x="3468596" y="1839785"/>
                  <a:pt x="3455083" y="1835307"/>
                  <a:pt x="3442627" y="1826349"/>
                </a:cubicBezTo>
                <a:cubicBezTo>
                  <a:pt x="3430172" y="1817392"/>
                  <a:pt x="3415974" y="1803805"/>
                  <a:pt x="3400034" y="1785587"/>
                </a:cubicBezTo>
                <a:cubicBezTo>
                  <a:pt x="3384095" y="1767370"/>
                  <a:pt x="3372907" y="1755926"/>
                  <a:pt x="3366469" y="1751256"/>
                </a:cubicBezTo>
                <a:cubicBezTo>
                  <a:pt x="3360030" y="1746587"/>
                  <a:pt x="3351489" y="1742211"/>
                  <a:pt x="3340845" y="1738128"/>
                </a:cubicBezTo>
                <a:cubicBezTo>
                  <a:pt x="3334739" y="1771999"/>
                  <a:pt x="3318673" y="1796203"/>
                  <a:pt x="3292646" y="1810741"/>
                </a:cubicBezTo>
                <a:cubicBezTo>
                  <a:pt x="3266619" y="1825279"/>
                  <a:pt x="3244944" y="1832547"/>
                  <a:pt x="3227623" y="1832547"/>
                </a:cubicBezTo>
                <a:cubicBezTo>
                  <a:pt x="3222729" y="1832547"/>
                  <a:pt x="3218345" y="1831718"/>
                  <a:pt x="3214472" y="1830058"/>
                </a:cubicBezTo>
                <a:cubicBezTo>
                  <a:pt x="3210598" y="1828398"/>
                  <a:pt x="3208661" y="1825721"/>
                  <a:pt x="3208661" y="1822026"/>
                </a:cubicBezTo>
                <a:cubicBezTo>
                  <a:pt x="3208661" y="1817137"/>
                  <a:pt x="3213132" y="1813152"/>
                  <a:pt x="3222074" y="1810072"/>
                </a:cubicBezTo>
                <a:cubicBezTo>
                  <a:pt x="3239025" y="1803886"/>
                  <a:pt x="3254120" y="1795144"/>
                  <a:pt x="3267361" y="1783846"/>
                </a:cubicBezTo>
                <a:cubicBezTo>
                  <a:pt x="3280602" y="1772549"/>
                  <a:pt x="3290469" y="1760278"/>
                  <a:pt x="3296962" y="1747033"/>
                </a:cubicBezTo>
                <a:cubicBezTo>
                  <a:pt x="3303456" y="1733788"/>
                  <a:pt x="3306703" y="1725166"/>
                  <a:pt x="3306703" y="1721169"/>
                </a:cubicBezTo>
                <a:cubicBezTo>
                  <a:pt x="3306703" y="1717171"/>
                  <a:pt x="3306860" y="1714522"/>
                  <a:pt x="3307176" y="1713220"/>
                </a:cubicBezTo>
                <a:cubicBezTo>
                  <a:pt x="3305884" y="1720721"/>
                  <a:pt x="3301732" y="1724471"/>
                  <a:pt x="3294723" y="1724471"/>
                </a:cubicBezTo>
                <a:cubicBezTo>
                  <a:pt x="3289407" y="1724471"/>
                  <a:pt x="3284746" y="1721188"/>
                  <a:pt x="3280740" y="1714622"/>
                </a:cubicBezTo>
                <a:lnTo>
                  <a:pt x="3267716" y="1693529"/>
                </a:lnTo>
                <a:cubicBezTo>
                  <a:pt x="3258885" y="1680704"/>
                  <a:pt x="3254469" y="1672064"/>
                  <a:pt x="3254469" y="1667610"/>
                </a:cubicBezTo>
                <a:cubicBezTo>
                  <a:pt x="3254469" y="1663156"/>
                  <a:pt x="3255674" y="1659389"/>
                  <a:pt x="3258085" y="1656308"/>
                </a:cubicBezTo>
                <a:cubicBezTo>
                  <a:pt x="3260495" y="1653228"/>
                  <a:pt x="3261701" y="1650337"/>
                  <a:pt x="3261701" y="1647634"/>
                </a:cubicBezTo>
                <a:cubicBezTo>
                  <a:pt x="3261701" y="1644931"/>
                  <a:pt x="3260830" y="1641973"/>
                  <a:pt x="3259090" y="1638761"/>
                </a:cubicBezTo>
                <a:cubicBezTo>
                  <a:pt x="3257349" y="1635548"/>
                  <a:pt x="3256479" y="1632800"/>
                  <a:pt x="3256479" y="1630515"/>
                </a:cubicBezTo>
                <a:cubicBezTo>
                  <a:pt x="3256479" y="1628230"/>
                  <a:pt x="3258110" y="1627088"/>
                  <a:pt x="3261374" y="1627088"/>
                </a:cubicBezTo>
                <a:cubicBezTo>
                  <a:pt x="3266908" y="1627088"/>
                  <a:pt x="3276004" y="1636728"/>
                  <a:pt x="3288662" y="1656008"/>
                </a:cubicBezTo>
                <a:cubicBezTo>
                  <a:pt x="3301158" y="1650227"/>
                  <a:pt x="3312831" y="1643362"/>
                  <a:pt x="3323681" y="1635414"/>
                </a:cubicBezTo>
                <a:cubicBezTo>
                  <a:pt x="3325754" y="1601645"/>
                  <a:pt x="3326791" y="1572777"/>
                  <a:pt x="3326791" y="1548808"/>
                </a:cubicBezTo>
                <a:cubicBezTo>
                  <a:pt x="3326791" y="1547464"/>
                  <a:pt x="3326149" y="1546270"/>
                  <a:pt x="3324865" y="1545227"/>
                </a:cubicBezTo>
                <a:cubicBezTo>
                  <a:pt x="3323581" y="1544184"/>
                  <a:pt x="3322373" y="1543663"/>
                  <a:pt x="3321243" y="1543663"/>
                </a:cubicBezTo>
                <a:cubicBezTo>
                  <a:pt x="3321477" y="1543663"/>
                  <a:pt x="3321260" y="1544533"/>
                  <a:pt x="3320590" y="1546274"/>
                </a:cubicBezTo>
                <a:cubicBezTo>
                  <a:pt x="3319920" y="1548014"/>
                  <a:pt x="3318305" y="1548885"/>
                  <a:pt x="3315745" y="1548885"/>
                </a:cubicBezTo>
                <a:cubicBezTo>
                  <a:pt x="3313186" y="1548885"/>
                  <a:pt x="3310904" y="1546972"/>
                  <a:pt x="3308901" y="1543147"/>
                </a:cubicBezTo>
                <a:cubicBezTo>
                  <a:pt x="3306898" y="1539323"/>
                  <a:pt x="3305896" y="1535742"/>
                  <a:pt x="3305896" y="1532406"/>
                </a:cubicBezTo>
                <a:cubicBezTo>
                  <a:pt x="3305896" y="1529069"/>
                  <a:pt x="3308353" y="1525600"/>
                  <a:pt x="3313265" y="1521997"/>
                </a:cubicBezTo>
                <a:cubicBezTo>
                  <a:pt x="3318178" y="1518394"/>
                  <a:pt x="3322738" y="1516592"/>
                  <a:pt x="3326945" y="1516592"/>
                </a:cubicBezTo>
                <a:close/>
                <a:moveTo>
                  <a:pt x="6671184" y="1516189"/>
                </a:moveTo>
                <a:cubicBezTo>
                  <a:pt x="6663741" y="1516189"/>
                  <a:pt x="6657310" y="1517361"/>
                  <a:pt x="6651890" y="1519706"/>
                </a:cubicBezTo>
                <a:cubicBezTo>
                  <a:pt x="6646469" y="1522050"/>
                  <a:pt x="6636847" y="1527785"/>
                  <a:pt x="6623024" y="1536911"/>
                </a:cubicBezTo>
                <a:cubicBezTo>
                  <a:pt x="6622102" y="1537564"/>
                  <a:pt x="6621595" y="1537890"/>
                  <a:pt x="6621500" y="1537890"/>
                </a:cubicBezTo>
                <a:cubicBezTo>
                  <a:pt x="6621406" y="1537890"/>
                  <a:pt x="6620155" y="1536551"/>
                  <a:pt x="6617744" y="1533871"/>
                </a:cubicBezTo>
                <a:cubicBezTo>
                  <a:pt x="6615334" y="1531192"/>
                  <a:pt x="6611380" y="1529852"/>
                  <a:pt x="6605882" y="1529852"/>
                </a:cubicBezTo>
                <a:cubicBezTo>
                  <a:pt x="6600385" y="1529852"/>
                  <a:pt x="6594822" y="1530787"/>
                  <a:pt x="6589196" y="1532655"/>
                </a:cubicBezTo>
                <a:cubicBezTo>
                  <a:pt x="6583944" y="1527839"/>
                  <a:pt x="6577996" y="1525430"/>
                  <a:pt x="6571353" y="1525430"/>
                </a:cubicBezTo>
                <a:cubicBezTo>
                  <a:pt x="6564710" y="1525430"/>
                  <a:pt x="6558622" y="1526814"/>
                  <a:pt x="6553089" y="1529580"/>
                </a:cubicBezTo>
                <a:cubicBezTo>
                  <a:pt x="6547555" y="1532347"/>
                  <a:pt x="6540509" y="1536448"/>
                  <a:pt x="6531951" y="1541884"/>
                </a:cubicBezTo>
                <a:cubicBezTo>
                  <a:pt x="6523392" y="1547319"/>
                  <a:pt x="6517950" y="1551199"/>
                  <a:pt x="6515626" y="1553524"/>
                </a:cubicBezTo>
                <a:cubicBezTo>
                  <a:pt x="6513300" y="1555850"/>
                  <a:pt x="6512138" y="1558336"/>
                  <a:pt x="6512138" y="1560983"/>
                </a:cubicBezTo>
                <a:lnTo>
                  <a:pt x="6512548" y="1561785"/>
                </a:lnTo>
                <a:lnTo>
                  <a:pt x="6501336" y="1556769"/>
                </a:lnTo>
                <a:cubicBezTo>
                  <a:pt x="6493630" y="1554627"/>
                  <a:pt x="6488080" y="1553556"/>
                  <a:pt x="6484684" y="1553556"/>
                </a:cubicBezTo>
                <a:cubicBezTo>
                  <a:pt x="6481287" y="1553556"/>
                  <a:pt x="6479590" y="1555085"/>
                  <a:pt x="6479590" y="1558142"/>
                </a:cubicBezTo>
                <a:cubicBezTo>
                  <a:pt x="6479590" y="1561199"/>
                  <a:pt x="6480940" y="1563625"/>
                  <a:pt x="6483640" y="1565421"/>
                </a:cubicBezTo>
                <a:cubicBezTo>
                  <a:pt x="6489720" y="1569982"/>
                  <a:pt x="6493444" y="1573316"/>
                  <a:pt x="6494814" y="1575424"/>
                </a:cubicBezTo>
                <a:cubicBezTo>
                  <a:pt x="6496184" y="1577532"/>
                  <a:pt x="6496868" y="1580580"/>
                  <a:pt x="6496868" y="1584569"/>
                </a:cubicBezTo>
                <a:cubicBezTo>
                  <a:pt x="6496868" y="1598187"/>
                  <a:pt x="6497078" y="1607789"/>
                  <a:pt x="6497496" y="1613374"/>
                </a:cubicBezTo>
                <a:cubicBezTo>
                  <a:pt x="6497914" y="1618958"/>
                  <a:pt x="6499204" y="1624777"/>
                  <a:pt x="6501368" y="1630829"/>
                </a:cubicBezTo>
                <a:cubicBezTo>
                  <a:pt x="6503530" y="1636880"/>
                  <a:pt x="6506450" y="1641745"/>
                  <a:pt x="6510128" y="1645423"/>
                </a:cubicBezTo>
                <a:cubicBezTo>
                  <a:pt x="6513806" y="1649100"/>
                  <a:pt x="6517046" y="1650939"/>
                  <a:pt x="6519850" y="1650939"/>
                </a:cubicBezTo>
                <a:cubicBezTo>
                  <a:pt x="6526330" y="1650939"/>
                  <a:pt x="6529436" y="1644399"/>
                  <a:pt x="6529168" y="1631318"/>
                </a:cubicBezTo>
                <a:cubicBezTo>
                  <a:pt x="6545832" y="1627935"/>
                  <a:pt x="6559006" y="1624277"/>
                  <a:pt x="6568691" y="1620346"/>
                </a:cubicBezTo>
                <a:cubicBezTo>
                  <a:pt x="6578376" y="1616414"/>
                  <a:pt x="6583853" y="1613392"/>
                  <a:pt x="6585122" y="1611278"/>
                </a:cubicBezTo>
                <a:cubicBezTo>
                  <a:pt x="6586391" y="1609164"/>
                  <a:pt x="6587026" y="1606585"/>
                  <a:pt x="6587026" y="1603541"/>
                </a:cubicBezTo>
                <a:cubicBezTo>
                  <a:pt x="6587026" y="1600497"/>
                  <a:pt x="6586289" y="1597770"/>
                  <a:pt x="6584815" y="1595362"/>
                </a:cubicBezTo>
                <a:cubicBezTo>
                  <a:pt x="6583341" y="1592954"/>
                  <a:pt x="6582604" y="1590832"/>
                  <a:pt x="6582604" y="1588997"/>
                </a:cubicBezTo>
                <a:cubicBezTo>
                  <a:pt x="6582604" y="1587163"/>
                  <a:pt x="6583779" y="1583647"/>
                  <a:pt x="6586130" y="1578451"/>
                </a:cubicBezTo>
                <a:cubicBezTo>
                  <a:pt x="6588480" y="1573254"/>
                  <a:pt x="6592016" y="1567676"/>
                  <a:pt x="6596734" y="1561716"/>
                </a:cubicBezTo>
                <a:cubicBezTo>
                  <a:pt x="6598296" y="1560154"/>
                  <a:pt x="6599076" y="1557778"/>
                  <a:pt x="6599076" y="1554587"/>
                </a:cubicBezTo>
                <a:cubicBezTo>
                  <a:pt x="6599076" y="1552991"/>
                  <a:pt x="6598708" y="1551034"/>
                  <a:pt x="6597972" y="1548717"/>
                </a:cubicBezTo>
                <a:lnTo>
                  <a:pt x="6595756" y="1543339"/>
                </a:lnTo>
                <a:lnTo>
                  <a:pt x="6597816" y="1545064"/>
                </a:lnTo>
                <a:cubicBezTo>
                  <a:pt x="6600427" y="1547069"/>
                  <a:pt x="6601732" y="1550327"/>
                  <a:pt x="6601732" y="1554836"/>
                </a:cubicBezTo>
                <a:cubicBezTo>
                  <a:pt x="6601732" y="1556731"/>
                  <a:pt x="6601064" y="1560290"/>
                  <a:pt x="6599726" y="1565514"/>
                </a:cubicBezTo>
                <a:cubicBezTo>
                  <a:pt x="6598388" y="1570738"/>
                  <a:pt x="6597720" y="1576956"/>
                  <a:pt x="6597720" y="1584166"/>
                </a:cubicBezTo>
                <a:cubicBezTo>
                  <a:pt x="6597720" y="1598462"/>
                  <a:pt x="6602406" y="1609600"/>
                  <a:pt x="6611780" y="1617578"/>
                </a:cubicBezTo>
                <a:cubicBezTo>
                  <a:pt x="6605205" y="1622425"/>
                  <a:pt x="6594457" y="1627925"/>
                  <a:pt x="6579535" y="1634079"/>
                </a:cubicBezTo>
                <a:cubicBezTo>
                  <a:pt x="6564614" y="1640234"/>
                  <a:pt x="6552752" y="1643842"/>
                  <a:pt x="6543950" y="1644904"/>
                </a:cubicBezTo>
                <a:cubicBezTo>
                  <a:pt x="6541314" y="1645344"/>
                  <a:pt x="6539447" y="1646552"/>
                  <a:pt x="6538350" y="1648530"/>
                </a:cubicBezTo>
                <a:cubicBezTo>
                  <a:pt x="6537254" y="1650507"/>
                  <a:pt x="6536428" y="1654346"/>
                  <a:pt x="6535871" y="1660046"/>
                </a:cubicBezTo>
                <a:cubicBezTo>
                  <a:pt x="6535314" y="1665746"/>
                  <a:pt x="6535036" y="1670685"/>
                  <a:pt x="6535036" y="1674864"/>
                </a:cubicBezTo>
                <a:cubicBezTo>
                  <a:pt x="6535036" y="1679043"/>
                  <a:pt x="6535744" y="1682194"/>
                  <a:pt x="6537160" y="1684316"/>
                </a:cubicBezTo>
                <a:cubicBezTo>
                  <a:pt x="6538576" y="1686439"/>
                  <a:pt x="6540708" y="1687500"/>
                  <a:pt x="6543554" y="1687500"/>
                </a:cubicBezTo>
                <a:cubicBezTo>
                  <a:pt x="6546400" y="1687500"/>
                  <a:pt x="6547944" y="1687234"/>
                  <a:pt x="6548186" y="1686700"/>
                </a:cubicBezTo>
                <a:cubicBezTo>
                  <a:pt x="6548259" y="1688202"/>
                  <a:pt x="6548296" y="1691071"/>
                  <a:pt x="6548296" y="1695308"/>
                </a:cubicBezTo>
                <a:cubicBezTo>
                  <a:pt x="6548296" y="1699544"/>
                  <a:pt x="6547848" y="1703122"/>
                  <a:pt x="6546952" y="1706040"/>
                </a:cubicBezTo>
                <a:cubicBezTo>
                  <a:pt x="6546056" y="1708958"/>
                  <a:pt x="6543444" y="1711674"/>
                  <a:pt x="6539118" y="1714187"/>
                </a:cubicBezTo>
                <a:cubicBezTo>
                  <a:pt x="6534792" y="1716699"/>
                  <a:pt x="6532630" y="1722779"/>
                  <a:pt x="6532630" y="1732426"/>
                </a:cubicBezTo>
                <a:cubicBezTo>
                  <a:pt x="6532630" y="1736244"/>
                  <a:pt x="6533420" y="1742033"/>
                  <a:pt x="6535000" y="1749794"/>
                </a:cubicBezTo>
                <a:cubicBezTo>
                  <a:pt x="6536581" y="1757555"/>
                  <a:pt x="6539022" y="1761435"/>
                  <a:pt x="6542322" y="1761435"/>
                </a:cubicBezTo>
                <a:cubicBezTo>
                  <a:pt x="6545622" y="1761435"/>
                  <a:pt x="6548942" y="1760262"/>
                  <a:pt x="6552283" y="1757915"/>
                </a:cubicBezTo>
                <a:cubicBezTo>
                  <a:pt x="6564493" y="1749604"/>
                  <a:pt x="6580980" y="1742688"/>
                  <a:pt x="6601745" y="1737168"/>
                </a:cubicBezTo>
                <a:cubicBezTo>
                  <a:pt x="6622510" y="1731647"/>
                  <a:pt x="6641829" y="1728887"/>
                  <a:pt x="6659703" y="1728887"/>
                </a:cubicBezTo>
                <a:cubicBezTo>
                  <a:pt x="6677578" y="1728887"/>
                  <a:pt x="6686514" y="1732210"/>
                  <a:pt x="6686514" y="1738857"/>
                </a:cubicBezTo>
                <a:cubicBezTo>
                  <a:pt x="6686514" y="1741767"/>
                  <a:pt x="6685402" y="1748522"/>
                  <a:pt x="6683180" y="1759121"/>
                </a:cubicBezTo>
                <a:cubicBezTo>
                  <a:pt x="6680958" y="1769721"/>
                  <a:pt x="6676840" y="1780009"/>
                  <a:pt x="6670829" y="1789984"/>
                </a:cubicBezTo>
                <a:cubicBezTo>
                  <a:pt x="6664818" y="1799958"/>
                  <a:pt x="6660538" y="1805610"/>
                  <a:pt x="6657992" y="1806939"/>
                </a:cubicBezTo>
                <a:cubicBezTo>
                  <a:pt x="6655444" y="1808268"/>
                  <a:pt x="6650192" y="1809831"/>
                  <a:pt x="6642232" y="1811627"/>
                </a:cubicBezTo>
                <a:cubicBezTo>
                  <a:pt x="6634273" y="1813423"/>
                  <a:pt x="6624504" y="1814321"/>
                  <a:pt x="6612922" y="1814321"/>
                </a:cubicBezTo>
                <a:cubicBezTo>
                  <a:pt x="6601341" y="1814321"/>
                  <a:pt x="6585601" y="1812382"/>
                  <a:pt x="6565702" y="1808504"/>
                </a:cubicBezTo>
                <a:cubicBezTo>
                  <a:pt x="6559726" y="1807557"/>
                  <a:pt x="6556736" y="1808599"/>
                  <a:pt x="6556736" y="1811630"/>
                </a:cubicBezTo>
                <a:cubicBezTo>
                  <a:pt x="6556736" y="1814662"/>
                  <a:pt x="6558202" y="1816911"/>
                  <a:pt x="6561134" y="1818379"/>
                </a:cubicBezTo>
                <a:cubicBezTo>
                  <a:pt x="6564064" y="1819846"/>
                  <a:pt x="6571089" y="1823089"/>
                  <a:pt x="6582207" y="1828106"/>
                </a:cubicBezTo>
                <a:cubicBezTo>
                  <a:pt x="6593325" y="1833123"/>
                  <a:pt x="6602118" y="1836989"/>
                  <a:pt x="6608586" y="1839702"/>
                </a:cubicBezTo>
                <a:cubicBezTo>
                  <a:pt x="6615054" y="1842416"/>
                  <a:pt x="6621326" y="1844763"/>
                  <a:pt x="6627401" y="1846745"/>
                </a:cubicBezTo>
                <a:cubicBezTo>
                  <a:pt x="6633476" y="1848727"/>
                  <a:pt x="6638348" y="1851410"/>
                  <a:pt x="6642014" y="1854796"/>
                </a:cubicBezTo>
                <a:cubicBezTo>
                  <a:pt x="6645682" y="1858181"/>
                  <a:pt x="6648889" y="1859874"/>
                  <a:pt x="6651636" y="1859874"/>
                </a:cubicBezTo>
                <a:cubicBezTo>
                  <a:pt x="6656774" y="1859874"/>
                  <a:pt x="6667174" y="1852390"/>
                  <a:pt x="6682838" y="1837424"/>
                </a:cubicBezTo>
                <a:cubicBezTo>
                  <a:pt x="6698502" y="1822457"/>
                  <a:pt x="6709423" y="1802510"/>
                  <a:pt x="6715600" y="1777581"/>
                </a:cubicBezTo>
                <a:cubicBezTo>
                  <a:pt x="6717239" y="1771937"/>
                  <a:pt x="6718582" y="1768225"/>
                  <a:pt x="6719629" y="1766446"/>
                </a:cubicBezTo>
                <a:cubicBezTo>
                  <a:pt x="6720676" y="1764667"/>
                  <a:pt x="6722476" y="1763217"/>
                  <a:pt x="6725027" y="1762097"/>
                </a:cubicBezTo>
                <a:cubicBezTo>
                  <a:pt x="6727578" y="1760977"/>
                  <a:pt x="6728854" y="1757547"/>
                  <a:pt x="6728854" y="1751807"/>
                </a:cubicBezTo>
                <a:cubicBezTo>
                  <a:pt x="6728854" y="1746066"/>
                  <a:pt x="6726216" y="1739310"/>
                  <a:pt x="6720938" y="1731539"/>
                </a:cubicBezTo>
                <a:cubicBezTo>
                  <a:pt x="6715660" y="1723768"/>
                  <a:pt x="6705592" y="1716938"/>
                  <a:pt x="6690735" y="1711051"/>
                </a:cubicBezTo>
                <a:cubicBezTo>
                  <a:pt x="6675877" y="1705163"/>
                  <a:pt x="6661639" y="1702219"/>
                  <a:pt x="6648020" y="1702219"/>
                </a:cubicBezTo>
                <a:cubicBezTo>
                  <a:pt x="6645081" y="1702219"/>
                  <a:pt x="6643098" y="1702217"/>
                  <a:pt x="6642069" y="1702213"/>
                </a:cubicBezTo>
                <a:cubicBezTo>
                  <a:pt x="6647828" y="1699777"/>
                  <a:pt x="6652512" y="1694149"/>
                  <a:pt x="6656120" y="1685331"/>
                </a:cubicBezTo>
                <a:cubicBezTo>
                  <a:pt x="6659727" y="1676512"/>
                  <a:pt x="6663242" y="1670391"/>
                  <a:pt x="6666666" y="1666967"/>
                </a:cubicBezTo>
                <a:cubicBezTo>
                  <a:pt x="6670090" y="1663543"/>
                  <a:pt x="6671802" y="1659649"/>
                  <a:pt x="6671802" y="1655285"/>
                </a:cubicBezTo>
                <a:cubicBezTo>
                  <a:pt x="6671802" y="1649427"/>
                  <a:pt x="6669234" y="1643417"/>
                  <a:pt x="6664100" y="1637254"/>
                </a:cubicBezTo>
                <a:cubicBezTo>
                  <a:pt x="6658966" y="1631091"/>
                  <a:pt x="6652692" y="1626098"/>
                  <a:pt x="6645282" y="1622275"/>
                </a:cubicBezTo>
                <a:cubicBezTo>
                  <a:pt x="6645282" y="1622075"/>
                  <a:pt x="6645609" y="1621485"/>
                  <a:pt x="6646264" y="1620506"/>
                </a:cubicBezTo>
                <a:cubicBezTo>
                  <a:pt x="6646919" y="1619527"/>
                  <a:pt x="6650078" y="1617400"/>
                  <a:pt x="6655742" y="1614126"/>
                </a:cubicBezTo>
                <a:cubicBezTo>
                  <a:pt x="6661405" y="1610851"/>
                  <a:pt x="6666302" y="1608470"/>
                  <a:pt x="6670432" y="1606984"/>
                </a:cubicBezTo>
                <a:cubicBezTo>
                  <a:pt x="6674562" y="1605497"/>
                  <a:pt x="6676627" y="1603217"/>
                  <a:pt x="6676627" y="1600146"/>
                </a:cubicBezTo>
                <a:cubicBezTo>
                  <a:pt x="6676627" y="1597074"/>
                  <a:pt x="6676225" y="1595002"/>
                  <a:pt x="6675420" y="1593932"/>
                </a:cubicBezTo>
                <a:cubicBezTo>
                  <a:pt x="6674616" y="1592861"/>
                  <a:pt x="6674214" y="1592263"/>
                  <a:pt x="6674214" y="1592140"/>
                </a:cubicBezTo>
                <a:cubicBezTo>
                  <a:pt x="6674214" y="1592016"/>
                  <a:pt x="6675276" y="1591229"/>
                  <a:pt x="6677398" y="1589778"/>
                </a:cubicBezTo>
                <a:cubicBezTo>
                  <a:pt x="6679521" y="1588328"/>
                  <a:pt x="6683368" y="1584408"/>
                  <a:pt x="6688940" y="1578019"/>
                </a:cubicBezTo>
                <a:cubicBezTo>
                  <a:pt x="6694512" y="1571630"/>
                  <a:pt x="6698474" y="1566476"/>
                  <a:pt x="6700824" y="1562557"/>
                </a:cubicBezTo>
                <a:cubicBezTo>
                  <a:pt x="6703175" y="1558639"/>
                  <a:pt x="6704350" y="1554591"/>
                  <a:pt x="6704350" y="1550414"/>
                </a:cubicBezTo>
                <a:cubicBezTo>
                  <a:pt x="6704350" y="1542265"/>
                  <a:pt x="6700683" y="1534524"/>
                  <a:pt x="6693349" y="1527190"/>
                </a:cubicBezTo>
                <a:cubicBezTo>
                  <a:pt x="6686016" y="1519856"/>
                  <a:pt x="6678627" y="1516189"/>
                  <a:pt x="6671184" y="1516189"/>
                </a:cubicBezTo>
                <a:close/>
                <a:moveTo>
                  <a:pt x="7896146" y="1514180"/>
                </a:moveTo>
                <a:cubicBezTo>
                  <a:pt x="7905157" y="1514180"/>
                  <a:pt x="7912580" y="1517404"/>
                  <a:pt x="7918414" y="1523853"/>
                </a:cubicBezTo>
                <a:cubicBezTo>
                  <a:pt x="7924248" y="1530301"/>
                  <a:pt x="7927166" y="1537516"/>
                  <a:pt x="7927166" y="1545496"/>
                </a:cubicBezTo>
                <a:cubicBezTo>
                  <a:pt x="7927166" y="1553476"/>
                  <a:pt x="7924418" y="1559901"/>
                  <a:pt x="7918923" y="1564769"/>
                </a:cubicBezTo>
                <a:cubicBezTo>
                  <a:pt x="7911026" y="1571736"/>
                  <a:pt x="7907078" y="1575631"/>
                  <a:pt x="7907078" y="1576454"/>
                </a:cubicBezTo>
                <a:cubicBezTo>
                  <a:pt x="7911864" y="1575388"/>
                  <a:pt x="7917817" y="1574854"/>
                  <a:pt x="7924936" y="1574854"/>
                </a:cubicBezTo>
                <a:cubicBezTo>
                  <a:pt x="7932054" y="1574854"/>
                  <a:pt x="7938758" y="1577923"/>
                  <a:pt x="7945050" y="1584060"/>
                </a:cubicBezTo>
                <a:cubicBezTo>
                  <a:pt x="7951340" y="1590197"/>
                  <a:pt x="7954486" y="1595858"/>
                  <a:pt x="7954486" y="1601041"/>
                </a:cubicBezTo>
                <a:cubicBezTo>
                  <a:pt x="7954486" y="1609702"/>
                  <a:pt x="7948929" y="1614538"/>
                  <a:pt x="7937814" y="1615549"/>
                </a:cubicBezTo>
                <a:cubicBezTo>
                  <a:pt x="7920054" y="1616893"/>
                  <a:pt x="7901048" y="1619591"/>
                  <a:pt x="7880797" y="1623642"/>
                </a:cubicBezTo>
                <a:cubicBezTo>
                  <a:pt x="7860547" y="1627693"/>
                  <a:pt x="7850422" y="1635026"/>
                  <a:pt x="7850422" y="1645640"/>
                </a:cubicBezTo>
                <a:cubicBezTo>
                  <a:pt x="7850422" y="1649113"/>
                  <a:pt x="7850750" y="1651765"/>
                  <a:pt x="7851407" y="1653595"/>
                </a:cubicBezTo>
                <a:cubicBezTo>
                  <a:pt x="7853054" y="1653207"/>
                  <a:pt x="7858294" y="1651760"/>
                  <a:pt x="7867128" y="1649253"/>
                </a:cubicBezTo>
                <a:cubicBezTo>
                  <a:pt x="7875962" y="1646746"/>
                  <a:pt x="7881106" y="1645131"/>
                  <a:pt x="7882560" y="1644405"/>
                </a:cubicBezTo>
                <a:cubicBezTo>
                  <a:pt x="7891626" y="1640894"/>
                  <a:pt x="7899314" y="1639138"/>
                  <a:pt x="7905624" y="1639138"/>
                </a:cubicBezTo>
                <a:cubicBezTo>
                  <a:pt x="7911934" y="1639138"/>
                  <a:pt x="7917638" y="1642381"/>
                  <a:pt x="7922734" y="1648866"/>
                </a:cubicBezTo>
                <a:cubicBezTo>
                  <a:pt x="7927830" y="1655351"/>
                  <a:pt x="7930378" y="1661655"/>
                  <a:pt x="7930378" y="1667780"/>
                </a:cubicBezTo>
                <a:cubicBezTo>
                  <a:pt x="7930378" y="1673904"/>
                  <a:pt x="7927736" y="1678496"/>
                  <a:pt x="7922449" y="1681555"/>
                </a:cubicBezTo>
                <a:cubicBezTo>
                  <a:pt x="7909953" y="1688535"/>
                  <a:pt x="7900450" y="1694859"/>
                  <a:pt x="7893938" y="1700527"/>
                </a:cubicBezTo>
                <a:cubicBezTo>
                  <a:pt x="7887428" y="1706195"/>
                  <a:pt x="7884178" y="1708497"/>
                  <a:pt x="7884186" y="1707435"/>
                </a:cubicBezTo>
                <a:cubicBezTo>
                  <a:pt x="7904498" y="1703958"/>
                  <a:pt x="7921784" y="1702219"/>
                  <a:pt x="7936042" y="1702219"/>
                </a:cubicBezTo>
                <a:cubicBezTo>
                  <a:pt x="7950300" y="1702219"/>
                  <a:pt x="7959886" y="1705672"/>
                  <a:pt x="7964798" y="1712577"/>
                </a:cubicBezTo>
                <a:cubicBezTo>
                  <a:pt x="7969712" y="1719482"/>
                  <a:pt x="7972168" y="1726337"/>
                  <a:pt x="7972168" y="1733142"/>
                </a:cubicBezTo>
                <a:cubicBezTo>
                  <a:pt x="7972168" y="1739947"/>
                  <a:pt x="7968238" y="1743350"/>
                  <a:pt x="7960380" y="1743350"/>
                </a:cubicBezTo>
                <a:cubicBezTo>
                  <a:pt x="7952521" y="1743350"/>
                  <a:pt x="7944974" y="1742412"/>
                  <a:pt x="7937742" y="1740537"/>
                </a:cubicBezTo>
                <a:cubicBezTo>
                  <a:pt x="7930508" y="1738662"/>
                  <a:pt x="7922803" y="1737724"/>
                  <a:pt x="7914628" y="1737724"/>
                </a:cubicBezTo>
                <a:cubicBezTo>
                  <a:pt x="7898706" y="1737724"/>
                  <a:pt x="7885928" y="1739292"/>
                  <a:pt x="7876295" y="1742428"/>
                </a:cubicBezTo>
                <a:cubicBezTo>
                  <a:pt x="7869635" y="1770842"/>
                  <a:pt x="7864448" y="1789405"/>
                  <a:pt x="7860734" y="1798118"/>
                </a:cubicBezTo>
                <a:cubicBezTo>
                  <a:pt x="7857020" y="1806830"/>
                  <a:pt x="7850321" y="1814077"/>
                  <a:pt x="7840636" y="1819860"/>
                </a:cubicBezTo>
                <a:cubicBezTo>
                  <a:pt x="7830952" y="1825643"/>
                  <a:pt x="7820661" y="1828535"/>
                  <a:pt x="7809765" y="1828535"/>
                </a:cubicBezTo>
                <a:cubicBezTo>
                  <a:pt x="7797388" y="1828535"/>
                  <a:pt x="7791200" y="1822884"/>
                  <a:pt x="7791200" y="1811582"/>
                </a:cubicBezTo>
                <a:cubicBezTo>
                  <a:pt x="7791200" y="1806787"/>
                  <a:pt x="7792722" y="1802362"/>
                  <a:pt x="7795766" y="1798306"/>
                </a:cubicBezTo>
                <a:cubicBezTo>
                  <a:pt x="7798810" y="1794251"/>
                  <a:pt x="7801734" y="1792223"/>
                  <a:pt x="7804536" y="1792223"/>
                </a:cubicBezTo>
                <a:cubicBezTo>
                  <a:pt x="7807340" y="1792223"/>
                  <a:pt x="7809011" y="1792358"/>
                  <a:pt x="7809550" y="1792627"/>
                </a:cubicBezTo>
                <a:cubicBezTo>
                  <a:pt x="7810090" y="1792895"/>
                  <a:pt x="7810428" y="1793030"/>
                  <a:pt x="7810564" y="1793030"/>
                </a:cubicBezTo>
                <a:cubicBezTo>
                  <a:pt x="7813074" y="1793030"/>
                  <a:pt x="7817316" y="1788761"/>
                  <a:pt x="7823294" y="1780224"/>
                </a:cubicBezTo>
                <a:cubicBezTo>
                  <a:pt x="7829270" y="1771687"/>
                  <a:pt x="7832637" y="1764485"/>
                  <a:pt x="7833392" y="1758619"/>
                </a:cubicBezTo>
                <a:cubicBezTo>
                  <a:pt x="7827351" y="1763193"/>
                  <a:pt x="7819084" y="1768626"/>
                  <a:pt x="7808594" y="1774919"/>
                </a:cubicBezTo>
                <a:cubicBezTo>
                  <a:pt x="7805274" y="1776911"/>
                  <a:pt x="7801914" y="1777908"/>
                  <a:pt x="7798514" y="1777908"/>
                </a:cubicBezTo>
                <a:cubicBezTo>
                  <a:pt x="7786372" y="1777908"/>
                  <a:pt x="7778906" y="1770407"/>
                  <a:pt x="7776116" y="1755407"/>
                </a:cubicBezTo>
                <a:cubicBezTo>
                  <a:pt x="7775817" y="1763978"/>
                  <a:pt x="7773359" y="1768263"/>
                  <a:pt x="7768740" y="1768263"/>
                </a:cubicBezTo>
                <a:cubicBezTo>
                  <a:pt x="7764122" y="1768263"/>
                  <a:pt x="7761320" y="1765886"/>
                  <a:pt x="7760334" y="1761131"/>
                </a:cubicBezTo>
                <a:cubicBezTo>
                  <a:pt x="7759348" y="1756376"/>
                  <a:pt x="7758224" y="1752737"/>
                  <a:pt x="7756962" y="1750213"/>
                </a:cubicBezTo>
                <a:cubicBezTo>
                  <a:pt x="7755699" y="1747690"/>
                  <a:pt x="7754888" y="1746293"/>
                  <a:pt x="7754530" y="1746025"/>
                </a:cubicBezTo>
                <a:cubicBezTo>
                  <a:pt x="7748710" y="1741234"/>
                  <a:pt x="7745800" y="1734156"/>
                  <a:pt x="7745800" y="1724791"/>
                </a:cubicBezTo>
                <a:cubicBezTo>
                  <a:pt x="7745800" y="1719262"/>
                  <a:pt x="7746801" y="1713636"/>
                  <a:pt x="7748802" y="1707915"/>
                </a:cubicBezTo>
                <a:cubicBezTo>
                  <a:pt x="7753764" y="1694335"/>
                  <a:pt x="7756245" y="1678153"/>
                  <a:pt x="7756245" y="1659368"/>
                </a:cubicBezTo>
                <a:cubicBezTo>
                  <a:pt x="7756245" y="1640583"/>
                  <a:pt x="7754756" y="1629872"/>
                  <a:pt x="7751778" y="1627235"/>
                </a:cubicBezTo>
                <a:cubicBezTo>
                  <a:pt x="7748019" y="1633212"/>
                  <a:pt x="7741658" y="1641393"/>
                  <a:pt x="7732694" y="1651778"/>
                </a:cubicBezTo>
                <a:cubicBezTo>
                  <a:pt x="7739393" y="1658971"/>
                  <a:pt x="7742742" y="1670452"/>
                  <a:pt x="7742742" y="1686220"/>
                </a:cubicBezTo>
                <a:cubicBezTo>
                  <a:pt x="7742742" y="1694318"/>
                  <a:pt x="7741718" y="1702599"/>
                  <a:pt x="7739670" y="1711064"/>
                </a:cubicBezTo>
                <a:cubicBezTo>
                  <a:pt x="7737622" y="1719528"/>
                  <a:pt x="7736350" y="1726997"/>
                  <a:pt x="7735852" y="1733469"/>
                </a:cubicBezTo>
                <a:cubicBezTo>
                  <a:pt x="7735356" y="1739941"/>
                  <a:pt x="7735107" y="1751349"/>
                  <a:pt x="7735107" y="1767694"/>
                </a:cubicBezTo>
                <a:cubicBezTo>
                  <a:pt x="7735107" y="1784038"/>
                  <a:pt x="7734956" y="1796641"/>
                  <a:pt x="7734656" y="1805503"/>
                </a:cubicBezTo>
                <a:cubicBezTo>
                  <a:pt x="7734355" y="1814364"/>
                  <a:pt x="7732931" y="1821087"/>
                  <a:pt x="7730384" y="1825671"/>
                </a:cubicBezTo>
                <a:cubicBezTo>
                  <a:pt x="7727837" y="1830255"/>
                  <a:pt x="7724854" y="1832547"/>
                  <a:pt x="7721434" y="1832547"/>
                </a:cubicBezTo>
                <a:cubicBezTo>
                  <a:pt x="7718014" y="1832547"/>
                  <a:pt x="7712984" y="1827604"/>
                  <a:pt x="7706341" y="1817716"/>
                </a:cubicBezTo>
                <a:cubicBezTo>
                  <a:pt x="7699698" y="1807829"/>
                  <a:pt x="7696376" y="1797614"/>
                  <a:pt x="7696376" y="1787072"/>
                </a:cubicBezTo>
                <a:cubicBezTo>
                  <a:pt x="7696376" y="1781572"/>
                  <a:pt x="7697358" y="1775602"/>
                  <a:pt x="7699320" y="1769159"/>
                </a:cubicBezTo>
                <a:cubicBezTo>
                  <a:pt x="7701645" y="1761399"/>
                  <a:pt x="7702808" y="1745731"/>
                  <a:pt x="7702808" y="1722157"/>
                </a:cubicBezTo>
                <a:cubicBezTo>
                  <a:pt x="7702808" y="1698583"/>
                  <a:pt x="7702640" y="1685559"/>
                  <a:pt x="7702302" y="1683085"/>
                </a:cubicBezTo>
                <a:cubicBezTo>
                  <a:pt x="7689982" y="1694335"/>
                  <a:pt x="7682274" y="1699960"/>
                  <a:pt x="7679181" y="1699960"/>
                </a:cubicBezTo>
                <a:cubicBezTo>
                  <a:pt x="7674816" y="1699960"/>
                  <a:pt x="7670230" y="1695301"/>
                  <a:pt x="7665422" y="1685984"/>
                </a:cubicBezTo>
                <a:cubicBezTo>
                  <a:pt x="7660614" y="1676666"/>
                  <a:pt x="7658210" y="1668549"/>
                  <a:pt x="7658210" y="1661633"/>
                </a:cubicBezTo>
                <a:cubicBezTo>
                  <a:pt x="7658210" y="1654717"/>
                  <a:pt x="7659262" y="1648991"/>
                  <a:pt x="7661368" y="1644453"/>
                </a:cubicBezTo>
                <a:cubicBezTo>
                  <a:pt x="7663473" y="1639916"/>
                  <a:pt x="7666744" y="1637246"/>
                  <a:pt x="7671182" y="1636444"/>
                </a:cubicBezTo>
                <a:cubicBezTo>
                  <a:pt x="7675896" y="1635591"/>
                  <a:pt x="7686899" y="1623591"/>
                  <a:pt x="7704190" y="1600443"/>
                </a:cubicBezTo>
                <a:cubicBezTo>
                  <a:pt x="7721482" y="1577296"/>
                  <a:pt x="7730128" y="1561289"/>
                  <a:pt x="7730128" y="1552424"/>
                </a:cubicBezTo>
                <a:cubicBezTo>
                  <a:pt x="7730128" y="1549186"/>
                  <a:pt x="7729526" y="1545758"/>
                  <a:pt x="7728320" y="1542143"/>
                </a:cubicBezTo>
                <a:cubicBezTo>
                  <a:pt x="7727115" y="1538527"/>
                  <a:pt x="7726512" y="1535039"/>
                  <a:pt x="7726512" y="1531679"/>
                </a:cubicBezTo>
                <a:cubicBezTo>
                  <a:pt x="7726512" y="1528320"/>
                  <a:pt x="7728412" y="1526640"/>
                  <a:pt x="7732212" y="1526640"/>
                </a:cubicBezTo>
                <a:cubicBezTo>
                  <a:pt x="7736010" y="1526640"/>
                  <a:pt x="7739297" y="1528421"/>
                  <a:pt x="7742070" y="1531983"/>
                </a:cubicBezTo>
                <a:cubicBezTo>
                  <a:pt x="7744041" y="1534347"/>
                  <a:pt x="7749204" y="1536540"/>
                  <a:pt x="7757557" y="1538562"/>
                </a:cubicBezTo>
                <a:cubicBezTo>
                  <a:pt x="7765910" y="1540584"/>
                  <a:pt x="7772896" y="1545364"/>
                  <a:pt x="7778512" y="1552900"/>
                </a:cubicBezTo>
                <a:cubicBezTo>
                  <a:pt x="7784129" y="1560437"/>
                  <a:pt x="7786938" y="1567959"/>
                  <a:pt x="7786938" y="1575465"/>
                </a:cubicBezTo>
                <a:cubicBezTo>
                  <a:pt x="7786938" y="1582972"/>
                  <a:pt x="7784109" y="1589247"/>
                  <a:pt x="7778452" y="1594290"/>
                </a:cubicBezTo>
                <a:cubicBezTo>
                  <a:pt x="7768588" y="1603194"/>
                  <a:pt x="7762175" y="1609457"/>
                  <a:pt x="7759214" y="1613079"/>
                </a:cubicBezTo>
                <a:cubicBezTo>
                  <a:pt x="7769270" y="1613694"/>
                  <a:pt x="7776254" y="1616217"/>
                  <a:pt x="7780166" y="1620650"/>
                </a:cubicBezTo>
                <a:cubicBezTo>
                  <a:pt x="7779531" y="1620466"/>
                  <a:pt x="7782738" y="1610063"/>
                  <a:pt x="7789785" y="1589439"/>
                </a:cubicBezTo>
                <a:cubicBezTo>
                  <a:pt x="7792226" y="1582126"/>
                  <a:pt x="7794973" y="1578470"/>
                  <a:pt x="7798028" y="1578470"/>
                </a:cubicBezTo>
                <a:cubicBezTo>
                  <a:pt x="7801082" y="1578470"/>
                  <a:pt x="7802610" y="1580369"/>
                  <a:pt x="7802610" y="1584166"/>
                </a:cubicBezTo>
                <a:cubicBezTo>
                  <a:pt x="7802610" y="1588701"/>
                  <a:pt x="7800735" y="1596442"/>
                  <a:pt x="7796984" y="1607390"/>
                </a:cubicBezTo>
                <a:cubicBezTo>
                  <a:pt x="7816012" y="1598904"/>
                  <a:pt x="7830690" y="1593025"/>
                  <a:pt x="7841014" y="1589753"/>
                </a:cubicBezTo>
                <a:cubicBezTo>
                  <a:pt x="7851467" y="1581198"/>
                  <a:pt x="7856694" y="1576256"/>
                  <a:pt x="7856694" y="1574925"/>
                </a:cubicBezTo>
                <a:cubicBezTo>
                  <a:pt x="7856694" y="1576047"/>
                  <a:pt x="7854978" y="1576608"/>
                  <a:pt x="7851548" y="1576608"/>
                </a:cubicBezTo>
                <a:cubicBezTo>
                  <a:pt x="7843236" y="1576608"/>
                  <a:pt x="7834517" y="1572779"/>
                  <a:pt x="7825386" y="1565121"/>
                </a:cubicBezTo>
                <a:cubicBezTo>
                  <a:pt x="7816256" y="1557462"/>
                  <a:pt x="7811692" y="1552291"/>
                  <a:pt x="7811692" y="1549608"/>
                </a:cubicBezTo>
                <a:cubicBezTo>
                  <a:pt x="7811692" y="1545871"/>
                  <a:pt x="7821311" y="1540324"/>
                  <a:pt x="7840550" y="1532969"/>
                </a:cubicBezTo>
                <a:cubicBezTo>
                  <a:pt x="7859790" y="1525614"/>
                  <a:pt x="7871034" y="1521741"/>
                  <a:pt x="7874282" y="1521350"/>
                </a:cubicBezTo>
                <a:cubicBezTo>
                  <a:pt x="7877532" y="1520960"/>
                  <a:pt x="7881281" y="1519667"/>
                  <a:pt x="7885530" y="1517472"/>
                </a:cubicBezTo>
                <a:cubicBezTo>
                  <a:pt x="7889779" y="1515277"/>
                  <a:pt x="7893318" y="1514180"/>
                  <a:pt x="7896146" y="1514180"/>
                </a:cubicBezTo>
                <a:close/>
                <a:moveTo>
                  <a:pt x="2086541" y="1512573"/>
                </a:moveTo>
                <a:cubicBezTo>
                  <a:pt x="2082247" y="1512573"/>
                  <a:pt x="2080100" y="1514741"/>
                  <a:pt x="2080100" y="1519075"/>
                </a:cubicBezTo>
                <a:cubicBezTo>
                  <a:pt x="2080100" y="1522356"/>
                  <a:pt x="2083118" y="1531463"/>
                  <a:pt x="2089155" y="1546395"/>
                </a:cubicBezTo>
                <a:cubicBezTo>
                  <a:pt x="2090354" y="1549599"/>
                  <a:pt x="2090954" y="1561119"/>
                  <a:pt x="2090954" y="1580953"/>
                </a:cubicBezTo>
                <a:cubicBezTo>
                  <a:pt x="2090954" y="1589123"/>
                  <a:pt x="2090845" y="1596613"/>
                  <a:pt x="2090627" y="1603422"/>
                </a:cubicBezTo>
                <a:cubicBezTo>
                  <a:pt x="2066138" y="1612603"/>
                  <a:pt x="2049968" y="1619765"/>
                  <a:pt x="2042118" y="1624906"/>
                </a:cubicBezTo>
                <a:cubicBezTo>
                  <a:pt x="2041146" y="1625554"/>
                  <a:pt x="2039804" y="1625878"/>
                  <a:pt x="2038093" y="1625878"/>
                </a:cubicBezTo>
                <a:cubicBezTo>
                  <a:pt x="2036382" y="1625878"/>
                  <a:pt x="2034544" y="1625037"/>
                  <a:pt x="2032580" y="1623354"/>
                </a:cubicBezTo>
                <a:cubicBezTo>
                  <a:pt x="2030615" y="1621671"/>
                  <a:pt x="2029633" y="1619974"/>
                  <a:pt x="2029633" y="1618263"/>
                </a:cubicBezTo>
                <a:cubicBezTo>
                  <a:pt x="2029633" y="1616552"/>
                  <a:pt x="2029596" y="1615882"/>
                  <a:pt x="2029524" y="1616253"/>
                </a:cubicBezTo>
                <a:cubicBezTo>
                  <a:pt x="2033347" y="1614193"/>
                  <a:pt x="2035258" y="1611950"/>
                  <a:pt x="2035258" y="1609524"/>
                </a:cubicBezTo>
                <a:cubicBezTo>
                  <a:pt x="2035258" y="1607099"/>
                  <a:pt x="2033417" y="1604397"/>
                  <a:pt x="2029735" y="1601419"/>
                </a:cubicBezTo>
                <a:cubicBezTo>
                  <a:pt x="2026053" y="1598441"/>
                  <a:pt x="2022489" y="1596952"/>
                  <a:pt x="2019041" y="1596952"/>
                </a:cubicBezTo>
                <a:cubicBezTo>
                  <a:pt x="2015594" y="1596952"/>
                  <a:pt x="2010311" y="1602764"/>
                  <a:pt x="2003193" y="1614388"/>
                </a:cubicBezTo>
                <a:cubicBezTo>
                  <a:pt x="1996074" y="1626012"/>
                  <a:pt x="1992515" y="1638571"/>
                  <a:pt x="1992515" y="1652066"/>
                </a:cubicBezTo>
                <a:cubicBezTo>
                  <a:pt x="1992515" y="1658499"/>
                  <a:pt x="1993224" y="1664057"/>
                  <a:pt x="1994643" y="1668740"/>
                </a:cubicBezTo>
                <a:cubicBezTo>
                  <a:pt x="1996061" y="1673422"/>
                  <a:pt x="1998394" y="1678799"/>
                  <a:pt x="2001641" y="1684870"/>
                </a:cubicBezTo>
                <a:cubicBezTo>
                  <a:pt x="2004887" y="1690941"/>
                  <a:pt x="2007374" y="1694840"/>
                  <a:pt x="2009099" y="1696565"/>
                </a:cubicBezTo>
                <a:cubicBezTo>
                  <a:pt x="2010825" y="1698291"/>
                  <a:pt x="2013214" y="1699154"/>
                  <a:pt x="2016267" y="1699154"/>
                </a:cubicBezTo>
                <a:cubicBezTo>
                  <a:pt x="2019320" y="1699154"/>
                  <a:pt x="2022836" y="1697641"/>
                  <a:pt x="2026817" y="1694617"/>
                </a:cubicBezTo>
                <a:cubicBezTo>
                  <a:pt x="2030797" y="1691592"/>
                  <a:pt x="2034266" y="1686980"/>
                  <a:pt x="2037223" y="1680781"/>
                </a:cubicBezTo>
                <a:cubicBezTo>
                  <a:pt x="2037649" y="1680068"/>
                  <a:pt x="2040887" y="1676556"/>
                  <a:pt x="2046937" y="1670244"/>
                </a:cubicBezTo>
                <a:cubicBezTo>
                  <a:pt x="2052987" y="1663932"/>
                  <a:pt x="2058158" y="1658167"/>
                  <a:pt x="2062450" y="1652949"/>
                </a:cubicBezTo>
                <a:cubicBezTo>
                  <a:pt x="2069698" y="1665590"/>
                  <a:pt x="2077325" y="1674974"/>
                  <a:pt x="2085328" y="1681101"/>
                </a:cubicBezTo>
                <a:cubicBezTo>
                  <a:pt x="2083605" y="1681037"/>
                  <a:pt x="2075518" y="1682464"/>
                  <a:pt x="2061067" y="1685382"/>
                </a:cubicBezTo>
                <a:cubicBezTo>
                  <a:pt x="2046617" y="1688300"/>
                  <a:pt x="2037137" y="1691937"/>
                  <a:pt x="2032628" y="1696293"/>
                </a:cubicBezTo>
                <a:cubicBezTo>
                  <a:pt x="2028118" y="1700649"/>
                  <a:pt x="2025863" y="1705728"/>
                  <a:pt x="2025863" y="1711531"/>
                </a:cubicBezTo>
                <a:cubicBezTo>
                  <a:pt x="2025863" y="1721412"/>
                  <a:pt x="2027953" y="1729989"/>
                  <a:pt x="2032132" y="1737264"/>
                </a:cubicBezTo>
                <a:cubicBezTo>
                  <a:pt x="2036311" y="1744538"/>
                  <a:pt x="2041982" y="1748175"/>
                  <a:pt x="2049145" y="1748175"/>
                </a:cubicBezTo>
                <a:cubicBezTo>
                  <a:pt x="2056308" y="1748175"/>
                  <a:pt x="2063465" y="1745483"/>
                  <a:pt x="2070616" y="1740099"/>
                </a:cubicBezTo>
                <a:cubicBezTo>
                  <a:pt x="2081721" y="1732086"/>
                  <a:pt x="2094835" y="1725604"/>
                  <a:pt x="2109957" y="1720650"/>
                </a:cubicBezTo>
                <a:cubicBezTo>
                  <a:pt x="2125080" y="1715697"/>
                  <a:pt x="2138065" y="1713220"/>
                  <a:pt x="2148915" y="1713220"/>
                </a:cubicBezTo>
                <a:cubicBezTo>
                  <a:pt x="2159764" y="1713220"/>
                  <a:pt x="2166143" y="1713611"/>
                  <a:pt x="2168050" y="1714391"/>
                </a:cubicBezTo>
                <a:cubicBezTo>
                  <a:pt x="2169957" y="1715172"/>
                  <a:pt x="2170910" y="1716094"/>
                  <a:pt x="2170910" y="1717156"/>
                </a:cubicBezTo>
                <a:cubicBezTo>
                  <a:pt x="2170910" y="1722425"/>
                  <a:pt x="2169057" y="1733202"/>
                  <a:pt x="2165349" y="1749487"/>
                </a:cubicBezTo>
                <a:cubicBezTo>
                  <a:pt x="2161642" y="1765772"/>
                  <a:pt x="2156874" y="1779158"/>
                  <a:pt x="2151046" y="1789644"/>
                </a:cubicBezTo>
                <a:cubicBezTo>
                  <a:pt x="2138878" y="1790626"/>
                  <a:pt x="2124791" y="1792285"/>
                  <a:pt x="2108783" y="1794623"/>
                </a:cubicBezTo>
                <a:cubicBezTo>
                  <a:pt x="2113672" y="1790434"/>
                  <a:pt x="2119657" y="1785249"/>
                  <a:pt x="2126737" y="1779069"/>
                </a:cubicBezTo>
                <a:cubicBezTo>
                  <a:pt x="2133817" y="1772889"/>
                  <a:pt x="2140698" y="1768611"/>
                  <a:pt x="2147379" y="1766235"/>
                </a:cubicBezTo>
                <a:cubicBezTo>
                  <a:pt x="2154060" y="1763858"/>
                  <a:pt x="2157401" y="1758959"/>
                  <a:pt x="2157401" y="1751538"/>
                </a:cubicBezTo>
                <a:cubicBezTo>
                  <a:pt x="2157401" y="1744117"/>
                  <a:pt x="2152876" y="1737993"/>
                  <a:pt x="2143827" y="1733168"/>
                </a:cubicBezTo>
                <a:cubicBezTo>
                  <a:pt x="2134778" y="1728342"/>
                  <a:pt x="2127395" y="1725930"/>
                  <a:pt x="2121678" y="1725930"/>
                </a:cubicBezTo>
                <a:cubicBezTo>
                  <a:pt x="2115961" y="1725930"/>
                  <a:pt x="2110532" y="1727440"/>
                  <a:pt x="2105391" y="1730461"/>
                </a:cubicBezTo>
                <a:cubicBezTo>
                  <a:pt x="2096914" y="1735495"/>
                  <a:pt x="2085709" y="1740552"/>
                  <a:pt x="2071777" y="1745631"/>
                </a:cubicBezTo>
                <a:cubicBezTo>
                  <a:pt x="2057845" y="1750710"/>
                  <a:pt x="2048637" y="1753250"/>
                  <a:pt x="2044153" y="1753250"/>
                </a:cubicBezTo>
                <a:cubicBezTo>
                  <a:pt x="2039669" y="1753250"/>
                  <a:pt x="2036303" y="1753530"/>
                  <a:pt x="2034055" y="1754091"/>
                </a:cubicBezTo>
                <a:cubicBezTo>
                  <a:pt x="2031806" y="1754652"/>
                  <a:pt x="2030682" y="1756671"/>
                  <a:pt x="2030682" y="1760149"/>
                </a:cubicBezTo>
                <a:cubicBezTo>
                  <a:pt x="2030682" y="1764948"/>
                  <a:pt x="2032873" y="1771653"/>
                  <a:pt x="2037255" y="1780263"/>
                </a:cubicBezTo>
                <a:cubicBezTo>
                  <a:pt x="2041636" y="1788872"/>
                  <a:pt x="2050587" y="1793177"/>
                  <a:pt x="2064107" y="1793177"/>
                </a:cubicBezTo>
                <a:cubicBezTo>
                  <a:pt x="2068630" y="1793177"/>
                  <a:pt x="2072354" y="1792639"/>
                  <a:pt x="2075281" y="1791564"/>
                </a:cubicBezTo>
                <a:cubicBezTo>
                  <a:pt x="2069001" y="1795946"/>
                  <a:pt x="2061974" y="1799551"/>
                  <a:pt x="2054201" y="1802380"/>
                </a:cubicBezTo>
                <a:cubicBezTo>
                  <a:pt x="2035040" y="1803574"/>
                  <a:pt x="2025460" y="1808114"/>
                  <a:pt x="2025460" y="1815998"/>
                </a:cubicBezTo>
                <a:cubicBezTo>
                  <a:pt x="2025460" y="1818831"/>
                  <a:pt x="2027453" y="1824588"/>
                  <a:pt x="2031441" y="1833271"/>
                </a:cubicBezTo>
                <a:cubicBezTo>
                  <a:pt x="2035427" y="1841953"/>
                  <a:pt x="2038867" y="1847485"/>
                  <a:pt x="2041760" y="1849868"/>
                </a:cubicBezTo>
                <a:cubicBezTo>
                  <a:pt x="2044653" y="1852251"/>
                  <a:pt x="2048895" y="1853442"/>
                  <a:pt x="2054489" y="1853442"/>
                </a:cubicBezTo>
                <a:cubicBezTo>
                  <a:pt x="2060082" y="1853442"/>
                  <a:pt x="2067051" y="1850995"/>
                  <a:pt x="2075396" y="1846102"/>
                </a:cubicBezTo>
                <a:cubicBezTo>
                  <a:pt x="2084731" y="1840551"/>
                  <a:pt x="2098245" y="1837776"/>
                  <a:pt x="2115938" y="1837776"/>
                </a:cubicBezTo>
                <a:cubicBezTo>
                  <a:pt x="2126736" y="1837776"/>
                  <a:pt x="2135483" y="1838847"/>
                  <a:pt x="2142179" y="1840989"/>
                </a:cubicBezTo>
                <a:cubicBezTo>
                  <a:pt x="2148875" y="1843130"/>
                  <a:pt x="2156535" y="1844201"/>
                  <a:pt x="2165157" y="1844201"/>
                </a:cubicBezTo>
                <a:cubicBezTo>
                  <a:pt x="2173780" y="1844201"/>
                  <a:pt x="2181340" y="1842378"/>
                  <a:pt x="2187837" y="1838733"/>
                </a:cubicBezTo>
                <a:cubicBezTo>
                  <a:pt x="2194335" y="1835087"/>
                  <a:pt x="2197584" y="1830754"/>
                  <a:pt x="2197584" y="1825735"/>
                </a:cubicBezTo>
                <a:cubicBezTo>
                  <a:pt x="2197584" y="1820716"/>
                  <a:pt x="2195709" y="1815868"/>
                  <a:pt x="2191959" y="1811192"/>
                </a:cubicBezTo>
                <a:cubicBezTo>
                  <a:pt x="2197906" y="1797791"/>
                  <a:pt x="2205245" y="1782356"/>
                  <a:pt x="2213977" y="1764888"/>
                </a:cubicBezTo>
                <a:cubicBezTo>
                  <a:pt x="2222708" y="1747419"/>
                  <a:pt x="2228411" y="1737080"/>
                  <a:pt x="2231086" y="1733872"/>
                </a:cubicBezTo>
                <a:cubicBezTo>
                  <a:pt x="2233125" y="1731154"/>
                  <a:pt x="2234145" y="1728127"/>
                  <a:pt x="2234145" y="1724791"/>
                </a:cubicBezTo>
                <a:cubicBezTo>
                  <a:pt x="2234145" y="1716864"/>
                  <a:pt x="2228776" y="1708096"/>
                  <a:pt x="2218037" y="1698488"/>
                </a:cubicBezTo>
                <a:cubicBezTo>
                  <a:pt x="2207299" y="1688880"/>
                  <a:pt x="2199198" y="1682747"/>
                  <a:pt x="2193735" y="1680090"/>
                </a:cubicBezTo>
                <a:cubicBezTo>
                  <a:pt x="2188271" y="1677431"/>
                  <a:pt x="2180285" y="1676103"/>
                  <a:pt x="2169774" y="1676103"/>
                </a:cubicBezTo>
                <a:cubicBezTo>
                  <a:pt x="2159264" y="1676103"/>
                  <a:pt x="2145764" y="1676770"/>
                  <a:pt x="2129275" y="1678106"/>
                </a:cubicBezTo>
                <a:cubicBezTo>
                  <a:pt x="2129275" y="1678229"/>
                  <a:pt x="2129528" y="1677282"/>
                  <a:pt x="2130036" y="1675264"/>
                </a:cubicBezTo>
                <a:cubicBezTo>
                  <a:pt x="2159265" y="1651257"/>
                  <a:pt x="2184281" y="1632434"/>
                  <a:pt x="2205084" y="1618794"/>
                </a:cubicBezTo>
                <a:cubicBezTo>
                  <a:pt x="2216156" y="1612228"/>
                  <a:pt x="2221691" y="1606225"/>
                  <a:pt x="2221691" y="1600786"/>
                </a:cubicBezTo>
                <a:cubicBezTo>
                  <a:pt x="2221691" y="1595346"/>
                  <a:pt x="2220170" y="1589813"/>
                  <a:pt x="2217128" y="1584188"/>
                </a:cubicBezTo>
                <a:cubicBezTo>
                  <a:pt x="2214086" y="1578563"/>
                  <a:pt x="2207316" y="1573591"/>
                  <a:pt x="2196816" y="1569274"/>
                </a:cubicBezTo>
                <a:cubicBezTo>
                  <a:pt x="2186316" y="1564956"/>
                  <a:pt x="2178921" y="1562797"/>
                  <a:pt x="2174629" y="1562797"/>
                </a:cubicBezTo>
                <a:cubicBezTo>
                  <a:pt x="2170337" y="1562797"/>
                  <a:pt x="2167591" y="1566541"/>
                  <a:pt x="2166392" y="1574029"/>
                </a:cubicBezTo>
                <a:cubicBezTo>
                  <a:pt x="2165193" y="1581516"/>
                  <a:pt x="2162725" y="1587773"/>
                  <a:pt x="2158988" y="1592799"/>
                </a:cubicBezTo>
                <a:cubicBezTo>
                  <a:pt x="2155250" y="1597825"/>
                  <a:pt x="2147757" y="1608448"/>
                  <a:pt x="2136506" y="1624669"/>
                </a:cubicBezTo>
                <a:cubicBezTo>
                  <a:pt x="2137543" y="1616925"/>
                  <a:pt x="2139569" y="1604659"/>
                  <a:pt x="2142586" y="1587871"/>
                </a:cubicBezTo>
                <a:cubicBezTo>
                  <a:pt x="2145602" y="1571083"/>
                  <a:pt x="2147739" y="1561328"/>
                  <a:pt x="2148998" y="1558606"/>
                </a:cubicBezTo>
                <a:cubicBezTo>
                  <a:pt x="2150316" y="1555530"/>
                  <a:pt x="2150976" y="1553066"/>
                  <a:pt x="2150976" y="1551214"/>
                </a:cubicBezTo>
                <a:cubicBezTo>
                  <a:pt x="2150976" y="1546683"/>
                  <a:pt x="2147448" y="1541553"/>
                  <a:pt x="2140394" y="1535823"/>
                </a:cubicBezTo>
                <a:cubicBezTo>
                  <a:pt x="2133339" y="1530093"/>
                  <a:pt x="2123674" y="1524786"/>
                  <a:pt x="2111397" y="1519901"/>
                </a:cubicBezTo>
                <a:cubicBezTo>
                  <a:pt x="2099121" y="1515016"/>
                  <a:pt x="2090835" y="1512573"/>
                  <a:pt x="2086541" y="1512573"/>
                </a:cubicBezTo>
                <a:close/>
                <a:moveTo>
                  <a:pt x="4517609" y="1508957"/>
                </a:moveTo>
                <a:cubicBezTo>
                  <a:pt x="4510838" y="1508957"/>
                  <a:pt x="4505103" y="1509828"/>
                  <a:pt x="4500403" y="1511569"/>
                </a:cubicBezTo>
                <a:cubicBezTo>
                  <a:pt x="4495704" y="1513309"/>
                  <a:pt x="4493354" y="1515946"/>
                  <a:pt x="4493354" y="1519479"/>
                </a:cubicBezTo>
                <a:cubicBezTo>
                  <a:pt x="4493354" y="1523011"/>
                  <a:pt x="4494952" y="1524777"/>
                  <a:pt x="4498147" y="1524777"/>
                </a:cubicBezTo>
                <a:cubicBezTo>
                  <a:pt x="4501343" y="1524777"/>
                  <a:pt x="4503377" y="1525067"/>
                  <a:pt x="4504250" y="1525648"/>
                </a:cubicBezTo>
                <a:cubicBezTo>
                  <a:pt x="4505122" y="1526228"/>
                  <a:pt x="4506002" y="1528019"/>
                  <a:pt x="4506889" y="1531020"/>
                </a:cubicBezTo>
                <a:cubicBezTo>
                  <a:pt x="4507777" y="1534022"/>
                  <a:pt x="4508220" y="1538339"/>
                  <a:pt x="4508220" y="1543973"/>
                </a:cubicBezTo>
                <a:cubicBezTo>
                  <a:pt x="4508220" y="1549607"/>
                  <a:pt x="4507871" y="1555583"/>
                  <a:pt x="4507171" y="1561902"/>
                </a:cubicBezTo>
                <a:cubicBezTo>
                  <a:pt x="4476163" y="1585614"/>
                  <a:pt x="4455660" y="1600867"/>
                  <a:pt x="4445664" y="1607659"/>
                </a:cubicBezTo>
                <a:cubicBezTo>
                  <a:pt x="4435668" y="1614451"/>
                  <a:pt x="4429224" y="1617847"/>
                  <a:pt x="4426331" y="1617847"/>
                </a:cubicBezTo>
                <a:cubicBezTo>
                  <a:pt x="4425439" y="1617847"/>
                  <a:pt x="4424122" y="1617378"/>
                  <a:pt x="4422379" y="1616439"/>
                </a:cubicBezTo>
                <a:cubicBezTo>
                  <a:pt x="4420636" y="1615500"/>
                  <a:pt x="4417968" y="1615031"/>
                  <a:pt x="4414373" y="1615031"/>
                </a:cubicBezTo>
                <a:cubicBezTo>
                  <a:pt x="4410779" y="1615031"/>
                  <a:pt x="4408981" y="1617153"/>
                  <a:pt x="4408981" y="1621395"/>
                </a:cubicBezTo>
                <a:cubicBezTo>
                  <a:pt x="4408981" y="1625638"/>
                  <a:pt x="4413133" y="1631235"/>
                  <a:pt x="4421435" y="1638185"/>
                </a:cubicBezTo>
                <a:lnTo>
                  <a:pt x="4441818" y="1659016"/>
                </a:lnTo>
                <a:cubicBezTo>
                  <a:pt x="4448900" y="1665419"/>
                  <a:pt x="4456463" y="1668621"/>
                  <a:pt x="4464505" y="1668621"/>
                </a:cubicBezTo>
                <a:cubicBezTo>
                  <a:pt x="4479578" y="1668621"/>
                  <a:pt x="4490935" y="1660182"/>
                  <a:pt x="4498576" y="1643305"/>
                </a:cubicBezTo>
                <a:cubicBezTo>
                  <a:pt x="4494984" y="1652226"/>
                  <a:pt x="4489579" y="1661626"/>
                  <a:pt x="4482363" y="1671504"/>
                </a:cubicBezTo>
                <a:cubicBezTo>
                  <a:pt x="4475146" y="1681383"/>
                  <a:pt x="4469281" y="1686924"/>
                  <a:pt x="4464767" y="1688127"/>
                </a:cubicBezTo>
                <a:cubicBezTo>
                  <a:pt x="4460253" y="1689331"/>
                  <a:pt x="4457996" y="1692579"/>
                  <a:pt x="4457996" y="1697874"/>
                </a:cubicBezTo>
                <a:cubicBezTo>
                  <a:pt x="4457996" y="1703420"/>
                  <a:pt x="4459584" y="1711181"/>
                  <a:pt x="4462761" y="1721156"/>
                </a:cubicBezTo>
                <a:cubicBezTo>
                  <a:pt x="4463555" y="1723650"/>
                  <a:pt x="4464395" y="1725832"/>
                  <a:pt x="4465281" y="1727702"/>
                </a:cubicBezTo>
                <a:lnTo>
                  <a:pt x="4467796" y="1731910"/>
                </a:lnTo>
                <a:lnTo>
                  <a:pt x="4465047" y="1733077"/>
                </a:lnTo>
                <a:cubicBezTo>
                  <a:pt x="4463828" y="1734629"/>
                  <a:pt x="4463218" y="1736956"/>
                  <a:pt x="4463218" y="1740060"/>
                </a:cubicBezTo>
                <a:cubicBezTo>
                  <a:pt x="4463218" y="1747898"/>
                  <a:pt x="4461376" y="1756073"/>
                  <a:pt x="4457692" y="1764587"/>
                </a:cubicBezTo>
                <a:cubicBezTo>
                  <a:pt x="4454008" y="1773100"/>
                  <a:pt x="4451196" y="1778252"/>
                  <a:pt x="4449254" y="1780042"/>
                </a:cubicBezTo>
                <a:cubicBezTo>
                  <a:pt x="4447313" y="1781832"/>
                  <a:pt x="4446343" y="1784845"/>
                  <a:pt x="4446343" y="1789081"/>
                </a:cubicBezTo>
                <a:cubicBezTo>
                  <a:pt x="4446343" y="1795259"/>
                  <a:pt x="4448916" y="1804450"/>
                  <a:pt x="4454064" y="1816654"/>
                </a:cubicBezTo>
                <a:cubicBezTo>
                  <a:pt x="4459211" y="1828858"/>
                  <a:pt x="4463694" y="1834960"/>
                  <a:pt x="4467513" y="1834960"/>
                </a:cubicBezTo>
                <a:cubicBezTo>
                  <a:pt x="4471331" y="1834960"/>
                  <a:pt x="4474543" y="1833843"/>
                  <a:pt x="4477150" y="1831610"/>
                </a:cubicBezTo>
                <a:cubicBezTo>
                  <a:pt x="4479757" y="1829376"/>
                  <a:pt x="4481697" y="1825002"/>
                  <a:pt x="4482971" y="1818487"/>
                </a:cubicBezTo>
                <a:cubicBezTo>
                  <a:pt x="4484244" y="1811973"/>
                  <a:pt x="4486804" y="1801755"/>
                  <a:pt x="4490650" y="1787833"/>
                </a:cubicBezTo>
                <a:cubicBezTo>
                  <a:pt x="4494496" y="1773912"/>
                  <a:pt x="4497347" y="1765096"/>
                  <a:pt x="4499203" y="1761384"/>
                </a:cubicBezTo>
                <a:cubicBezTo>
                  <a:pt x="4501059" y="1757672"/>
                  <a:pt x="4502612" y="1755144"/>
                  <a:pt x="4503862" y="1753800"/>
                </a:cubicBezTo>
                <a:cubicBezTo>
                  <a:pt x="4504421" y="1753932"/>
                  <a:pt x="4506920" y="1761898"/>
                  <a:pt x="4511359" y="1777696"/>
                </a:cubicBezTo>
                <a:cubicBezTo>
                  <a:pt x="4515799" y="1793495"/>
                  <a:pt x="4528513" y="1807926"/>
                  <a:pt x="4549501" y="1820990"/>
                </a:cubicBezTo>
                <a:cubicBezTo>
                  <a:pt x="4570490" y="1834053"/>
                  <a:pt x="4594523" y="1840585"/>
                  <a:pt x="4621602" y="1840585"/>
                </a:cubicBezTo>
                <a:cubicBezTo>
                  <a:pt x="4638719" y="1840585"/>
                  <a:pt x="4654999" y="1839201"/>
                  <a:pt x="4670441" y="1836432"/>
                </a:cubicBezTo>
                <a:cubicBezTo>
                  <a:pt x="4685883" y="1833663"/>
                  <a:pt x="4693604" y="1828460"/>
                  <a:pt x="4693604" y="1820823"/>
                </a:cubicBezTo>
                <a:cubicBezTo>
                  <a:pt x="4693604" y="1818788"/>
                  <a:pt x="4692303" y="1814862"/>
                  <a:pt x="4689700" y="1809045"/>
                </a:cubicBezTo>
                <a:cubicBezTo>
                  <a:pt x="4687098" y="1803227"/>
                  <a:pt x="4681797" y="1798890"/>
                  <a:pt x="4673798" y="1796031"/>
                </a:cubicBezTo>
                <a:cubicBezTo>
                  <a:pt x="4657047" y="1790365"/>
                  <a:pt x="4640479" y="1781199"/>
                  <a:pt x="4624092" y="1768532"/>
                </a:cubicBezTo>
                <a:cubicBezTo>
                  <a:pt x="4629199" y="1764616"/>
                  <a:pt x="4638629" y="1758569"/>
                  <a:pt x="4652381" y="1750392"/>
                </a:cubicBezTo>
                <a:cubicBezTo>
                  <a:pt x="4666134" y="1742216"/>
                  <a:pt x="4673989" y="1738128"/>
                  <a:pt x="4675945" y="1738128"/>
                </a:cubicBezTo>
                <a:cubicBezTo>
                  <a:pt x="4677901" y="1738128"/>
                  <a:pt x="4679365" y="1738614"/>
                  <a:pt x="4680338" y="1739587"/>
                </a:cubicBezTo>
                <a:cubicBezTo>
                  <a:pt x="4681311" y="1740559"/>
                  <a:pt x="4681797" y="1741754"/>
                  <a:pt x="4681797" y="1743170"/>
                </a:cubicBezTo>
                <a:cubicBezTo>
                  <a:pt x="4681797" y="1744587"/>
                  <a:pt x="4680456" y="1746368"/>
                  <a:pt x="4677775" y="1748514"/>
                </a:cubicBezTo>
                <a:cubicBezTo>
                  <a:pt x="4675093" y="1750660"/>
                  <a:pt x="4671946" y="1752307"/>
                  <a:pt x="4668332" y="1753455"/>
                </a:cubicBezTo>
                <a:cubicBezTo>
                  <a:pt x="4664718" y="1754602"/>
                  <a:pt x="4662912" y="1756834"/>
                  <a:pt x="4662912" y="1760149"/>
                </a:cubicBezTo>
                <a:cubicBezTo>
                  <a:pt x="4662912" y="1766335"/>
                  <a:pt x="4670296" y="1771310"/>
                  <a:pt x="4685064" y="1775073"/>
                </a:cubicBezTo>
                <a:cubicBezTo>
                  <a:pt x="4699832" y="1778836"/>
                  <a:pt x="4709412" y="1780717"/>
                  <a:pt x="4713805" y="1780717"/>
                </a:cubicBezTo>
                <a:cubicBezTo>
                  <a:pt x="4718197" y="1780717"/>
                  <a:pt x="4721352" y="1779085"/>
                  <a:pt x="4723270" y="1775821"/>
                </a:cubicBezTo>
                <a:cubicBezTo>
                  <a:pt x="4725187" y="1772557"/>
                  <a:pt x="4726146" y="1768003"/>
                  <a:pt x="4726146" y="1762158"/>
                </a:cubicBezTo>
                <a:cubicBezTo>
                  <a:pt x="4726146" y="1750259"/>
                  <a:pt x="4722012" y="1740174"/>
                  <a:pt x="4713744" y="1731904"/>
                </a:cubicBezTo>
                <a:cubicBezTo>
                  <a:pt x="4705476" y="1723634"/>
                  <a:pt x="4698019" y="1719498"/>
                  <a:pt x="4691374" y="1719498"/>
                </a:cubicBezTo>
                <a:cubicBezTo>
                  <a:pt x="4684729" y="1719498"/>
                  <a:pt x="4675980" y="1721237"/>
                  <a:pt x="4665126" y="1724714"/>
                </a:cubicBezTo>
                <a:cubicBezTo>
                  <a:pt x="4665071" y="1723374"/>
                  <a:pt x="4665807" y="1716981"/>
                  <a:pt x="4667334" y="1705534"/>
                </a:cubicBezTo>
                <a:cubicBezTo>
                  <a:pt x="4670384" y="1685576"/>
                  <a:pt x="4671910" y="1662397"/>
                  <a:pt x="4671910" y="1635996"/>
                </a:cubicBezTo>
                <a:lnTo>
                  <a:pt x="4671910" y="1604657"/>
                </a:lnTo>
                <a:cubicBezTo>
                  <a:pt x="4671910" y="1593876"/>
                  <a:pt x="4672268" y="1586798"/>
                  <a:pt x="4672985" y="1583423"/>
                </a:cubicBezTo>
                <a:cubicBezTo>
                  <a:pt x="4673339" y="1581636"/>
                  <a:pt x="4673516" y="1579874"/>
                  <a:pt x="4673516" y="1578137"/>
                </a:cubicBezTo>
                <a:cubicBezTo>
                  <a:pt x="4673516" y="1568700"/>
                  <a:pt x="4668972" y="1559365"/>
                  <a:pt x="4659885" y="1550133"/>
                </a:cubicBezTo>
                <a:cubicBezTo>
                  <a:pt x="4650797" y="1540900"/>
                  <a:pt x="4641432" y="1536284"/>
                  <a:pt x="4631791" y="1536284"/>
                </a:cubicBezTo>
                <a:cubicBezTo>
                  <a:pt x="4622148" y="1536284"/>
                  <a:pt x="4612147" y="1539974"/>
                  <a:pt x="4601786" y="1547355"/>
                </a:cubicBezTo>
                <a:cubicBezTo>
                  <a:pt x="4591425" y="1554736"/>
                  <a:pt x="4582944" y="1564301"/>
                  <a:pt x="4576344" y="1576051"/>
                </a:cubicBezTo>
                <a:cubicBezTo>
                  <a:pt x="4574621" y="1575513"/>
                  <a:pt x="4574330" y="1575379"/>
                  <a:pt x="4575474" y="1575648"/>
                </a:cubicBezTo>
                <a:cubicBezTo>
                  <a:pt x="4575730" y="1564090"/>
                  <a:pt x="4569168" y="1555099"/>
                  <a:pt x="4555789" y="1548674"/>
                </a:cubicBezTo>
                <a:cubicBezTo>
                  <a:pt x="4555789" y="1539501"/>
                  <a:pt x="4554637" y="1532535"/>
                  <a:pt x="4552333" y="1527776"/>
                </a:cubicBezTo>
                <a:cubicBezTo>
                  <a:pt x="4550029" y="1523016"/>
                  <a:pt x="4545358" y="1518690"/>
                  <a:pt x="4538321" y="1514797"/>
                </a:cubicBezTo>
                <a:cubicBezTo>
                  <a:pt x="4531284" y="1510904"/>
                  <a:pt x="4524379" y="1508957"/>
                  <a:pt x="4517609" y="1508957"/>
                </a:cubicBezTo>
                <a:close/>
                <a:moveTo>
                  <a:pt x="5460598" y="1508158"/>
                </a:moveTo>
                <a:cubicBezTo>
                  <a:pt x="5451752" y="1508158"/>
                  <a:pt x="5446167" y="1509496"/>
                  <a:pt x="5443844" y="1512173"/>
                </a:cubicBezTo>
                <a:cubicBezTo>
                  <a:pt x="5441521" y="1514851"/>
                  <a:pt x="5438624" y="1521395"/>
                  <a:pt x="5435153" y="1531807"/>
                </a:cubicBezTo>
                <a:cubicBezTo>
                  <a:pt x="5431682" y="1542220"/>
                  <a:pt x="5429947" y="1550955"/>
                  <a:pt x="5429947" y="1558014"/>
                </a:cubicBezTo>
                <a:cubicBezTo>
                  <a:pt x="5429947" y="1565073"/>
                  <a:pt x="5430375" y="1569601"/>
                  <a:pt x="5431230" y="1571600"/>
                </a:cubicBezTo>
                <a:cubicBezTo>
                  <a:pt x="5432086" y="1573599"/>
                  <a:pt x="5433960" y="1574598"/>
                  <a:pt x="5436852" y="1574598"/>
                </a:cubicBezTo>
                <a:cubicBezTo>
                  <a:pt x="5439252" y="1574598"/>
                  <a:pt x="5441126" y="1574005"/>
                  <a:pt x="5442474" y="1572819"/>
                </a:cubicBezTo>
                <a:lnTo>
                  <a:pt x="5444320" y="1568827"/>
                </a:lnTo>
                <a:lnTo>
                  <a:pt x="5444410" y="1571098"/>
                </a:lnTo>
                <a:cubicBezTo>
                  <a:pt x="5444410" y="1573931"/>
                  <a:pt x="5443877" y="1577946"/>
                  <a:pt x="5442810" y="1583145"/>
                </a:cubicBezTo>
                <a:cubicBezTo>
                  <a:pt x="5441744" y="1588344"/>
                  <a:pt x="5440967" y="1596671"/>
                  <a:pt x="5440481" y="1608126"/>
                </a:cubicBezTo>
                <a:cubicBezTo>
                  <a:pt x="5429444" y="1613766"/>
                  <a:pt x="5419733" y="1621021"/>
                  <a:pt x="5411350" y="1629891"/>
                </a:cubicBezTo>
                <a:cubicBezTo>
                  <a:pt x="5410228" y="1614092"/>
                  <a:pt x="5400381" y="1606193"/>
                  <a:pt x="5381809" y="1606193"/>
                </a:cubicBezTo>
                <a:cubicBezTo>
                  <a:pt x="5372381" y="1606193"/>
                  <a:pt x="5367666" y="1609698"/>
                  <a:pt x="5367666" y="1616708"/>
                </a:cubicBezTo>
                <a:cubicBezTo>
                  <a:pt x="5367666" y="1620181"/>
                  <a:pt x="5368738" y="1623123"/>
                  <a:pt x="5370882" y="1625536"/>
                </a:cubicBezTo>
                <a:cubicBezTo>
                  <a:pt x="5373026" y="1627949"/>
                  <a:pt x="5374098" y="1631291"/>
                  <a:pt x="5374098" y="1635564"/>
                </a:cubicBezTo>
                <a:cubicBezTo>
                  <a:pt x="5374098" y="1639837"/>
                  <a:pt x="5372765" y="1652373"/>
                  <a:pt x="5370098" y="1673172"/>
                </a:cubicBezTo>
                <a:cubicBezTo>
                  <a:pt x="5367431" y="1693970"/>
                  <a:pt x="5365951" y="1706833"/>
                  <a:pt x="5365657" y="1711761"/>
                </a:cubicBezTo>
                <a:cubicBezTo>
                  <a:pt x="5365657" y="1718054"/>
                  <a:pt x="5363448" y="1722071"/>
                  <a:pt x="5359030" y="1723812"/>
                </a:cubicBezTo>
                <a:cubicBezTo>
                  <a:pt x="5354612" y="1725552"/>
                  <a:pt x="5352403" y="1728424"/>
                  <a:pt x="5352403" y="1732426"/>
                </a:cubicBezTo>
                <a:cubicBezTo>
                  <a:pt x="5352403" y="1736227"/>
                  <a:pt x="5353774" y="1738128"/>
                  <a:pt x="5356515" y="1738128"/>
                </a:cubicBezTo>
                <a:cubicBezTo>
                  <a:pt x="5359256" y="1738128"/>
                  <a:pt x="5361386" y="1737372"/>
                  <a:pt x="5362905" y="1735862"/>
                </a:cubicBezTo>
                <a:cubicBezTo>
                  <a:pt x="5364172" y="1734693"/>
                  <a:pt x="5364554" y="1734132"/>
                  <a:pt x="5364050" y="1734179"/>
                </a:cubicBezTo>
                <a:cubicBezTo>
                  <a:pt x="5361678" y="1756509"/>
                  <a:pt x="5357221" y="1774846"/>
                  <a:pt x="5350678" y="1789190"/>
                </a:cubicBezTo>
                <a:cubicBezTo>
                  <a:pt x="5344136" y="1803534"/>
                  <a:pt x="5337637" y="1810706"/>
                  <a:pt x="5331182" y="1810706"/>
                </a:cubicBezTo>
                <a:cubicBezTo>
                  <a:pt x="5327833" y="1810706"/>
                  <a:pt x="5325689" y="1810371"/>
                  <a:pt x="5324750" y="1809701"/>
                </a:cubicBezTo>
                <a:cubicBezTo>
                  <a:pt x="5323812" y="1809031"/>
                  <a:pt x="5322741" y="1808696"/>
                  <a:pt x="5321538" y="1808696"/>
                </a:cubicBezTo>
                <a:cubicBezTo>
                  <a:pt x="5317203" y="1808696"/>
                  <a:pt x="5315036" y="1810860"/>
                  <a:pt x="5315036" y="1815188"/>
                </a:cubicBezTo>
                <a:cubicBezTo>
                  <a:pt x="5315036" y="1819517"/>
                  <a:pt x="5318215" y="1824162"/>
                  <a:pt x="5324574" y="1829124"/>
                </a:cubicBezTo>
                <a:cubicBezTo>
                  <a:pt x="5330934" y="1834085"/>
                  <a:pt x="5337020" y="1836566"/>
                  <a:pt x="5342836" y="1836566"/>
                </a:cubicBezTo>
                <a:cubicBezTo>
                  <a:pt x="5360695" y="1836566"/>
                  <a:pt x="5373951" y="1820228"/>
                  <a:pt x="5382603" y="1787552"/>
                </a:cubicBezTo>
                <a:cubicBezTo>
                  <a:pt x="5388994" y="1793384"/>
                  <a:pt x="5395639" y="1797988"/>
                  <a:pt x="5402538" y="1801365"/>
                </a:cubicBezTo>
                <a:cubicBezTo>
                  <a:pt x="5409436" y="1804742"/>
                  <a:pt x="5416992" y="1806431"/>
                  <a:pt x="5425205" y="1806431"/>
                </a:cubicBezTo>
                <a:cubicBezTo>
                  <a:pt x="5443999" y="1806431"/>
                  <a:pt x="5459215" y="1800404"/>
                  <a:pt x="5470854" y="1788352"/>
                </a:cubicBezTo>
                <a:cubicBezTo>
                  <a:pt x="5478695" y="1795413"/>
                  <a:pt x="5485046" y="1801373"/>
                  <a:pt x="5489905" y="1806232"/>
                </a:cubicBezTo>
                <a:cubicBezTo>
                  <a:pt x="5494764" y="1811092"/>
                  <a:pt x="5503439" y="1818204"/>
                  <a:pt x="5515929" y="1827569"/>
                </a:cubicBezTo>
                <a:cubicBezTo>
                  <a:pt x="5528419" y="1836933"/>
                  <a:pt x="5537400" y="1842984"/>
                  <a:pt x="5542872" y="1845721"/>
                </a:cubicBezTo>
                <a:cubicBezTo>
                  <a:pt x="5548343" y="1848458"/>
                  <a:pt x="5554488" y="1849826"/>
                  <a:pt x="5561306" y="1849826"/>
                </a:cubicBezTo>
                <a:cubicBezTo>
                  <a:pt x="5568123" y="1849826"/>
                  <a:pt x="5571532" y="1846319"/>
                  <a:pt x="5571532" y="1839305"/>
                </a:cubicBezTo>
                <a:cubicBezTo>
                  <a:pt x="5571532" y="1830747"/>
                  <a:pt x="5566641" y="1817942"/>
                  <a:pt x="5556858" y="1800892"/>
                </a:cubicBezTo>
                <a:cubicBezTo>
                  <a:pt x="5547075" y="1783841"/>
                  <a:pt x="5531496" y="1771519"/>
                  <a:pt x="5510122" y="1763924"/>
                </a:cubicBezTo>
                <a:cubicBezTo>
                  <a:pt x="5502118" y="1761087"/>
                  <a:pt x="5496204" y="1758783"/>
                  <a:pt x="5492382" y="1757013"/>
                </a:cubicBezTo>
                <a:cubicBezTo>
                  <a:pt x="5494383" y="1753510"/>
                  <a:pt x="5495795" y="1749637"/>
                  <a:pt x="5496618" y="1745394"/>
                </a:cubicBezTo>
                <a:cubicBezTo>
                  <a:pt x="5497442" y="1741151"/>
                  <a:pt x="5498950" y="1735668"/>
                  <a:pt x="5501143" y="1728944"/>
                </a:cubicBezTo>
                <a:cubicBezTo>
                  <a:pt x="5503336" y="1722220"/>
                  <a:pt x="5504432" y="1717086"/>
                  <a:pt x="5504432" y="1713540"/>
                </a:cubicBezTo>
                <a:cubicBezTo>
                  <a:pt x="5504432" y="1704240"/>
                  <a:pt x="5501414" y="1695689"/>
                  <a:pt x="5495377" y="1687887"/>
                </a:cubicBezTo>
                <a:cubicBezTo>
                  <a:pt x="5492358" y="1683987"/>
                  <a:pt x="5488939" y="1680781"/>
                  <a:pt x="5485120" y="1678270"/>
                </a:cubicBezTo>
                <a:lnTo>
                  <a:pt x="5477768" y="1675105"/>
                </a:lnTo>
                <a:lnTo>
                  <a:pt x="5479813" y="1675450"/>
                </a:lnTo>
                <a:cubicBezTo>
                  <a:pt x="5487403" y="1675450"/>
                  <a:pt x="5494367" y="1673166"/>
                  <a:pt x="5500704" y="1668599"/>
                </a:cubicBezTo>
                <a:cubicBezTo>
                  <a:pt x="5507042" y="1664032"/>
                  <a:pt x="5512151" y="1658801"/>
                  <a:pt x="5516032" y="1652907"/>
                </a:cubicBezTo>
                <a:cubicBezTo>
                  <a:pt x="5519912" y="1647013"/>
                  <a:pt x="5524928" y="1641700"/>
                  <a:pt x="5531080" y="1636969"/>
                </a:cubicBezTo>
                <a:cubicBezTo>
                  <a:pt x="5533943" y="1634930"/>
                  <a:pt x="5536178" y="1631819"/>
                  <a:pt x="5537784" y="1627638"/>
                </a:cubicBezTo>
                <a:cubicBezTo>
                  <a:pt x="5539390" y="1623457"/>
                  <a:pt x="5540193" y="1619374"/>
                  <a:pt x="5540193" y="1615389"/>
                </a:cubicBezTo>
                <a:cubicBezTo>
                  <a:pt x="5540193" y="1611405"/>
                  <a:pt x="5538284" y="1606328"/>
                  <a:pt x="5534466" y="1600158"/>
                </a:cubicBezTo>
                <a:cubicBezTo>
                  <a:pt x="5530647" y="1593989"/>
                  <a:pt x="5525407" y="1588832"/>
                  <a:pt x="5518745" y="1584687"/>
                </a:cubicBezTo>
                <a:cubicBezTo>
                  <a:pt x="5512083" y="1580543"/>
                  <a:pt x="5506724" y="1578470"/>
                  <a:pt x="5502669" y="1578470"/>
                </a:cubicBezTo>
                <a:cubicBezTo>
                  <a:pt x="5498614" y="1578470"/>
                  <a:pt x="5494113" y="1579634"/>
                  <a:pt x="5489166" y="1581961"/>
                </a:cubicBezTo>
                <a:cubicBezTo>
                  <a:pt x="5484219" y="1584288"/>
                  <a:pt x="5478862" y="1587944"/>
                  <a:pt x="5473094" y="1592927"/>
                </a:cubicBezTo>
                <a:cubicBezTo>
                  <a:pt x="5477232" y="1580119"/>
                  <a:pt x="5480208" y="1571273"/>
                  <a:pt x="5482024" y="1566388"/>
                </a:cubicBezTo>
                <a:cubicBezTo>
                  <a:pt x="5483840" y="1561503"/>
                  <a:pt x="5484747" y="1555260"/>
                  <a:pt x="5484747" y="1547659"/>
                </a:cubicBezTo>
                <a:cubicBezTo>
                  <a:pt x="5484747" y="1540059"/>
                  <a:pt x="5482934" y="1531575"/>
                  <a:pt x="5479307" y="1522208"/>
                </a:cubicBezTo>
                <a:cubicBezTo>
                  <a:pt x="5475681" y="1512841"/>
                  <a:pt x="5469444" y="1508158"/>
                  <a:pt x="5460598" y="1508158"/>
                </a:cubicBezTo>
                <a:close/>
                <a:moveTo>
                  <a:pt x="5013218" y="1502129"/>
                </a:moveTo>
                <a:cubicBezTo>
                  <a:pt x="5009834" y="1502129"/>
                  <a:pt x="5006707" y="1502607"/>
                  <a:pt x="5003836" y="1503563"/>
                </a:cubicBezTo>
                <a:cubicBezTo>
                  <a:pt x="4967588" y="1515999"/>
                  <a:pt x="4943794" y="1522218"/>
                  <a:pt x="4932454" y="1522218"/>
                </a:cubicBezTo>
                <a:cubicBezTo>
                  <a:pt x="4928939" y="1522218"/>
                  <a:pt x="4926378" y="1521749"/>
                  <a:pt x="4924772" y="1520813"/>
                </a:cubicBezTo>
                <a:cubicBezTo>
                  <a:pt x="4923166" y="1519876"/>
                  <a:pt x="4920818" y="1519408"/>
                  <a:pt x="4917729" y="1519408"/>
                </a:cubicBezTo>
                <a:cubicBezTo>
                  <a:pt x="4914640" y="1519408"/>
                  <a:pt x="4913096" y="1521708"/>
                  <a:pt x="4913096" y="1526307"/>
                </a:cubicBezTo>
                <a:cubicBezTo>
                  <a:pt x="4913096" y="1532429"/>
                  <a:pt x="4924212" y="1544315"/>
                  <a:pt x="4946444" y="1561966"/>
                </a:cubicBezTo>
                <a:cubicBezTo>
                  <a:pt x="4938376" y="1564491"/>
                  <a:pt x="4929277" y="1568904"/>
                  <a:pt x="4919146" y="1575203"/>
                </a:cubicBezTo>
                <a:cubicBezTo>
                  <a:pt x="4909016" y="1581502"/>
                  <a:pt x="4902862" y="1585656"/>
                  <a:pt x="4900687" y="1587663"/>
                </a:cubicBezTo>
                <a:cubicBezTo>
                  <a:pt x="4898511" y="1589671"/>
                  <a:pt x="4897423" y="1591946"/>
                  <a:pt x="4897423" y="1594488"/>
                </a:cubicBezTo>
                <a:cubicBezTo>
                  <a:pt x="4897423" y="1597031"/>
                  <a:pt x="4898770" y="1598302"/>
                  <a:pt x="4901464" y="1598302"/>
                </a:cubicBezTo>
                <a:cubicBezTo>
                  <a:pt x="4904158" y="1598302"/>
                  <a:pt x="4908012" y="1596702"/>
                  <a:pt x="4913025" y="1593500"/>
                </a:cubicBezTo>
                <a:cubicBezTo>
                  <a:pt x="4918038" y="1590298"/>
                  <a:pt x="4923954" y="1586677"/>
                  <a:pt x="4930771" y="1582636"/>
                </a:cubicBezTo>
                <a:cubicBezTo>
                  <a:pt x="4930502" y="1582355"/>
                  <a:pt x="4930368" y="1583896"/>
                  <a:pt x="4930368" y="1587260"/>
                </a:cubicBezTo>
                <a:cubicBezTo>
                  <a:pt x="4930368" y="1590624"/>
                  <a:pt x="4931573" y="1594079"/>
                  <a:pt x="4933984" y="1597624"/>
                </a:cubicBezTo>
                <a:cubicBezTo>
                  <a:pt x="4919764" y="1601745"/>
                  <a:pt x="4911148" y="1608751"/>
                  <a:pt x="4908136" y="1618640"/>
                </a:cubicBezTo>
                <a:cubicBezTo>
                  <a:pt x="4899296" y="1611460"/>
                  <a:pt x="4894684" y="1606626"/>
                  <a:pt x="4894300" y="1604139"/>
                </a:cubicBezTo>
                <a:cubicBezTo>
                  <a:pt x="4893728" y="1600150"/>
                  <a:pt x="4891562" y="1598155"/>
                  <a:pt x="4887801" y="1598155"/>
                </a:cubicBezTo>
                <a:cubicBezTo>
                  <a:pt x="4884041" y="1598155"/>
                  <a:pt x="4880686" y="1599977"/>
                  <a:pt x="4877738" y="1603621"/>
                </a:cubicBezTo>
                <a:cubicBezTo>
                  <a:pt x="4874790" y="1607264"/>
                  <a:pt x="4873316" y="1611626"/>
                  <a:pt x="4873316" y="1616708"/>
                </a:cubicBezTo>
                <a:cubicBezTo>
                  <a:pt x="4873316" y="1624682"/>
                  <a:pt x="4875942" y="1631984"/>
                  <a:pt x="4881194" y="1638614"/>
                </a:cubicBezTo>
                <a:cubicBezTo>
                  <a:pt x="4890230" y="1649775"/>
                  <a:pt x="4896120" y="1667992"/>
                  <a:pt x="4898863" y="1693266"/>
                </a:cubicBezTo>
                <a:cubicBezTo>
                  <a:pt x="4899375" y="1697848"/>
                  <a:pt x="4901994" y="1701850"/>
                  <a:pt x="4906722" y="1705272"/>
                </a:cubicBezTo>
                <a:cubicBezTo>
                  <a:pt x="4911449" y="1708694"/>
                  <a:pt x="4917080" y="1710404"/>
                  <a:pt x="4923616" y="1710404"/>
                </a:cubicBezTo>
                <a:cubicBezTo>
                  <a:pt x="4934445" y="1710404"/>
                  <a:pt x="4942724" y="1706654"/>
                  <a:pt x="4948454" y="1699154"/>
                </a:cubicBezTo>
                <a:cubicBezTo>
                  <a:pt x="4947976" y="1702721"/>
                  <a:pt x="4945471" y="1707203"/>
                  <a:pt x="4940940" y="1712599"/>
                </a:cubicBezTo>
                <a:cubicBezTo>
                  <a:pt x="4918025" y="1716422"/>
                  <a:pt x="4890436" y="1722603"/>
                  <a:pt x="4858171" y="1731142"/>
                </a:cubicBezTo>
                <a:cubicBezTo>
                  <a:pt x="4825906" y="1739682"/>
                  <a:pt x="4808176" y="1744750"/>
                  <a:pt x="4804981" y="1746348"/>
                </a:cubicBezTo>
                <a:cubicBezTo>
                  <a:pt x="4801785" y="1747946"/>
                  <a:pt x="4800187" y="1750321"/>
                  <a:pt x="4800187" y="1753474"/>
                </a:cubicBezTo>
                <a:cubicBezTo>
                  <a:pt x="4800187" y="1756627"/>
                  <a:pt x="4803052" y="1762425"/>
                  <a:pt x="4808782" y="1770868"/>
                </a:cubicBezTo>
                <a:cubicBezTo>
                  <a:pt x="4814512" y="1779311"/>
                  <a:pt x="4819708" y="1783533"/>
                  <a:pt x="4824372" y="1783533"/>
                </a:cubicBezTo>
                <a:cubicBezTo>
                  <a:pt x="4826394" y="1783533"/>
                  <a:pt x="4828990" y="1782735"/>
                  <a:pt x="4832160" y="1781139"/>
                </a:cubicBezTo>
                <a:cubicBezTo>
                  <a:pt x="4859017" y="1768366"/>
                  <a:pt x="4887201" y="1757779"/>
                  <a:pt x="4916712" y="1749378"/>
                </a:cubicBezTo>
                <a:cubicBezTo>
                  <a:pt x="4911621" y="1752616"/>
                  <a:pt x="4909077" y="1757947"/>
                  <a:pt x="4909077" y="1765371"/>
                </a:cubicBezTo>
                <a:cubicBezTo>
                  <a:pt x="4909077" y="1778281"/>
                  <a:pt x="4912584" y="1784736"/>
                  <a:pt x="4919598" y="1784736"/>
                </a:cubicBezTo>
                <a:cubicBezTo>
                  <a:pt x="4921125" y="1784736"/>
                  <a:pt x="4922754" y="1784268"/>
                  <a:pt x="4924484" y="1783331"/>
                </a:cubicBezTo>
                <a:cubicBezTo>
                  <a:pt x="4926214" y="1782395"/>
                  <a:pt x="4931320" y="1781991"/>
                  <a:pt x="4939801" y="1782118"/>
                </a:cubicBezTo>
                <a:cubicBezTo>
                  <a:pt x="4948283" y="1782246"/>
                  <a:pt x="4954514" y="1782342"/>
                  <a:pt x="4958494" y="1782406"/>
                </a:cubicBezTo>
                <a:cubicBezTo>
                  <a:pt x="4935682" y="1797373"/>
                  <a:pt x="4909330" y="1806155"/>
                  <a:pt x="4879440" y="1808754"/>
                </a:cubicBezTo>
                <a:cubicBezTo>
                  <a:pt x="4874017" y="1809248"/>
                  <a:pt x="4871306" y="1811569"/>
                  <a:pt x="4871306" y="1815716"/>
                </a:cubicBezTo>
                <a:cubicBezTo>
                  <a:pt x="4871306" y="1819863"/>
                  <a:pt x="4874313" y="1823237"/>
                  <a:pt x="4880327" y="1825837"/>
                </a:cubicBezTo>
                <a:cubicBezTo>
                  <a:pt x="4886340" y="1828438"/>
                  <a:pt x="4895376" y="1829738"/>
                  <a:pt x="4907435" y="1829738"/>
                </a:cubicBezTo>
                <a:cubicBezTo>
                  <a:pt x="4919494" y="1829738"/>
                  <a:pt x="4934508" y="1826721"/>
                  <a:pt x="4952479" y="1820686"/>
                </a:cubicBezTo>
                <a:cubicBezTo>
                  <a:pt x="4970449" y="1814651"/>
                  <a:pt x="4984950" y="1807088"/>
                  <a:pt x="4995983" y="1797996"/>
                </a:cubicBezTo>
                <a:cubicBezTo>
                  <a:pt x="5016696" y="1809110"/>
                  <a:pt x="5042410" y="1825348"/>
                  <a:pt x="5073124" y="1846710"/>
                </a:cubicBezTo>
                <a:cubicBezTo>
                  <a:pt x="5078901" y="1850665"/>
                  <a:pt x="5084637" y="1852642"/>
                  <a:pt x="5090333" y="1852642"/>
                </a:cubicBezTo>
                <a:cubicBezTo>
                  <a:pt x="5096028" y="1852642"/>
                  <a:pt x="5098876" y="1849103"/>
                  <a:pt x="5098876" y="1842025"/>
                </a:cubicBezTo>
                <a:cubicBezTo>
                  <a:pt x="5098876" y="1834947"/>
                  <a:pt x="5096572" y="1826439"/>
                  <a:pt x="5091965" y="1816500"/>
                </a:cubicBezTo>
                <a:cubicBezTo>
                  <a:pt x="5087357" y="1806562"/>
                  <a:pt x="5077276" y="1798539"/>
                  <a:pt x="5061723" y="1792431"/>
                </a:cubicBezTo>
                <a:cubicBezTo>
                  <a:pt x="5046170" y="1786324"/>
                  <a:pt x="5031501" y="1780587"/>
                  <a:pt x="5017716" y="1775220"/>
                </a:cubicBezTo>
                <a:cubicBezTo>
                  <a:pt x="5028651" y="1762186"/>
                  <a:pt x="5036262" y="1749020"/>
                  <a:pt x="5040550" y="1735721"/>
                </a:cubicBezTo>
                <a:cubicBezTo>
                  <a:pt x="5087340" y="1740239"/>
                  <a:pt x="5115319" y="1744071"/>
                  <a:pt x="5124488" y="1747215"/>
                </a:cubicBezTo>
                <a:cubicBezTo>
                  <a:pt x="5126714" y="1747855"/>
                  <a:pt x="5130042" y="1748175"/>
                  <a:pt x="5134471" y="1748175"/>
                </a:cubicBezTo>
                <a:cubicBezTo>
                  <a:pt x="5138899" y="1748175"/>
                  <a:pt x="5143450" y="1747051"/>
                  <a:pt x="5148121" y="1744802"/>
                </a:cubicBezTo>
                <a:cubicBezTo>
                  <a:pt x="5152793" y="1742554"/>
                  <a:pt x="5155129" y="1739315"/>
                  <a:pt x="5155129" y="1735085"/>
                </a:cubicBezTo>
                <a:cubicBezTo>
                  <a:pt x="5155129" y="1730854"/>
                  <a:pt x="5153072" y="1725580"/>
                  <a:pt x="5148960" y="1719262"/>
                </a:cubicBezTo>
                <a:cubicBezTo>
                  <a:pt x="5144847" y="1712943"/>
                  <a:pt x="5138937" y="1707385"/>
                  <a:pt x="5131230" y="1702587"/>
                </a:cubicBezTo>
                <a:cubicBezTo>
                  <a:pt x="5123522" y="1697790"/>
                  <a:pt x="5116863" y="1695391"/>
                  <a:pt x="5111253" y="1695391"/>
                </a:cubicBezTo>
                <a:cubicBezTo>
                  <a:pt x="5109073" y="1695391"/>
                  <a:pt x="5106875" y="1696084"/>
                  <a:pt x="5104658" y="1697471"/>
                </a:cubicBezTo>
                <a:cubicBezTo>
                  <a:pt x="5102442" y="1698857"/>
                  <a:pt x="5097778" y="1699804"/>
                  <a:pt x="5090666" y="1700312"/>
                </a:cubicBezTo>
                <a:cubicBezTo>
                  <a:pt x="5083553" y="1700820"/>
                  <a:pt x="5067665" y="1701198"/>
                  <a:pt x="5043001" y="1701445"/>
                </a:cubicBezTo>
                <a:cubicBezTo>
                  <a:pt x="5040378" y="1694516"/>
                  <a:pt x="5035030" y="1689753"/>
                  <a:pt x="5026957" y="1687155"/>
                </a:cubicBezTo>
                <a:cubicBezTo>
                  <a:pt x="5032922" y="1686451"/>
                  <a:pt x="5037432" y="1685292"/>
                  <a:pt x="5040489" y="1683680"/>
                </a:cubicBezTo>
                <a:cubicBezTo>
                  <a:pt x="5043546" y="1682067"/>
                  <a:pt x="5047104" y="1677695"/>
                  <a:pt x="5051161" y="1670564"/>
                </a:cubicBezTo>
                <a:cubicBezTo>
                  <a:pt x="5055218" y="1663432"/>
                  <a:pt x="5060581" y="1655226"/>
                  <a:pt x="5067249" y="1645944"/>
                </a:cubicBezTo>
                <a:cubicBezTo>
                  <a:pt x="5073918" y="1636663"/>
                  <a:pt x="5079584" y="1630053"/>
                  <a:pt x="5084246" y="1626115"/>
                </a:cubicBezTo>
                <a:cubicBezTo>
                  <a:pt x="5088910" y="1622177"/>
                  <a:pt x="5091242" y="1616096"/>
                  <a:pt x="5091242" y="1607870"/>
                </a:cubicBezTo>
                <a:cubicBezTo>
                  <a:pt x="5091242" y="1596863"/>
                  <a:pt x="5085844" y="1587201"/>
                  <a:pt x="5075050" y="1578886"/>
                </a:cubicBezTo>
                <a:cubicBezTo>
                  <a:pt x="5064256" y="1570571"/>
                  <a:pt x="5055832" y="1566413"/>
                  <a:pt x="5049778" y="1566413"/>
                </a:cubicBezTo>
                <a:cubicBezTo>
                  <a:pt x="5046259" y="1566413"/>
                  <a:pt x="5042854" y="1567892"/>
                  <a:pt x="5039565" y="1570848"/>
                </a:cubicBezTo>
                <a:cubicBezTo>
                  <a:pt x="5035170" y="1574321"/>
                  <a:pt x="5029982" y="1576057"/>
                  <a:pt x="5024001" y="1576057"/>
                </a:cubicBezTo>
                <a:cubicBezTo>
                  <a:pt x="5020878" y="1564879"/>
                  <a:pt x="5014898" y="1558823"/>
                  <a:pt x="5006063" y="1557889"/>
                </a:cubicBezTo>
                <a:cubicBezTo>
                  <a:pt x="5018768" y="1550278"/>
                  <a:pt x="5028654" y="1546472"/>
                  <a:pt x="5035718" y="1546472"/>
                </a:cubicBezTo>
                <a:cubicBezTo>
                  <a:pt x="5040855" y="1546472"/>
                  <a:pt x="5044428" y="1546026"/>
                  <a:pt x="5046434" y="1545135"/>
                </a:cubicBezTo>
                <a:cubicBezTo>
                  <a:pt x="5048442" y="1544243"/>
                  <a:pt x="5050050" y="1541898"/>
                  <a:pt x="5051260" y="1538101"/>
                </a:cubicBezTo>
                <a:cubicBezTo>
                  <a:pt x="5052470" y="1534304"/>
                  <a:pt x="5053074" y="1530908"/>
                  <a:pt x="5053074" y="1527913"/>
                </a:cubicBezTo>
                <a:cubicBezTo>
                  <a:pt x="5053074" y="1521253"/>
                  <a:pt x="5048635" y="1515291"/>
                  <a:pt x="5039756" y="1510026"/>
                </a:cubicBezTo>
                <a:cubicBezTo>
                  <a:pt x="5030878" y="1504762"/>
                  <a:pt x="5022032" y="1502129"/>
                  <a:pt x="5013218" y="1502129"/>
                </a:cubicBezTo>
                <a:close/>
                <a:moveTo>
                  <a:pt x="8061756" y="1500926"/>
                </a:moveTo>
                <a:lnTo>
                  <a:pt x="8191694" y="1500926"/>
                </a:lnTo>
                <a:lnTo>
                  <a:pt x="8191694" y="1857461"/>
                </a:lnTo>
                <a:lnTo>
                  <a:pt x="8061756" y="1857461"/>
                </a:lnTo>
                <a:cubicBezTo>
                  <a:pt x="8080456" y="1828010"/>
                  <a:pt x="8094104" y="1799795"/>
                  <a:pt x="8102701" y="1772817"/>
                </a:cubicBezTo>
                <a:cubicBezTo>
                  <a:pt x="8111298" y="1745838"/>
                  <a:pt x="8115596" y="1714562"/>
                  <a:pt x="8115596" y="1678989"/>
                </a:cubicBezTo>
                <a:cubicBezTo>
                  <a:pt x="8115596" y="1613465"/>
                  <a:pt x="8097650" y="1554111"/>
                  <a:pt x="8061756" y="1500926"/>
                </a:cubicBezTo>
                <a:close/>
                <a:moveTo>
                  <a:pt x="1733725" y="1500926"/>
                </a:moveTo>
                <a:lnTo>
                  <a:pt x="1733725" y="1857461"/>
                </a:lnTo>
                <a:lnTo>
                  <a:pt x="1863663" y="1857461"/>
                </a:lnTo>
                <a:cubicBezTo>
                  <a:pt x="1827769" y="1804255"/>
                  <a:pt x="1809823" y="1744813"/>
                  <a:pt x="1809823" y="1679136"/>
                </a:cubicBezTo>
                <a:cubicBezTo>
                  <a:pt x="1809823" y="1613459"/>
                  <a:pt x="1827769" y="1554056"/>
                  <a:pt x="1863663" y="1500926"/>
                </a:cubicBezTo>
                <a:close/>
                <a:moveTo>
                  <a:pt x="6287110" y="839118"/>
                </a:moveTo>
                <a:cubicBezTo>
                  <a:pt x="6272276" y="839118"/>
                  <a:pt x="6258154" y="840541"/>
                  <a:pt x="6244742" y="843386"/>
                </a:cubicBezTo>
                <a:cubicBezTo>
                  <a:pt x="6243117" y="845418"/>
                  <a:pt x="6236411" y="862080"/>
                  <a:pt x="6224626" y="893373"/>
                </a:cubicBezTo>
                <a:cubicBezTo>
                  <a:pt x="6232754" y="897843"/>
                  <a:pt x="6243523" y="900078"/>
                  <a:pt x="6256934" y="900078"/>
                </a:cubicBezTo>
                <a:cubicBezTo>
                  <a:pt x="6270346" y="900078"/>
                  <a:pt x="6284773" y="896014"/>
                  <a:pt x="6300216" y="887886"/>
                </a:cubicBezTo>
                <a:cubicBezTo>
                  <a:pt x="6315659" y="879758"/>
                  <a:pt x="6328054" y="868582"/>
                  <a:pt x="6337402" y="854358"/>
                </a:cubicBezTo>
                <a:cubicBezTo>
                  <a:pt x="6318707" y="844198"/>
                  <a:pt x="6301943" y="839118"/>
                  <a:pt x="6287110" y="839118"/>
                </a:cubicBezTo>
                <a:close/>
                <a:moveTo>
                  <a:pt x="1912925" y="836070"/>
                </a:moveTo>
                <a:cubicBezTo>
                  <a:pt x="1903172" y="836070"/>
                  <a:pt x="1891793" y="841963"/>
                  <a:pt x="1878788" y="853749"/>
                </a:cubicBezTo>
                <a:cubicBezTo>
                  <a:pt x="1865783" y="865534"/>
                  <a:pt x="1859281" y="876710"/>
                  <a:pt x="1859281" y="887277"/>
                </a:cubicBezTo>
                <a:cubicBezTo>
                  <a:pt x="1859281" y="897843"/>
                  <a:pt x="1863751" y="903126"/>
                  <a:pt x="1872692" y="903126"/>
                </a:cubicBezTo>
                <a:cubicBezTo>
                  <a:pt x="1881633" y="903126"/>
                  <a:pt x="1892199" y="896014"/>
                  <a:pt x="1904391" y="881790"/>
                </a:cubicBezTo>
                <a:cubicBezTo>
                  <a:pt x="1916583" y="867566"/>
                  <a:pt x="1922679" y="855781"/>
                  <a:pt x="1922679" y="846433"/>
                </a:cubicBezTo>
                <a:cubicBezTo>
                  <a:pt x="1922679" y="839525"/>
                  <a:pt x="1919428" y="836070"/>
                  <a:pt x="1912925" y="836070"/>
                </a:cubicBezTo>
                <a:close/>
                <a:moveTo>
                  <a:pt x="5182820" y="827536"/>
                </a:moveTo>
                <a:cubicBezTo>
                  <a:pt x="5183226" y="831600"/>
                  <a:pt x="5183428" y="837188"/>
                  <a:pt x="5183428" y="844300"/>
                </a:cubicBezTo>
                <a:cubicBezTo>
                  <a:pt x="5183428" y="851412"/>
                  <a:pt x="5182412" y="858829"/>
                  <a:pt x="5180380" y="866550"/>
                </a:cubicBezTo>
                <a:cubicBezTo>
                  <a:pt x="5177942" y="867363"/>
                  <a:pt x="5175504" y="867770"/>
                  <a:pt x="5173066" y="867770"/>
                </a:cubicBezTo>
                <a:cubicBezTo>
                  <a:pt x="5164531" y="867770"/>
                  <a:pt x="5158028" y="864518"/>
                  <a:pt x="5153558" y="858016"/>
                </a:cubicBezTo>
                <a:cubicBezTo>
                  <a:pt x="5162092" y="846230"/>
                  <a:pt x="5171846" y="836070"/>
                  <a:pt x="5182820" y="827536"/>
                </a:cubicBezTo>
                <a:close/>
                <a:moveTo>
                  <a:pt x="7000037" y="822659"/>
                </a:moveTo>
                <a:cubicBezTo>
                  <a:pt x="6991502" y="822659"/>
                  <a:pt x="6970370" y="828958"/>
                  <a:pt x="6936638" y="841557"/>
                </a:cubicBezTo>
                <a:cubicBezTo>
                  <a:pt x="6925259" y="845621"/>
                  <a:pt x="6911442" y="848262"/>
                  <a:pt x="6895186" y="849482"/>
                </a:cubicBezTo>
                <a:cubicBezTo>
                  <a:pt x="6893966" y="854358"/>
                  <a:pt x="6893357" y="859845"/>
                  <a:pt x="6893357" y="865941"/>
                </a:cubicBezTo>
                <a:cubicBezTo>
                  <a:pt x="6893357" y="872037"/>
                  <a:pt x="6895186" y="877320"/>
                  <a:pt x="6898843" y="881790"/>
                </a:cubicBezTo>
                <a:cubicBezTo>
                  <a:pt x="6902501" y="886261"/>
                  <a:pt x="6907479" y="888496"/>
                  <a:pt x="6913778" y="888496"/>
                </a:cubicBezTo>
                <a:cubicBezTo>
                  <a:pt x="6920078" y="888496"/>
                  <a:pt x="6933082" y="885042"/>
                  <a:pt x="6952792" y="878133"/>
                </a:cubicBezTo>
                <a:cubicBezTo>
                  <a:pt x="6972503" y="871224"/>
                  <a:pt x="6986524" y="862283"/>
                  <a:pt x="6994856" y="851310"/>
                </a:cubicBezTo>
                <a:cubicBezTo>
                  <a:pt x="7003186" y="840337"/>
                  <a:pt x="7007352" y="832819"/>
                  <a:pt x="7007352" y="828755"/>
                </a:cubicBezTo>
                <a:cubicBezTo>
                  <a:pt x="7007352" y="824691"/>
                  <a:pt x="7004914" y="822659"/>
                  <a:pt x="7000037" y="822659"/>
                </a:cubicBezTo>
                <a:close/>
                <a:moveTo>
                  <a:pt x="5735824" y="810610"/>
                </a:moveTo>
                <a:lnTo>
                  <a:pt x="5853575" y="840886"/>
                </a:lnTo>
                <a:lnTo>
                  <a:pt x="5851246" y="847043"/>
                </a:lnTo>
                <a:cubicBezTo>
                  <a:pt x="5843728" y="863299"/>
                  <a:pt x="5838038" y="872951"/>
                  <a:pt x="5834176" y="875999"/>
                </a:cubicBezTo>
                <a:cubicBezTo>
                  <a:pt x="5830316" y="879047"/>
                  <a:pt x="5825236" y="880571"/>
                  <a:pt x="5818937" y="880571"/>
                </a:cubicBezTo>
                <a:cubicBezTo>
                  <a:pt x="5812638" y="880571"/>
                  <a:pt x="5803494" y="878336"/>
                  <a:pt x="5791505" y="873865"/>
                </a:cubicBezTo>
                <a:cubicBezTo>
                  <a:pt x="5779516" y="869395"/>
                  <a:pt x="5767528" y="860962"/>
                  <a:pt x="5755538" y="848567"/>
                </a:cubicBezTo>
                <a:close/>
                <a:moveTo>
                  <a:pt x="3296717" y="800714"/>
                </a:moveTo>
                <a:cubicBezTo>
                  <a:pt x="3319476" y="810061"/>
                  <a:pt x="3346908" y="826520"/>
                  <a:pt x="3379013" y="850091"/>
                </a:cubicBezTo>
                <a:cubicBezTo>
                  <a:pt x="3358693" y="867566"/>
                  <a:pt x="3337967" y="876304"/>
                  <a:pt x="3316834" y="876304"/>
                </a:cubicBezTo>
                <a:cubicBezTo>
                  <a:pt x="3308706" y="876304"/>
                  <a:pt x="3297733" y="874678"/>
                  <a:pt x="3283916" y="871427"/>
                </a:cubicBezTo>
                <a:cubicBezTo>
                  <a:pt x="3291637" y="836883"/>
                  <a:pt x="3295904" y="813312"/>
                  <a:pt x="3296717" y="800714"/>
                </a:cubicBezTo>
                <a:close/>
                <a:moveTo>
                  <a:pt x="1008279" y="793398"/>
                </a:moveTo>
                <a:cubicBezTo>
                  <a:pt x="1006247" y="793398"/>
                  <a:pt x="998322" y="796345"/>
                  <a:pt x="984505" y="802238"/>
                </a:cubicBezTo>
                <a:cubicBezTo>
                  <a:pt x="970687" y="808130"/>
                  <a:pt x="957885" y="812804"/>
                  <a:pt x="946100" y="816258"/>
                </a:cubicBezTo>
                <a:cubicBezTo>
                  <a:pt x="934314" y="819713"/>
                  <a:pt x="924662" y="821440"/>
                  <a:pt x="917144" y="821440"/>
                </a:cubicBezTo>
                <a:cubicBezTo>
                  <a:pt x="909625" y="821440"/>
                  <a:pt x="902209" y="820627"/>
                  <a:pt x="894893" y="819001"/>
                </a:cubicBezTo>
                <a:cubicBezTo>
                  <a:pt x="900989" y="835258"/>
                  <a:pt x="906273" y="854968"/>
                  <a:pt x="910743" y="878133"/>
                </a:cubicBezTo>
                <a:cubicBezTo>
                  <a:pt x="914400" y="878946"/>
                  <a:pt x="918465" y="879352"/>
                  <a:pt x="922935" y="879352"/>
                </a:cubicBezTo>
                <a:cubicBezTo>
                  <a:pt x="941223" y="879352"/>
                  <a:pt x="961746" y="874678"/>
                  <a:pt x="984505" y="865331"/>
                </a:cubicBezTo>
                <a:cubicBezTo>
                  <a:pt x="995884" y="856797"/>
                  <a:pt x="1003910" y="845621"/>
                  <a:pt x="1008584" y="831803"/>
                </a:cubicBezTo>
                <a:cubicBezTo>
                  <a:pt x="1013257" y="817986"/>
                  <a:pt x="1015594" y="808130"/>
                  <a:pt x="1015594" y="802238"/>
                </a:cubicBezTo>
                <a:cubicBezTo>
                  <a:pt x="1015594" y="796345"/>
                  <a:pt x="1013156" y="793398"/>
                  <a:pt x="1008279" y="793398"/>
                </a:cubicBezTo>
                <a:close/>
                <a:moveTo>
                  <a:pt x="5635669" y="788788"/>
                </a:moveTo>
                <a:lnTo>
                  <a:pt x="5653004" y="791434"/>
                </a:lnTo>
                <a:lnTo>
                  <a:pt x="5650688" y="808334"/>
                </a:lnTo>
                <a:cubicBezTo>
                  <a:pt x="5646420" y="827638"/>
                  <a:pt x="5641238" y="837290"/>
                  <a:pt x="5635142" y="837290"/>
                </a:cubicBezTo>
                <a:cubicBezTo>
                  <a:pt x="5632297" y="837290"/>
                  <a:pt x="5630164" y="835461"/>
                  <a:pt x="5628742" y="831803"/>
                </a:cubicBezTo>
                <a:cubicBezTo>
                  <a:pt x="5627320" y="828145"/>
                  <a:pt x="5626608" y="823675"/>
                  <a:pt x="5626608" y="818392"/>
                </a:cubicBezTo>
                <a:cubicBezTo>
                  <a:pt x="5626608" y="811483"/>
                  <a:pt x="5629301" y="802187"/>
                  <a:pt x="5634685" y="790503"/>
                </a:cubicBezTo>
                <a:close/>
                <a:moveTo>
                  <a:pt x="5594289" y="783186"/>
                </a:moveTo>
                <a:lnTo>
                  <a:pt x="5592484" y="789654"/>
                </a:lnTo>
                <a:lnTo>
                  <a:pt x="5593385" y="784559"/>
                </a:lnTo>
                <a:close/>
                <a:moveTo>
                  <a:pt x="5594480" y="782502"/>
                </a:moveTo>
                <a:lnTo>
                  <a:pt x="5594715" y="782538"/>
                </a:lnTo>
                <a:lnTo>
                  <a:pt x="5594289" y="783186"/>
                </a:lnTo>
                <a:close/>
                <a:moveTo>
                  <a:pt x="5744870" y="782426"/>
                </a:moveTo>
                <a:cubicBezTo>
                  <a:pt x="5742026" y="782426"/>
                  <a:pt x="5739892" y="783950"/>
                  <a:pt x="5738470" y="786998"/>
                </a:cubicBezTo>
                <a:cubicBezTo>
                  <a:pt x="5737047" y="790046"/>
                  <a:pt x="5735726" y="795024"/>
                  <a:pt x="5734507" y="801933"/>
                </a:cubicBezTo>
                <a:cubicBezTo>
                  <a:pt x="5740604" y="801120"/>
                  <a:pt x="5745886" y="798885"/>
                  <a:pt x="5750357" y="795227"/>
                </a:cubicBezTo>
                <a:cubicBezTo>
                  <a:pt x="5754827" y="791569"/>
                  <a:pt x="5757062" y="788522"/>
                  <a:pt x="5757062" y="786083"/>
                </a:cubicBezTo>
                <a:cubicBezTo>
                  <a:pt x="5757062" y="783645"/>
                  <a:pt x="5752998" y="782426"/>
                  <a:pt x="5744870" y="782426"/>
                </a:cubicBezTo>
                <a:close/>
                <a:moveTo>
                  <a:pt x="5179162" y="781206"/>
                </a:moveTo>
                <a:cubicBezTo>
                  <a:pt x="5180380" y="790554"/>
                  <a:pt x="5180990" y="799291"/>
                  <a:pt x="5180990" y="807419"/>
                </a:cubicBezTo>
                <a:cubicBezTo>
                  <a:pt x="5160264" y="815547"/>
                  <a:pt x="5143195" y="824082"/>
                  <a:pt x="5129784" y="833022"/>
                </a:cubicBezTo>
                <a:cubicBezTo>
                  <a:pt x="5126126" y="827333"/>
                  <a:pt x="5124298" y="821237"/>
                  <a:pt x="5124298" y="814734"/>
                </a:cubicBezTo>
                <a:cubicBezTo>
                  <a:pt x="5141366" y="802136"/>
                  <a:pt x="5159654" y="790960"/>
                  <a:pt x="5179162" y="781206"/>
                </a:cubicBezTo>
                <a:close/>
                <a:moveTo>
                  <a:pt x="4990186" y="779377"/>
                </a:moveTo>
                <a:lnTo>
                  <a:pt x="4945685" y="850701"/>
                </a:lnTo>
                <a:cubicBezTo>
                  <a:pt x="4943246" y="854358"/>
                  <a:pt x="4941620" y="856187"/>
                  <a:pt x="4940808" y="856187"/>
                </a:cubicBezTo>
                <a:cubicBezTo>
                  <a:pt x="4939995" y="856187"/>
                  <a:pt x="4939589" y="854968"/>
                  <a:pt x="4939589" y="852530"/>
                </a:cubicBezTo>
                <a:cubicBezTo>
                  <a:pt x="4939589" y="850091"/>
                  <a:pt x="4942738" y="842268"/>
                  <a:pt x="4949038" y="829060"/>
                </a:cubicBezTo>
                <a:cubicBezTo>
                  <a:pt x="4955336" y="815852"/>
                  <a:pt x="4962956" y="802745"/>
                  <a:pt x="4971898" y="789741"/>
                </a:cubicBezTo>
                <a:cubicBezTo>
                  <a:pt x="4977994" y="786083"/>
                  <a:pt x="4984090" y="782629"/>
                  <a:pt x="4990186" y="779377"/>
                </a:cubicBezTo>
                <a:close/>
                <a:moveTo>
                  <a:pt x="1403966" y="777867"/>
                </a:moveTo>
                <a:lnTo>
                  <a:pt x="1379827" y="855630"/>
                </a:lnTo>
                <a:lnTo>
                  <a:pt x="1329538" y="872951"/>
                </a:lnTo>
                <a:cubicBezTo>
                  <a:pt x="1308405" y="884940"/>
                  <a:pt x="1291540" y="890934"/>
                  <a:pt x="1278941" y="890934"/>
                </a:cubicBezTo>
                <a:cubicBezTo>
                  <a:pt x="1266343" y="890934"/>
                  <a:pt x="1253846" y="885143"/>
                  <a:pt x="1241451" y="873561"/>
                </a:cubicBezTo>
                <a:cubicBezTo>
                  <a:pt x="1229056" y="861978"/>
                  <a:pt x="1220725" y="850904"/>
                  <a:pt x="1216457" y="840337"/>
                </a:cubicBezTo>
                <a:cubicBezTo>
                  <a:pt x="1212190" y="829771"/>
                  <a:pt x="1210057" y="822253"/>
                  <a:pt x="1210057" y="817782"/>
                </a:cubicBezTo>
                <a:cubicBezTo>
                  <a:pt x="1210057" y="809248"/>
                  <a:pt x="1214527" y="804981"/>
                  <a:pt x="1223468" y="804981"/>
                </a:cubicBezTo>
                <a:cubicBezTo>
                  <a:pt x="1227125" y="804981"/>
                  <a:pt x="1230681" y="805895"/>
                  <a:pt x="1234136" y="807724"/>
                </a:cubicBezTo>
                <a:cubicBezTo>
                  <a:pt x="1237590" y="809553"/>
                  <a:pt x="1241857" y="810467"/>
                  <a:pt x="1246937" y="810467"/>
                </a:cubicBezTo>
                <a:cubicBezTo>
                  <a:pt x="1252017" y="810467"/>
                  <a:pt x="1262889" y="808232"/>
                  <a:pt x="1279551" y="803762"/>
                </a:cubicBezTo>
                <a:close/>
                <a:moveTo>
                  <a:pt x="3145536" y="748898"/>
                </a:moveTo>
                <a:cubicBezTo>
                  <a:pt x="3148381" y="748898"/>
                  <a:pt x="3153258" y="751539"/>
                  <a:pt x="3160167" y="756822"/>
                </a:cubicBezTo>
                <a:cubicBezTo>
                  <a:pt x="3167076" y="762105"/>
                  <a:pt x="3177032" y="764747"/>
                  <a:pt x="3190037" y="764747"/>
                </a:cubicBezTo>
                <a:cubicBezTo>
                  <a:pt x="3193289" y="764747"/>
                  <a:pt x="3194914" y="766068"/>
                  <a:pt x="3194914" y="768710"/>
                </a:cubicBezTo>
                <a:cubicBezTo>
                  <a:pt x="3194914" y="771351"/>
                  <a:pt x="3191155" y="776634"/>
                  <a:pt x="3183636" y="784559"/>
                </a:cubicBezTo>
                <a:cubicBezTo>
                  <a:pt x="3176118" y="792484"/>
                  <a:pt x="3167076" y="799088"/>
                  <a:pt x="3156509" y="804371"/>
                </a:cubicBezTo>
                <a:cubicBezTo>
                  <a:pt x="3153665" y="785677"/>
                  <a:pt x="3147772" y="767795"/>
                  <a:pt x="3138831" y="750726"/>
                </a:cubicBezTo>
                <a:cubicBezTo>
                  <a:pt x="3140456" y="749507"/>
                  <a:pt x="3142692" y="748898"/>
                  <a:pt x="3145536" y="748898"/>
                </a:cubicBezTo>
                <a:close/>
                <a:moveTo>
                  <a:pt x="4927041" y="747794"/>
                </a:moveTo>
                <a:lnTo>
                  <a:pt x="4897526" y="766576"/>
                </a:lnTo>
                <a:cubicBezTo>
                  <a:pt x="4888586" y="769421"/>
                  <a:pt x="4884115" y="776329"/>
                  <a:pt x="4884115" y="787302"/>
                </a:cubicBezTo>
                <a:cubicBezTo>
                  <a:pt x="4884115" y="798275"/>
                  <a:pt x="4886350" y="807521"/>
                  <a:pt x="4890821" y="815039"/>
                </a:cubicBezTo>
                <a:cubicBezTo>
                  <a:pt x="4895291" y="822558"/>
                  <a:pt x="4900371" y="826317"/>
                  <a:pt x="4906060" y="826317"/>
                </a:cubicBezTo>
                <a:cubicBezTo>
                  <a:pt x="4911750" y="826317"/>
                  <a:pt x="4916628" y="824894"/>
                  <a:pt x="4920691" y="822050"/>
                </a:cubicBezTo>
                <a:cubicBezTo>
                  <a:pt x="4943044" y="807013"/>
                  <a:pt x="4956860" y="798275"/>
                  <a:pt x="4962144" y="795837"/>
                </a:cubicBezTo>
                <a:cubicBezTo>
                  <a:pt x="4928819" y="849482"/>
                  <a:pt x="4912157" y="882603"/>
                  <a:pt x="4912157" y="895202"/>
                </a:cubicBezTo>
                <a:cubicBezTo>
                  <a:pt x="4912157" y="899265"/>
                  <a:pt x="4912970" y="903126"/>
                  <a:pt x="4914595" y="906784"/>
                </a:cubicBezTo>
                <a:cubicBezTo>
                  <a:pt x="4916220" y="910442"/>
                  <a:pt x="4918456" y="912270"/>
                  <a:pt x="4921301" y="912270"/>
                </a:cubicBezTo>
                <a:cubicBezTo>
                  <a:pt x="4930242" y="912270"/>
                  <a:pt x="4967224" y="871021"/>
                  <a:pt x="5032248" y="788522"/>
                </a:cubicBezTo>
                <a:lnTo>
                  <a:pt x="5034686" y="914709"/>
                </a:lnTo>
                <a:cubicBezTo>
                  <a:pt x="5016805" y="913896"/>
                  <a:pt x="4999939" y="908613"/>
                  <a:pt x="4984090" y="898859"/>
                </a:cubicBezTo>
                <a:cubicBezTo>
                  <a:pt x="4980026" y="896421"/>
                  <a:pt x="4977079" y="895202"/>
                  <a:pt x="4975250" y="895202"/>
                </a:cubicBezTo>
                <a:cubicBezTo>
                  <a:pt x="4973422" y="895202"/>
                  <a:pt x="4972507" y="895811"/>
                  <a:pt x="4972507" y="897030"/>
                </a:cubicBezTo>
                <a:cubicBezTo>
                  <a:pt x="4972507" y="903126"/>
                  <a:pt x="4986731" y="920500"/>
                  <a:pt x="5015179" y="949151"/>
                </a:cubicBezTo>
                <a:cubicBezTo>
                  <a:pt x="5043628" y="977802"/>
                  <a:pt x="5060696" y="992128"/>
                  <a:pt x="5066386" y="992128"/>
                </a:cubicBezTo>
                <a:cubicBezTo>
                  <a:pt x="5070043" y="992128"/>
                  <a:pt x="5072278" y="988877"/>
                  <a:pt x="5073091" y="982374"/>
                </a:cubicBezTo>
                <a:cubicBezTo>
                  <a:pt x="5073904" y="975872"/>
                  <a:pt x="5074310" y="957482"/>
                  <a:pt x="5074310" y="927206"/>
                </a:cubicBezTo>
                <a:cubicBezTo>
                  <a:pt x="5074310" y="896929"/>
                  <a:pt x="5073701" y="859642"/>
                  <a:pt x="5072482" y="815344"/>
                </a:cubicBezTo>
                <a:cubicBezTo>
                  <a:pt x="5083048" y="818189"/>
                  <a:pt x="5093411" y="819611"/>
                  <a:pt x="5103572" y="819611"/>
                </a:cubicBezTo>
                <a:cubicBezTo>
                  <a:pt x="5103978" y="833835"/>
                  <a:pt x="5099914" y="848466"/>
                  <a:pt x="5091379" y="863502"/>
                </a:cubicBezTo>
                <a:cubicBezTo>
                  <a:pt x="5088941" y="867160"/>
                  <a:pt x="5087722" y="872951"/>
                  <a:pt x="5087722" y="880876"/>
                </a:cubicBezTo>
                <a:cubicBezTo>
                  <a:pt x="5087722" y="888801"/>
                  <a:pt x="5090160" y="898046"/>
                  <a:pt x="5095037" y="908613"/>
                </a:cubicBezTo>
                <a:cubicBezTo>
                  <a:pt x="5099914" y="919179"/>
                  <a:pt x="5104994" y="924462"/>
                  <a:pt x="5110276" y="924462"/>
                </a:cubicBezTo>
                <a:cubicBezTo>
                  <a:pt x="5112715" y="924462"/>
                  <a:pt x="5114544" y="923243"/>
                  <a:pt x="5115763" y="920805"/>
                </a:cubicBezTo>
                <a:cubicBezTo>
                  <a:pt x="5125924" y="898046"/>
                  <a:pt x="5135270" y="880774"/>
                  <a:pt x="5143805" y="868989"/>
                </a:cubicBezTo>
                <a:lnTo>
                  <a:pt x="5177942" y="922024"/>
                </a:lnTo>
                <a:cubicBezTo>
                  <a:pt x="5189322" y="939906"/>
                  <a:pt x="5195926" y="949659"/>
                  <a:pt x="5197754" y="951285"/>
                </a:cubicBezTo>
                <a:cubicBezTo>
                  <a:pt x="5199584" y="952910"/>
                  <a:pt x="5201717" y="953723"/>
                  <a:pt x="5204156" y="953723"/>
                </a:cubicBezTo>
                <a:cubicBezTo>
                  <a:pt x="5210252" y="953723"/>
                  <a:pt x="5215636" y="948440"/>
                  <a:pt x="5220310" y="937874"/>
                </a:cubicBezTo>
                <a:cubicBezTo>
                  <a:pt x="5224984" y="927307"/>
                  <a:pt x="5227320" y="913693"/>
                  <a:pt x="5227320" y="897030"/>
                </a:cubicBezTo>
                <a:lnTo>
                  <a:pt x="5227930" y="812905"/>
                </a:lnTo>
                <a:cubicBezTo>
                  <a:pt x="5236464" y="816969"/>
                  <a:pt x="5245811" y="827231"/>
                  <a:pt x="5255972" y="843690"/>
                </a:cubicBezTo>
                <a:cubicBezTo>
                  <a:pt x="5266131" y="860150"/>
                  <a:pt x="5279034" y="874374"/>
                  <a:pt x="5294680" y="886362"/>
                </a:cubicBezTo>
                <a:cubicBezTo>
                  <a:pt x="5310328" y="898351"/>
                  <a:pt x="5322418" y="904346"/>
                  <a:pt x="5330952" y="904346"/>
                </a:cubicBezTo>
                <a:cubicBezTo>
                  <a:pt x="5339486" y="904346"/>
                  <a:pt x="5343754" y="895405"/>
                  <a:pt x="5343754" y="877523"/>
                </a:cubicBezTo>
                <a:cubicBezTo>
                  <a:pt x="5343754" y="866144"/>
                  <a:pt x="5338165" y="853952"/>
                  <a:pt x="5326990" y="840947"/>
                </a:cubicBezTo>
                <a:cubicBezTo>
                  <a:pt x="5315814" y="827942"/>
                  <a:pt x="5303723" y="820424"/>
                  <a:pt x="5290718" y="818392"/>
                </a:cubicBezTo>
                <a:cubicBezTo>
                  <a:pt x="5266334" y="814734"/>
                  <a:pt x="5245405" y="809654"/>
                  <a:pt x="5227930" y="803152"/>
                </a:cubicBezTo>
                <a:cubicBezTo>
                  <a:pt x="5227930" y="792179"/>
                  <a:pt x="5227117" y="780190"/>
                  <a:pt x="5225491" y="767186"/>
                </a:cubicBezTo>
                <a:cubicBezTo>
                  <a:pt x="5234026" y="765154"/>
                  <a:pt x="5246522" y="764137"/>
                  <a:pt x="5262982" y="764137"/>
                </a:cubicBezTo>
                <a:cubicBezTo>
                  <a:pt x="5279441" y="764137"/>
                  <a:pt x="5300472" y="766373"/>
                  <a:pt x="5326075" y="770843"/>
                </a:cubicBezTo>
                <a:cubicBezTo>
                  <a:pt x="5339080" y="772875"/>
                  <a:pt x="5345582" y="768303"/>
                  <a:pt x="5345582" y="757127"/>
                </a:cubicBezTo>
                <a:lnTo>
                  <a:pt x="5341042" y="749681"/>
                </a:lnTo>
                <a:lnTo>
                  <a:pt x="5398408" y="752578"/>
                </a:lnTo>
                <a:lnTo>
                  <a:pt x="5508620" y="769398"/>
                </a:lnTo>
                <a:lnTo>
                  <a:pt x="5517794" y="824183"/>
                </a:lnTo>
                <a:cubicBezTo>
                  <a:pt x="5524906" y="845519"/>
                  <a:pt x="5533948" y="862893"/>
                  <a:pt x="5544922" y="876304"/>
                </a:cubicBezTo>
                <a:cubicBezTo>
                  <a:pt x="5555894" y="889715"/>
                  <a:pt x="5565038" y="896421"/>
                  <a:pt x="5572354" y="896421"/>
                </a:cubicBezTo>
                <a:cubicBezTo>
                  <a:pt x="5579669" y="896421"/>
                  <a:pt x="5583326" y="888902"/>
                  <a:pt x="5583326" y="873865"/>
                </a:cubicBezTo>
                <a:cubicBezTo>
                  <a:pt x="5583326" y="870208"/>
                  <a:pt x="5582920" y="864620"/>
                  <a:pt x="5582107" y="857102"/>
                </a:cubicBezTo>
                <a:cubicBezTo>
                  <a:pt x="5581294" y="849583"/>
                  <a:pt x="5580888" y="840947"/>
                  <a:pt x="5580888" y="831194"/>
                </a:cubicBezTo>
                <a:lnTo>
                  <a:pt x="5592484" y="789654"/>
                </a:lnTo>
                <a:lnTo>
                  <a:pt x="5586374" y="824183"/>
                </a:lnTo>
                <a:cubicBezTo>
                  <a:pt x="5586374" y="840642"/>
                  <a:pt x="5592572" y="860353"/>
                  <a:pt x="5604968" y="883314"/>
                </a:cubicBezTo>
                <a:cubicBezTo>
                  <a:pt x="5617362" y="906276"/>
                  <a:pt x="5630875" y="917757"/>
                  <a:pt x="5645506" y="917757"/>
                </a:cubicBezTo>
                <a:cubicBezTo>
                  <a:pt x="5653634" y="917757"/>
                  <a:pt x="5660644" y="915623"/>
                  <a:pt x="5666537" y="911356"/>
                </a:cubicBezTo>
                <a:cubicBezTo>
                  <a:pt x="5672430" y="907089"/>
                  <a:pt x="5677712" y="898554"/>
                  <a:pt x="5682386" y="885753"/>
                </a:cubicBezTo>
                <a:cubicBezTo>
                  <a:pt x="5687060" y="872951"/>
                  <a:pt x="5691632" y="854358"/>
                  <a:pt x="5696102" y="829974"/>
                </a:cubicBezTo>
                <a:lnTo>
                  <a:pt x="5700829" y="801611"/>
                </a:lnTo>
                <a:lnTo>
                  <a:pt x="5720048" y="806553"/>
                </a:lnTo>
                <a:lnTo>
                  <a:pt x="5734507" y="870818"/>
                </a:lnTo>
                <a:cubicBezTo>
                  <a:pt x="5745480" y="893576"/>
                  <a:pt x="5760618" y="912880"/>
                  <a:pt x="5779922" y="928730"/>
                </a:cubicBezTo>
                <a:cubicBezTo>
                  <a:pt x="5799226" y="944579"/>
                  <a:pt x="5813654" y="952504"/>
                  <a:pt x="5823204" y="952504"/>
                </a:cubicBezTo>
                <a:cubicBezTo>
                  <a:pt x="5832754" y="952504"/>
                  <a:pt x="5847486" y="942649"/>
                  <a:pt x="5867400" y="922938"/>
                </a:cubicBezTo>
                <a:cubicBezTo>
                  <a:pt x="5877357" y="913083"/>
                  <a:pt x="5886552" y="896294"/>
                  <a:pt x="5894984" y="872570"/>
                </a:cubicBezTo>
                <a:lnTo>
                  <a:pt x="5900773" y="853022"/>
                </a:lnTo>
                <a:lnTo>
                  <a:pt x="5938598" y="862748"/>
                </a:lnTo>
                <a:lnTo>
                  <a:pt x="6166732" y="946246"/>
                </a:lnTo>
                <a:lnTo>
                  <a:pt x="6167932" y="961648"/>
                </a:lnTo>
                <a:cubicBezTo>
                  <a:pt x="6169152" y="970182"/>
                  <a:pt x="6170980" y="974450"/>
                  <a:pt x="6173420" y="974450"/>
                </a:cubicBezTo>
                <a:cubicBezTo>
                  <a:pt x="6175045" y="974450"/>
                  <a:pt x="6180430" y="968252"/>
                  <a:pt x="6189574" y="955857"/>
                </a:cubicBezTo>
                <a:lnTo>
                  <a:pt x="6190228" y="954846"/>
                </a:lnTo>
                <a:lnTo>
                  <a:pt x="6192949" y="955842"/>
                </a:lnTo>
                <a:cubicBezTo>
                  <a:pt x="6441356" y="1060909"/>
                  <a:pt x="6671237" y="1201202"/>
                  <a:pt x="6876328" y="1370459"/>
                </a:cubicBezTo>
                <a:lnTo>
                  <a:pt x="7041999" y="1521030"/>
                </a:lnTo>
                <a:lnTo>
                  <a:pt x="7036624" y="1531283"/>
                </a:lnTo>
                <a:cubicBezTo>
                  <a:pt x="7036624" y="1535828"/>
                  <a:pt x="7033468" y="1546253"/>
                  <a:pt x="7027156" y="1562557"/>
                </a:cubicBezTo>
                <a:cubicBezTo>
                  <a:pt x="7020844" y="1578861"/>
                  <a:pt x="7006972" y="1602912"/>
                  <a:pt x="6985542" y="1634710"/>
                </a:cubicBezTo>
                <a:cubicBezTo>
                  <a:pt x="6980158" y="1627751"/>
                  <a:pt x="6971764" y="1624272"/>
                  <a:pt x="6960360" y="1624272"/>
                </a:cubicBezTo>
                <a:cubicBezTo>
                  <a:pt x="6953005" y="1624272"/>
                  <a:pt x="6946765" y="1626081"/>
                  <a:pt x="6941641" y="1629699"/>
                </a:cubicBezTo>
                <a:cubicBezTo>
                  <a:pt x="6936517" y="1633317"/>
                  <a:pt x="6930142" y="1639688"/>
                  <a:pt x="6922516" y="1648811"/>
                </a:cubicBezTo>
                <a:cubicBezTo>
                  <a:pt x="6914890" y="1657935"/>
                  <a:pt x="6908359" y="1669575"/>
                  <a:pt x="6902924" y="1683731"/>
                </a:cubicBezTo>
                <a:cubicBezTo>
                  <a:pt x="6901758" y="1672382"/>
                  <a:pt x="6896509" y="1656808"/>
                  <a:pt x="6887174" y="1637007"/>
                </a:cubicBezTo>
                <a:cubicBezTo>
                  <a:pt x="6887264" y="1637191"/>
                  <a:pt x="6887308" y="1636718"/>
                  <a:pt x="6887308" y="1635590"/>
                </a:cubicBezTo>
                <a:cubicBezTo>
                  <a:pt x="6887308" y="1634461"/>
                  <a:pt x="6888080" y="1633255"/>
                  <a:pt x="6889622" y="1631971"/>
                </a:cubicBezTo>
                <a:cubicBezTo>
                  <a:pt x="6891164" y="1630687"/>
                  <a:pt x="6893370" y="1630044"/>
                  <a:pt x="6896242" y="1630044"/>
                </a:cubicBezTo>
                <a:lnTo>
                  <a:pt x="6910686" y="1630851"/>
                </a:lnTo>
                <a:cubicBezTo>
                  <a:pt x="6927006" y="1630851"/>
                  <a:pt x="6938336" y="1627681"/>
                  <a:pt x="6944678" y="1621341"/>
                </a:cubicBezTo>
                <a:cubicBezTo>
                  <a:pt x="6951020" y="1615001"/>
                  <a:pt x="6957354" y="1610741"/>
                  <a:pt x="6963682" y="1608561"/>
                </a:cubicBezTo>
                <a:cubicBezTo>
                  <a:pt x="6970090" y="1606304"/>
                  <a:pt x="6973294" y="1601118"/>
                  <a:pt x="6973294" y="1593004"/>
                </a:cubicBezTo>
                <a:cubicBezTo>
                  <a:pt x="6973294" y="1583106"/>
                  <a:pt x="6969945" y="1574372"/>
                  <a:pt x="6963250" y="1566804"/>
                </a:cubicBezTo>
                <a:cubicBezTo>
                  <a:pt x="6956554" y="1559235"/>
                  <a:pt x="6948426" y="1553595"/>
                  <a:pt x="6938867" y="1549883"/>
                </a:cubicBezTo>
                <a:cubicBezTo>
                  <a:pt x="6929308" y="1546171"/>
                  <a:pt x="6921916" y="1544315"/>
                  <a:pt x="6916689" y="1544315"/>
                </a:cubicBezTo>
                <a:cubicBezTo>
                  <a:pt x="6911462" y="1544315"/>
                  <a:pt x="6908850" y="1546749"/>
                  <a:pt x="6908850" y="1551617"/>
                </a:cubicBezTo>
                <a:cubicBezTo>
                  <a:pt x="6908850" y="1557612"/>
                  <a:pt x="6912450" y="1565938"/>
                  <a:pt x="6919652" y="1576595"/>
                </a:cubicBezTo>
                <a:cubicBezTo>
                  <a:pt x="6919950" y="1576996"/>
                  <a:pt x="6920100" y="1577510"/>
                  <a:pt x="6920100" y="1578137"/>
                </a:cubicBezTo>
                <a:cubicBezTo>
                  <a:pt x="6920100" y="1583180"/>
                  <a:pt x="6916526" y="1589716"/>
                  <a:pt x="6909378" y="1597746"/>
                </a:cubicBezTo>
                <a:cubicBezTo>
                  <a:pt x="6902229" y="1605775"/>
                  <a:pt x="6893248" y="1612068"/>
                  <a:pt x="6882432" y="1616624"/>
                </a:cubicBezTo>
                <a:cubicBezTo>
                  <a:pt x="6878848" y="1618293"/>
                  <a:pt x="6875056" y="1622461"/>
                  <a:pt x="6871056" y="1629129"/>
                </a:cubicBezTo>
                <a:cubicBezTo>
                  <a:pt x="6867056" y="1635798"/>
                  <a:pt x="6865056" y="1641491"/>
                  <a:pt x="6865056" y="1646210"/>
                </a:cubicBezTo>
                <a:lnTo>
                  <a:pt x="6865863" y="1666964"/>
                </a:lnTo>
                <a:lnTo>
                  <a:pt x="6864250" y="1706194"/>
                </a:lnTo>
                <a:cubicBezTo>
                  <a:pt x="6864250" y="1720712"/>
                  <a:pt x="6866666" y="1735217"/>
                  <a:pt x="6871498" y="1749708"/>
                </a:cubicBezTo>
                <a:cubicBezTo>
                  <a:pt x="6876330" y="1764198"/>
                  <a:pt x="6882640" y="1776204"/>
                  <a:pt x="6890428" y="1785725"/>
                </a:cubicBezTo>
                <a:cubicBezTo>
                  <a:pt x="6898216" y="1795245"/>
                  <a:pt x="6905536" y="1800005"/>
                  <a:pt x="6912388" y="1800005"/>
                </a:cubicBezTo>
                <a:cubicBezTo>
                  <a:pt x="6919240" y="1800005"/>
                  <a:pt x="6922666" y="1793685"/>
                  <a:pt x="6922666" y="1781043"/>
                </a:cubicBezTo>
                <a:cubicBezTo>
                  <a:pt x="6922666" y="1779917"/>
                  <a:pt x="6922599" y="1778453"/>
                  <a:pt x="6922466" y="1776652"/>
                </a:cubicBezTo>
                <a:lnTo>
                  <a:pt x="6922112" y="1772881"/>
                </a:lnTo>
                <a:lnTo>
                  <a:pt x="6929533" y="1789894"/>
                </a:lnTo>
                <a:cubicBezTo>
                  <a:pt x="6938232" y="1806008"/>
                  <a:pt x="6948239" y="1814065"/>
                  <a:pt x="6959554" y="1814065"/>
                </a:cubicBezTo>
                <a:cubicBezTo>
                  <a:pt x="6965782" y="1814065"/>
                  <a:pt x="6971190" y="1812406"/>
                  <a:pt x="6975776" y="1809086"/>
                </a:cubicBezTo>
                <a:cubicBezTo>
                  <a:pt x="6980363" y="1805767"/>
                  <a:pt x="6984272" y="1799683"/>
                  <a:pt x="6987504" y="1790835"/>
                </a:cubicBezTo>
                <a:cubicBezTo>
                  <a:pt x="6990736" y="1781986"/>
                  <a:pt x="6993902" y="1768314"/>
                  <a:pt x="6997004" y="1749820"/>
                </a:cubicBezTo>
                <a:lnTo>
                  <a:pt x="7004972" y="1704600"/>
                </a:lnTo>
                <a:cubicBezTo>
                  <a:pt x="7006332" y="1696709"/>
                  <a:pt x="7007354" y="1690562"/>
                  <a:pt x="7008034" y="1686160"/>
                </a:cubicBezTo>
                <a:lnTo>
                  <a:pt x="7008066" y="1685933"/>
                </a:lnTo>
                <a:lnTo>
                  <a:pt x="7008740" y="1688788"/>
                </a:lnTo>
                <a:cubicBezTo>
                  <a:pt x="7010510" y="1693288"/>
                  <a:pt x="7013165" y="1695538"/>
                  <a:pt x="7016705" y="1695538"/>
                </a:cubicBezTo>
                <a:lnTo>
                  <a:pt x="7016784" y="1695517"/>
                </a:lnTo>
                <a:lnTo>
                  <a:pt x="7011331" y="1699727"/>
                </a:lnTo>
                <a:cubicBezTo>
                  <a:pt x="7005961" y="1706636"/>
                  <a:pt x="7003276" y="1717000"/>
                  <a:pt x="7003276" y="1730819"/>
                </a:cubicBezTo>
                <a:cubicBezTo>
                  <a:pt x="7003276" y="1748627"/>
                  <a:pt x="7007024" y="1765305"/>
                  <a:pt x="7014520" y="1780851"/>
                </a:cubicBezTo>
                <a:cubicBezTo>
                  <a:pt x="7022016" y="1796398"/>
                  <a:pt x="7032422" y="1809638"/>
                  <a:pt x="7045737" y="1820570"/>
                </a:cubicBezTo>
                <a:cubicBezTo>
                  <a:pt x="7059052" y="1831503"/>
                  <a:pt x="7069398" y="1836970"/>
                  <a:pt x="7076772" y="1836970"/>
                </a:cubicBezTo>
                <a:cubicBezTo>
                  <a:pt x="7084146" y="1836970"/>
                  <a:pt x="7094731" y="1830142"/>
                  <a:pt x="7108527" y="1816488"/>
                </a:cubicBezTo>
                <a:cubicBezTo>
                  <a:pt x="7122322" y="1802833"/>
                  <a:pt x="7133898" y="1769161"/>
                  <a:pt x="7143254" y="1715473"/>
                </a:cubicBezTo>
                <a:cubicBezTo>
                  <a:pt x="7146113" y="1702115"/>
                  <a:pt x="7148970" y="1692307"/>
                  <a:pt x="7151826" y="1686051"/>
                </a:cubicBezTo>
                <a:cubicBezTo>
                  <a:pt x="7154682" y="1679794"/>
                  <a:pt x="7156111" y="1674626"/>
                  <a:pt x="7156111" y="1670548"/>
                </a:cubicBezTo>
                <a:cubicBezTo>
                  <a:pt x="7156111" y="1660001"/>
                  <a:pt x="7147676" y="1648916"/>
                  <a:pt x="7130807" y="1637292"/>
                </a:cubicBezTo>
                <a:cubicBezTo>
                  <a:pt x="7113938" y="1625668"/>
                  <a:pt x="7098506" y="1619856"/>
                  <a:pt x="7084512" y="1619856"/>
                </a:cubicBezTo>
                <a:cubicBezTo>
                  <a:pt x="7079456" y="1619856"/>
                  <a:pt x="7075331" y="1620390"/>
                  <a:pt x="7072136" y="1621456"/>
                </a:cubicBezTo>
                <a:cubicBezTo>
                  <a:pt x="7074520" y="1622011"/>
                  <a:pt x="7078732" y="1614122"/>
                  <a:pt x="7084771" y="1597791"/>
                </a:cubicBezTo>
                <a:lnTo>
                  <a:pt x="7091482" y="1569555"/>
                </a:lnTo>
                <a:lnTo>
                  <a:pt x="7251604" y="1745735"/>
                </a:lnTo>
                <a:cubicBezTo>
                  <a:pt x="7646536" y="2224282"/>
                  <a:pt x="7883778" y="2837791"/>
                  <a:pt x="7883778" y="3506710"/>
                </a:cubicBezTo>
                <a:cubicBezTo>
                  <a:pt x="7883778" y="5035669"/>
                  <a:pt x="6644312" y="6275135"/>
                  <a:pt x="5115353" y="6275135"/>
                </a:cubicBezTo>
                <a:cubicBezTo>
                  <a:pt x="3586394" y="6275135"/>
                  <a:pt x="2346928" y="5035669"/>
                  <a:pt x="2346928" y="3506710"/>
                </a:cubicBezTo>
                <a:cubicBezTo>
                  <a:pt x="2346928" y="3124470"/>
                  <a:pt x="2424395" y="2760324"/>
                  <a:pt x="2564485" y="2429114"/>
                </a:cubicBezTo>
                <a:lnTo>
                  <a:pt x="2591697" y="2372625"/>
                </a:lnTo>
                <a:lnTo>
                  <a:pt x="2666765" y="2367890"/>
                </a:lnTo>
                <a:cubicBezTo>
                  <a:pt x="3013812" y="2323774"/>
                  <a:pt x="3314152" y="2130021"/>
                  <a:pt x="3501071" y="1853345"/>
                </a:cubicBezTo>
                <a:lnTo>
                  <a:pt x="3509921" y="1837039"/>
                </a:lnTo>
                <a:lnTo>
                  <a:pt x="3511001" y="1836928"/>
                </a:lnTo>
                <a:cubicBezTo>
                  <a:pt x="3522424" y="1835023"/>
                  <a:pt x="3530029" y="1833079"/>
                  <a:pt x="3533815" y="1831095"/>
                </a:cubicBezTo>
                <a:cubicBezTo>
                  <a:pt x="3537602" y="1829111"/>
                  <a:pt x="3539495" y="1825799"/>
                  <a:pt x="3539495" y="1821159"/>
                </a:cubicBezTo>
                <a:cubicBezTo>
                  <a:pt x="3539495" y="1816519"/>
                  <a:pt x="3538328" y="1812616"/>
                  <a:pt x="3535994" y="1809448"/>
                </a:cubicBezTo>
                <a:lnTo>
                  <a:pt x="3527896" y="1803922"/>
                </a:lnTo>
                <a:lnTo>
                  <a:pt x="3610670" y="1651424"/>
                </a:lnTo>
                <a:lnTo>
                  <a:pt x="3621910" y="1615215"/>
                </a:lnTo>
                <a:lnTo>
                  <a:pt x="3627196" y="1624528"/>
                </a:lnTo>
                <a:cubicBezTo>
                  <a:pt x="3632284" y="1629618"/>
                  <a:pt x="3634827" y="1634989"/>
                  <a:pt x="3634827" y="1640642"/>
                </a:cubicBezTo>
                <a:cubicBezTo>
                  <a:pt x="3634827" y="1646295"/>
                  <a:pt x="3634024" y="1652673"/>
                  <a:pt x="3632418" y="1659774"/>
                </a:cubicBezTo>
                <a:cubicBezTo>
                  <a:pt x="3630812" y="1666875"/>
                  <a:pt x="3630009" y="1672745"/>
                  <a:pt x="3630009" y="1677382"/>
                </a:cubicBezTo>
                <a:cubicBezTo>
                  <a:pt x="3630009" y="1692707"/>
                  <a:pt x="3636490" y="1707065"/>
                  <a:pt x="3649454" y="1720455"/>
                </a:cubicBezTo>
                <a:cubicBezTo>
                  <a:pt x="3662417" y="1733845"/>
                  <a:pt x="3672956" y="1740540"/>
                  <a:pt x="3681071" y="1740540"/>
                </a:cubicBezTo>
                <a:cubicBezTo>
                  <a:pt x="3689186" y="1740540"/>
                  <a:pt x="3693243" y="1735024"/>
                  <a:pt x="3693243" y="1723991"/>
                </a:cubicBezTo>
                <a:lnTo>
                  <a:pt x="3693180" y="1723045"/>
                </a:lnTo>
                <a:lnTo>
                  <a:pt x="3702027" y="1727984"/>
                </a:lnTo>
                <a:cubicBezTo>
                  <a:pt x="3705607" y="1729123"/>
                  <a:pt x="3709707" y="1729693"/>
                  <a:pt x="3714326" y="1729693"/>
                </a:cubicBezTo>
                <a:cubicBezTo>
                  <a:pt x="3723565" y="1729693"/>
                  <a:pt x="3731622" y="1726478"/>
                  <a:pt x="3738495" y="1720049"/>
                </a:cubicBezTo>
                <a:cubicBezTo>
                  <a:pt x="3743068" y="1800897"/>
                  <a:pt x="3746887" y="1847962"/>
                  <a:pt x="3749950" y="1861243"/>
                </a:cubicBezTo>
                <a:cubicBezTo>
                  <a:pt x="3753013" y="1874525"/>
                  <a:pt x="3757523" y="1881165"/>
                  <a:pt x="3763479" y="1881165"/>
                </a:cubicBezTo>
                <a:cubicBezTo>
                  <a:pt x="3766026" y="1881165"/>
                  <a:pt x="3768035" y="1880010"/>
                  <a:pt x="3769507" y="1877700"/>
                </a:cubicBezTo>
                <a:cubicBezTo>
                  <a:pt x="3770979" y="1875390"/>
                  <a:pt x="3773358" y="1865612"/>
                  <a:pt x="3776643" y="1848367"/>
                </a:cubicBezTo>
                <a:cubicBezTo>
                  <a:pt x="3779928" y="1831122"/>
                  <a:pt x="3782050" y="1810061"/>
                  <a:pt x="3783010" y="1785184"/>
                </a:cubicBezTo>
                <a:cubicBezTo>
                  <a:pt x="3783970" y="1760306"/>
                  <a:pt x="3784578" y="1730930"/>
                  <a:pt x="3784834" y="1697055"/>
                </a:cubicBezTo>
                <a:cubicBezTo>
                  <a:pt x="3791255" y="1693416"/>
                  <a:pt x="3797742" y="1690311"/>
                  <a:pt x="3804295" y="1687740"/>
                </a:cubicBezTo>
                <a:cubicBezTo>
                  <a:pt x="3810849" y="1685170"/>
                  <a:pt x="3817159" y="1683884"/>
                  <a:pt x="3823226" y="1683884"/>
                </a:cubicBezTo>
                <a:cubicBezTo>
                  <a:pt x="3829292" y="1683884"/>
                  <a:pt x="3833655" y="1682462"/>
                  <a:pt x="3836313" y="1679616"/>
                </a:cubicBezTo>
                <a:cubicBezTo>
                  <a:pt x="3838971" y="1676770"/>
                  <a:pt x="3840300" y="1673265"/>
                  <a:pt x="3840300" y="1669101"/>
                </a:cubicBezTo>
                <a:cubicBezTo>
                  <a:pt x="3840300" y="1664937"/>
                  <a:pt x="3838158" y="1659709"/>
                  <a:pt x="3833874" y="1653416"/>
                </a:cubicBezTo>
                <a:cubicBezTo>
                  <a:pt x="3838874" y="1645980"/>
                  <a:pt x="3845329" y="1638114"/>
                  <a:pt x="3853236" y="1629821"/>
                </a:cubicBezTo>
                <a:cubicBezTo>
                  <a:pt x="3861144" y="1621527"/>
                  <a:pt x="3867208" y="1616535"/>
                  <a:pt x="3871427" y="1614846"/>
                </a:cubicBezTo>
                <a:cubicBezTo>
                  <a:pt x="3880144" y="1611539"/>
                  <a:pt x="3884502" y="1604794"/>
                  <a:pt x="3884502" y="1594610"/>
                </a:cubicBezTo>
                <a:cubicBezTo>
                  <a:pt x="3884502" y="1586525"/>
                  <a:pt x="3879978" y="1575519"/>
                  <a:pt x="3870931" y="1561591"/>
                </a:cubicBezTo>
                <a:cubicBezTo>
                  <a:pt x="3861884" y="1547663"/>
                  <a:pt x="3847631" y="1540700"/>
                  <a:pt x="3828172" y="1540700"/>
                </a:cubicBezTo>
                <a:cubicBezTo>
                  <a:pt x="3813564" y="1540700"/>
                  <a:pt x="3801669" y="1543778"/>
                  <a:pt x="3792488" y="1549934"/>
                </a:cubicBezTo>
                <a:cubicBezTo>
                  <a:pt x="3793828" y="1542268"/>
                  <a:pt x="3794497" y="1534705"/>
                  <a:pt x="3794497" y="1527248"/>
                </a:cubicBezTo>
                <a:cubicBezTo>
                  <a:pt x="3794497" y="1519790"/>
                  <a:pt x="3792275" y="1511328"/>
                  <a:pt x="3787829" y="1501860"/>
                </a:cubicBezTo>
                <a:cubicBezTo>
                  <a:pt x="3783384" y="1492393"/>
                  <a:pt x="3777922" y="1485853"/>
                  <a:pt x="3771443" y="1482239"/>
                </a:cubicBezTo>
                <a:cubicBezTo>
                  <a:pt x="3764964" y="1478626"/>
                  <a:pt x="3759229" y="1476819"/>
                  <a:pt x="3754238" y="1476819"/>
                </a:cubicBezTo>
                <a:cubicBezTo>
                  <a:pt x="3742411" y="1476819"/>
                  <a:pt x="3735721" y="1482871"/>
                  <a:pt x="3734169" y="1494974"/>
                </a:cubicBezTo>
                <a:cubicBezTo>
                  <a:pt x="3729817" y="1501498"/>
                  <a:pt x="3727641" y="1510871"/>
                  <a:pt x="3727641" y="1523094"/>
                </a:cubicBezTo>
                <a:cubicBezTo>
                  <a:pt x="3727641" y="1540877"/>
                  <a:pt x="3731391" y="1558269"/>
                  <a:pt x="3738891" y="1575270"/>
                </a:cubicBezTo>
                <a:cubicBezTo>
                  <a:pt x="3705682" y="1596927"/>
                  <a:pt x="3680361" y="1615133"/>
                  <a:pt x="3662928" y="1629891"/>
                </a:cubicBezTo>
                <a:cubicBezTo>
                  <a:pt x="3656814" y="1623056"/>
                  <a:pt x="3649942" y="1617263"/>
                  <a:pt x="3642312" y="1612513"/>
                </a:cubicBezTo>
                <a:cubicBezTo>
                  <a:pt x="3634681" y="1607762"/>
                  <a:pt x="3628982" y="1605387"/>
                  <a:pt x="3625215" y="1605387"/>
                </a:cubicBezTo>
                <a:lnTo>
                  <a:pt x="3624844" y="1605761"/>
                </a:lnTo>
                <a:lnTo>
                  <a:pt x="3679935" y="1428289"/>
                </a:lnTo>
                <a:cubicBezTo>
                  <a:pt x="3695770" y="1350906"/>
                  <a:pt x="3704085" y="1270784"/>
                  <a:pt x="3704085" y="1188720"/>
                </a:cubicBezTo>
                <a:lnTo>
                  <a:pt x="3701116" y="1129915"/>
                </a:lnTo>
                <a:lnTo>
                  <a:pt x="3795758" y="1072419"/>
                </a:lnTo>
                <a:cubicBezTo>
                  <a:pt x="3874211" y="1029801"/>
                  <a:pt x="3954955" y="990864"/>
                  <a:pt x="4037757" y="955842"/>
                </a:cubicBezTo>
                <a:lnTo>
                  <a:pt x="4066478" y="945330"/>
                </a:lnTo>
                <a:lnTo>
                  <a:pt x="4068471" y="947322"/>
                </a:lnTo>
                <a:cubicBezTo>
                  <a:pt x="4073246" y="951996"/>
                  <a:pt x="4076193" y="954739"/>
                  <a:pt x="4077310" y="955552"/>
                </a:cubicBezTo>
                <a:cubicBezTo>
                  <a:pt x="4079545" y="957178"/>
                  <a:pt x="4081476" y="957990"/>
                  <a:pt x="4083101" y="957990"/>
                </a:cubicBezTo>
                <a:cubicBezTo>
                  <a:pt x="4084727" y="957990"/>
                  <a:pt x="4086759" y="955857"/>
                  <a:pt x="4089197" y="951590"/>
                </a:cubicBezTo>
                <a:cubicBezTo>
                  <a:pt x="4090417" y="949456"/>
                  <a:pt x="4091788" y="945036"/>
                  <a:pt x="4093312" y="938331"/>
                </a:cubicBezTo>
                <a:lnTo>
                  <a:pt x="4093877" y="935302"/>
                </a:lnTo>
                <a:lnTo>
                  <a:pt x="4292108" y="862748"/>
                </a:lnTo>
                <a:cubicBezTo>
                  <a:pt x="4378796" y="835785"/>
                  <a:pt x="4467310" y="812969"/>
                  <a:pt x="4557419" y="794530"/>
                </a:cubicBezTo>
                <a:lnTo>
                  <a:pt x="4583650" y="790526"/>
                </a:lnTo>
                <a:lnTo>
                  <a:pt x="4582668" y="833937"/>
                </a:lnTo>
                <a:cubicBezTo>
                  <a:pt x="4581653" y="856086"/>
                  <a:pt x="4580636" y="870818"/>
                  <a:pt x="4579620" y="878133"/>
                </a:cubicBezTo>
                <a:cubicBezTo>
                  <a:pt x="4578605" y="885448"/>
                  <a:pt x="4575455" y="891239"/>
                  <a:pt x="4570172" y="895506"/>
                </a:cubicBezTo>
                <a:cubicBezTo>
                  <a:pt x="4564889" y="899774"/>
                  <a:pt x="4557065" y="901907"/>
                  <a:pt x="4546702" y="901907"/>
                </a:cubicBezTo>
                <a:cubicBezTo>
                  <a:pt x="4536339" y="901907"/>
                  <a:pt x="4526890" y="901501"/>
                  <a:pt x="4518356" y="900688"/>
                </a:cubicBezTo>
                <a:cubicBezTo>
                  <a:pt x="4509821" y="899875"/>
                  <a:pt x="4505554" y="901094"/>
                  <a:pt x="4505554" y="904346"/>
                </a:cubicBezTo>
                <a:cubicBezTo>
                  <a:pt x="4505554" y="905971"/>
                  <a:pt x="4506977" y="907800"/>
                  <a:pt x="4509821" y="909832"/>
                </a:cubicBezTo>
                <a:cubicBezTo>
                  <a:pt x="4531767" y="924869"/>
                  <a:pt x="4557980" y="944376"/>
                  <a:pt x="4588460" y="968354"/>
                </a:cubicBezTo>
                <a:cubicBezTo>
                  <a:pt x="4591304" y="970792"/>
                  <a:pt x="4593743" y="972011"/>
                  <a:pt x="4595775" y="972011"/>
                </a:cubicBezTo>
                <a:cubicBezTo>
                  <a:pt x="4601871" y="972011"/>
                  <a:pt x="4607256" y="961242"/>
                  <a:pt x="4611929" y="939702"/>
                </a:cubicBezTo>
                <a:cubicBezTo>
                  <a:pt x="4616603" y="918163"/>
                  <a:pt x="4618940" y="901704"/>
                  <a:pt x="4618940" y="890325"/>
                </a:cubicBezTo>
                <a:lnTo>
                  <a:pt x="4617111" y="814734"/>
                </a:lnTo>
                <a:lnTo>
                  <a:pt x="4616932" y="785447"/>
                </a:lnTo>
                <a:lnTo>
                  <a:pt x="4832298" y="752578"/>
                </a:lnTo>
                <a:close/>
                <a:moveTo>
                  <a:pt x="3968497" y="747069"/>
                </a:moveTo>
                <a:cubicBezTo>
                  <a:pt x="3966464" y="747069"/>
                  <a:pt x="3964635" y="747475"/>
                  <a:pt x="3963010" y="748288"/>
                </a:cubicBezTo>
                <a:cubicBezTo>
                  <a:pt x="3953663" y="752758"/>
                  <a:pt x="3939642" y="755603"/>
                  <a:pt x="3920948" y="756822"/>
                </a:cubicBezTo>
                <a:cubicBezTo>
                  <a:pt x="3926231" y="768201"/>
                  <a:pt x="3930092" y="779174"/>
                  <a:pt x="3932530" y="789741"/>
                </a:cubicBezTo>
                <a:cubicBezTo>
                  <a:pt x="3950412" y="785270"/>
                  <a:pt x="3961384" y="778362"/>
                  <a:pt x="3965448" y="769014"/>
                </a:cubicBezTo>
                <a:cubicBezTo>
                  <a:pt x="3969512" y="759667"/>
                  <a:pt x="3971544" y="753673"/>
                  <a:pt x="3971544" y="751031"/>
                </a:cubicBezTo>
                <a:cubicBezTo>
                  <a:pt x="3971544" y="748390"/>
                  <a:pt x="3970528" y="747069"/>
                  <a:pt x="3968497" y="747069"/>
                </a:cubicBezTo>
                <a:close/>
                <a:moveTo>
                  <a:pt x="5760720" y="740363"/>
                </a:moveTo>
                <a:cubicBezTo>
                  <a:pt x="5777382" y="740363"/>
                  <a:pt x="5790895" y="745342"/>
                  <a:pt x="5801258" y="755298"/>
                </a:cubicBezTo>
                <a:cubicBezTo>
                  <a:pt x="5811622" y="765255"/>
                  <a:pt x="5816804" y="775822"/>
                  <a:pt x="5816804" y="786998"/>
                </a:cubicBezTo>
                <a:cubicBezTo>
                  <a:pt x="5816804" y="798174"/>
                  <a:pt x="5813756" y="806809"/>
                  <a:pt x="5807659" y="812905"/>
                </a:cubicBezTo>
                <a:cubicBezTo>
                  <a:pt x="5801563" y="819001"/>
                  <a:pt x="5794960" y="822050"/>
                  <a:pt x="5787847" y="822050"/>
                </a:cubicBezTo>
                <a:cubicBezTo>
                  <a:pt x="5780735" y="822050"/>
                  <a:pt x="5775147" y="820627"/>
                  <a:pt x="5771084" y="817782"/>
                </a:cubicBezTo>
                <a:cubicBezTo>
                  <a:pt x="5762142" y="811280"/>
                  <a:pt x="5752795" y="808029"/>
                  <a:pt x="5743042" y="808029"/>
                </a:cubicBezTo>
                <a:cubicBezTo>
                  <a:pt x="5739790" y="808029"/>
                  <a:pt x="5737148" y="808435"/>
                  <a:pt x="5735117" y="809248"/>
                </a:cubicBezTo>
                <a:lnTo>
                  <a:pt x="5735824" y="810610"/>
                </a:lnTo>
                <a:lnTo>
                  <a:pt x="5720048" y="806553"/>
                </a:lnTo>
                <a:lnTo>
                  <a:pt x="5718048" y="797665"/>
                </a:lnTo>
                <a:cubicBezTo>
                  <a:pt x="5718048" y="759464"/>
                  <a:pt x="5732272" y="740363"/>
                  <a:pt x="5760720" y="740363"/>
                </a:cubicBezTo>
                <a:close/>
                <a:moveTo>
                  <a:pt x="280417" y="739144"/>
                </a:moveTo>
                <a:cubicBezTo>
                  <a:pt x="264161" y="746459"/>
                  <a:pt x="247905" y="756213"/>
                  <a:pt x="231648" y="768405"/>
                </a:cubicBezTo>
                <a:cubicBezTo>
                  <a:pt x="238152" y="776533"/>
                  <a:pt x="242012" y="783441"/>
                  <a:pt x="243232" y="789131"/>
                </a:cubicBezTo>
                <a:cubicBezTo>
                  <a:pt x="250140" y="786693"/>
                  <a:pt x="256033" y="785067"/>
                  <a:pt x="260909" y="784254"/>
                </a:cubicBezTo>
                <a:cubicBezTo>
                  <a:pt x="273101" y="767998"/>
                  <a:pt x="279604" y="752962"/>
                  <a:pt x="280417" y="739144"/>
                </a:cubicBezTo>
                <a:close/>
                <a:moveTo>
                  <a:pt x="2724912" y="738534"/>
                </a:moveTo>
                <a:cubicBezTo>
                  <a:pt x="2725725" y="738534"/>
                  <a:pt x="2726132" y="739347"/>
                  <a:pt x="2726132" y="740973"/>
                </a:cubicBezTo>
                <a:cubicBezTo>
                  <a:pt x="2726132" y="742598"/>
                  <a:pt x="2723084" y="748593"/>
                  <a:pt x="2716988" y="758956"/>
                </a:cubicBezTo>
                <a:cubicBezTo>
                  <a:pt x="2710892" y="769319"/>
                  <a:pt x="2707844" y="778158"/>
                  <a:pt x="2707844" y="785473"/>
                </a:cubicBezTo>
                <a:cubicBezTo>
                  <a:pt x="2707844" y="792789"/>
                  <a:pt x="2709368" y="801526"/>
                  <a:pt x="2712416" y="811686"/>
                </a:cubicBezTo>
                <a:cubicBezTo>
                  <a:pt x="2715464" y="821846"/>
                  <a:pt x="2719020" y="826926"/>
                  <a:pt x="2723084" y="826926"/>
                </a:cubicBezTo>
                <a:cubicBezTo>
                  <a:pt x="2725116" y="826926"/>
                  <a:pt x="2727351" y="826114"/>
                  <a:pt x="2729789" y="824488"/>
                </a:cubicBezTo>
                <a:cubicBezTo>
                  <a:pt x="2732228" y="822862"/>
                  <a:pt x="2733955" y="822050"/>
                  <a:pt x="2734971" y="822050"/>
                </a:cubicBezTo>
                <a:cubicBezTo>
                  <a:pt x="2735987" y="822050"/>
                  <a:pt x="2736495" y="822456"/>
                  <a:pt x="2736495" y="823269"/>
                </a:cubicBezTo>
                <a:cubicBezTo>
                  <a:pt x="2736495" y="827333"/>
                  <a:pt x="2728367" y="838305"/>
                  <a:pt x="2712111" y="856187"/>
                </a:cubicBezTo>
                <a:cubicBezTo>
                  <a:pt x="2698293" y="836273"/>
                  <a:pt x="2691384" y="818798"/>
                  <a:pt x="2691384" y="803762"/>
                </a:cubicBezTo>
                <a:cubicBezTo>
                  <a:pt x="2691384" y="788725"/>
                  <a:pt x="2696465" y="774094"/>
                  <a:pt x="2706624" y="759870"/>
                </a:cubicBezTo>
                <a:cubicBezTo>
                  <a:pt x="2716784" y="745646"/>
                  <a:pt x="2722880" y="738534"/>
                  <a:pt x="2724912" y="738534"/>
                </a:cubicBezTo>
                <a:close/>
                <a:moveTo>
                  <a:pt x="5112067" y="738451"/>
                </a:moveTo>
                <a:lnTo>
                  <a:pt x="5113934" y="745240"/>
                </a:lnTo>
                <a:cubicBezTo>
                  <a:pt x="5117998" y="752555"/>
                  <a:pt x="5122774" y="756213"/>
                  <a:pt x="5128260" y="756213"/>
                </a:cubicBezTo>
                <a:cubicBezTo>
                  <a:pt x="5131003" y="756213"/>
                  <a:pt x="5133517" y="753927"/>
                  <a:pt x="5135803" y="749355"/>
                </a:cubicBezTo>
                <a:lnTo>
                  <a:pt x="5138770" y="739468"/>
                </a:lnTo>
                <a:lnTo>
                  <a:pt x="5167338" y="740910"/>
                </a:lnTo>
                <a:lnTo>
                  <a:pt x="5170018" y="742192"/>
                </a:lnTo>
                <a:cubicBezTo>
                  <a:pt x="5134660" y="753571"/>
                  <a:pt x="5102148" y="767795"/>
                  <a:pt x="5072482" y="784864"/>
                </a:cubicBezTo>
                <a:cubicBezTo>
                  <a:pt x="5072482" y="772062"/>
                  <a:pt x="5072533" y="761852"/>
                  <a:pt x="5072634" y="754232"/>
                </a:cubicBezTo>
                <a:lnTo>
                  <a:pt x="5073052" y="740421"/>
                </a:lnTo>
                <a:close/>
                <a:moveTo>
                  <a:pt x="6373978" y="734877"/>
                </a:moveTo>
                <a:cubicBezTo>
                  <a:pt x="6371539" y="734877"/>
                  <a:pt x="6361278" y="742700"/>
                  <a:pt x="6343192" y="758346"/>
                </a:cubicBezTo>
                <a:cubicBezTo>
                  <a:pt x="6325108" y="773993"/>
                  <a:pt x="6311595" y="787302"/>
                  <a:pt x="6302654" y="798275"/>
                </a:cubicBezTo>
                <a:cubicBezTo>
                  <a:pt x="6322974" y="800714"/>
                  <a:pt x="6341262" y="805387"/>
                  <a:pt x="6357518" y="812296"/>
                </a:cubicBezTo>
                <a:cubicBezTo>
                  <a:pt x="6363208" y="800104"/>
                  <a:pt x="6367984" y="786388"/>
                  <a:pt x="6371844" y="771148"/>
                </a:cubicBezTo>
                <a:cubicBezTo>
                  <a:pt x="6375704" y="755908"/>
                  <a:pt x="6377636" y="746053"/>
                  <a:pt x="6377636" y="741582"/>
                </a:cubicBezTo>
                <a:cubicBezTo>
                  <a:pt x="6377636" y="737112"/>
                  <a:pt x="6376416" y="734877"/>
                  <a:pt x="6373978" y="734877"/>
                </a:cubicBezTo>
                <a:close/>
                <a:moveTo>
                  <a:pt x="7011010" y="702568"/>
                </a:moveTo>
                <a:cubicBezTo>
                  <a:pt x="7021170" y="702568"/>
                  <a:pt x="7030110" y="704905"/>
                  <a:pt x="7037832" y="709578"/>
                </a:cubicBezTo>
                <a:cubicBezTo>
                  <a:pt x="7045554" y="714252"/>
                  <a:pt x="7049414" y="719840"/>
                  <a:pt x="7049414" y="726342"/>
                </a:cubicBezTo>
                <a:cubicBezTo>
                  <a:pt x="7049414" y="738128"/>
                  <a:pt x="7042506" y="744021"/>
                  <a:pt x="7028688" y="744021"/>
                </a:cubicBezTo>
                <a:lnTo>
                  <a:pt x="7014058" y="742802"/>
                </a:lnTo>
                <a:cubicBezTo>
                  <a:pt x="7003492" y="742802"/>
                  <a:pt x="6993026" y="745037"/>
                  <a:pt x="6982663" y="749507"/>
                </a:cubicBezTo>
                <a:cubicBezTo>
                  <a:pt x="6972300" y="753977"/>
                  <a:pt x="6962444" y="756213"/>
                  <a:pt x="6953098" y="756213"/>
                </a:cubicBezTo>
                <a:cubicBezTo>
                  <a:pt x="6943751" y="756213"/>
                  <a:pt x="6933286" y="758245"/>
                  <a:pt x="6921704" y="762309"/>
                </a:cubicBezTo>
                <a:cubicBezTo>
                  <a:pt x="6910121" y="766373"/>
                  <a:pt x="6898843" y="771656"/>
                  <a:pt x="6887870" y="778158"/>
                </a:cubicBezTo>
                <a:cubicBezTo>
                  <a:pt x="6876898" y="784661"/>
                  <a:pt x="6870598" y="789030"/>
                  <a:pt x="6868973" y="791265"/>
                </a:cubicBezTo>
                <a:cubicBezTo>
                  <a:pt x="6867347" y="793500"/>
                  <a:pt x="6866534" y="796446"/>
                  <a:pt x="6866534" y="800104"/>
                </a:cubicBezTo>
                <a:cubicBezTo>
                  <a:pt x="6866534" y="803762"/>
                  <a:pt x="6867956" y="807622"/>
                  <a:pt x="6870802" y="811686"/>
                </a:cubicBezTo>
                <a:cubicBezTo>
                  <a:pt x="6873646" y="815750"/>
                  <a:pt x="6877507" y="818595"/>
                  <a:pt x="6882384" y="820221"/>
                </a:cubicBezTo>
                <a:cubicBezTo>
                  <a:pt x="6897421" y="812499"/>
                  <a:pt x="6920890" y="803863"/>
                  <a:pt x="6952792" y="794313"/>
                </a:cubicBezTo>
                <a:cubicBezTo>
                  <a:pt x="6984695" y="784762"/>
                  <a:pt x="7004914" y="779987"/>
                  <a:pt x="7013448" y="779987"/>
                </a:cubicBezTo>
                <a:cubicBezTo>
                  <a:pt x="7029704" y="779987"/>
                  <a:pt x="7042099" y="784458"/>
                  <a:pt x="7050634" y="793398"/>
                </a:cubicBezTo>
                <a:cubicBezTo>
                  <a:pt x="7059168" y="802339"/>
                  <a:pt x="7063436" y="814125"/>
                  <a:pt x="7063436" y="828755"/>
                </a:cubicBezTo>
                <a:cubicBezTo>
                  <a:pt x="7063436" y="832819"/>
                  <a:pt x="7062826" y="835664"/>
                  <a:pt x="7061606" y="837290"/>
                </a:cubicBezTo>
                <a:cubicBezTo>
                  <a:pt x="7053478" y="849888"/>
                  <a:pt x="7045960" y="861064"/>
                  <a:pt x="7039052" y="870818"/>
                </a:cubicBezTo>
                <a:cubicBezTo>
                  <a:pt x="7032142" y="880571"/>
                  <a:pt x="7028688" y="886870"/>
                  <a:pt x="7028688" y="889715"/>
                </a:cubicBezTo>
                <a:cubicBezTo>
                  <a:pt x="7028688" y="891341"/>
                  <a:pt x="7030924" y="894084"/>
                  <a:pt x="7035394" y="897945"/>
                </a:cubicBezTo>
                <a:cubicBezTo>
                  <a:pt x="7039864" y="901806"/>
                  <a:pt x="7042099" y="906073"/>
                  <a:pt x="7042099" y="910746"/>
                </a:cubicBezTo>
                <a:cubicBezTo>
                  <a:pt x="7042099" y="915420"/>
                  <a:pt x="7040270" y="919992"/>
                  <a:pt x="7036612" y="924462"/>
                </a:cubicBezTo>
                <a:cubicBezTo>
                  <a:pt x="7032956" y="928933"/>
                  <a:pt x="7028586" y="931168"/>
                  <a:pt x="7023506" y="931168"/>
                </a:cubicBezTo>
                <a:cubicBezTo>
                  <a:pt x="7018426" y="931168"/>
                  <a:pt x="7014870" y="930558"/>
                  <a:pt x="7012838" y="929339"/>
                </a:cubicBezTo>
                <a:cubicBezTo>
                  <a:pt x="7003085" y="924056"/>
                  <a:pt x="6988658" y="921414"/>
                  <a:pt x="6969557" y="921414"/>
                </a:cubicBezTo>
                <a:cubicBezTo>
                  <a:pt x="6958990" y="921414"/>
                  <a:pt x="6948526" y="922430"/>
                  <a:pt x="6938162" y="924462"/>
                </a:cubicBezTo>
                <a:cubicBezTo>
                  <a:pt x="6927799" y="926494"/>
                  <a:pt x="6921094" y="929034"/>
                  <a:pt x="6918046" y="932082"/>
                </a:cubicBezTo>
                <a:cubicBezTo>
                  <a:pt x="6914998" y="935130"/>
                  <a:pt x="6912661" y="939702"/>
                  <a:pt x="6911036" y="945798"/>
                </a:cubicBezTo>
                <a:cubicBezTo>
                  <a:pt x="6909410" y="951894"/>
                  <a:pt x="6906870" y="954942"/>
                  <a:pt x="6903415" y="954942"/>
                </a:cubicBezTo>
                <a:cubicBezTo>
                  <a:pt x="6899960" y="954942"/>
                  <a:pt x="6894170" y="951894"/>
                  <a:pt x="6886042" y="945798"/>
                </a:cubicBezTo>
                <a:cubicBezTo>
                  <a:pt x="6877914" y="939702"/>
                  <a:pt x="6869176" y="921008"/>
                  <a:pt x="6859828" y="889715"/>
                </a:cubicBezTo>
                <a:cubicBezTo>
                  <a:pt x="6850482" y="858422"/>
                  <a:pt x="6845808" y="836578"/>
                  <a:pt x="6845808" y="824183"/>
                </a:cubicBezTo>
                <a:cubicBezTo>
                  <a:pt x="6845808" y="811788"/>
                  <a:pt x="6849974" y="801526"/>
                  <a:pt x="6858305" y="793398"/>
                </a:cubicBezTo>
                <a:cubicBezTo>
                  <a:pt x="6866636" y="785270"/>
                  <a:pt x="6880556" y="776533"/>
                  <a:pt x="6900062" y="767186"/>
                </a:cubicBezTo>
                <a:cubicBezTo>
                  <a:pt x="6892747" y="768405"/>
                  <a:pt x="6882181" y="771351"/>
                  <a:pt x="6868363" y="776025"/>
                </a:cubicBezTo>
                <a:cubicBezTo>
                  <a:pt x="6854545" y="780698"/>
                  <a:pt x="6843674" y="783035"/>
                  <a:pt x="6835750" y="783035"/>
                </a:cubicBezTo>
                <a:cubicBezTo>
                  <a:pt x="6827825" y="783035"/>
                  <a:pt x="6821424" y="778666"/>
                  <a:pt x="6816547" y="769929"/>
                </a:cubicBezTo>
                <a:cubicBezTo>
                  <a:pt x="6811670" y="761191"/>
                  <a:pt x="6809232" y="754587"/>
                  <a:pt x="6809232" y="750117"/>
                </a:cubicBezTo>
                <a:cubicBezTo>
                  <a:pt x="6809232" y="745646"/>
                  <a:pt x="6812686" y="744224"/>
                  <a:pt x="6819595" y="745850"/>
                </a:cubicBezTo>
                <a:cubicBezTo>
                  <a:pt x="6821627" y="746256"/>
                  <a:pt x="6824472" y="746459"/>
                  <a:pt x="6828130" y="746459"/>
                </a:cubicBezTo>
                <a:cubicBezTo>
                  <a:pt x="6831788" y="746459"/>
                  <a:pt x="6837274" y="745240"/>
                  <a:pt x="6844589" y="742802"/>
                </a:cubicBezTo>
                <a:cubicBezTo>
                  <a:pt x="6866534" y="735893"/>
                  <a:pt x="6898538" y="727460"/>
                  <a:pt x="6940601" y="717503"/>
                </a:cubicBezTo>
                <a:cubicBezTo>
                  <a:pt x="6982663" y="707546"/>
                  <a:pt x="7006132" y="702568"/>
                  <a:pt x="7011010" y="702568"/>
                </a:cubicBezTo>
                <a:close/>
                <a:moveTo>
                  <a:pt x="1969923" y="701958"/>
                </a:moveTo>
                <a:cubicBezTo>
                  <a:pt x="1960779" y="701958"/>
                  <a:pt x="1949908" y="708867"/>
                  <a:pt x="1937309" y="722685"/>
                </a:cubicBezTo>
                <a:cubicBezTo>
                  <a:pt x="1924711" y="736502"/>
                  <a:pt x="1918412" y="748085"/>
                  <a:pt x="1918412" y="757432"/>
                </a:cubicBezTo>
                <a:cubicBezTo>
                  <a:pt x="1918412" y="769218"/>
                  <a:pt x="1923187" y="775110"/>
                  <a:pt x="1932737" y="775110"/>
                </a:cubicBezTo>
                <a:cubicBezTo>
                  <a:pt x="1942288" y="775110"/>
                  <a:pt x="1953159" y="768100"/>
                  <a:pt x="1965351" y="754079"/>
                </a:cubicBezTo>
                <a:cubicBezTo>
                  <a:pt x="1977543" y="740058"/>
                  <a:pt x="1983639" y="727968"/>
                  <a:pt x="1983639" y="717808"/>
                </a:cubicBezTo>
                <a:cubicBezTo>
                  <a:pt x="1983639" y="707242"/>
                  <a:pt x="1979067" y="701958"/>
                  <a:pt x="1969923" y="701958"/>
                </a:cubicBezTo>
                <a:close/>
                <a:moveTo>
                  <a:pt x="368199" y="701958"/>
                </a:moveTo>
                <a:cubicBezTo>
                  <a:pt x="365760" y="701958"/>
                  <a:pt x="358039" y="704295"/>
                  <a:pt x="345034" y="708969"/>
                </a:cubicBezTo>
                <a:cubicBezTo>
                  <a:pt x="332029" y="713642"/>
                  <a:pt x="323495" y="717198"/>
                  <a:pt x="319432" y="719637"/>
                </a:cubicBezTo>
                <a:cubicBezTo>
                  <a:pt x="323495" y="727765"/>
                  <a:pt x="325528" y="736299"/>
                  <a:pt x="325528" y="745240"/>
                </a:cubicBezTo>
                <a:cubicBezTo>
                  <a:pt x="325528" y="754181"/>
                  <a:pt x="323495" y="763528"/>
                  <a:pt x="319432" y="773282"/>
                </a:cubicBezTo>
                <a:cubicBezTo>
                  <a:pt x="324308" y="772469"/>
                  <a:pt x="328270" y="772062"/>
                  <a:pt x="331318" y="772062"/>
                </a:cubicBezTo>
                <a:cubicBezTo>
                  <a:pt x="334367" y="772062"/>
                  <a:pt x="337719" y="772265"/>
                  <a:pt x="341377" y="772672"/>
                </a:cubicBezTo>
                <a:cubicBezTo>
                  <a:pt x="364948" y="742598"/>
                  <a:pt x="376733" y="722278"/>
                  <a:pt x="376733" y="711712"/>
                </a:cubicBezTo>
                <a:cubicBezTo>
                  <a:pt x="376733" y="705210"/>
                  <a:pt x="373888" y="701958"/>
                  <a:pt x="368199" y="701958"/>
                </a:cubicBezTo>
                <a:close/>
                <a:moveTo>
                  <a:pt x="3985565" y="690376"/>
                </a:moveTo>
                <a:cubicBezTo>
                  <a:pt x="3998164" y="690376"/>
                  <a:pt x="4008324" y="694135"/>
                  <a:pt x="4016045" y="701654"/>
                </a:cubicBezTo>
                <a:cubicBezTo>
                  <a:pt x="4023767" y="709172"/>
                  <a:pt x="4027627" y="718214"/>
                  <a:pt x="4027627" y="728781"/>
                </a:cubicBezTo>
                <a:cubicBezTo>
                  <a:pt x="4027627" y="735690"/>
                  <a:pt x="4024275" y="744326"/>
                  <a:pt x="4017569" y="754689"/>
                </a:cubicBezTo>
                <a:cubicBezTo>
                  <a:pt x="4010864" y="765052"/>
                  <a:pt x="4004869" y="778158"/>
                  <a:pt x="3999586" y="794008"/>
                </a:cubicBezTo>
                <a:cubicBezTo>
                  <a:pt x="4002431" y="798478"/>
                  <a:pt x="4005885" y="802745"/>
                  <a:pt x="4009949" y="806809"/>
                </a:cubicBezTo>
                <a:cubicBezTo>
                  <a:pt x="4014013" y="810873"/>
                  <a:pt x="4016045" y="814226"/>
                  <a:pt x="4016045" y="816868"/>
                </a:cubicBezTo>
                <a:cubicBezTo>
                  <a:pt x="4016045" y="819510"/>
                  <a:pt x="4013810" y="820830"/>
                  <a:pt x="4009340" y="820830"/>
                </a:cubicBezTo>
                <a:cubicBezTo>
                  <a:pt x="4007714" y="820830"/>
                  <a:pt x="4004971" y="820424"/>
                  <a:pt x="4001110" y="819611"/>
                </a:cubicBezTo>
                <a:cubicBezTo>
                  <a:pt x="3997249" y="818798"/>
                  <a:pt x="3991865" y="818392"/>
                  <a:pt x="3984956" y="818392"/>
                </a:cubicBezTo>
                <a:cubicBezTo>
                  <a:pt x="3968293" y="818392"/>
                  <a:pt x="3952241" y="822253"/>
                  <a:pt x="3936797" y="829974"/>
                </a:cubicBezTo>
                <a:cubicBezTo>
                  <a:pt x="3935578" y="834851"/>
                  <a:pt x="3933952" y="837290"/>
                  <a:pt x="3931920" y="837290"/>
                </a:cubicBezTo>
                <a:cubicBezTo>
                  <a:pt x="3929888" y="837290"/>
                  <a:pt x="3926231" y="834445"/>
                  <a:pt x="3920948" y="828755"/>
                </a:cubicBezTo>
                <a:cubicBezTo>
                  <a:pt x="3915665" y="823065"/>
                  <a:pt x="3910178" y="815039"/>
                  <a:pt x="3904489" y="804676"/>
                </a:cubicBezTo>
                <a:cubicBezTo>
                  <a:pt x="3898799" y="794313"/>
                  <a:pt x="3892703" y="778768"/>
                  <a:pt x="3886200" y="758042"/>
                </a:cubicBezTo>
                <a:cubicBezTo>
                  <a:pt x="3879698" y="737315"/>
                  <a:pt x="3876447" y="724818"/>
                  <a:pt x="3876447" y="720551"/>
                </a:cubicBezTo>
                <a:cubicBezTo>
                  <a:pt x="3876447" y="716284"/>
                  <a:pt x="3878479" y="714150"/>
                  <a:pt x="3882543" y="714150"/>
                </a:cubicBezTo>
                <a:cubicBezTo>
                  <a:pt x="3886607" y="714150"/>
                  <a:pt x="3893109" y="718824"/>
                  <a:pt x="3902050" y="728171"/>
                </a:cubicBezTo>
                <a:cubicBezTo>
                  <a:pt x="3918306" y="718824"/>
                  <a:pt x="3933648" y="710594"/>
                  <a:pt x="3948075" y="703482"/>
                </a:cubicBezTo>
                <a:cubicBezTo>
                  <a:pt x="3962502" y="696370"/>
                  <a:pt x="3971443" y="692408"/>
                  <a:pt x="3974897" y="691595"/>
                </a:cubicBezTo>
                <a:cubicBezTo>
                  <a:pt x="3978351" y="690782"/>
                  <a:pt x="3981908" y="690376"/>
                  <a:pt x="3985565" y="690376"/>
                </a:cubicBezTo>
                <a:close/>
                <a:moveTo>
                  <a:pt x="5033468" y="688547"/>
                </a:moveTo>
                <a:cubicBezTo>
                  <a:pt x="5021275" y="701552"/>
                  <a:pt x="5009692" y="716792"/>
                  <a:pt x="4998720" y="734267"/>
                </a:cubicBezTo>
                <a:cubicBezTo>
                  <a:pt x="5007661" y="731016"/>
                  <a:pt x="5014772" y="728984"/>
                  <a:pt x="5020056" y="728171"/>
                </a:cubicBezTo>
                <a:cubicBezTo>
                  <a:pt x="5029810" y="712728"/>
                  <a:pt x="5034280" y="699520"/>
                  <a:pt x="5033468" y="688547"/>
                </a:cubicBezTo>
                <a:close/>
                <a:moveTo>
                  <a:pt x="4493057" y="686718"/>
                </a:moveTo>
                <a:cubicBezTo>
                  <a:pt x="4489603" y="686718"/>
                  <a:pt x="4483609" y="688954"/>
                  <a:pt x="4475074" y="693424"/>
                </a:cubicBezTo>
                <a:cubicBezTo>
                  <a:pt x="4466540" y="697894"/>
                  <a:pt x="4458005" y="703787"/>
                  <a:pt x="4449471" y="711102"/>
                </a:cubicBezTo>
                <a:cubicBezTo>
                  <a:pt x="4449877" y="715166"/>
                  <a:pt x="4450081" y="722075"/>
                  <a:pt x="4450081" y="731829"/>
                </a:cubicBezTo>
                <a:cubicBezTo>
                  <a:pt x="4460240" y="727765"/>
                  <a:pt x="4471213" y="722685"/>
                  <a:pt x="4482999" y="716589"/>
                </a:cubicBezTo>
                <a:cubicBezTo>
                  <a:pt x="4493159" y="700739"/>
                  <a:pt x="4498239" y="692002"/>
                  <a:pt x="4498239" y="690376"/>
                </a:cubicBezTo>
                <a:cubicBezTo>
                  <a:pt x="4498239" y="687938"/>
                  <a:pt x="4496512" y="686718"/>
                  <a:pt x="4493057" y="686718"/>
                </a:cubicBezTo>
                <a:close/>
                <a:moveTo>
                  <a:pt x="3374746" y="663554"/>
                </a:moveTo>
                <a:cubicBezTo>
                  <a:pt x="3372714" y="676152"/>
                  <a:pt x="3367431" y="688141"/>
                  <a:pt x="3358897" y="699520"/>
                </a:cubicBezTo>
                <a:cubicBezTo>
                  <a:pt x="3356458" y="702771"/>
                  <a:pt x="3355239" y="708867"/>
                  <a:pt x="3355239" y="717808"/>
                </a:cubicBezTo>
                <a:cubicBezTo>
                  <a:pt x="3355239" y="726749"/>
                  <a:pt x="3356864" y="738026"/>
                  <a:pt x="3360116" y="751641"/>
                </a:cubicBezTo>
                <a:cubicBezTo>
                  <a:pt x="3363367" y="765255"/>
                  <a:pt x="3369666" y="772062"/>
                  <a:pt x="3379013" y="772062"/>
                </a:cubicBezTo>
                <a:cubicBezTo>
                  <a:pt x="3381452" y="772062"/>
                  <a:pt x="3385617" y="770843"/>
                  <a:pt x="3391510" y="768405"/>
                </a:cubicBezTo>
                <a:cubicBezTo>
                  <a:pt x="3397403" y="765966"/>
                  <a:pt x="3402483" y="764747"/>
                  <a:pt x="3406750" y="764747"/>
                </a:cubicBezTo>
                <a:cubicBezTo>
                  <a:pt x="3411017" y="764747"/>
                  <a:pt x="3413151" y="767795"/>
                  <a:pt x="3413151" y="773891"/>
                </a:cubicBezTo>
                <a:cubicBezTo>
                  <a:pt x="3413151" y="785677"/>
                  <a:pt x="3409087" y="799901"/>
                  <a:pt x="3400959" y="816563"/>
                </a:cubicBezTo>
                <a:lnTo>
                  <a:pt x="3352800" y="790350"/>
                </a:lnTo>
                <a:cubicBezTo>
                  <a:pt x="3336544" y="781409"/>
                  <a:pt x="3319679" y="776939"/>
                  <a:pt x="3302203" y="776939"/>
                </a:cubicBezTo>
                <a:cubicBezTo>
                  <a:pt x="3302610" y="746866"/>
                  <a:pt x="3303626" y="726647"/>
                  <a:pt x="3305252" y="716284"/>
                </a:cubicBezTo>
                <a:cubicBezTo>
                  <a:pt x="3306877" y="705921"/>
                  <a:pt x="3309925" y="698504"/>
                  <a:pt x="3314395" y="694034"/>
                </a:cubicBezTo>
                <a:cubicBezTo>
                  <a:pt x="3318866" y="689563"/>
                  <a:pt x="3324759" y="682655"/>
                  <a:pt x="3332074" y="673307"/>
                </a:cubicBezTo>
                <a:cubicBezTo>
                  <a:pt x="3334919" y="673714"/>
                  <a:pt x="3338983" y="673917"/>
                  <a:pt x="3344266" y="673917"/>
                </a:cubicBezTo>
                <a:cubicBezTo>
                  <a:pt x="3349549" y="673917"/>
                  <a:pt x="3359709" y="670462"/>
                  <a:pt x="3374746" y="663554"/>
                </a:cubicBezTo>
                <a:close/>
                <a:moveTo>
                  <a:pt x="2764537" y="652581"/>
                </a:moveTo>
                <a:cubicBezTo>
                  <a:pt x="2768194" y="652581"/>
                  <a:pt x="2770937" y="654410"/>
                  <a:pt x="2772766" y="658067"/>
                </a:cubicBezTo>
                <a:cubicBezTo>
                  <a:pt x="2774595" y="661725"/>
                  <a:pt x="2777033" y="683467"/>
                  <a:pt x="2780081" y="723294"/>
                </a:cubicBezTo>
                <a:cubicBezTo>
                  <a:pt x="2783129" y="763122"/>
                  <a:pt x="2784653" y="800510"/>
                  <a:pt x="2784653" y="835461"/>
                </a:cubicBezTo>
                <a:cubicBezTo>
                  <a:pt x="2784653" y="870411"/>
                  <a:pt x="2783942" y="891442"/>
                  <a:pt x="2782519" y="898554"/>
                </a:cubicBezTo>
                <a:cubicBezTo>
                  <a:pt x="2781097" y="905666"/>
                  <a:pt x="2778456" y="909222"/>
                  <a:pt x="2774595" y="909222"/>
                </a:cubicBezTo>
                <a:cubicBezTo>
                  <a:pt x="2770734" y="909222"/>
                  <a:pt x="2763216" y="906073"/>
                  <a:pt x="2752040" y="899774"/>
                </a:cubicBezTo>
                <a:cubicBezTo>
                  <a:pt x="2740864" y="893474"/>
                  <a:pt x="2731212" y="884026"/>
                  <a:pt x="2723084" y="871427"/>
                </a:cubicBezTo>
                <a:cubicBezTo>
                  <a:pt x="2736495" y="866957"/>
                  <a:pt x="2748077" y="861470"/>
                  <a:pt x="2757831" y="854968"/>
                </a:cubicBezTo>
                <a:cubicBezTo>
                  <a:pt x="2767584" y="848466"/>
                  <a:pt x="2774087" y="842573"/>
                  <a:pt x="2777338" y="837290"/>
                </a:cubicBezTo>
                <a:cubicBezTo>
                  <a:pt x="2780589" y="832006"/>
                  <a:pt x="2782215" y="825809"/>
                  <a:pt x="2782215" y="818697"/>
                </a:cubicBezTo>
                <a:cubicBezTo>
                  <a:pt x="2782215" y="811585"/>
                  <a:pt x="2780285" y="804473"/>
                  <a:pt x="2776424" y="797361"/>
                </a:cubicBezTo>
                <a:cubicBezTo>
                  <a:pt x="2772563" y="790249"/>
                  <a:pt x="2767991" y="785169"/>
                  <a:pt x="2762708" y="782121"/>
                </a:cubicBezTo>
                <a:cubicBezTo>
                  <a:pt x="2757425" y="779073"/>
                  <a:pt x="2754783" y="776126"/>
                  <a:pt x="2754783" y="773282"/>
                </a:cubicBezTo>
                <a:cubicBezTo>
                  <a:pt x="2754783" y="770437"/>
                  <a:pt x="2756206" y="766576"/>
                  <a:pt x="2759050" y="761699"/>
                </a:cubicBezTo>
                <a:cubicBezTo>
                  <a:pt x="2767584" y="745443"/>
                  <a:pt x="2771852" y="731219"/>
                  <a:pt x="2771852" y="719027"/>
                </a:cubicBezTo>
                <a:cubicBezTo>
                  <a:pt x="2771852" y="697082"/>
                  <a:pt x="2758440" y="686109"/>
                  <a:pt x="2731618" y="686109"/>
                </a:cubicBezTo>
                <a:cubicBezTo>
                  <a:pt x="2727148" y="686109"/>
                  <a:pt x="2722068" y="686515"/>
                  <a:pt x="2716378" y="687328"/>
                </a:cubicBezTo>
                <a:cubicBezTo>
                  <a:pt x="2722068" y="678387"/>
                  <a:pt x="2730602" y="670361"/>
                  <a:pt x="2741982" y="663249"/>
                </a:cubicBezTo>
                <a:cubicBezTo>
                  <a:pt x="2753360" y="656137"/>
                  <a:pt x="2760879" y="652581"/>
                  <a:pt x="2764537" y="652581"/>
                </a:cubicBezTo>
                <a:close/>
                <a:moveTo>
                  <a:pt x="6983578" y="626368"/>
                </a:moveTo>
                <a:cubicBezTo>
                  <a:pt x="6995363" y="626368"/>
                  <a:pt x="7005117" y="629213"/>
                  <a:pt x="7012838" y="634902"/>
                </a:cubicBezTo>
                <a:cubicBezTo>
                  <a:pt x="7020560" y="640592"/>
                  <a:pt x="7024421" y="646891"/>
                  <a:pt x="7024421" y="653800"/>
                </a:cubicBezTo>
                <a:cubicBezTo>
                  <a:pt x="7024421" y="657051"/>
                  <a:pt x="7022795" y="660302"/>
                  <a:pt x="7019544" y="663554"/>
                </a:cubicBezTo>
                <a:cubicBezTo>
                  <a:pt x="7016293" y="666805"/>
                  <a:pt x="7011518" y="669040"/>
                  <a:pt x="7005218" y="670259"/>
                </a:cubicBezTo>
                <a:cubicBezTo>
                  <a:pt x="6998920" y="671478"/>
                  <a:pt x="6990588" y="674222"/>
                  <a:pt x="6980225" y="678489"/>
                </a:cubicBezTo>
                <a:cubicBezTo>
                  <a:pt x="6969862" y="682756"/>
                  <a:pt x="6960616" y="687328"/>
                  <a:pt x="6952488" y="692205"/>
                </a:cubicBezTo>
                <a:cubicBezTo>
                  <a:pt x="6944360" y="697082"/>
                  <a:pt x="6935114" y="701857"/>
                  <a:pt x="6924752" y="706530"/>
                </a:cubicBezTo>
                <a:cubicBezTo>
                  <a:pt x="6914388" y="711204"/>
                  <a:pt x="6907174" y="713541"/>
                  <a:pt x="6903110" y="713541"/>
                </a:cubicBezTo>
                <a:lnTo>
                  <a:pt x="6893966" y="713541"/>
                </a:lnTo>
                <a:cubicBezTo>
                  <a:pt x="6887870" y="713541"/>
                  <a:pt x="6881978" y="715268"/>
                  <a:pt x="6876288" y="718722"/>
                </a:cubicBezTo>
                <a:cubicBezTo>
                  <a:pt x="6870598" y="722177"/>
                  <a:pt x="6867448" y="723904"/>
                  <a:pt x="6866839" y="723904"/>
                </a:cubicBezTo>
                <a:cubicBezTo>
                  <a:pt x="6866230" y="723904"/>
                  <a:pt x="6865925" y="723498"/>
                  <a:pt x="6865925" y="722685"/>
                </a:cubicBezTo>
                <a:cubicBezTo>
                  <a:pt x="6865925" y="719434"/>
                  <a:pt x="6874866" y="713134"/>
                  <a:pt x="6892747" y="703787"/>
                </a:cubicBezTo>
                <a:cubicBezTo>
                  <a:pt x="6895592" y="702162"/>
                  <a:pt x="6897014" y="700231"/>
                  <a:pt x="6897014" y="697996"/>
                </a:cubicBezTo>
                <a:cubicBezTo>
                  <a:pt x="6897014" y="695761"/>
                  <a:pt x="6894272" y="694338"/>
                  <a:pt x="6888785" y="693729"/>
                </a:cubicBezTo>
                <a:cubicBezTo>
                  <a:pt x="6883298" y="693119"/>
                  <a:pt x="6876085" y="689157"/>
                  <a:pt x="6867144" y="681842"/>
                </a:cubicBezTo>
                <a:cubicBezTo>
                  <a:pt x="6858203" y="674526"/>
                  <a:pt x="6853732" y="668837"/>
                  <a:pt x="6853732" y="664773"/>
                </a:cubicBezTo>
                <a:cubicBezTo>
                  <a:pt x="6853732" y="660709"/>
                  <a:pt x="6855562" y="658474"/>
                  <a:pt x="6859220" y="658067"/>
                </a:cubicBezTo>
                <a:cubicBezTo>
                  <a:pt x="6911644" y="646282"/>
                  <a:pt x="6947611" y="636528"/>
                  <a:pt x="6967118" y="628806"/>
                </a:cubicBezTo>
                <a:cubicBezTo>
                  <a:pt x="6971995" y="627181"/>
                  <a:pt x="6977482" y="626368"/>
                  <a:pt x="6983578" y="626368"/>
                </a:cubicBezTo>
                <a:close/>
                <a:moveTo>
                  <a:pt x="4443375" y="622710"/>
                </a:moveTo>
                <a:cubicBezTo>
                  <a:pt x="4445813" y="622710"/>
                  <a:pt x="4447033" y="623320"/>
                  <a:pt x="4447033" y="624539"/>
                </a:cubicBezTo>
                <a:cubicBezTo>
                  <a:pt x="4447033" y="625758"/>
                  <a:pt x="4446118" y="627486"/>
                  <a:pt x="4444289" y="629721"/>
                </a:cubicBezTo>
                <a:cubicBezTo>
                  <a:pt x="4442460" y="631956"/>
                  <a:pt x="4441546" y="635410"/>
                  <a:pt x="4441546" y="640084"/>
                </a:cubicBezTo>
                <a:cubicBezTo>
                  <a:pt x="4441546" y="644758"/>
                  <a:pt x="4442156" y="650549"/>
                  <a:pt x="4443375" y="657458"/>
                </a:cubicBezTo>
                <a:cubicBezTo>
                  <a:pt x="4454754" y="649330"/>
                  <a:pt x="4466844" y="641913"/>
                  <a:pt x="4479646" y="635207"/>
                </a:cubicBezTo>
                <a:cubicBezTo>
                  <a:pt x="4492448" y="628501"/>
                  <a:pt x="4500474" y="624844"/>
                  <a:pt x="4503725" y="624234"/>
                </a:cubicBezTo>
                <a:cubicBezTo>
                  <a:pt x="4506977" y="623625"/>
                  <a:pt x="4510431" y="623320"/>
                  <a:pt x="4514089" y="623320"/>
                </a:cubicBezTo>
                <a:cubicBezTo>
                  <a:pt x="4531157" y="623320"/>
                  <a:pt x="4544162" y="628806"/>
                  <a:pt x="4553103" y="639779"/>
                </a:cubicBezTo>
                <a:cubicBezTo>
                  <a:pt x="4562044" y="650752"/>
                  <a:pt x="4566514" y="662741"/>
                  <a:pt x="4566514" y="675746"/>
                </a:cubicBezTo>
                <a:cubicBezTo>
                  <a:pt x="4566514" y="680216"/>
                  <a:pt x="4565701" y="683264"/>
                  <a:pt x="4564076" y="684890"/>
                </a:cubicBezTo>
                <a:cubicBezTo>
                  <a:pt x="4551884" y="698301"/>
                  <a:pt x="4545788" y="708054"/>
                  <a:pt x="4545788" y="714150"/>
                </a:cubicBezTo>
                <a:cubicBezTo>
                  <a:pt x="4545788" y="717402"/>
                  <a:pt x="4547820" y="722482"/>
                  <a:pt x="4551884" y="729390"/>
                </a:cubicBezTo>
                <a:cubicBezTo>
                  <a:pt x="4555948" y="736299"/>
                  <a:pt x="4557980" y="743005"/>
                  <a:pt x="4557980" y="749507"/>
                </a:cubicBezTo>
                <a:cubicBezTo>
                  <a:pt x="4557980" y="758448"/>
                  <a:pt x="4553916" y="762918"/>
                  <a:pt x="4545788" y="762918"/>
                </a:cubicBezTo>
                <a:lnTo>
                  <a:pt x="4536644" y="762309"/>
                </a:lnTo>
                <a:cubicBezTo>
                  <a:pt x="4524045" y="762309"/>
                  <a:pt x="4510025" y="765966"/>
                  <a:pt x="4494581" y="773282"/>
                </a:cubicBezTo>
                <a:cubicBezTo>
                  <a:pt x="4479138" y="780597"/>
                  <a:pt x="4461866" y="783848"/>
                  <a:pt x="4442765" y="783035"/>
                </a:cubicBezTo>
                <a:cubicBezTo>
                  <a:pt x="4441546" y="790757"/>
                  <a:pt x="4438498" y="794618"/>
                  <a:pt x="4433621" y="794618"/>
                </a:cubicBezTo>
                <a:cubicBezTo>
                  <a:pt x="4428744" y="794618"/>
                  <a:pt x="4421023" y="788420"/>
                  <a:pt x="4410457" y="776025"/>
                </a:cubicBezTo>
                <a:cubicBezTo>
                  <a:pt x="4399890" y="763630"/>
                  <a:pt x="4394607" y="746866"/>
                  <a:pt x="4394607" y="725733"/>
                </a:cubicBezTo>
                <a:cubicBezTo>
                  <a:pt x="4394607" y="704600"/>
                  <a:pt x="4397452" y="686820"/>
                  <a:pt x="4403141" y="672393"/>
                </a:cubicBezTo>
                <a:cubicBezTo>
                  <a:pt x="4408831" y="657965"/>
                  <a:pt x="4416349" y="646078"/>
                  <a:pt x="4425697" y="636731"/>
                </a:cubicBezTo>
                <a:cubicBezTo>
                  <a:pt x="4435044" y="627384"/>
                  <a:pt x="4440936" y="622710"/>
                  <a:pt x="4443375" y="622710"/>
                </a:cubicBezTo>
                <a:close/>
                <a:moveTo>
                  <a:pt x="3692957" y="616614"/>
                </a:moveTo>
                <a:cubicBezTo>
                  <a:pt x="3695395" y="616614"/>
                  <a:pt x="3696818" y="618850"/>
                  <a:pt x="3697224" y="623320"/>
                </a:cubicBezTo>
                <a:cubicBezTo>
                  <a:pt x="3698037" y="633480"/>
                  <a:pt x="3703524" y="641405"/>
                  <a:pt x="3713684" y="647094"/>
                </a:cubicBezTo>
                <a:cubicBezTo>
                  <a:pt x="3723843" y="652784"/>
                  <a:pt x="3735934" y="664773"/>
                  <a:pt x="3749955" y="683061"/>
                </a:cubicBezTo>
                <a:cubicBezTo>
                  <a:pt x="3763976" y="701349"/>
                  <a:pt x="3770986" y="714557"/>
                  <a:pt x="3770986" y="722685"/>
                </a:cubicBezTo>
                <a:cubicBezTo>
                  <a:pt x="3770986" y="725936"/>
                  <a:pt x="3770173" y="730203"/>
                  <a:pt x="3768548" y="735486"/>
                </a:cubicBezTo>
                <a:cubicBezTo>
                  <a:pt x="3746196" y="804168"/>
                  <a:pt x="3735019" y="843182"/>
                  <a:pt x="3735019" y="852530"/>
                </a:cubicBezTo>
                <a:cubicBezTo>
                  <a:pt x="3735019" y="856594"/>
                  <a:pt x="3736239" y="858626"/>
                  <a:pt x="3738677" y="858626"/>
                </a:cubicBezTo>
                <a:cubicBezTo>
                  <a:pt x="3743960" y="858626"/>
                  <a:pt x="3753409" y="847958"/>
                  <a:pt x="3767024" y="826622"/>
                </a:cubicBezTo>
                <a:cubicBezTo>
                  <a:pt x="3780638" y="805286"/>
                  <a:pt x="3792322" y="776939"/>
                  <a:pt x="3802076" y="741582"/>
                </a:cubicBezTo>
                <a:cubicBezTo>
                  <a:pt x="3804514" y="732235"/>
                  <a:pt x="3807359" y="727562"/>
                  <a:pt x="3810610" y="727562"/>
                </a:cubicBezTo>
                <a:cubicBezTo>
                  <a:pt x="3812642" y="727562"/>
                  <a:pt x="3813658" y="729594"/>
                  <a:pt x="3813658" y="733658"/>
                </a:cubicBezTo>
                <a:cubicBezTo>
                  <a:pt x="3813658" y="734877"/>
                  <a:pt x="3813455" y="736299"/>
                  <a:pt x="3813048" y="737925"/>
                </a:cubicBezTo>
                <a:lnTo>
                  <a:pt x="3790493" y="856797"/>
                </a:lnTo>
                <a:cubicBezTo>
                  <a:pt x="3784397" y="890122"/>
                  <a:pt x="3781349" y="911458"/>
                  <a:pt x="3781349" y="920805"/>
                </a:cubicBezTo>
                <a:cubicBezTo>
                  <a:pt x="3781349" y="930152"/>
                  <a:pt x="3778200" y="934826"/>
                  <a:pt x="3771900" y="934826"/>
                </a:cubicBezTo>
                <a:cubicBezTo>
                  <a:pt x="3765601" y="934826"/>
                  <a:pt x="3755035" y="926799"/>
                  <a:pt x="3740201" y="910746"/>
                </a:cubicBezTo>
                <a:cubicBezTo>
                  <a:pt x="3725367" y="894694"/>
                  <a:pt x="3717951" y="872240"/>
                  <a:pt x="3717951" y="843386"/>
                </a:cubicBezTo>
                <a:cubicBezTo>
                  <a:pt x="3717951" y="831194"/>
                  <a:pt x="3719678" y="813312"/>
                  <a:pt x="3723132" y="789741"/>
                </a:cubicBezTo>
                <a:cubicBezTo>
                  <a:pt x="3726587" y="766169"/>
                  <a:pt x="3728314" y="750015"/>
                  <a:pt x="3728314" y="741278"/>
                </a:cubicBezTo>
                <a:cubicBezTo>
                  <a:pt x="3728314" y="732540"/>
                  <a:pt x="3727603" y="726850"/>
                  <a:pt x="3726180" y="724209"/>
                </a:cubicBezTo>
                <a:cubicBezTo>
                  <a:pt x="3724758" y="721567"/>
                  <a:pt x="3722421" y="719637"/>
                  <a:pt x="3719170" y="718418"/>
                </a:cubicBezTo>
                <a:cubicBezTo>
                  <a:pt x="3709416" y="714354"/>
                  <a:pt x="3701187" y="705311"/>
                  <a:pt x="3694481" y="691291"/>
                </a:cubicBezTo>
                <a:cubicBezTo>
                  <a:pt x="3687776" y="677269"/>
                  <a:pt x="3684423" y="664163"/>
                  <a:pt x="3684423" y="651971"/>
                </a:cubicBezTo>
                <a:cubicBezTo>
                  <a:pt x="3684423" y="639779"/>
                  <a:pt x="3685236" y="630838"/>
                  <a:pt x="3686861" y="625149"/>
                </a:cubicBezTo>
                <a:cubicBezTo>
                  <a:pt x="3688487" y="619459"/>
                  <a:pt x="3690519" y="616614"/>
                  <a:pt x="3692957" y="616614"/>
                </a:cubicBezTo>
                <a:close/>
                <a:moveTo>
                  <a:pt x="3982517" y="611128"/>
                </a:moveTo>
                <a:cubicBezTo>
                  <a:pt x="3993084" y="611128"/>
                  <a:pt x="4003548" y="615700"/>
                  <a:pt x="4013911" y="624844"/>
                </a:cubicBezTo>
                <a:cubicBezTo>
                  <a:pt x="4024275" y="633988"/>
                  <a:pt x="4029456" y="641811"/>
                  <a:pt x="4029456" y="648314"/>
                </a:cubicBezTo>
                <a:cubicBezTo>
                  <a:pt x="4029456" y="654003"/>
                  <a:pt x="4025697" y="657356"/>
                  <a:pt x="4018179" y="658372"/>
                </a:cubicBezTo>
                <a:cubicBezTo>
                  <a:pt x="4010660" y="659388"/>
                  <a:pt x="4000297" y="661928"/>
                  <a:pt x="3987089" y="665992"/>
                </a:cubicBezTo>
                <a:cubicBezTo>
                  <a:pt x="3973881" y="670056"/>
                  <a:pt x="3964026" y="673612"/>
                  <a:pt x="3957524" y="676660"/>
                </a:cubicBezTo>
                <a:cubicBezTo>
                  <a:pt x="3951021" y="679708"/>
                  <a:pt x="3944925" y="681232"/>
                  <a:pt x="3939236" y="681232"/>
                </a:cubicBezTo>
                <a:cubicBezTo>
                  <a:pt x="3924199" y="681232"/>
                  <a:pt x="3911702" y="676152"/>
                  <a:pt x="3901745" y="665992"/>
                </a:cubicBezTo>
                <a:cubicBezTo>
                  <a:pt x="3891788" y="655832"/>
                  <a:pt x="3886810" y="648314"/>
                  <a:pt x="3886810" y="643437"/>
                </a:cubicBezTo>
                <a:cubicBezTo>
                  <a:pt x="3886810" y="640998"/>
                  <a:pt x="3889248" y="639779"/>
                  <a:pt x="3894125" y="639779"/>
                </a:cubicBezTo>
                <a:cubicBezTo>
                  <a:pt x="3909568" y="639373"/>
                  <a:pt x="3933952" y="631042"/>
                  <a:pt x="3967277" y="614786"/>
                </a:cubicBezTo>
                <a:cubicBezTo>
                  <a:pt x="3972560" y="612347"/>
                  <a:pt x="3977640" y="611128"/>
                  <a:pt x="3982517" y="611128"/>
                </a:cubicBezTo>
                <a:close/>
                <a:moveTo>
                  <a:pt x="3849015" y="605642"/>
                </a:moveTo>
                <a:cubicBezTo>
                  <a:pt x="3853485" y="605642"/>
                  <a:pt x="3859480" y="614582"/>
                  <a:pt x="3866998" y="632464"/>
                </a:cubicBezTo>
                <a:cubicBezTo>
                  <a:pt x="3874516" y="650346"/>
                  <a:pt x="3878276" y="662741"/>
                  <a:pt x="3878276" y="669650"/>
                </a:cubicBezTo>
                <a:cubicBezTo>
                  <a:pt x="3878276" y="672901"/>
                  <a:pt x="3877666" y="676558"/>
                  <a:pt x="3876447" y="680622"/>
                </a:cubicBezTo>
                <a:cubicBezTo>
                  <a:pt x="3866693" y="716386"/>
                  <a:pt x="3861816" y="759261"/>
                  <a:pt x="3861816" y="809248"/>
                </a:cubicBezTo>
                <a:cubicBezTo>
                  <a:pt x="3861816" y="839728"/>
                  <a:pt x="3864051" y="862283"/>
                  <a:pt x="3868522" y="876914"/>
                </a:cubicBezTo>
                <a:cubicBezTo>
                  <a:pt x="3869741" y="880978"/>
                  <a:pt x="3870351" y="884940"/>
                  <a:pt x="3870351" y="888801"/>
                </a:cubicBezTo>
                <a:cubicBezTo>
                  <a:pt x="3870351" y="892662"/>
                  <a:pt x="3868319" y="894592"/>
                  <a:pt x="3864255" y="894592"/>
                </a:cubicBezTo>
                <a:cubicBezTo>
                  <a:pt x="3860191" y="894592"/>
                  <a:pt x="3852672" y="886464"/>
                  <a:pt x="3841700" y="870208"/>
                </a:cubicBezTo>
                <a:cubicBezTo>
                  <a:pt x="3830727" y="853952"/>
                  <a:pt x="3825240" y="838305"/>
                  <a:pt x="3825240" y="823269"/>
                </a:cubicBezTo>
                <a:cubicBezTo>
                  <a:pt x="3825240" y="783848"/>
                  <a:pt x="3827780" y="740058"/>
                  <a:pt x="3832860" y="691900"/>
                </a:cubicBezTo>
                <a:cubicBezTo>
                  <a:pt x="3837941" y="643741"/>
                  <a:pt x="3841395" y="617326"/>
                  <a:pt x="3843224" y="612652"/>
                </a:cubicBezTo>
                <a:cubicBezTo>
                  <a:pt x="3845052" y="607978"/>
                  <a:pt x="3846983" y="605642"/>
                  <a:pt x="3849015" y="605642"/>
                </a:cubicBezTo>
                <a:close/>
                <a:moveTo>
                  <a:pt x="3456737" y="592840"/>
                </a:moveTo>
                <a:cubicBezTo>
                  <a:pt x="3458160" y="592840"/>
                  <a:pt x="3460090" y="594770"/>
                  <a:pt x="3462528" y="598631"/>
                </a:cubicBezTo>
                <a:cubicBezTo>
                  <a:pt x="3464967" y="602492"/>
                  <a:pt x="3466186" y="606048"/>
                  <a:pt x="3466186" y="609299"/>
                </a:cubicBezTo>
                <a:cubicBezTo>
                  <a:pt x="3466186" y="619459"/>
                  <a:pt x="3459684" y="633378"/>
                  <a:pt x="3446679" y="651057"/>
                </a:cubicBezTo>
                <a:cubicBezTo>
                  <a:pt x="3433674" y="668735"/>
                  <a:pt x="3421279" y="677574"/>
                  <a:pt x="3409493" y="677574"/>
                </a:cubicBezTo>
                <a:cubicBezTo>
                  <a:pt x="3407868" y="677574"/>
                  <a:pt x="3406242" y="677371"/>
                  <a:pt x="3404616" y="676965"/>
                </a:cubicBezTo>
                <a:cubicBezTo>
                  <a:pt x="3404210" y="668430"/>
                  <a:pt x="3405023" y="656035"/>
                  <a:pt x="3407055" y="639779"/>
                </a:cubicBezTo>
                <a:cubicBezTo>
                  <a:pt x="3423718" y="625149"/>
                  <a:pt x="3438551" y="610722"/>
                  <a:pt x="3451556" y="596498"/>
                </a:cubicBezTo>
                <a:cubicBezTo>
                  <a:pt x="3453588" y="594059"/>
                  <a:pt x="3455315" y="592840"/>
                  <a:pt x="3456737" y="592840"/>
                </a:cubicBezTo>
                <a:close/>
                <a:moveTo>
                  <a:pt x="2687117" y="567237"/>
                </a:moveTo>
                <a:cubicBezTo>
                  <a:pt x="2661920" y="616411"/>
                  <a:pt x="2634793" y="656746"/>
                  <a:pt x="2605736" y="688242"/>
                </a:cubicBezTo>
                <a:cubicBezTo>
                  <a:pt x="2576678" y="719738"/>
                  <a:pt x="2548332" y="735486"/>
                  <a:pt x="2520697" y="735486"/>
                </a:cubicBezTo>
                <a:cubicBezTo>
                  <a:pt x="2508505" y="735486"/>
                  <a:pt x="2496922" y="730406"/>
                  <a:pt x="2485949" y="720246"/>
                </a:cubicBezTo>
                <a:cubicBezTo>
                  <a:pt x="2474976" y="710086"/>
                  <a:pt x="2469490" y="699622"/>
                  <a:pt x="2469490" y="688852"/>
                </a:cubicBezTo>
                <a:cubicBezTo>
                  <a:pt x="2469490" y="678082"/>
                  <a:pt x="2472640" y="666195"/>
                  <a:pt x="2478939" y="653190"/>
                </a:cubicBezTo>
                <a:cubicBezTo>
                  <a:pt x="2485238" y="640186"/>
                  <a:pt x="2489911" y="631854"/>
                  <a:pt x="2492960" y="628197"/>
                </a:cubicBezTo>
                <a:cubicBezTo>
                  <a:pt x="2496008" y="624539"/>
                  <a:pt x="2499970" y="622710"/>
                  <a:pt x="2504847" y="622710"/>
                </a:cubicBezTo>
                <a:cubicBezTo>
                  <a:pt x="2509724" y="622710"/>
                  <a:pt x="2515718" y="624031"/>
                  <a:pt x="2522830" y="626673"/>
                </a:cubicBezTo>
                <a:cubicBezTo>
                  <a:pt x="2529942" y="629314"/>
                  <a:pt x="2537562" y="630635"/>
                  <a:pt x="2545690" y="630635"/>
                </a:cubicBezTo>
                <a:cubicBezTo>
                  <a:pt x="2553818" y="630635"/>
                  <a:pt x="2561133" y="628400"/>
                  <a:pt x="2567636" y="623930"/>
                </a:cubicBezTo>
                <a:cubicBezTo>
                  <a:pt x="2586736" y="611738"/>
                  <a:pt x="2626564" y="592840"/>
                  <a:pt x="2687117" y="567237"/>
                </a:cubicBezTo>
                <a:close/>
                <a:moveTo>
                  <a:pt x="1498397" y="561141"/>
                </a:moveTo>
                <a:lnTo>
                  <a:pt x="1507895" y="564194"/>
                </a:lnTo>
                <a:lnTo>
                  <a:pt x="1442206" y="685217"/>
                </a:lnTo>
                <a:lnTo>
                  <a:pt x="1426464" y="692205"/>
                </a:lnTo>
                <a:cubicBezTo>
                  <a:pt x="1405332" y="714150"/>
                  <a:pt x="1386434" y="725530"/>
                  <a:pt x="1369772" y="726342"/>
                </a:cubicBezTo>
                <a:cubicBezTo>
                  <a:pt x="1354329" y="736502"/>
                  <a:pt x="1343153" y="741582"/>
                  <a:pt x="1336244" y="741582"/>
                </a:cubicBezTo>
                <a:cubicBezTo>
                  <a:pt x="1334618" y="741582"/>
                  <a:pt x="1333805" y="741176"/>
                  <a:pt x="1333805" y="740363"/>
                </a:cubicBezTo>
                <a:cubicBezTo>
                  <a:pt x="1333805" y="738738"/>
                  <a:pt x="1337971" y="735080"/>
                  <a:pt x="1346302" y="729390"/>
                </a:cubicBezTo>
                <a:cubicBezTo>
                  <a:pt x="1354633" y="723701"/>
                  <a:pt x="1362253" y="718113"/>
                  <a:pt x="1369162" y="712626"/>
                </a:cubicBezTo>
                <a:cubicBezTo>
                  <a:pt x="1376071" y="707140"/>
                  <a:pt x="1383691" y="700434"/>
                  <a:pt x="1392022" y="692510"/>
                </a:cubicBezTo>
                <a:cubicBezTo>
                  <a:pt x="1400353" y="684585"/>
                  <a:pt x="1404824" y="680114"/>
                  <a:pt x="1405433" y="679098"/>
                </a:cubicBezTo>
                <a:cubicBezTo>
                  <a:pt x="1406043" y="678082"/>
                  <a:pt x="1406348" y="676965"/>
                  <a:pt x="1406348" y="675746"/>
                </a:cubicBezTo>
                <a:cubicBezTo>
                  <a:pt x="1406348" y="670869"/>
                  <a:pt x="1402284" y="663452"/>
                  <a:pt x="1394156" y="653495"/>
                </a:cubicBezTo>
                <a:cubicBezTo>
                  <a:pt x="1386028" y="643538"/>
                  <a:pt x="1378103" y="631448"/>
                  <a:pt x="1370381" y="617224"/>
                </a:cubicBezTo>
                <a:cubicBezTo>
                  <a:pt x="1362660" y="603000"/>
                  <a:pt x="1358799" y="593450"/>
                  <a:pt x="1358799" y="588573"/>
                </a:cubicBezTo>
                <a:cubicBezTo>
                  <a:pt x="1358799" y="583696"/>
                  <a:pt x="1360933" y="581258"/>
                  <a:pt x="1365200" y="581258"/>
                </a:cubicBezTo>
                <a:cubicBezTo>
                  <a:pt x="1369467" y="581258"/>
                  <a:pt x="1374445" y="582680"/>
                  <a:pt x="1380135" y="585525"/>
                </a:cubicBezTo>
                <a:cubicBezTo>
                  <a:pt x="1382573" y="586744"/>
                  <a:pt x="1388669" y="587354"/>
                  <a:pt x="1398423" y="587354"/>
                </a:cubicBezTo>
                <a:cubicBezTo>
                  <a:pt x="1408177" y="587354"/>
                  <a:pt x="1423010" y="585322"/>
                  <a:pt x="1442924" y="581258"/>
                </a:cubicBezTo>
                <a:cubicBezTo>
                  <a:pt x="1462837" y="577194"/>
                  <a:pt x="1474420" y="573739"/>
                  <a:pt x="1477671" y="570894"/>
                </a:cubicBezTo>
                <a:cubicBezTo>
                  <a:pt x="1484986" y="564392"/>
                  <a:pt x="1491895" y="561141"/>
                  <a:pt x="1498397" y="561141"/>
                </a:cubicBezTo>
                <a:close/>
                <a:moveTo>
                  <a:pt x="3198572" y="553826"/>
                </a:moveTo>
                <a:cubicBezTo>
                  <a:pt x="3194508" y="553826"/>
                  <a:pt x="3191866" y="555451"/>
                  <a:pt x="3190647" y="558702"/>
                </a:cubicBezTo>
                <a:cubicBezTo>
                  <a:pt x="3186583" y="568862"/>
                  <a:pt x="3177642" y="573942"/>
                  <a:pt x="3163824" y="573942"/>
                </a:cubicBezTo>
                <a:cubicBezTo>
                  <a:pt x="3156103" y="573942"/>
                  <a:pt x="3148788" y="572418"/>
                  <a:pt x="3141879" y="569370"/>
                </a:cubicBezTo>
                <a:cubicBezTo>
                  <a:pt x="3134970" y="566322"/>
                  <a:pt x="3129687" y="564798"/>
                  <a:pt x="3126029" y="564798"/>
                </a:cubicBezTo>
                <a:cubicBezTo>
                  <a:pt x="3119933" y="564798"/>
                  <a:pt x="3116885" y="567440"/>
                  <a:pt x="3116885" y="572723"/>
                </a:cubicBezTo>
                <a:cubicBezTo>
                  <a:pt x="3116885" y="575162"/>
                  <a:pt x="3117596" y="577905"/>
                  <a:pt x="3119019" y="580953"/>
                </a:cubicBezTo>
                <a:cubicBezTo>
                  <a:pt x="3120441" y="584001"/>
                  <a:pt x="3126029" y="592840"/>
                  <a:pt x="3135783" y="607470"/>
                </a:cubicBezTo>
                <a:lnTo>
                  <a:pt x="3145536" y="622710"/>
                </a:lnTo>
                <a:cubicBezTo>
                  <a:pt x="3149194" y="628400"/>
                  <a:pt x="3151023" y="632769"/>
                  <a:pt x="3151023" y="635817"/>
                </a:cubicBezTo>
                <a:cubicBezTo>
                  <a:pt x="3151023" y="638865"/>
                  <a:pt x="3149803" y="642218"/>
                  <a:pt x="3147365" y="645875"/>
                </a:cubicBezTo>
                <a:cubicBezTo>
                  <a:pt x="3137612" y="659286"/>
                  <a:pt x="3122575" y="686922"/>
                  <a:pt x="3102255" y="728781"/>
                </a:cubicBezTo>
                <a:cubicBezTo>
                  <a:pt x="3097378" y="728781"/>
                  <a:pt x="3092298" y="728882"/>
                  <a:pt x="3087015" y="729086"/>
                </a:cubicBezTo>
                <a:cubicBezTo>
                  <a:pt x="3081732" y="729289"/>
                  <a:pt x="3077465" y="730203"/>
                  <a:pt x="3074214" y="731829"/>
                </a:cubicBezTo>
                <a:cubicBezTo>
                  <a:pt x="3070962" y="733454"/>
                  <a:pt x="3069336" y="736299"/>
                  <a:pt x="3069336" y="740363"/>
                </a:cubicBezTo>
                <a:cubicBezTo>
                  <a:pt x="3069336" y="744427"/>
                  <a:pt x="3070962" y="748085"/>
                  <a:pt x="3074214" y="751336"/>
                </a:cubicBezTo>
                <a:cubicBezTo>
                  <a:pt x="3077465" y="754587"/>
                  <a:pt x="3080309" y="758651"/>
                  <a:pt x="3082748" y="763528"/>
                </a:cubicBezTo>
                <a:cubicBezTo>
                  <a:pt x="3070962" y="786693"/>
                  <a:pt x="3058973" y="806809"/>
                  <a:pt x="3046781" y="823878"/>
                </a:cubicBezTo>
                <a:cubicBezTo>
                  <a:pt x="3034589" y="840947"/>
                  <a:pt x="3027274" y="850802"/>
                  <a:pt x="3024836" y="853444"/>
                </a:cubicBezTo>
                <a:cubicBezTo>
                  <a:pt x="3022397" y="856086"/>
                  <a:pt x="3020365" y="857406"/>
                  <a:pt x="3018740" y="857406"/>
                </a:cubicBezTo>
                <a:lnTo>
                  <a:pt x="3015692" y="856187"/>
                </a:lnTo>
                <a:cubicBezTo>
                  <a:pt x="3013660" y="856187"/>
                  <a:pt x="3012034" y="857914"/>
                  <a:pt x="3010815" y="861369"/>
                </a:cubicBezTo>
                <a:cubicBezTo>
                  <a:pt x="3009595" y="864823"/>
                  <a:pt x="3008986" y="868786"/>
                  <a:pt x="3008986" y="873256"/>
                </a:cubicBezTo>
                <a:cubicBezTo>
                  <a:pt x="3008986" y="887480"/>
                  <a:pt x="3015692" y="894592"/>
                  <a:pt x="3029103" y="894592"/>
                </a:cubicBezTo>
                <a:cubicBezTo>
                  <a:pt x="3035605" y="894592"/>
                  <a:pt x="3042108" y="892357"/>
                  <a:pt x="3048610" y="887886"/>
                </a:cubicBezTo>
                <a:cubicBezTo>
                  <a:pt x="3055112" y="883416"/>
                  <a:pt x="3064256" y="873358"/>
                  <a:pt x="3076042" y="857711"/>
                </a:cubicBezTo>
                <a:cubicBezTo>
                  <a:pt x="3087828" y="842065"/>
                  <a:pt x="3096972" y="827942"/>
                  <a:pt x="3103474" y="815344"/>
                </a:cubicBezTo>
                <a:cubicBezTo>
                  <a:pt x="3106319" y="823472"/>
                  <a:pt x="3109164" y="831803"/>
                  <a:pt x="3112008" y="840337"/>
                </a:cubicBezTo>
                <a:cubicBezTo>
                  <a:pt x="3114853" y="848872"/>
                  <a:pt x="3119019" y="856695"/>
                  <a:pt x="3124505" y="863807"/>
                </a:cubicBezTo>
                <a:cubicBezTo>
                  <a:pt x="3129992" y="870919"/>
                  <a:pt x="3135376" y="876710"/>
                  <a:pt x="3140660" y="881181"/>
                </a:cubicBezTo>
                <a:cubicBezTo>
                  <a:pt x="3145943" y="885651"/>
                  <a:pt x="3149397" y="887886"/>
                  <a:pt x="3151023" y="887886"/>
                </a:cubicBezTo>
                <a:cubicBezTo>
                  <a:pt x="3155493" y="887886"/>
                  <a:pt x="3157932" y="875897"/>
                  <a:pt x="3158338" y="851920"/>
                </a:cubicBezTo>
                <a:cubicBezTo>
                  <a:pt x="3207106" y="845824"/>
                  <a:pt x="3231490" y="834038"/>
                  <a:pt x="3231490" y="816563"/>
                </a:cubicBezTo>
                <a:cubicBezTo>
                  <a:pt x="3231490" y="814125"/>
                  <a:pt x="3230880" y="811382"/>
                  <a:pt x="3229661" y="808334"/>
                </a:cubicBezTo>
                <a:cubicBezTo>
                  <a:pt x="3228442" y="805286"/>
                  <a:pt x="3227832" y="801526"/>
                  <a:pt x="3227832" y="797056"/>
                </a:cubicBezTo>
                <a:cubicBezTo>
                  <a:pt x="3227832" y="786896"/>
                  <a:pt x="3231795" y="777447"/>
                  <a:pt x="3239719" y="768710"/>
                </a:cubicBezTo>
                <a:cubicBezTo>
                  <a:pt x="3247644" y="759972"/>
                  <a:pt x="3251607" y="750015"/>
                  <a:pt x="3251607" y="738839"/>
                </a:cubicBezTo>
                <a:cubicBezTo>
                  <a:pt x="3251607" y="727663"/>
                  <a:pt x="3248051" y="718214"/>
                  <a:pt x="3240939" y="710493"/>
                </a:cubicBezTo>
                <a:cubicBezTo>
                  <a:pt x="3233827" y="702771"/>
                  <a:pt x="3223972" y="698910"/>
                  <a:pt x="3211373" y="698910"/>
                </a:cubicBezTo>
                <a:cubicBezTo>
                  <a:pt x="3198775" y="698910"/>
                  <a:pt x="3189834" y="701755"/>
                  <a:pt x="3184551" y="707445"/>
                </a:cubicBezTo>
                <a:cubicBezTo>
                  <a:pt x="3179268" y="713134"/>
                  <a:pt x="3175000" y="715979"/>
                  <a:pt x="3171749" y="715979"/>
                </a:cubicBezTo>
                <a:cubicBezTo>
                  <a:pt x="3168498" y="715979"/>
                  <a:pt x="3165857" y="714963"/>
                  <a:pt x="3163824" y="712931"/>
                </a:cubicBezTo>
                <a:cubicBezTo>
                  <a:pt x="3185770" y="678794"/>
                  <a:pt x="3207716" y="652174"/>
                  <a:pt x="3229661" y="633074"/>
                </a:cubicBezTo>
                <a:cubicBezTo>
                  <a:pt x="3244292" y="620475"/>
                  <a:pt x="3251607" y="609401"/>
                  <a:pt x="3251607" y="599850"/>
                </a:cubicBezTo>
                <a:cubicBezTo>
                  <a:pt x="3251607" y="590300"/>
                  <a:pt x="3249474" y="581562"/>
                  <a:pt x="3245206" y="573637"/>
                </a:cubicBezTo>
                <a:cubicBezTo>
                  <a:pt x="3240939" y="565713"/>
                  <a:pt x="3233116" y="560429"/>
                  <a:pt x="3221737" y="557788"/>
                </a:cubicBezTo>
                <a:cubicBezTo>
                  <a:pt x="3210357" y="555146"/>
                  <a:pt x="3202635" y="553826"/>
                  <a:pt x="3198572" y="553826"/>
                </a:cubicBezTo>
                <a:close/>
                <a:moveTo>
                  <a:pt x="5002378" y="548949"/>
                </a:moveTo>
                <a:cubicBezTo>
                  <a:pt x="4996688" y="550981"/>
                  <a:pt x="4986325" y="554232"/>
                  <a:pt x="4971288" y="558702"/>
                </a:cubicBezTo>
                <a:cubicBezTo>
                  <a:pt x="4971288" y="570082"/>
                  <a:pt x="4972101" y="580445"/>
                  <a:pt x="4973726" y="589792"/>
                </a:cubicBezTo>
                <a:cubicBezTo>
                  <a:pt x="4979010" y="588573"/>
                  <a:pt x="4984292" y="587963"/>
                  <a:pt x="4989576" y="587963"/>
                </a:cubicBezTo>
                <a:cubicBezTo>
                  <a:pt x="5000142" y="587963"/>
                  <a:pt x="5008778" y="590808"/>
                  <a:pt x="5015484" y="596498"/>
                </a:cubicBezTo>
                <a:cubicBezTo>
                  <a:pt x="5022190" y="602187"/>
                  <a:pt x="5025542" y="607775"/>
                  <a:pt x="5025542" y="613262"/>
                </a:cubicBezTo>
                <a:cubicBezTo>
                  <a:pt x="5025542" y="618748"/>
                  <a:pt x="5024323" y="622914"/>
                  <a:pt x="5021885" y="625758"/>
                </a:cubicBezTo>
                <a:cubicBezTo>
                  <a:pt x="5006848" y="642014"/>
                  <a:pt x="4999330" y="651565"/>
                  <a:pt x="4999330" y="654410"/>
                </a:cubicBezTo>
                <a:cubicBezTo>
                  <a:pt x="4999330" y="655629"/>
                  <a:pt x="4999532" y="656848"/>
                  <a:pt x="4999939" y="658067"/>
                </a:cubicBezTo>
                <a:cubicBezTo>
                  <a:pt x="5010506" y="658474"/>
                  <a:pt x="5021885" y="663350"/>
                  <a:pt x="5034076" y="672698"/>
                </a:cubicBezTo>
                <a:cubicBezTo>
                  <a:pt x="5036108" y="635309"/>
                  <a:pt x="5038242" y="608791"/>
                  <a:pt x="5040478" y="593145"/>
                </a:cubicBezTo>
                <a:cubicBezTo>
                  <a:pt x="5042713" y="577498"/>
                  <a:pt x="5043830" y="567237"/>
                  <a:pt x="5043830" y="562360"/>
                </a:cubicBezTo>
                <a:cubicBezTo>
                  <a:pt x="5043830" y="557483"/>
                  <a:pt x="5042408" y="555045"/>
                  <a:pt x="5039563" y="555045"/>
                </a:cubicBezTo>
                <a:cubicBezTo>
                  <a:pt x="5036718" y="555045"/>
                  <a:pt x="5030216" y="556772"/>
                  <a:pt x="5020056" y="560226"/>
                </a:cubicBezTo>
                <a:cubicBezTo>
                  <a:pt x="5009896" y="563681"/>
                  <a:pt x="5004613" y="565408"/>
                  <a:pt x="5004206" y="565408"/>
                </a:cubicBezTo>
                <a:cubicBezTo>
                  <a:pt x="5000956" y="565408"/>
                  <a:pt x="4999330" y="563681"/>
                  <a:pt x="4999330" y="560226"/>
                </a:cubicBezTo>
                <a:cubicBezTo>
                  <a:pt x="4999330" y="556772"/>
                  <a:pt x="5000346" y="553013"/>
                  <a:pt x="5002378" y="548949"/>
                </a:cubicBezTo>
                <a:close/>
                <a:moveTo>
                  <a:pt x="2782824" y="534928"/>
                </a:moveTo>
                <a:cubicBezTo>
                  <a:pt x="2784450" y="534928"/>
                  <a:pt x="2785263" y="535538"/>
                  <a:pt x="2785263" y="536757"/>
                </a:cubicBezTo>
                <a:cubicBezTo>
                  <a:pt x="2785263" y="537976"/>
                  <a:pt x="2779167" y="542853"/>
                  <a:pt x="2766975" y="551387"/>
                </a:cubicBezTo>
                <a:lnTo>
                  <a:pt x="2771242" y="537976"/>
                </a:lnTo>
                <a:cubicBezTo>
                  <a:pt x="2777338" y="535944"/>
                  <a:pt x="2781199" y="534928"/>
                  <a:pt x="2782824" y="534928"/>
                </a:cubicBezTo>
                <a:close/>
                <a:moveTo>
                  <a:pt x="6463589" y="533709"/>
                </a:moveTo>
                <a:cubicBezTo>
                  <a:pt x="6476594" y="533709"/>
                  <a:pt x="6487363" y="537671"/>
                  <a:pt x="6495898" y="545596"/>
                </a:cubicBezTo>
                <a:cubicBezTo>
                  <a:pt x="6504432" y="553521"/>
                  <a:pt x="6508699" y="563782"/>
                  <a:pt x="6508699" y="576381"/>
                </a:cubicBezTo>
                <a:cubicBezTo>
                  <a:pt x="6508699" y="582883"/>
                  <a:pt x="6507582" y="589182"/>
                  <a:pt x="6505346" y="595278"/>
                </a:cubicBezTo>
                <a:cubicBezTo>
                  <a:pt x="6503111" y="601374"/>
                  <a:pt x="6497524" y="605540"/>
                  <a:pt x="6488582" y="607775"/>
                </a:cubicBezTo>
                <a:cubicBezTo>
                  <a:pt x="6479642" y="610010"/>
                  <a:pt x="6473545" y="611128"/>
                  <a:pt x="6470294" y="611128"/>
                </a:cubicBezTo>
                <a:cubicBezTo>
                  <a:pt x="6464198" y="611128"/>
                  <a:pt x="6459017" y="607470"/>
                  <a:pt x="6454750" y="600155"/>
                </a:cubicBezTo>
                <a:cubicBezTo>
                  <a:pt x="6450482" y="592840"/>
                  <a:pt x="6448348" y="586846"/>
                  <a:pt x="6448348" y="582172"/>
                </a:cubicBezTo>
                <a:cubicBezTo>
                  <a:pt x="6448348" y="577498"/>
                  <a:pt x="6449162" y="574349"/>
                  <a:pt x="6450788" y="572723"/>
                </a:cubicBezTo>
                <a:cubicBezTo>
                  <a:pt x="6452413" y="571098"/>
                  <a:pt x="6453226" y="569472"/>
                  <a:pt x="6453226" y="567846"/>
                </a:cubicBezTo>
                <a:cubicBezTo>
                  <a:pt x="6453226" y="561344"/>
                  <a:pt x="6446723" y="552810"/>
                  <a:pt x="6433718" y="542243"/>
                </a:cubicBezTo>
                <a:cubicBezTo>
                  <a:pt x="6432499" y="541430"/>
                  <a:pt x="6431890" y="540618"/>
                  <a:pt x="6431890" y="539805"/>
                </a:cubicBezTo>
                <a:cubicBezTo>
                  <a:pt x="6431890" y="537773"/>
                  <a:pt x="6436157" y="536249"/>
                  <a:pt x="6444691" y="535233"/>
                </a:cubicBezTo>
                <a:cubicBezTo>
                  <a:pt x="6453226" y="534217"/>
                  <a:pt x="6459524" y="533709"/>
                  <a:pt x="6463589" y="533709"/>
                </a:cubicBezTo>
                <a:close/>
                <a:moveTo>
                  <a:pt x="5216347" y="533709"/>
                </a:moveTo>
                <a:cubicBezTo>
                  <a:pt x="5214315" y="533709"/>
                  <a:pt x="5212690" y="534725"/>
                  <a:pt x="5211470" y="536757"/>
                </a:cubicBezTo>
                <a:cubicBezTo>
                  <a:pt x="5205781" y="544885"/>
                  <a:pt x="5197450" y="553622"/>
                  <a:pt x="5186476" y="562970"/>
                </a:cubicBezTo>
                <a:cubicBezTo>
                  <a:pt x="5190541" y="573942"/>
                  <a:pt x="5192573" y="583594"/>
                  <a:pt x="5192573" y="591926"/>
                </a:cubicBezTo>
                <a:cubicBezTo>
                  <a:pt x="5192573" y="600257"/>
                  <a:pt x="5190236" y="607470"/>
                  <a:pt x="5185562" y="613566"/>
                </a:cubicBezTo>
                <a:cubicBezTo>
                  <a:pt x="5180888" y="619662"/>
                  <a:pt x="5174792" y="631956"/>
                  <a:pt x="5167274" y="650447"/>
                </a:cubicBezTo>
                <a:cubicBezTo>
                  <a:pt x="5159756" y="668938"/>
                  <a:pt x="5153356" y="687938"/>
                  <a:pt x="5148072" y="707445"/>
                </a:cubicBezTo>
                <a:cubicBezTo>
                  <a:pt x="5158638" y="699317"/>
                  <a:pt x="5168595" y="695253"/>
                  <a:pt x="5177942" y="695253"/>
                </a:cubicBezTo>
                <a:cubicBezTo>
                  <a:pt x="5187290" y="695253"/>
                  <a:pt x="5196840" y="699114"/>
                  <a:pt x="5206594" y="706835"/>
                </a:cubicBezTo>
                <a:cubicBezTo>
                  <a:pt x="5209032" y="704803"/>
                  <a:pt x="5214620" y="697793"/>
                  <a:pt x="5223358" y="685804"/>
                </a:cubicBezTo>
                <a:cubicBezTo>
                  <a:pt x="5232095" y="673815"/>
                  <a:pt x="5236464" y="666703"/>
                  <a:pt x="5236464" y="664468"/>
                </a:cubicBezTo>
                <a:cubicBezTo>
                  <a:pt x="5236464" y="662233"/>
                  <a:pt x="5236058" y="660709"/>
                  <a:pt x="5235244" y="659896"/>
                </a:cubicBezTo>
                <a:cubicBezTo>
                  <a:pt x="5217363" y="647298"/>
                  <a:pt x="5208422" y="629822"/>
                  <a:pt x="5208422" y="607470"/>
                </a:cubicBezTo>
                <a:cubicBezTo>
                  <a:pt x="5208422" y="592434"/>
                  <a:pt x="5212486" y="574755"/>
                  <a:pt x="5220614" y="554435"/>
                </a:cubicBezTo>
                <a:cubicBezTo>
                  <a:pt x="5222240" y="550371"/>
                  <a:pt x="5223053" y="546714"/>
                  <a:pt x="5223053" y="543462"/>
                </a:cubicBezTo>
                <a:cubicBezTo>
                  <a:pt x="5223053" y="536960"/>
                  <a:pt x="5220818" y="533709"/>
                  <a:pt x="5216347" y="533709"/>
                </a:cubicBezTo>
                <a:close/>
                <a:moveTo>
                  <a:pt x="4695140" y="514811"/>
                </a:moveTo>
                <a:cubicBezTo>
                  <a:pt x="4716679" y="514811"/>
                  <a:pt x="4731919" y="520602"/>
                  <a:pt x="4740859" y="532185"/>
                </a:cubicBezTo>
                <a:cubicBezTo>
                  <a:pt x="4749800" y="543767"/>
                  <a:pt x="4754271" y="554842"/>
                  <a:pt x="4754271" y="565408"/>
                </a:cubicBezTo>
                <a:cubicBezTo>
                  <a:pt x="4754271" y="570691"/>
                  <a:pt x="4752137" y="574857"/>
                  <a:pt x="4747870" y="577905"/>
                </a:cubicBezTo>
                <a:cubicBezTo>
                  <a:pt x="4743603" y="580953"/>
                  <a:pt x="4738523" y="582477"/>
                  <a:pt x="4732630" y="582477"/>
                </a:cubicBezTo>
                <a:cubicBezTo>
                  <a:pt x="4726737" y="582477"/>
                  <a:pt x="4720844" y="581562"/>
                  <a:pt x="4714952" y="579733"/>
                </a:cubicBezTo>
                <a:cubicBezTo>
                  <a:pt x="4709059" y="577905"/>
                  <a:pt x="4701845" y="576990"/>
                  <a:pt x="4693311" y="576990"/>
                </a:cubicBezTo>
                <a:cubicBezTo>
                  <a:pt x="4684776" y="576990"/>
                  <a:pt x="4676852" y="577702"/>
                  <a:pt x="4669536" y="579124"/>
                </a:cubicBezTo>
                <a:cubicBezTo>
                  <a:pt x="4662221" y="580546"/>
                  <a:pt x="4652773" y="581258"/>
                  <a:pt x="4641190" y="581258"/>
                </a:cubicBezTo>
                <a:cubicBezTo>
                  <a:pt x="4629608" y="581258"/>
                  <a:pt x="4615892" y="579429"/>
                  <a:pt x="4600042" y="575771"/>
                </a:cubicBezTo>
                <a:cubicBezTo>
                  <a:pt x="4616298" y="594059"/>
                  <a:pt x="4624426" y="611738"/>
                  <a:pt x="4624426" y="628806"/>
                </a:cubicBezTo>
                <a:cubicBezTo>
                  <a:pt x="4624426" y="634090"/>
                  <a:pt x="4623613" y="638966"/>
                  <a:pt x="4621988" y="643437"/>
                </a:cubicBezTo>
                <a:cubicBezTo>
                  <a:pt x="4618330" y="654410"/>
                  <a:pt x="4616501" y="678286"/>
                  <a:pt x="4616501" y="715065"/>
                </a:cubicBezTo>
                <a:lnTo>
                  <a:pt x="4616932" y="785447"/>
                </a:lnTo>
                <a:lnTo>
                  <a:pt x="4583650" y="790526"/>
                </a:lnTo>
                <a:lnTo>
                  <a:pt x="4584192" y="766576"/>
                </a:lnTo>
                <a:cubicBezTo>
                  <a:pt x="4584192" y="743818"/>
                  <a:pt x="4583583" y="716284"/>
                  <a:pt x="4582364" y="683975"/>
                </a:cubicBezTo>
                <a:cubicBezTo>
                  <a:pt x="4581144" y="651666"/>
                  <a:pt x="4580230" y="631550"/>
                  <a:pt x="4579620" y="623625"/>
                </a:cubicBezTo>
                <a:cubicBezTo>
                  <a:pt x="4579011" y="615700"/>
                  <a:pt x="4576877" y="609401"/>
                  <a:pt x="4573220" y="604727"/>
                </a:cubicBezTo>
                <a:cubicBezTo>
                  <a:pt x="4569562" y="600054"/>
                  <a:pt x="4563365" y="595786"/>
                  <a:pt x="4554627" y="591926"/>
                </a:cubicBezTo>
                <a:cubicBezTo>
                  <a:pt x="4545889" y="588065"/>
                  <a:pt x="4533596" y="583899"/>
                  <a:pt x="4517746" y="579429"/>
                </a:cubicBezTo>
                <a:cubicBezTo>
                  <a:pt x="4477919" y="589589"/>
                  <a:pt x="4450589" y="597514"/>
                  <a:pt x="4435755" y="603203"/>
                </a:cubicBezTo>
                <a:cubicBezTo>
                  <a:pt x="4420921" y="608893"/>
                  <a:pt x="4409847" y="614786"/>
                  <a:pt x="4402532" y="620882"/>
                </a:cubicBezTo>
                <a:cubicBezTo>
                  <a:pt x="4395217" y="626978"/>
                  <a:pt x="4389019" y="631143"/>
                  <a:pt x="4383939" y="633378"/>
                </a:cubicBezTo>
                <a:cubicBezTo>
                  <a:pt x="4378859" y="635614"/>
                  <a:pt x="4369512" y="638154"/>
                  <a:pt x="4355897" y="640998"/>
                </a:cubicBezTo>
                <a:cubicBezTo>
                  <a:pt x="4342283" y="643843"/>
                  <a:pt x="4332123" y="645266"/>
                  <a:pt x="4325417" y="645266"/>
                </a:cubicBezTo>
                <a:cubicBezTo>
                  <a:pt x="4318712" y="645266"/>
                  <a:pt x="4313124" y="643234"/>
                  <a:pt x="4308653" y="639170"/>
                </a:cubicBezTo>
                <a:cubicBezTo>
                  <a:pt x="4304183" y="635106"/>
                  <a:pt x="4299306" y="626165"/>
                  <a:pt x="4294023" y="612347"/>
                </a:cubicBezTo>
                <a:cubicBezTo>
                  <a:pt x="4288740" y="598530"/>
                  <a:pt x="4286098" y="589894"/>
                  <a:pt x="4286098" y="586439"/>
                </a:cubicBezTo>
                <a:cubicBezTo>
                  <a:pt x="4286098" y="582985"/>
                  <a:pt x="4287927" y="581258"/>
                  <a:pt x="4291584" y="581258"/>
                </a:cubicBezTo>
                <a:cubicBezTo>
                  <a:pt x="4292804" y="581258"/>
                  <a:pt x="4294124" y="581461"/>
                  <a:pt x="4295547" y="581867"/>
                </a:cubicBezTo>
                <a:cubicBezTo>
                  <a:pt x="4296969" y="582274"/>
                  <a:pt x="4298290" y="582477"/>
                  <a:pt x="4299509" y="582477"/>
                </a:cubicBezTo>
                <a:cubicBezTo>
                  <a:pt x="4304792" y="582477"/>
                  <a:pt x="4313124" y="579124"/>
                  <a:pt x="4324503" y="572418"/>
                </a:cubicBezTo>
                <a:cubicBezTo>
                  <a:pt x="4335882" y="565713"/>
                  <a:pt x="4357828" y="561344"/>
                  <a:pt x="4390340" y="559312"/>
                </a:cubicBezTo>
                <a:cubicBezTo>
                  <a:pt x="4406189" y="558093"/>
                  <a:pt x="4451605" y="551794"/>
                  <a:pt x="4526585" y="540414"/>
                </a:cubicBezTo>
                <a:cubicBezTo>
                  <a:pt x="4601566" y="529035"/>
                  <a:pt x="4646270" y="521923"/>
                  <a:pt x="4660697" y="519078"/>
                </a:cubicBezTo>
                <a:cubicBezTo>
                  <a:pt x="4675124" y="516234"/>
                  <a:pt x="4686605" y="514811"/>
                  <a:pt x="4695140" y="514811"/>
                </a:cubicBezTo>
                <a:close/>
                <a:moveTo>
                  <a:pt x="4014216" y="512982"/>
                </a:moveTo>
                <a:cubicBezTo>
                  <a:pt x="4025595" y="512982"/>
                  <a:pt x="4041547" y="521314"/>
                  <a:pt x="4062070" y="537976"/>
                </a:cubicBezTo>
                <a:cubicBezTo>
                  <a:pt x="4082593" y="554638"/>
                  <a:pt x="4092855" y="571707"/>
                  <a:pt x="4092855" y="589182"/>
                </a:cubicBezTo>
                <a:cubicBezTo>
                  <a:pt x="4092855" y="592434"/>
                  <a:pt x="4092449" y="595482"/>
                  <a:pt x="4091636" y="598326"/>
                </a:cubicBezTo>
                <a:cubicBezTo>
                  <a:pt x="4087572" y="612144"/>
                  <a:pt x="4085540" y="628603"/>
                  <a:pt x="4085540" y="647704"/>
                </a:cubicBezTo>
                <a:cubicBezTo>
                  <a:pt x="4085540" y="679403"/>
                  <a:pt x="4090417" y="726952"/>
                  <a:pt x="4100170" y="790350"/>
                </a:cubicBezTo>
                <a:cubicBezTo>
                  <a:pt x="4102609" y="806606"/>
                  <a:pt x="4103828" y="825199"/>
                  <a:pt x="4103828" y="846129"/>
                </a:cubicBezTo>
                <a:cubicBezTo>
                  <a:pt x="4103828" y="867058"/>
                  <a:pt x="4101999" y="888801"/>
                  <a:pt x="4098341" y="911356"/>
                </a:cubicBezTo>
                <a:lnTo>
                  <a:pt x="4093877" y="935302"/>
                </a:lnTo>
                <a:lnTo>
                  <a:pt x="4066478" y="945330"/>
                </a:lnTo>
                <a:lnTo>
                  <a:pt x="4048659" y="927510"/>
                </a:lnTo>
                <a:cubicBezTo>
                  <a:pt x="4031793" y="910442"/>
                  <a:pt x="4016045" y="893576"/>
                  <a:pt x="4001415" y="876914"/>
                </a:cubicBezTo>
                <a:cubicBezTo>
                  <a:pt x="3986784" y="860251"/>
                  <a:pt x="3977945" y="849685"/>
                  <a:pt x="3974897" y="845214"/>
                </a:cubicBezTo>
                <a:cubicBezTo>
                  <a:pt x="3971849" y="840744"/>
                  <a:pt x="3970325" y="837899"/>
                  <a:pt x="3970325" y="836680"/>
                </a:cubicBezTo>
                <a:cubicBezTo>
                  <a:pt x="3970325" y="835461"/>
                  <a:pt x="3971138" y="834851"/>
                  <a:pt x="3972764" y="834851"/>
                </a:cubicBezTo>
                <a:cubicBezTo>
                  <a:pt x="3974389" y="834851"/>
                  <a:pt x="3978453" y="837188"/>
                  <a:pt x="3984956" y="841862"/>
                </a:cubicBezTo>
                <a:cubicBezTo>
                  <a:pt x="3991458" y="846535"/>
                  <a:pt x="4002533" y="851920"/>
                  <a:pt x="4018179" y="858016"/>
                </a:cubicBezTo>
                <a:cubicBezTo>
                  <a:pt x="4033825" y="864112"/>
                  <a:pt x="4044900" y="867160"/>
                  <a:pt x="4051402" y="867160"/>
                </a:cubicBezTo>
                <a:cubicBezTo>
                  <a:pt x="4057904" y="867160"/>
                  <a:pt x="4061156" y="862486"/>
                  <a:pt x="4061156" y="853139"/>
                </a:cubicBezTo>
                <a:cubicBezTo>
                  <a:pt x="4061156" y="838102"/>
                  <a:pt x="4059530" y="806809"/>
                  <a:pt x="4056279" y="759261"/>
                </a:cubicBezTo>
                <a:cubicBezTo>
                  <a:pt x="4053028" y="711712"/>
                  <a:pt x="4049878" y="670158"/>
                  <a:pt x="4046830" y="634597"/>
                </a:cubicBezTo>
                <a:cubicBezTo>
                  <a:pt x="4043782" y="599037"/>
                  <a:pt x="4041344" y="577702"/>
                  <a:pt x="4039515" y="570590"/>
                </a:cubicBezTo>
                <a:cubicBezTo>
                  <a:pt x="4037686" y="563477"/>
                  <a:pt x="4035044" y="558194"/>
                  <a:pt x="4031590" y="554740"/>
                </a:cubicBezTo>
                <a:cubicBezTo>
                  <a:pt x="4028136" y="551286"/>
                  <a:pt x="4023056" y="549558"/>
                  <a:pt x="4016350" y="549558"/>
                </a:cubicBezTo>
                <a:cubicBezTo>
                  <a:pt x="4009644" y="549558"/>
                  <a:pt x="3996741" y="553216"/>
                  <a:pt x="3977640" y="560531"/>
                </a:cubicBezTo>
                <a:cubicBezTo>
                  <a:pt x="3958540" y="567846"/>
                  <a:pt x="3946348" y="574349"/>
                  <a:pt x="3941064" y="580038"/>
                </a:cubicBezTo>
                <a:cubicBezTo>
                  <a:pt x="3935781" y="585728"/>
                  <a:pt x="3927958" y="588573"/>
                  <a:pt x="3917595" y="588573"/>
                </a:cubicBezTo>
                <a:cubicBezTo>
                  <a:pt x="3907232" y="588573"/>
                  <a:pt x="3898189" y="588979"/>
                  <a:pt x="3890468" y="589792"/>
                </a:cubicBezTo>
                <a:lnTo>
                  <a:pt x="3871570" y="592230"/>
                </a:lnTo>
                <a:cubicBezTo>
                  <a:pt x="3868725" y="592230"/>
                  <a:pt x="3867303" y="590909"/>
                  <a:pt x="3867303" y="588268"/>
                </a:cubicBezTo>
                <a:cubicBezTo>
                  <a:pt x="3867303" y="585626"/>
                  <a:pt x="3870351" y="579022"/>
                  <a:pt x="3876447" y="568456"/>
                </a:cubicBezTo>
                <a:cubicBezTo>
                  <a:pt x="3882543" y="557890"/>
                  <a:pt x="3889858" y="550371"/>
                  <a:pt x="3898392" y="545901"/>
                </a:cubicBezTo>
                <a:cubicBezTo>
                  <a:pt x="3906927" y="541430"/>
                  <a:pt x="3926739" y="534826"/>
                  <a:pt x="3957828" y="526089"/>
                </a:cubicBezTo>
                <a:cubicBezTo>
                  <a:pt x="3988918" y="517351"/>
                  <a:pt x="4007714" y="512982"/>
                  <a:pt x="4014216" y="512982"/>
                </a:cubicBezTo>
                <a:close/>
                <a:moveTo>
                  <a:pt x="5202936" y="494085"/>
                </a:moveTo>
                <a:cubicBezTo>
                  <a:pt x="5215535" y="494085"/>
                  <a:pt x="5230470" y="501095"/>
                  <a:pt x="5247742" y="515116"/>
                </a:cubicBezTo>
                <a:cubicBezTo>
                  <a:pt x="5265013" y="529137"/>
                  <a:pt x="5273650" y="542853"/>
                  <a:pt x="5273650" y="556264"/>
                </a:cubicBezTo>
                <a:cubicBezTo>
                  <a:pt x="5273650" y="561547"/>
                  <a:pt x="5271313" y="567135"/>
                  <a:pt x="5266639" y="573028"/>
                </a:cubicBezTo>
                <a:cubicBezTo>
                  <a:pt x="5261965" y="578921"/>
                  <a:pt x="5257800" y="586033"/>
                  <a:pt x="5254142" y="594364"/>
                </a:cubicBezTo>
                <a:cubicBezTo>
                  <a:pt x="5250485" y="602695"/>
                  <a:pt x="5248656" y="608283"/>
                  <a:pt x="5248656" y="611128"/>
                </a:cubicBezTo>
                <a:cubicBezTo>
                  <a:pt x="5248656" y="613973"/>
                  <a:pt x="5251094" y="617021"/>
                  <a:pt x="5255972" y="620272"/>
                </a:cubicBezTo>
                <a:cubicBezTo>
                  <a:pt x="5284012" y="636934"/>
                  <a:pt x="5298034" y="654206"/>
                  <a:pt x="5298034" y="672088"/>
                </a:cubicBezTo>
                <a:cubicBezTo>
                  <a:pt x="5298034" y="693221"/>
                  <a:pt x="5283200" y="711306"/>
                  <a:pt x="5253532" y="726342"/>
                </a:cubicBezTo>
                <a:cubicBezTo>
                  <a:pt x="5257597" y="727562"/>
                  <a:pt x="5262169" y="728171"/>
                  <a:pt x="5267248" y="728171"/>
                </a:cubicBezTo>
                <a:cubicBezTo>
                  <a:pt x="5272328" y="728171"/>
                  <a:pt x="5278932" y="727460"/>
                  <a:pt x="5287060" y="726038"/>
                </a:cubicBezTo>
                <a:cubicBezTo>
                  <a:pt x="5295188" y="724615"/>
                  <a:pt x="5300065" y="723904"/>
                  <a:pt x="5301691" y="723904"/>
                </a:cubicBezTo>
                <a:cubicBezTo>
                  <a:pt x="5310632" y="723904"/>
                  <a:pt x="5320182" y="726647"/>
                  <a:pt x="5330342" y="732134"/>
                </a:cubicBezTo>
                <a:lnTo>
                  <a:pt x="5341042" y="749681"/>
                </a:lnTo>
                <a:lnTo>
                  <a:pt x="5167338" y="740910"/>
                </a:lnTo>
                <a:lnTo>
                  <a:pt x="5141976" y="728781"/>
                </a:lnTo>
                <a:lnTo>
                  <a:pt x="5138770" y="739468"/>
                </a:lnTo>
                <a:lnTo>
                  <a:pt x="5115353" y="738285"/>
                </a:lnTo>
                <a:lnTo>
                  <a:pt x="5112067" y="738451"/>
                </a:lnTo>
                <a:lnTo>
                  <a:pt x="5107228" y="720856"/>
                </a:lnTo>
                <a:cubicBezTo>
                  <a:pt x="5106822" y="711915"/>
                  <a:pt x="5106620" y="685906"/>
                  <a:pt x="5106620" y="642827"/>
                </a:cubicBezTo>
                <a:cubicBezTo>
                  <a:pt x="5106620" y="634699"/>
                  <a:pt x="5107838" y="630635"/>
                  <a:pt x="5110276" y="630635"/>
                </a:cubicBezTo>
                <a:cubicBezTo>
                  <a:pt x="5112715" y="630635"/>
                  <a:pt x="5114138" y="637036"/>
                  <a:pt x="5114544" y="649838"/>
                </a:cubicBezTo>
                <a:cubicBezTo>
                  <a:pt x="5114951" y="662639"/>
                  <a:pt x="5117795" y="673714"/>
                  <a:pt x="5123078" y="683061"/>
                </a:cubicBezTo>
                <a:cubicBezTo>
                  <a:pt x="5130394" y="656238"/>
                  <a:pt x="5141976" y="622101"/>
                  <a:pt x="5157826" y="580648"/>
                </a:cubicBezTo>
                <a:cubicBezTo>
                  <a:pt x="5148478" y="585525"/>
                  <a:pt x="5139538" y="588471"/>
                  <a:pt x="5131004" y="589487"/>
                </a:cubicBezTo>
                <a:cubicBezTo>
                  <a:pt x="5122469" y="590503"/>
                  <a:pt x="5116779" y="592434"/>
                  <a:pt x="5113934" y="595278"/>
                </a:cubicBezTo>
                <a:cubicBezTo>
                  <a:pt x="5111090" y="598123"/>
                  <a:pt x="5109870" y="601476"/>
                  <a:pt x="5110276" y="605337"/>
                </a:cubicBezTo>
                <a:cubicBezTo>
                  <a:pt x="5110684" y="609197"/>
                  <a:pt x="5110886" y="613871"/>
                  <a:pt x="5110886" y="619358"/>
                </a:cubicBezTo>
                <a:cubicBezTo>
                  <a:pt x="5110886" y="624844"/>
                  <a:pt x="5110074" y="627587"/>
                  <a:pt x="5108448" y="627587"/>
                </a:cubicBezTo>
                <a:cubicBezTo>
                  <a:pt x="5106822" y="627587"/>
                  <a:pt x="5104994" y="623726"/>
                  <a:pt x="5102962" y="616005"/>
                </a:cubicBezTo>
                <a:cubicBezTo>
                  <a:pt x="5100930" y="608283"/>
                  <a:pt x="5099914" y="601374"/>
                  <a:pt x="5099914" y="595278"/>
                </a:cubicBezTo>
                <a:cubicBezTo>
                  <a:pt x="5099914" y="583493"/>
                  <a:pt x="5104588" y="574450"/>
                  <a:pt x="5113934" y="568151"/>
                </a:cubicBezTo>
                <a:cubicBezTo>
                  <a:pt x="5123281" y="561852"/>
                  <a:pt x="5134864" y="552301"/>
                  <a:pt x="5148682" y="539500"/>
                </a:cubicBezTo>
                <a:cubicBezTo>
                  <a:pt x="5162499" y="526698"/>
                  <a:pt x="5174692" y="514202"/>
                  <a:pt x="5185258" y="502010"/>
                </a:cubicBezTo>
                <a:cubicBezTo>
                  <a:pt x="5189728" y="496726"/>
                  <a:pt x="5195621" y="494085"/>
                  <a:pt x="5202936" y="494085"/>
                </a:cubicBezTo>
                <a:close/>
                <a:moveTo>
                  <a:pt x="297485" y="489208"/>
                </a:moveTo>
                <a:cubicBezTo>
                  <a:pt x="303988" y="489208"/>
                  <a:pt x="312725" y="492154"/>
                  <a:pt x="323698" y="498047"/>
                </a:cubicBezTo>
                <a:cubicBezTo>
                  <a:pt x="334671" y="503940"/>
                  <a:pt x="340157" y="513795"/>
                  <a:pt x="340157" y="527613"/>
                </a:cubicBezTo>
                <a:cubicBezTo>
                  <a:pt x="340157" y="537366"/>
                  <a:pt x="337618" y="545088"/>
                  <a:pt x="332537" y="550778"/>
                </a:cubicBezTo>
                <a:cubicBezTo>
                  <a:pt x="327457" y="556467"/>
                  <a:pt x="324918" y="560429"/>
                  <a:pt x="324918" y="562665"/>
                </a:cubicBezTo>
                <a:cubicBezTo>
                  <a:pt x="324918" y="564900"/>
                  <a:pt x="326543" y="565611"/>
                  <a:pt x="329794" y="564798"/>
                </a:cubicBezTo>
                <a:cubicBezTo>
                  <a:pt x="333046" y="563986"/>
                  <a:pt x="336500" y="563579"/>
                  <a:pt x="340157" y="563579"/>
                </a:cubicBezTo>
                <a:cubicBezTo>
                  <a:pt x="350724" y="563579"/>
                  <a:pt x="359462" y="566729"/>
                  <a:pt x="366370" y="573028"/>
                </a:cubicBezTo>
                <a:cubicBezTo>
                  <a:pt x="373279" y="579327"/>
                  <a:pt x="376733" y="587963"/>
                  <a:pt x="376733" y="598936"/>
                </a:cubicBezTo>
                <a:cubicBezTo>
                  <a:pt x="376733" y="619256"/>
                  <a:pt x="372670" y="632464"/>
                  <a:pt x="364542" y="638560"/>
                </a:cubicBezTo>
                <a:cubicBezTo>
                  <a:pt x="357633" y="644250"/>
                  <a:pt x="349505" y="655222"/>
                  <a:pt x="340157" y="671478"/>
                </a:cubicBezTo>
                <a:cubicBezTo>
                  <a:pt x="345034" y="670259"/>
                  <a:pt x="352248" y="669650"/>
                  <a:pt x="361798" y="669650"/>
                </a:cubicBezTo>
                <a:cubicBezTo>
                  <a:pt x="371349" y="669650"/>
                  <a:pt x="382829" y="672393"/>
                  <a:pt x="396240" y="677879"/>
                </a:cubicBezTo>
                <a:cubicBezTo>
                  <a:pt x="409652" y="683366"/>
                  <a:pt x="418084" y="690782"/>
                  <a:pt x="421540" y="700130"/>
                </a:cubicBezTo>
                <a:cubicBezTo>
                  <a:pt x="424994" y="709477"/>
                  <a:pt x="426721" y="716995"/>
                  <a:pt x="426721" y="722685"/>
                </a:cubicBezTo>
                <a:cubicBezTo>
                  <a:pt x="426721" y="728374"/>
                  <a:pt x="423876" y="732235"/>
                  <a:pt x="418187" y="734267"/>
                </a:cubicBezTo>
                <a:cubicBezTo>
                  <a:pt x="413716" y="736299"/>
                  <a:pt x="409753" y="741379"/>
                  <a:pt x="406300" y="749507"/>
                </a:cubicBezTo>
                <a:cubicBezTo>
                  <a:pt x="402844" y="757635"/>
                  <a:pt x="389941" y="773282"/>
                  <a:pt x="367590" y="796446"/>
                </a:cubicBezTo>
                <a:cubicBezTo>
                  <a:pt x="367996" y="798885"/>
                  <a:pt x="368199" y="801222"/>
                  <a:pt x="368199" y="803457"/>
                </a:cubicBezTo>
                <a:cubicBezTo>
                  <a:pt x="368199" y="805692"/>
                  <a:pt x="366980" y="807419"/>
                  <a:pt x="364542" y="808638"/>
                </a:cubicBezTo>
                <a:cubicBezTo>
                  <a:pt x="362104" y="809858"/>
                  <a:pt x="356007" y="811178"/>
                  <a:pt x="346254" y="812601"/>
                </a:cubicBezTo>
                <a:cubicBezTo>
                  <a:pt x="336500" y="814023"/>
                  <a:pt x="324207" y="817274"/>
                  <a:pt x="309372" y="822354"/>
                </a:cubicBezTo>
                <a:cubicBezTo>
                  <a:pt x="294540" y="827434"/>
                  <a:pt x="282652" y="832515"/>
                  <a:pt x="273711" y="837594"/>
                </a:cubicBezTo>
                <a:cubicBezTo>
                  <a:pt x="264771" y="842674"/>
                  <a:pt x="257760" y="845214"/>
                  <a:pt x="252680" y="845214"/>
                </a:cubicBezTo>
                <a:cubicBezTo>
                  <a:pt x="247600" y="845214"/>
                  <a:pt x="242012" y="843995"/>
                  <a:pt x="235916" y="841557"/>
                </a:cubicBezTo>
                <a:cubicBezTo>
                  <a:pt x="232259" y="861064"/>
                  <a:pt x="230429" y="876304"/>
                  <a:pt x="230429" y="887277"/>
                </a:cubicBezTo>
                <a:cubicBezTo>
                  <a:pt x="230429" y="898250"/>
                  <a:pt x="235510" y="905666"/>
                  <a:pt x="245670" y="909527"/>
                </a:cubicBezTo>
                <a:cubicBezTo>
                  <a:pt x="255830" y="913388"/>
                  <a:pt x="277470" y="915318"/>
                  <a:pt x="310592" y="915318"/>
                </a:cubicBezTo>
                <a:cubicBezTo>
                  <a:pt x="343713" y="915318"/>
                  <a:pt x="372467" y="912880"/>
                  <a:pt x="396851" y="908003"/>
                </a:cubicBezTo>
                <a:cubicBezTo>
                  <a:pt x="421234" y="903126"/>
                  <a:pt x="438811" y="895202"/>
                  <a:pt x="449580" y="884229"/>
                </a:cubicBezTo>
                <a:cubicBezTo>
                  <a:pt x="460350" y="873256"/>
                  <a:pt x="465736" y="856594"/>
                  <a:pt x="465736" y="834241"/>
                </a:cubicBezTo>
                <a:lnTo>
                  <a:pt x="464516" y="809248"/>
                </a:lnTo>
                <a:cubicBezTo>
                  <a:pt x="464516" y="806403"/>
                  <a:pt x="464922" y="804981"/>
                  <a:pt x="465736" y="804981"/>
                </a:cubicBezTo>
                <a:cubicBezTo>
                  <a:pt x="466954" y="804981"/>
                  <a:pt x="472949" y="817884"/>
                  <a:pt x="483718" y="843690"/>
                </a:cubicBezTo>
                <a:cubicBezTo>
                  <a:pt x="494488" y="869497"/>
                  <a:pt x="499873" y="891544"/>
                  <a:pt x="499873" y="909832"/>
                </a:cubicBezTo>
                <a:cubicBezTo>
                  <a:pt x="499873" y="917554"/>
                  <a:pt x="497638" y="923142"/>
                  <a:pt x="493167" y="926596"/>
                </a:cubicBezTo>
                <a:cubicBezTo>
                  <a:pt x="488696" y="930050"/>
                  <a:pt x="479756" y="934013"/>
                  <a:pt x="466345" y="938483"/>
                </a:cubicBezTo>
                <a:cubicBezTo>
                  <a:pt x="452934" y="942954"/>
                  <a:pt x="436475" y="946205"/>
                  <a:pt x="416967" y="948237"/>
                </a:cubicBezTo>
                <a:cubicBezTo>
                  <a:pt x="397460" y="950269"/>
                  <a:pt x="376225" y="951285"/>
                  <a:pt x="353264" y="951285"/>
                </a:cubicBezTo>
                <a:cubicBezTo>
                  <a:pt x="330302" y="951285"/>
                  <a:pt x="307442" y="950777"/>
                  <a:pt x="284684" y="949761"/>
                </a:cubicBezTo>
                <a:cubicBezTo>
                  <a:pt x="261926" y="948745"/>
                  <a:pt x="247803" y="947627"/>
                  <a:pt x="242317" y="946408"/>
                </a:cubicBezTo>
                <a:cubicBezTo>
                  <a:pt x="236831" y="945189"/>
                  <a:pt x="231242" y="942547"/>
                  <a:pt x="225552" y="938483"/>
                </a:cubicBezTo>
                <a:cubicBezTo>
                  <a:pt x="219863" y="934419"/>
                  <a:pt x="214885" y="929644"/>
                  <a:pt x="210617" y="924158"/>
                </a:cubicBezTo>
                <a:cubicBezTo>
                  <a:pt x="206350" y="918671"/>
                  <a:pt x="203099" y="912372"/>
                  <a:pt x="200864" y="905260"/>
                </a:cubicBezTo>
                <a:cubicBezTo>
                  <a:pt x="198628" y="898148"/>
                  <a:pt x="197512" y="890934"/>
                  <a:pt x="197512" y="883619"/>
                </a:cubicBezTo>
                <a:cubicBezTo>
                  <a:pt x="197512" y="859235"/>
                  <a:pt x="199949" y="838407"/>
                  <a:pt x="204826" y="821135"/>
                </a:cubicBezTo>
                <a:cubicBezTo>
                  <a:pt x="209703" y="803863"/>
                  <a:pt x="212141" y="794008"/>
                  <a:pt x="212141" y="791569"/>
                </a:cubicBezTo>
                <a:cubicBezTo>
                  <a:pt x="212141" y="789131"/>
                  <a:pt x="210720" y="787505"/>
                  <a:pt x="207874" y="786693"/>
                </a:cubicBezTo>
                <a:cubicBezTo>
                  <a:pt x="205029" y="785880"/>
                  <a:pt x="202591" y="784254"/>
                  <a:pt x="200560" y="781816"/>
                </a:cubicBezTo>
                <a:cubicBezTo>
                  <a:pt x="198527" y="779377"/>
                  <a:pt x="197409" y="776533"/>
                  <a:pt x="197206" y="773282"/>
                </a:cubicBezTo>
                <a:cubicBezTo>
                  <a:pt x="197004" y="770030"/>
                  <a:pt x="196901" y="766373"/>
                  <a:pt x="196901" y="762309"/>
                </a:cubicBezTo>
                <a:cubicBezTo>
                  <a:pt x="196901" y="758245"/>
                  <a:pt x="196495" y="753977"/>
                  <a:pt x="195683" y="749507"/>
                </a:cubicBezTo>
                <a:cubicBezTo>
                  <a:pt x="194870" y="745037"/>
                  <a:pt x="194463" y="740668"/>
                  <a:pt x="194463" y="736401"/>
                </a:cubicBezTo>
                <a:cubicBezTo>
                  <a:pt x="194463" y="732134"/>
                  <a:pt x="197206" y="728578"/>
                  <a:pt x="202692" y="725733"/>
                </a:cubicBezTo>
                <a:cubicBezTo>
                  <a:pt x="208179" y="722888"/>
                  <a:pt x="217019" y="720246"/>
                  <a:pt x="229211" y="717808"/>
                </a:cubicBezTo>
                <a:cubicBezTo>
                  <a:pt x="303988" y="651971"/>
                  <a:pt x="341377" y="610315"/>
                  <a:pt x="341377" y="592840"/>
                </a:cubicBezTo>
                <a:cubicBezTo>
                  <a:pt x="341377" y="588776"/>
                  <a:pt x="340462" y="586744"/>
                  <a:pt x="338633" y="586744"/>
                </a:cubicBezTo>
                <a:cubicBezTo>
                  <a:pt x="336805" y="586744"/>
                  <a:pt x="335484" y="587354"/>
                  <a:pt x="334671" y="588573"/>
                </a:cubicBezTo>
                <a:cubicBezTo>
                  <a:pt x="329794" y="596294"/>
                  <a:pt x="322886" y="602695"/>
                  <a:pt x="313944" y="607775"/>
                </a:cubicBezTo>
                <a:cubicBezTo>
                  <a:pt x="305004" y="612855"/>
                  <a:pt x="291695" y="624641"/>
                  <a:pt x="274016" y="643132"/>
                </a:cubicBezTo>
                <a:cubicBezTo>
                  <a:pt x="256337" y="661623"/>
                  <a:pt x="245467" y="670869"/>
                  <a:pt x="241402" y="670869"/>
                </a:cubicBezTo>
                <a:cubicBezTo>
                  <a:pt x="237339" y="670869"/>
                  <a:pt x="233680" y="667313"/>
                  <a:pt x="230429" y="660201"/>
                </a:cubicBezTo>
                <a:cubicBezTo>
                  <a:pt x="227179" y="653089"/>
                  <a:pt x="225552" y="643234"/>
                  <a:pt x="225552" y="630635"/>
                </a:cubicBezTo>
                <a:cubicBezTo>
                  <a:pt x="225552" y="618037"/>
                  <a:pt x="229820" y="610315"/>
                  <a:pt x="238354" y="607470"/>
                </a:cubicBezTo>
                <a:cubicBezTo>
                  <a:pt x="245264" y="605032"/>
                  <a:pt x="255525" y="593145"/>
                  <a:pt x="269139" y="571809"/>
                </a:cubicBezTo>
                <a:cubicBezTo>
                  <a:pt x="282753" y="550473"/>
                  <a:pt x="289560" y="537570"/>
                  <a:pt x="289560" y="533099"/>
                </a:cubicBezTo>
                <a:cubicBezTo>
                  <a:pt x="289560" y="528629"/>
                  <a:pt x="287936" y="526394"/>
                  <a:pt x="284684" y="526394"/>
                </a:cubicBezTo>
                <a:cubicBezTo>
                  <a:pt x="276556" y="526394"/>
                  <a:pt x="263044" y="541837"/>
                  <a:pt x="244146" y="572723"/>
                </a:cubicBezTo>
                <a:cubicBezTo>
                  <a:pt x="225248" y="603610"/>
                  <a:pt x="205029" y="652581"/>
                  <a:pt x="183490" y="719637"/>
                </a:cubicBezTo>
                <a:cubicBezTo>
                  <a:pt x="175768" y="743614"/>
                  <a:pt x="166828" y="769421"/>
                  <a:pt x="156668" y="797056"/>
                </a:cubicBezTo>
                <a:cubicBezTo>
                  <a:pt x="146508" y="824691"/>
                  <a:pt x="139600" y="841252"/>
                  <a:pt x="135941" y="846738"/>
                </a:cubicBezTo>
                <a:cubicBezTo>
                  <a:pt x="132284" y="852225"/>
                  <a:pt x="129033" y="859337"/>
                  <a:pt x="126188" y="868074"/>
                </a:cubicBezTo>
                <a:cubicBezTo>
                  <a:pt x="123344" y="876812"/>
                  <a:pt x="117247" y="899062"/>
                  <a:pt x="107900" y="934826"/>
                </a:cubicBezTo>
                <a:cubicBezTo>
                  <a:pt x="102617" y="955146"/>
                  <a:pt x="95911" y="965306"/>
                  <a:pt x="87783" y="965306"/>
                </a:cubicBezTo>
                <a:cubicBezTo>
                  <a:pt x="81688" y="965306"/>
                  <a:pt x="76404" y="958498"/>
                  <a:pt x="71933" y="944884"/>
                </a:cubicBezTo>
                <a:cubicBezTo>
                  <a:pt x="67464" y="931270"/>
                  <a:pt x="65228" y="921821"/>
                  <a:pt x="65228" y="916538"/>
                </a:cubicBezTo>
                <a:cubicBezTo>
                  <a:pt x="65228" y="899469"/>
                  <a:pt x="67260" y="890528"/>
                  <a:pt x="71324" y="889715"/>
                </a:cubicBezTo>
                <a:cubicBezTo>
                  <a:pt x="75388" y="888902"/>
                  <a:pt x="79147" y="885042"/>
                  <a:pt x="82602" y="878133"/>
                </a:cubicBezTo>
                <a:cubicBezTo>
                  <a:pt x="86056" y="871224"/>
                  <a:pt x="90221" y="859438"/>
                  <a:pt x="95098" y="842776"/>
                </a:cubicBezTo>
                <a:cubicBezTo>
                  <a:pt x="99976" y="826114"/>
                  <a:pt x="102414" y="815954"/>
                  <a:pt x="102414" y="812296"/>
                </a:cubicBezTo>
                <a:cubicBezTo>
                  <a:pt x="102414" y="806606"/>
                  <a:pt x="100179" y="803762"/>
                  <a:pt x="95708" y="803762"/>
                </a:cubicBezTo>
                <a:cubicBezTo>
                  <a:pt x="87986" y="810670"/>
                  <a:pt x="80570" y="817681"/>
                  <a:pt x="73457" y="824793"/>
                </a:cubicBezTo>
                <a:cubicBezTo>
                  <a:pt x="66346" y="831905"/>
                  <a:pt x="61875" y="837086"/>
                  <a:pt x="60046" y="840337"/>
                </a:cubicBezTo>
                <a:cubicBezTo>
                  <a:pt x="58217" y="843589"/>
                  <a:pt x="55474" y="845214"/>
                  <a:pt x="51817" y="845214"/>
                </a:cubicBezTo>
                <a:cubicBezTo>
                  <a:pt x="46127" y="845214"/>
                  <a:pt x="41048" y="838305"/>
                  <a:pt x="36577" y="824488"/>
                </a:cubicBezTo>
                <a:cubicBezTo>
                  <a:pt x="32106" y="810670"/>
                  <a:pt x="29871" y="799901"/>
                  <a:pt x="29871" y="792179"/>
                </a:cubicBezTo>
                <a:cubicBezTo>
                  <a:pt x="29871" y="781206"/>
                  <a:pt x="32716" y="774501"/>
                  <a:pt x="38406" y="772062"/>
                </a:cubicBezTo>
                <a:cubicBezTo>
                  <a:pt x="50191" y="767186"/>
                  <a:pt x="60960" y="756619"/>
                  <a:pt x="70715" y="740363"/>
                </a:cubicBezTo>
                <a:cubicBezTo>
                  <a:pt x="80468" y="724107"/>
                  <a:pt x="85344" y="713338"/>
                  <a:pt x="85344" y="708054"/>
                </a:cubicBezTo>
                <a:cubicBezTo>
                  <a:pt x="85344" y="702771"/>
                  <a:pt x="84329" y="700130"/>
                  <a:pt x="82296" y="700130"/>
                </a:cubicBezTo>
                <a:cubicBezTo>
                  <a:pt x="80264" y="700130"/>
                  <a:pt x="75489" y="702365"/>
                  <a:pt x="67971" y="706835"/>
                </a:cubicBezTo>
                <a:cubicBezTo>
                  <a:pt x="60452" y="711306"/>
                  <a:pt x="51817" y="719230"/>
                  <a:pt x="42063" y="730610"/>
                </a:cubicBezTo>
                <a:cubicBezTo>
                  <a:pt x="38812" y="734674"/>
                  <a:pt x="35357" y="736706"/>
                  <a:pt x="31700" y="736706"/>
                </a:cubicBezTo>
                <a:cubicBezTo>
                  <a:pt x="28043" y="736706"/>
                  <a:pt x="23877" y="734369"/>
                  <a:pt x="19204" y="729695"/>
                </a:cubicBezTo>
                <a:cubicBezTo>
                  <a:pt x="14529" y="725022"/>
                  <a:pt x="10161" y="716589"/>
                  <a:pt x="6096" y="704397"/>
                </a:cubicBezTo>
                <a:cubicBezTo>
                  <a:pt x="2033" y="692205"/>
                  <a:pt x="0" y="683670"/>
                  <a:pt x="0" y="678794"/>
                </a:cubicBezTo>
                <a:cubicBezTo>
                  <a:pt x="0" y="669853"/>
                  <a:pt x="3455" y="664671"/>
                  <a:pt x="10364" y="663249"/>
                </a:cubicBezTo>
                <a:cubicBezTo>
                  <a:pt x="17273" y="661826"/>
                  <a:pt x="22760" y="659693"/>
                  <a:pt x="26823" y="656848"/>
                </a:cubicBezTo>
                <a:cubicBezTo>
                  <a:pt x="30888" y="654003"/>
                  <a:pt x="42775" y="643945"/>
                  <a:pt x="62484" y="626673"/>
                </a:cubicBezTo>
                <a:cubicBezTo>
                  <a:pt x="82196" y="609401"/>
                  <a:pt x="94793" y="598123"/>
                  <a:pt x="100280" y="592840"/>
                </a:cubicBezTo>
                <a:cubicBezTo>
                  <a:pt x="105766" y="587557"/>
                  <a:pt x="109728" y="582578"/>
                  <a:pt x="112167" y="577905"/>
                </a:cubicBezTo>
                <a:cubicBezTo>
                  <a:pt x="114605" y="573231"/>
                  <a:pt x="115825" y="568456"/>
                  <a:pt x="115825" y="563579"/>
                </a:cubicBezTo>
                <a:lnTo>
                  <a:pt x="114605" y="551997"/>
                </a:lnTo>
                <a:cubicBezTo>
                  <a:pt x="114605" y="543056"/>
                  <a:pt x="122632" y="538586"/>
                  <a:pt x="138685" y="538586"/>
                </a:cubicBezTo>
                <a:cubicBezTo>
                  <a:pt x="154738" y="538586"/>
                  <a:pt x="166726" y="543056"/>
                  <a:pt x="174651" y="551997"/>
                </a:cubicBezTo>
                <a:cubicBezTo>
                  <a:pt x="182576" y="560938"/>
                  <a:pt x="186538" y="572723"/>
                  <a:pt x="186538" y="587354"/>
                </a:cubicBezTo>
                <a:cubicBezTo>
                  <a:pt x="186538" y="599139"/>
                  <a:pt x="180645" y="606454"/>
                  <a:pt x="168860" y="609299"/>
                </a:cubicBezTo>
                <a:cubicBezTo>
                  <a:pt x="164389" y="610112"/>
                  <a:pt x="160936" y="612144"/>
                  <a:pt x="158497" y="615395"/>
                </a:cubicBezTo>
                <a:cubicBezTo>
                  <a:pt x="149556" y="626368"/>
                  <a:pt x="136348" y="640592"/>
                  <a:pt x="118873" y="658067"/>
                </a:cubicBezTo>
                <a:cubicBezTo>
                  <a:pt x="116434" y="660506"/>
                  <a:pt x="115216" y="662538"/>
                  <a:pt x="115216" y="664163"/>
                </a:cubicBezTo>
                <a:cubicBezTo>
                  <a:pt x="115216" y="665789"/>
                  <a:pt x="117044" y="667211"/>
                  <a:pt x="120702" y="668430"/>
                </a:cubicBezTo>
                <a:cubicBezTo>
                  <a:pt x="141835" y="676152"/>
                  <a:pt x="152401" y="691392"/>
                  <a:pt x="152401" y="714150"/>
                </a:cubicBezTo>
                <a:cubicBezTo>
                  <a:pt x="152401" y="724310"/>
                  <a:pt x="148336" y="731626"/>
                  <a:pt x="140209" y="736096"/>
                </a:cubicBezTo>
                <a:cubicBezTo>
                  <a:pt x="136958" y="737722"/>
                  <a:pt x="132284" y="743208"/>
                  <a:pt x="126188" y="752555"/>
                </a:cubicBezTo>
                <a:cubicBezTo>
                  <a:pt x="120092" y="761902"/>
                  <a:pt x="116637" y="769014"/>
                  <a:pt x="115825" y="773891"/>
                </a:cubicBezTo>
                <a:cubicBezTo>
                  <a:pt x="119076" y="779987"/>
                  <a:pt x="124968" y="786083"/>
                  <a:pt x="133503" y="792179"/>
                </a:cubicBezTo>
                <a:lnTo>
                  <a:pt x="175565" y="692814"/>
                </a:lnTo>
                <a:cubicBezTo>
                  <a:pt x="191821" y="654206"/>
                  <a:pt x="204623" y="624641"/>
                  <a:pt x="213971" y="604118"/>
                </a:cubicBezTo>
                <a:cubicBezTo>
                  <a:pt x="223317" y="583594"/>
                  <a:pt x="234900" y="561750"/>
                  <a:pt x="248718" y="538586"/>
                </a:cubicBezTo>
                <a:cubicBezTo>
                  <a:pt x="262535" y="515421"/>
                  <a:pt x="270866" y="502213"/>
                  <a:pt x="273711" y="498962"/>
                </a:cubicBezTo>
                <a:cubicBezTo>
                  <a:pt x="276556" y="495710"/>
                  <a:pt x="279604" y="493272"/>
                  <a:pt x="282856" y="491646"/>
                </a:cubicBezTo>
                <a:cubicBezTo>
                  <a:pt x="286106" y="490021"/>
                  <a:pt x="290984" y="489208"/>
                  <a:pt x="297485" y="489208"/>
                </a:cubicBezTo>
                <a:close/>
                <a:moveTo>
                  <a:pt x="3756051" y="488598"/>
                </a:moveTo>
                <a:cubicBezTo>
                  <a:pt x="3759912" y="488598"/>
                  <a:pt x="3773729" y="495405"/>
                  <a:pt x="3797503" y="509020"/>
                </a:cubicBezTo>
                <a:cubicBezTo>
                  <a:pt x="3821278" y="522634"/>
                  <a:pt x="3835908" y="533404"/>
                  <a:pt x="3841395" y="541329"/>
                </a:cubicBezTo>
                <a:cubicBezTo>
                  <a:pt x="3846881" y="549254"/>
                  <a:pt x="3849624" y="558804"/>
                  <a:pt x="3849624" y="569980"/>
                </a:cubicBezTo>
                <a:cubicBezTo>
                  <a:pt x="3849624" y="581156"/>
                  <a:pt x="3846881" y="588471"/>
                  <a:pt x="3841395" y="591926"/>
                </a:cubicBezTo>
                <a:cubicBezTo>
                  <a:pt x="3835908" y="595380"/>
                  <a:pt x="3827679" y="597920"/>
                  <a:pt x="3816706" y="599546"/>
                </a:cubicBezTo>
                <a:cubicBezTo>
                  <a:pt x="3814268" y="603610"/>
                  <a:pt x="3811423" y="605642"/>
                  <a:pt x="3808172" y="605642"/>
                </a:cubicBezTo>
                <a:cubicBezTo>
                  <a:pt x="3804920" y="605642"/>
                  <a:pt x="3798621" y="602289"/>
                  <a:pt x="3789274" y="595583"/>
                </a:cubicBezTo>
                <a:cubicBezTo>
                  <a:pt x="3779927" y="588877"/>
                  <a:pt x="3775253" y="584306"/>
                  <a:pt x="3775253" y="581867"/>
                </a:cubicBezTo>
                <a:cubicBezTo>
                  <a:pt x="3775253" y="579429"/>
                  <a:pt x="3779317" y="575974"/>
                  <a:pt x="3787445" y="571504"/>
                </a:cubicBezTo>
                <a:cubicBezTo>
                  <a:pt x="3778505" y="558906"/>
                  <a:pt x="3770072" y="544072"/>
                  <a:pt x="3762147" y="527003"/>
                </a:cubicBezTo>
                <a:cubicBezTo>
                  <a:pt x="3754222" y="509934"/>
                  <a:pt x="3750260" y="499266"/>
                  <a:pt x="3750260" y="494999"/>
                </a:cubicBezTo>
                <a:cubicBezTo>
                  <a:pt x="3750260" y="490732"/>
                  <a:pt x="3752190" y="488598"/>
                  <a:pt x="3756051" y="488598"/>
                </a:cubicBezTo>
                <a:close/>
                <a:moveTo>
                  <a:pt x="754685" y="483722"/>
                </a:moveTo>
                <a:cubicBezTo>
                  <a:pt x="762001" y="483722"/>
                  <a:pt x="775412" y="490529"/>
                  <a:pt x="794919" y="504143"/>
                </a:cubicBezTo>
                <a:cubicBezTo>
                  <a:pt x="814426" y="517758"/>
                  <a:pt x="824180" y="535538"/>
                  <a:pt x="824180" y="557483"/>
                </a:cubicBezTo>
                <a:cubicBezTo>
                  <a:pt x="824180" y="565611"/>
                  <a:pt x="822757" y="573942"/>
                  <a:pt x="819912" y="582477"/>
                </a:cubicBezTo>
                <a:cubicBezTo>
                  <a:pt x="826821" y="587354"/>
                  <a:pt x="831901" y="593754"/>
                  <a:pt x="835152" y="601679"/>
                </a:cubicBezTo>
                <a:cubicBezTo>
                  <a:pt x="838404" y="609604"/>
                  <a:pt x="840029" y="615802"/>
                  <a:pt x="840029" y="620272"/>
                </a:cubicBezTo>
                <a:cubicBezTo>
                  <a:pt x="840029" y="624742"/>
                  <a:pt x="837388" y="627587"/>
                  <a:pt x="832104" y="628806"/>
                </a:cubicBezTo>
                <a:cubicBezTo>
                  <a:pt x="822351" y="630838"/>
                  <a:pt x="813410" y="637341"/>
                  <a:pt x="805282" y="648314"/>
                </a:cubicBezTo>
                <a:cubicBezTo>
                  <a:pt x="802031" y="660099"/>
                  <a:pt x="798577" y="677574"/>
                  <a:pt x="794919" y="700739"/>
                </a:cubicBezTo>
                <a:cubicBezTo>
                  <a:pt x="807924" y="688141"/>
                  <a:pt x="822351" y="673104"/>
                  <a:pt x="838200" y="655629"/>
                </a:cubicBezTo>
                <a:cubicBezTo>
                  <a:pt x="837794" y="651971"/>
                  <a:pt x="838505" y="647602"/>
                  <a:pt x="840334" y="642522"/>
                </a:cubicBezTo>
                <a:cubicBezTo>
                  <a:pt x="842163" y="637442"/>
                  <a:pt x="844500" y="632870"/>
                  <a:pt x="847345" y="628806"/>
                </a:cubicBezTo>
                <a:cubicBezTo>
                  <a:pt x="850189" y="624742"/>
                  <a:pt x="852323" y="622609"/>
                  <a:pt x="853745" y="622405"/>
                </a:cubicBezTo>
                <a:cubicBezTo>
                  <a:pt x="855168" y="622202"/>
                  <a:pt x="856285" y="622101"/>
                  <a:pt x="857098" y="622101"/>
                </a:cubicBezTo>
                <a:cubicBezTo>
                  <a:pt x="860349" y="622101"/>
                  <a:pt x="865836" y="617630"/>
                  <a:pt x="873557" y="608690"/>
                </a:cubicBezTo>
                <a:cubicBezTo>
                  <a:pt x="897535" y="580242"/>
                  <a:pt x="912064" y="563477"/>
                  <a:pt x="917144" y="558397"/>
                </a:cubicBezTo>
                <a:cubicBezTo>
                  <a:pt x="922224" y="553318"/>
                  <a:pt x="924764" y="548237"/>
                  <a:pt x="924764" y="543158"/>
                </a:cubicBezTo>
                <a:cubicBezTo>
                  <a:pt x="924764" y="538078"/>
                  <a:pt x="922833" y="533201"/>
                  <a:pt x="918972" y="528527"/>
                </a:cubicBezTo>
                <a:cubicBezTo>
                  <a:pt x="915112" y="523854"/>
                  <a:pt x="913181" y="517859"/>
                  <a:pt x="913181" y="510544"/>
                </a:cubicBezTo>
                <a:cubicBezTo>
                  <a:pt x="913181" y="498352"/>
                  <a:pt x="917042" y="492256"/>
                  <a:pt x="924764" y="492256"/>
                </a:cubicBezTo>
                <a:cubicBezTo>
                  <a:pt x="929640" y="492256"/>
                  <a:pt x="932993" y="494390"/>
                  <a:pt x="934822" y="498657"/>
                </a:cubicBezTo>
                <a:cubicBezTo>
                  <a:pt x="936651" y="502924"/>
                  <a:pt x="941528" y="506785"/>
                  <a:pt x="949453" y="510239"/>
                </a:cubicBezTo>
                <a:cubicBezTo>
                  <a:pt x="957377" y="513694"/>
                  <a:pt x="964185" y="520399"/>
                  <a:pt x="969874" y="530356"/>
                </a:cubicBezTo>
                <a:cubicBezTo>
                  <a:pt x="975564" y="540313"/>
                  <a:pt x="978408" y="549254"/>
                  <a:pt x="978408" y="557178"/>
                </a:cubicBezTo>
                <a:cubicBezTo>
                  <a:pt x="978408" y="565103"/>
                  <a:pt x="977189" y="571504"/>
                  <a:pt x="974751" y="576381"/>
                </a:cubicBezTo>
                <a:cubicBezTo>
                  <a:pt x="992226" y="575974"/>
                  <a:pt x="1006552" y="578514"/>
                  <a:pt x="1017728" y="584001"/>
                </a:cubicBezTo>
                <a:cubicBezTo>
                  <a:pt x="1028904" y="589487"/>
                  <a:pt x="1036727" y="596701"/>
                  <a:pt x="1041197" y="605642"/>
                </a:cubicBezTo>
                <a:cubicBezTo>
                  <a:pt x="1045668" y="614582"/>
                  <a:pt x="1047903" y="621390"/>
                  <a:pt x="1047903" y="626063"/>
                </a:cubicBezTo>
                <a:cubicBezTo>
                  <a:pt x="1047903" y="630737"/>
                  <a:pt x="1044042" y="638154"/>
                  <a:pt x="1036321" y="648314"/>
                </a:cubicBezTo>
                <a:cubicBezTo>
                  <a:pt x="1028599" y="658474"/>
                  <a:pt x="1017321" y="671885"/>
                  <a:pt x="1002488" y="688547"/>
                </a:cubicBezTo>
                <a:cubicBezTo>
                  <a:pt x="987654" y="705210"/>
                  <a:pt x="973836" y="719637"/>
                  <a:pt x="961035" y="731829"/>
                </a:cubicBezTo>
                <a:cubicBezTo>
                  <a:pt x="948233" y="744021"/>
                  <a:pt x="938073" y="752657"/>
                  <a:pt x="930555" y="757737"/>
                </a:cubicBezTo>
                <a:cubicBezTo>
                  <a:pt x="923037" y="762817"/>
                  <a:pt x="918058" y="765154"/>
                  <a:pt x="915620" y="764747"/>
                </a:cubicBezTo>
                <a:cubicBezTo>
                  <a:pt x="902615" y="762715"/>
                  <a:pt x="892760" y="761699"/>
                  <a:pt x="886054" y="761699"/>
                </a:cubicBezTo>
                <a:cubicBezTo>
                  <a:pt x="879348" y="761699"/>
                  <a:pt x="873557" y="762715"/>
                  <a:pt x="868680" y="764747"/>
                </a:cubicBezTo>
                <a:cubicBezTo>
                  <a:pt x="873964" y="771656"/>
                  <a:pt x="879450" y="781206"/>
                  <a:pt x="885140" y="793398"/>
                </a:cubicBezTo>
                <a:cubicBezTo>
                  <a:pt x="921716" y="771453"/>
                  <a:pt x="951992" y="757229"/>
                  <a:pt x="975970" y="750726"/>
                </a:cubicBezTo>
                <a:cubicBezTo>
                  <a:pt x="981253" y="749101"/>
                  <a:pt x="986638" y="745545"/>
                  <a:pt x="992125" y="740058"/>
                </a:cubicBezTo>
                <a:cubicBezTo>
                  <a:pt x="997611" y="734572"/>
                  <a:pt x="1007974" y="731829"/>
                  <a:pt x="1023214" y="731829"/>
                </a:cubicBezTo>
                <a:cubicBezTo>
                  <a:pt x="1038454" y="731829"/>
                  <a:pt x="1052475" y="737010"/>
                  <a:pt x="1065277" y="747374"/>
                </a:cubicBezTo>
                <a:cubicBezTo>
                  <a:pt x="1078078" y="757737"/>
                  <a:pt x="1084479" y="772875"/>
                  <a:pt x="1084479" y="792789"/>
                </a:cubicBezTo>
                <a:cubicBezTo>
                  <a:pt x="1084479" y="800917"/>
                  <a:pt x="1081939" y="808029"/>
                  <a:pt x="1076859" y="814125"/>
                </a:cubicBezTo>
                <a:cubicBezTo>
                  <a:pt x="1071779" y="820221"/>
                  <a:pt x="1065378" y="829771"/>
                  <a:pt x="1057656" y="842776"/>
                </a:cubicBezTo>
                <a:cubicBezTo>
                  <a:pt x="1049935" y="855781"/>
                  <a:pt x="1044448" y="866957"/>
                  <a:pt x="1041197" y="876304"/>
                </a:cubicBezTo>
                <a:cubicBezTo>
                  <a:pt x="1050138" y="888496"/>
                  <a:pt x="1054608" y="902720"/>
                  <a:pt x="1054608" y="918976"/>
                </a:cubicBezTo>
                <a:cubicBezTo>
                  <a:pt x="1054608" y="926698"/>
                  <a:pt x="1050341" y="930558"/>
                  <a:pt x="1041807" y="930558"/>
                </a:cubicBezTo>
                <a:cubicBezTo>
                  <a:pt x="1037336" y="930558"/>
                  <a:pt x="1032256" y="929339"/>
                  <a:pt x="1026567" y="926901"/>
                </a:cubicBezTo>
                <a:cubicBezTo>
                  <a:pt x="1008279" y="918773"/>
                  <a:pt x="990499" y="914709"/>
                  <a:pt x="973227" y="914709"/>
                </a:cubicBezTo>
                <a:cubicBezTo>
                  <a:pt x="955955" y="914709"/>
                  <a:pt x="939800" y="919179"/>
                  <a:pt x="924764" y="928120"/>
                </a:cubicBezTo>
                <a:cubicBezTo>
                  <a:pt x="918261" y="936654"/>
                  <a:pt x="911352" y="940922"/>
                  <a:pt x="904037" y="940922"/>
                </a:cubicBezTo>
                <a:cubicBezTo>
                  <a:pt x="893877" y="940922"/>
                  <a:pt x="882600" y="927815"/>
                  <a:pt x="870204" y="901602"/>
                </a:cubicBezTo>
                <a:cubicBezTo>
                  <a:pt x="857809" y="875390"/>
                  <a:pt x="851408" y="848567"/>
                  <a:pt x="851002" y="821135"/>
                </a:cubicBezTo>
                <a:cubicBezTo>
                  <a:pt x="850596" y="793703"/>
                  <a:pt x="848259" y="776939"/>
                  <a:pt x="843992" y="770843"/>
                </a:cubicBezTo>
                <a:cubicBezTo>
                  <a:pt x="839725" y="764747"/>
                  <a:pt x="837591" y="759566"/>
                  <a:pt x="837591" y="755298"/>
                </a:cubicBezTo>
                <a:cubicBezTo>
                  <a:pt x="837591" y="751031"/>
                  <a:pt x="839623" y="748898"/>
                  <a:pt x="843687" y="748898"/>
                </a:cubicBezTo>
                <a:cubicBezTo>
                  <a:pt x="847751" y="748898"/>
                  <a:pt x="852425" y="750929"/>
                  <a:pt x="857708" y="754994"/>
                </a:cubicBezTo>
                <a:cubicBezTo>
                  <a:pt x="886156" y="749710"/>
                  <a:pt x="906882" y="738534"/>
                  <a:pt x="919887" y="721466"/>
                </a:cubicBezTo>
                <a:lnTo>
                  <a:pt x="969874" y="656848"/>
                </a:lnTo>
                <a:cubicBezTo>
                  <a:pt x="989788" y="630838"/>
                  <a:pt x="999744" y="612957"/>
                  <a:pt x="999744" y="603203"/>
                </a:cubicBezTo>
                <a:cubicBezTo>
                  <a:pt x="999744" y="598326"/>
                  <a:pt x="997916" y="595888"/>
                  <a:pt x="994258" y="595888"/>
                </a:cubicBezTo>
                <a:cubicBezTo>
                  <a:pt x="993039" y="595888"/>
                  <a:pt x="991413" y="596396"/>
                  <a:pt x="989381" y="597412"/>
                </a:cubicBezTo>
                <a:cubicBezTo>
                  <a:pt x="987349" y="598428"/>
                  <a:pt x="975462" y="605845"/>
                  <a:pt x="953720" y="619662"/>
                </a:cubicBezTo>
                <a:cubicBezTo>
                  <a:pt x="931977" y="633480"/>
                  <a:pt x="913080" y="646282"/>
                  <a:pt x="897027" y="658067"/>
                </a:cubicBezTo>
                <a:cubicBezTo>
                  <a:pt x="880974" y="669853"/>
                  <a:pt x="870001" y="679098"/>
                  <a:pt x="864109" y="685804"/>
                </a:cubicBezTo>
                <a:cubicBezTo>
                  <a:pt x="858216" y="692510"/>
                  <a:pt x="853745" y="695862"/>
                  <a:pt x="850697" y="695862"/>
                </a:cubicBezTo>
                <a:cubicBezTo>
                  <a:pt x="847649" y="695862"/>
                  <a:pt x="844093" y="685499"/>
                  <a:pt x="840029" y="664773"/>
                </a:cubicBezTo>
                <a:cubicBezTo>
                  <a:pt x="817271" y="691189"/>
                  <a:pt x="799999" y="717605"/>
                  <a:pt x="788213" y="744021"/>
                </a:cubicBezTo>
                <a:cubicBezTo>
                  <a:pt x="784962" y="765560"/>
                  <a:pt x="783336" y="787404"/>
                  <a:pt x="783336" y="809553"/>
                </a:cubicBezTo>
                <a:cubicBezTo>
                  <a:pt x="783336" y="831702"/>
                  <a:pt x="784657" y="852631"/>
                  <a:pt x="787299" y="872342"/>
                </a:cubicBezTo>
                <a:cubicBezTo>
                  <a:pt x="789941" y="892052"/>
                  <a:pt x="791261" y="911051"/>
                  <a:pt x="791261" y="929339"/>
                </a:cubicBezTo>
                <a:cubicBezTo>
                  <a:pt x="791261" y="947627"/>
                  <a:pt x="790855" y="959210"/>
                  <a:pt x="790042" y="964086"/>
                </a:cubicBezTo>
                <a:cubicBezTo>
                  <a:pt x="789229" y="968963"/>
                  <a:pt x="787096" y="971402"/>
                  <a:pt x="783641" y="971402"/>
                </a:cubicBezTo>
                <a:cubicBezTo>
                  <a:pt x="780187" y="971402"/>
                  <a:pt x="777240" y="969166"/>
                  <a:pt x="774802" y="964696"/>
                </a:cubicBezTo>
                <a:cubicBezTo>
                  <a:pt x="756514" y="934622"/>
                  <a:pt x="734162" y="908003"/>
                  <a:pt x="707746" y="884838"/>
                </a:cubicBezTo>
                <a:cubicBezTo>
                  <a:pt x="702056" y="879555"/>
                  <a:pt x="699212" y="876101"/>
                  <a:pt x="699212" y="874475"/>
                </a:cubicBezTo>
                <a:cubicBezTo>
                  <a:pt x="699212" y="872850"/>
                  <a:pt x="699923" y="872037"/>
                  <a:pt x="701345" y="872037"/>
                </a:cubicBezTo>
                <a:cubicBezTo>
                  <a:pt x="702768" y="872037"/>
                  <a:pt x="704901" y="872850"/>
                  <a:pt x="707746" y="874475"/>
                </a:cubicBezTo>
                <a:cubicBezTo>
                  <a:pt x="725221" y="884229"/>
                  <a:pt x="737820" y="889106"/>
                  <a:pt x="745541" y="889106"/>
                </a:cubicBezTo>
                <a:cubicBezTo>
                  <a:pt x="753263" y="889106"/>
                  <a:pt x="757124" y="885651"/>
                  <a:pt x="757124" y="878742"/>
                </a:cubicBezTo>
                <a:cubicBezTo>
                  <a:pt x="757124" y="878336"/>
                  <a:pt x="756819" y="870614"/>
                  <a:pt x="756209" y="855578"/>
                </a:cubicBezTo>
                <a:cubicBezTo>
                  <a:pt x="755600" y="840541"/>
                  <a:pt x="755498" y="820424"/>
                  <a:pt x="755905" y="795227"/>
                </a:cubicBezTo>
                <a:cubicBezTo>
                  <a:pt x="748589" y="807013"/>
                  <a:pt x="733552" y="822253"/>
                  <a:pt x="710794" y="840947"/>
                </a:cubicBezTo>
                <a:cubicBezTo>
                  <a:pt x="688036" y="859642"/>
                  <a:pt x="673508" y="868989"/>
                  <a:pt x="667208" y="868989"/>
                </a:cubicBezTo>
                <a:cubicBezTo>
                  <a:pt x="660909" y="868989"/>
                  <a:pt x="655626" y="862182"/>
                  <a:pt x="651358" y="848567"/>
                </a:cubicBezTo>
                <a:cubicBezTo>
                  <a:pt x="647091" y="834953"/>
                  <a:pt x="644957" y="824590"/>
                  <a:pt x="644957" y="817478"/>
                </a:cubicBezTo>
                <a:cubicBezTo>
                  <a:pt x="644957" y="810366"/>
                  <a:pt x="645974" y="804879"/>
                  <a:pt x="648005" y="801018"/>
                </a:cubicBezTo>
                <a:cubicBezTo>
                  <a:pt x="650037" y="797158"/>
                  <a:pt x="652069" y="795227"/>
                  <a:pt x="654102" y="795227"/>
                </a:cubicBezTo>
                <a:cubicBezTo>
                  <a:pt x="656134" y="795227"/>
                  <a:pt x="657861" y="795532"/>
                  <a:pt x="659283" y="796142"/>
                </a:cubicBezTo>
                <a:cubicBezTo>
                  <a:pt x="660706" y="796751"/>
                  <a:pt x="662433" y="797056"/>
                  <a:pt x="664465" y="797056"/>
                </a:cubicBezTo>
                <a:cubicBezTo>
                  <a:pt x="678688" y="797056"/>
                  <a:pt x="709169" y="777142"/>
                  <a:pt x="755905" y="737315"/>
                </a:cubicBezTo>
                <a:cubicBezTo>
                  <a:pt x="755905" y="701552"/>
                  <a:pt x="756108" y="681842"/>
                  <a:pt x="756514" y="678184"/>
                </a:cubicBezTo>
                <a:cubicBezTo>
                  <a:pt x="748793" y="679810"/>
                  <a:pt x="732333" y="693018"/>
                  <a:pt x="707137" y="717808"/>
                </a:cubicBezTo>
                <a:cubicBezTo>
                  <a:pt x="700228" y="724717"/>
                  <a:pt x="692709" y="728171"/>
                  <a:pt x="684581" y="728171"/>
                </a:cubicBezTo>
                <a:cubicBezTo>
                  <a:pt x="671576" y="728171"/>
                  <a:pt x="654609" y="719637"/>
                  <a:pt x="633680" y="702568"/>
                </a:cubicBezTo>
                <a:cubicBezTo>
                  <a:pt x="612751" y="685499"/>
                  <a:pt x="602285" y="674526"/>
                  <a:pt x="602285" y="669650"/>
                </a:cubicBezTo>
                <a:cubicBezTo>
                  <a:pt x="602285" y="667618"/>
                  <a:pt x="603708" y="666602"/>
                  <a:pt x="606553" y="666602"/>
                </a:cubicBezTo>
                <a:cubicBezTo>
                  <a:pt x="609398" y="666602"/>
                  <a:pt x="612242" y="666805"/>
                  <a:pt x="615087" y="667211"/>
                </a:cubicBezTo>
                <a:cubicBezTo>
                  <a:pt x="617932" y="667618"/>
                  <a:pt x="620573" y="667821"/>
                  <a:pt x="623012" y="667821"/>
                </a:cubicBezTo>
                <a:cubicBezTo>
                  <a:pt x="633578" y="667821"/>
                  <a:pt x="652375" y="661318"/>
                  <a:pt x="679400" y="648314"/>
                </a:cubicBezTo>
                <a:cubicBezTo>
                  <a:pt x="706425" y="635309"/>
                  <a:pt x="732740" y="619662"/>
                  <a:pt x="758343" y="601374"/>
                </a:cubicBezTo>
                <a:cubicBezTo>
                  <a:pt x="758749" y="588370"/>
                  <a:pt x="762610" y="574146"/>
                  <a:pt x="769925" y="558702"/>
                </a:cubicBezTo>
                <a:cubicBezTo>
                  <a:pt x="771957" y="554638"/>
                  <a:pt x="772973" y="550778"/>
                  <a:pt x="772973" y="547120"/>
                </a:cubicBezTo>
                <a:cubicBezTo>
                  <a:pt x="772973" y="539805"/>
                  <a:pt x="769925" y="534623"/>
                  <a:pt x="763829" y="531575"/>
                </a:cubicBezTo>
                <a:cubicBezTo>
                  <a:pt x="757733" y="528527"/>
                  <a:pt x="753365" y="523041"/>
                  <a:pt x="750723" y="515116"/>
                </a:cubicBezTo>
                <a:cubicBezTo>
                  <a:pt x="748081" y="507191"/>
                  <a:pt x="746760" y="499978"/>
                  <a:pt x="746760" y="493475"/>
                </a:cubicBezTo>
                <a:cubicBezTo>
                  <a:pt x="746760" y="486973"/>
                  <a:pt x="749402" y="483722"/>
                  <a:pt x="754685" y="483722"/>
                </a:cubicBezTo>
                <a:close/>
                <a:moveTo>
                  <a:pt x="5790590" y="479454"/>
                </a:moveTo>
                <a:cubicBezTo>
                  <a:pt x="5803595" y="479454"/>
                  <a:pt x="5815584" y="486058"/>
                  <a:pt x="5826557" y="499266"/>
                </a:cubicBezTo>
                <a:cubicBezTo>
                  <a:pt x="5837530" y="512474"/>
                  <a:pt x="5843016" y="525479"/>
                  <a:pt x="5843016" y="538281"/>
                </a:cubicBezTo>
                <a:cubicBezTo>
                  <a:pt x="5843016" y="551082"/>
                  <a:pt x="5838546" y="569573"/>
                  <a:pt x="5829605" y="593754"/>
                </a:cubicBezTo>
                <a:cubicBezTo>
                  <a:pt x="5820664" y="617935"/>
                  <a:pt x="5814162" y="632667"/>
                  <a:pt x="5810098" y="637950"/>
                </a:cubicBezTo>
                <a:cubicBezTo>
                  <a:pt x="5819444" y="635918"/>
                  <a:pt x="5827776" y="634902"/>
                  <a:pt x="5835091" y="634902"/>
                </a:cubicBezTo>
                <a:cubicBezTo>
                  <a:pt x="5855005" y="634902"/>
                  <a:pt x="5877052" y="643234"/>
                  <a:pt x="5901232" y="659896"/>
                </a:cubicBezTo>
                <a:cubicBezTo>
                  <a:pt x="5925414" y="676558"/>
                  <a:pt x="5937504" y="692002"/>
                  <a:pt x="5937504" y="706226"/>
                </a:cubicBezTo>
                <a:cubicBezTo>
                  <a:pt x="5937504" y="711509"/>
                  <a:pt x="5935370" y="718824"/>
                  <a:pt x="5931104" y="728171"/>
                </a:cubicBezTo>
                <a:cubicBezTo>
                  <a:pt x="5926836" y="737518"/>
                  <a:pt x="5922467" y="754994"/>
                  <a:pt x="5917996" y="780597"/>
                </a:cubicBezTo>
                <a:cubicBezTo>
                  <a:pt x="5914542" y="799393"/>
                  <a:pt x="5910897" y="816455"/>
                  <a:pt x="5907062" y="831784"/>
                </a:cubicBezTo>
                <a:lnTo>
                  <a:pt x="5900773" y="853022"/>
                </a:lnTo>
                <a:lnTo>
                  <a:pt x="5853575" y="840886"/>
                </a:lnTo>
                <a:lnTo>
                  <a:pt x="5862142" y="818240"/>
                </a:lnTo>
                <a:cubicBezTo>
                  <a:pt x="5865647" y="807165"/>
                  <a:pt x="5869025" y="794618"/>
                  <a:pt x="5872276" y="780597"/>
                </a:cubicBezTo>
                <a:cubicBezTo>
                  <a:pt x="5878779" y="752555"/>
                  <a:pt x="5882030" y="732032"/>
                  <a:pt x="5882030" y="719027"/>
                </a:cubicBezTo>
                <a:cubicBezTo>
                  <a:pt x="5882030" y="706022"/>
                  <a:pt x="5879795" y="696370"/>
                  <a:pt x="5875325" y="690071"/>
                </a:cubicBezTo>
                <a:cubicBezTo>
                  <a:pt x="5870854" y="683772"/>
                  <a:pt x="5864758" y="680622"/>
                  <a:pt x="5857037" y="680622"/>
                </a:cubicBezTo>
                <a:cubicBezTo>
                  <a:pt x="5846064" y="680622"/>
                  <a:pt x="5832246" y="684077"/>
                  <a:pt x="5815584" y="690986"/>
                </a:cubicBezTo>
                <a:cubicBezTo>
                  <a:pt x="5798922" y="697894"/>
                  <a:pt x="5783174" y="707445"/>
                  <a:pt x="5768340" y="719637"/>
                </a:cubicBezTo>
                <a:cubicBezTo>
                  <a:pt x="5753506" y="731829"/>
                  <a:pt x="5742127" y="737925"/>
                  <a:pt x="5734202" y="737925"/>
                </a:cubicBezTo>
                <a:cubicBezTo>
                  <a:pt x="5726278" y="737925"/>
                  <a:pt x="5722315" y="726342"/>
                  <a:pt x="5722315" y="703178"/>
                </a:cubicBezTo>
                <a:cubicBezTo>
                  <a:pt x="5722315" y="689766"/>
                  <a:pt x="5723128" y="680114"/>
                  <a:pt x="5724754" y="674222"/>
                </a:cubicBezTo>
                <a:cubicBezTo>
                  <a:pt x="5726379" y="668329"/>
                  <a:pt x="5730342" y="664468"/>
                  <a:pt x="5736641" y="662639"/>
                </a:cubicBezTo>
                <a:cubicBezTo>
                  <a:pt x="5742940" y="660810"/>
                  <a:pt x="5747918" y="657762"/>
                  <a:pt x="5751576" y="653495"/>
                </a:cubicBezTo>
                <a:cubicBezTo>
                  <a:pt x="5755234" y="649228"/>
                  <a:pt x="5761532" y="638154"/>
                  <a:pt x="5770474" y="620272"/>
                </a:cubicBezTo>
                <a:cubicBezTo>
                  <a:pt x="5779414" y="602390"/>
                  <a:pt x="5786323" y="586033"/>
                  <a:pt x="5791200" y="571199"/>
                </a:cubicBezTo>
                <a:cubicBezTo>
                  <a:pt x="5796076" y="556365"/>
                  <a:pt x="5798515" y="544783"/>
                  <a:pt x="5798515" y="536452"/>
                </a:cubicBezTo>
                <a:cubicBezTo>
                  <a:pt x="5798515" y="528121"/>
                  <a:pt x="5797498" y="521212"/>
                  <a:pt x="5795468" y="515726"/>
                </a:cubicBezTo>
                <a:cubicBezTo>
                  <a:pt x="5793436" y="510239"/>
                  <a:pt x="5790590" y="507496"/>
                  <a:pt x="5786932" y="507496"/>
                </a:cubicBezTo>
                <a:cubicBezTo>
                  <a:pt x="5783275" y="507496"/>
                  <a:pt x="5781244" y="510341"/>
                  <a:pt x="5780837" y="516030"/>
                </a:cubicBezTo>
                <a:cubicBezTo>
                  <a:pt x="5778805" y="546104"/>
                  <a:pt x="5752388" y="599952"/>
                  <a:pt x="5701589" y="677574"/>
                </a:cubicBezTo>
                <a:cubicBezTo>
                  <a:pt x="5710123" y="694237"/>
                  <a:pt x="5714390" y="707648"/>
                  <a:pt x="5714390" y="717808"/>
                </a:cubicBezTo>
                <a:cubicBezTo>
                  <a:pt x="5714390" y="720246"/>
                  <a:pt x="5712358" y="733251"/>
                  <a:pt x="5708294" y="756822"/>
                </a:cubicBezTo>
                <a:lnTo>
                  <a:pt x="5700829" y="801611"/>
                </a:lnTo>
                <a:lnTo>
                  <a:pt x="5673287" y="794530"/>
                </a:lnTo>
                <a:lnTo>
                  <a:pt x="5653004" y="791434"/>
                </a:lnTo>
                <a:lnTo>
                  <a:pt x="5658917" y="748288"/>
                </a:lnTo>
                <a:lnTo>
                  <a:pt x="5635669" y="788788"/>
                </a:lnTo>
                <a:lnTo>
                  <a:pt x="5594715" y="782538"/>
                </a:lnTo>
                <a:lnTo>
                  <a:pt x="5611292" y="757356"/>
                </a:lnTo>
                <a:cubicBezTo>
                  <a:pt x="5620893" y="744199"/>
                  <a:pt x="5634126" y="726952"/>
                  <a:pt x="5650992" y="705616"/>
                </a:cubicBezTo>
                <a:cubicBezTo>
                  <a:pt x="5648147" y="693018"/>
                  <a:pt x="5645303" y="686718"/>
                  <a:pt x="5642458" y="686718"/>
                </a:cubicBezTo>
                <a:cubicBezTo>
                  <a:pt x="5638394" y="686718"/>
                  <a:pt x="5627116" y="701755"/>
                  <a:pt x="5608625" y="731829"/>
                </a:cubicBezTo>
                <a:lnTo>
                  <a:pt x="5594480" y="782502"/>
                </a:lnTo>
                <a:lnTo>
                  <a:pt x="5508620" y="769398"/>
                </a:lnTo>
                <a:lnTo>
                  <a:pt x="5507126" y="760480"/>
                </a:lnTo>
                <a:lnTo>
                  <a:pt x="5509564" y="700739"/>
                </a:lnTo>
                <a:lnTo>
                  <a:pt x="5508346" y="669040"/>
                </a:lnTo>
                <a:cubicBezTo>
                  <a:pt x="5508346" y="662944"/>
                  <a:pt x="5511089" y="655324"/>
                  <a:pt x="5516575" y="646180"/>
                </a:cubicBezTo>
                <a:cubicBezTo>
                  <a:pt x="5522062" y="637036"/>
                  <a:pt x="5527853" y="631042"/>
                  <a:pt x="5533948" y="628197"/>
                </a:cubicBezTo>
                <a:cubicBezTo>
                  <a:pt x="5549392" y="621694"/>
                  <a:pt x="5562905" y="611941"/>
                  <a:pt x="5574488" y="598936"/>
                </a:cubicBezTo>
                <a:cubicBezTo>
                  <a:pt x="5586070" y="585931"/>
                  <a:pt x="5591860" y="574958"/>
                  <a:pt x="5591860" y="566018"/>
                </a:cubicBezTo>
                <a:cubicBezTo>
                  <a:pt x="5591860" y="563579"/>
                  <a:pt x="5591252" y="561547"/>
                  <a:pt x="5590032" y="559922"/>
                </a:cubicBezTo>
                <a:cubicBezTo>
                  <a:pt x="5579872" y="544885"/>
                  <a:pt x="5574792" y="533506"/>
                  <a:pt x="5574792" y="525784"/>
                </a:cubicBezTo>
                <a:cubicBezTo>
                  <a:pt x="5574792" y="522126"/>
                  <a:pt x="5577536" y="520298"/>
                  <a:pt x="5583022" y="520298"/>
                </a:cubicBezTo>
                <a:cubicBezTo>
                  <a:pt x="5588508" y="520298"/>
                  <a:pt x="5598058" y="522939"/>
                  <a:pt x="5611673" y="528222"/>
                </a:cubicBezTo>
                <a:cubicBezTo>
                  <a:pt x="5625287" y="533506"/>
                  <a:pt x="5636768" y="541430"/>
                  <a:pt x="5646115" y="551997"/>
                </a:cubicBezTo>
                <a:cubicBezTo>
                  <a:pt x="5655462" y="562563"/>
                  <a:pt x="5660136" y="574755"/>
                  <a:pt x="5660136" y="588573"/>
                </a:cubicBezTo>
                <a:cubicBezTo>
                  <a:pt x="5660136" y="597920"/>
                  <a:pt x="5656681" y="603813"/>
                  <a:pt x="5649773" y="606251"/>
                </a:cubicBezTo>
                <a:cubicBezTo>
                  <a:pt x="5639206" y="609909"/>
                  <a:pt x="5629249" y="616411"/>
                  <a:pt x="5619902" y="625758"/>
                </a:cubicBezTo>
                <a:cubicBezTo>
                  <a:pt x="5610556" y="635106"/>
                  <a:pt x="5594502" y="639779"/>
                  <a:pt x="5571744" y="639779"/>
                </a:cubicBezTo>
                <a:lnTo>
                  <a:pt x="5549798" y="638560"/>
                </a:lnTo>
                <a:cubicBezTo>
                  <a:pt x="5543702" y="638560"/>
                  <a:pt x="5538826" y="640084"/>
                  <a:pt x="5535168" y="643132"/>
                </a:cubicBezTo>
                <a:cubicBezTo>
                  <a:pt x="5531510" y="646180"/>
                  <a:pt x="5529682" y="649228"/>
                  <a:pt x="5529682" y="652276"/>
                </a:cubicBezTo>
                <a:cubicBezTo>
                  <a:pt x="5529682" y="655324"/>
                  <a:pt x="5530088" y="657661"/>
                  <a:pt x="5530901" y="659286"/>
                </a:cubicBezTo>
                <a:cubicBezTo>
                  <a:pt x="5544312" y="687734"/>
                  <a:pt x="5552846" y="712118"/>
                  <a:pt x="5556504" y="732438"/>
                </a:cubicBezTo>
                <a:cubicBezTo>
                  <a:pt x="5570322" y="708867"/>
                  <a:pt x="5582920" y="690274"/>
                  <a:pt x="5594299" y="676660"/>
                </a:cubicBezTo>
                <a:cubicBezTo>
                  <a:pt x="5605678" y="663046"/>
                  <a:pt x="5614822" y="653800"/>
                  <a:pt x="5621731" y="648923"/>
                </a:cubicBezTo>
                <a:cubicBezTo>
                  <a:pt x="5628640" y="644046"/>
                  <a:pt x="5636972" y="641608"/>
                  <a:pt x="5646725" y="641608"/>
                </a:cubicBezTo>
                <a:cubicBezTo>
                  <a:pt x="5662168" y="641608"/>
                  <a:pt x="5675173" y="647094"/>
                  <a:pt x="5685739" y="658067"/>
                </a:cubicBezTo>
                <a:cubicBezTo>
                  <a:pt x="5721503" y="607267"/>
                  <a:pt x="5744260" y="569269"/>
                  <a:pt x="5754014" y="544072"/>
                </a:cubicBezTo>
                <a:cubicBezTo>
                  <a:pt x="5763768" y="518875"/>
                  <a:pt x="5768644" y="503127"/>
                  <a:pt x="5768644" y="496828"/>
                </a:cubicBezTo>
                <a:cubicBezTo>
                  <a:pt x="5768644" y="490529"/>
                  <a:pt x="5770676" y="486058"/>
                  <a:pt x="5774741" y="483417"/>
                </a:cubicBezTo>
                <a:cubicBezTo>
                  <a:pt x="5778805" y="480775"/>
                  <a:pt x="5784088" y="479454"/>
                  <a:pt x="5790590" y="479454"/>
                </a:cubicBezTo>
                <a:close/>
                <a:moveTo>
                  <a:pt x="6880556" y="475797"/>
                </a:moveTo>
                <a:cubicBezTo>
                  <a:pt x="6882587" y="475797"/>
                  <a:pt x="6886244" y="477321"/>
                  <a:pt x="6891528" y="480369"/>
                </a:cubicBezTo>
                <a:cubicBezTo>
                  <a:pt x="6896812" y="483417"/>
                  <a:pt x="6903313" y="484738"/>
                  <a:pt x="6911036" y="484331"/>
                </a:cubicBezTo>
                <a:lnTo>
                  <a:pt x="6921398" y="484331"/>
                </a:lnTo>
                <a:cubicBezTo>
                  <a:pt x="6939686" y="484331"/>
                  <a:pt x="6958381" y="490427"/>
                  <a:pt x="6977482" y="502619"/>
                </a:cubicBezTo>
                <a:cubicBezTo>
                  <a:pt x="6996582" y="514811"/>
                  <a:pt x="7006132" y="530458"/>
                  <a:pt x="7006132" y="549558"/>
                </a:cubicBezTo>
                <a:cubicBezTo>
                  <a:pt x="7006132" y="554842"/>
                  <a:pt x="7005320" y="560125"/>
                  <a:pt x="7003694" y="565408"/>
                </a:cubicBezTo>
                <a:cubicBezTo>
                  <a:pt x="7033362" y="563376"/>
                  <a:pt x="7056932" y="562360"/>
                  <a:pt x="7074408" y="562360"/>
                </a:cubicBezTo>
                <a:cubicBezTo>
                  <a:pt x="7091884" y="562360"/>
                  <a:pt x="7103872" y="561750"/>
                  <a:pt x="7110374" y="560531"/>
                </a:cubicBezTo>
                <a:lnTo>
                  <a:pt x="7125614" y="557483"/>
                </a:lnTo>
                <a:cubicBezTo>
                  <a:pt x="7128865" y="557483"/>
                  <a:pt x="7136790" y="560633"/>
                  <a:pt x="7149389" y="566932"/>
                </a:cubicBezTo>
                <a:cubicBezTo>
                  <a:pt x="7161988" y="573231"/>
                  <a:pt x="7168286" y="581054"/>
                  <a:pt x="7168286" y="590402"/>
                </a:cubicBezTo>
                <a:cubicBezTo>
                  <a:pt x="7168286" y="596091"/>
                  <a:pt x="7166560" y="600765"/>
                  <a:pt x="7163105" y="604422"/>
                </a:cubicBezTo>
                <a:cubicBezTo>
                  <a:pt x="7159650" y="608080"/>
                  <a:pt x="7155892" y="609909"/>
                  <a:pt x="7151827" y="609909"/>
                </a:cubicBezTo>
                <a:cubicBezTo>
                  <a:pt x="7147763" y="609909"/>
                  <a:pt x="7141972" y="609096"/>
                  <a:pt x="7134454" y="607470"/>
                </a:cubicBezTo>
                <a:cubicBezTo>
                  <a:pt x="7126936" y="605845"/>
                  <a:pt x="7117792" y="604524"/>
                  <a:pt x="7107022" y="603508"/>
                </a:cubicBezTo>
                <a:cubicBezTo>
                  <a:pt x="7096252" y="602492"/>
                  <a:pt x="7088530" y="600562"/>
                  <a:pt x="7083857" y="597717"/>
                </a:cubicBezTo>
                <a:cubicBezTo>
                  <a:pt x="7079182" y="594872"/>
                  <a:pt x="7065772" y="593450"/>
                  <a:pt x="7043623" y="593450"/>
                </a:cubicBezTo>
                <a:cubicBezTo>
                  <a:pt x="7021474" y="593450"/>
                  <a:pt x="7006031" y="593958"/>
                  <a:pt x="6997294" y="594973"/>
                </a:cubicBezTo>
                <a:cubicBezTo>
                  <a:pt x="6988556" y="595990"/>
                  <a:pt x="6980834" y="598936"/>
                  <a:pt x="6974128" y="603813"/>
                </a:cubicBezTo>
                <a:cubicBezTo>
                  <a:pt x="6967423" y="608690"/>
                  <a:pt x="6962648" y="611128"/>
                  <a:pt x="6959804" y="611128"/>
                </a:cubicBezTo>
                <a:cubicBezTo>
                  <a:pt x="6956958" y="611128"/>
                  <a:pt x="6954317" y="610518"/>
                  <a:pt x="6951878" y="609299"/>
                </a:cubicBezTo>
                <a:cubicBezTo>
                  <a:pt x="6914490" y="612957"/>
                  <a:pt x="6884518" y="618240"/>
                  <a:pt x="6861962" y="625149"/>
                </a:cubicBezTo>
                <a:cubicBezTo>
                  <a:pt x="6839407" y="632058"/>
                  <a:pt x="6812890" y="643437"/>
                  <a:pt x="6782410" y="659286"/>
                </a:cubicBezTo>
                <a:cubicBezTo>
                  <a:pt x="6761276" y="670259"/>
                  <a:pt x="6745326" y="675746"/>
                  <a:pt x="6734556" y="675746"/>
                </a:cubicBezTo>
                <a:cubicBezTo>
                  <a:pt x="6723786" y="675746"/>
                  <a:pt x="6715963" y="668329"/>
                  <a:pt x="6711086" y="653495"/>
                </a:cubicBezTo>
                <a:cubicBezTo>
                  <a:pt x="6706210" y="638662"/>
                  <a:pt x="6703772" y="628908"/>
                  <a:pt x="6703772" y="624234"/>
                </a:cubicBezTo>
                <a:cubicBezTo>
                  <a:pt x="6703772" y="619561"/>
                  <a:pt x="6706412" y="617224"/>
                  <a:pt x="6711696" y="617224"/>
                </a:cubicBezTo>
                <a:lnTo>
                  <a:pt x="6723888" y="618443"/>
                </a:lnTo>
                <a:cubicBezTo>
                  <a:pt x="6727546" y="618443"/>
                  <a:pt x="6732016" y="617834"/>
                  <a:pt x="6737299" y="616614"/>
                </a:cubicBezTo>
                <a:cubicBezTo>
                  <a:pt x="6788098" y="604016"/>
                  <a:pt x="6850685" y="590605"/>
                  <a:pt x="6925056" y="576381"/>
                </a:cubicBezTo>
                <a:cubicBezTo>
                  <a:pt x="6928714" y="569878"/>
                  <a:pt x="6930542" y="564595"/>
                  <a:pt x="6930542" y="560531"/>
                </a:cubicBezTo>
                <a:cubicBezTo>
                  <a:pt x="6930542" y="556467"/>
                  <a:pt x="6926885" y="551794"/>
                  <a:pt x="6919570" y="546510"/>
                </a:cubicBezTo>
                <a:cubicBezTo>
                  <a:pt x="6912254" y="541227"/>
                  <a:pt x="6903415" y="530153"/>
                  <a:pt x="6893052" y="513287"/>
                </a:cubicBezTo>
                <a:cubicBezTo>
                  <a:pt x="6882689" y="496422"/>
                  <a:pt x="6877507" y="485957"/>
                  <a:pt x="6877507" y="481893"/>
                </a:cubicBezTo>
                <a:cubicBezTo>
                  <a:pt x="6877507" y="477829"/>
                  <a:pt x="6878524" y="475797"/>
                  <a:pt x="6880556" y="475797"/>
                </a:cubicBezTo>
                <a:close/>
                <a:moveTo>
                  <a:pt x="6344717" y="475797"/>
                </a:moveTo>
                <a:cubicBezTo>
                  <a:pt x="6352032" y="475797"/>
                  <a:pt x="6359042" y="477930"/>
                  <a:pt x="6365748" y="482197"/>
                </a:cubicBezTo>
                <a:cubicBezTo>
                  <a:pt x="6372454" y="486465"/>
                  <a:pt x="6375806" y="495507"/>
                  <a:pt x="6375806" y="509325"/>
                </a:cubicBezTo>
                <a:cubicBezTo>
                  <a:pt x="6375806" y="523142"/>
                  <a:pt x="6372148" y="539195"/>
                  <a:pt x="6364834" y="557483"/>
                </a:cubicBezTo>
                <a:cubicBezTo>
                  <a:pt x="6375400" y="555858"/>
                  <a:pt x="6384544" y="555045"/>
                  <a:pt x="6392266" y="555045"/>
                </a:cubicBezTo>
                <a:cubicBezTo>
                  <a:pt x="6417056" y="555045"/>
                  <a:pt x="6429452" y="564392"/>
                  <a:pt x="6429452" y="583086"/>
                </a:cubicBezTo>
                <a:cubicBezTo>
                  <a:pt x="6429452" y="586338"/>
                  <a:pt x="6427927" y="588674"/>
                  <a:pt x="6424879" y="590097"/>
                </a:cubicBezTo>
                <a:cubicBezTo>
                  <a:pt x="6421831" y="591519"/>
                  <a:pt x="6415228" y="592840"/>
                  <a:pt x="6405068" y="594059"/>
                </a:cubicBezTo>
                <a:cubicBezTo>
                  <a:pt x="6385560" y="596498"/>
                  <a:pt x="6357722" y="613363"/>
                  <a:pt x="6321552" y="644656"/>
                </a:cubicBezTo>
                <a:cubicBezTo>
                  <a:pt x="6304890" y="680013"/>
                  <a:pt x="6289243" y="718621"/>
                  <a:pt x="6274612" y="760480"/>
                </a:cubicBezTo>
                <a:cubicBezTo>
                  <a:pt x="6292901" y="744224"/>
                  <a:pt x="6309664" y="730000"/>
                  <a:pt x="6324905" y="717808"/>
                </a:cubicBezTo>
                <a:cubicBezTo>
                  <a:pt x="6340144" y="705616"/>
                  <a:pt x="6349796" y="697996"/>
                  <a:pt x="6353860" y="694948"/>
                </a:cubicBezTo>
                <a:cubicBezTo>
                  <a:pt x="6357925" y="691900"/>
                  <a:pt x="6362192" y="689766"/>
                  <a:pt x="6366662" y="688547"/>
                </a:cubicBezTo>
                <a:cubicBezTo>
                  <a:pt x="6371132" y="687328"/>
                  <a:pt x="6376619" y="686718"/>
                  <a:pt x="6383122" y="686718"/>
                </a:cubicBezTo>
                <a:cubicBezTo>
                  <a:pt x="6389624" y="686718"/>
                  <a:pt x="6395822" y="688954"/>
                  <a:pt x="6401714" y="693424"/>
                </a:cubicBezTo>
                <a:cubicBezTo>
                  <a:pt x="6407608" y="697894"/>
                  <a:pt x="6413398" y="702771"/>
                  <a:pt x="6419088" y="708054"/>
                </a:cubicBezTo>
                <a:cubicBezTo>
                  <a:pt x="6424778" y="713338"/>
                  <a:pt x="6427622" y="719027"/>
                  <a:pt x="6427622" y="725123"/>
                </a:cubicBezTo>
                <a:cubicBezTo>
                  <a:pt x="6427622" y="728374"/>
                  <a:pt x="6425387" y="737925"/>
                  <a:pt x="6420917" y="753774"/>
                </a:cubicBezTo>
                <a:cubicBezTo>
                  <a:pt x="6416446" y="769624"/>
                  <a:pt x="6410351" y="795837"/>
                  <a:pt x="6402628" y="832413"/>
                </a:cubicBezTo>
                <a:cubicBezTo>
                  <a:pt x="6442050" y="853546"/>
                  <a:pt x="6469380" y="869090"/>
                  <a:pt x="6484620" y="879047"/>
                </a:cubicBezTo>
                <a:cubicBezTo>
                  <a:pt x="6499860" y="889004"/>
                  <a:pt x="6509715" y="898351"/>
                  <a:pt x="6514186" y="907089"/>
                </a:cubicBezTo>
                <a:cubicBezTo>
                  <a:pt x="6518656" y="915826"/>
                  <a:pt x="6520891" y="929441"/>
                  <a:pt x="6520891" y="947932"/>
                </a:cubicBezTo>
                <a:cubicBezTo>
                  <a:pt x="6520891" y="966423"/>
                  <a:pt x="6519062" y="975669"/>
                  <a:pt x="6515405" y="975669"/>
                </a:cubicBezTo>
                <a:cubicBezTo>
                  <a:pt x="6514186" y="975669"/>
                  <a:pt x="6511544" y="974043"/>
                  <a:pt x="6507480" y="970792"/>
                </a:cubicBezTo>
                <a:cubicBezTo>
                  <a:pt x="6455867" y="929746"/>
                  <a:pt x="6413804" y="898859"/>
                  <a:pt x="6381292" y="878133"/>
                </a:cubicBezTo>
                <a:cubicBezTo>
                  <a:pt x="6359754" y="902517"/>
                  <a:pt x="6341974" y="917757"/>
                  <a:pt x="6327953" y="923853"/>
                </a:cubicBezTo>
                <a:cubicBezTo>
                  <a:pt x="6313932" y="929949"/>
                  <a:pt x="6301638" y="932997"/>
                  <a:pt x="6291072" y="932997"/>
                </a:cubicBezTo>
                <a:cubicBezTo>
                  <a:pt x="6280506" y="932997"/>
                  <a:pt x="6270244" y="930660"/>
                  <a:pt x="6260288" y="925986"/>
                </a:cubicBezTo>
                <a:cubicBezTo>
                  <a:pt x="6250330" y="921313"/>
                  <a:pt x="6237020" y="913693"/>
                  <a:pt x="6220358" y="903126"/>
                </a:cubicBezTo>
                <a:cubicBezTo>
                  <a:pt x="6214669" y="914506"/>
                  <a:pt x="6209259" y="924589"/>
                  <a:pt x="6204128" y="933378"/>
                </a:cubicBezTo>
                <a:lnTo>
                  <a:pt x="6190228" y="954846"/>
                </a:lnTo>
                <a:lnTo>
                  <a:pt x="6166732" y="946246"/>
                </a:lnTo>
                <a:lnTo>
                  <a:pt x="6166104" y="938178"/>
                </a:lnTo>
                <a:cubicBezTo>
                  <a:pt x="6166104" y="931066"/>
                  <a:pt x="6168948" y="921618"/>
                  <a:pt x="6174638" y="909832"/>
                </a:cubicBezTo>
                <a:cubicBezTo>
                  <a:pt x="6180328" y="898046"/>
                  <a:pt x="6193739" y="874069"/>
                  <a:pt x="6214872" y="837899"/>
                </a:cubicBezTo>
                <a:cubicBezTo>
                  <a:pt x="6210402" y="836273"/>
                  <a:pt x="6205118" y="835461"/>
                  <a:pt x="6199022" y="835461"/>
                </a:cubicBezTo>
                <a:cubicBezTo>
                  <a:pt x="6209995" y="824894"/>
                  <a:pt x="6218326" y="818189"/>
                  <a:pt x="6224016" y="815344"/>
                </a:cubicBezTo>
                <a:cubicBezTo>
                  <a:pt x="6241897" y="762105"/>
                  <a:pt x="6256731" y="720043"/>
                  <a:pt x="6268517" y="689157"/>
                </a:cubicBezTo>
                <a:cubicBezTo>
                  <a:pt x="6218123" y="742395"/>
                  <a:pt x="6181954" y="769014"/>
                  <a:pt x="6160008" y="769014"/>
                </a:cubicBezTo>
                <a:cubicBezTo>
                  <a:pt x="6156757" y="769014"/>
                  <a:pt x="6153607" y="768100"/>
                  <a:pt x="6150559" y="766271"/>
                </a:cubicBezTo>
                <a:cubicBezTo>
                  <a:pt x="6147511" y="764442"/>
                  <a:pt x="6144971" y="758854"/>
                  <a:pt x="6142939" y="749507"/>
                </a:cubicBezTo>
                <a:cubicBezTo>
                  <a:pt x="6140908" y="740160"/>
                  <a:pt x="6139891" y="732032"/>
                  <a:pt x="6139891" y="725123"/>
                </a:cubicBezTo>
                <a:cubicBezTo>
                  <a:pt x="6139891" y="718214"/>
                  <a:pt x="6141517" y="712118"/>
                  <a:pt x="6144768" y="706835"/>
                </a:cubicBezTo>
                <a:cubicBezTo>
                  <a:pt x="6163462" y="675136"/>
                  <a:pt x="6176060" y="652784"/>
                  <a:pt x="6182563" y="639779"/>
                </a:cubicBezTo>
                <a:cubicBezTo>
                  <a:pt x="6189066" y="626774"/>
                  <a:pt x="6192317" y="618037"/>
                  <a:pt x="6192317" y="613566"/>
                </a:cubicBezTo>
                <a:cubicBezTo>
                  <a:pt x="6192317" y="609096"/>
                  <a:pt x="6191199" y="605743"/>
                  <a:pt x="6188964" y="603508"/>
                </a:cubicBezTo>
                <a:cubicBezTo>
                  <a:pt x="6186728" y="601273"/>
                  <a:pt x="6185611" y="599342"/>
                  <a:pt x="6185611" y="597717"/>
                </a:cubicBezTo>
                <a:cubicBezTo>
                  <a:pt x="6185611" y="596091"/>
                  <a:pt x="6186830" y="595278"/>
                  <a:pt x="6189269" y="595278"/>
                </a:cubicBezTo>
                <a:cubicBezTo>
                  <a:pt x="6195364" y="595278"/>
                  <a:pt x="6205220" y="600054"/>
                  <a:pt x="6218834" y="609604"/>
                </a:cubicBezTo>
                <a:cubicBezTo>
                  <a:pt x="6232448" y="619154"/>
                  <a:pt x="6241694" y="631448"/>
                  <a:pt x="6246572" y="646485"/>
                </a:cubicBezTo>
                <a:cubicBezTo>
                  <a:pt x="6270548" y="629010"/>
                  <a:pt x="6287821" y="617224"/>
                  <a:pt x="6298388" y="611128"/>
                </a:cubicBezTo>
                <a:cubicBezTo>
                  <a:pt x="6323178" y="546510"/>
                  <a:pt x="6335573" y="511661"/>
                  <a:pt x="6335573" y="506582"/>
                </a:cubicBezTo>
                <a:cubicBezTo>
                  <a:pt x="6335573" y="501502"/>
                  <a:pt x="6330898" y="498352"/>
                  <a:pt x="6321552" y="497133"/>
                </a:cubicBezTo>
                <a:cubicBezTo>
                  <a:pt x="6316269" y="496726"/>
                  <a:pt x="6313627" y="495304"/>
                  <a:pt x="6313627" y="492866"/>
                </a:cubicBezTo>
                <a:cubicBezTo>
                  <a:pt x="6313627" y="490427"/>
                  <a:pt x="6316980" y="486973"/>
                  <a:pt x="6323686" y="482502"/>
                </a:cubicBezTo>
                <a:cubicBezTo>
                  <a:pt x="6330391" y="478032"/>
                  <a:pt x="6337402" y="475797"/>
                  <a:pt x="6344717" y="475797"/>
                </a:cubicBezTo>
                <a:close/>
                <a:moveTo>
                  <a:pt x="3403397" y="465434"/>
                </a:moveTo>
                <a:cubicBezTo>
                  <a:pt x="3392424" y="465434"/>
                  <a:pt x="3385617" y="466958"/>
                  <a:pt x="3382976" y="470005"/>
                </a:cubicBezTo>
                <a:cubicBezTo>
                  <a:pt x="3380334" y="473054"/>
                  <a:pt x="3376473" y="482197"/>
                  <a:pt x="3371393" y="497437"/>
                </a:cubicBezTo>
                <a:cubicBezTo>
                  <a:pt x="3366313" y="512677"/>
                  <a:pt x="3363773" y="525276"/>
                  <a:pt x="3363773" y="535233"/>
                </a:cubicBezTo>
                <a:cubicBezTo>
                  <a:pt x="3363773" y="545190"/>
                  <a:pt x="3364078" y="550879"/>
                  <a:pt x="3364688" y="552301"/>
                </a:cubicBezTo>
                <a:cubicBezTo>
                  <a:pt x="3365297" y="553724"/>
                  <a:pt x="3366415" y="554435"/>
                  <a:pt x="3368040" y="554435"/>
                </a:cubicBezTo>
                <a:cubicBezTo>
                  <a:pt x="3371698" y="554435"/>
                  <a:pt x="3373730" y="552810"/>
                  <a:pt x="3374136" y="549558"/>
                </a:cubicBezTo>
                <a:cubicBezTo>
                  <a:pt x="3376169" y="538586"/>
                  <a:pt x="3378810" y="533099"/>
                  <a:pt x="3382061" y="533099"/>
                </a:cubicBezTo>
                <a:cubicBezTo>
                  <a:pt x="3384093" y="533099"/>
                  <a:pt x="3385109" y="535334"/>
                  <a:pt x="3385109" y="539805"/>
                </a:cubicBezTo>
                <a:lnTo>
                  <a:pt x="3385719" y="555045"/>
                </a:lnTo>
                <a:cubicBezTo>
                  <a:pt x="3385719" y="559922"/>
                  <a:pt x="3384906" y="566322"/>
                  <a:pt x="3383280" y="574247"/>
                </a:cubicBezTo>
                <a:cubicBezTo>
                  <a:pt x="3381655" y="582172"/>
                  <a:pt x="3380436" y="595685"/>
                  <a:pt x="3379623" y="614786"/>
                </a:cubicBezTo>
                <a:cubicBezTo>
                  <a:pt x="3361335" y="624133"/>
                  <a:pt x="3342843" y="636122"/>
                  <a:pt x="3324149" y="650752"/>
                </a:cubicBezTo>
                <a:cubicBezTo>
                  <a:pt x="3322117" y="626368"/>
                  <a:pt x="3308909" y="614176"/>
                  <a:pt x="3284525" y="614176"/>
                </a:cubicBezTo>
                <a:cubicBezTo>
                  <a:pt x="3274365" y="614176"/>
                  <a:pt x="3269285" y="617630"/>
                  <a:pt x="3269285" y="624539"/>
                </a:cubicBezTo>
                <a:cubicBezTo>
                  <a:pt x="3269285" y="628197"/>
                  <a:pt x="3270911" y="631854"/>
                  <a:pt x="3274162" y="635512"/>
                </a:cubicBezTo>
                <a:cubicBezTo>
                  <a:pt x="3277413" y="639170"/>
                  <a:pt x="3279039" y="644758"/>
                  <a:pt x="3279039" y="652276"/>
                </a:cubicBezTo>
                <a:cubicBezTo>
                  <a:pt x="3279039" y="659794"/>
                  <a:pt x="3277007" y="679403"/>
                  <a:pt x="3272943" y="711102"/>
                </a:cubicBezTo>
                <a:cubicBezTo>
                  <a:pt x="3268879" y="742802"/>
                  <a:pt x="3266643" y="762105"/>
                  <a:pt x="3266237" y="769014"/>
                </a:cubicBezTo>
                <a:cubicBezTo>
                  <a:pt x="3266237" y="780800"/>
                  <a:pt x="3262884" y="788014"/>
                  <a:pt x="3256179" y="790655"/>
                </a:cubicBezTo>
                <a:cubicBezTo>
                  <a:pt x="3249474" y="793297"/>
                  <a:pt x="3246120" y="796446"/>
                  <a:pt x="3246120" y="800104"/>
                </a:cubicBezTo>
                <a:cubicBezTo>
                  <a:pt x="3246120" y="801729"/>
                  <a:pt x="3246730" y="802542"/>
                  <a:pt x="3247949" y="802542"/>
                </a:cubicBezTo>
                <a:cubicBezTo>
                  <a:pt x="3249168" y="802542"/>
                  <a:pt x="3250387" y="801933"/>
                  <a:pt x="3251607" y="800714"/>
                </a:cubicBezTo>
                <a:cubicBezTo>
                  <a:pt x="3255264" y="797869"/>
                  <a:pt x="3259328" y="796853"/>
                  <a:pt x="3263799" y="797665"/>
                </a:cubicBezTo>
                <a:cubicBezTo>
                  <a:pt x="3260141" y="835867"/>
                  <a:pt x="3253029" y="866550"/>
                  <a:pt x="3242463" y="889715"/>
                </a:cubicBezTo>
                <a:cubicBezTo>
                  <a:pt x="3231896" y="912880"/>
                  <a:pt x="3220314" y="924462"/>
                  <a:pt x="3207716" y="924462"/>
                </a:cubicBezTo>
                <a:cubicBezTo>
                  <a:pt x="3201213" y="924462"/>
                  <a:pt x="3197251" y="923954"/>
                  <a:pt x="3195828" y="922938"/>
                </a:cubicBezTo>
                <a:cubicBezTo>
                  <a:pt x="3194406" y="921922"/>
                  <a:pt x="3193491" y="921414"/>
                  <a:pt x="3193085" y="921414"/>
                </a:cubicBezTo>
                <a:cubicBezTo>
                  <a:pt x="3190647" y="921414"/>
                  <a:pt x="3189428" y="923243"/>
                  <a:pt x="3189428" y="926901"/>
                </a:cubicBezTo>
                <a:cubicBezTo>
                  <a:pt x="3189428" y="930558"/>
                  <a:pt x="3193593" y="935638"/>
                  <a:pt x="3201925" y="942141"/>
                </a:cubicBezTo>
                <a:cubicBezTo>
                  <a:pt x="3210256" y="948643"/>
                  <a:pt x="3218079" y="951894"/>
                  <a:pt x="3225394" y="951894"/>
                </a:cubicBezTo>
                <a:cubicBezTo>
                  <a:pt x="3249372" y="951894"/>
                  <a:pt x="3268269" y="927104"/>
                  <a:pt x="3282087" y="877523"/>
                </a:cubicBezTo>
                <a:cubicBezTo>
                  <a:pt x="3296311" y="886870"/>
                  <a:pt x="3308401" y="893982"/>
                  <a:pt x="3318358" y="898859"/>
                </a:cubicBezTo>
                <a:cubicBezTo>
                  <a:pt x="3328315" y="903736"/>
                  <a:pt x="3338983" y="906174"/>
                  <a:pt x="3350362" y="906174"/>
                </a:cubicBezTo>
                <a:cubicBezTo>
                  <a:pt x="3377185" y="906174"/>
                  <a:pt x="3400146" y="897030"/>
                  <a:pt x="3419247" y="878742"/>
                </a:cubicBezTo>
                <a:cubicBezTo>
                  <a:pt x="3434284" y="890528"/>
                  <a:pt x="3445460" y="900078"/>
                  <a:pt x="3452775" y="907394"/>
                </a:cubicBezTo>
                <a:cubicBezTo>
                  <a:pt x="3460090" y="914709"/>
                  <a:pt x="3473095" y="925377"/>
                  <a:pt x="3491789" y="939397"/>
                </a:cubicBezTo>
                <a:cubicBezTo>
                  <a:pt x="3510483" y="953418"/>
                  <a:pt x="3523692" y="962359"/>
                  <a:pt x="3531413" y="966220"/>
                </a:cubicBezTo>
                <a:cubicBezTo>
                  <a:pt x="3539135" y="970081"/>
                  <a:pt x="3546857" y="972011"/>
                  <a:pt x="3554578" y="972011"/>
                </a:cubicBezTo>
                <a:cubicBezTo>
                  <a:pt x="3562300" y="972011"/>
                  <a:pt x="3566160" y="968760"/>
                  <a:pt x="3566160" y="962258"/>
                </a:cubicBezTo>
                <a:cubicBezTo>
                  <a:pt x="3566160" y="950066"/>
                  <a:pt x="3559049" y="931574"/>
                  <a:pt x="3544824" y="906784"/>
                </a:cubicBezTo>
                <a:cubicBezTo>
                  <a:pt x="3530600" y="881994"/>
                  <a:pt x="3508045" y="864112"/>
                  <a:pt x="3477159" y="853139"/>
                </a:cubicBezTo>
                <a:cubicBezTo>
                  <a:pt x="3464561" y="848669"/>
                  <a:pt x="3454197" y="844198"/>
                  <a:pt x="3446069" y="839728"/>
                </a:cubicBezTo>
                <a:cubicBezTo>
                  <a:pt x="3449320" y="831600"/>
                  <a:pt x="3451556" y="824386"/>
                  <a:pt x="3452775" y="818087"/>
                </a:cubicBezTo>
                <a:cubicBezTo>
                  <a:pt x="3453994" y="811788"/>
                  <a:pt x="3456229" y="803660"/>
                  <a:pt x="3459480" y="793703"/>
                </a:cubicBezTo>
                <a:cubicBezTo>
                  <a:pt x="3462732" y="783746"/>
                  <a:pt x="3464357" y="776329"/>
                  <a:pt x="3464357" y="771453"/>
                </a:cubicBezTo>
                <a:cubicBezTo>
                  <a:pt x="3464357" y="758448"/>
                  <a:pt x="3460191" y="746561"/>
                  <a:pt x="3451860" y="735791"/>
                </a:cubicBezTo>
                <a:cubicBezTo>
                  <a:pt x="3443529" y="725022"/>
                  <a:pt x="3432658" y="718011"/>
                  <a:pt x="3419247" y="714760"/>
                </a:cubicBezTo>
                <a:cubicBezTo>
                  <a:pt x="3413151" y="713541"/>
                  <a:pt x="3409087" y="711814"/>
                  <a:pt x="3407055" y="709578"/>
                </a:cubicBezTo>
                <a:cubicBezTo>
                  <a:pt x="3405023" y="707343"/>
                  <a:pt x="3404210" y="703381"/>
                  <a:pt x="3404616" y="697691"/>
                </a:cubicBezTo>
                <a:cubicBezTo>
                  <a:pt x="3413557" y="704194"/>
                  <a:pt x="3423108" y="707445"/>
                  <a:pt x="3433268" y="707445"/>
                </a:cubicBezTo>
                <a:cubicBezTo>
                  <a:pt x="3443427" y="707445"/>
                  <a:pt x="3452876" y="704295"/>
                  <a:pt x="3461614" y="697996"/>
                </a:cubicBezTo>
                <a:cubicBezTo>
                  <a:pt x="3470352" y="691697"/>
                  <a:pt x="3477667" y="684077"/>
                  <a:pt x="3483560" y="675136"/>
                </a:cubicBezTo>
                <a:cubicBezTo>
                  <a:pt x="3489452" y="666195"/>
                  <a:pt x="3497682" y="657661"/>
                  <a:pt x="3508248" y="649533"/>
                </a:cubicBezTo>
                <a:cubicBezTo>
                  <a:pt x="3511093" y="647501"/>
                  <a:pt x="3513532" y="643843"/>
                  <a:pt x="3515564" y="638560"/>
                </a:cubicBezTo>
                <a:cubicBezTo>
                  <a:pt x="3517596" y="633277"/>
                  <a:pt x="3518611" y="627994"/>
                  <a:pt x="3518611" y="622710"/>
                </a:cubicBezTo>
                <a:cubicBezTo>
                  <a:pt x="3518611" y="617427"/>
                  <a:pt x="3515970" y="610518"/>
                  <a:pt x="3510687" y="601984"/>
                </a:cubicBezTo>
                <a:cubicBezTo>
                  <a:pt x="3505404" y="593450"/>
                  <a:pt x="3498190" y="586338"/>
                  <a:pt x="3489046" y="580648"/>
                </a:cubicBezTo>
                <a:cubicBezTo>
                  <a:pt x="3479902" y="574958"/>
                  <a:pt x="3472790" y="572114"/>
                  <a:pt x="3467710" y="572114"/>
                </a:cubicBezTo>
                <a:cubicBezTo>
                  <a:pt x="3462630" y="572114"/>
                  <a:pt x="3456636" y="573739"/>
                  <a:pt x="3449727" y="576990"/>
                </a:cubicBezTo>
                <a:cubicBezTo>
                  <a:pt x="3442818" y="580242"/>
                  <a:pt x="3431845" y="586134"/>
                  <a:pt x="3416808" y="594669"/>
                </a:cubicBezTo>
                <a:cubicBezTo>
                  <a:pt x="3423311" y="569878"/>
                  <a:pt x="3427883" y="553927"/>
                  <a:pt x="3430524" y="546815"/>
                </a:cubicBezTo>
                <a:cubicBezTo>
                  <a:pt x="3433166" y="539703"/>
                  <a:pt x="3434487" y="530661"/>
                  <a:pt x="3434487" y="519688"/>
                </a:cubicBezTo>
                <a:cubicBezTo>
                  <a:pt x="3434487" y="508715"/>
                  <a:pt x="3432048" y="496930"/>
                  <a:pt x="3427172" y="484331"/>
                </a:cubicBezTo>
                <a:cubicBezTo>
                  <a:pt x="3422295" y="471733"/>
                  <a:pt x="3414370" y="465434"/>
                  <a:pt x="3403397" y="465434"/>
                </a:cubicBezTo>
                <a:close/>
                <a:moveTo>
                  <a:pt x="4980432" y="454461"/>
                </a:moveTo>
                <a:cubicBezTo>
                  <a:pt x="4986122" y="454461"/>
                  <a:pt x="4999126" y="456290"/>
                  <a:pt x="5019446" y="459947"/>
                </a:cubicBezTo>
                <a:cubicBezTo>
                  <a:pt x="5039766" y="463605"/>
                  <a:pt x="5051857" y="469193"/>
                  <a:pt x="5055718" y="476711"/>
                </a:cubicBezTo>
                <a:cubicBezTo>
                  <a:pt x="5059578" y="484229"/>
                  <a:pt x="5061508" y="490732"/>
                  <a:pt x="5061508" y="496218"/>
                </a:cubicBezTo>
                <a:cubicBezTo>
                  <a:pt x="5061508" y="501705"/>
                  <a:pt x="5054194" y="510747"/>
                  <a:pt x="5039563" y="523346"/>
                </a:cubicBezTo>
                <a:cubicBezTo>
                  <a:pt x="5056226" y="522126"/>
                  <a:pt x="5068824" y="525276"/>
                  <a:pt x="5077358" y="532794"/>
                </a:cubicBezTo>
                <a:cubicBezTo>
                  <a:pt x="5085892" y="540313"/>
                  <a:pt x="5090160" y="551590"/>
                  <a:pt x="5090160" y="566627"/>
                </a:cubicBezTo>
                <a:cubicBezTo>
                  <a:pt x="5090160" y="574349"/>
                  <a:pt x="5088941" y="582883"/>
                  <a:pt x="5086502" y="592230"/>
                </a:cubicBezTo>
                <a:cubicBezTo>
                  <a:pt x="5077156" y="625962"/>
                  <a:pt x="5072482" y="657864"/>
                  <a:pt x="5072482" y="687938"/>
                </a:cubicBezTo>
                <a:cubicBezTo>
                  <a:pt x="5072482" y="696066"/>
                  <a:pt x="5072685" y="706022"/>
                  <a:pt x="5073091" y="717808"/>
                </a:cubicBezTo>
                <a:cubicBezTo>
                  <a:pt x="5076342" y="719027"/>
                  <a:pt x="5077968" y="721872"/>
                  <a:pt x="5077968" y="726342"/>
                </a:cubicBezTo>
                <a:cubicBezTo>
                  <a:pt x="5077968" y="730813"/>
                  <a:pt x="5076342" y="735080"/>
                  <a:pt x="5073091" y="739144"/>
                </a:cubicBezTo>
                <a:lnTo>
                  <a:pt x="5073052" y="740421"/>
                </a:lnTo>
                <a:lnTo>
                  <a:pt x="4927041" y="747794"/>
                </a:lnTo>
                <a:lnTo>
                  <a:pt x="4937760" y="740973"/>
                </a:lnTo>
                <a:cubicBezTo>
                  <a:pt x="4936134" y="732032"/>
                  <a:pt x="4935119" y="724514"/>
                  <a:pt x="4934712" y="718418"/>
                </a:cubicBezTo>
                <a:cubicBezTo>
                  <a:pt x="4924958" y="713134"/>
                  <a:pt x="4920082" y="703686"/>
                  <a:pt x="4920082" y="690071"/>
                </a:cubicBezTo>
                <a:cubicBezTo>
                  <a:pt x="4920082" y="676457"/>
                  <a:pt x="4924348" y="668634"/>
                  <a:pt x="4932884" y="666602"/>
                </a:cubicBezTo>
                <a:cubicBezTo>
                  <a:pt x="4933696" y="657661"/>
                  <a:pt x="4934509" y="650955"/>
                  <a:pt x="4935322" y="646485"/>
                </a:cubicBezTo>
                <a:cubicBezTo>
                  <a:pt x="4920691" y="629822"/>
                  <a:pt x="4913376" y="618037"/>
                  <a:pt x="4913376" y="611128"/>
                </a:cubicBezTo>
                <a:cubicBezTo>
                  <a:pt x="4913376" y="607877"/>
                  <a:pt x="4914392" y="606251"/>
                  <a:pt x="4916424" y="606251"/>
                </a:cubicBezTo>
                <a:cubicBezTo>
                  <a:pt x="4918456" y="606251"/>
                  <a:pt x="4920488" y="606556"/>
                  <a:pt x="4922520" y="607165"/>
                </a:cubicBezTo>
                <a:cubicBezTo>
                  <a:pt x="4924552" y="607775"/>
                  <a:pt x="4926788" y="608080"/>
                  <a:pt x="4929226" y="608080"/>
                </a:cubicBezTo>
                <a:cubicBezTo>
                  <a:pt x="4931664" y="608080"/>
                  <a:pt x="4935728" y="606251"/>
                  <a:pt x="4941418" y="602594"/>
                </a:cubicBezTo>
                <a:cubicBezTo>
                  <a:pt x="4943449" y="594872"/>
                  <a:pt x="4944466" y="589284"/>
                  <a:pt x="4944466" y="585829"/>
                </a:cubicBezTo>
                <a:cubicBezTo>
                  <a:pt x="4944466" y="582375"/>
                  <a:pt x="4944160" y="579632"/>
                  <a:pt x="4943552" y="577600"/>
                </a:cubicBezTo>
                <a:cubicBezTo>
                  <a:pt x="4942942" y="575568"/>
                  <a:pt x="4942637" y="572215"/>
                  <a:pt x="4942637" y="567541"/>
                </a:cubicBezTo>
                <a:cubicBezTo>
                  <a:pt x="4942637" y="562868"/>
                  <a:pt x="4944364" y="556772"/>
                  <a:pt x="4947818" y="549254"/>
                </a:cubicBezTo>
                <a:cubicBezTo>
                  <a:pt x="4951273" y="541735"/>
                  <a:pt x="4955236" y="535944"/>
                  <a:pt x="4959706" y="531880"/>
                </a:cubicBezTo>
                <a:cubicBezTo>
                  <a:pt x="4990592" y="504651"/>
                  <a:pt x="5006036" y="488395"/>
                  <a:pt x="5006036" y="483112"/>
                </a:cubicBezTo>
                <a:cubicBezTo>
                  <a:pt x="5006036" y="482299"/>
                  <a:pt x="5005426" y="481486"/>
                  <a:pt x="5004206" y="480674"/>
                </a:cubicBezTo>
                <a:cubicBezTo>
                  <a:pt x="4982668" y="468888"/>
                  <a:pt x="4971898" y="461166"/>
                  <a:pt x="4971898" y="457509"/>
                </a:cubicBezTo>
                <a:cubicBezTo>
                  <a:pt x="4971898" y="455477"/>
                  <a:pt x="4974742" y="454461"/>
                  <a:pt x="4980432" y="454461"/>
                </a:cubicBezTo>
                <a:close/>
                <a:moveTo>
                  <a:pt x="2666086" y="443488"/>
                </a:moveTo>
                <a:cubicBezTo>
                  <a:pt x="2661819" y="443488"/>
                  <a:pt x="2659685" y="445012"/>
                  <a:pt x="2659685" y="448060"/>
                </a:cubicBezTo>
                <a:cubicBezTo>
                  <a:pt x="2659685" y="451108"/>
                  <a:pt x="2662733" y="459642"/>
                  <a:pt x="2668829" y="473663"/>
                </a:cubicBezTo>
                <a:cubicBezTo>
                  <a:pt x="2674925" y="487684"/>
                  <a:pt x="2680412" y="498149"/>
                  <a:pt x="2685289" y="505058"/>
                </a:cubicBezTo>
                <a:cubicBezTo>
                  <a:pt x="2690166" y="511966"/>
                  <a:pt x="2693416" y="518672"/>
                  <a:pt x="2695042" y="525174"/>
                </a:cubicBezTo>
                <a:cubicBezTo>
                  <a:pt x="2662530" y="533709"/>
                  <a:pt x="2625954" y="543869"/>
                  <a:pt x="2585314" y="555654"/>
                </a:cubicBezTo>
                <a:lnTo>
                  <a:pt x="2506676" y="578819"/>
                </a:lnTo>
                <a:cubicBezTo>
                  <a:pt x="2494484" y="582070"/>
                  <a:pt x="2486965" y="587963"/>
                  <a:pt x="2484121" y="596498"/>
                </a:cubicBezTo>
                <a:cubicBezTo>
                  <a:pt x="2482901" y="600968"/>
                  <a:pt x="2480158" y="607369"/>
                  <a:pt x="2475891" y="615700"/>
                </a:cubicBezTo>
                <a:cubicBezTo>
                  <a:pt x="2471624" y="624031"/>
                  <a:pt x="2466747" y="632058"/>
                  <a:pt x="2461260" y="639779"/>
                </a:cubicBezTo>
                <a:cubicBezTo>
                  <a:pt x="2455774" y="647501"/>
                  <a:pt x="2453031" y="656137"/>
                  <a:pt x="2453031" y="665687"/>
                </a:cubicBezTo>
                <a:cubicBezTo>
                  <a:pt x="2453031" y="675237"/>
                  <a:pt x="2457704" y="690782"/>
                  <a:pt x="2467052" y="712322"/>
                </a:cubicBezTo>
                <a:cubicBezTo>
                  <a:pt x="2476399" y="733861"/>
                  <a:pt x="2487676" y="749812"/>
                  <a:pt x="2500885" y="760175"/>
                </a:cubicBezTo>
                <a:cubicBezTo>
                  <a:pt x="2514092" y="770538"/>
                  <a:pt x="2528621" y="775720"/>
                  <a:pt x="2544471" y="775720"/>
                </a:cubicBezTo>
                <a:cubicBezTo>
                  <a:pt x="2579827" y="775720"/>
                  <a:pt x="2618639" y="752758"/>
                  <a:pt x="2660905" y="706835"/>
                </a:cubicBezTo>
                <a:cubicBezTo>
                  <a:pt x="2654808" y="784458"/>
                  <a:pt x="2649728" y="830177"/>
                  <a:pt x="2645664" y="843995"/>
                </a:cubicBezTo>
                <a:cubicBezTo>
                  <a:pt x="2644039" y="850497"/>
                  <a:pt x="2643226" y="858321"/>
                  <a:pt x="2643226" y="867465"/>
                </a:cubicBezTo>
                <a:cubicBezTo>
                  <a:pt x="2643226" y="876609"/>
                  <a:pt x="2647595" y="892662"/>
                  <a:pt x="2656332" y="915623"/>
                </a:cubicBezTo>
                <a:cubicBezTo>
                  <a:pt x="2665070" y="938585"/>
                  <a:pt x="2672690" y="950066"/>
                  <a:pt x="2679192" y="950066"/>
                </a:cubicBezTo>
                <a:cubicBezTo>
                  <a:pt x="2685695" y="950066"/>
                  <a:pt x="2688946" y="945189"/>
                  <a:pt x="2688946" y="935435"/>
                </a:cubicBezTo>
                <a:cubicBezTo>
                  <a:pt x="2688946" y="933403"/>
                  <a:pt x="2688235" y="921618"/>
                  <a:pt x="2686812" y="900078"/>
                </a:cubicBezTo>
                <a:cubicBezTo>
                  <a:pt x="2685390" y="878539"/>
                  <a:pt x="2684679" y="855578"/>
                  <a:pt x="2684679" y="831194"/>
                </a:cubicBezTo>
                <a:cubicBezTo>
                  <a:pt x="2690775" y="848669"/>
                  <a:pt x="2699309" y="866550"/>
                  <a:pt x="2710282" y="884838"/>
                </a:cubicBezTo>
                <a:cubicBezTo>
                  <a:pt x="2721255" y="903126"/>
                  <a:pt x="2735276" y="923142"/>
                  <a:pt x="2752344" y="944884"/>
                </a:cubicBezTo>
                <a:cubicBezTo>
                  <a:pt x="2769413" y="966626"/>
                  <a:pt x="2779268" y="978615"/>
                  <a:pt x="2781910" y="980850"/>
                </a:cubicBezTo>
                <a:cubicBezTo>
                  <a:pt x="2784552" y="983086"/>
                  <a:pt x="2786888" y="984203"/>
                  <a:pt x="2788920" y="984203"/>
                </a:cubicBezTo>
                <a:cubicBezTo>
                  <a:pt x="2795016" y="984203"/>
                  <a:pt x="2803449" y="972824"/>
                  <a:pt x="2814219" y="950066"/>
                </a:cubicBezTo>
                <a:cubicBezTo>
                  <a:pt x="2824988" y="927307"/>
                  <a:pt x="2830373" y="905565"/>
                  <a:pt x="2830373" y="884838"/>
                </a:cubicBezTo>
                <a:cubicBezTo>
                  <a:pt x="2830373" y="879149"/>
                  <a:pt x="2829256" y="866246"/>
                  <a:pt x="2827020" y="846129"/>
                </a:cubicBezTo>
                <a:cubicBezTo>
                  <a:pt x="2824785" y="826012"/>
                  <a:pt x="2823058" y="807826"/>
                  <a:pt x="2821839" y="791569"/>
                </a:cubicBezTo>
                <a:cubicBezTo>
                  <a:pt x="2820620" y="775314"/>
                  <a:pt x="2820010" y="753571"/>
                  <a:pt x="2820010" y="726342"/>
                </a:cubicBezTo>
                <a:cubicBezTo>
                  <a:pt x="2820010" y="699114"/>
                  <a:pt x="2820213" y="680521"/>
                  <a:pt x="2820620" y="670564"/>
                </a:cubicBezTo>
                <a:cubicBezTo>
                  <a:pt x="2821026" y="660607"/>
                  <a:pt x="2819299" y="651869"/>
                  <a:pt x="2815438" y="644351"/>
                </a:cubicBezTo>
                <a:cubicBezTo>
                  <a:pt x="2811577" y="636833"/>
                  <a:pt x="2805989" y="629619"/>
                  <a:pt x="2798674" y="622710"/>
                </a:cubicBezTo>
                <a:cubicBezTo>
                  <a:pt x="2791359" y="615802"/>
                  <a:pt x="2784450" y="610823"/>
                  <a:pt x="2777948" y="607775"/>
                </a:cubicBezTo>
                <a:cubicBezTo>
                  <a:pt x="2771445" y="604727"/>
                  <a:pt x="2764333" y="603203"/>
                  <a:pt x="2756611" y="603203"/>
                </a:cubicBezTo>
                <a:cubicBezTo>
                  <a:pt x="2748890" y="603203"/>
                  <a:pt x="2741575" y="606658"/>
                  <a:pt x="2734666" y="613566"/>
                </a:cubicBezTo>
                <a:lnTo>
                  <a:pt x="2746248" y="595278"/>
                </a:lnTo>
                <a:cubicBezTo>
                  <a:pt x="2765349" y="582274"/>
                  <a:pt x="2787803" y="569980"/>
                  <a:pt x="2813609" y="558397"/>
                </a:cubicBezTo>
                <a:cubicBezTo>
                  <a:pt x="2839416" y="546815"/>
                  <a:pt x="2855468" y="540618"/>
                  <a:pt x="2861768" y="539805"/>
                </a:cubicBezTo>
                <a:cubicBezTo>
                  <a:pt x="2868067" y="538992"/>
                  <a:pt x="2872740" y="536960"/>
                  <a:pt x="2875789" y="533709"/>
                </a:cubicBezTo>
                <a:cubicBezTo>
                  <a:pt x="2878836" y="530458"/>
                  <a:pt x="2880360" y="526597"/>
                  <a:pt x="2880360" y="522126"/>
                </a:cubicBezTo>
                <a:cubicBezTo>
                  <a:pt x="2880360" y="513998"/>
                  <a:pt x="2873756" y="506886"/>
                  <a:pt x="2860548" y="500790"/>
                </a:cubicBezTo>
                <a:cubicBezTo>
                  <a:pt x="2847341" y="494694"/>
                  <a:pt x="2838501" y="491646"/>
                  <a:pt x="2834031" y="491646"/>
                </a:cubicBezTo>
                <a:cubicBezTo>
                  <a:pt x="2832405" y="491646"/>
                  <a:pt x="2831186" y="491850"/>
                  <a:pt x="2830373" y="492256"/>
                </a:cubicBezTo>
                <a:cubicBezTo>
                  <a:pt x="2821839" y="496320"/>
                  <a:pt x="2800909" y="501603"/>
                  <a:pt x="2767584" y="508106"/>
                </a:cubicBezTo>
                <a:cubicBezTo>
                  <a:pt x="2759456" y="491443"/>
                  <a:pt x="2750516" y="479048"/>
                  <a:pt x="2740762" y="470920"/>
                </a:cubicBezTo>
                <a:cubicBezTo>
                  <a:pt x="2731008" y="462792"/>
                  <a:pt x="2717191" y="456188"/>
                  <a:pt x="2699309" y="451108"/>
                </a:cubicBezTo>
                <a:cubicBezTo>
                  <a:pt x="2681428" y="446028"/>
                  <a:pt x="2670353" y="443488"/>
                  <a:pt x="2666086" y="443488"/>
                </a:cubicBezTo>
                <a:close/>
                <a:moveTo>
                  <a:pt x="2515365" y="0"/>
                </a:moveTo>
                <a:cubicBezTo>
                  <a:pt x="3130845" y="0"/>
                  <a:pt x="3637074" y="467761"/>
                  <a:pt x="3697948" y="1067180"/>
                </a:cubicBezTo>
                <a:lnTo>
                  <a:pt x="3701116" y="1129915"/>
                </a:lnTo>
                <a:lnTo>
                  <a:pt x="3567501" y="1211089"/>
                </a:lnTo>
                <a:cubicBezTo>
                  <a:pt x="3420219" y="1310590"/>
                  <a:pt x="3283028" y="1423891"/>
                  <a:pt x="3157781" y="1549138"/>
                </a:cubicBezTo>
                <a:lnTo>
                  <a:pt x="3041575" y="1676997"/>
                </a:lnTo>
                <a:lnTo>
                  <a:pt x="3039116" y="1669836"/>
                </a:lnTo>
                <a:cubicBezTo>
                  <a:pt x="3035366" y="1664773"/>
                  <a:pt x="3029741" y="1660108"/>
                  <a:pt x="3022240" y="1655841"/>
                </a:cubicBezTo>
                <a:cubicBezTo>
                  <a:pt x="3034830" y="1637747"/>
                  <a:pt x="3041125" y="1621087"/>
                  <a:pt x="3041125" y="1605860"/>
                </a:cubicBezTo>
                <a:cubicBezTo>
                  <a:pt x="3041125" y="1598198"/>
                  <a:pt x="3039024" y="1591741"/>
                  <a:pt x="3034822" y="1586489"/>
                </a:cubicBezTo>
                <a:cubicBezTo>
                  <a:pt x="3030619" y="1581237"/>
                  <a:pt x="3025293" y="1576780"/>
                  <a:pt x="3018842" y="1573117"/>
                </a:cubicBezTo>
                <a:cubicBezTo>
                  <a:pt x="3012391" y="1569454"/>
                  <a:pt x="3006388" y="1567623"/>
                  <a:pt x="3000833" y="1567623"/>
                </a:cubicBezTo>
                <a:cubicBezTo>
                  <a:pt x="2995278" y="1567623"/>
                  <a:pt x="2990477" y="1568713"/>
                  <a:pt x="2986428" y="1570893"/>
                </a:cubicBezTo>
                <a:cubicBezTo>
                  <a:pt x="2977481" y="1575769"/>
                  <a:pt x="2970533" y="1579630"/>
                  <a:pt x="2965584" y="1582476"/>
                </a:cubicBezTo>
                <a:cubicBezTo>
                  <a:pt x="2970141" y="1574178"/>
                  <a:pt x="2972419" y="1565231"/>
                  <a:pt x="2972419" y="1555636"/>
                </a:cubicBezTo>
                <a:cubicBezTo>
                  <a:pt x="2972419" y="1548891"/>
                  <a:pt x="2969400" y="1541060"/>
                  <a:pt x="2963360" y="1532143"/>
                </a:cubicBezTo>
                <a:cubicBezTo>
                  <a:pt x="2957321" y="1523227"/>
                  <a:pt x="2950322" y="1516598"/>
                  <a:pt x="2942363" y="1512257"/>
                </a:cubicBezTo>
                <a:cubicBezTo>
                  <a:pt x="2934404" y="1507916"/>
                  <a:pt x="2926986" y="1505745"/>
                  <a:pt x="2920109" y="1505745"/>
                </a:cubicBezTo>
                <a:cubicBezTo>
                  <a:pt x="2901038" y="1505745"/>
                  <a:pt x="2891502" y="1522911"/>
                  <a:pt x="2891502" y="1557243"/>
                </a:cubicBezTo>
                <a:cubicBezTo>
                  <a:pt x="2891502" y="1572388"/>
                  <a:pt x="2893109" y="1590171"/>
                  <a:pt x="2896321" y="1610590"/>
                </a:cubicBezTo>
                <a:cubicBezTo>
                  <a:pt x="2889981" y="1613316"/>
                  <a:pt x="2886370" y="1615464"/>
                  <a:pt x="2885487" y="1617034"/>
                </a:cubicBezTo>
                <a:cubicBezTo>
                  <a:pt x="2881783" y="1601120"/>
                  <a:pt x="2876904" y="1586027"/>
                  <a:pt x="2870848" y="1571754"/>
                </a:cubicBezTo>
                <a:cubicBezTo>
                  <a:pt x="2864791" y="1557480"/>
                  <a:pt x="2859753" y="1550344"/>
                  <a:pt x="2855732" y="1550344"/>
                </a:cubicBezTo>
                <a:cubicBezTo>
                  <a:pt x="2851711" y="1550344"/>
                  <a:pt x="2847627" y="1555454"/>
                  <a:pt x="2843480" y="1565674"/>
                </a:cubicBezTo>
                <a:cubicBezTo>
                  <a:pt x="2839333" y="1575894"/>
                  <a:pt x="2837259" y="1586437"/>
                  <a:pt x="2837259" y="1597301"/>
                </a:cubicBezTo>
                <a:cubicBezTo>
                  <a:pt x="2837259" y="1608165"/>
                  <a:pt x="2840875" y="1621320"/>
                  <a:pt x="2848107" y="1636764"/>
                </a:cubicBezTo>
                <a:cubicBezTo>
                  <a:pt x="2832654" y="1646402"/>
                  <a:pt x="2821022" y="1656730"/>
                  <a:pt x="2813213" y="1667748"/>
                </a:cubicBezTo>
                <a:cubicBezTo>
                  <a:pt x="2805403" y="1678766"/>
                  <a:pt x="2801498" y="1689209"/>
                  <a:pt x="2801498" y="1699077"/>
                </a:cubicBezTo>
                <a:cubicBezTo>
                  <a:pt x="2801498" y="1713084"/>
                  <a:pt x="2807104" y="1724299"/>
                  <a:pt x="2818316" y="1732723"/>
                </a:cubicBezTo>
                <a:cubicBezTo>
                  <a:pt x="2829529" y="1741147"/>
                  <a:pt x="2841065" y="1745092"/>
                  <a:pt x="2852926" y="1744559"/>
                </a:cubicBezTo>
                <a:cubicBezTo>
                  <a:pt x="2837929" y="1759829"/>
                  <a:pt x="2830431" y="1774669"/>
                  <a:pt x="2830431" y="1789081"/>
                </a:cubicBezTo>
                <a:cubicBezTo>
                  <a:pt x="2830431" y="1798109"/>
                  <a:pt x="2833293" y="1808347"/>
                  <a:pt x="2839016" y="1819796"/>
                </a:cubicBezTo>
                <a:cubicBezTo>
                  <a:pt x="2844739" y="1831245"/>
                  <a:pt x="2849805" y="1836970"/>
                  <a:pt x="2854212" y="1836970"/>
                </a:cubicBezTo>
                <a:cubicBezTo>
                  <a:pt x="2856695" y="1836970"/>
                  <a:pt x="2858662" y="1835934"/>
                  <a:pt x="2860112" y="1833863"/>
                </a:cubicBezTo>
                <a:cubicBezTo>
                  <a:pt x="2861563" y="1831791"/>
                  <a:pt x="2864543" y="1823989"/>
                  <a:pt x="2869053" y="1810456"/>
                </a:cubicBezTo>
                <a:cubicBezTo>
                  <a:pt x="2873562" y="1796923"/>
                  <a:pt x="2877082" y="1784209"/>
                  <a:pt x="2879612" y="1772314"/>
                </a:cubicBezTo>
                <a:cubicBezTo>
                  <a:pt x="2880440" y="1771487"/>
                  <a:pt x="2880961" y="1771073"/>
                  <a:pt x="2881177" y="1771073"/>
                </a:cubicBezTo>
                <a:cubicBezTo>
                  <a:pt x="2881392" y="1771073"/>
                  <a:pt x="2882106" y="1772621"/>
                  <a:pt x="2883317" y="1775719"/>
                </a:cubicBezTo>
                <a:cubicBezTo>
                  <a:pt x="2887633" y="1787257"/>
                  <a:pt x="2893281" y="1797490"/>
                  <a:pt x="2900262" y="1806416"/>
                </a:cubicBezTo>
                <a:lnTo>
                  <a:pt x="2920116" y="1824615"/>
                </a:lnTo>
                <a:lnTo>
                  <a:pt x="2819732" y="1958857"/>
                </a:lnTo>
                <a:cubicBezTo>
                  <a:pt x="2769981" y="2032498"/>
                  <a:pt x="2723681" y="2108661"/>
                  <a:pt x="2681062" y="2187114"/>
                </a:cubicBezTo>
                <a:lnTo>
                  <a:pt x="2591697" y="2372625"/>
                </a:lnTo>
                <a:lnTo>
                  <a:pt x="2515365" y="2377440"/>
                </a:lnTo>
                <a:cubicBezTo>
                  <a:pt x="1858853" y="2377440"/>
                  <a:pt x="1326645" y="1845232"/>
                  <a:pt x="1326645" y="1188720"/>
                </a:cubicBezTo>
                <a:cubicBezTo>
                  <a:pt x="1326645" y="1106656"/>
                  <a:pt x="1334961" y="1026534"/>
                  <a:pt x="1350796" y="949152"/>
                </a:cubicBezTo>
                <a:lnTo>
                  <a:pt x="1379827" y="855630"/>
                </a:lnTo>
                <a:lnTo>
                  <a:pt x="1411834" y="844605"/>
                </a:lnTo>
                <a:cubicBezTo>
                  <a:pt x="1445565" y="837696"/>
                  <a:pt x="1484174" y="834241"/>
                  <a:pt x="1527658" y="834241"/>
                </a:cubicBezTo>
                <a:cubicBezTo>
                  <a:pt x="1571143" y="834241"/>
                  <a:pt x="1610361" y="839322"/>
                  <a:pt x="1645311" y="849482"/>
                </a:cubicBezTo>
                <a:cubicBezTo>
                  <a:pt x="1653033" y="851514"/>
                  <a:pt x="1659535" y="852530"/>
                  <a:pt x="1664818" y="852530"/>
                </a:cubicBezTo>
                <a:cubicBezTo>
                  <a:pt x="1681074" y="852530"/>
                  <a:pt x="1689202" y="842573"/>
                  <a:pt x="1689202" y="822659"/>
                </a:cubicBezTo>
                <a:cubicBezTo>
                  <a:pt x="1689202" y="802745"/>
                  <a:pt x="1682192" y="786794"/>
                  <a:pt x="1668171" y="774806"/>
                </a:cubicBezTo>
                <a:cubicBezTo>
                  <a:pt x="1654150" y="762817"/>
                  <a:pt x="1638402" y="756822"/>
                  <a:pt x="1620927" y="756822"/>
                </a:cubicBezTo>
                <a:cubicBezTo>
                  <a:pt x="1614831" y="756822"/>
                  <a:pt x="1607516" y="758042"/>
                  <a:pt x="1598981" y="760480"/>
                </a:cubicBezTo>
                <a:cubicBezTo>
                  <a:pt x="1590447" y="762918"/>
                  <a:pt x="1566774" y="764849"/>
                  <a:pt x="1527963" y="766271"/>
                </a:cubicBezTo>
                <a:cubicBezTo>
                  <a:pt x="1489152" y="767694"/>
                  <a:pt x="1448817" y="771351"/>
                  <a:pt x="1406957" y="777244"/>
                </a:cubicBezTo>
                <a:lnTo>
                  <a:pt x="1403966" y="777867"/>
                </a:lnTo>
                <a:lnTo>
                  <a:pt x="1420061" y="726017"/>
                </a:lnTo>
                <a:lnTo>
                  <a:pt x="1442206" y="685217"/>
                </a:lnTo>
                <a:lnTo>
                  <a:pt x="1491692" y="663249"/>
                </a:lnTo>
                <a:cubicBezTo>
                  <a:pt x="1510386" y="656543"/>
                  <a:pt x="1524000" y="653190"/>
                  <a:pt x="1532535" y="653190"/>
                </a:cubicBezTo>
                <a:cubicBezTo>
                  <a:pt x="1550823" y="653190"/>
                  <a:pt x="1562304" y="650752"/>
                  <a:pt x="1566977" y="645875"/>
                </a:cubicBezTo>
                <a:cubicBezTo>
                  <a:pt x="1571651" y="640998"/>
                  <a:pt x="1573988" y="634090"/>
                  <a:pt x="1573988" y="625149"/>
                </a:cubicBezTo>
                <a:cubicBezTo>
                  <a:pt x="1573988" y="600765"/>
                  <a:pt x="1563015" y="584001"/>
                  <a:pt x="1541069" y="574857"/>
                </a:cubicBezTo>
                <a:lnTo>
                  <a:pt x="1507895" y="564194"/>
                </a:lnTo>
                <a:lnTo>
                  <a:pt x="1529660" y="524095"/>
                </a:lnTo>
                <a:cubicBezTo>
                  <a:pt x="1743282" y="207894"/>
                  <a:pt x="2105045" y="0"/>
                  <a:pt x="2515365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1480959"/>
            <a:ext cx="5382978" cy="5377042"/>
            <a:chOff x="0" y="970670"/>
            <a:chExt cx="5893830" cy="5887331"/>
          </a:xfrm>
        </p:grpSpPr>
        <p:sp>
          <p:nvSpPr>
            <p:cNvPr id="17" name="任意多边形 16"/>
            <p:cNvSpPr/>
            <p:nvPr/>
          </p:nvSpPr>
          <p:spPr>
            <a:xfrm>
              <a:off x="1" y="2258997"/>
              <a:ext cx="4372279" cy="4599003"/>
            </a:xfrm>
            <a:custGeom>
              <a:avLst/>
              <a:gdLst/>
              <a:ahLst/>
              <a:cxnLst/>
              <a:rect l="l" t="t" r="r" b="b"/>
              <a:pathLst>
                <a:path w="4372279" h="4599003">
                  <a:moveTo>
                    <a:pt x="3887769" y="2508052"/>
                  </a:moveTo>
                  <a:lnTo>
                    <a:pt x="3930520" y="2508052"/>
                  </a:lnTo>
                  <a:cubicBezTo>
                    <a:pt x="3978021" y="2508052"/>
                    <a:pt x="4016022" y="2603054"/>
                    <a:pt x="4044523" y="2793058"/>
                  </a:cubicBezTo>
                  <a:cubicBezTo>
                    <a:pt x="4044523" y="2905873"/>
                    <a:pt x="3933192" y="2998277"/>
                    <a:pt x="3710531" y="3070271"/>
                  </a:cubicBezTo>
                  <a:lnTo>
                    <a:pt x="3627221" y="3093370"/>
                  </a:lnTo>
                  <a:lnTo>
                    <a:pt x="3589596" y="3004787"/>
                  </a:lnTo>
                  <a:lnTo>
                    <a:pt x="3540650" y="2908486"/>
                  </a:lnTo>
                  <a:lnTo>
                    <a:pt x="3548880" y="2905947"/>
                  </a:lnTo>
                  <a:cubicBezTo>
                    <a:pt x="3710680" y="2841375"/>
                    <a:pt x="3809393" y="2722994"/>
                    <a:pt x="3845018" y="2550803"/>
                  </a:cubicBezTo>
                  <a:close/>
                  <a:moveTo>
                    <a:pt x="2758802" y="1815915"/>
                  </a:moveTo>
                  <a:lnTo>
                    <a:pt x="2780607" y="1835852"/>
                  </a:lnTo>
                  <a:lnTo>
                    <a:pt x="2902943" y="1969652"/>
                  </a:lnTo>
                  <a:lnTo>
                    <a:pt x="2894702" y="1986135"/>
                  </a:lnTo>
                  <a:cubicBezTo>
                    <a:pt x="2889358" y="1992072"/>
                    <a:pt x="2883124" y="1995041"/>
                    <a:pt x="2875999" y="1995041"/>
                  </a:cubicBezTo>
                  <a:cubicBezTo>
                    <a:pt x="2875999" y="2156545"/>
                    <a:pt x="2947250" y="2256297"/>
                    <a:pt x="3089753" y="2294297"/>
                  </a:cubicBezTo>
                  <a:lnTo>
                    <a:pt x="3132504" y="2251547"/>
                  </a:lnTo>
                  <a:lnTo>
                    <a:pt x="3135621" y="2249280"/>
                  </a:lnTo>
                  <a:lnTo>
                    <a:pt x="3236647" y="2381878"/>
                  </a:lnTo>
                  <a:cubicBezTo>
                    <a:pt x="3304426" y="2479653"/>
                    <a:pt x="3367911" y="2580632"/>
                    <a:pt x="3426827" y="2684541"/>
                  </a:cubicBezTo>
                  <a:lnTo>
                    <a:pt x="3540650" y="2908486"/>
                  </a:lnTo>
                  <a:lnTo>
                    <a:pt x="3444229" y="2938233"/>
                  </a:lnTo>
                  <a:cubicBezTo>
                    <a:pt x="3369415" y="2955452"/>
                    <a:pt x="3284507" y="2964061"/>
                    <a:pt x="3189505" y="2964061"/>
                  </a:cubicBezTo>
                  <a:cubicBezTo>
                    <a:pt x="2913999" y="2964061"/>
                    <a:pt x="2714495" y="2797808"/>
                    <a:pt x="2590993" y="2465301"/>
                  </a:cubicBezTo>
                  <a:cubicBezTo>
                    <a:pt x="2590993" y="2258672"/>
                    <a:pt x="2633743" y="2065402"/>
                    <a:pt x="2719245" y="1885492"/>
                  </a:cubicBezTo>
                  <a:close/>
                  <a:moveTo>
                    <a:pt x="2077500" y="1281110"/>
                  </a:moveTo>
                  <a:lnTo>
                    <a:pt x="2136172" y="1317977"/>
                  </a:lnTo>
                  <a:lnTo>
                    <a:pt x="2134983" y="1325278"/>
                  </a:lnTo>
                  <a:lnTo>
                    <a:pt x="2092232" y="1325278"/>
                  </a:lnTo>
                  <a:cubicBezTo>
                    <a:pt x="2092232" y="1315778"/>
                    <a:pt x="2089857" y="1305387"/>
                    <a:pt x="2085107" y="1294105"/>
                  </a:cubicBezTo>
                  <a:close/>
                  <a:moveTo>
                    <a:pt x="0" y="677906"/>
                  </a:moveTo>
                  <a:lnTo>
                    <a:pt x="187624" y="682650"/>
                  </a:lnTo>
                  <a:cubicBezTo>
                    <a:pt x="566789" y="701870"/>
                    <a:pt x="931865" y="774491"/>
                    <a:pt x="1275482" y="893142"/>
                  </a:cubicBezTo>
                  <a:lnTo>
                    <a:pt x="1495691" y="980731"/>
                  </a:lnTo>
                  <a:lnTo>
                    <a:pt x="1493720" y="1011771"/>
                  </a:lnTo>
                  <a:lnTo>
                    <a:pt x="1493720" y="1040272"/>
                  </a:lnTo>
                  <a:cubicBezTo>
                    <a:pt x="1493720" y="1068772"/>
                    <a:pt x="1365468" y="1111523"/>
                    <a:pt x="1108962" y="1168525"/>
                  </a:cubicBezTo>
                  <a:cubicBezTo>
                    <a:pt x="1108962" y="1197025"/>
                    <a:pt x="1222965" y="1249276"/>
                    <a:pt x="1450969" y="1325278"/>
                  </a:cubicBezTo>
                  <a:lnTo>
                    <a:pt x="1450969" y="1510531"/>
                  </a:lnTo>
                  <a:lnTo>
                    <a:pt x="1393968" y="1638784"/>
                  </a:lnTo>
                  <a:lnTo>
                    <a:pt x="823956" y="2223046"/>
                  </a:lnTo>
                  <a:lnTo>
                    <a:pt x="823956" y="2251547"/>
                  </a:lnTo>
                  <a:lnTo>
                    <a:pt x="866707" y="2294297"/>
                  </a:lnTo>
                  <a:lnTo>
                    <a:pt x="895208" y="2294297"/>
                  </a:lnTo>
                  <a:cubicBezTo>
                    <a:pt x="1056711" y="2265797"/>
                    <a:pt x="1237215" y="2208796"/>
                    <a:pt x="1436719" y="2123294"/>
                  </a:cubicBezTo>
                  <a:lnTo>
                    <a:pt x="1436719" y="2422550"/>
                  </a:lnTo>
                  <a:lnTo>
                    <a:pt x="1393968" y="2607804"/>
                  </a:lnTo>
                  <a:cubicBezTo>
                    <a:pt x="1469970" y="2788308"/>
                    <a:pt x="1522221" y="2878559"/>
                    <a:pt x="1550721" y="2878559"/>
                  </a:cubicBezTo>
                  <a:lnTo>
                    <a:pt x="1593472" y="2878559"/>
                  </a:lnTo>
                  <a:lnTo>
                    <a:pt x="1650473" y="2835809"/>
                  </a:lnTo>
                  <a:cubicBezTo>
                    <a:pt x="1726475" y="2199296"/>
                    <a:pt x="1783476" y="1881039"/>
                    <a:pt x="1821477" y="1881039"/>
                  </a:cubicBezTo>
                  <a:cubicBezTo>
                    <a:pt x="1821477" y="1947540"/>
                    <a:pt x="1868978" y="2014042"/>
                    <a:pt x="1963980" y="2080543"/>
                  </a:cubicBezTo>
                  <a:lnTo>
                    <a:pt x="2006731" y="2080543"/>
                  </a:lnTo>
                  <a:lnTo>
                    <a:pt x="2063732" y="2009292"/>
                  </a:lnTo>
                  <a:lnTo>
                    <a:pt x="2063732" y="1966541"/>
                  </a:lnTo>
                  <a:cubicBezTo>
                    <a:pt x="1997231" y="1871539"/>
                    <a:pt x="1925979" y="1805038"/>
                    <a:pt x="1849978" y="1767037"/>
                  </a:cubicBezTo>
                  <a:cubicBezTo>
                    <a:pt x="1986543" y="1588908"/>
                    <a:pt x="2104553" y="1466445"/>
                    <a:pt x="2204008" y="1399647"/>
                  </a:cubicBezTo>
                  <a:lnTo>
                    <a:pt x="2236114" y="1380981"/>
                  </a:lnTo>
                  <a:lnTo>
                    <a:pt x="2398675" y="1504835"/>
                  </a:lnTo>
                  <a:lnTo>
                    <a:pt x="2305987" y="2037792"/>
                  </a:lnTo>
                  <a:lnTo>
                    <a:pt x="2362988" y="2508052"/>
                  </a:lnTo>
                  <a:cubicBezTo>
                    <a:pt x="2524491" y="2954561"/>
                    <a:pt x="2799997" y="3177816"/>
                    <a:pt x="3189505" y="3177816"/>
                  </a:cubicBezTo>
                  <a:cubicBezTo>
                    <a:pt x="3332008" y="3158815"/>
                    <a:pt x="3456698" y="3136549"/>
                    <a:pt x="3563575" y="3111018"/>
                  </a:cubicBezTo>
                  <a:lnTo>
                    <a:pt x="3627221" y="3093370"/>
                  </a:lnTo>
                  <a:lnTo>
                    <a:pt x="3660190" y="3170991"/>
                  </a:lnTo>
                  <a:cubicBezTo>
                    <a:pt x="3816277" y="3563292"/>
                    <a:pt x="3911385" y="3986475"/>
                    <a:pt x="3933808" y="4428834"/>
                  </a:cubicBezTo>
                  <a:lnTo>
                    <a:pt x="3938111" y="4599003"/>
                  </a:lnTo>
                  <a:lnTo>
                    <a:pt x="0" y="4599003"/>
                  </a:lnTo>
                  <a:close/>
                  <a:moveTo>
                    <a:pt x="2933000" y="28501"/>
                  </a:moveTo>
                  <a:lnTo>
                    <a:pt x="2961500" y="28501"/>
                  </a:lnTo>
                  <a:cubicBezTo>
                    <a:pt x="3056502" y="28501"/>
                    <a:pt x="3199005" y="171004"/>
                    <a:pt x="3389009" y="456010"/>
                  </a:cubicBezTo>
                  <a:cubicBezTo>
                    <a:pt x="3389009" y="589012"/>
                    <a:pt x="3289257" y="703015"/>
                    <a:pt x="3089753" y="798017"/>
                  </a:cubicBezTo>
                  <a:lnTo>
                    <a:pt x="3089753" y="840768"/>
                  </a:lnTo>
                  <a:cubicBezTo>
                    <a:pt x="3241756" y="926270"/>
                    <a:pt x="3531512" y="1007021"/>
                    <a:pt x="3959021" y="1083023"/>
                  </a:cubicBezTo>
                  <a:lnTo>
                    <a:pt x="3959021" y="1097273"/>
                  </a:lnTo>
                  <a:cubicBezTo>
                    <a:pt x="4130024" y="1087773"/>
                    <a:pt x="4239277" y="1097273"/>
                    <a:pt x="4286778" y="1125774"/>
                  </a:cubicBezTo>
                  <a:lnTo>
                    <a:pt x="4372279" y="1182775"/>
                  </a:lnTo>
                  <a:lnTo>
                    <a:pt x="4144275" y="1353778"/>
                  </a:lnTo>
                  <a:cubicBezTo>
                    <a:pt x="4087273" y="1401279"/>
                    <a:pt x="4044523" y="1425030"/>
                    <a:pt x="4016022" y="1425030"/>
                  </a:cubicBezTo>
                  <a:cubicBezTo>
                    <a:pt x="3854519" y="1425030"/>
                    <a:pt x="3588513" y="1330028"/>
                    <a:pt x="3218006" y="1140024"/>
                  </a:cubicBezTo>
                  <a:cubicBezTo>
                    <a:pt x="3189505" y="1092523"/>
                    <a:pt x="3104003" y="1016521"/>
                    <a:pt x="2961500" y="912019"/>
                  </a:cubicBezTo>
                  <a:lnTo>
                    <a:pt x="2519741" y="1282527"/>
                  </a:lnTo>
                  <a:lnTo>
                    <a:pt x="2690745" y="1467781"/>
                  </a:lnTo>
                  <a:cubicBezTo>
                    <a:pt x="3013751" y="1401279"/>
                    <a:pt x="3175255" y="1325278"/>
                    <a:pt x="3175255" y="1239776"/>
                  </a:cubicBezTo>
                  <a:lnTo>
                    <a:pt x="3189505" y="1239776"/>
                  </a:lnTo>
                  <a:cubicBezTo>
                    <a:pt x="3427010" y="1467781"/>
                    <a:pt x="3579013" y="1638784"/>
                    <a:pt x="3645514" y="1752786"/>
                  </a:cubicBezTo>
                  <a:lnTo>
                    <a:pt x="3645514" y="1838288"/>
                  </a:lnTo>
                  <a:cubicBezTo>
                    <a:pt x="3636014" y="1895289"/>
                    <a:pt x="3536262" y="1966541"/>
                    <a:pt x="3346258" y="2052042"/>
                  </a:cubicBezTo>
                  <a:cubicBezTo>
                    <a:pt x="3317758" y="2094793"/>
                    <a:pt x="3285694" y="2132794"/>
                    <a:pt x="3250069" y="2166045"/>
                  </a:cubicBezTo>
                  <a:lnTo>
                    <a:pt x="3135621" y="2249280"/>
                  </a:lnTo>
                  <a:lnTo>
                    <a:pt x="3020694" y="2098436"/>
                  </a:lnTo>
                  <a:lnTo>
                    <a:pt x="2902943" y="1969652"/>
                  </a:lnTo>
                  <a:lnTo>
                    <a:pt x="2908062" y="1959416"/>
                  </a:lnTo>
                  <a:cubicBezTo>
                    <a:pt x="2915187" y="1935665"/>
                    <a:pt x="2918749" y="1900039"/>
                    <a:pt x="2918749" y="1852538"/>
                  </a:cubicBezTo>
                  <a:lnTo>
                    <a:pt x="3061252" y="1581783"/>
                  </a:lnTo>
                  <a:lnTo>
                    <a:pt x="3061252" y="1553282"/>
                  </a:lnTo>
                  <a:lnTo>
                    <a:pt x="2804747" y="1596033"/>
                  </a:lnTo>
                  <a:lnTo>
                    <a:pt x="2818997" y="1710036"/>
                  </a:lnTo>
                  <a:lnTo>
                    <a:pt x="2758802" y="1815915"/>
                  </a:lnTo>
                  <a:lnTo>
                    <a:pt x="2518023" y="1595765"/>
                  </a:lnTo>
                  <a:lnTo>
                    <a:pt x="2398675" y="1504835"/>
                  </a:lnTo>
                  <a:lnTo>
                    <a:pt x="2419989" y="1382279"/>
                  </a:lnTo>
                  <a:lnTo>
                    <a:pt x="2419989" y="1339528"/>
                  </a:lnTo>
                  <a:lnTo>
                    <a:pt x="2362988" y="1339528"/>
                  </a:lnTo>
                  <a:cubicBezTo>
                    <a:pt x="2332113" y="1339528"/>
                    <a:pt x="2298268" y="1348435"/>
                    <a:pt x="2261455" y="1366247"/>
                  </a:cubicBezTo>
                  <a:lnTo>
                    <a:pt x="2236114" y="1380981"/>
                  </a:lnTo>
                  <a:lnTo>
                    <a:pt x="2234581" y="1379812"/>
                  </a:lnTo>
                  <a:lnTo>
                    <a:pt x="2136172" y="1317977"/>
                  </a:lnTo>
                  <a:lnTo>
                    <a:pt x="2139659" y="1296554"/>
                  </a:lnTo>
                  <a:cubicBezTo>
                    <a:pt x="2161480" y="1220701"/>
                    <a:pt x="2259674" y="1083023"/>
                    <a:pt x="2434240" y="883519"/>
                  </a:cubicBezTo>
                  <a:cubicBezTo>
                    <a:pt x="2766746" y="456010"/>
                    <a:pt x="2933000" y="185254"/>
                    <a:pt x="2933000" y="71252"/>
                  </a:cubicBezTo>
                  <a:close/>
                  <a:moveTo>
                    <a:pt x="1550721" y="0"/>
                  </a:moveTo>
                  <a:lnTo>
                    <a:pt x="1636223" y="0"/>
                  </a:lnTo>
                  <a:cubicBezTo>
                    <a:pt x="1816727" y="171004"/>
                    <a:pt x="1959230" y="351507"/>
                    <a:pt x="2063732" y="541511"/>
                  </a:cubicBezTo>
                  <a:lnTo>
                    <a:pt x="1935479" y="954770"/>
                  </a:lnTo>
                  <a:cubicBezTo>
                    <a:pt x="2068482" y="973770"/>
                    <a:pt x="2139734" y="1002271"/>
                    <a:pt x="2149234" y="1040272"/>
                  </a:cubicBezTo>
                  <a:lnTo>
                    <a:pt x="2149234" y="1054522"/>
                  </a:lnTo>
                  <a:cubicBezTo>
                    <a:pt x="2149234" y="1092523"/>
                    <a:pt x="2092232" y="1121024"/>
                    <a:pt x="1978230" y="1140024"/>
                  </a:cubicBezTo>
                  <a:lnTo>
                    <a:pt x="1978230" y="1168525"/>
                  </a:lnTo>
                  <a:cubicBezTo>
                    <a:pt x="2016231" y="1201775"/>
                    <a:pt x="2044732" y="1231463"/>
                    <a:pt x="2063732" y="1257589"/>
                  </a:cubicBezTo>
                  <a:lnTo>
                    <a:pt x="2077500" y="1281110"/>
                  </a:lnTo>
                  <a:lnTo>
                    <a:pt x="1931917" y="1189632"/>
                  </a:lnTo>
                  <a:cubicBezTo>
                    <a:pt x="1828008" y="1130716"/>
                    <a:pt x="1721169" y="1076369"/>
                    <a:pt x="1611672" y="1026863"/>
                  </a:cubicBezTo>
                  <a:lnTo>
                    <a:pt x="1495691" y="980731"/>
                  </a:lnTo>
                  <a:lnTo>
                    <a:pt x="1550721" y="114003"/>
                  </a:lnTo>
                  <a:lnTo>
                    <a:pt x="1522221" y="28501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84406" y="970670"/>
              <a:ext cx="5809424" cy="5788859"/>
            </a:xfrm>
            <a:custGeom>
              <a:avLst/>
              <a:gdLst>
                <a:gd name="connsiteX0" fmla="*/ 0 w 5809424"/>
                <a:gd name="connsiteY0" fmla="*/ 0 h 5788859"/>
                <a:gd name="connsiteX1" fmla="*/ 5802398 w 5809424"/>
                <a:gd name="connsiteY1" fmla="*/ 5510978 h 5788859"/>
                <a:gd name="connsiteX2" fmla="*/ 5809424 w 5809424"/>
                <a:gd name="connsiteY2" fmla="*/ 5788859 h 5788859"/>
                <a:gd name="connsiteX3" fmla="*/ 0 w 5809424"/>
                <a:gd name="connsiteY3" fmla="*/ 5788859 h 5788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09424" h="5788859">
                  <a:moveTo>
                    <a:pt x="0" y="0"/>
                  </a:moveTo>
                  <a:cubicBezTo>
                    <a:pt x="3108478" y="0"/>
                    <a:pt x="5646789" y="2441171"/>
                    <a:pt x="5802398" y="5510978"/>
                  </a:cubicBezTo>
                  <a:lnTo>
                    <a:pt x="5809424" y="5788859"/>
                  </a:lnTo>
                  <a:lnTo>
                    <a:pt x="0" y="5788859"/>
                  </a:lnTo>
                  <a:close/>
                </a:path>
              </a:pathLst>
            </a:custGeom>
            <a:noFill/>
            <a:ln w="1905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0" y="5118761"/>
              <a:ext cx="1730326" cy="1739240"/>
            </a:xfrm>
            <a:custGeom>
              <a:avLst/>
              <a:gdLst>
                <a:gd name="connsiteX0" fmla="*/ 7034 w 1364567"/>
                <a:gd name="connsiteY0" fmla="*/ 0 h 1371597"/>
                <a:gd name="connsiteX1" fmla="*/ 1364567 w 1364567"/>
                <a:gd name="connsiteY1" fmla="*/ 1357533 h 1371597"/>
                <a:gd name="connsiteX2" fmla="*/ 1363857 w 1364567"/>
                <a:gd name="connsiteY2" fmla="*/ 1371597 h 1371597"/>
                <a:gd name="connsiteX3" fmla="*/ 0 w 1364567"/>
                <a:gd name="connsiteY3" fmla="*/ 1371597 h 1371597"/>
                <a:gd name="connsiteX4" fmla="*/ 0 w 1364567"/>
                <a:gd name="connsiteY4" fmla="*/ 355 h 137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4567" h="1371597">
                  <a:moveTo>
                    <a:pt x="7034" y="0"/>
                  </a:moveTo>
                  <a:cubicBezTo>
                    <a:pt x="756779" y="0"/>
                    <a:pt x="1364567" y="607788"/>
                    <a:pt x="1364567" y="1357533"/>
                  </a:cubicBezTo>
                  <a:lnTo>
                    <a:pt x="1363857" y="1371597"/>
                  </a:lnTo>
                  <a:lnTo>
                    <a:pt x="0" y="1371597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6552063" y="2657619"/>
            <a:ext cx="42913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强烈的威胁会给人造成压力！</a:t>
            </a:r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顾虑对方的心情，事先替对方准备好退路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410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5648437" y="250702"/>
            <a:ext cx="2339102" cy="604307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直接邀约，可能被拒！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问出对方最近想做但没有做到的事情，并表示自己有兴趣与对方一起</a:t>
            </a:r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664697" y="190540"/>
            <a:ext cx="1661993" cy="6043077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4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绝招三：</a:t>
            </a:r>
            <a:endParaRPr lang="en-US" altLang="zh-CN" sz="4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zh-CN" altLang="en-US" sz="4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沙漠中的冰咖啡</a:t>
            </a:r>
            <a:endParaRPr lang="zh-CN" altLang="en-US" sz="4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62443" y="0"/>
            <a:ext cx="3708836" cy="6233617"/>
          </a:xfrm>
          <a:custGeom>
            <a:avLst/>
            <a:gdLst/>
            <a:ahLst/>
            <a:cxnLst/>
            <a:rect l="l" t="t" r="r" b="b"/>
            <a:pathLst>
              <a:path w="3708836" h="6233617">
                <a:moveTo>
                  <a:pt x="1950374" y="5080066"/>
                </a:moveTo>
                <a:lnTo>
                  <a:pt x="3708836" y="5080066"/>
                </a:lnTo>
                <a:lnTo>
                  <a:pt x="2829605" y="6233617"/>
                </a:lnTo>
                <a:close/>
                <a:moveTo>
                  <a:pt x="384758" y="3118172"/>
                </a:moveTo>
                <a:lnTo>
                  <a:pt x="427508" y="3118172"/>
                </a:lnTo>
                <a:cubicBezTo>
                  <a:pt x="598512" y="3298676"/>
                  <a:pt x="726765" y="3512430"/>
                  <a:pt x="812266" y="3759435"/>
                </a:cubicBezTo>
                <a:cubicBezTo>
                  <a:pt x="774266" y="3863938"/>
                  <a:pt x="726765" y="3916188"/>
                  <a:pt x="669763" y="3916188"/>
                </a:cubicBezTo>
                <a:cubicBezTo>
                  <a:pt x="479760" y="3887688"/>
                  <a:pt x="384758" y="3821187"/>
                  <a:pt x="384758" y="3716684"/>
                </a:cubicBezTo>
                <a:lnTo>
                  <a:pt x="313506" y="3217924"/>
                </a:lnTo>
                <a:cubicBezTo>
                  <a:pt x="332506" y="3151423"/>
                  <a:pt x="356257" y="3118172"/>
                  <a:pt x="384758" y="3118172"/>
                </a:cubicBezTo>
                <a:close/>
                <a:moveTo>
                  <a:pt x="1410779" y="2932918"/>
                </a:moveTo>
                <a:cubicBezTo>
                  <a:pt x="1562782" y="2932918"/>
                  <a:pt x="1705285" y="3089672"/>
                  <a:pt x="1838287" y="3403178"/>
                </a:cubicBezTo>
                <a:cubicBezTo>
                  <a:pt x="1800287" y="3517180"/>
                  <a:pt x="1719535" y="3621683"/>
                  <a:pt x="1596033" y="3716684"/>
                </a:cubicBezTo>
                <a:cubicBezTo>
                  <a:pt x="1510531" y="3821187"/>
                  <a:pt x="1467780" y="3897188"/>
                  <a:pt x="1467780" y="3944689"/>
                </a:cubicBezTo>
                <a:lnTo>
                  <a:pt x="1496280" y="3944689"/>
                </a:lnTo>
                <a:lnTo>
                  <a:pt x="1710035" y="3916188"/>
                </a:lnTo>
                <a:lnTo>
                  <a:pt x="1738535" y="3944689"/>
                </a:lnTo>
                <a:lnTo>
                  <a:pt x="1738535" y="3958939"/>
                </a:lnTo>
                <a:cubicBezTo>
                  <a:pt x="1738535" y="4015940"/>
                  <a:pt x="1553282" y="4091942"/>
                  <a:pt x="1182774" y="4186944"/>
                </a:cubicBezTo>
                <a:lnTo>
                  <a:pt x="1083022" y="4272446"/>
                </a:lnTo>
                <a:lnTo>
                  <a:pt x="997520" y="4243945"/>
                </a:lnTo>
                <a:cubicBezTo>
                  <a:pt x="798016" y="4243945"/>
                  <a:pt x="546261" y="4291446"/>
                  <a:pt x="242255" y="4386448"/>
                </a:cubicBezTo>
                <a:cubicBezTo>
                  <a:pt x="175753" y="4348448"/>
                  <a:pt x="142503" y="4300946"/>
                  <a:pt x="142503" y="4243945"/>
                </a:cubicBezTo>
                <a:cubicBezTo>
                  <a:pt x="142503" y="4186944"/>
                  <a:pt x="422758" y="4125193"/>
                  <a:pt x="983270" y="4058691"/>
                </a:cubicBezTo>
                <a:lnTo>
                  <a:pt x="1182774" y="3616932"/>
                </a:lnTo>
                <a:lnTo>
                  <a:pt x="1168524" y="3588432"/>
                </a:lnTo>
                <a:lnTo>
                  <a:pt x="1040271" y="3616932"/>
                </a:lnTo>
                <a:lnTo>
                  <a:pt x="983270" y="3616932"/>
                </a:lnTo>
                <a:cubicBezTo>
                  <a:pt x="916769" y="3616932"/>
                  <a:pt x="883518" y="3507680"/>
                  <a:pt x="883518" y="3289176"/>
                </a:cubicBezTo>
                <a:lnTo>
                  <a:pt x="883518" y="3217924"/>
                </a:lnTo>
                <a:lnTo>
                  <a:pt x="983270" y="3118172"/>
                </a:lnTo>
                <a:lnTo>
                  <a:pt x="997520" y="3118172"/>
                </a:lnTo>
                <a:cubicBezTo>
                  <a:pt x="1121023" y="3203674"/>
                  <a:pt x="1182774" y="3360427"/>
                  <a:pt x="1182774" y="3588432"/>
                </a:cubicBezTo>
                <a:lnTo>
                  <a:pt x="1211275" y="3588432"/>
                </a:lnTo>
                <a:lnTo>
                  <a:pt x="1368028" y="3217924"/>
                </a:lnTo>
                <a:lnTo>
                  <a:pt x="1325277" y="3075421"/>
                </a:lnTo>
                <a:cubicBezTo>
                  <a:pt x="1353777" y="3075421"/>
                  <a:pt x="1382278" y="3027920"/>
                  <a:pt x="1410779" y="2932918"/>
                </a:cubicBezTo>
                <a:close/>
                <a:moveTo>
                  <a:pt x="2137544" y="2548161"/>
                </a:moveTo>
                <a:cubicBezTo>
                  <a:pt x="2023541" y="2548161"/>
                  <a:pt x="1966540" y="2904418"/>
                  <a:pt x="1966540" y="3616932"/>
                </a:cubicBezTo>
                <a:cubicBezTo>
                  <a:pt x="1966540" y="3683434"/>
                  <a:pt x="2071042" y="3716684"/>
                  <a:pt x="2280047" y="3716684"/>
                </a:cubicBezTo>
                <a:lnTo>
                  <a:pt x="2365548" y="3631183"/>
                </a:lnTo>
                <a:cubicBezTo>
                  <a:pt x="2365548" y="3526681"/>
                  <a:pt x="2384549" y="3460179"/>
                  <a:pt x="2422550" y="3431678"/>
                </a:cubicBezTo>
                <a:lnTo>
                  <a:pt x="2422550" y="3360427"/>
                </a:lnTo>
                <a:lnTo>
                  <a:pt x="2394049" y="3331926"/>
                </a:lnTo>
                <a:cubicBezTo>
                  <a:pt x="2422550" y="3331926"/>
                  <a:pt x="2446300" y="3255925"/>
                  <a:pt x="2465300" y="3103922"/>
                </a:cubicBezTo>
                <a:cubicBezTo>
                  <a:pt x="2303797" y="2733414"/>
                  <a:pt x="2194545" y="2548161"/>
                  <a:pt x="2137544" y="2548161"/>
                </a:cubicBezTo>
                <a:close/>
                <a:moveTo>
                  <a:pt x="940519" y="1465138"/>
                </a:moveTo>
                <a:lnTo>
                  <a:pt x="983270" y="1465138"/>
                </a:lnTo>
                <a:cubicBezTo>
                  <a:pt x="1087772" y="1465138"/>
                  <a:pt x="1201774" y="1683643"/>
                  <a:pt x="1325277" y="2120652"/>
                </a:cubicBezTo>
                <a:cubicBezTo>
                  <a:pt x="1724285" y="2272655"/>
                  <a:pt x="1923789" y="2381907"/>
                  <a:pt x="1923789" y="2448408"/>
                </a:cubicBezTo>
                <a:lnTo>
                  <a:pt x="1923789" y="2491159"/>
                </a:lnTo>
                <a:lnTo>
                  <a:pt x="1852538" y="2548161"/>
                </a:lnTo>
                <a:lnTo>
                  <a:pt x="1182774" y="2277405"/>
                </a:lnTo>
                <a:cubicBezTo>
                  <a:pt x="1182774" y="2324906"/>
                  <a:pt x="1049771" y="2462659"/>
                  <a:pt x="783766" y="2690664"/>
                </a:cubicBezTo>
                <a:lnTo>
                  <a:pt x="783766" y="2747665"/>
                </a:lnTo>
                <a:lnTo>
                  <a:pt x="1553282" y="2533910"/>
                </a:lnTo>
                <a:lnTo>
                  <a:pt x="1596033" y="2533910"/>
                </a:lnTo>
                <a:lnTo>
                  <a:pt x="1653034" y="2605162"/>
                </a:lnTo>
                <a:cubicBezTo>
                  <a:pt x="864517" y="2814166"/>
                  <a:pt x="470259" y="2947169"/>
                  <a:pt x="470259" y="3004170"/>
                </a:cubicBezTo>
                <a:lnTo>
                  <a:pt x="171003" y="3160923"/>
                </a:lnTo>
                <a:lnTo>
                  <a:pt x="85501" y="3160923"/>
                </a:lnTo>
                <a:lnTo>
                  <a:pt x="0" y="3103922"/>
                </a:lnTo>
                <a:cubicBezTo>
                  <a:pt x="0" y="3037421"/>
                  <a:pt x="128252" y="2871167"/>
                  <a:pt x="384758" y="2605162"/>
                </a:cubicBezTo>
                <a:cubicBezTo>
                  <a:pt x="726765" y="2073151"/>
                  <a:pt x="897768" y="1754894"/>
                  <a:pt x="897768" y="1650392"/>
                </a:cubicBezTo>
                <a:lnTo>
                  <a:pt x="897768" y="1507889"/>
                </a:lnTo>
                <a:close/>
                <a:moveTo>
                  <a:pt x="2778807" y="1365386"/>
                </a:moveTo>
                <a:lnTo>
                  <a:pt x="2750306" y="1379636"/>
                </a:lnTo>
                <a:cubicBezTo>
                  <a:pt x="2750306" y="1446138"/>
                  <a:pt x="2731306" y="1479389"/>
                  <a:pt x="2693305" y="1479389"/>
                </a:cubicBezTo>
                <a:lnTo>
                  <a:pt x="2736056" y="1664642"/>
                </a:lnTo>
                <a:lnTo>
                  <a:pt x="2693305" y="1835646"/>
                </a:lnTo>
                <a:lnTo>
                  <a:pt x="2736056" y="1949648"/>
                </a:lnTo>
                <a:lnTo>
                  <a:pt x="2750306" y="3118172"/>
                </a:lnTo>
                <a:lnTo>
                  <a:pt x="2736056" y="4158443"/>
                </a:lnTo>
                <a:lnTo>
                  <a:pt x="2750306" y="4571702"/>
                </a:lnTo>
                <a:cubicBezTo>
                  <a:pt x="2807307" y="4657204"/>
                  <a:pt x="2869059" y="4699955"/>
                  <a:pt x="2935560" y="4699955"/>
                </a:cubicBezTo>
                <a:cubicBezTo>
                  <a:pt x="3021062" y="4642954"/>
                  <a:pt x="3097063" y="4253445"/>
                  <a:pt x="3163565" y="3531431"/>
                </a:cubicBezTo>
                <a:lnTo>
                  <a:pt x="3120814" y="3246425"/>
                </a:lnTo>
                <a:lnTo>
                  <a:pt x="3177815" y="3146673"/>
                </a:lnTo>
                <a:lnTo>
                  <a:pt x="3177815" y="2861667"/>
                </a:lnTo>
                <a:lnTo>
                  <a:pt x="3220566" y="2676413"/>
                </a:lnTo>
                <a:lnTo>
                  <a:pt x="3220566" y="2320156"/>
                </a:lnTo>
                <a:cubicBezTo>
                  <a:pt x="3220566" y="1797645"/>
                  <a:pt x="3087563" y="1479389"/>
                  <a:pt x="2821558" y="1365386"/>
                </a:cubicBezTo>
                <a:close/>
                <a:moveTo>
                  <a:pt x="1950375" y="0"/>
                </a:moveTo>
                <a:lnTo>
                  <a:pt x="3708836" y="0"/>
                </a:lnTo>
                <a:lnTo>
                  <a:pt x="3708836" y="5080065"/>
                </a:lnTo>
                <a:lnTo>
                  <a:pt x="1950375" y="508006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7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264324" y="-7047"/>
            <a:ext cx="677108" cy="6558578"/>
            <a:chOff x="8264324" y="-7047"/>
            <a:chExt cx="677108" cy="6558578"/>
          </a:xfrm>
        </p:grpSpPr>
        <p:sp>
          <p:nvSpPr>
            <p:cNvPr id="4" name="文本框 3"/>
            <p:cNvSpPr txBox="1"/>
            <p:nvPr/>
          </p:nvSpPr>
          <p:spPr>
            <a:xfrm>
              <a:off x="8264324" y="421783"/>
              <a:ext cx="677108" cy="604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FFC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当</a:t>
              </a:r>
              <a:r>
                <a:rPr lang="zh-CN" altLang="en-US" sz="3200" b="1" dirty="0" smtClean="0">
                  <a:solidFill>
                    <a:srgbClr val="FFC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你向其他人进行邀约的时候</a:t>
              </a:r>
              <a:endParaRPr lang="zh-CN" altLang="en-US" sz="3200" b="1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 rot="5400000">
              <a:off x="5323590" y="2979854"/>
              <a:ext cx="65585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rgbClr val="FFC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【                                                         】</a:t>
              </a:r>
              <a:endParaRPr lang="zh-CN" altLang="en-US" sz="32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</p:grpSp>
      <p:cxnSp>
        <p:nvCxnSpPr>
          <p:cNvPr id="3" name="直接连接符 2"/>
          <p:cNvCxnSpPr/>
          <p:nvPr/>
        </p:nvCxnSpPr>
        <p:spPr>
          <a:xfrm>
            <a:off x="5648437" y="250702"/>
            <a:ext cx="0" cy="5875778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6281483" y="250702"/>
            <a:ext cx="0" cy="5875778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308424" y="250702"/>
            <a:ext cx="0" cy="5875778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264324" y="250702"/>
            <a:ext cx="0" cy="5875778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26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57199" y="-1952518"/>
            <a:ext cx="7251896" cy="1635644"/>
            <a:chOff x="1491175" y="2504049"/>
            <a:chExt cx="5831058" cy="1026942"/>
          </a:xfrm>
        </p:grpSpPr>
        <p:sp>
          <p:nvSpPr>
            <p:cNvPr id="15" name="矩形 14"/>
            <p:cNvSpPr/>
            <p:nvPr/>
          </p:nvSpPr>
          <p:spPr>
            <a:xfrm>
              <a:off x="1491175" y="2504049"/>
              <a:ext cx="5317588" cy="102694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17" name="燕尾形 16"/>
            <p:cNvSpPr/>
            <p:nvPr/>
          </p:nvSpPr>
          <p:spPr>
            <a:xfrm rot="10800000">
              <a:off x="6323426" y="2504049"/>
              <a:ext cx="998807" cy="1026942"/>
            </a:xfrm>
            <a:prstGeom prst="chevron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8215533" y="0"/>
            <a:ext cx="3685736" cy="6302326"/>
          </a:xfrm>
          <a:custGeom>
            <a:avLst/>
            <a:gdLst/>
            <a:ahLst/>
            <a:cxnLst/>
            <a:rect l="l" t="t" r="r" b="b"/>
            <a:pathLst>
              <a:path w="3530991" h="5530867">
                <a:moveTo>
                  <a:pt x="1261607" y="1771666"/>
                </a:moveTo>
                <a:lnTo>
                  <a:pt x="1290107" y="1800166"/>
                </a:lnTo>
                <a:lnTo>
                  <a:pt x="1261607" y="1914169"/>
                </a:lnTo>
                <a:cubicBezTo>
                  <a:pt x="1261607" y="2009170"/>
                  <a:pt x="1133354" y="2056671"/>
                  <a:pt x="876849" y="2056671"/>
                </a:cubicBezTo>
                <a:lnTo>
                  <a:pt x="834098" y="1914169"/>
                </a:lnTo>
                <a:close/>
                <a:moveTo>
                  <a:pt x="2715137" y="617392"/>
                </a:moveTo>
                <a:lnTo>
                  <a:pt x="2686636" y="631642"/>
                </a:lnTo>
                <a:cubicBezTo>
                  <a:pt x="2772138" y="954649"/>
                  <a:pt x="2862389" y="1135152"/>
                  <a:pt x="2957391" y="1173153"/>
                </a:cubicBezTo>
                <a:lnTo>
                  <a:pt x="3014393" y="1173153"/>
                </a:lnTo>
                <a:lnTo>
                  <a:pt x="3071394" y="1130402"/>
                </a:lnTo>
                <a:lnTo>
                  <a:pt x="3071394" y="930898"/>
                </a:lnTo>
                <a:cubicBezTo>
                  <a:pt x="2919391" y="721894"/>
                  <a:pt x="2800638" y="617392"/>
                  <a:pt x="2715137" y="617392"/>
                </a:cubicBezTo>
                <a:close/>
                <a:moveTo>
                  <a:pt x="2045373" y="417887"/>
                </a:moveTo>
                <a:lnTo>
                  <a:pt x="2016872" y="432138"/>
                </a:lnTo>
                <a:cubicBezTo>
                  <a:pt x="2083374" y="527140"/>
                  <a:pt x="2130875" y="888147"/>
                  <a:pt x="2159375" y="1515160"/>
                </a:cubicBezTo>
                <a:lnTo>
                  <a:pt x="2073873" y="1515160"/>
                </a:lnTo>
                <a:lnTo>
                  <a:pt x="2045373" y="1500910"/>
                </a:lnTo>
                <a:lnTo>
                  <a:pt x="2016872" y="1515160"/>
                </a:lnTo>
                <a:cubicBezTo>
                  <a:pt x="2016872" y="1638663"/>
                  <a:pt x="2078623" y="1700414"/>
                  <a:pt x="2202126" y="1700414"/>
                </a:cubicBezTo>
                <a:lnTo>
                  <a:pt x="2387380" y="2484180"/>
                </a:lnTo>
                <a:cubicBezTo>
                  <a:pt x="2111874" y="2759686"/>
                  <a:pt x="1874369" y="2925939"/>
                  <a:pt x="1674865" y="2982940"/>
                </a:cubicBezTo>
                <a:lnTo>
                  <a:pt x="1674865" y="3039941"/>
                </a:lnTo>
                <a:lnTo>
                  <a:pt x="2016872" y="3025691"/>
                </a:lnTo>
                <a:lnTo>
                  <a:pt x="2572634" y="2897438"/>
                </a:lnTo>
                <a:lnTo>
                  <a:pt x="2586884" y="2897438"/>
                </a:lnTo>
                <a:cubicBezTo>
                  <a:pt x="2852889" y="3305947"/>
                  <a:pt x="3057144" y="3510201"/>
                  <a:pt x="3199647" y="3510201"/>
                </a:cubicBezTo>
                <a:cubicBezTo>
                  <a:pt x="3323149" y="3491201"/>
                  <a:pt x="3384900" y="3457950"/>
                  <a:pt x="3384900" y="3410449"/>
                </a:cubicBezTo>
                <a:lnTo>
                  <a:pt x="3384900" y="3367698"/>
                </a:lnTo>
                <a:cubicBezTo>
                  <a:pt x="3166396" y="3158694"/>
                  <a:pt x="2995393" y="2944939"/>
                  <a:pt x="2871890" y="2726435"/>
                </a:cubicBezTo>
                <a:lnTo>
                  <a:pt x="3199647" y="2398678"/>
                </a:lnTo>
                <a:lnTo>
                  <a:pt x="3199647" y="2284676"/>
                </a:lnTo>
                <a:cubicBezTo>
                  <a:pt x="3123645" y="2123173"/>
                  <a:pt x="3000143" y="1975920"/>
                  <a:pt x="2829139" y="1842917"/>
                </a:cubicBezTo>
                <a:lnTo>
                  <a:pt x="2786388" y="1842917"/>
                </a:lnTo>
                <a:lnTo>
                  <a:pt x="2772138" y="1857167"/>
                </a:lnTo>
                <a:lnTo>
                  <a:pt x="2786388" y="1942669"/>
                </a:lnTo>
                <a:cubicBezTo>
                  <a:pt x="2738887" y="2075672"/>
                  <a:pt x="2700886" y="2142173"/>
                  <a:pt x="2672386" y="2142173"/>
                </a:cubicBezTo>
                <a:lnTo>
                  <a:pt x="2643885" y="2142173"/>
                </a:lnTo>
                <a:lnTo>
                  <a:pt x="2586884" y="1842917"/>
                </a:lnTo>
                <a:lnTo>
                  <a:pt x="2629635" y="1671913"/>
                </a:lnTo>
                <a:lnTo>
                  <a:pt x="2629635" y="1657663"/>
                </a:lnTo>
                <a:lnTo>
                  <a:pt x="2586884" y="1614912"/>
                </a:lnTo>
                <a:lnTo>
                  <a:pt x="3242397" y="1500910"/>
                </a:lnTo>
                <a:lnTo>
                  <a:pt x="3242397" y="1415408"/>
                </a:lnTo>
                <a:lnTo>
                  <a:pt x="3000143" y="1372657"/>
                </a:lnTo>
                <a:lnTo>
                  <a:pt x="2586884" y="1458159"/>
                </a:lnTo>
                <a:lnTo>
                  <a:pt x="2572634" y="1458159"/>
                </a:lnTo>
                <a:lnTo>
                  <a:pt x="2572634" y="1272905"/>
                </a:lnTo>
                <a:lnTo>
                  <a:pt x="2629635" y="930898"/>
                </a:lnTo>
                <a:cubicBezTo>
                  <a:pt x="2496632" y="693393"/>
                  <a:pt x="2311379" y="522390"/>
                  <a:pt x="2073873" y="417887"/>
                </a:cubicBezTo>
                <a:close/>
                <a:moveTo>
                  <a:pt x="1062103" y="275385"/>
                </a:moveTo>
                <a:lnTo>
                  <a:pt x="1019352" y="318135"/>
                </a:lnTo>
                <a:lnTo>
                  <a:pt x="1019352" y="375137"/>
                </a:lnTo>
                <a:lnTo>
                  <a:pt x="1047852" y="389387"/>
                </a:lnTo>
                <a:lnTo>
                  <a:pt x="919600" y="816896"/>
                </a:lnTo>
                <a:cubicBezTo>
                  <a:pt x="672595" y="864397"/>
                  <a:pt x="549092" y="902398"/>
                  <a:pt x="549092" y="930898"/>
                </a:cubicBezTo>
                <a:cubicBezTo>
                  <a:pt x="558592" y="987899"/>
                  <a:pt x="606093" y="1016400"/>
                  <a:pt x="691595" y="1016400"/>
                </a:cubicBezTo>
                <a:lnTo>
                  <a:pt x="834098" y="1016400"/>
                </a:lnTo>
                <a:lnTo>
                  <a:pt x="762846" y="1272905"/>
                </a:lnTo>
                <a:cubicBezTo>
                  <a:pt x="639344" y="1310906"/>
                  <a:pt x="577593" y="1344156"/>
                  <a:pt x="577593" y="1372657"/>
                </a:cubicBezTo>
                <a:cubicBezTo>
                  <a:pt x="577593" y="1420158"/>
                  <a:pt x="663094" y="1448659"/>
                  <a:pt x="834098" y="1458159"/>
                </a:cubicBezTo>
                <a:lnTo>
                  <a:pt x="1347109" y="1329906"/>
                </a:lnTo>
                <a:lnTo>
                  <a:pt x="1389859" y="1358407"/>
                </a:lnTo>
                <a:lnTo>
                  <a:pt x="1304358" y="1614912"/>
                </a:lnTo>
                <a:cubicBezTo>
                  <a:pt x="1304358" y="1662413"/>
                  <a:pt x="1128604" y="1714664"/>
                  <a:pt x="777097" y="1771666"/>
                </a:cubicBezTo>
                <a:cubicBezTo>
                  <a:pt x="596593" y="1581661"/>
                  <a:pt x="468340" y="1477159"/>
                  <a:pt x="392339" y="1458159"/>
                </a:cubicBezTo>
                <a:lnTo>
                  <a:pt x="349588" y="1472409"/>
                </a:lnTo>
                <a:cubicBezTo>
                  <a:pt x="425589" y="1966420"/>
                  <a:pt x="520591" y="2213424"/>
                  <a:pt x="634594" y="2213424"/>
                </a:cubicBezTo>
                <a:lnTo>
                  <a:pt x="734346" y="2184924"/>
                </a:lnTo>
                <a:cubicBezTo>
                  <a:pt x="819848" y="2213424"/>
                  <a:pt x="862599" y="2270425"/>
                  <a:pt x="862599" y="2355927"/>
                </a:cubicBezTo>
                <a:lnTo>
                  <a:pt x="862599" y="2555431"/>
                </a:lnTo>
                <a:cubicBezTo>
                  <a:pt x="862599" y="2583932"/>
                  <a:pt x="677345" y="2626683"/>
                  <a:pt x="306837" y="2683684"/>
                </a:cubicBezTo>
                <a:lnTo>
                  <a:pt x="192835" y="2655183"/>
                </a:lnTo>
                <a:lnTo>
                  <a:pt x="192835" y="2683684"/>
                </a:lnTo>
                <a:lnTo>
                  <a:pt x="164334" y="2697934"/>
                </a:lnTo>
                <a:lnTo>
                  <a:pt x="164334" y="2726435"/>
                </a:lnTo>
                <a:cubicBezTo>
                  <a:pt x="192835" y="2792936"/>
                  <a:pt x="273586" y="2859438"/>
                  <a:pt x="406589" y="2925939"/>
                </a:cubicBezTo>
                <a:cubicBezTo>
                  <a:pt x="615593" y="2811937"/>
                  <a:pt x="767597" y="2754935"/>
                  <a:pt x="862599" y="2754935"/>
                </a:cubicBezTo>
                <a:lnTo>
                  <a:pt x="876849" y="2783436"/>
                </a:lnTo>
                <a:lnTo>
                  <a:pt x="862599" y="2982940"/>
                </a:lnTo>
                <a:lnTo>
                  <a:pt x="876849" y="3168194"/>
                </a:lnTo>
                <a:cubicBezTo>
                  <a:pt x="876849" y="3434199"/>
                  <a:pt x="986101" y="3567202"/>
                  <a:pt x="1204605" y="3567202"/>
                </a:cubicBezTo>
                <a:lnTo>
                  <a:pt x="1261607" y="3324947"/>
                </a:lnTo>
                <a:lnTo>
                  <a:pt x="1261607" y="3310697"/>
                </a:lnTo>
                <a:lnTo>
                  <a:pt x="1247356" y="3282196"/>
                </a:lnTo>
                <a:lnTo>
                  <a:pt x="1389859" y="2697934"/>
                </a:lnTo>
                <a:cubicBezTo>
                  <a:pt x="1608364" y="2688434"/>
                  <a:pt x="1717616" y="2655183"/>
                  <a:pt x="1717616" y="2598182"/>
                </a:cubicBezTo>
                <a:lnTo>
                  <a:pt x="1717616" y="2583932"/>
                </a:lnTo>
                <a:cubicBezTo>
                  <a:pt x="1708116" y="2526931"/>
                  <a:pt x="1646365" y="2498430"/>
                  <a:pt x="1532362" y="2498430"/>
                </a:cubicBezTo>
                <a:lnTo>
                  <a:pt x="1404110" y="2498430"/>
                </a:lnTo>
                <a:lnTo>
                  <a:pt x="1332858" y="2555431"/>
                </a:lnTo>
                <a:cubicBezTo>
                  <a:pt x="1332858" y="2507930"/>
                  <a:pt x="1209356" y="2393928"/>
                  <a:pt x="962351" y="2213424"/>
                </a:cubicBezTo>
                <a:lnTo>
                  <a:pt x="962351" y="2184924"/>
                </a:lnTo>
                <a:lnTo>
                  <a:pt x="1119104" y="2156423"/>
                </a:lnTo>
                <a:cubicBezTo>
                  <a:pt x="1157105" y="2279926"/>
                  <a:pt x="1185605" y="2341677"/>
                  <a:pt x="1204605" y="2341677"/>
                </a:cubicBezTo>
                <a:lnTo>
                  <a:pt x="1503862" y="2341677"/>
                </a:lnTo>
                <a:lnTo>
                  <a:pt x="1532362" y="2313176"/>
                </a:lnTo>
                <a:cubicBezTo>
                  <a:pt x="1532362" y="2265675"/>
                  <a:pt x="1551363" y="2241925"/>
                  <a:pt x="1589363" y="2241925"/>
                </a:cubicBezTo>
                <a:cubicBezTo>
                  <a:pt x="1741367" y="2004420"/>
                  <a:pt x="1883870" y="1828667"/>
                  <a:pt x="2016872" y="1714664"/>
                </a:cubicBezTo>
                <a:lnTo>
                  <a:pt x="1617864" y="1158903"/>
                </a:lnTo>
                <a:cubicBezTo>
                  <a:pt x="1570363" y="1158903"/>
                  <a:pt x="1513362" y="1125652"/>
                  <a:pt x="1446861" y="1059151"/>
                </a:cubicBezTo>
                <a:lnTo>
                  <a:pt x="1404110" y="1059151"/>
                </a:lnTo>
                <a:cubicBezTo>
                  <a:pt x="1404110" y="1173153"/>
                  <a:pt x="1323358" y="1230154"/>
                  <a:pt x="1161855" y="1230154"/>
                </a:cubicBezTo>
                <a:lnTo>
                  <a:pt x="1147604" y="1230154"/>
                </a:lnTo>
                <a:cubicBezTo>
                  <a:pt x="1147604" y="1173153"/>
                  <a:pt x="1185605" y="1120902"/>
                  <a:pt x="1261607" y="1073401"/>
                </a:cubicBezTo>
                <a:cubicBezTo>
                  <a:pt x="1261607" y="978399"/>
                  <a:pt x="1427860" y="892897"/>
                  <a:pt x="1760367" y="816896"/>
                </a:cubicBezTo>
                <a:cubicBezTo>
                  <a:pt x="1760367" y="759895"/>
                  <a:pt x="1674865" y="717144"/>
                  <a:pt x="1503862" y="688643"/>
                </a:cubicBezTo>
                <a:lnTo>
                  <a:pt x="1432610" y="717144"/>
                </a:lnTo>
                <a:cubicBezTo>
                  <a:pt x="1394609" y="574641"/>
                  <a:pt x="1271107" y="427388"/>
                  <a:pt x="1062103" y="275385"/>
                </a:cubicBezTo>
                <a:close/>
                <a:moveTo>
                  <a:pt x="0" y="0"/>
                </a:moveTo>
                <a:lnTo>
                  <a:pt x="3530991" y="0"/>
                </a:lnTo>
                <a:lnTo>
                  <a:pt x="3530991" y="3794280"/>
                </a:lnTo>
                <a:lnTo>
                  <a:pt x="3516577" y="3794280"/>
                </a:lnTo>
                <a:lnTo>
                  <a:pt x="3530991" y="3808342"/>
                </a:lnTo>
                <a:lnTo>
                  <a:pt x="3530991" y="5530867"/>
                </a:lnTo>
                <a:lnTo>
                  <a:pt x="1765495" y="3808342"/>
                </a:lnTo>
                <a:lnTo>
                  <a:pt x="1" y="5530867"/>
                </a:lnTo>
                <a:lnTo>
                  <a:pt x="1" y="3808342"/>
                </a:lnTo>
                <a:lnTo>
                  <a:pt x="14413" y="3794280"/>
                </a:lnTo>
                <a:lnTo>
                  <a:pt x="1" y="379428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7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8301" y="2793344"/>
            <a:ext cx="11437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当你想向对方请求某些事情的时候</a:t>
            </a:r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5793" y="3792626"/>
            <a:ext cx="7227369" cy="224676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以恩惠作为回报诱惑对方，虽一时起效，但不能长期使用！</a:t>
            </a:r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提出请求前表示理解对方的难处；事情完成后答谢对方的帮忙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5794" y="822859"/>
            <a:ext cx="7244863" cy="15696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绝招四：</a:t>
            </a:r>
            <a:endParaRPr lang="en-US" altLang="zh-CN" sz="4800" dirty="0" smtClean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</a:t>
            </a:r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棉花糖般的柔软请求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412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 24"/>
          <p:cNvSpPr/>
          <p:nvPr/>
        </p:nvSpPr>
        <p:spPr>
          <a:xfrm>
            <a:off x="1575581" y="5402392"/>
            <a:ext cx="2700997" cy="1378634"/>
          </a:xfrm>
          <a:custGeom>
            <a:avLst/>
            <a:gdLst>
              <a:gd name="connsiteX0" fmla="*/ 2236764 w 2700997"/>
              <a:gd name="connsiteY0" fmla="*/ 211015 h 1378634"/>
              <a:gd name="connsiteX1" fmla="*/ 1392702 w 2700997"/>
              <a:gd name="connsiteY1" fmla="*/ 675249 h 1378634"/>
              <a:gd name="connsiteX2" fmla="*/ 1463040 w 2700997"/>
              <a:gd name="connsiteY2" fmla="*/ 815926 h 1378634"/>
              <a:gd name="connsiteX3" fmla="*/ 506437 w 2700997"/>
              <a:gd name="connsiteY3" fmla="*/ 1139483 h 1378634"/>
              <a:gd name="connsiteX4" fmla="*/ 829994 w 2700997"/>
              <a:gd name="connsiteY4" fmla="*/ 1125415 h 1378634"/>
              <a:gd name="connsiteX5" fmla="*/ 0 w 2700997"/>
              <a:gd name="connsiteY5" fmla="*/ 1378634 h 1378634"/>
              <a:gd name="connsiteX6" fmla="*/ 1097280 w 2700997"/>
              <a:gd name="connsiteY6" fmla="*/ 1153551 h 1378634"/>
              <a:gd name="connsiteX7" fmla="*/ 1252025 w 2700997"/>
              <a:gd name="connsiteY7" fmla="*/ 1041009 h 1378634"/>
              <a:gd name="connsiteX8" fmla="*/ 1871004 w 2700997"/>
              <a:gd name="connsiteY8" fmla="*/ 815926 h 1378634"/>
              <a:gd name="connsiteX9" fmla="*/ 1674056 w 2700997"/>
              <a:gd name="connsiteY9" fmla="*/ 717452 h 1378634"/>
              <a:gd name="connsiteX10" fmla="*/ 2363373 w 2700997"/>
              <a:gd name="connsiteY10" fmla="*/ 365760 h 1378634"/>
              <a:gd name="connsiteX11" fmla="*/ 2264899 w 2700997"/>
              <a:gd name="connsiteY11" fmla="*/ 295422 h 1378634"/>
              <a:gd name="connsiteX12" fmla="*/ 2700997 w 2700997"/>
              <a:gd name="connsiteY12" fmla="*/ 0 h 1378634"/>
              <a:gd name="connsiteX13" fmla="*/ 2236764 w 2700997"/>
              <a:gd name="connsiteY13" fmla="*/ 211015 h 1378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00997" h="1378634">
                <a:moveTo>
                  <a:pt x="2236764" y="211015"/>
                </a:moveTo>
                <a:lnTo>
                  <a:pt x="1392702" y="675249"/>
                </a:lnTo>
                <a:lnTo>
                  <a:pt x="1463040" y="815926"/>
                </a:lnTo>
                <a:lnTo>
                  <a:pt x="506437" y="1139483"/>
                </a:lnTo>
                <a:lnTo>
                  <a:pt x="829994" y="1125415"/>
                </a:lnTo>
                <a:lnTo>
                  <a:pt x="0" y="1378634"/>
                </a:lnTo>
                <a:lnTo>
                  <a:pt x="1097280" y="1153551"/>
                </a:lnTo>
                <a:lnTo>
                  <a:pt x="1252025" y="1041009"/>
                </a:lnTo>
                <a:lnTo>
                  <a:pt x="1871004" y="815926"/>
                </a:lnTo>
                <a:lnTo>
                  <a:pt x="1674056" y="717452"/>
                </a:lnTo>
                <a:lnTo>
                  <a:pt x="2363373" y="365760"/>
                </a:lnTo>
                <a:lnTo>
                  <a:pt x="2264899" y="295422"/>
                </a:lnTo>
                <a:lnTo>
                  <a:pt x="2700997" y="0"/>
                </a:lnTo>
                <a:lnTo>
                  <a:pt x="2236764" y="21101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179298" y="3588932"/>
            <a:ext cx="952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当别人为你做了某件事，但你并不是很满意时</a:t>
            </a:r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56042" y="4316240"/>
            <a:ext cx="70854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假意夸赞</a:t>
            </a:r>
            <a:r>
              <a:rPr lang="zh-CN" altLang="en-US" sz="2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和</a:t>
            </a: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实话实说都会伤害对方！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首先说出诚实的感想，接着再向对方传达，你为对方所付出的心意而感到非常开心</a:t>
            </a:r>
          </a:p>
          <a:p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697516" y="2479756"/>
            <a:ext cx="5494484" cy="8309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绝招五：矛盾双兼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88675" y="478430"/>
            <a:ext cx="6085160" cy="5942046"/>
          </a:xfrm>
          <a:custGeom>
            <a:avLst/>
            <a:gdLst/>
            <a:ahLst/>
            <a:cxnLst/>
            <a:rect l="l" t="t" r="r" b="b"/>
            <a:pathLst>
              <a:path w="6085160" h="5942046">
                <a:moveTo>
                  <a:pt x="2396626" y="3819392"/>
                </a:moveTo>
                <a:lnTo>
                  <a:pt x="2390924" y="3852691"/>
                </a:lnTo>
                <a:lnTo>
                  <a:pt x="2374863" y="3940681"/>
                </a:lnTo>
                <a:lnTo>
                  <a:pt x="2347796" y="3930889"/>
                </a:lnTo>
                <a:lnTo>
                  <a:pt x="2305243" y="3910190"/>
                </a:lnTo>
                <a:close/>
                <a:moveTo>
                  <a:pt x="1944902" y="3663964"/>
                </a:moveTo>
                <a:lnTo>
                  <a:pt x="1946896" y="3681911"/>
                </a:lnTo>
                <a:lnTo>
                  <a:pt x="1946896" y="3972237"/>
                </a:lnTo>
                <a:lnTo>
                  <a:pt x="1929818" y="4330876"/>
                </a:lnTo>
                <a:lnTo>
                  <a:pt x="1998130" y="4416266"/>
                </a:lnTo>
                <a:lnTo>
                  <a:pt x="2066442" y="4416266"/>
                </a:lnTo>
                <a:cubicBezTo>
                  <a:pt x="2123368" y="4416266"/>
                  <a:pt x="2203066" y="4365032"/>
                  <a:pt x="2305534" y="4262564"/>
                </a:cubicBezTo>
                <a:cubicBezTo>
                  <a:pt x="2322612" y="4202791"/>
                  <a:pt x="2342892" y="4110996"/>
                  <a:pt x="2366375" y="3987181"/>
                </a:cubicBezTo>
                <a:lnTo>
                  <a:pt x="2374863" y="3940681"/>
                </a:lnTo>
                <a:lnTo>
                  <a:pt x="2441235" y="3964693"/>
                </a:lnTo>
                <a:cubicBezTo>
                  <a:pt x="2662139" y="4034751"/>
                  <a:pt x="2901949" y="4043136"/>
                  <a:pt x="3134697" y="3990715"/>
                </a:cubicBezTo>
                <a:lnTo>
                  <a:pt x="3154249" y="3985341"/>
                </a:lnTo>
                <a:lnTo>
                  <a:pt x="3155505" y="4143671"/>
                </a:lnTo>
                <a:cubicBezTo>
                  <a:pt x="3137774" y="4588797"/>
                  <a:pt x="2950194" y="5039594"/>
                  <a:pt x="2596967" y="5390558"/>
                </a:cubicBezTo>
                <a:cubicBezTo>
                  <a:pt x="2199587" y="5785392"/>
                  <a:pt x="1677206" y="5969772"/>
                  <a:pt x="1180080" y="5938680"/>
                </a:cubicBezTo>
                <a:lnTo>
                  <a:pt x="1161121" y="5936565"/>
                </a:lnTo>
                <a:lnTo>
                  <a:pt x="1165252" y="5921907"/>
                </a:lnTo>
                <a:cubicBezTo>
                  <a:pt x="1220708" y="5682860"/>
                  <a:pt x="1211883" y="5435930"/>
                  <a:pt x="1137652" y="5209366"/>
                </a:cubicBezTo>
                <a:lnTo>
                  <a:pt x="1098336" y="5109366"/>
                </a:lnTo>
                <a:lnTo>
                  <a:pt x="519886" y="5684111"/>
                </a:lnTo>
                <a:lnTo>
                  <a:pt x="366389" y="5529625"/>
                </a:lnTo>
                <a:lnTo>
                  <a:pt x="989792" y="4910215"/>
                </a:lnTo>
                <a:lnTo>
                  <a:pt x="933153" y="4829647"/>
                </a:lnTo>
                <a:lnTo>
                  <a:pt x="857333" y="4744565"/>
                </a:lnTo>
                <a:close/>
                <a:moveTo>
                  <a:pt x="922214" y="2315669"/>
                </a:moveTo>
                <a:lnTo>
                  <a:pt x="956370" y="2315669"/>
                </a:lnTo>
                <a:cubicBezTo>
                  <a:pt x="1252389" y="2543376"/>
                  <a:pt x="1400399" y="2736927"/>
                  <a:pt x="1400399" y="2896322"/>
                </a:cubicBezTo>
                <a:lnTo>
                  <a:pt x="1895662" y="2810931"/>
                </a:lnTo>
                <a:lnTo>
                  <a:pt x="1895662" y="2657229"/>
                </a:lnTo>
                <a:lnTo>
                  <a:pt x="1981052" y="2605995"/>
                </a:lnTo>
                <a:lnTo>
                  <a:pt x="2185988" y="2793853"/>
                </a:lnTo>
                <a:lnTo>
                  <a:pt x="2869109" y="2691385"/>
                </a:lnTo>
                <a:lnTo>
                  <a:pt x="2903265" y="2708463"/>
                </a:lnTo>
                <a:lnTo>
                  <a:pt x="2903265" y="2742619"/>
                </a:lnTo>
                <a:cubicBezTo>
                  <a:pt x="2903265" y="2822317"/>
                  <a:pt x="2709714" y="2873551"/>
                  <a:pt x="2322612" y="2896322"/>
                </a:cubicBezTo>
                <a:lnTo>
                  <a:pt x="2322612" y="2947556"/>
                </a:lnTo>
                <a:cubicBezTo>
                  <a:pt x="2413695" y="2970326"/>
                  <a:pt x="2476315" y="3021560"/>
                  <a:pt x="2510471" y="3101258"/>
                </a:cubicBezTo>
                <a:cubicBezTo>
                  <a:pt x="2499085" y="3178109"/>
                  <a:pt x="2488056" y="3251402"/>
                  <a:pt x="2477382" y="3321138"/>
                </a:cubicBezTo>
                <a:lnTo>
                  <a:pt x="2456900" y="3452505"/>
                </a:lnTo>
                <a:lnTo>
                  <a:pt x="2109168" y="3798010"/>
                </a:lnTo>
                <a:lnTo>
                  <a:pt x="2069635" y="3771793"/>
                </a:lnTo>
                <a:cubicBezTo>
                  <a:pt x="2026464" y="3738792"/>
                  <a:pt x="1985096" y="3702542"/>
                  <a:pt x="1945839" y="3663032"/>
                </a:cubicBezTo>
                <a:lnTo>
                  <a:pt x="1944902" y="3663964"/>
                </a:lnTo>
                <a:lnTo>
                  <a:pt x="1929818" y="3528209"/>
                </a:lnTo>
                <a:lnTo>
                  <a:pt x="1946896" y="3391585"/>
                </a:lnTo>
                <a:lnTo>
                  <a:pt x="1895662" y="2913400"/>
                </a:lnTo>
                <a:lnTo>
                  <a:pt x="1878583" y="2913400"/>
                </a:lnTo>
                <a:cubicBezTo>
                  <a:pt x="1525638" y="2970326"/>
                  <a:pt x="1349165" y="3010175"/>
                  <a:pt x="1349165" y="3032946"/>
                </a:cubicBezTo>
                <a:cubicBezTo>
                  <a:pt x="1349165" y="3203726"/>
                  <a:pt x="1144228" y="3465589"/>
                  <a:pt x="734356" y="3818535"/>
                </a:cubicBezTo>
                <a:lnTo>
                  <a:pt x="631888" y="3818535"/>
                </a:lnTo>
                <a:cubicBezTo>
                  <a:pt x="631888" y="3795764"/>
                  <a:pt x="597731" y="3755916"/>
                  <a:pt x="529419" y="3698989"/>
                </a:cubicBezTo>
                <a:cubicBezTo>
                  <a:pt x="529419" y="3505438"/>
                  <a:pt x="654658" y="3209419"/>
                  <a:pt x="905136" y="2810931"/>
                </a:cubicBezTo>
                <a:lnTo>
                  <a:pt x="905136" y="2742619"/>
                </a:lnTo>
                <a:lnTo>
                  <a:pt x="853902" y="2366903"/>
                </a:lnTo>
                <a:close/>
                <a:moveTo>
                  <a:pt x="1297930" y="590788"/>
                </a:moveTo>
                <a:cubicBezTo>
                  <a:pt x="1320701" y="590788"/>
                  <a:pt x="1354857" y="710334"/>
                  <a:pt x="1400399" y="949427"/>
                </a:cubicBezTo>
                <a:lnTo>
                  <a:pt x="1383321" y="1086051"/>
                </a:lnTo>
                <a:cubicBezTo>
                  <a:pt x="1576872" y="1188519"/>
                  <a:pt x="1707803" y="1239753"/>
                  <a:pt x="1776115" y="1239753"/>
                </a:cubicBezTo>
                <a:cubicBezTo>
                  <a:pt x="2037978" y="989275"/>
                  <a:pt x="2168910" y="784339"/>
                  <a:pt x="2168910" y="624944"/>
                </a:cubicBezTo>
                <a:lnTo>
                  <a:pt x="2220144" y="624944"/>
                </a:lnTo>
                <a:cubicBezTo>
                  <a:pt x="2277071" y="624944"/>
                  <a:pt x="2362461" y="778646"/>
                  <a:pt x="2476315" y="1086051"/>
                </a:cubicBezTo>
                <a:cubicBezTo>
                  <a:pt x="2430773" y="1199904"/>
                  <a:pt x="2351076" y="1302372"/>
                  <a:pt x="2237222" y="1393455"/>
                </a:cubicBezTo>
                <a:lnTo>
                  <a:pt x="2237222" y="1410533"/>
                </a:lnTo>
                <a:cubicBezTo>
                  <a:pt x="2897572" y="1615470"/>
                  <a:pt x="3330216" y="1717938"/>
                  <a:pt x="3535152" y="1717938"/>
                </a:cubicBezTo>
                <a:lnTo>
                  <a:pt x="3569308" y="1735016"/>
                </a:lnTo>
                <a:lnTo>
                  <a:pt x="3586386" y="1717938"/>
                </a:lnTo>
                <a:lnTo>
                  <a:pt x="3637620" y="1717938"/>
                </a:lnTo>
                <a:lnTo>
                  <a:pt x="3688854" y="1769172"/>
                </a:lnTo>
                <a:lnTo>
                  <a:pt x="3688854" y="1786250"/>
                </a:lnTo>
                <a:cubicBezTo>
                  <a:pt x="3586386" y="1854562"/>
                  <a:pt x="3483918" y="2013957"/>
                  <a:pt x="3381450" y="2264434"/>
                </a:cubicBezTo>
                <a:lnTo>
                  <a:pt x="3142358" y="2298591"/>
                </a:lnTo>
                <a:lnTo>
                  <a:pt x="2322612" y="2059498"/>
                </a:lnTo>
                <a:lnTo>
                  <a:pt x="2322612" y="2076577"/>
                </a:lnTo>
                <a:lnTo>
                  <a:pt x="2476315" y="2213201"/>
                </a:lnTo>
                <a:cubicBezTo>
                  <a:pt x="2294149" y="2327054"/>
                  <a:pt x="1924125" y="2457986"/>
                  <a:pt x="1366243" y="2605995"/>
                </a:cubicBezTo>
                <a:lnTo>
                  <a:pt x="1297930" y="2605995"/>
                </a:lnTo>
                <a:lnTo>
                  <a:pt x="1297930" y="2571839"/>
                </a:lnTo>
                <a:lnTo>
                  <a:pt x="1776115" y="2298591"/>
                </a:lnTo>
                <a:cubicBezTo>
                  <a:pt x="1787501" y="2241664"/>
                  <a:pt x="1861505" y="2167659"/>
                  <a:pt x="1998130" y="2076577"/>
                </a:cubicBezTo>
                <a:lnTo>
                  <a:pt x="1981052" y="2059498"/>
                </a:lnTo>
                <a:lnTo>
                  <a:pt x="1981052" y="2025342"/>
                </a:lnTo>
                <a:lnTo>
                  <a:pt x="1998130" y="1854562"/>
                </a:lnTo>
                <a:lnTo>
                  <a:pt x="1724881" y="1717938"/>
                </a:lnTo>
                <a:cubicBezTo>
                  <a:pt x="1371935" y="1991186"/>
                  <a:pt x="944985" y="2224586"/>
                  <a:pt x="444029" y="2418137"/>
                </a:cubicBezTo>
                <a:cubicBezTo>
                  <a:pt x="444029" y="2452293"/>
                  <a:pt x="307405" y="2486449"/>
                  <a:pt x="34156" y="2520605"/>
                </a:cubicBezTo>
                <a:lnTo>
                  <a:pt x="0" y="2503527"/>
                </a:lnTo>
                <a:lnTo>
                  <a:pt x="0" y="2452293"/>
                </a:lnTo>
                <a:cubicBezTo>
                  <a:pt x="421258" y="2224586"/>
                  <a:pt x="870980" y="1951337"/>
                  <a:pt x="1349165" y="1632548"/>
                </a:cubicBezTo>
                <a:lnTo>
                  <a:pt x="1485789" y="1478845"/>
                </a:lnTo>
                <a:lnTo>
                  <a:pt x="1212540" y="1239753"/>
                </a:lnTo>
                <a:lnTo>
                  <a:pt x="973448" y="1393455"/>
                </a:lnTo>
                <a:lnTo>
                  <a:pt x="870980" y="1376377"/>
                </a:lnTo>
                <a:lnTo>
                  <a:pt x="802668" y="1393455"/>
                </a:lnTo>
                <a:lnTo>
                  <a:pt x="734356" y="1273909"/>
                </a:lnTo>
                <a:cubicBezTo>
                  <a:pt x="734356" y="1091743"/>
                  <a:pt x="922214" y="864036"/>
                  <a:pt x="1297930" y="590788"/>
                </a:cubicBezTo>
                <a:close/>
                <a:moveTo>
                  <a:pt x="2220144" y="385852"/>
                </a:moveTo>
                <a:lnTo>
                  <a:pt x="2271378" y="385852"/>
                </a:lnTo>
                <a:cubicBezTo>
                  <a:pt x="2817875" y="556632"/>
                  <a:pt x="3091123" y="710334"/>
                  <a:pt x="3091123" y="846958"/>
                </a:cubicBezTo>
                <a:cubicBezTo>
                  <a:pt x="3113894" y="846958"/>
                  <a:pt x="3148050" y="892500"/>
                  <a:pt x="3193592" y="983583"/>
                </a:cubicBezTo>
                <a:cubicBezTo>
                  <a:pt x="3170821" y="1188519"/>
                  <a:pt x="3102509" y="1290987"/>
                  <a:pt x="2988655" y="1290987"/>
                </a:cubicBezTo>
                <a:cubicBezTo>
                  <a:pt x="2943114" y="1188519"/>
                  <a:pt x="2869109" y="1137285"/>
                  <a:pt x="2766641" y="1137285"/>
                </a:cubicBezTo>
                <a:cubicBezTo>
                  <a:pt x="2686943" y="1103129"/>
                  <a:pt x="2647095" y="1063280"/>
                  <a:pt x="2647095" y="1017739"/>
                </a:cubicBezTo>
                <a:cubicBezTo>
                  <a:pt x="2396617" y="801417"/>
                  <a:pt x="2242914" y="596481"/>
                  <a:pt x="2185988" y="402930"/>
                </a:cubicBezTo>
                <a:close/>
                <a:moveTo>
                  <a:pt x="5931664" y="0"/>
                </a:moveTo>
                <a:lnTo>
                  <a:pt x="6085160" y="154486"/>
                </a:lnTo>
                <a:lnTo>
                  <a:pt x="2396626" y="3819392"/>
                </a:lnTo>
                <a:lnTo>
                  <a:pt x="2417609" y="3696854"/>
                </a:lnTo>
                <a:cubicBezTo>
                  <a:pt x="2426859" y="3641351"/>
                  <a:pt x="2436466" y="3582289"/>
                  <a:pt x="2446428" y="3519670"/>
                </a:cubicBezTo>
                <a:lnTo>
                  <a:pt x="2456900" y="345250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44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680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39150" y="1545154"/>
            <a:ext cx="7413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当你要面对你不愿意做的情况的时候</a:t>
            </a:r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72086" y="2463516"/>
            <a:ext cx="5289453" cy="289310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逃避不是有效的解决方案！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ctr"/>
            <a:endParaRPr lang="en-US" altLang="zh-CN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在心里想象自己正在扮演“服务员”“话务员”等待客的职业角色，并设定好扮演时间</a:t>
            </a:r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-2" y="380570"/>
            <a:ext cx="6119447" cy="8309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绝招六：彩绘面具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94474" y="1545154"/>
            <a:ext cx="5997526" cy="5116265"/>
          </a:xfrm>
          <a:custGeom>
            <a:avLst/>
            <a:gdLst/>
            <a:ahLst/>
            <a:cxnLst/>
            <a:rect l="l" t="t" r="r" b="b"/>
            <a:pathLst>
              <a:path w="6548857" h="5586585">
                <a:moveTo>
                  <a:pt x="1741959" y="2654641"/>
                </a:moveTo>
                <a:cubicBezTo>
                  <a:pt x="1992437" y="2779880"/>
                  <a:pt x="2117676" y="2962045"/>
                  <a:pt x="2117676" y="3201138"/>
                </a:cubicBezTo>
                <a:lnTo>
                  <a:pt x="1998130" y="3867181"/>
                </a:lnTo>
                <a:lnTo>
                  <a:pt x="2339690" y="3611011"/>
                </a:lnTo>
                <a:lnTo>
                  <a:pt x="2373846" y="3628089"/>
                </a:lnTo>
                <a:lnTo>
                  <a:pt x="2373846" y="3679323"/>
                </a:lnTo>
                <a:cubicBezTo>
                  <a:pt x="2134754" y="3884259"/>
                  <a:pt x="1861505" y="4208741"/>
                  <a:pt x="1554101" y="4652770"/>
                </a:cubicBezTo>
                <a:lnTo>
                  <a:pt x="1400399" y="4669848"/>
                </a:lnTo>
                <a:lnTo>
                  <a:pt x="1332086" y="4669848"/>
                </a:lnTo>
                <a:lnTo>
                  <a:pt x="1297931" y="4652770"/>
                </a:lnTo>
                <a:lnTo>
                  <a:pt x="1280853" y="4652770"/>
                </a:lnTo>
                <a:lnTo>
                  <a:pt x="1297931" y="4550302"/>
                </a:lnTo>
                <a:lnTo>
                  <a:pt x="1280853" y="4225819"/>
                </a:lnTo>
                <a:cubicBezTo>
                  <a:pt x="1463018" y="4055039"/>
                  <a:pt x="1576872" y="3815947"/>
                  <a:pt x="1622413" y="3508542"/>
                </a:cubicBezTo>
                <a:cubicBezTo>
                  <a:pt x="1690725" y="3349147"/>
                  <a:pt x="1730574" y="3144211"/>
                  <a:pt x="1741959" y="2893733"/>
                </a:cubicBezTo>
                <a:lnTo>
                  <a:pt x="1673647" y="2757109"/>
                </a:lnTo>
                <a:close/>
                <a:moveTo>
                  <a:pt x="4665735" y="2084859"/>
                </a:moveTo>
                <a:lnTo>
                  <a:pt x="4639645" y="2106317"/>
                </a:lnTo>
                <a:cubicBezTo>
                  <a:pt x="4349274" y="2368674"/>
                  <a:pt x="4128963" y="2715268"/>
                  <a:pt x="4020894" y="3121640"/>
                </a:cubicBezTo>
                <a:cubicBezTo>
                  <a:pt x="3919797" y="3501794"/>
                  <a:pt x="3929937" y="3885340"/>
                  <a:pt x="4031289" y="4237741"/>
                </a:cubicBezTo>
                <a:lnTo>
                  <a:pt x="4077519" y="4375552"/>
                </a:lnTo>
                <a:lnTo>
                  <a:pt x="4153575" y="4288013"/>
                </a:lnTo>
                <a:cubicBezTo>
                  <a:pt x="4511955" y="3834771"/>
                  <a:pt x="4725894" y="3262067"/>
                  <a:pt x="4725894" y="2639395"/>
                </a:cubicBezTo>
                <a:cubicBezTo>
                  <a:pt x="4725894" y="2472967"/>
                  <a:pt x="4710610" y="2310108"/>
                  <a:pt x="4681370" y="2152146"/>
                </a:cubicBezTo>
                <a:close/>
                <a:moveTo>
                  <a:pt x="631887" y="1732428"/>
                </a:moveTo>
                <a:lnTo>
                  <a:pt x="683121" y="1732428"/>
                </a:lnTo>
                <a:cubicBezTo>
                  <a:pt x="740048" y="1732428"/>
                  <a:pt x="836824" y="1846281"/>
                  <a:pt x="973448" y="2073988"/>
                </a:cubicBezTo>
                <a:lnTo>
                  <a:pt x="1297931" y="2022754"/>
                </a:lnTo>
                <a:cubicBezTo>
                  <a:pt x="1502867" y="2022754"/>
                  <a:pt x="1605335" y="2051218"/>
                  <a:pt x="1605335" y="2108144"/>
                </a:cubicBezTo>
                <a:cubicBezTo>
                  <a:pt x="1468711" y="2290310"/>
                  <a:pt x="1297931" y="2381393"/>
                  <a:pt x="1092994" y="2381393"/>
                </a:cubicBezTo>
                <a:lnTo>
                  <a:pt x="1024682" y="2330159"/>
                </a:lnTo>
                <a:lnTo>
                  <a:pt x="870980" y="2330159"/>
                </a:lnTo>
                <a:cubicBezTo>
                  <a:pt x="654658" y="2671719"/>
                  <a:pt x="529419" y="2842500"/>
                  <a:pt x="495263" y="2842500"/>
                </a:cubicBezTo>
                <a:lnTo>
                  <a:pt x="495263" y="2893733"/>
                </a:lnTo>
                <a:lnTo>
                  <a:pt x="1144228" y="2688797"/>
                </a:lnTo>
                <a:lnTo>
                  <a:pt x="1195462" y="2688797"/>
                </a:lnTo>
                <a:cubicBezTo>
                  <a:pt x="1309316" y="2711568"/>
                  <a:pt x="1366243" y="2740031"/>
                  <a:pt x="1366243" y="2774187"/>
                </a:cubicBezTo>
                <a:cubicBezTo>
                  <a:pt x="1184077" y="2979124"/>
                  <a:pt x="1053145" y="3081592"/>
                  <a:pt x="973448" y="3081592"/>
                </a:cubicBezTo>
                <a:lnTo>
                  <a:pt x="973448" y="3115748"/>
                </a:lnTo>
                <a:lnTo>
                  <a:pt x="1024682" y="3269450"/>
                </a:lnTo>
                <a:lnTo>
                  <a:pt x="1127150" y="3269450"/>
                </a:lnTo>
                <a:lnTo>
                  <a:pt x="1229618" y="3184060"/>
                </a:lnTo>
                <a:lnTo>
                  <a:pt x="1332086" y="3184060"/>
                </a:lnTo>
                <a:lnTo>
                  <a:pt x="1332086" y="3269450"/>
                </a:lnTo>
                <a:cubicBezTo>
                  <a:pt x="1161306" y="3428845"/>
                  <a:pt x="1053145" y="3645167"/>
                  <a:pt x="1007604" y="3918415"/>
                </a:cubicBezTo>
                <a:lnTo>
                  <a:pt x="1024682" y="3918415"/>
                </a:lnTo>
                <a:lnTo>
                  <a:pt x="1468711" y="3508542"/>
                </a:lnTo>
                <a:lnTo>
                  <a:pt x="1468711" y="3559776"/>
                </a:lnTo>
                <a:lnTo>
                  <a:pt x="905136" y="4704004"/>
                </a:lnTo>
                <a:cubicBezTo>
                  <a:pt x="677429" y="5000024"/>
                  <a:pt x="535112" y="5148033"/>
                  <a:pt x="478185" y="5148033"/>
                </a:cubicBezTo>
                <a:cubicBezTo>
                  <a:pt x="296019" y="5079721"/>
                  <a:pt x="204937" y="4954482"/>
                  <a:pt x="204937" y="4772316"/>
                </a:cubicBezTo>
                <a:cubicBezTo>
                  <a:pt x="535112" y="4533224"/>
                  <a:pt x="700199" y="4299824"/>
                  <a:pt x="700199" y="4072118"/>
                </a:cubicBezTo>
                <a:lnTo>
                  <a:pt x="683121" y="4072118"/>
                </a:lnTo>
                <a:lnTo>
                  <a:pt x="375717" y="4311210"/>
                </a:lnTo>
                <a:cubicBezTo>
                  <a:pt x="273249" y="4311210"/>
                  <a:pt x="148010" y="4185971"/>
                  <a:pt x="0" y="3935493"/>
                </a:cubicBezTo>
                <a:lnTo>
                  <a:pt x="51234" y="3918415"/>
                </a:lnTo>
                <a:lnTo>
                  <a:pt x="51234" y="3884259"/>
                </a:lnTo>
                <a:lnTo>
                  <a:pt x="0" y="3764713"/>
                </a:lnTo>
                <a:cubicBezTo>
                  <a:pt x="375717" y="3639474"/>
                  <a:pt x="643273" y="3514235"/>
                  <a:pt x="802668" y="3388996"/>
                </a:cubicBezTo>
                <a:lnTo>
                  <a:pt x="802668" y="3201138"/>
                </a:lnTo>
                <a:lnTo>
                  <a:pt x="648965" y="3252372"/>
                </a:lnTo>
                <a:lnTo>
                  <a:pt x="631887" y="3252372"/>
                </a:lnTo>
                <a:cubicBezTo>
                  <a:pt x="529419" y="3149904"/>
                  <a:pt x="478185" y="3030358"/>
                  <a:pt x="478185" y="2893733"/>
                </a:cubicBezTo>
                <a:lnTo>
                  <a:pt x="273249" y="2893733"/>
                </a:lnTo>
                <a:lnTo>
                  <a:pt x="204937" y="2825421"/>
                </a:lnTo>
                <a:lnTo>
                  <a:pt x="204937" y="2722953"/>
                </a:lnTo>
                <a:cubicBezTo>
                  <a:pt x="204937" y="2529402"/>
                  <a:pt x="347254" y="2199227"/>
                  <a:pt x="631887" y="1732428"/>
                </a:cubicBezTo>
                <a:close/>
                <a:moveTo>
                  <a:pt x="3893790" y="1647038"/>
                </a:moveTo>
                <a:cubicBezTo>
                  <a:pt x="3962103" y="1647038"/>
                  <a:pt x="4058878" y="1755198"/>
                  <a:pt x="4184117" y="1971520"/>
                </a:cubicBezTo>
                <a:lnTo>
                  <a:pt x="4184117" y="1975491"/>
                </a:lnTo>
                <a:lnTo>
                  <a:pt x="4121182" y="2033751"/>
                </a:lnTo>
                <a:lnTo>
                  <a:pt x="4044799" y="2117525"/>
                </a:lnTo>
                <a:lnTo>
                  <a:pt x="4030415" y="2122020"/>
                </a:lnTo>
                <a:cubicBezTo>
                  <a:pt x="3996259" y="2129848"/>
                  <a:pt x="3956410" y="2136608"/>
                  <a:pt x="3910869" y="2142300"/>
                </a:cubicBezTo>
                <a:lnTo>
                  <a:pt x="3859634" y="2039832"/>
                </a:lnTo>
                <a:lnTo>
                  <a:pt x="3859634" y="1715350"/>
                </a:lnTo>
                <a:lnTo>
                  <a:pt x="3893790" y="1681194"/>
                </a:lnTo>
                <a:close/>
                <a:moveTo>
                  <a:pt x="2527548" y="1100541"/>
                </a:moveTo>
                <a:cubicBezTo>
                  <a:pt x="2732485" y="1191623"/>
                  <a:pt x="2960191" y="1413638"/>
                  <a:pt x="3210669" y="1766584"/>
                </a:cubicBezTo>
                <a:lnTo>
                  <a:pt x="3210669" y="1800740"/>
                </a:lnTo>
                <a:lnTo>
                  <a:pt x="3074045" y="2347237"/>
                </a:lnTo>
                <a:lnTo>
                  <a:pt x="3091123" y="2347237"/>
                </a:lnTo>
                <a:lnTo>
                  <a:pt x="3261903" y="2278925"/>
                </a:lnTo>
                <a:lnTo>
                  <a:pt x="3415605" y="2278925"/>
                </a:lnTo>
                <a:lnTo>
                  <a:pt x="3483918" y="2347237"/>
                </a:lnTo>
                <a:cubicBezTo>
                  <a:pt x="3324523" y="2506632"/>
                  <a:pt x="3187899" y="2603407"/>
                  <a:pt x="3074045" y="2637563"/>
                </a:cubicBezTo>
                <a:lnTo>
                  <a:pt x="3074045" y="2688797"/>
                </a:lnTo>
                <a:lnTo>
                  <a:pt x="3142357" y="3252372"/>
                </a:lnTo>
                <a:lnTo>
                  <a:pt x="3244825" y="3252372"/>
                </a:lnTo>
                <a:cubicBezTo>
                  <a:pt x="3278981" y="3047436"/>
                  <a:pt x="3313137" y="2944967"/>
                  <a:pt x="3347293" y="2944967"/>
                </a:cubicBezTo>
                <a:lnTo>
                  <a:pt x="3415605" y="2944967"/>
                </a:lnTo>
                <a:cubicBezTo>
                  <a:pt x="3442645" y="2973431"/>
                  <a:pt x="3467995" y="3001183"/>
                  <a:pt x="3491656" y="3028223"/>
                </a:cubicBezTo>
                <a:lnTo>
                  <a:pt x="3554557" y="3103602"/>
                </a:lnTo>
                <a:lnTo>
                  <a:pt x="3536861" y="3186844"/>
                </a:lnTo>
                <a:cubicBezTo>
                  <a:pt x="3503096" y="3397801"/>
                  <a:pt x="3502253" y="3607852"/>
                  <a:pt x="3530951" y="3811164"/>
                </a:cubicBezTo>
                <a:lnTo>
                  <a:pt x="3550811" y="3914988"/>
                </a:lnTo>
                <a:lnTo>
                  <a:pt x="3535152" y="3935493"/>
                </a:lnTo>
                <a:lnTo>
                  <a:pt x="3559802" y="3961992"/>
                </a:lnTo>
                <a:lnTo>
                  <a:pt x="3569370" y="4012015"/>
                </a:lnTo>
                <a:cubicBezTo>
                  <a:pt x="3617386" y="4210187"/>
                  <a:pt x="3693815" y="4399676"/>
                  <a:pt x="3795276" y="4574651"/>
                </a:cubicBezTo>
                <a:lnTo>
                  <a:pt x="3830231" y="4628805"/>
                </a:lnTo>
                <a:lnTo>
                  <a:pt x="3812639" y="4645627"/>
                </a:lnTo>
                <a:lnTo>
                  <a:pt x="3804439" y="4652209"/>
                </a:lnTo>
                <a:lnTo>
                  <a:pt x="3732350" y="4609275"/>
                </a:lnTo>
                <a:cubicBezTo>
                  <a:pt x="3569575" y="4501648"/>
                  <a:pt x="3395681" y="4333980"/>
                  <a:pt x="3210669" y="4106273"/>
                </a:cubicBezTo>
                <a:cubicBezTo>
                  <a:pt x="2937421" y="4185971"/>
                  <a:pt x="2738177" y="4225819"/>
                  <a:pt x="2612938" y="4225819"/>
                </a:cubicBezTo>
                <a:lnTo>
                  <a:pt x="2476314" y="4191663"/>
                </a:lnTo>
                <a:lnTo>
                  <a:pt x="2476314" y="4123351"/>
                </a:lnTo>
                <a:cubicBezTo>
                  <a:pt x="2704021" y="3815947"/>
                  <a:pt x="2857723" y="3645167"/>
                  <a:pt x="2937421" y="3611011"/>
                </a:cubicBezTo>
                <a:cubicBezTo>
                  <a:pt x="2743870" y="3201138"/>
                  <a:pt x="2647095" y="2939275"/>
                  <a:pt x="2647095" y="2825421"/>
                </a:cubicBezTo>
                <a:lnTo>
                  <a:pt x="2339690" y="2876655"/>
                </a:lnTo>
                <a:cubicBezTo>
                  <a:pt x="2225836" y="2853885"/>
                  <a:pt x="2168910" y="2819729"/>
                  <a:pt x="2168910" y="2774187"/>
                </a:cubicBezTo>
                <a:cubicBezTo>
                  <a:pt x="2168910" y="2740031"/>
                  <a:pt x="2294148" y="2671719"/>
                  <a:pt x="2544626" y="2569251"/>
                </a:cubicBezTo>
                <a:lnTo>
                  <a:pt x="2493392" y="1971520"/>
                </a:lnTo>
                <a:lnTo>
                  <a:pt x="2527548" y="1681194"/>
                </a:lnTo>
                <a:lnTo>
                  <a:pt x="2493392" y="1527491"/>
                </a:lnTo>
                <a:lnTo>
                  <a:pt x="2527548" y="1288399"/>
                </a:lnTo>
                <a:lnTo>
                  <a:pt x="2493392" y="1117619"/>
                </a:lnTo>
                <a:close/>
                <a:moveTo>
                  <a:pt x="2637134" y="0"/>
                </a:moveTo>
                <a:cubicBezTo>
                  <a:pt x="3652830" y="0"/>
                  <a:pt x="4536312" y="566077"/>
                  <a:pt x="4989300" y="1399950"/>
                </a:cubicBezTo>
                <a:lnTo>
                  <a:pt x="5034858" y="1494524"/>
                </a:lnTo>
                <a:lnTo>
                  <a:pt x="5123919" y="1468333"/>
                </a:lnTo>
                <a:cubicBezTo>
                  <a:pt x="5454206" y="1388307"/>
                  <a:pt x="5808611" y="1387207"/>
                  <a:pt x="6160133" y="1480689"/>
                </a:cubicBezTo>
                <a:cubicBezTo>
                  <a:pt x="6265590" y="1508734"/>
                  <a:pt x="6367043" y="1544296"/>
                  <a:pt x="6464071" y="1586645"/>
                </a:cubicBezTo>
                <a:lnTo>
                  <a:pt x="6548857" y="1626213"/>
                </a:lnTo>
                <a:lnTo>
                  <a:pt x="6480032" y="1609762"/>
                </a:lnTo>
                <a:cubicBezTo>
                  <a:pt x="6073306" y="1523380"/>
                  <a:pt x="5666333" y="1562003"/>
                  <a:pt x="5301299" y="1701170"/>
                </a:cubicBezTo>
                <a:lnTo>
                  <a:pt x="5150616" y="1766767"/>
                </a:lnTo>
                <a:lnTo>
                  <a:pt x="5191897" y="1879557"/>
                </a:lnTo>
                <a:cubicBezTo>
                  <a:pt x="5270056" y="2130846"/>
                  <a:pt x="5312161" y="2398020"/>
                  <a:pt x="5312161" y="2675028"/>
                </a:cubicBezTo>
                <a:cubicBezTo>
                  <a:pt x="5312161" y="3506052"/>
                  <a:pt x="4933217" y="4248570"/>
                  <a:pt x="4338699" y="4739210"/>
                </a:cubicBezTo>
                <a:lnTo>
                  <a:pt x="4279040" y="4783822"/>
                </a:lnTo>
                <a:lnTo>
                  <a:pt x="4349676" y="4890787"/>
                </a:lnTo>
                <a:cubicBezTo>
                  <a:pt x="4563744" y="5186315"/>
                  <a:pt x="4855675" y="5427679"/>
                  <a:pt x="5205443" y="5580341"/>
                </a:cubicBezTo>
                <a:lnTo>
                  <a:pt x="5220792" y="5586585"/>
                </a:lnTo>
                <a:lnTo>
                  <a:pt x="5182353" y="5579430"/>
                </a:lnTo>
                <a:cubicBezTo>
                  <a:pt x="5147171" y="5571957"/>
                  <a:pt x="5111989" y="5563556"/>
                  <a:pt x="5076837" y="5554207"/>
                </a:cubicBezTo>
                <a:cubicBezTo>
                  <a:pt x="4725315" y="5460725"/>
                  <a:pt x="4418274" y="5283722"/>
                  <a:pt x="4171371" y="5050200"/>
                </a:cubicBezTo>
                <a:lnTo>
                  <a:pt x="4061959" y="4936220"/>
                </a:lnTo>
                <a:lnTo>
                  <a:pt x="3912211" y="5027194"/>
                </a:lnTo>
                <a:cubicBezTo>
                  <a:pt x="3533177" y="5233097"/>
                  <a:pt x="3098814" y="5350055"/>
                  <a:pt x="2637134" y="5350055"/>
                </a:cubicBezTo>
                <a:cubicBezTo>
                  <a:pt x="2498630" y="5350055"/>
                  <a:pt x="2362584" y="5339529"/>
                  <a:pt x="2229753" y="5319234"/>
                </a:cubicBezTo>
                <a:lnTo>
                  <a:pt x="2112845" y="5298356"/>
                </a:lnTo>
                <a:lnTo>
                  <a:pt x="2202634" y="5296085"/>
                </a:lnTo>
                <a:cubicBezTo>
                  <a:pt x="2740694" y="5268811"/>
                  <a:pt x="3236574" y="5081664"/>
                  <a:pt x="3643717" y="4781200"/>
                </a:cubicBezTo>
                <a:lnTo>
                  <a:pt x="3804439" y="4652209"/>
                </a:lnTo>
                <a:lnTo>
                  <a:pt x="3828681" y="4666646"/>
                </a:lnTo>
                <a:cubicBezTo>
                  <a:pt x="3892012" y="4700091"/>
                  <a:pt x="3953564" y="4723929"/>
                  <a:pt x="4013337" y="4738160"/>
                </a:cubicBezTo>
                <a:lnTo>
                  <a:pt x="4047493" y="4738160"/>
                </a:lnTo>
                <a:lnTo>
                  <a:pt x="4218273" y="4669848"/>
                </a:lnTo>
                <a:lnTo>
                  <a:pt x="3559802" y="3961992"/>
                </a:lnTo>
                <a:lnTo>
                  <a:pt x="3550811" y="3914988"/>
                </a:lnTo>
                <a:lnTo>
                  <a:pt x="3624812" y="3818082"/>
                </a:lnTo>
                <a:cubicBezTo>
                  <a:pt x="3701663" y="3702805"/>
                  <a:pt x="3740088" y="3593933"/>
                  <a:pt x="3740088" y="3491464"/>
                </a:cubicBezTo>
                <a:cubicBezTo>
                  <a:pt x="3740088" y="3388996"/>
                  <a:pt x="3679247" y="3260911"/>
                  <a:pt x="3557566" y="3107209"/>
                </a:cubicBezTo>
                <a:lnTo>
                  <a:pt x="3554557" y="3103602"/>
                </a:lnTo>
                <a:lnTo>
                  <a:pt x="3581726" y="2975800"/>
                </a:lnTo>
                <a:cubicBezTo>
                  <a:pt x="3663524" y="2668218"/>
                  <a:pt x="3809266" y="2394692"/>
                  <a:pt x="4000865" y="2165711"/>
                </a:cubicBezTo>
                <a:lnTo>
                  <a:pt x="4044799" y="2117525"/>
                </a:lnTo>
                <a:lnTo>
                  <a:pt x="4115805" y="2095336"/>
                </a:lnTo>
                <a:cubicBezTo>
                  <a:pt x="4161346" y="2075411"/>
                  <a:pt x="4184117" y="2051218"/>
                  <a:pt x="4184117" y="2022754"/>
                </a:cubicBezTo>
                <a:lnTo>
                  <a:pt x="4184117" y="1975491"/>
                </a:lnTo>
                <a:lnTo>
                  <a:pt x="4251637" y="1912986"/>
                </a:lnTo>
                <a:cubicBezTo>
                  <a:pt x="4296715" y="1874652"/>
                  <a:pt x="4343338" y="1838269"/>
                  <a:pt x="4391361" y="1803918"/>
                </a:cubicBezTo>
                <a:lnTo>
                  <a:pt x="4554531" y="1698597"/>
                </a:lnTo>
                <a:lnTo>
                  <a:pt x="4553107" y="1694277"/>
                </a:lnTo>
                <a:cubicBezTo>
                  <a:pt x="4218149" y="813225"/>
                  <a:pt x="3428525" y="156224"/>
                  <a:pt x="2470858" y="9895"/>
                </a:cubicBezTo>
                <a:lnTo>
                  <a:pt x="2449993" y="7244"/>
                </a:lnTo>
                <a:lnTo>
                  <a:pt x="2499477" y="3481"/>
                </a:lnTo>
                <a:cubicBezTo>
                  <a:pt x="2545071" y="1170"/>
                  <a:pt x="2590966" y="0"/>
                  <a:pt x="2637134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44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703385" y="4037428"/>
            <a:ext cx="4937760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03385" y="4698611"/>
            <a:ext cx="4937760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703385" y="3038622"/>
            <a:ext cx="4937760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03385" y="5356618"/>
            <a:ext cx="4937760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61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/>
          <p:nvPr/>
        </p:nvSpPr>
        <p:spPr>
          <a:xfrm>
            <a:off x="4576874" y="1419033"/>
            <a:ext cx="8131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当你想要责骂那些不争气的人的时候</a:t>
            </a:r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918546" y="2080443"/>
            <a:ext cx="60350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直接向对方发泄怒气会唤醒对方的恐惧感！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主动赞美对方</a:t>
            </a: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，平静自己的心情，持续</a:t>
            </a:r>
            <a:r>
              <a:rPr lang="zh-CN" altLang="en-US" sz="2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赞美对方，使其态度朝好的方向发展</a:t>
            </a:r>
          </a:p>
          <a:p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918547" y="4962226"/>
            <a:ext cx="6273453" cy="8309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</a:t>
            </a:r>
            <a:r>
              <a:rPr lang="zh-CN" alt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七</a:t>
            </a:r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：礼物游戏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-986094" y="595231"/>
            <a:ext cx="6078968" cy="6078968"/>
          </a:xfrm>
          <a:custGeom>
            <a:avLst/>
            <a:gdLst/>
            <a:ahLst/>
            <a:cxnLst/>
            <a:rect l="l" t="t" r="r" b="b"/>
            <a:pathLst>
              <a:path w="6078968" h="6078968">
                <a:moveTo>
                  <a:pt x="1218177" y="3608893"/>
                </a:moveTo>
                <a:lnTo>
                  <a:pt x="1221948" y="3613562"/>
                </a:lnTo>
                <a:lnTo>
                  <a:pt x="1214158" y="3616930"/>
                </a:lnTo>
                <a:close/>
                <a:moveTo>
                  <a:pt x="1197080" y="3582774"/>
                </a:moveTo>
                <a:lnTo>
                  <a:pt x="1231236" y="3582774"/>
                </a:lnTo>
                <a:lnTo>
                  <a:pt x="1218177" y="3608893"/>
                </a:lnTo>
                <a:close/>
                <a:moveTo>
                  <a:pt x="3365990" y="1226006"/>
                </a:moveTo>
                <a:lnTo>
                  <a:pt x="3519692" y="1243084"/>
                </a:lnTo>
                <a:cubicBezTo>
                  <a:pt x="3690472" y="1368323"/>
                  <a:pt x="3792941" y="1465098"/>
                  <a:pt x="3827097" y="1533410"/>
                </a:cubicBezTo>
                <a:lnTo>
                  <a:pt x="3827097" y="1601723"/>
                </a:lnTo>
                <a:lnTo>
                  <a:pt x="3605082" y="1892049"/>
                </a:lnTo>
                <a:lnTo>
                  <a:pt x="3605082" y="1909127"/>
                </a:lnTo>
                <a:cubicBezTo>
                  <a:pt x="3832789" y="1874971"/>
                  <a:pt x="4106038" y="1772503"/>
                  <a:pt x="4424828" y="1601723"/>
                </a:cubicBezTo>
                <a:cubicBezTo>
                  <a:pt x="4572837" y="1613108"/>
                  <a:pt x="4817622" y="1818044"/>
                  <a:pt x="5159183" y="2216532"/>
                </a:cubicBezTo>
                <a:lnTo>
                  <a:pt x="5261651" y="2421468"/>
                </a:lnTo>
                <a:cubicBezTo>
                  <a:pt x="5231764" y="3138745"/>
                  <a:pt x="5136501" y="3768853"/>
                  <a:pt x="4975861" y="4311792"/>
                </a:cubicBezTo>
                <a:lnTo>
                  <a:pt x="4958294" y="4366617"/>
                </a:lnTo>
                <a:lnTo>
                  <a:pt x="4840512" y="4524125"/>
                </a:lnTo>
                <a:cubicBezTo>
                  <a:pt x="4792946" y="4581761"/>
                  <a:pt x="4742667" y="4637075"/>
                  <a:pt x="4689871" y="4689871"/>
                </a:cubicBezTo>
                <a:lnTo>
                  <a:pt x="4645986" y="4729756"/>
                </a:lnTo>
                <a:lnTo>
                  <a:pt x="4621225" y="4744880"/>
                </a:lnTo>
                <a:cubicBezTo>
                  <a:pt x="4464676" y="4831160"/>
                  <a:pt x="4308128" y="4870742"/>
                  <a:pt x="4151579" y="4863626"/>
                </a:cubicBezTo>
                <a:cubicBezTo>
                  <a:pt x="3980799" y="4783928"/>
                  <a:pt x="3895409" y="4721309"/>
                  <a:pt x="3895409" y="4675767"/>
                </a:cubicBezTo>
                <a:cubicBezTo>
                  <a:pt x="3997877" y="4675767"/>
                  <a:pt x="4128808" y="4470831"/>
                  <a:pt x="4288203" y="4060958"/>
                </a:cubicBezTo>
                <a:lnTo>
                  <a:pt x="4407750" y="3599852"/>
                </a:lnTo>
                <a:lnTo>
                  <a:pt x="4083267" y="3651086"/>
                </a:lnTo>
                <a:cubicBezTo>
                  <a:pt x="3980799" y="3423379"/>
                  <a:pt x="3929565" y="3269676"/>
                  <a:pt x="3929565" y="3189979"/>
                </a:cubicBezTo>
                <a:lnTo>
                  <a:pt x="3878331" y="3189979"/>
                </a:lnTo>
                <a:lnTo>
                  <a:pt x="3161054" y="4009724"/>
                </a:lnTo>
                <a:cubicBezTo>
                  <a:pt x="3024429" y="3998339"/>
                  <a:pt x="2853649" y="3873100"/>
                  <a:pt x="2648713" y="3634008"/>
                </a:cubicBezTo>
                <a:lnTo>
                  <a:pt x="2631635" y="3582774"/>
                </a:lnTo>
                <a:lnTo>
                  <a:pt x="2597479" y="3582774"/>
                </a:lnTo>
                <a:cubicBezTo>
                  <a:pt x="2358386" y="3992647"/>
                  <a:pt x="2176221" y="4408212"/>
                  <a:pt x="2050982" y="4829470"/>
                </a:cubicBezTo>
                <a:cubicBezTo>
                  <a:pt x="1982670" y="4943323"/>
                  <a:pt x="1931436" y="5000250"/>
                  <a:pt x="1897280" y="5000250"/>
                </a:cubicBezTo>
                <a:cubicBezTo>
                  <a:pt x="1532948" y="4795314"/>
                  <a:pt x="1350783" y="4664382"/>
                  <a:pt x="1350783" y="4607455"/>
                </a:cubicBezTo>
                <a:cubicBezTo>
                  <a:pt x="1669573" y="4448060"/>
                  <a:pt x="1834660" y="4260202"/>
                  <a:pt x="1846045" y="4043880"/>
                </a:cubicBezTo>
                <a:lnTo>
                  <a:pt x="1846045" y="3856022"/>
                </a:lnTo>
                <a:lnTo>
                  <a:pt x="1828967" y="3856022"/>
                </a:lnTo>
                <a:lnTo>
                  <a:pt x="1606953" y="4026802"/>
                </a:lnTo>
                <a:lnTo>
                  <a:pt x="1555719" y="4026802"/>
                </a:lnTo>
                <a:lnTo>
                  <a:pt x="1221948" y="3613562"/>
                </a:lnTo>
                <a:lnTo>
                  <a:pt x="1846045" y="3343681"/>
                </a:lnTo>
                <a:lnTo>
                  <a:pt x="1863123" y="2967965"/>
                </a:lnTo>
                <a:lnTo>
                  <a:pt x="1658187" y="2967965"/>
                </a:lnTo>
                <a:lnTo>
                  <a:pt x="1606953" y="2899652"/>
                </a:lnTo>
                <a:lnTo>
                  <a:pt x="1606953" y="2882574"/>
                </a:lnTo>
                <a:cubicBezTo>
                  <a:pt x="1948514" y="2677638"/>
                  <a:pt x="2159143" y="2580863"/>
                  <a:pt x="2238840" y="2592248"/>
                </a:cubicBezTo>
                <a:lnTo>
                  <a:pt x="2375464" y="2592248"/>
                </a:lnTo>
                <a:lnTo>
                  <a:pt x="2460855" y="2677638"/>
                </a:lnTo>
                <a:cubicBezTo>
                  <a:pt x="2221762" y="2871189"/>
                  <a:pt x="2062367" y="2962272"/>
                  <a:pt x="1982670" y="2950887"/>
                </a:cubicBezTo>
                <a:lnTo>
                  <a:pt x="1982670" y="3019199"/>
                </a:lnTo>
                <a:lnTo>
                  <a:pt x="2238840" y="3121667"/>
                </a:lnTo>
                <a:lnTo>
                  <a:pt x="2409621" y="3104589"/>
                </a:lnTo>
                <a:lnTo>
                  <a:pt x="2512089" y="3207057"/>
                </a:lnTo>
                <a:cubicBezTo>
                  <a:pt x="2272996" y="3446149"/>
                  <a:pt x="2153450" y="3599852"/>
                  <a:pt x="2153450" y="3668164"/>
                </a:cubicBezTo>
                <a:lnTo>
                  <a:pt x="2085138" y="3992647"/>
                </a:lnTo>
                <a:lnTo>
                  <a:pt x="2631635" y="3497383"/>
                </a:lnTo>
                <a:cubicBezTo>
                  <a:pt x="2904883" y="3520154"/>
                  <a:pt x="3075663" y="3411993"/>
                  <a:pt x="3143975" y="3172901"/>
                </a:cubicBezTo>
                <a:cubicBezTo>
                  <a:pt x="3291985" y="2819955"/>
                  <a:pt x="3383068" y="2643482"/>
                  <a:pt x="3417224" y="2643482"/>
                </a:cubicBezTo>
                <a:lnTo>
                  <a:pt x="3434302" y="2643482"/>
                </a:lnTo>
                <a:cubicBezTo>
                  <a:pt x="3479843" y="2666253"/>
                  <a:pt x="3525385" y="2740258"/>
                  <a:pt x="3570926" y="2865497"/>
                </a:cubicBezTo>
                <a:lnTo>
                  <a:pt x="3468458" y="3189979"/>
                </a:lnTo>
                <a:lnTo>
                  <a:pt x="3502614" y="3189979"/>
                </a:lnTo>
                <a:cubicBezTo>
                  <a:pt x="3764477" y="3133052"/>
                  <a:pt x="3901101" y="3030584"/>
                  <a:pt x="3912487" y="2882574"/>
                </a:cubicBezTo>
                <a:lnTo>
                  <a:pt x="3861253" y="2814262"/>
                </a:lnTo>
                <a:lnTo>
                  <a:pt x="3861253" y="2797184"/>
                </a:lnTo>
                <a:lnTo>
                  <a:pt x="3946643" y="2797184"/>
                </a:lnTo>
                <a:cubicBezTo>
                  <a:pt x="4265433" y="2888267"/>
                  <a:pt x="4419135" y="3053355"/>
                  <a:pt x="4407750" y="3292447"/>
                </a:cubicBezTo>
                <a:lnTo>
                  <a:pt x="4458984" y="3292447"/>
                </a:lnTo>
                <a:lnTo>
                  <a:pt x="4493140" y="2660560"/>
                </a:lnTo>
                <a:lnTo>
                  <a:pt x="4510218" y="2523936"/>
                </a:lnTo>
                <a:lnTo>
                  <a:pt x="4544374" y="2506858"/>
                </a:lnTo>
                <a:lnTo>
                  <a:pt x="4510218" y="2472702"/>
                </a:lnTo>
                <a:lnTo>
                  <a:pt x="4510218" y="2438546"/>
                </a:lnTo>
                <a:lnTo>
                  <a:pt x="4544374" y="2319000"/>
                </a:lnTo>
                <a:lnTo>
                  <a:pt x="4510218" y="1738347"/>
                </a:lnTo>
                <a:lnTo>
                  <a:pt x="4458984" y="1738347"/>
                </a:lnTo>
                <a:cubicBezTo>
                  <a:pt x="4458984" y="1874971"/>
                  <a:pt x="4282511" y="2000210"/>
                  <a:pt x="3929565" y="2114064"/>
                </a:cubicBezTo>
                <a:lnTo>
                  <a:pt x="3485536" y="2028673"/>
                </a:lnTo>
                <a:cubicBezTo>
                  <a:pt x="3348912" y="2279151"/>
                  <a:pt x="3183824" y="2398697"/>
                  <a:pt x="2990273" y="2387312"/>
                </a:cubicBezTo>
                <a:lnTo>
                  <a:pt x="2939039" y="2387312"/>
                </a:lnTo>
                <a:lnTo>
                  <a:pt x="2939039" y="2370234"/>
                </a:lnTo>
                <a:lnTo>
                  <a:pt x="2904883" y="2233610"/>
                </a:lnTo>
                <a:cubicBezTo>
                  <a:pt x="3143975" y="1596030"/>
                  <a:pt x="3297678" y="1260162"/>
                  <a:pt x="3365990" y="1226006"/>
                </a:cubicBezTo>
                <a:close/>
                <a:moveTo>
                  <a:pt x="1739120" y="1101302"/>
                </a:moveTo>
                <a:lnTo>
                  <a:pt x="1786539" y="1120336"/>
                </a:lnTo>
                <a:cubicBezTo>
                  <a:pt x="1967104" y="1205014"/>
                  <a:pt x="2152027" y="1376862"/>
                  <a:pt x="2341308" y="1635879"/>
                </a:cubicBezTo>
                <a:lnTo>
                  <a:pt x="2392542" y="1755425"/>
                </a:lnTo>
                <a:lnTo>
                  <a:pt x="2563323" y="1772503"/>
                </a:lnTo>
                <a:cubicBezTo>
                  <a:pt x="2688562" y="1772503"/>
                  <a:pt x="2756874" y="1800966"/>
                  <a:pt x="2768259" y="1857893"/>
                </a:cubicBezTo>
                <a:cubicBezTo>
                  <a:pt x="2654406" y="1937591"/>
                  <a:pt x="2398235" y="2011595"/>
                  <a:pt x="1999748" y="2079907"/>
                </a:cubicBezTo>
                <a:lnTo>
                  <a:pt x="1624031" y="2455624"/>
                </a:lnTo>
                <a:lnTo>
                  <a:pt x="1470329" y="2541014"/>
                </a:lnTo>
                <a:cubicBezTo>
                  <a:pt x="1390631" y="2506858"/>
                  <a:pt x="1350783" y="2427161"/>
                  <a:pt x="1350783" y="2301922"/>
                </a:cubicBezTo>
                <a:cubicBezTo>
                  <a:pt x="1504485" y="1712730"/>
                  <a:pt x="1610155" y="1338080"/>
                  <a:pt x="1667794" y="1177974"/>
                </a:cubicBezTo>
                <a:lnTo>
                  <a:pt x="1680388" y="1144577"/>
                </a:lnTo>
                <a:lnTo>
                  <a:pt x="1734523" y="1104095"/>
                </a:lnTo>
                <a:close/>
                <a:moveTo>
                  <a:pt x="3039484" y="705485"/>
                </a:moveTo>
                <a:cubicBezTo>
                  <a:pt x="2636662" y="705485"/>
                  <a:pt x="2257674" y="807532"/>
                  <a:pt x="1926962" y="987186"/>
                </a:cubicBezTo>
                <a:lnTo>
                  <a:pt x="1739120" y="1101302"/>
                </a:lnTo>
                <a:lnTo>
                  <a:pt x="1709421" y="1089382"/>
                </a:lnTo>
                <a:cubicBezTo>
                  <a:pt x="1703017" y="1093651"/>
                  <a:pt x="1693611" y="1111330"/>
                  <a:pt x="1681202" y="1142417"/>
                </a:cubicBezTo>
                <a:lnTo>
                  <a:pt x="1680388" y="1144577"/>
                </a:lnTo>
                <a:lnTo>
                  <a:pt x="1554844" y="1238457"/>
                </a:lnTo>
                <a:cubicBezTo>
                  <a:pt x="1036119" y="1666547"/>
                  <a:pt x="705485" y="2314404"/>
                  <a:pt x="705485" y="3039484"/>
                </a:cubicBezTo>
                <a:cubicBezTo>
                  <a:pt x="705485" y="4328516"/>
                  <a:pt x="1750452" y="5373484"/>
                  <a:pt x="3039484" y="5373484"/>
                </a:cubicBezTo>
                <a:cubicBezTo>
                  <a:pt x="3603436" y="5373484"/>
                  <a:pt x="4120672" y="5173470"/>
                  <a:pt x="4524124" y="4840512"/>
                </a:cubicBezTo>
                <a:lnTo>
                  <a:pt x="4645986" y="4729756"/>
                </a:lnTo>
                <a:lnTo>
                  <a:pt x="4715154" y="4687509"/>
                </a:lnTo>
                <a:cubicBezTo>
                  <a:pt x="4777773" y="4645525"/>
                  <a:pt x="4840393" y="4596070"/>
                  <a:pt x="4903012" y="4539143"/>
                </a:cubicBezTo>
                <a:lnTo>
                  <a:pt x="4958294" y="4366617"/>
                </a:lnTo>
                <a:lnTo>
                  <a:pt x="4974873" y="4344445"/>
                </a:lnTo>
                <a:cubicBezTo>
                  <a:pt x="5226535" y="3971937"/>
                  <a:pt x="5373484" y="3522871"/>
                  <a:pt x="5373484" y="3039484"/>
                </a:cubicBezTo>
                <a:cubicBezTo>
                  <a:pt x="5373484" y="1750452"/>
                  <a:pt x="4328516" y="705485"/>
                  <a:pt x="3039484" y="705485"/>
                </a:cubicBezTo>
                <a:close/>
                <a:moveTo>
                  <a:pt x="3039484" y="0"/>
                </a:moveTo>
                <a:cubicBezTo>
                  <a:pt x="4718145" y="0"/>
                  <a:pt x="6078968" y="1360824"/>
                  <a:pt x="6078968" y="3039484"/>
                </a:cubicBezTo>
                <a:cubicBezTo>
                  <a:pt x="6078968" y="4718145"/>
                  <a:pt x="4718145" y="6078968"/>
                  <a:pt x="3039484" y="6078968"/>
                </a:cubicBezTo>
                <a:cubicBezTo>
                  <a:pt x="1360824" y="6078968"/>
                  <a:pt x="0" y="4718145"/>
                  <a:pt x="0" y="3039484"/>
                </a:cubicBezTo>
                <a:cubicBezTo>
                  <a:pt x="0" y="1360824"/>
                  <a:pt x="1360824" y="0"/>
                  <a:pt x="3039484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963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742006" y="2096086"/>
            <a:ext cx="8449994" cy="1519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文本框 210"/>
          <p:cNvSpPr txBox="1"/>
          <p:nvPr/>
        </p:nvSpPr>
        <p:spPr>
          <a:xfrm>
            <a:off x="3794339" y="1799515"/>
            <a:ext cx="83453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/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直接传达自己的心意，可能会使对话陷入尴尬！</a:t>
            </a:r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先赞美褒扬对方，使对方心情舒畅，引导对方的朝积极正面的方向发展，将对方的心慢慢拉向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自己</a:t>
            </a:r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-112542" y="628875"/>
            <a:ext cx="3643533" cy="5753686"/>
          </a:xfrm>
          <a:custGeom>
            <a:avLst/>
            <a:gdLst/>
            <a:ahLst/>
            <a:cxnLst/>
            <a:rect l="l" t="t" r="r" b="b"/>
            <a:pathLst>
              <a:path w="4332849" h="5753686">
                <a:moveTo>
                  <a:pt x="1319166" y="1167122"/>
                </a:moveTo>
                <a:cubicBezTo>
                  <a:pt x="1301141" y="1178676"/>
                  <a:pt x="1283872" y="1191532"/>
                  <a:pt x="1265879" y="1203412"/>
                </a:cubicBezTo>
                <a:cubicBezTo>
                  <a:pt x="1345930" y="1594787"/>
                  <a:pt x="1404348" y="1791296"/>
                  <a:pt x="1447054" y="1799708"/>
                </a:cubicBezTo>
                <a:cubicBezTo>
                  <a:pt x="1533220" y="1756684"/>
                  <a:pt x="1616180" y="1709100"/>
                  <a:pt x="1702830" y="1672219"/>
                </a:cubicBezTo>
                <a:cubicBezTo>
                  <a:pt x="1975543" y="1598644"/>
                  <a:pt x="2249005" y="1538727"/>
                  <a:pt x="2523445" y="1516107"/>
                </a:cubicBezTo>
                <a:cubicBezTo>
                  <a:pt x="2523445" y="1533853"/>
                  <a:pt x="2523445" y="1551600"/>
                  <a:pt x="2523445" y="1569346"/>
                </a:cubicBezTo>
                <a:cubicBezTo>
                  <a:pt x="2512367" y="1605707"/>
                  <a:pt x="2502587" y="1642703"/>
                  <a:pt x="2491473" y="1679535"/>
                </a:cubicBezTo>
                <a:cubicBezTo>
                  <a:pt x="2329472" y="2086644"/>
                  <a:pt x="2246383" y="2308812"/>
                  <a:pt x="2203725" y="2304117"/>
                </a:cubicBezTo>
                <a:cubicBezTo>
                  <a:pt x="2065482" y="2096265"/>
                  <a:pt x="1962318" y="1966819"/>
                  <a:pt x="1862690" y="1948654"/>
                </a:cubicBezTo>
                <a:cubicBezTo>
                  <a:pt x="1841341" y="1944762"/>
                  <a:pt x="1821501" y="1978176"/>
                  <a:pt x="1798746" y="2048621"/>
                </a:cubicBezTo>
                <a:cubicBezTo>
                  <a:pt x="1821578" y="2190124"/>
                  <a:pt x="1844908" y="2262552"/>
                  <a:pt x="1873347" y="2265682"/>
                </a:cubicBezTo>
                <a:cubicBezTo>
                  <a:pt x="1955794" y="2458411"/>
                  <a:pt x="2033196" y="2557207"/>
                  <a:pt x="2118466" y="2561130"/>
                </a:cubicBezTo>
                <a:cubicBezTo>
                  <a:pt x="2118466" y="2600675"/>
                  <a:pt x="2076653" y="2696733"/>
                  <a:pt x="1979921" y="2846010"/>
                </a:cubicBezTo>
                <a:cubicBezTo>
                  <a:pt x="1623276" y="2573321"/>
                  <a:pt x="1391813" y="2223484"/>
                  <a:pt x="1201935" y="1913537"/>
                </a:cubicBezTo>
                <a:cubicBezTo>
                  <a:pt x="1191263" y="1911786"/>
                  <a:pt x="1180634" y="1909769"/>
                  <a:pt x="1169963" y="1908018"/>
                </a:cubicBezTo>
                <a:cubicBezTo>
                  <a:pt x="1162301" y="1961959"/>
                  <a:pt x="1156322" y="2016300"/>
                  <a:pt x="1148648" y="2070560"/>
                </a:cubicBezTo>
                <a:cubicBezTo>
                  <a:pt x="1148648" y="2230624"/>
                  <a:pt x="1169945" y="2312788"/>
                  <a:pt x="1212592" y="2316416"/>
                </a:cubicBezTo>
                <a:cubicBezTo>
                  <a:pt x="1375689" y="2656565"/>
                  <a:pt x="1510314" y="2990093"/>
                  <a:pt x="1681515" y="3280931"/>
                </a:cubicBezTo>
                <a:cubicBezTo>
                  <a:pt x="1681515" y="3291911"/>
                  <a:pt x="1681515" y="3302890"/>
                  <a:pt x="1681515" y="3313870"/>
                </a:cubicBezTo>
                <a:cubicBezTo>
                  <a:pt x="1503024" y="3524876"/>
                  <a:pt x="1350587" y="3772059"/>
                  <a:pt x="1180620" y="4019998"/>
                </a:cubicBezTo>
                <a:cubicBezTo>
                  <a:pt x="1025118" y="4102645"/>
                  <a:pt x="946479" y="4193842"/>
                  <a:pt x="936459" y="4278508"/>
                </a:cubicBezTo>
                <a:cubicBezTo>
                  <a:pt x="936124" y="4284146"/>
                  <a:pt x="935836" y="4289787"/>
                  <a:pt x="935501" y="4295427"/>
                </a:cubicBezTo>
                <a:cubicBezTo>
                  <a:pt x="935501" y="4295427"/>
                  <a:pt x="935501" y="4295427"/>
                  <a:pt x="935501" y="4295427"/>
                </a:cubicBezTo>
                <a:cubicBezTo>
                  <a:pt x="936083" y="4299973"/>
                  <a:pt x="936585" y="4304529"/>
                  <a:pt x="937166" y="4309073"/>
                </a:cubicBezTo>
                <a:cubicBezTo>
                  <a:pt x="945281" y="4338881"/>
                  <a:pt x="979888" y="4355943"/>
                  <a:pt x="1042075" y="4357776"/>
                </a:cubicBezTo>
                <a:cubicBezTo>
                  <a:pt x="1390362" y="4153310"/>
                  <a:pt x="1660720" y="3866875"/>
                  <a:pt x="1905319" y="3551014"/>
                </a:cubicBezTo>
                <a:cubicBezTo>
                  <a:pt x="2024790" y="3657712"/>
                  <a:pt x="2135601" y="3767554"/>
                  <a:pt x="2257012" y="3855754"/>
                </a:cubicBezTo>
                <a:cubicBezTo>
                  <a:pt x="2285503" y="3847798"/>
                  <a:pt x="2434057" y="3975917"/>
                  <a:pt x="2736592" y="4142508"/>
                </a:cubicBezTo>
                <a:cubicBezTo>
                  <a:pt x="2817506" y="4123491"/>
                  <a:pt x="2862825" y="4124154"/>
                  <a:pt x="2872973" y="4146064"/>
                </a:cubicBezTo>
                <a:cubicBezTo>
                  <a:pt x="2873695" y="4149623"/>
                  <a:pt x="2874416" y="4153180"/>
                  <a:pt x="2875137" y="4156736"/>
                </a:cubicBezTo>
                <a:cubicBezTo>
                  <a:pt x="2875137" y="4156736"/>
                  <a:pt x="2875142" y="4156734"/>
                  <a:pt x="2875142" y="4156734"/>
                </a:cubicBezTo>
                <a:cubicBezTo>
                  <a:pt x="2884146" y="4152250"/>
                  <a:pt x="2893150" y="4147770"/>
                  <a:pt x="2902156" y="4143294"/>
                </a:cubicBezTo>
                <a:cubicBezTo>
                  <a:pt x="3038835" y="4067606"/>
                  <a:pt x="3191550" y="3865829"/>
                  <a:pt x="3397347" y="3586421"/>
                </a:cubicBezTo>
                <a:cubicBezTo>
                  <a:pt x="3345768" y="3535676"/>
                  <a:pt x="3240895" y="3501936"/>
                  <a:pt x="3077627" y="3483866"/>
                </a:cubicBezTo>
                <a:cubicBezTo>
                  <a:pt x="2809363" y="3402949"/>
                  <a:pt x="2552196" y="3259455"/>
                  <a:pt x="2288984" y="3108654"/>
                </a:cubicBezTo>
                <a:cubicBezTo>
                  <a:pt x="2300444" y="3074911"/>
                  <a:pt x="2309420" y="3040505"/>
                  <a:pt x="2320956" y="3007167"/>
                </a:cubicBezTo>
                <a:cubicBezTo>
                  <a:pt x="2640766" y="2642454"/>
                  <a:pt x="2857050" y="2372625"/>
                  <a:pt x="3003026" y="2189924"/>
                </a:cubicBezTo>
                <a:cubicBezTo>
                  <a:pt x="2885759" y="1808374"/>
                  <a:pt x="2780108" y="1492811"/>
                  <a:pt x="2661991" y="1257504"/>
                </a:cubicBezTo>
                <a:cubicBezTo>
                  <a:pt x="2626466" y="1241907"/>
                  <a:pt x="2594815" y="1288820"/>
                  <a:pt x="2566074" y="1399487"/>
                </a:cubicBezTo>
                <a:cubicBezTo>
                  <a:pt x="2126533" y="1377637"/>
                  <a:pt x="1746271" y="1355602"/>
                  <a:pt x="1425739" y="1255005"/>
                </a:cubicBezTo>
                <a:cubicBezTo>
                  <a:pt x="1389655" y="1226690"/>
                  <a:pt x="1355095" y="1196182"/>
                  <a:pt x="1319166" y="1167122"/>
                </a:cubicBezTo>
                <a:close/>
                <a:moveTo>
                  <a:pt x="14068" y="0"/>
                </a:moveTo>
                <a:lnTo>
                  <a:pt x="4332849" y="886264"/>
                </a:lnTo>
                <a:lnTo>
                  <a:pt x="4332849" y="4009292"/>
                </a:lnTo>
                <a:lnTo>
                  <a:pt x="0" y="5753686"/>
                </a:lnTo>
                <a:cubicBezTo>
                  <a:pt x="4689" y="3835791"/>
                  <a:pt x="9379" y="1917895"/>
                  <a:pt x="14068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7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04381" y="1507127"/>
            <a:ext cx="75713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sz="3200" b="1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当你在追求某人，或与人谈生意之前</a:t>
            </a:r>
            <a:r>
              <a:rPr lang="en-US" altLang="zh-CN" sz="3200" b="1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42006" y="3793344"/>
            <a:ext cx="8449994" cy="8309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绝招八：关爱或坦白</a:t>
            </a:r>
          </a:p>
        </p:txBody>
      </p:sp>
    </p:spTree>
    <p:extLst>
      <p:ext uri="{BB962C8B-B14F-4D97-AF65-F5344CB8AC3E}">
        <p14:creationId xmlns:p14="http://schemas.microsoft.com/office/powerpoint/2010/main" val="363310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323456" y="517199"/>
            <a:ext cx="4167039" cy="4635065"/>
          </a:xfrm>
          <a:custGeom>
            <a:avLst/>
            <a:gdLst/>
            <a:ahLst/>
            <a:cxnLst/>
            <a:rect l="l" t="t" r="r" b="b"/>
            <a:pathLst>
              <a:path w="4167039" h="4635065">
                <a:moveTo>
                  <a:pt x="3896852" y="3521841"/>
                </a:moveTo>
                <a:lnTo>
                  <a:pt x="3896852" y="4635065"/>
                </a:lnTo>
                <a:lnTo>
                  <a:pt x="3842169" y="4635065"/>
                </a:lnTo>
                <a:lnTo>
                  <a:pt x="3842169" y="3533745"/>
                </a:lnTo>
                <a:lnTo>
                  <a:pt x="3860168" y="3530081"/>
                </a:lnTo>
                <a:close/>
                <a:moveTo>
                  <a:pt x="3896852" y="3256227"/>
                </a:moveTo>
                <a:lnTo>
                  <a:pt x="3902863" y="3261102"/>
                </a:lnTo>
                <a:cubicBezTo>
                  <a:pt x="3950895" y="3295792"/>
                  <a:pt x="4038954" y="3341600"/>
                  <a:pt x="4167039" y="3398527"/>
                </a:cubicBezTo>
                <a:lnTo>
                  <a:pt x="4167039" y="3432683"/>
                </a:lnTo>
                <a:cubicBezTo>
                  <a:pt x="4167039" y="3449761"/>
                  <a:pt x="4101574" y="3473955"/>
                  <a:pt x="3970642" y="3505265"/>
                </a:cubicBezTo>
                <a:lnTo>
                  <a:pt x="3896852" y="3521841"/>
                </a:lnTo>
                <a:close/>
                <a:moveTo>
                  <a:pt x="853902" y="1759036"/>
                </a:moveTo>
                <a:lnTo>
                  <a:pt x="785590" y="1998129"/>
                </a:lnTo>
                <a:cubicBezTo>
                  <a:pt x="842516" y="1998129"/>
                  <a:pt x="882365" y="1935509"/>
                  <a:pt x="905136" y="1810270"/>
                </a:cubicBezTo>
                <a:lnTo>
                  <a:pt x="888058" y="1759036"/>
                </a:lnTo>
                <a:close/>
                <a:moveTo>
                  <a:pt x="3108201" y="1656568"/>
                </a:moveTo>
                <a:cubicBezTo>
                  <a:pt x="3028504" y="1690724"/>
                  <a:pt x="2982962" y="1724880"/>
                  <a:pt x="2971577" y="1759036"/>
                </a:cubicBezTo>
                <a:lnTo>
                  <a:pt x="3005733" y="1929817"/>
                </a:lnTo>
                <a:lnTo>
                  <a:pt x="2715407" y="2203065"/>
                </a:lnTo>
                <a:lnTo>
                  <a:pt x="2852031" y="2254299"/>
                </a:lnTo>
                <a:cubicBezTo>
                  <a:pt x="3022811" y="2117675"/>
                  <a:pt x="3108201" y="1918432"/>
                  <a:pt x="3108201" y="1656568"/>
                </a:cubicBezTo>
                <a:close/>
                <a:moveTo>
                  <a:pt x="3842169" y="1444937"/>
                </a:moveTo>
                <a:lnTo>
                  <a:pt x="3896852" y="1444937"/>
                </a:lnTo>
                <a:lnTo>
                  <a:pt x="3896852" y="3256227"/>
                </a:lnTo>
                <a:lnTo>
                  <a:pt x="3878847" y="3241623"/>
                </a:lnTo>
                <a:cubicBezTo>
                  <a:pt x="3866039" y="3229526"/>
                  <a:pt x="3859634" y="3219208"/>
                  <a:pt x="3859634" y="3210669"/>
                </a:cubicBezTo>
                <a:lnTo>
                  <a:pt x="3842169" y="3205628"/>
                </a:lnTo>
                <a:close/>
                <a:moveTo>
                  <a:pt x="580653" y="1400398"/>
                </a:moveTo>
                <a:lnTo>
                  <a:pt x="512341" y="1571178"/>
                </a:lnTo>
                <a:lnTo>
                  <a:pt x="580653" y="1571178"/>
                </a:lnTo>
                <a:lnTo>
                  <a:pt x="631887" y="1519944"/>
                </a:lnTo>
                <a:lnTo>
                  <a:pt x="631887" y="1468710"/>
                </a:lnTo>
                <a:close/>
                <a:moveTo>
                  <a:pt x="3159435" y="1127150"/>
                </a:moveTo>
                <a:lnTo>
                  <a:pt x="2749563" y="1400398"/>
                </a:lnTo>
                <a:lnTo>
                  <a:pt x="2749563" y="1537022"/>
                </a:lnTo>
                <a:lnTo>
                  <a:pt x="2766641" y="1537022"/>
                </a:lnTo>
                <a:lnTo>
                  <a:pt x="2920343" y="1485788"/>
                </a:lnTo>
                <a:lnTo>
                  <a:pt x="3159435" y="1537022"/>
                </a:lnTo>
                <a:lnTo>
                  <a:pt x="3159435" y="1263774"/>
                </a:lnTo>
                <a:lnTo>
                  <a:pt x="3176513" y="1127150"/>
                </a:lnTo>
                <a:close/>
                <a:moveTo>
                  <a:pt x="2578782" y="836823"/>
                </a:moveTo>
                <a:lnTo>
                  <a:pt x="2612939" y="836823"/>
                </a:lnTo>
                <a:cubicBezTo>
                  <a:pt x="2681251" y="870979"/>
                  <a:pt x="2715407" y="956369"/>
                  <a:pt x="2715407" y="1092993"/>
                </a:cubicBezTo>
                <a:cubicBezTo>
                  <a:pt x="2840646" y="1092993"/>
                  <a:pt x="3011426" y="1018989"/>
                  <a:pt x="3227747" y="870979"/>
                </a:cubicBezTo>
                <a:cubicBezTo>
                  <a:pt x="3273289" y="870979"/>
                  <a:pt x="3438376" y="1047452"/>
                  <a:pt x="3723010" y="1400398"/>
                </a:cubicBezTo>
                <a:lnTo>
                  <a:pt x="3723010" y="1588256"/>
                </a:lnTo>
                <a:cubicBezTo>
                  <a:pt x="3723010" y="2066441"/>
                  <a:pt x="3586386" y="2362460"/>
                  <a:pt x="3313138" y="2476314"/>
                </a:cubicBezTo>
                <a:lnTo>
                  <a:pt x="2903265" y="2493392"/>
                </a:lnTo>
                <a:cubicBezTo>
                  <a:pt x="2869109" y="2493392"/>
                  <a:pt x="2806489" y="2430772"/>
                  <a:pt x="2715407" y="2305533"/>
                </a:cubicBezTo>
                <a:lnTo>
                  <a:pt x="2698329" y="2305533"/>
                </a:lnTo>
                <a:lnTo>
                  <a:pt x="2612939" y="2647094"/>
                </a:lnTo>
                <a:cubicBezTo>
                  <a:pt x="2861993" y="2846337"/>
                  <a:pt x="3211292" y="3015072"/>
                  <a:pt x="3660836" y="3153297"/>
                </a:cubicBezTo>
                <a:lnTo>
                  <a:pt x="3842169" y="3205628"/>
                </a:lnTo>
                <a:lnTo>
                  <a:pt x="3842169" y="3533745"/>
                </a:lnTo>
                <a:lnTo>
                  <a:pt x="3725145" y="3557566"/>
                </a:lnTo>
                <a:cubicBezTo>
                  <a:pt x="3626946" y="3576779"/>
                  <a:pt x="3512381" y="3597771"/>
                  <a:pt x="3381450" y="3620541"/>
                </a:cubicBezTo>
                <a:cubicBezTo>
                  <a:pt x="3210669" y="3620541"/>
                  <a:pt x="2926036" y="3398527"/>
                  <a:pt x="2527548" y="2954498"/>
                </a:cubicBezTo>
                <a:cubicBezTo>
                  <a:pt x="2288456" y="3318830"/>
                  <a:pt x="2100598" y="3500995"/>
                  <a:pt x="1963973" y="3500995"/>
                </a:cubicBezTo>
                <a:lnTo>
                  <a:pt x="1861505" y="3500995"/>
                </a:lnTo>
                <a:lnTo>
                  <a:pt x="1707803" y="3381449"/>
                </a:lnTo>
                <a:lnTo>
                  <a:pt x="1741959" y="3347293"/>
                </a:lnTo>
                <a:lnTo>
                  <a:pt x="1861505" y="3381449"/>
                </a:lnTo>
                <a:lnTo>
                  <a:pt x="1895661" y="3381449"/>
                </a:lnTo>
                <a:cubicBezTo>
                  <a:pt x="2077827" y="3381449"/>
                  <a:pt x="2237222" y="3153742"/>
                  <a:pt x="2373846" y="2698328"/>
                </a:cubicBezTo>
                <a:lnTo>
                  <a:pt x="2203066" y="2476314"/>
                </a:lnTo>
                <a:lnTo>
                  <a:pt x="2100598" y="2561704"/>
                </a:lnTo>
                <a:lnTo>
                  <a:pt x="2066442" y="2561704"/>
                </a:lnTo>
                <a:cubicBezTo>
                  <a:pt x="1929818" y="2470621"/>
                  <a:pt x="1861505" y="2311226"/>
                  <a:pt x="1861505" y="2083519"/>
                </a:cubicBezTo>
                <a:cubicBezTo>
                  <a:pt x="1929818" y="1628105"/>
                  <a:pt x="1998130" y="1400398"/>
                  <a:pt x="2066442" y="1400398"/>
                </a:cubicBezTo>
                <a:lnTo>
                  <a:pt x="2168910" y="1912739"/>
                </a:lnTo>
                <a:lnTo>
                  <a:pt x="2151832" y="1998129"/>
                </a:lnTo>
                <a:cubicBezTo>
                  <a:pt x="2151832" y="2203065"/>
                  <a:pt x="2242914" y="2362460"/>
                  <a:pt x="2425080" y="2476314"/>
                </a:cubicBezTo>
                <a:lnTo>
                  <a:pt x="2476314" y="2476314"/>
                </a:lnTo>
                <a:lnTo>
                  <a:pt x="2510470" y="2271377"/>
                </a:lnTo>
                <a:cubicBezTo>
                  <a:pt x="2442158" y="2271377"/>
                  <a:pt x="2408002" y="2254299"/>
                  <a:pt x="2408002" y="2220143"/>
                </a:cubicBezTo>
                <a:cubicBezTo>
                  <a:pt x="2408002" y="2072134"/>
                  <a:pt x="2459236" y="1998129"/>
                  <a:pt x="2561704" y="1998129"/>
                </a:cubicBezTo>
                <a:lnTo>
                  <a:pt x="2561704" y="1827349"/>
                </a:lnTo>
                <a:lnTo>
                  <a:pt x="2425080" y="1912739"/>
                </a:lnTo>
                <a:lnTo>
                  <a:pt x="2408002" y="1912739"/>
                </a:lnTo>
                <a:lnTo>
                  <a:pt x="2322612" y="1827349"/>
                </a:lnTo>
                <a:lnTo>
                  <a:pt x="2322612" y="1810270"/>
                </a:lnTo>
                <a:cubicBezTo>
                  <a:pt x="2322612" y="1776114"/>
                  <a:pt x="2408002" y="1719188"/>
                  <a:pt x="2578782" y="1639490"/>
                </a:cubicBezTo>
                <a:lnTo>
                  <a:pt x="2578782" y="1434554"/>
                </a:lnTo>
                <a:lnTo>
                  <a:pt x="2425080" y="1468710"/>
                </a:lnTo>
                <a:cubicBezTo>
                  <a:pt x="2322612" y="1423169"/>
                  <a:pt x="2271378" y="1383320"/>
                  <a:pt x="2271378" y="1349164"/>
                </a:cubicBezTo>
                <a:lnTo>
                  <a:pt x="2578782" y="1144228"/>
                </a:lnTo>
                <a:lnTo>
                  <a:pt x="2578782" y="1007603"/>
                </a:lnTo>
                <a:lnTo>
                  <a:pt x="2561704" y="870979"/>
                </a:lnTo>
                <a:close/>
                <a:moveTo>
                  <a:pt x="802668" y="614809"/>
                </a:moveTo>
                <a:cubicBezTo>
                  <a:pt x="654658" y="626194"/>
                  <a:pt x="580653" y="654657"/>
                  <a:pt x="580653" y="700199"/>
                </a:cubicBezTo>
                <a:lnTo>
                  <a:pt x="597731" y="1007603"/>
                </a:lnTo>
                <a:lnTo>
                  <a:pt x="648965" y="1007603"/>
                </a:lnTo>
                <a:cubicBezTo>
                  <a:pt x="819746" y="950677"/>
                  <a:pt x="905136" y="842516"/>
                  <a:pt x="905136" y="683121"/>
                </a:cubicBezTo>
                <a:lnTo>
                  <a:pt x="939292" y="631887"/>
                </a:lnTo>
                <a:lnTo>
                  <a:pt x="905136" y="614809"/>
                </a:lnTo>
                <a:close/>
                <a:moveTo>
                  <a:pt x="3005733" y="444028"/>
                </a:moveTo>
                <a:cubicBezTo>
                  <a:pt x="3187899" y="478185"/>
                  <a:pt x="3278982" y="518033"/>
                  <a:pt x="3278982" y="563575"/>
                </a:cubicBezTo>
                <a:lnTo>
                  <a:pt x="3278982" y="580653"/>
                </a:lnTo>
                <a:cubicBezTo>
                  <a:pt x="3278982" y="626194"/>
                  <a:pt x="3108201" y="700199"/>
                  <a:pt x="2766641" y="802667"/>
                </a:cubicBezTo>
                <a:cubicBezTo>
                  <a:pt x="2766641" y="768511"/>
                  <a:pt x="2732485" y="751433"/>
                  <a:pt x="2664173" y="751433"/>
                </a:cubicBezTo>
                <a:lnTo>
                  <a:pt x="2647095" y="734355"/>
                </a:lnTo>
                <a:lnTo>
                  <a:pt x="2647095" y="700199"/>
                </a:lnTo>
                <a:close/>
                <a:moveTo>
                  <a:pt x="1041760" y="0"/>
                </a:moveTo>
                <a:lnTo>
                  <a:pt x="1092994" y="0"/>
                </a:lnTo>
                <a:cubicBezTo>
                  <a:pt x="1206848" y="56926"/>
                  <a:pt x="1263774" y="136624"/>
                  <a:pt x="1263774" y="239092"/>
                </a:cubicBezTo>
                <a:lnTo>
                  <a:pt x="1263774" y="307404"/>
                </a:lnTo>
                <a:lnTo>
                  <a:pt x="1246697" y="341560"/>
                </a:lnTo>
                <a:lnTo>
                  <a:pt x="1246697" y="358638"/>
                </a:lnTo>
                <a:lnTo>
                  <a:pt x="1400399" y="461106"/>
                </a:lnTo>
                <a:cubicBezTo>
                  <a:pt x="1195462" y="654657"/>
                  <a:pt x="1092994" y="802667"/>
                  <a:pt x="1092994" y="905135"/>
                </a:cubicBezTo>
                <a:lnTo>
                  <a:pt x="1195462" y="973447"/>
                </a:lnTo>
                <a:lnTo>
                  <a:pt x="751433" y="1246696"/>
                </a:lnTo>
                <a:lnTo>
                  <a:pt x="751433" y="1297930"/>
                </a:lnTo>
                <a:cubicBezTo>
                  <a:pt x="819746" y="1297930"/>
                  <a:pt x="853902" y="1354856"/>
                  <a:pt x="853902" y="1468710"/>
                </a:cubicBezTo>
                <a:lnTo>
                  <a:pt x="990526" y="1434554"/>
                </a:lnTo>
                <a:lnTo>
                  <a:pt x="1246697" y="1468710"/>
                </a:lnTo>
                <a:cubicBezTo>
                  <a:pt x="1474403" y="717277"/>
                  <a:pt x="1622413" y="341560"/>
                  <a:pt x="1690725" y="341560"/>
                </a:cubicBezTo>
                <a:cubicBezTo>
                  <a:pt x="1929818" y="535111"/>
                  <a:pt x="2089212" y="722970"/>
                  <a:pt x="2168910" y="905135"/>
                </a:cubicBezTo>
                <a:cubicBezTo>
                  <a:pt x="2168910" y="962062"/>
                  <a:pt x="2015208" y="1206847"/>
                  <a:pt x="1707803" y="1639490"/>
                </a:cubicBezTo>
                <a:cubicBezTo>
                  <a:pt x="1685032" y="1787500"/>
                  <a:pt x="1599642" y="1907046"/>
                  <a:pt x="1451633" y="1998129"/>
                </a:cubicBezTo>
                <a:lnTo>
                  <a:pt x="1451633" y="2032285"/>
                </a:lnTo>
                <a:cubicBezTo>
                  <a:pt x="1497174" y="2032285"/>
                  <a:pt x="1559794" y="2094904"/>
                  <a:pt x="1639491" y="2220143"/>
                </a:cubicBezTo>
                <a:lnTo>
                  <a:pt x="1639491" y="2647094"/>
                </a:lnTo>
                <a:cubicBezTo>
                  <a:pt x="1639491" y="3148049"/>
                  <a:pt x="1622413" y="3489610"/>
                  <a:pt x="1588257" y="3671776"/>
                </a:cubicBezTo>
                <a:lnTo>
                  <a:pt x="1605335" y="3791322"/>
                </a:lnTo>
                <a:lnTo>
                  <a:pt x="1588257" y="3825478"/>
                </a:lnTo>
                <a:lnTo>
                  <a:pt x="1571179" y="3825478"/>
                </a:lnTo>
                <a:lnTo>
                  <a:pt x="1554101" y="3791322"/>
                </a:lnTo>
                <a:lnTo>
                  <a:pt x="1349165" y="3945024"/>
                </a:lnTo>
                <a:cubicBezTo>
                  <a:pt x="1280852" y="3865327"/>
                  <a:pt x="1246697" y="3785629"/>
                  <a:pt x="1246697" y="3705932"/>
                </a:cubicBezTo>
                <a:lnTo>
                  <a:pt x="1246697" y="3500995"/>
                </a:lnTo>
                <a:cubicBezTo>
                  <a:pt x="1246697" y="2840645"/>
                  <a:pt x="1269467" y="2373845"/>
                  <a:pt x="1315008" y="2100597"/>
                </a:cubicBezTo>
                <a:cubicBezTo>
                  <a:pt x="1269467" y="2100597"/>
                  <a:pt x="1212540" y="2055055"/>
                  <a:pt x="1144228" y="1963973"/>
                </a:cubicBezTo>
                <a:cubicBezTo>
                  <a:pt x="1144228" y="2111982"/>
                  <a:pt x="1041760" y="2254299"/>
                  <a:pt x="836824" y="2390923"/>
                </a:cubicBezTo>
                <a:lnTo>
                  <a:pt x="802668" y="2493392"/>
                </a:lnTo>
                <a:lnTo>
                  <a:pt x="802668" y="2595860"/>
                </a:lnTo>
                <a:lnTo>
                  <a:pt x="836824" y="2595860"/>
                </a:lnTo>
                <a:cubicBezTo>
                  <a:pt x="859594" y="2595860"/>
                  <a:pt x="882365" y="2527548"/>
                  <a:pt x="905136" y="2390923"/>
                </a:cubicBezTo>
                <a:lnTo>
                  <a:pt x="939292" y="2390923"/>
                </a:lnTo>
                <a:cubicBezTo>
                  <a:pt x="1053145" y="2447850"/>
                  <a:pt x="1110072" y="2521855"/>
                  <a:pt x="1110072" y="2612938"/>
                </a:cubicBezTo>
                <a:cubicBezTo>
                  <a:pt x="870980" y="2863415"/>
                  <a:pt x="751433" y="3022810"/>
                  <a:pt x="751433" y="3091122"/>
                </a:cubicBezTo>
                <a:cubicBezTo>
                  <a:pt x="694507" y="3364371"/>
                  <a:pt x="637580" y="3500995"/>
                  <a:pt x="580653" y="3500995"/>
                </a:cubicBezTo>
                <a:cubicBezTo>
                  <a:pt x="546497" y="3500995"/>
                  <a:pt x="518034" y="3426990"/>
                  <a:pt x="495263" y="3278981"/>
                </a:cubicBezTo>
                <a:lnTo>
                  <a:pt x="495263" y="3091122"/>
                </a:lnTo>
                <a:lnTo>
                  <a:pt x="239093" y="3125279"/>
                </a:lnTo>
                <a:lnTo>
                  <a:pt x="204937" y="3125279"/>
                </a:lnTo>
                <a:lnTo>
                  <a:pt x="136624" y="3039889"/>
                </a:lnTo>
                <a:lnTo>
                  <a:pt x="136624" y="2937420"/>
                </a:lnTo>
                <a:lnTo>
                  <a:pt x="187859" y="2869108"/>
                </a:lnTo>
                <a:lnTo>
                  <a:pt x="204937" y="2886186"/>
                </a:lnTo>
                <a:lnTo>
                  <a:pt x="239093" y="2886186"/>
                </a:lnTo>
                <a:cubicBezTo>
                  <a:pt x="444029" y="2852030"/>
                  <a:pt x="546497" y="2743869"/>
                  <a:pt x="546497" y="2561704"/>
                </a:cubicBezTo>
                <a:lnTo>
                  <a:pt x="546497" y="2442157"/>
                </a:lnTo>
                <a:lnTo>
                  <a:pt x="444029" y="2442157"/>
                </a:lnTo>
                <a:cubicBezTo>
                  <a:pt x="444029" y="2544626"/>
                  <a:pt x="392795" y="2635708"/>
                  <a:pt x="290327" y="2715406"/>
                </a:cubicBezTo>
                <a:lnTo>
                  <a:pt x="256171" y="2715406"/>
                </a:lnTo>
                <a:cubicBezTo>
                  <a:pt x="142317" y="2658479"/>
                  <a:pt x="56927" y="2521855"/>
                  <a:pt x="0" y="2305533"/>
                </a:cubicBezTo>
                <a:cubicBezTo>
                  <a:pt x="22771" y="1941202"/>
                  <a:pt x="56927" y="1759036"/>
                  <a:pt x="102468" y="1759036"/>
                </a:cubicBezTo>
                <a:cubicBezTo>
                  <a:pt x="193551" y="1815963"/>
                  <a:pt x="273249" y="1981051"/>
                  <a:pt x="341561" y="2254299"/>
                </a:cubicBezTo>
                <a:lnTo>
                  <a:pt x="358639" y="2254299"/>
                </a:lnTo>
                <a:cubicBezTo>
                  <a:pt x="358639" y="2185987"/>
                  <a:pt x="415566" y="2151831"/>
                  <a:pt x="529419" y="2151831"/>
                </a:cubicBezTo>
                <a:cubicBezTo>
                  <a:pt x="563575" y="2094904"/>
                  <a:pt x="580653" y="1998129"/>
                  <a:pt x="580653" y="1861505"/>
                </a:cubicBezTo>
                <a:lnTo>
                  <a:pt x="580653" y="1741958"/>
                </a:lnTo>
                <a:lnTo>
                  <a:pt x="546497" y="1707803"/>
                </a:lnTo>
                <a:cubicBezTo>
                  <a:pt x="478185" y="1685032"/>
                  <a:pt x="444029" y="1628105"/>
                  <a:pt x="444029" y="1537022"/>
                </a:cubicBezTo>
                <a:lnTo>
                  <a:pt x="307405" y="1263774"/>
                </a:lnTo>
                <a:lnTo>
                  <a:pt x="392795" y="683121"/>
                </a:lnTo>
                <a:lnTo>
                  <a:pt x="358639" y="631887"/>
                </a:lnTo>
                <a:lnTo>
                  <a:pt x="358639" y="614809"/>
                </a:lnTo>
                <a:cubicBezTo>
                  <a:pt x="404180" y="387102"/>
                  <a:pt x="438336" y="273248"/>
                  <a:pt x="461107" y="273248"/>
                </a:cubicBezTo>
                <a:cubicBezTo>
                  <a:pt x="518034" y="307404"/>
                  <a:pt x="546497" y="392794"/>
                  <a:pt x="546497" y="529419"/>
                </a:cubicBezTo>
                <a:lnTo>
                  <a:pt x="580653" y="529419"/>
                </a:lnTo>
                <a:cubicBezTo>
                  <a:pt x="865287" y="472492"/>
                  <a:pt x="1007604" y="375716"/>
                  <a:pt x="1007604" y="239092"/>
                </a:cubicBezTo>
                <a:lnTo>
                  <a:pt x="1041760" y="51234"/>
                </a:lnTo>
                <a:lnTo>
                  <a:pt x="1007604" y="1707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44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165625" y="5614308"/>
            <a:ext cx="7674682" cy="8309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绝招九：要死还是赌一把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403115" y="1669748"/>
            <a:ext cx="7332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当你想促使别人做出某项决定时</a:t>
            </a:r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95863" y="2499767"/>
            <a:ext cx="69466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褒奖对方的正面讯息或成就，会让对方觉得是否采纳你的建议也无关紧要！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/>
            <a:endParaRPr lang="en-US" altLang="zh-CN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/>
            <a:r>
              <a:rPr lang="zh-CN" altLang="en-US" sz="2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先明确对方现在所承受的负面损失</a:t>
            </a: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，再</a:t>
            </a:r>
            <a:r>
              <a:rPr lang="zh-CN" altLang="en-US" sz="2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全力向对方提出新的提案，帮助对方填补他的</a:t>
            </a: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损失</a:t>
            </a:r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081298" y="1306248"/>
            <a:ext cx="6689556" cy="0"/>
          </a:xfrm>
          <a:prstGeom prst="line">
            <a:avLst/>
          </a:prstGeom>
          <a:ln w="50800">
            <a:solidFill>
              <a:srgbClr val="FFC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8411301" y="5152263"/>
            <a:ext cx="2614866" cy="0"/>
          </a:xfrm>
          <a:prstGeom prst="line">
            <a:avLst/>
          </a:prstGeom>
          <a:ln w="50800">
            <a:solidFill>
              <a:srgbClr val="FFC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11818980" y="3529442"/>
            <a:ext cx="0" cy="994867"/>
          </a:xfrm>
          <a:prstGeom prst="line">
            <a:avLst/>
          </a:prstGeom>
          <a:ln w="50800">
            <a:solidFill>
              <a:srgbClr val="FFC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半闭框 18"/>
          <p:cNvSpPr/>
          <p:nvPr/>
        </p:nvSpPr>
        <p:spPr>
          <a:xfrm>
            <a:off x="4165625" y="1282716"/>
            <a:ext cx="714866" cy="535997"/>
          </a:xfrm>
          <a:prstGeom prst="halfFrame">
            <a:avLst>
              <a:gd name="adj1" fmla="val 23210"/>
              <a:gd name="adj2" fmla="val 20679"/>
            </a:avLst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半闭框 19"/>
          <p:cNvSpPr/>
          <p:nvPr/>
        </p:nvSpPr>
        <p:spPr>
          <a:xfrm rot="10800000">
            <a:off x="11125441" y="4666035"/>
            <a:ext cx="714866" cy="535997"/>
          </a:xfrm>
          <a:prstGeom prst="halfFrame">
            <a:avLst>
              <a:gd name="adj1" fmla="val 23210"/>
              <a:gd name="adj2" fmla="val 20679"/>
            </a:avLst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76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737691"/>
            <a:ext cx="12192000" cy="4030063"/>
          </a:xfrm>
          <a:custGeom>
            <a:avLst/>
            <a:gdLst>
              <a:gd name="connsiteX0" fmla="*/ 9737594 w 12192000"/>
              <a:gd name="connsiteY0" fmla="*/ 2271602 h 4030063"/>
              <a:gd name="connsiteX1" fmla="*/ 10295457 w 12192000"/>
              <a:gd name="connsiteY1" fmla="*/ 2271602 h 4030063"/>
              <a:gd name="connsiteX2" fmla="*/ 10284090 w 12192000"/>
              <a:gd name="connsiteY2" fmla="*/ 2408001 h 4030063"/>
              <a:gd name="connsiteX3" fmla="*/ 10284090 w 12192000"/>
              <a:gd name="connsiteY3" fmla="*/ 2442157 h 4030063"/>
              <a:gd name="connsiteX4" fmla="*/ 10301168 w 12192000"/>
              <a:gd name="connsiteY4" fmla="*/ 2476314 h 4030063"/>
              <a:gd name="connsiteX5" fmla="*/ 9754672 w 12192000"/>
              <a:gd name="connsiteY5" fmla="*/ 2595860 h 4030063"/>
              <a:gd name="connsiteX6" fmla="*/ 9737594 w 12192000"/>
              <a:gd name="connsiteY6" fmla="*/ 2442157 h 4030063"/>
              <a:gd name="connsiteX7" fmla="*/ 8766732 w 12192000"/>
              <a:gd name="connsiteY7" fmla="*/ 2271602 h 4030063"/>
              <a:gd name="connsiteX8" fmla="*/ 8968291 w 12192000"/>
              <a:gd name="connsiteY8" fmla="*/ 2271602 h 4030063"/>
              <a:gd name="connsiteX9" fmla="*/ 8866614 w 12192000"/>
              <a:gd name="connsiteY9" fmla="*/ 2410137 h 4030063"/>
              <a:gd name="connsiteX10" fmla="*/ 8627522 w 12192000"/>
              <a:gd name="connsiteY10" fmla="*/ 2664172 h 4030063"/>
              <a:gd name="connsiteX11" fmla="*/ 8627522 w 12192000"/>
              <a:gd name="connsiteY11" fmla="*/ 2630016 h 4030063"/>
              <a:gd name="connsiteX12" fmla="*/ 8747068 w 12192000"/>
              <a:gd name="connsiteY12" fmla="*/ 2378115 h 4030063"/>
              <a:gd name="connsiteX13" fmla="*/ 0 w 12192000"/>
              <a:gd name="connsiteY13" fmla="*/ 2271602 h 4030063"/>
              <a:gd name="connsiteX14" fmla="*/ 7909924 w 12192000"/>
              <a:gd name="connsiteY14" fmla="*/ 2271602 h 4030063"/>
              <a:gd name="connsiteX15" fmla="*/ 7739465 w 12192000"/>
              <a:gd name="connsiteY15" fmla="*/ 2390923 h 4030063"/>
              <a:gd name="connsiteX16" fmla="*/ 7739465 w 12192000"/>
              <a:gd name="connsiteY16" fmla="*/ 2442157 h 4030063"/>
              <a:gd name="connsiteX17" fmla="*/ 7756543 w 12192000"/>
              <a:gd name="connsiteY17" fmla="*/ 2476314 h 4030063"/>
              <a:gd name="connsiteX18" fmla="*/ 8183493 w 12192000"/>
              <a:gd name="connsiteY18" fmla="*/ 2339689 h 4030063"/>
              <a:gd name="connsiteX19" fmla="*/ 8200571 w 12192000"/>
              <a:gd name="connsiteY19" fmla="*/ 2339689 h 4030063"/>
              <a:gd name="connsiteX20" fmla="*/ 8115181 w 12192000"/>
              <a:gd name="connsiteY20" fmla="*/ 3039888 h 4030063"/>
              <a:gd name="connsiteX21" fmla="*/ 7807777 w 12192000"/>
              <a:gd name="connsiteY21" fmla="*/ 3227747 h 4030063"/>
              <a:gd name="connsiteX22" fmla="*/ 7807777 w 12192000"/>
              <a:gd name="connsiteY22" fmla="*/ 3261903 h 4030063"/>
              <a:gd name="connsiteX23" fmla="*/ 8132259 w 12192000"/>
              <a:gd name="connsiteY23" fmla="*/ 3586385 h 4030063"/>
              <a:gd name="connsiteX24" fmla="*/ 8354274 w 12192000"/>
              <a:gd name="connsiteY24" fmla="*/ 3466839 h 4030063"/>
              <a:gd name="connsiteX25" fmla="*/ 9003238 w 12192000"/>
              <a:gd name="connsiteY25" fmla="*/ 2510470 h 4030063"/>
              <a:gd name="connsiteX26" fmla="*/ 8952005 w 12192000"/>
              <a:gd name="connsiteY26" fmla="*/ 2954499 h 4030063"/>
              <a:gd name="connsiteX27" fmla="*/ 9020316 w 12192000"/>
              <a:gd name="connsiteY27" fmla="*/ 3227747 h 4030063"/>
              <a:gd name="connsiteX28" fmla="*/ 9310643 w 12192000"/>
              <a:gd name="connsiteY28" fmla="*/ 3091123 h 4030063"/>
              <a:gd name="connsiteX29" fmla="*/ 9293832 w 12192000"/>
              <a:gd name="connsiteY29" fmla="*/ 2289790 h 4030063"/>
              <a:gd name="connsiteX30" fmla="*/ 9292700 w 12192000"/>
              <a:gd name="connsiteY30" fmla="*/ 2271602 h 4030063"/>
              <a:gd name="connsiteX31" fmla="*/ 9430511 w 12192000"/>
              <a:gd name="connsiteY31" fmla="*/ 2271602 h 4030063"/>
              <a:gd name="connsiteX32" fmla="*/ 9413111 w 12192000"/>
              <a:gd name="connsiteY32" fmla="*/ 2339689 h 4030063"/>
              <a:gd name="connsiteX33" fmla="*/ 9413111 w 12192000"/>
              <a:gd name="connsiteY33" fmla="*/ 2390923 h 4030063"/>
              <a:gd name="connsiteX34" fmla="*/ 9447267 w 12192000"/>
              <a:gd name="connsiteY34" fmla="*/ 2408001 h 4030063"/>
              <a:gd name="connsiteX35" fmla="*/ 9413111 w 12192000"/>
              <a:gd name="connsiteY35" fmla="*/ 2408001 h 4030063"/>
              <a:gd name="connsiteX36" fmla="*/ 9464345 w 12192000"/>
              <a:gd name="connsiteY36" fmla="*/ 2715406 h 4030063"/>
              <a:gd name="connsiteX37" fmla="*/ 9566814 w 12192000"/>
              <a:gd name="connsiteY37" fmla="*/ 2698328 h 4030063"/>
              <a:gd name="connsiteX38" fmla="*/ 9959608 w 12192000"/>
              <a:gd name="connsiteY38" fmla="*/ 2766640 h 4030063"/>
              <a:gd name="connsiteX39" fmla="*/ 10249934 w 12192000"/>
              <a:gd name="connsiteY39" fmla="*/ 2698328 h 4030063"/>
              <a:gd name="connsiteX40" fmla="*/ 10523183 w 12192000"/>
              <a:gd name="connsiteY40" fmla="*/ 2971576 h 4030063"/>
              <a:gd name="connsiteX41" fmla="*/ 10830588 w 12192000"/>
              <a:gd name="connsiteY41" fmla="*/ 2315140 h 4030063"/>
              <a:gd name="connsiteX42" fmla="*/ 10838025 w 12192000"/>
              <a:gd name="connsiteY42" fmla="*/ 2271602 h 4030063"/>
              <a:gd name="connsiteX43" fmla="*/ 10927326 w 12192000"/>
              <a:gd name="connsiteY43" fmla="*/ 2271602 h 4030063"/>
              <a:gd name="connsiteX44" fmla="*/ 10898900 w 12192000"/>
              <a:gd name="connsiteY44" fmla="*/ 2442157 h 4030063"/>
              <a:gd name="connsiteX45" fmla="*/ 10693963 w 12192000"/>
              <a:gd name="connsiteY45" fmla="*/ 3347293 h 4030063"/>
              <a:gd name="connsiteX46" fmla="*/ 10779353 w 12192000"/>
              <a:gd name="connsiteY46" fmla="*/ 3586385 h 4030063"/>
              <a:gd name="connsiteX47" fmla="*/ 11069680 w 12192000"/>
              <a:gd name="connsiteY47" fmla="*/ 3893790 h 4030063"/>
              <a:gd name="connsiteX48" fmla="*/ 11172148 w 12192000"/>
              <a:gd name="connsiteY48" fmla="*/ 3774244 h 4030063"/>
              <a:gd name="connsiteX49" fmla="*/ 11496630 w 12192000"/>
              <a:gd name="connsiteY49" fmla="*/ 2305533 h 4030063"/>
              <a:gd name="connsiteX50" fmla="*/ 11500871 w 12192000"/>
              <a:gd name="connsiteY50" fmla="*/ 2271602 h 4030063"/>
              <a:gd name="connsiteX51" fmla="*/ 12192000 w 12192000"/>
              <a:gd name="connsiteY51" fmla="*/ 2271602 h 4030063"/>
              <a:gd name="connsiteX52" fmla="*/ 12192000 w 12192000"/>
              <a:gd name="connsiteY52" fmla="*/ 4030063 h 4030063"/>
              <a:gd name="connsiteX53" fmla="*/ 0 w 12192000"/>
              <a:gd name="connsiteY53" fmla="*/ 4030063 h 4030063"/>
              <a:gd name="connsiteX54" fmla="*/ 9174019 w 12192000"/>
              <a:gd name="connsiteY54" fmla="*/ 1776114 h 4030063"/>
              <a:gd name="connsiteX55" fmla="*/ 9191097 w 12192000"/>
              <a:gd name="connsiteY55" fmla="*/ 1776114 h 4030063"/>
              <a:gd name="connsiteX56" fmla="*/ 9287761 w 12192000"/>
              <a:gd name="connsiteY56" fmla="*/ 2192191 h 4030063"/>
              <a:gd name="connsiteX57" fmla="*/ 9292700 w 12192000"/>
              <a:gd name="connsiteY57" fmla="*/ 2271602 h 4030063"/>
              <a:gd name="connsiteX58" fmla="*/ 8968291 w 12192000"/>
              <a:gd name="connsiteY58" fmla="*/ 2271602 h 4030063"/>
              <a:gd name="connsiteX59" fmla="*/ 9037395 w 12192000"/>
              <a:gd name="connsiteY59" fmla="*/ 2177448 h 4030063"/>
              <a:gd name="connsiteX60" fmla="*/ 9174019 w 12192000"/>
              <a:gd name="connsiteY60" fmla="*/ 1776114 h 4030063"/>
              <a:gd name="connsiteX61" fmla="*/ 8900770 w 12192000"/>
              <a:gd name="connsiteY61" fmla="*/ 1263774 h 4030063"/>
              <a:gd name="connsiteX62" fmla="*/ 8917848 w 12192000"/>
              <a:gd name="connsiteY62" fmla="*/ 1263774 h 4030063"/>
              <a:gd name="connsiteX63" fmla="*/ 8969082 w 12192000"/>
              <a:gd name="connsiteY63" fmla="*/ 1315008 h 4030063"/>
              <a:gd name="connsiteX64" fmla="*/ 8507976 w 12192000"/>
              <a:gd name="connsiteY64" fmla="*/ 1502866 h 4030063"/>
              <a:gd name="connsiteX65" fmla="*/ 8507976 w 12192000"/>
              <a:gd name="connsiteY65" fmla="*/ 1519944 h 4030063"/>
              <a:gd name="connsiteX66" fmla="*/ 8747068 w 12192000"/>
              <a:gd name="connsiteY66" fmla="*/ 1776114 h 4030063"/>
              <a:gd name="connsiteX67" fmla="*/ 8969082 w 12192000"/>
              <a:gd name="connsiteY67" fmla="*/ 1759036 h 4030063"/>
              <a:gd name="connsiteX68" fmla="*/ 8969082 w 12192000"/>
              <a:gd name="connsiteY68" fmla="*/ 1827349 h 4030063"/>
              <a:gd name="connsiteX69" fmla="*/ 8798302 w 12192000"/>
              <a:gd name="connsiteY69" fmla="*/ 2100597 h 4030063"/>
              <a:gd name="connsiteX70" fmla="*/ 8766732 w 12192000"/>
              <a:gd name="connsiteY70" fmla="*/ 2271602 h 4030063"/>
              <a:gd name="connsiteX71" fmla="*/ 7909924 w 12192000"/>
              <a:gd name="connsiteY71" fmla="*/ 2271602 h 4030063"/>
              <a:gd name="connsiteX72" fmla="*/ 8251806 w 12192000"/>
              <a:gd name="connsiteY72" fmla="*/ 2032285 h 4030063"/>
              <a:gd name="connsiteX73" fmla="*/ 8285962 w 12192000"/>
              <a:gd name="connsiteY73" fmla="*/ 1724880 h 4030063"/>
              <a:gd name="connsiteX74" fmla="*/ 8285962 w 12192000"/>
              <a:gd name="connsiteY74" fmla="*/ 1639490 h 4030063"/>
              <a:gd name="connsiteX75" fmla="*/ 8115181 w 12192000"/>
              <a:gd name="connsiteY75" fmla="*/ 1690725 h 4030063"/>
              <a:gd name="connsiteX76" fmla="*/ 8081025 w 12192000"/>
              <a:gd name="connsiteY76" fmla="*/ 1656568 h 4030063"/>
              <a:gd name="connsiteX77" fmla="*/ 8081025 w 12192000"/>
              <a:gd name="connsiteY77" fmla="*/ 1639490 h 4030063"/>
              <a:gd name="connsiteX78" fmla="*/ 8900770 w 12192000"/>
              <a:gd name="connsiteY78" fmla="*/ 1263774 h 4030063"/>
              <a:gd name="connsiteX79" fmla="*/ 10301168 w 12192000"/>
              <a:gd name="connsiteY79" fmla="*/ 1195462 h 4030063"/>
              <a:gd name="connsiteX80" fmla="*/ 10454871 w 12192000"/>
              <a:gd name="connsiteY80" fmla="*/ 1195462 h 4030063"/>
              <a:gd name="connsiteX81" fmla="*/ 10864744 w 12192000"/>
              <a:gd name="connsiteY81" fmla="*/ 1656568 h 4030063"/>
              <a:gd name="connsiteX82" fmla="*/ 10898900 w 12192000"/>
              <a:gd name="connsiteY82" fmla="*/ 1827349 h 4030063"/>
              <a:gd name="connsiteX83" fmla="*/ 10849267 w 12192000"/>
              <a:gd name="connsiteY83" fmla="*/ 2205801 h 4030063"/>
              <a:gd name="connsiteX84" fmla="*/ 10838025 w 12192000"/>
              <a:gd name="connsiteY84" fmla="*/ 2271602 h 4030063"/>
              <a:gd name="connsiteX85" fmla="*/ 10295457 w 12192000"/>
              <a:gd name="connsiteY85" fmla="*/ 2271602 h 4030063"/>
              <a:gd name="connsiteX86" fmla="*/ 10301168 w 12192000"/>
              <a:gd name="connsiteY86" fmla="*/ 2203065 h 4030063"/>
              <a:gd name="connsiteX87" fmla="*/ 10284090 w 12192000"/>
              <a:gd name="connsiteY87" fmla="*/ 2151831 h 4030063"/>
              <a:gd name="connsiteX88" fmla="*/ 10027920 w 12192000"/>
              <a:gd name="connsiteY88" fmla="*/ 2151831 h 4030063"/>
              <a:gd name="connsiteX89" fmla="*/ 9737594 w 12192000"/>
              <a:gd name="connsiteY89" fmla="*/ 2100597 h 4030063"/>
              <a:gd name="connsiteX90" fmla="*/ 9737594 w 12192000"/>
              <a:gd name="connsiteY90" fmla="*/ 2271602 h 4030063"/>
              <a:gd name="connsiteX91" fmla="*/ 9430511 w 12192000"/>
              <a:gd name="connsiteY91" fmla="*/ 2271602 h 4030063"/>
              <a:gd name="connsiteX92" fmla="*/ 9449936 w 12192000"/>
              <a:gd name="connsiteY92" fmla="*/ 2195593 h 4030063"/>
              <a:gd name="connsiteX93" fmla="*/ 9618048 w 12192000"/>
              <a:gd name="connsiteY93" fmla="*/ 1724880 h 4030063"/>
              <a:gd name="connsiteX94" fmla="*/ 9737594 w 12192000"/>
              <a:gd name="connsiteY94" fmla="*/ 1827349 h 4030063"/>
              <a:gd name="connsiteX95" fmla="*/ 9686360 w 12192000"/>
              <a:gd name="connsiteY95" fmla="*/ 1963973 h 4030063"/>
              <a:gd name="connsiteX96" fmla="*/ 9805906 w 12192000"/>
              <a:gd name="connsiteY96" fmla="*/ 2015207 h 4030063"/>
              <a:gd name="connsiteX97" fmla="*/ 10181622 w 12192000"/>
              <a:gd name="connsiteY97" fmla="*/ 1946895 h 4030063"/>
              <a:gd name="connsiteX98" fmla="*/ 10335325 w 12192000"/>
              <a:gd name="connsiteY98" fmla="*/ 1946895 h 4030063"/>
              <a:gd name="connsiteX99" fmla="*/ 10232856 w 12192000"/>
              <a:gd name="connsiteY99" fmla="*/ 1639490 h 4030063"/>
              <a:gd name="connsiteX100" fmla="*/ 10181622 w 12192000"/>
              <a:gd name="connsiteY100" fmla="*/ 1639490 h 4030063"/>
              <a:gd name="connsiteX101" fmla="*/ 10079154 w 12192000"/>
              <a:gd name="connsiteY101" fmla="*/ 1690725 h 4030063"/>
              <a:gd name="connsiteX102" fmla="*/ 9788828 w 12192000"/>
              <a:gd name="connsiteY102" fmla="*/ 1519944 h 4030063"/>
              <a:gd name="connsiteX103" fmla="*/ 10249934 w 12192000"/>
              <a:gd name="connsiteY103" fmla="*/ 1280852 h 4030063"/>
              <a:gd name="connsiteX104" fmla="*/ 10301168 w 12192000"/>
              <a:gd name="connsiteY104" fmla="*/ 1195462 h 4030063"/>
              <a:gd name="connsiteX105" fmla="*/ 9583892 w 12192000"/>
              <a:gd name="connsiteY105" fmla="*/ 768511 h 4030063"/>
              <a:gd name="connsiteX106" fmla="*/ 9891296 w 12192000"/>
              <a:gd name="connsiteY106" fmla="*/ 1024681 h 4030063"/>
              <a:gd name="connsiteX107" fmla="*/ 9635126 w 12192000"/>
              <a:gd name="connsiteY107" fmla="*/ 1144228 h 4030063"/>
              <a:gd name="connsiteX108" fmla="*/ 9566814 w 12192000"/>
              <a:gd name="connsiteY108" fmla="*/ 1144228 h 4030063"/>
              <a:gd name="connsiteX109" fmla="*/ 9515579 w 12192000"/>
              <a:gd name="connsiteY109" fmla="*/ 1092993 h 4030063"/>
              <a:gd name="connsiteX110" fmla="*/ 9532658 w 12192000"/>
              <a:gd name="connsiteY110" fmla="*/ 956369 h 4030063"/>
              <a:gd name="connsiteX111" fmla="*/ 9413111 w 12192000"/>
              <a:gd name="connsiteY111" fmla="*/ 836823 h 4030063"/>
              <a:gd name="connsiteX112" fmla="*/ 10898900 w 12192000"/>
              <a:gd name="connsiteY112" fmla="*/ 563575 h 4030063"/>
              <a:gd name="connsiteX113" fmla="*/ 11018446 w 12192000"/>
              <a:gd name="connsiteY113" fmla="*/ 563575 h 4030063"/>
              <a:gd name="connsiteX114" fmla="*/ 11291694 w 12192000"/>
              <a:gd name="connsiteY114" fmla="*/ 683121 h 4030063"/>
              <a:gd name="connsiteX115" fmla="*/ 11564942 w 12192000"/>
              <a:gd name="connsiteY115" fmla="*/ 1280852 h 4030063"/>
              <a:gd name="connsiteX116" fmla="*/ 11616176 w 12192000"/>
              <a:gd name="connsiteY116" fmla="*/ 1468710 h 4030063"/>
              <a:gd name="connsiteX117" fmla="*/ 11530786 w 12192000"/>
              <a:gd name="connsiteY117" fmla="*/ 2032285 h 4030063"/>
              <a:gd name="connsiteX118" fmla="*/ 11500871 w 12192000"/>
              <a:gd name="connsiteY118" fmla="*/ 2271602 h 4030063"/>
              <a:gd name="connsiteX119" fmla="*/ 10927326 w 12192000"/>
              <a:gd name="connsiteY119" fmla="*/ 2271602 h 4030063"/>
              <a:gd name="connsiteX120" fmla="*/ 10950134 w 12192000"/>
              <a:gd name="connsiteY120" fmla="*/ 2134753 h 4030063"/>
              <a:gd name="connsiteX121" fmla="*/ 10915978 w 12192000"/>
              <a:gd name="connsiteY121" fmla="*/ 2100597 h 4030063"/>
              <a:gd name="connsiteX122" fmla="*/ 10950134 w 12192000"/>
              <a:gd name="connsiteY122" fmla="*/ 1912739 h 4030063"/>
              <a:gd name="connsiteX123" fmla="*/ 10745197 w 12192000"/>
              <a:gd name="connsiteY123" fmla="*/ 819745 h 4030063"/>
              <a:gd name="connsiteX124" fmla="*/ 10027920 w 12192000"/>
              <a:gd name="connsiteY124" fmla="*/ 1092993 h 4030063"/>
              <a:gd name="connsiteX125" fmla="*/ 10010842 w 12192000"/>
              <a:gd name="connsiteY125" fmla="*/ 1092993 h 4030063"/>
              <a:gd name="connsiteX126" fmla="*/ 10010842 w 12192000"/>
              <a:gd name="connsiteY126" fmla="*/ 1075915 h 4030063"/>
              <a:gd name="connsiteX127" fmla="*/ 10898900 w 12192000"/>
              <a:gd name="connsiteY127" fmla="*/ 563575 h 4030063"/>
              <a:gd name="connsiteX128" fmla="*/ 8115181 w 12192000"/>
              <a:gd name="connsiteY128" fmla="*/ 0 h 4030063"/>
              <a:gd name="connsiteX129" fmla="*/ 8729990 w 12192000"/>
              <a:gd name="connsiteY129" fmla="*/ 631887 h 4030063"/>
              <a:gd name="connsiteX130" fmla="*/ 8729990 w 12192000"/>
              <a:gd name="connsiteY130" fmla="*/ 717277 h 4030063"/>
              <a:gd name="connsiteX131" fmla="*/ 9020316 w 12192000"/>
              <a:gd name="connsiteY131" fmla="*/ 580653 h 4030063"/>
              <a:gd name="connsiteX132" fmla="*/ 9191097 w 12192000"/>
              <a:gd name="connsiteY132" fmla="*/ 580653 h 4030063"/>
              <a:gd name="connsiteX133" fmla="*/ 9242331 w 12192000"/>
              <a:gd name="connsiteY133" fmla="*/ 648965 h 4030063"/>
              <a:gd name="connsiteX134" fmla="*/ 8354274 w 12192000"/>
              <a:gd name="connsiteY134" fmla="*/ 1075915 h 4030063"/>
              <a:gd name="connsiteX135" fmla="*/ 7756543 w 12192000"/>
              <a:gd name="connsiteY135" fmla="*/ 1759036 h 4030063"/>
              <a:gd name="connsiteX136" fmla="*/ 7585762 w 12192000"/>
              <a:gd name="connsiteY136" fmla="*/ 1588256 h 4030063"/>
              <a:gd name="connsiteX137" fmla="*/ 8063947 w 12192000"/>
              <a:gd name="connsiteY137" fmla="*/ 273248 h 4030063"/>
              <a:gd name="connsiteX138" fmla="*/ 8115181 w 12192000"/>
              <a:gd name="connsiteY138" fmla="*/ 0 h 4030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12192000" h="4030063">
                <a:moveTo>
                  <a:pt x="9737594" y="2271602"/>
                </a:moveTo>
                <a:lnTo>
                  <a:pt x="10295457" y="2271602"/>
                </a:lnTo>
                <a:lnTo>
                  <a:pt x="10284090" y="2408001"/>
                </a:lnTo>
                <a:lnTo>
                  <a:pt x="10284090" y="2442157"/>
                </a:lnTo>
                <a:lnTo>
                  <a:pt x="10301168" y="2476314"/>
                </a:lnTo>
                <a:lnTo>
                  <a:pt x="9754672" y="2595860"/>
                </a:lnTo>
                <a:lnTo>
                  <a:pt x="9737594" y="2442157"/>
                </a:lnTo>
                <a:close/>
                <a:moveTo>
                  <a:pt x="8766732" y="2271602"/>
                </a:moveTo>
                <a:lnTo>
                  <a:pt x="8968291" y="2271602"/>
                </a:lnTo>
                <a:lnTo>
                  <a:pt x="8866614" y="2410137"/>
                </a:lnTo>
                <a:cubicBezTo>
                  <a:pt x="8798302" y="2491257"/>
                  <a:pt x="8718605" y="2575936"/>
                  <a:pt x="8627522" y="2664172"/>
                </a:cubicBezTo>
                <a:lnTo>
                  <a:pt x="8627522" y="2630016"/>
                </a:lnTo>
                <a:cubicBezTo>
                  <a:pt x="8678756" y="2550319"/>
                  <a:pt x="8718605" y="2466352"/>
                  <a:pt x="8747068" y="2378115"/>
                </a:cubicBezTo>
                <a:close/>
                <a:moveTo>
                  <a:pt x="0" y="2271602"/>
                </a:moveTo>
                <a:lnTo>
                  <a:pt x="7909924" y="2271602"/>
                </a:lnTo>
                <a:lnTo>
                  <a:pt x="7739465" y="2390923"/>
                </a:lnTo>
                <a:lnTo>
                  <a:pt x="7739465" y="2442157"/>
                </a:lnTo>
                <a:lnTo>
                  <a:pt x="7756543" y="2476314"/>
                </a:lnTo>
                <a:lnTo>
                  <a:pt x="8183493" y="2339689"/>
                </a:lnTo>
                <a:lnTo>
                  <a:pt x="8200571" y="2339689"/>
                </a:lnTo>
                <a:lnTo>
                  <a:pt x="8115181" y="3039888"/>
                </a:lnTo>
                <a:cubicBezTo>
                  <a:pt x="7910245" y="3096815"/>
                  <a:pt x="7807777" y="3159435"/>
                  <a:pt x="7807777" y="3227747"/>
                </a:cubicBezTo>
                <a:lnTo>
                  <a:pt x="7807777" y="3261903"/>
                </a:lnTo>
                <a:lnTo>
                  <a:pt x="8132259" y="3586385"/>
                </a:lnTo>
                <a:cubicBezTo>
                  <a:pt x="8211957" y="3586385"/>
                  <a:pt x="8285962" y="3546537"/>
                  <a:pt x="8354274" y="3466839"/>
                </a:cubicBezTo>
                <a:cubicBezTo>
                  <a:pt x="8468127" y="3364371"/>
                  <a:pt x="8684449" y="3045581"/>
                  <a:pt x="9003238" y="2510470"/>
                </a:cubicBezTo>
                <a:lnTo>
                  <a:pt x="8952005" y="2954499"/>
                </a:lnTo>
                <a:lnTo>
                  <a:pt x="9020316" y="3227747"/>
                </a:lnTo>
                <a:lnTo>
                  <a:pt x="9310643" y="3091123"/>
                </a:lnTo>
                <a:cubicBezTo>
                  <a:pt x="9310643" y="2762371"/>
                  <a:pt x="9305039" y="2495260"/>
                  <a:pt x="9293832" y="2289790"/>
                </a:cubicBezTo>
                <a:lnTo>
                  <a:pt x="9292700" y="2271602"/>
                </a:lnTo>
                <a:lnTo>
                  <a:pt x="9430511" y="2271602"/>
                </a:lnTo>
                <a:lnTo>
                  <a:pt x="9413111" y="2339689"/>
                </a:lnTo>
                <a:lnTo>
                  <a:pt x="9413111" y="2390923"/>
                </a:lnTo>
                <a:lnTo>
                  <a:pt x="9447267" y="2408001"/>
                </a:lnTo>
                <a:lnTo>
                  <a:pt x="9413111" y="2408001"/>
                </a:lnTo>
                <a:lnTo>
                  <a:pt x="9464345" y="2715406"/>
                </a:lnTo>
                <a:lnTo>
                  <a:pt x="9566814" y="2698328"/>
                </a:lnTo>
                <a:lnTo>
                  <a:pt x="9959608" y="2766640"/>
                </a:lnTo>
                <a:lnTo>
                  <a:pt x="10249934" y="2698328"/>
                </a:lnTo>
                <a:cubicBezTo>
                  <a:pt x="10249934" y="2880493"/>
                  <a:pt x="10341017" y="2971576"/>
                  <a:pt x="10523183" y="2971576"/>
                </a:cubicBezTo>
                <a:cubicBezTo>
                  <a:pt x="10651268" y="2954498"/>
                  <a:pt x="10753736" y="2735686"/>
                  <a:pt x="10830588" y="2315140"/>
                </a:cubicBezTo>
                <a:lnTo>
                  <a:pt x="10838025" y="2271602"/>
                </a:lnTo>
                <a:lnTo>
                  <a:pt x="10927326" y="2271602"/>
                </a:lnTo>
                <a:lnTo>
                  <a:pt x="10898900" y="2442157"/>
                </a:lnTo>
                <a:cubicBezTo>
                  <a:pt x="10898900" y="3045581"/>
                  <a:pt x="10830588" y="3347293"/>
                  <a:pt x="10693963" y="3347293"/>
                </a:cubicBezTo>
                <a:lnTo>
                  <a:pt x="10779353" y="3586385"/>
                </a:lnTo>
                <a:cubicBezTo>
                  <a:pt x="10779353" y="3757166"/>
                  <a:pt x="10876129" y="3859634"/>
                  <a:pt x="11069680" y="3893790"/>
                </a:cubicBezTo>
                <a:lnTo>
                  <a:pt x="11172148" y="3774244"/>
                </a:lnTo>
                <a:cubicBezTo>
                  <a:pt x="11286002" y="3284673"/>
                  <a:pt x="11394162" y="2795103"/>
                  <a:pt x="11496630" y="2305533"/>
                </a:cubicBezTo>
                <a:lnTo>
                  <a:pt x="11500871" y="2271602"/>
                </a:lnTo>
                <a:lnTo>
                  <a:pt x="12192000" y="2271602"/>
                </a:lnTo>
                <a:lnTo>
                  <a:pt x="12192000" y="4030063"/>
                </a:lnTo>
                <a:lnTo>
                  <a:pt x="0" y="4030063"/>
                </a:lnTo>
                <a:close/>
                <a:moveTo>
                  <a:pt x="9174019" y="1776114"/>
                </a:moveTo>
                <a:lnTo>
                  <a:pt x="9191097" y="1776114"/>
                </a:lnTo>
                <a:cubicBezTo>
                  <a:pt x="9235927" y="1776114"/>
                  <a:pt x="9268148" y="1914807"/>
                  <a:pt x="9287761" y="2192191"/>
                </a:cubicBezTo>
                <a:lnTo>
                  <a:pt x="9292700" y="2271602"/>
                </a:lnTo>
                <a:lnTo>
                  <a:pt x="8968291" y="2271602"/>
                </a:lnTo>
                <a:lnTo>
                  <a:pt x="9037395" y="2177448"/>
                </a:lnTo>
                <a:cubicBezTo>
                  <a:pt x="9128478" y="2029439"/>
                  <a:pt x="9174019" y="1895661"/>
                  <a:pt x="9174019" y="1776114"/>
                </a:cubicBezTo>
                <a:close/>
                <a:moveTo>
                  <a:pt x="8900770" y="1263774"/>
                </a:moveTo>
                <a:lnTo>
                  <a:pt x="8917848" y="1263774"/>
                </a:lnTo>
                <a:lnTo>
                  <a:pt x="8969082" y="1315008"/>
                </a:lnTo>
                <a:lnTo>
                  <a:pt x="8507976" y="1502866"/>
                </a:lnTo>
                <a:lnTo>
                  <a:pt x="8507976" y="1519944"/>
                </a:lnTo>
                <a:lnTo>
                  <a:pt x="8747068" y="1776114"/>
                </a:lnTo>
                <a:lnTo>
                  <a:pt x="8969082" y="1759036"/>
                </a:lnTo>
                <a:lnTo>
                  <a:pt x="8969082" y="1827349"/>
                </a:lnTo>
                <a:cubicBezTo>
                  <a:pt x="8855229" y="1918432"/>
                  <a:pt x="8798302" y="2009514"/>
                  <a:pt x="8798302" y="2100597"/>
                </a:cubicBezTo>
                <a:lnTo>
                  <a:pt x="8766732" y="2271602"/>
                </a:lnTo>
                <a:lnTo>
                  <a:pt x="7909924" y="2271602"/>
                </a:lnTo>
                <a:lnTo>
                  <a:pt x="8251806" y="2032285"/>
                </a:lnTo>
                <a:lnTo>
                  <a:pt x="8285962" y="1724880"/>
                </a:lnTo>
                <a:lnTo>
                  <a:pt x="8285962" y="1639490"/>
                </a:lnTo>
                <a:lnTo>
                  <a:pt x="8115181" y="1690725"/>
                </a:lnTo>
                <a:lnTo>
                  <a:pt x="8081025" y="1656568"/>
                </a:lnTo>
                <a:lnTo>
                  <a:pt x="8081025" y="1639490"/>
                </a:lnTo>
                <a:cubicBezTo>
                  <a:pt x="8331503" y="1389013"/>
                  <a:pt x="8604751" y="1263774"/>
                  <a:pt x="8900770" y="1263774"/>
                </a:cubicBezTo>
                <a:close/>
                <a:moveTo>
                  <a:pt x="10301168" y="1195462"/>
                </a:moveTo>
                <a:lnTo>
                  <a:pt x="10454871" y="1195462"/>
                </a:lnTo>
                <a:cubicBezTo>
                  <a:pt x="10728119" y="1263774"/>
                  <a:pt x="10864744" y="1417476"/>
                  <a:pt x="10864744" y="1656568"/>
                </a:cubicBezTo>
                <a:lnTo>
                  <a:pt x="10898900" y="1827349"/>
                </a:lnTo>
                <a:cubicBezTo>
                  <a:pt x="10883957" y="1966108"/>
                  <a:pt x="10867412" y="2092258"/>
                  <a:pt x="10849267" y="2205801"/>
                </a:cubicBezTo>
                <a:lnTo>
                  <a:pt x="10838025" y="2271602"/>
                </a:lnTo>
                <a:lnTo>
                  <a:pt x="10295457" y="2271602"/>
                </a:lnTo>
                <a:lnTo>
                  <a:pt x="10301168" y="2203065"/>
                </a:lnTo>
                <a:lnTo>
                  <a:pt x="10284090" y="2151831"/>
                </a:lnTo>
                <a:lnTo>
                  <a:pt x="10027920" y="2151831"/>
                </a:lnTo>
                <a:cubicBezTo>
                  <a:pt x="9891296" y="2151831"/>
                  <a:pt x="9794520" y="2134753"/>
                  <a:pt x="9737594" y="2100597"/>
                </a:cubicBezTo>
                <a:lnTo>
                  <a:pt x="9737594" y="2271602"/>
                </a:lnTo>
                <a:lnTo>
                  <a:pt x="9430511" y="2271602"/>
                </a:lnTo>
                <a:lnTo>
                  <a:pt x="9449936" y="2195593"/>
                </a:lnTo>
                <a:cubicBezTo>
                  <a:pt x="9532124" y="1881785"/>
                  <a:pt x="9588161" y="1724880"/>
                  <a:pt x="9618048" y="1724880"/>
                </a:cubicBezTo>
                <a:lnTo>
                  <a:pt x="9737594" y="1827349"/>
                </a:lnTo>
                <a:lnTo>
                  <a:pt x="9686360" y="1963973"/>
                </a:lnTo>
                <a:lnTo>
                  <a:pt x="9805906" y="2015207"/>
                </a:lnTo>
                <a:lnTo>
                  <a:pt x="10181622" y="1946895"/>
                </a:lnTo>
                <a:lnTo>
                  <a:pt x="10335325" y="1946895"/>
                </a:lnTo>
                <a:cubicBezTo>
                  <a:pt x="10301168" y="1741958"/>
                  <a:pt x="10267012" y="1639490"/>
                  <a:pt x="10232856" y="1639490"/>
                </a:cubicBezTo>
                <a:lnTo>
                  <a:pt x="10181622" y="1639490"/>
                </a:lnTo>
                <a:lnTo>
                  <a:pt x="10079154" y="1690725"/>
                </a:lnTo>
                <a:lnTo>
                  <a:pt x="9788828" y="1519944"/>
                </a:lnTo>
                <a:cubicBezTo>
                  <a:pt x="9857140" y="1451632"/>
                  <a:pt x="10010842" y="1371935"/>
                  <a:pt x="10249934" y="1280852"/>
                </a:cubicBezTo>
                <a:cubicBezTo>
                  <a:pt x="10249934" y="1223925"/>
                  <a:pt x="10267012" y="1195462"/>
                  <a:pt x="10301168" y="1195462"/>
                </a:cubicBezTo>
                <a:close/>
                <a:moveTo>
                  <a:pt x="9583892" y="768511"/>
                </a:moveTo>
                <a:cubicBezTo>
                  <a:pt x="9788828" y="825438"/>
                  <a:pt x="9891296" y="910828"/>
                  <a:pt x="9891296" y="1024681"/>
                </a:cubicBezTo>
                <a:cubicBezTo>
                  <a:pt x="9788828" y="1104379"/>
                  <a:pt x="9703438" y="1144228"/>
                  <a:pt x="9635126" y="1144228"/>
                </a:cubicBezTo>
                <a:lnTo>
                  <a:pt x="9566814" y="1144228"/>
                </a:lnTo>
                <a:lnTo>
                  <a:pt x="9515579" y="1092993"/>
                </a:lnTo>
                <a:lnTo>
                  <a:pt x="9532658" y="956369"/>
                </a:lnTo>
                <a:lnTo>
                  <a:pt x="9413111" y="836823"/>
                </a:lnTo>
                <a:close/>
                <a:moveTo>
                  <a:pt x="10898900" y="563575"/>
                </a:moveTo>
                <a:lnTo>
                  <a:pt x="11018446" y="563575"/>
                </a:lnTo>
                <a:cubicBezTo>
                  <a:pt x="11075372" y="563575"/>
                  <a:pt x="11166455" y="603423"/>
                  <a:pt x="11291694" y="683121"/>
                </a:cubicBezTo>
                <a:cubicBezTo>
                  <a:pt x="11371392" y="808360"/>
                  <a:pt x="11462474" y="1007604"/>
                  <a:pt x="11564942" y="1280852"/>
                </a:cubicBezTo>
                <a:lnTo>
                  <a:pt x="11616176" y="1468710"/>
                </a:lnTo>
                <a:lnTo>
                  <a:pt x="11530786" y="2032285"/>
                </a:lnTo>
                <a:lnTo>
                  <a:pt x="11500871" y="2271602"/>
                </a:lnTo>
                <a:lnTo>
                  <a:pt x="10927326" y="2271602"/>
                </a:lnTo>
                <a:lnTo>
                  <a:pt x="10950134" y="2134753"/>
                </a:lnTo>
                <a:lnTo>
                  <a:pt x="10915978" y="2100597"/>
                </a:lnTo>
                <a:lnTo>
                  <a:pt x="10950134" y="1912739"/>
                </a:lnTo>
                <a:cubicBezTo>
                  <a:pt x="10950134" y="1320701"/>
                  <a:pt x="10881822" y="956369"/>
                  <a:pt x="10745197" y="819745"/>
                </a:cubicBezTo>
                <a:cubicBezTo>
                  <a:pt x="10483334" y="888057"/>
                  <a:pt x="10244242" y="979140"/>
                  <a:pt x="10027920" y="1092993"/>
                </a:cubicBezTo>
                <a:lnTo>
                  <a:pt x="10010842" y="1092993"/>
                </a:lnTo>
                <a:lnTo>
                  <a:pt x="10010842" y="1075915"/>
                </a:lnTo>
                <a:cubicBezTo>
                  <a:pt x="10010842" y="916521"/>
                  <a:pt x="10306861" y="745740"/>
                  <a:pt x="10898900" y="563575"/>
                </a:cubicBezTo>
                <a:close/>
                <a:moveTo>
                  <a:pt x="8115181" y="0"/>
                </a:moveTo>
                <a:cubicBezTo>
                  <a:pt x="8525054" y="318790"/>
                  <a:pt x="8729990" y="529419"/>
                  <a:pt x="8729990" y="631887"/>
                </a:cubicBezTo>
                <a:lnTo>
                  <a:pt x="8729990" y="717277"/>
                </a:lnTo>
                <a:lnTo>
                  <a:pt x="9020316" y="580653"/>
                </a:lnTo>
                <a:lnTo>
                  <a:pt x="9191097" y="580653"/>
                </a:lnTo>
                <a:lnTo>
                  <a:pt x="9242331" y="648965"/>
                </a:lnTo>
                <a:cubicBezTo>
                  <a:pt x="9128477" y="796974"/>
                  <a:pt x="8832458" y="939291"/>
                  <a:pt x="8354274" y="1075915"/>
                </a:cubicBezTo>
                <a:cubicBezTo>
                  <a:pt x="8103796" y="1531329"/>
                  <a:pt x="7904552" y="1759036"/>
                  <a:pt x="7756543" y="1759036"/>
                </a:cubicBezTo>
                <a:cubicBezTo>
                  <a:pt x="7676845" y="1759036"/>
                  <a:pt x="7619919" y="1702110"/>
                  <a:pt x="7585762" y="1588256"/>
                </a:cubicBezTo>
                <a:lnTo>
                  <a:pt x="8063947" y="273248"/>
                </a:lnTo>
                <a:cubicBezTo>
                  <a:pt x="8063947" y="91083"/>
                  <a:pt x="8081025" y="0"/>
                  <a:pt x="8115181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44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351693" y="2166574"/>
            <a:ext cx="855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当你向别人传达你内心的想法的时候</a:t>
            </a:r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5773" y="2860709"/>
            <a:ext cx="68652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进行大量的描述，不但显得累赘，而且会使对方失去兴趣！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/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在把自己的心情说出口之前加上一些浅显易懂、具体实际的比喻，尤其是能使人回忆起孩童时期的表达方式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0" y="1078932"/>
            <a:ext cx="7416770" cy="83099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绝招十：图画书的话语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278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86043" y="1163091"/>
            <a:ext cx="11619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当你想向别人传达你因他（她）而感到的不安或焦虑的时候</a:t>
            </a:r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1583" y="1793385"/>
            <a:ext cx="7253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破口大骂或假装无所谓都是相当不好的做法！</a:t>
            </a:r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1583" y="2537645"/>
            <a:ext cx="69861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在发泄情绪之前，思考“现在我所担心的事情，究竟有多少概率会发生”，再把自己的不安心情以正面的方式传达给对方</a:t>
            </a:r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3533" y="4833356"/>
            <a:ext cx="742225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绝招十一：不安的百分比</a:t>
            </a:r>
            <a:endParaRPr lang="zh-CN" altLang="en-US" sz="4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0" y="2509679"/>
            <a:ext cx="12192001" cy="3826415"/>
          </a:xfrm>
          <a:custGeom>
            <a:avLst/>
            <a:gdLst/>
            <a:ahLst/>
            <a:cxnLst/>
            <a:rect l="l" t="t" r="r" b="b"/>
            <a:pathLst>
              <a:path w="12192001" h="4107766">
                <a:moveTo>
                  <a:pt x="8350724" y="2434175"/>
                </a:moveTo>
                <a:lnTo>
                  <a:pt x="9012335" y="2434175"/>
                </a:lnTo>
                <a:lnTo>
                  <a:pt x="9000911" y="2451062"/>
                </a:lnTo>
                <a:cubicBezTo>
                  <a:pt x="8935446" y="2553531"/>
                  <a:pt x="8902713" y="2630382"/>
                  <a:pt x="8902713" y="2681616"/>
                </a:cubicBezTo>
                <a:cubicBezTo>
                  <a:pt x="8995219" y="2638921"/>
                  <a:pt x="9101067" y="2558423"/>
                  <a:pt x="9220257" y="2440122"/>
                </a:cubicBezTo>
                <a:lnTo>
                  <a:pt x="9226015" y="2434175"/>
                </a:lnTo>
                <a:lnTo>
                  <a:pt x="9430991" y="2434175"/>
                </a:lnTo>
                <a:lnTo>
                  <a:pt x="9410517" y="2482550"/>
                </a:lnTo>
                <a:cubicBezTo>
                  <a:pt x="9130331" y="3137564"/>
                  <a:pt x="8915521" y="3539787"/>
                  <a:pt x="8766088" y="3689220"/>
                </a:cubicBezTo>
                <a:lnTo>
                  <a:pt x="8749010" y="3655064"/>
                </a:lnTo>
                <a:lnTo>
                  <a:pt x="8714854" y="3689220"/>
                </a:lnTo>
                <a:lnTo>
                  <a:pt x="8646542" y="3689220"/>
                </a:lnTo>
                <a:lnTo>
                  <a:pt x="8219592" y="3364737"/>
                </a:lnTo>
                <a:lnTo>
                  <a:pt x="8219592" y="3330581"/>
                </a:lnTo>
                <a:cubicBezTo>
                  <a:pt x="8219592" y="3285040"/>
                  <a:pt x="8287904" y="3245191"/>
                  <a:pt x="8424528" y="3211035"/>
                </a:cubicBezTo>
                <a:cubicBezTo>
                  <a:pt x="8572537" y="3074411"/>
                  <a:pt x="8646542" y="2897938"/>
                  <a:pt x="8646542" y="2681616"/>
                </a:cubicBezTo>
                <a:cubicBezTo>
                  <a:pt x="8350523" y="2647460"/>
                  <a:pt x="8202514" y="2590533"/>
                  <a:pt x="8202514" y="2510836"/>
                </a:cubicBezTo>
                <a:close/>
                <a:moveTo>
                  <a:pt x="11208246" y="1896027"/>
                </a:moveTo>
                <a:lnTo>
                  <a:pt x="11430261" y="1947261"/>
                </a:lnTo>
                <a:cubicBezTo>
                  <a:pt x="11305022" y="2402675"/>
                  <a:pt x="11196861" y="2630382"/>
                  <a:pt x="11105778" y="2630382"/>
                </a:cubicBezTo>
                <a:lnTo>
                  <a:pt x="11088700" y="2630382"/>
                </a:lnTo>
                <a:cubicBezTo>
                  <a:pt x="11088700" y="2425445"/>
                  <a:pt x="11128549" y="2180660"/>
                  <a:pt x="11208246" y="1896027"/>
                </a:cubicBezTo>
                <a:close/>
                <a:moveTo>
                  <a:pt x="0" y="1688120"/>
                </a:moveTo>
                <a:lnTo>
                  <a:pt x="8104151" y="1688120"/>
                </a:lnTo>
                <a:lnTo>
                  <a:pt x="8080966" y="1740123"/>
                </a:lnTo>
                <a:cubicBezTo>
                  <a:pt x="8043163" y="1821288"/>
                  <a:pt x="8015367" y="1861871"/>
                  <a:pt x="7997577" y="1861871"/>
                </a:cubicBezTo>
                <a:lnTo>
                  <a:pt x="7997577" y="1947261"/>
                </a:lnTo>
                <a:lnTo>
                  <a:pt x="8065890" y="2032651"/>
                </a:lnTo>
                <a:cubicBezTo>
                  <a:pt x="8172627" y="2032651"/>
                  <a:pt x="8310497" y="1919242"/>
                  <a:pt x="8479498" y="1692425"/>
                </a:cubicBezTo>
                <a:lnTo>
                  <a:pt x="8482521" y="1688120"/>
                </a:lnTo>
                <a:lnTo>
                  <a:pt x="8662777" y="1688120"/>
                </a:lnTo>
                <a:lnTo>
                  <a:pt x="8625195" y="1712438"/>
                </a:lnTo>
                <a:cubicBezTo>
                  <a:pt x="8562575" y="1755133"/>
                  <a:pt x="8495686" y="1804944"/>
                  <a:pt x="8424528" y="1861871"/>
                </a:cubicBezTo>
                <a:cubicBezTo>
                  <a:pt x="8424528" y="1930183"/>
                  <a:pt x="8515611" y="1981417"/>
                  <a:pt x="8697776" y="2015573"/>
                </a:cubicBezTo>
                <a:lnTo>
                  <a:pt x="8697776" y="2254665"/>
                </a:lnTo>
                <a:lnTo>
                  <a:pt x="8350724" y="2434175"/>
                </a:lnTo>
                <a:lnTo>
                  <a:pt x="0" y="2434175"/>
                </a:lnTo>
                <a:close/>
                <a:moveTo>
                  <a:pt x="9073493" y="1520310"/>
                </a:moveTo>
                <a:lnTo>
                  <a:pt x="9295507" y="1520310"/>
                </a:lnTo>
                <a:lnTo>
                  <a:pt x="9312585" y="1554466"/>
                </a:lnTo>
                <a:lnTo>
                  <a:pt x="9346741" y="1554466"/>
                </a:lnTo>
                <a:cubicBezTo>
                  <a:pt x="9346741" y="1591469"/>
                  <a:pt x="9336423" y="1626692"/>
                  <a:pt x="9315787" y="1660137"/>
                </a:cubicBezTo>
                <a:lnTo>
                  <a:pt x="9288432" y="1688120"/>
                </a:lnTo>
                <a:lnTo>
                  <a:pt x="8662777" y="1688120"/>
                </a:lnTo>
                <a:lnTo>
                  <a:pt x="8715922" y="1653732"/>
                </a:lnTo>
                <a:cubicBezTo>
                  <a:pt x="8861796" y="1564784"/>
                  <a:pt x="8980987" y="1520310"/>
                  <a:pt x="9073493" y="1520310"/>
                </a:cubicBezTo>
                <a:close/>
                <a:moveTo>
                  <a:pt x="8475762" y="341926"/>
                </a:moveTo>
                <a:cubicBezTo>
                  <a:pt x="8817323" y="512706"/>
                  <a:pt x="9005181" y="620867"/>
                  <a:pt x="9039337" y="666409"/>
                </a:cubicBezTo>
                <a:lnTo>
                  <a:pt x="9073493" y="768877"/>
                </a:lnTo>
                <a:lnTo>
                  <a:pt x="9039337" y="837189"/>
                </a:lnTo>
                <a:lnTo>
                  <a:pt x="9073493" y="837189"/>
                </a:lnTo>
                <a:lnTo>
                  <a:pt x="9227195" y="820111"/>
                </a:lnTo>
                <a:lnTo>
                  <a:pt x="9397975" y="820111"/>
                </a:lnTo>
                <a:lnTo>
                  <a:pt x="9466287" y="905501"/>
                </a:lnTo>
                <a:lnTo>
                  <a:pt x="9466287" y="939657"/>
                </a:lnTo>
                <a:cubicBezTo>
                  <a:pt x="9375205" y="1099052"/>
                  <a:pt x="9267044" y="1178750"/>
                  <a:pt x="9141805" y="1178750"/>
                </a:cubicBezTo>
                <a:lnTo>
                  <a:pt x="8817323" y="1161672"/>
                </a:lnTo>
                <a:cubicBezTo>
                  <a:pt x="8734779" y="1306835"/>
                  <a:pt x="8657216" y="1433853"/>
                  <a:pt x="8584635" y="1542725"/>
                </a:cubicBezTo>
                <a:lnTo>
                  <a:pt x="8482521" y="1688120"/>
                </a:lnTo>
                <a:lnTo>
                  <a:pt x="8104151" y="1688120"/>
                </a:lnTo>
                <a:lnTo>
                  <a:pt x="8104849" y="1686554"/>
                </a:lnTo>
                <a:cubicBezTo>
                  <a:pt x="8188460" y="1491758"/>
                  <a:pt x="8312098" y="1134631"/>
                  <a:pt x="8475762" y="615175"/>
                </a:cubicBezTo>
                <a:lnTo>
                  <a:pt x="8475762" y="512706"/>
                </a:lnTo>
                <a:lnTo>
                  <a:pt x="8424528" y="427316"/>
                </a:lnTo>
                <a:lnTo>
                  <a:pt x="8424528" y="393160"/>
                </a:lnTo>
                <a:close/>
                <a:moveTo>
                  <a:pt x="10900842" y="34522"/>
                </a:moveTo>
                <a:lnTo>
                  <a:pt x="10815452" y="85756"/>
                </a:lnTo>
                <a:lnTo>
                  <a:pt x="10832530" y="205302"/>
                </a:lnTo>
                <a:cubicBezTo>
                  <a:pt x="10832530" y="387468"/>
                  <a:pt x="10650364" y="655023"/>
                  <a:pt x="10286033" y="1007969"/>
                </a:cubicBezTo>
                <a:lnTo>
                  <a:pt x="10286033" y="1042125"/>
                </a:lnTo>
                <a:lnTo>
                  <a:pt x="10354345" y="1042125"/>
                </a:lnTo>
                <a:lnTo>
                  <a:pt x="10661749" y="939657"/>
                </a:lnTo>
                <a:lnTo>
                  <a:pt x="10661749" y="1042125"/>
                </a:lnTo>
                <a:lnTo>
                  <a:pt x="10678827" y="1178750"/>
                </a:lnTo>
                <a:lnTo>
                  <a:pt x="10508047" y="1229984"/>
                </a:lnTo>
                <a:lnTo>
                  <a:pt x="9534600" y="1469076"/>
                </a:lnTo>
                <a:cubicBezTo>
                  <a:pt x="9568756" y="1674012"/>
                  <a:pt x="9648453" y="1776480"/>
                  <a:pt x="9773692" y="1776480"/>
                </a:cubicBezTo>
                <a:lnTo>
                  <a:pt x="9807848" y="1776480"/>
                </a:lnTo>
                <a:cubicBezTo>
                  <a:pt x="10206335" y="1537388"/>
                  <a:pt x="10490969" y="1395071"/>
                  <a:pt x="10661749" y="1349530"/>
                </a:cubicBezTo>
                <a:lnTo>
                  <a:pt x="10712983" y="1400764"/>
                </a:lnTo>
                <a:lnTo>
                  <a:pt x="10712983" y="1844793"/>
                </a:lnTo>
                <a:cubicBezTo>
                  <a:pt x="10712983" y="1890334"/>
                  <a:pt x="10553589" y="1947261"/>
                  <a:pt x="10234799" y="2015573"/>
                </a:cubicBezTo>
                <a:cubicBezTo>
                  <a:pt x="10166487" y="1867563"/>
                  <a:pt x="10115253" y="1787866"/>
                  <a:pt x="10081097" y="1776480"/>
                </a:cubicBezTo>
                <a:lnTo>
                  <a:pt x="10012785" y="1776480"/>
                </a:lnTo>
                <a:lnTo>
                  <a:pt x="10046941" y="2032651"/>
                </a:lnTo>
                <a:lnTo>
                  <a:pt x="10046941" y="2066807"/>
                </a:lnTo>
                <a:cubicBezTo>
                  <a:pt x="9842004" y="2123734"/>
                  <a:pt x="9739536" y="2169275"/>
                  <a:pt x="9739536" y="2203431"/>
                </a:cubicBezTo>
                <a:cubicBezTo>
                  <a:pt x="9807848" y="2294514"/>
                  <a:pt x="9876160" y="2340055"/>
                  <a:pt x="9944472" y="2340055"/>
                </a:cubicBezTo>
                <a:lnTo>
                  <a:pt x="10081097" y="2305899"/>
                </a:lnTo>
                <a:cubicBezTo>
                  <a:pt x="10115253" y="2533606"/>
                  <a:pt x="10160794" y="2647460"/>
                  <a:pt x="10217721" y="2647460"/>
                </a:cubicBezTo>
                <a:lnTo>
                  <a:pt x="10234799" y="2647460"/>
                </a:lnTo>
                <a:cubicBezTo>
                  <a:pt x="10314496" y="2624689"/>
                  <a:pt x="10354345" y="2562070"/>
                  <a:pt x="10354345" y="2459602"/>
                </a:cubicBezTo>
                <a:lnTo>
                  <a:pt x="10354345" y="2237587"/>
                </a:lnTo>
                <a:lnTo>
                  <a:pt x="10661749" y="2032651"/>
                </a:lnTo>
                <a:lnTo>
                  <a:pt x="10712983" y="2032651"/>
                </a:lnTo>
                <a:lnTo>
                  <a:pt x="10712983" y="2340055"/>
                </a:lnTo>
                <a:lnTo>
                  <a:pt x="10730061" y="2681616"/>
                </a:lnTo>
                <a:cubicBezTo>
                  <a:pt x="10536511" y="2727157"/>
                  <a:pt x="10439735" y="2767006"/>
                  <a:pt x="10439735" y="2801162"/>
                </a:cubicBezTo>
                <a:lnTo>
                  <a:pt x="10439735" y="2852396"/>
                </a:lnTo>
                <a:lnTo>
                  <a:pt x="10456813" y="2869474"/>
                </a:lnTo>
                <a:cubicBezTo>
                  <a:pt x="10638979" y="2892245"/>
                  <a:pt x="10730061" y="2926401"/>
                  <a:pt x="10730061" y="2971942"/>
                </a:cubicBezTo>
                <a:cubicBezTo>
                  <a:pt x="10730061" y="3074411"/>
                  <a:pt x="10695905" y="3193957"/>
                  <a:pt x="10627593" y="3330581"/>
                </a:cubicBezTo>
                <a:lnTo>
                  <a:pt x="10678827" y="3415971"/>
                </a:lnTo>
                <a:lnTo>
                  <a:pt x="10542203" y="3433049"/>
                </a:lnTo>
                <a:lnTo>
                  <a:pt x="9568756" y="3433049"/>
                </a:lnTo>
                <a:lnTo>
                  <a:pt x="9534600" y="3467205"/>
                </a:lnTo>
                <a:cubicBezTo>
                  <a:pt x="9728151" y="3660756"/>
                  <a:pt x="9881853" y="3757532"/>
                  <a:pt x="9995707" y="3757532"/>
                </a:cubicBezTo>
                <a:lnTo>
                  <a:pt x="10183565" y="3689220"/>
                </a:lnTo>
                <a:lnTo>
                  <a:pt x="10183565" y="3706298"/>
                </a:lnTo>
                <a:lnTo>
                  <a:pt x="10405579" y="3603829"/>
                </a:lnTo>
                <a:lnTo>
                  <a:pt x="10405579" y="3637986"/>
                </a:lnTo>
                <a:lnTo>
                  <a:pt x="10542203" y="3603829"/>
                </a:lnTo>
                <a:lnTo>
                  <a:pt x="10661749" y="3603829"/>
                </a:lnTo>
                <a:cubicBezTo>
                  <a:pt x="10718676" y="3603829"/>
                  <a:pt x="10775603" y="3637986"/>
                  <a:pt x="10832530" y="3706298"/>
                </a:cubicBezTo>
                <a:cubicBezTo>
                  <a:pt x="10934998" y="3637986"/>
                  <a:pt x="11037466" y="3603829"/>
                  <a:pt x="11139934" y="3603829"/>
                </a:cubicBezTo>
                <a:lnTo>
                  <a:pt x="11413183" y="3603829"/>
                </a:lnTo>
                <a:cubicBezTo>
                  <a:pt x="11652275" y="3603829"/>
                  <a:pt x="11834441" y="3632293"/>
                  <a:pt x="11959679" y="3689220"/>
                </a:cubicBezTo>
                <a:cubicBezTo>
                  <a:pt x="12039377" y="3666449"/>
                  <a:pt x="12096304" y="3615215"/>
                  <a:pt x="12130460" y="3535517"/>
                </a:cubicBezTo>
                <a:cubicBezTo>
                  <a:pt x="12130460" y="3489976"/>
                  <a:pt x="12010913" y="3450127"/>
                  <a:pt x="11771821" y="3415971"/>
                </a:cubicBezTo>
                <a:lnTo>
                  <a:pt x="11532729" y="3433049"/>
                </a:lnTo>
                <a:lnTo>
                  <a:pt x="11054544" y="3415971"/>
                </a:lnTo>
                <a:lnTo>
                  <a:pt x="11037466" y="3415971"/>
                </a:lnTo>
                <a:lnTo>
                  <a:pt x="11088700" y="3074411"/>
                </a:lnTo>
                <a:lnTo>
                  <a:pt x="11088700" y="2903630"/>
                </a:lnTo>
                <a:cubicBezTo>
                  <a:pt x="11259481" y="2903630"/>
                  <a:pt x="11390412" y="2852396"/>
                  <a:pt x="11481495" y="2749928"/>
                </a:cubicBezTo>
                <a:lnTo>
                  <a:pt x="11481495" y="2698694"/>
                </a:lnTo>
                <a:cubicBezTo>
                  <a:pt x="11481495" y="2664538"/>
                  <a:pt x="11441646" y="2647460"/>
                  <a:pt x="11361949" y="2647460"/>
                </a:cubicBezTo>
                <a:lnTo>
                  <a:pt x="11361949" y="2630382"/>
                </a:lnTo>
                <a:cubicBezTo>
                  <a:pt x="11623812" y="2334363"/>
                  <a:pt x="11777514" y="2089578"/>
                  <a:pt x="11823055" y="1896027"/>
                </a:cubicBezTo>
                <a:cubicBezTo>
                  <a:pt x="11993835" y="1827715"/>
                  <a:pt x="12079225" y="1776480"/>
                  <a:pt x="12079225" y="1742324"/>
                </a:cubicBezTo>
                <a:lnTo>
                  <a:pt x="12079225" y="1725246"/>
                </a:lnTo>
                <a:cubicBezTo>
                  <a:pt x="12067841" y="1668320"/>
                  <a:pt x="11993835" y="1639856"/>
                  <a:pt x="11857211" y="1639856"/>
                </a:cubicBezTo>
                <a:cubicBezTo>
                  <a:pt x="11754743" y="1469076"/>
                  <a:pt x="11663661" y="1383686"/>
                  <a:pt x="11583963" y="1383686"/>
                </a:cubicBezTo>
                <a:lnTo>
                  <a:pt x="11549807" y="1383686"/>
                </a:lnTo>
                <a:lnTo>
                  <a:pt x="11532729" y="1691090"/>
                </a:lnTo>
                <a:cubicBezTo>
                  <a:pt x="11532729" y="1725246"/>
                  <a:pt x="11441646" y="1753710"/>
                  <a:pt x="11259481" y="1776480"/>
                </a:cubicBezTo>
                <a:lnTo>
                  <a:pt x="11225324" y="1776480"/>
                </a:lnTo>
                <a:lnTo>
                  <a:pt x="11225324" y="1742324"/>
                </a:lnTo>
                <a:lnTo>
                  <a:pt x="11327793" y="1332452"/>
                </a:lnTo>
                <a:lnTo>
                  <a:pt x="11259481" y="1229984"/>
                </a:lnTo>
                <a:lnTo>
                  <a:pt x="11259481" y="1212906"/>
                </a:lnTo>
                <a:cubicBezTo>
                  <a:pt x="11589655" y="1178750"/>
                  <a:pt x="11754743" y="1144594"/>
                  <a:pt x="11754743" y="1110438"/>
                </a:cubicBezTo>
                <a:cubicBezTo>
                  <a:pt x="11743358" y="1064896"/>
                  <a:pt x="11692124" y="1025047"/>
                  <a:pt x="11601041" y="990891"/>
                </a:cubicBezTo>
                <a:lnTo>
                  <a:pt x="11105778" y="1110438"/>
                </a:lnTo>
                <a:lnTo>
                  <a:pt x="10781296" y="820111"/>
                </a:lnTo>
                <a:cubicBezTo>
                  <a:pt x="11134241" y="637945"/>
                  <a:pt x="11333485" y="495629"/>
                  <a:pt x="11379027" y="393160"/>
                </a:cubicBezTo>
                <a:lnTo>
                  <a:pt x="11379027" y="376082"/>
                </a:lnTo>
                <a:cubicBezTo>
                  <a:pt x="11379027" y="262229"/>
                  <a:pt x="11253788" y="148375"/>
                  <a:pt x="11003310" y="34522"/>
                </a:cubicBezTo>
                <a:close/>
                <a:moveTo>
                  <a:pt x="9495693" y="0"/>
                </a:moveTo>
                <a:lnTo>
                  <a:pt x="12192001" y="0"/>
                </a:lnTo>
                <a:lnTo>
                  <a:pt x="12192001" y="4107766"/>
                </a:lnTo>
                <a:lnTo>
                  <a:pt x="9495693" y="4107766"/>
                </a:lnTo>
                <a:lnTo>
                  <a:pt x="9495693" y="2434175"/>
                </a:lnTo>
                <a:lnTo>
                  <a:pt x="9430991" y="2434175"/>
                </a:lnTo>
                <a:lnTo>
                  <a:pt x="9471558" y="2338321"/>
                </a:lnTo>
                <a:cubicBezTo>
                  <a:pt x="9492238" y="2288955"/>
                  <a:pt x="9513252" y="2238299"/>
                  <a:pt x="9534600" y="2186353"/>
                </a:cubicBezTo>
                <a:lnTo>
                  <a:pt x="9500444" y="2135119"/>
                </a:lnTo>
                <a:lnTo>
                  <a:pt x="9466287" y="2135119"/>
                </a:lnTo>
                <a:lnTo>
                  <a:pt x="9449209" y="2186353"/>
                </a:lnTo>
                <a:cubicBezTo>
                  <a:pt x="9395129" y="2251819"/>
                  <a:pt x="9343183" y="2311236"/>
                  <a:pt x="9293372" y="2364605"/>
                </a:cubicBezTo>
                <a:lnTo>
                  <a:pt x="9226015" y="2434175"/>
                </a:lnTo>
                <a:lnTo>
                  <a:pt x="9012335" y="2434175"/>
                </a:lnTo>
                <a:lnTo>
                  <a:pt x="9056148" y="2369408"/>
                </a:lnTo>
                <a:cubicBezTo>
                  <a:pt x="9117522" y="2282951"/>
                  <a:pt x="9197308" y="2182084"/>
                  <a:pt x="9295507" y="2066807"/>
                </a:cubicBezTo>
                <a:lnTo>
                  <a:pt x="9295507" y="2015573"/>
                </a:lnTo>
                <a:lnTo>
                  <a:pt x="9261351" y="1964339"/>
                </a:lnTo>
                <a:cubicBezTo>
                  <a:pt x="9147498" y="1964339"/>
                  <a:pt x="9050722" y="2015573"/>
                  <a:pt x="8971025" y="2118041"/>
                </a:cubicBezTo>
                <a:lnTo>
                  <a:pt x="8851479" y="1913105"/>
                </a:lnTo>
                <a:cubicBezTo>
                  <a:pt x="9016567" y="1867563"/>
                  <a:pt x="9140382" y="1814906"/>
                  <a:pt x="9222926" y="1755133"/>
                </a:cubicBezTo>
                <a:lnTo>
                  <a:pt x="9288432" y="1688120"/>
                </a:lnTo>
                <a:lnTo>
                  <a:pt x="9495693" y="168812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44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3438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4435681" y="2283878"/>
            <a:ext cx="7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当对方说出负面话语导致对话中断时</a:t>
            </a:r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87407" y="3167431"/>
            <a:ext cx="6986159" cy="138499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 沉默不语</a:t>
            </a:r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改变话题</a:t>
            </a:r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继续追问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1" name="右箭头 30"/>
          <p:cNvSpPr/>
          <p:nvPr/>
        </p:nvSpPr>
        <p:spPr>
          <a:xfrm>
            <a:off x="7467597" y="3303995"/>
            <a:ext cx="815926" cy="261610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2" name="右箭头 31"/>
          <p:cNvSpPr/>
          <p:nvPr/>
        </p:nvSpPr>
        <p:spPr>
          <a:xfrm>
            <a:off x="7467597" y="3729900"/>
            <a:ext cx="815926" cy="261610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3" name="右箭头 32"/>
          <p:cNvSpPr/>
          <p:nvPr/>
        </p:nvSpPr>
        <p:spPr>
          <a:xfrm>
            <a:off x="7467597" y="4155805"/>
            <a:ext cx="815926" cy="261610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771332" y="3119233"/>
            <a:ext cx="26395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双方低落消沉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731429" y="3593336"/>
            <a:ext cx="26395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安全保险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771331" y="4059275"/>
            <a:ext cx="26395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使对方焦躁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687407" y="4891531"/>
            <a:ext cx="6986159" cy="95410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针对对方感到负面的事情给予正面的评价，向对方传达你体贴的心意，随后转变话题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687407" y="1190203"/>
            <a:ext cx="6986160" cy="83099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绝招十二：在高墙上开路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9749" y="1574922"/>
            <a:ext cx="4487658" cy="4135061"/>
          </a:xfrm>
          <a:custGeom>
            <a:avLst/>
            <a:gdLst/>
            <a:ahLst/>
            <a:cxnLst/>
            <a:rect l="l" t="t" r="r" b="b"/>
            <a:pathLst>
              <a:path w="5045995" h="4649529">
                <a:moveTo>
                  <a:pt x="3156417" y="4572796"/>
                </a:moveTo>
                <a:lnTo>
                  <a:pt x="3112701" y="4649529"/>
                </a:lnTo>
                <a:lnTo>
                  <a:pt x="3128239" y="4600983"/>
                </a:lnTo>
                <a:cubicBezTo>
                  <a:pt x="3142091" y="4586958"/>
                  <a:pt x="3150710" y="4578841"/>
                  <a:pt x="3156407" y="4572812"/>
                </a:cubicBezTo>
                <a:close/>
                <a:moveTo>
                  <a:pt x="2338517" y="4564349"/>
                </a:moveTo>
                <a:lnTo>
                  <a:pt x="2294801" y="4641082"/>
                </a:lnTo>
                <a:lnTo>
                  <a:pt x="2310339" y="4592537"/>
                </a:lnTo>
                <a:cubicBezTo>
                  <a:pt x="2324191" y="4578511"/>
                  <a:pt x="2332810" y="4570394"/>
                  <a:pt x="2338507" y="4564366"/>
                </a:cubicBezTo>
                <a:close/>
                <a:moveTo>
                  <a:pt x="1569867" y="4556411"/>
                </a:moveTo>
                <a:lnTo>
                  <a:pt x="1526150" y="4633145"/>
                </a:lnTo>
                <a:lnTo>
                  <a:pt x="1541689" y="4584599"/>
                </a:lnTo>
                <a:cubicBezTo>
                  <a:pt x="1555540" y="4570574"/>
                  <a:pt x="1564160" y="4562457"/>
                  <a:pt x="1569856" y="4556428"/>
                </a:cubicBezTo>
                <a:close/>
                <a:moveTo>
                  <a:pt x="3168537" y="4551522"/>
                </a:moveTo>
                <a:lnTo>
                  <a:pt x="3167034" y="4557165"/>
                </a:lnTo>
                <a:lnTo>
                  <a:pt x="3156417" y="4572796"/>
                </a:lnTo>
                <a:close/>
                <a:moveTo>
                  <a:pt x="2350637" y="4543076"/>
                </a:moveTo>
                <a:lnTo>
                  <a:pt x="2349134" y="4548719"/>
                </a:lnTo>
                <a:lnTo>
                  <a:pt x="2338517" y="4564349"/>
                </a:lnTo>
                <a:close/>
                <a:moveTo>
                  <a:pt x="1581987" y="4535138"/>
                </a:moveTo>
                <a:lnTo>
                  <a:pt x="1580484" y="4540781"/>
                </a:lnTo>
                <a:lnTo>
                  <a:pt x="1569867" y="4556411"/>
                </a:lnTo>
                <a:close/>
                <a:moveTo>
                  <a:pt x="3129654" y="4533588"/>
                </a:moveTo>
                <a:lnTo>
                  <a:pt x="3129646" y="4533606"/>
                </a:lnTo>
                <a:cubicBezTo>
                  <a:pt x="3127209" y="4541456"/>
                  <a:pt x="3124378" y="4552841"/>
                  <a:pt x="3118993" y="4571617"/>
                </a:cubicBezTo>
                <a:lnTo>
                  <a:pt x="3085049" y="4608795"/>
                </a:lnTo>
                <a:close/>
                <a:moveTo>
                  <a:pt x="2311754" y="4525142"/>
                </a:moveTo>
                <a:lnTo>
                  <a:pt x="2311746" y="4525160"/>
                </a:lnTo>
                <a:cubicBezTo>
                  <a:pt x="2309309" y="4533010"/>
                  <a:pt x="2306478" y="4544394"/>
                  <a:pt x="2301093" y="4563171"/>
                </a:cubicBezTo>
                <a:lnTo>
                  <a:pt x="2267149" y="4600348"/>
                </a:lnTo>
                <a:close/>
                <a:moveTo>
                  <a:pt x="1543104" y="4517204"/>
                </a:moveTo>
                <a:lnTo>
                  <a:pt x="1543096" y="4517222"/>
                </a:lnTo>
                <a:cubicBezTo>
                  <a:pt x="1540658" y="4525072"/>
                  <a:pt x="1537828" y="4536457"/>
                  <a:pt x="1532443" y="4555233"/>
                </a:cubicBezTo>
                <a:lnTo>
                  <a:pt x="1498498" y="4592411"/>
                </a:lnTo>
                <a:close/>
                <a:moveTo>
                  <a:pt x="3142020" y="4512739"/>
                </a:moveTo>
                <a:lnTo>
                  <a:pt x="3129654" y="4533588"/>
                </a:lnTo>
                <a:lnTo>
                  <a:pt x="3137931" y="4516800"/>
                </a:lnTo>
                <a:close/>
                <a:moveTo>
                  <a:pt x="2324120" y="4504292"/>
                </a:moveTo>
                <a:lnTo>
                  <a:pt x="2311754" y="4525142"/>
                </a:lnTo>
                <a:lnTo>
                  <a:pt x="2320031" y="4508354"/>
                </a:lnTo>
                <a:close/>
                <a:moveTo>
                  <a:pt x="1555470" y="4496355"/>
                </a:moveTo>
                <a:lnTo>
                  <a:pt x="1543104" y="4517204"/>
                </a:lnTo>
                <a:lnTo>
                  <a:pt x="1551380" y="4500416"/>
                </a:lnTo>
                <a:close/>
                <a:moveTo>
                  <a:pt x="3297229" y="4285997"/>
                </a:moveTo>
                <a:lnTo>
                  <a:pt x="3291793" y="4293813"/>
                </a:lnTo>
                <a:cubicBezTo>
                  <a:pt x="3286402" y="4301700"/>
                  <a:pt x="3282541" y="4310472"/>
                  <a:pt x="3278678" y="4319243"/>
                </a:cubicBezTo>
                <a:lnTo>
                  <a:pt x="3274321" y="4327695"/>
                </a:lnTo>
                <a:lnTo>
                  <a:pt x="3285626" y="4310372"/>
                </a:lnTo>
                <a:close/>
                <a:moveTo>
                  <a:pt x="2479329" y="4277550"/>
                </a:moveTo>
                <a:lnTo>
                  <a:pt x="2473893" y="4285367"/>
                </a:lnTo>
                <a:cubicBezTo>
                  <a:pt x="2468502" y="4293253"/>
                  <a:pt x="2464641" y="4302025"/>
                  <a:pt x="2460778" y="4310797"/>
                </a:cubicBezTo>
                <a:lnTo>
                  <a:pt x="2456421" y="4319249"/>
                </a:lnTo>
                <a:lnTo>
                  <a:pt x="2467726" y="4301926"/>
                </a:lnTo>
                <a:close/>
                <a:moveTo>
                  <a:pt x="1710678" y="4269613"/>
                </a:moveTo>
                <a:lnTo>
                  <a:pt x="1705243" y="4277429"/>
                </a:lnTo>
                <a:cubicBezTo>
                  <a:pt x="1699852" y="4285315"/>
                  <a:pt x="1695990" y="4294088"/>
                  <a:pt x="1692127" y="4302859"/>
                </a:cubicBezTo>
                <a:lnTo>
                  <a:pt x="1687771" y="4311311"/>
                </a:lnTo>
                <a:lnTo>
                  <a:pt x="1699076" y="4293988"/>
                </a:lnTo>
                <a:close/>
                <a:moveTo>
                  <a:pt x="3937931" y="3306082"/>
                </a:moveTo>
                <a:lnTo>
                  <a:pt x="3912022" y="3348868"/>
                </a:lnTo>
                <a:lnTo>
                  <a:pt x="3845682" y="3458421"/>
                </a:lnTo>
                <a:cubicBezTo>
                  <a:pt x="3823566" y="3494941"/>
                  <a:pt x="3803443" y="3532706"/>
                  <a:pt x="3779338" y="3567976"/>
                </a:cubicBezTo>
                <a:cubicBezTo>
                  <a:pt x="3759281" y="3597323"/>
                  <a:pt x="3736916" y="3625258"/>
                  <a:pt x="3719166" y="3656016"/>
                </a:cubicBezTo>
                <a:cubicBezTo>
                  <a:pt x="3705937" y="3678943"/>
                  <a:pt x="3698892" y="3704881"/>
                  <a:pt x="3686769" y="3728392"/>
                </a:cubicBezTo>
                <a:cubicBezTo>
                  <a:pt x="3523466" y="4045075"/>
                  <a:pt x="3738589" y="3617457"/>
                  <a:pt x="3600369" y="3867294"/>
                </a:cubicBezTo>
                <a:cubicBezTo>
                  <a:pt x="3587559" y="3890449"/>
                  <a:pt x="3578770" y="3915545"/>
                  <a:pt x="3567971" y="3939670"/>
                </a:cubicBezTo>
                <a:cubicBezTo>
                  <a:pt x="3556656" y="3952064"/>
                  <a:pt x="3542395" y="3962350"/>
                  <a:pt x="3534027" y="3976850"/>
                </a:cubicBezTo>
                <a:cubicBezTo>
                  <a:pt x="3526543" y="3989819"/>
                  <a:pt x="3530142" y="4007505"/>
                  <a:pt x="3521686" y="4019879"/>
                </a:cubicBezTo>
                <a:cubicBezTo>
                  <a:pt x="3502776" y="4047547"/>
                  <a:pt x="3476426" y="4069450"/>
                  <a:pt x="3453797" y="4094236"/>
                </a:cubicBezTo>
                <a:cubicBezTo>
                  <a:pt x="3442482" y="4106629"/>
                  <a:pt x="3429307" y="4117580"/>
                  <a:pt x="3419853" y="4131415"/>
                </a:cubicBezTo>
                <a:cubicBezTo>
                  <a:pt x="3406482" y="4150980"/>
                  <a:pt x="3394234" y="4171343"/>
                  <a:pt x="3379738" y="4190109"/>
                </a:cubicBezTo>
                <a:lnTo>
                  <a:pt x="3361678" y="4212517"/>
                </a:lnTo>
                <a:lnTo>
                  <a:pt x="3168537" y="4551522"/>
                </a:lnTo>
                <a:lnTo>
                  <a:pt x="3173971" y="4531119"/>
                </a:lnTo>
                <a:cubicBezTo>
                  <a:pt x="3177206" y="4518157"/>
                  <a:pt x="3182134" y="4499640"/>
                  <a:pt x="3191062" y="4471749"/>
                </a:cubicBezTo>
                <a:cubicBezTo>
                  <a:pt x="3245035" y="4417097"/>
                  <a:pt x="3210392" y="4458773"/>
                  <a:pt x="3237978" y="4393745"/>
                </a:cubicBezTo>
                <a:lnTo>
                  <a:pt x="3251468" y="4364376"/>
                </a:lnTo>
                <a:lnTo>
                  <a:pt x="3243398" y="4375654"/>
                </a:lnTo>
                <a:cubicBezTo>
                  <a:pt x="3201127" y="4431266"/>
                  <a:pt x="3220204" y="4381066"/>
                  <a:pt x="3199223" y="4454229"/>
                </a:cubicBezTo>
                <a:cubicBezTo>
                  <a:pt x="3179720" y="4475589"/>
                  <a:pt x="3166301" y="4488912"/>
                  <a:pt x="3156805" y="4498055"/>
                </a:cubicBezTo>
                <a:lnTo>
                  <a:pt x="3142020" y="4512739"/>
                </a:lnTo>
                <a:lnTo>
                  <a:pt x="3320735" y="4211424"/>
                </a:lnTo>
                <a:lnTo>
                  <a:pt x="3321402" y="4209167"/>
                </a:lnTo>
                <a:cubicBezTo>
                  <a:pt x="3323807" y="4202332"/>
                  <a:pt x="3327331" y="4193218"/>
                  <a:pt x="3332412" y="4180974"/>
                </a:cubicBezTo>
                <a:cubicBezTo>
                  <a:pt x="3341602" y="4158824"/>
                  <a:pt x="3353352" y="4137896"/>
                  <a:pt x="3363824" y="4116357"/>
                </a:cubicBezTo>
                <a:cubicBezTo>
                  <a:pt x="3371228" y="4101126"/>
                  <a:pt x="3374184" y="4083994"/>
                  <a:pt x="3379364" y="4067812"/>
                </a:cubicBezTo>
                <a:cubicBezTo>
                  <a:pt x="3389724" y="4035449"/>
                  <a:pt x="3395636" y="4001182"/>
                  <a:pt x="3410443" y="3970721"/>
                </a:cubicBezTo>
                <a:cubicBezTo>
                  <a:pt x="3417065" y="3957098"/>
                  <a:pt x="3434539" y="3951624"/>
                  <a:pt x="3442185" y="3938577"/>
                </a:cubicBezTo>
                <a:cubicBezTo>
                  <a:pt x="3450732" y="3923990"/>
                  <a:pt x="3452546" y="3906214"/>
                  <a:pt x="3457726" y="3890032"/>
                </a:cubicBezTo>
                <a:cubicBezTo>
                  <a:pt x="3473543" y="3868548"/>
                  <a:pt x="3491242" y="3848383"/>
                  <a:pt x="3505173" y="3825581"/>
                </a:cubicBezTo>
                <a:cubicBezTo>
                  <a:pt x="3655490" y="3579557"/>
                  <a:pt x="3387258" y="3981507"/>
                  <a:pt x="3583867" y="3680275"/>
                </a:cubicBezTo>
                <a:cubicBezTo>
                  <a:pt x="3598465" y="3657913"/>
                  <a:pt x="3617801" y="3638887"/>
                  <a:pt x="3631315" y="3615824"/>
                </a:cubicBezTo>
                <a:cubicBezTo>
                  <a:pt x="3649447" y="3584881"/>
                  <a:pt x="3662727" y="3551207"/>
                  <a:pt x="3678431" y="3518899"/>
                </a:cubicBezTo>
                <a:cubicBezTo>
                  <a:pt x="3697307" y="3480070"/>
                  <a:pt x="3720423" y="3443569"/>
                  <a:pt x="3741418" y="3405902"/>
                </a:cubicBezTo>
                <a:lnTo>
                  <a:pt x="3763003" y="3367181"/>
                </a:lnTo>
                <a:lnTo>
                  <a:pt x="3851096" y="3345158"/>
                </a:lnTo>
                <a:close/>
                <a:moveTo>
                  <a:pt x="2335776" y="3069785"/>
                </a:moveTo>
                <a:lnTo>
                  <a:pt x="2322612" y="3227747"/>
                </a:lnTo>
                <a:lnTo>
                  <a:pt x="2359285" y="3276645"/>
                </a:lnTo>
                <a:lnTo>
                  <a:pt x="2325472" y="3332484"/>
                </a:lnTo>
                <a:lnTo>
                  <a:pt x="2259130" y="3442038"/>
                </a:lnTo>
                <a:cubicBezTo>
                  <a:pt x="2237016" y="3478557"/>
                  <a:pt x="2216893" y="3516322"/>
                  <a:pt x="2192788" y="3551592"/>
                </a:cubicBezTo>
                <a:cubicBezTo>
                  <a:pt x="2172731" y="3580939"/>
                  <a:pt x="2150366" y="3608874"/>
                  <a:pt x="2132616" y="3639632"/>
                </a:cubicBezTo>
                <a:cubicBezTo>
                  <a:pt x="2119386" y="3662559"/>
                  <a:pt x="2112340" y="3688497"/>
                  <a:pt x="2100217" y="3712008"/>
                </a:cubicBezTo>
                <a:cubicBezTo>
                  <a:pt x="1936916" y="4028691"/>
                  <a:pt x="2152039" y="3601073"/>
                  <a:pt x="2013818" y="3850910"/>
                </a:cubicBezTo>
                <a:cubicBezTo>
                  <a:pt x="2001008" y="3874065"/>
                  <a:pt x="1992220" y="3899161"/>
                  <a:pt x="1981420" y="3923286"/>
                </a:cubicBezTo>
                <a:cubicBezTo>
                  <a:pt x="1970105" y="3935679"/>
                  <a:pt x="1955844" y="3945966"/>
                  <a:pt x="1947476" y="3960466"/>
                </a:cubicBezTo>
                <a:cubicBezTo>
                  <a:pt x="1939993" y="3973435"/>
                  <a:pt x="1943592" y="3991121"/>
                  <a:pt x="1935135" y="4003495"/>
                </a:cubicBezTo>
                <a:cubicBezTo>
                  <a:pt x="1916225" y="4031163"/>
                  <a:pt x="1889875" y="4053066"/>
                  <a:pt x="1867246" y="4077852"/>
                </a:cubicBezTo>
                <a:cubicBezTo>
                  <a:pt x="1855931" y="4090245"/>
                  <a:pt x="1842757" y="4101196"/>
                  <a:pt x="1833302" y="4115031"/>
                </a:cubicBezTo>
                <a:cubicBezTo>
                  <a:pt x="1819931" y="4134596"/>
                  <a:pt x="1807683" y="4154959"/>
                  <a:pt x="1793187" y="4173725"/>
                </a:cubicBezTo>
                <a:lnTo>
                  <a:pt x="1775127" y="4196133"/>
                </a:lnTo>
                <a:lnTo>
                  <a:pt x="1581987" y="4535138"/>
                </a:lnTo>
                <a:lnTo>
                  <a:pt x="1587420" y="4514735"/>
                </a:lnTo>
                <a:cubicBezTo>
                  <a:pt x="1590656" y="4501772"/>
                  <a:pt x="1595584" y="4483256"/>
                  <a:pt x="1604511" y="4455365"/>
                </a:cubicBezTo>
                <a:cubicBezTo>
                  <a:pt x="1658484" y="4400713"/>
                  <a:pt x="1623842" y="4442389"/>
                  <a:pt x="1651427" y="4377361"/>
                </a:cubicBezTo>
                <a:lnTo>
                  <a:pt x="1664917" y="4347992"/>
                </a:lnTo>
                <a:lnTo>
                  <a:pt x="1656847" y="4359270"/>
                </a:lnTo>
                <a:cubicBezTo>
                  <a:pt x="1614577" y="4414882"/>
                  <a:pt x="1633654" y="4364682"/>
                  <a:pt x="1612672" y="4437845"/>
                </a:cubicBezTo>
                <a:cubicBezTo>
                  <a:pt x="1593170" y="4459205"/>
                  <a:pt x="1579751" y="4472528"/>
                  <a:pt x="1570255" y="4481671"/>
                </a:cubicBezTo>
                <a:lnTo>
                  <a:pt x="1555470" y="4496355"/>
                </a:lnTo>
                <a:lnTo>
                  <a:pt x="1734184" y="4195040"/>
                </a:lnTo>
                <a:lnTo>
                  <a:pt x="1734852" y="4192783"/>
                </a:lnTo>
                <a:cubicBezTo>
                  <a:pt x="1737257" y="4185948"/>
                  <a:pt x="1740781" y="4176834"/>
                  <a:pt x="1745862" y="4164590"/>
                </a:cubicBezTo>
                <a:cubicBezTo>
                  <a:pt x="1755052" y="4142440"/>
                  <a:pt x="1766802" y="4121512"/>
                  <a:pt x="1777273" y="4099973"/>
                </a:cubicBezTo>
                <a:cubicBezTo>
                  <a:pt x="1784677" y="4084742"/>
                  <a:pt x="1787633" y="4067610"/>
                  <a:pt x="1792813" y="4051428"/>
                </a:cubicBezTo>
                <a:cubicBezTo>
                  <a:pt x="1803173" y="4019065"/>
                  <a:pt x="1809086" y="3984797"/>
                  <a:pt x="1823892" y="3954337"/>
                </a:cubicBezTo>
                <a:cubicBezTo>
                  <a:pt x="1830514" y="3940714"/>
                  <a:pt x="1847989" y="3935240"/>
                  <a:pt x="1855634" y="3922193"/>
                </a:cubicBezTo>
                <a:cubicBezTo>
                  <a:pt x="1864182" y="3907606"/>
                  <a:pt x="1865996" y="3889830"/>
                  <a:pt x="1871176" y="3873648"/>
                </a:cubicBezTo>
                <a:cubicBezTo>
                  <a:pt x="1886992" y="3852164"/>
                  <a:pt x="1904692" y="3831999"/>
                  <a:pt x="1918623" y="3809196"/>
                </a:cubicBezTo>
                <a:cubicBezTo>
                  <a:pt x="2068940" y="3563173"/>
                  <a:pt x="1800707" y="3965123"/>
                  <a:pt x="1997317" y="3663891"/>
                </a:cubicBezTo>
                <a:cubicBezTo>
                  <a:pt x="2011914" y="3641529"/>
                  <a:pt x="2031250" y="3622503"/>
                  <a:pt x="2044764" y="3599440"/>
                </a:cubicBezTo>
                <a:cubicBezTo>
                  <a:pt x="2062896" y="3568497"/>
                  <a:pt x="2076175" y="3534823"/>
                  <a:pt x="2091881" y="3502515"/>
                </a:cubicBezTo>
                <a:cubicBezTo>
                  <a:pt x="2110756" y="3463686"/>
                  <a:pt x="2133872" y="3427185"/>
                  <a:pt x="2154868" y="3389518"/>
                </a:cubicBezTo>
                <a:lnTo>
                  <a:pt x="2217857" y="3276522"/>
                </a:lnTo>
                <a:cubicBezTo>
                  <a:pt x="2238852" y="3238857"/>
                  <a:pt x="2259302" y="3200867"/>
                  <a:pt x="2280845" y="3163526"/>
                </a:cubicBezTo>
                <a:close/>
                <a:moveTo>
                  <a:pt x="4152691" y="2929688"/>
                </a:moveTo>
                <a:lnTo>
                  <a:pt x="4184117" y="2954498"/>
                </a:lnTo>
                <a:lnTo>
                  <a:pt x="4184117" y="3108201"/>
                </a:lnTo>
                <a:cubicBezTo>
                  <a:pt x="4127190" y="3182205"/>
                  <a:pt x="4058878" y="3241978"/>
                  <a:pt x="3979181" y="3287520"/>
                </a:cubicBezTo>
                <a:lnTo>
                  <a:pt x="3937931" y="3306082"/>
                </a:lnTo>
                <a:lnTo>
                  <a:pt x="3978364" y="3239312"/>
                </a:lnTo>
                <a:cubicBezTo>
                  <a:pt x="4025188" y="3159407"/>
                  <a:pt x="4070934" y="3078896"/>
                  <a:pt x="4117219" y="2998687"/>
                </a:cubicBezTo>
                <a:close/>
                <a:moveTo>
                  <a:pt x="3257234" y="2828723"/>
                </a:moveTo>
                <a:lnTo>
                  <a:pt x="3277114" y="2860836"/>
                </a:lnTo>
                <a:cubicBezTo>
                  <a:pt x="3290812" y="2881650"/>
                  <a:pt x="3303175" y="2898995"/>
                  <a:pt x="3314205" y="2912871"/>
                </a:cubicBezTo>
                <a:lnTo>
                  <a:pt x="3330244" y="2930086"/>
                </a:lnTo>
                <a:lnTo>
                  <a:pt x="3299319" y="2990241"/>
                </a:lnTo>
                <a:cubicBezTo>
                  <a:pt x="3253034" y="3070450"/>
                  <a:pt x="3207287" y="3150961"/>
                  <a:pt x="3160464" y="3230866"/>
                </a:cubicBezTo>
                <a:cubicBezTo>
                  <a:pt x="3138885" y="3267693"/>
                  <a:pt x="3116237" y="3303903"/>
                  <a:pt x="3094122" y="3340421"/>
                </a:cubicBezTo>
                <a:lnTo>
                  <a:pt x="3027781" y="3449975"/>
                </a:lnTo>
                <a:cubicBezTo>
                  <a:pt x="3005666" y="3486494"/>
                  <a:pt x="2985543" y="3524259"/>
                  <a:pt x="2961438" y="3559530"/>
                </a:cubicBezTo>
                <a:cubicBezTo>
                  <a:pt x="2941381" y="3588876"/>
                  <a:pt x="2919016" y="3616811"/>
                  <a:pt x="2901266" y="3647570"/>
                </a:cubicBezTo>
                <a:cubicBezTo>
                  <a:pt x="2888037" y="3670496"/>
                  <a:pt x="2880991" y="3696435"/>
                  <a:pt x="2868868" y="3719946"/>
                </a:cubicBezTo>
                <a:cubicBezTo>
                  <a:pt x="2705566" y="4036629"/>
                  <a:pt x="2920689" y="3609011"/>
                  <a:pt x="2782469" y="3858848"/>
                </a:cubicBezTo>
                <a:cubicBezTo>
                  <a:pt x="2769659" y="3882003"/>
                  <a:pt x="2760870" y="3907098"/>
                  <a:pt x="2750071" y="3931224"/>
                </a:cubicBezTo>
                <a:cubicBezTo>
                  <a:pt x="2738756" y="3943617"/>
                  <a:pt x="2724495" y="3953903"/>
                  <a:pt x="2716127" y="3968403"/>
                </a:cubicBezTo>
                <a:cubicBezTo>
                  <a:pt x="2708643" y="3981372"/>
                  <a:pt x="2712243" y="3999059"/>
                  <a:pt x="2703786" y="4011433"/>
                </a:cubicBezTo>
                <a:cubicBezTo>
                  <a:pt x="2684876" y="4039101"/>
                  <a:pt x="2658526" y="4061004"/>
                  <a:pt x="2635897" y="4085789"/>
                </a:cubicBezTo>
                <a:cubicBezTo>
                  <a:pt x="2624582" y="4098183"/>
                  <a:pt x="2611407" y="4109134"/>
                  <a:pt x="2601953" y="4122969"/>
                </a:cubicBezTo>
                <a:cubicBezTo>
                  <a:pt x="2588582" y="4142534"/>
                  <a:pt x="2576334" y="4162897"/>
                  <a:pt x="2561838" y="4181662"/>
                </a:cubicBezTo>
                <a:lnTo>
                  <a:pt x="2543778" y="4204070"/>
                </a:lnTo>
                <a:lnTo>
                  <a:pt x="2350637" y="4543076"/>
                </a:lnTo>
                <a:lnTo>
                  <a:pt x="2356071" y="4522672"/>
                </a:lnTo>
                <a:cubicBezTo>
                  <a:pt x="2359306" y="4509710"/>
                  <a:pt x="2364234" y="4491194"/>
                  <a:pt x="2373162" y="4463302"/>
                </a:cubicBezTo>
                <a:cubicBezTo>
                  <a:pt x="2427135" y="4408650"/>
                  <a:pt x="2392492" y="4450326"/>
                  <a:pt x="2420078" y="4385299"/>
                </a:cubicBezTo>
                <a:lnTo>
                  <a:pt x="2433568" y="4355930"/>
                </a:lnTo>
                <a:lnTo>
                  <a:pt x="2425497" y="4367208"/>
                </a:lnTo>
                <a:cubicBezTo>
                  <a:pt x="2383227" y="4422820"/>
                  <a:pt x="2402304" y="4372620"/>
                  <a:pt x="2381323" y="4445783"/>
                </a:cubicBezTo>
                <a:cubicBezTo>
                  <a:pt x="2361820" y="4467143"/>
                  <a:pt x="2348401" y="4480466"/>
                  <a:pt x="2338906" y="4489608"/>
                </a:cubicBezTo>
                <a:lnTo>
                  <a:pt x="2324120" y="4504292"/>
                </a:lnTo>
                <a:lnTo>
                  <a:pt x="2502835" y="4202978"/>
                </a:lnTo>
                <a:lnTo>
                  <a:pt x="2503502" y="4200721"/>
                </a:lnTo>
                <a:cubicBezTo>
                  <a:pt x="2505907" y="4193886"/>
                  <a:pt x="2509431" y="4184772"/>
                  <a:pt x="2514512" y="4172528"/>
                </a:cubicBezTo>
                <a:cubicBezTo>
                  <a:pt x="2523702" y="4150378"/>
                  <a:pt x="2535452" y="4129449"/>
                  <a:pt x="2545924" y="4107910"/>
                </a:cubicBezTo>
                <a:cubicBezTo>
                  <a:pt x="2553328" y="4092680"/>
                  <a:pt x="2556284" y="4075547"/>
                  <a:pt x="2561464" y="4059365"/>
                </a:cubicBezTo>
                <a:cubicBezTo>
                  <a:pt x="2571824" y="4027002"/>
                  <a:pt x="2577736" y="3992735"/>
                  <a:pt x="2592543" y="3962274"/>
                </a:cubicBezTo>
                <a:cubicBezTo>
                  <a:pt x="2599165" y="3948652"/>
                  <a:pt x="2616639" y="3943177"/>
                  <a:pt x="2624285" y="3930130"/>
                </a:cubicBezTo>
                <a:cubicBezTo>
                  <a:pt x="2632833" y="3915543"/>
                  <a:pt x="2634647" y="3897768"/>
                  <a:pt x="2639826" y="3881586"/>
                </a:cubicBezTo>
                <a:cubicBezTo>
                  <a:pt x="2655643" y="3860102"/>
                  <a:pt x="2673343" y="3839936"/>
                  <a:pt x="2687273" y="3817134"/>
                </a:cubicBezTo>
                <a:cubicBezTo>
                  <a:pt x="2837590" y="3571111"/>
                  <a:pt x="2569358" y="3973060"/>
                  <a:pt x="2765967" y="3671829"/>
                </a:cubicBezTo>
                <a:cubicBezTo>
                  <a:pt x="2780565" y="3649466"/>
                  <a:pt x="2799901" y="3630441"/>
                  <a:pt x="2813415" y="3607378"/>
                </a:cubicBezTo>
                <a:cubicBezTo>
                  <a:pt x="2831547" y="3576434"/>
                  <a:pt x="2844826" y="3542761"/>
                  <a:pt x="2860532" y="3510452"/>
                </a:cubicBezTo>
                <a:cubicBezTo>
                  <a:pt x="2879407" y="3471623"/>
                  <a:pt x="2902523" y="3435122"/>
                  <a:pt x="2923518" y="3397455"/>
                </a:cubicBezTo>
                <a:lnTo>
                  <a:pt x="2986507" y="3284460"/>
                </a:lnTo>
                <a:cubicBezTo>
                  <a:pt x="3007503" y="3246794"/>
                  <a:pt x="3027953" y="3208804"/>
                  <a:pt x="3049496" y="3171463"/>
                </a:cubicBezTo>
                <a:cubicBezTo>
                  <a:pt x="3096235" y="3090445"/>
                  <a:pt x="3144060" y="3010087"/>
                  <a:pt x="3191342" y="2929398"/>
                </a:cubicBezTo>
                <a:close/>
                <a:moveTo>
                  <a:pt x="4326903" y="2516695"/>
                </a:moveTo>
                <a:lnTo>
                  <a:pt x="4324829" y="2519998"/>
                </a:lnTo>
                <a:lnTo>
                  <a:pt x="4325672" y="2518994"/>
                </a:lnTo>
                <a:close/>
                <a:moveTo>
                  <a:pt x="3509003" y="2508249"/>
                </a:moveTo>
                <a:lnTo>
                  <a:pt x="3507772" y="2510548"/>
                </a:lnTo>
                <a:lnTo>
                  <a:pt x="3506929" y="2511551"/>
                </a:lnTo>
                <a:close/>
                <a:moveTo>
                  <a:pt x="2740353" y="2500311"/>
                </a:moveTo>
                <a:lnTo>
                  <a:pt x="2739121" y="2502610"/>
                </a:lnTo>
                <a:lnTo>
                  <a:pt x="2738278" y="2503614"/>
                </a:lnTo>
                <a:close/>
                <a:moveTo>
                  <a:pt x="2787664" y="2428039"/>
                </a:moveTo>
                <a:lnTo>
                  <a:pt x="2770910" y="2551030"/>
                </a:lnTo>
                <a:cubicBezTo>
                  <a:pt x="2702598" y="3024945"/>
                  <a:pt x="2621477" y="3261903"/>
                  <a:pt x="2527548" y="3261903"/>
                </a:cubicBezTo>
                <a:lnTo>
                  <a:pt x="2373846" y="3296059"/>
                </a:lnTo>
                <a:lnTo>
                  <a:pt x="2359285" y="3276645"/>
                </a:lnTo>
                <a:lnTo>
                  <a:pt x="2391814" y="3222928"/>
                </a:lnTo>
                <a:cubicBezTo>
                  <a:pt x="2438636" y="3143024"/>
                  <a:pt x="2484384" y="3062512"/>
                  <a:pt x="2530669" y="2982303"/>
                </a:cubicBezTo>
                <a:cubicBezTo>
                  <a:pt x="2572505" y="2909806"/>
                  <a:pt x="2604723" y="2832330"/>
                  <a:pt x="2641750" y="2757344"/>
                </a:cubicBezTo>
                <a:cubicBezTo>
                  <a:pt x="2661689" y="2716962"/>
                  <a:pt x="2675930" y="2674211"/>
                  <a:pt x="2690021" y="2631391"/>
                </a:cubicBezTo>
                <a:lnTo>
                  <a:pt x="2735084" y="2511184"/>
                </a:lnTo>
                <a:lnTo>
                  <a:pt x="2750339" y="2484411"/>
                </a:lnTo>
                <a:lnTo>
                  <a:pt x="2775102" y="2444981"/>
                </a:lnTo>
                <a:close/>
                <a:moveTo>
                  <a:pt x="2789092" y="2416388"/>
                </a:moveTo>
                <a:lnTo>
                  <a:pt x="2789083" y="2416469"/>
                </a:lnTo>
                <a:lnTo>
                  <a:pt x="2788166" y="2418014"/>
                </a:lnTo>
                <a:close/>
                <a:moveTo>
                  <a:pt x="3594133" y="2381422"/>
                </a:moveTo>
                <a:lnTo>
                  <a:pt x="3678181" y="2474179"/>
                </a:lnTo>
                <a:cubicBezTo>
                  <a:pt x="3811958" y="2619342"/>
                  <a:pt x="3931505" y="2738888"/>
                  <a:pt x="4036819" y="2832817"/>
                </a:cubicBezTo>
                <a:lnTo>
                  <a:pt x="4063156" y="2855471"/>
                </a:lnTo>
                <a:lnTo>
                  <a:pt x="4009242" y="2937845"/>
                </a:lnTo>
                <a:cubicBezTo>
                  <a:pt x="3961960" y="3018533"/>
                  <a:pt x="3914135" y="3098891"/>
                  <a:pt x="3867396" y="3179910"/>
                </a:cubicBezTo>
                <a:cubicBezTo>
                  <a:pt x="3845853" y="3217251"/>
                  <a:pt x="3825402" y="3255241"/>
                  <a:pt x="3804407" y="3292906"/>
                </a:cubicBezTo>
                <a:lnTo>
                  <a:pt x="3763003" y="3367181"/>
                </a:lnTo>
                <a:lnTo>
                  <a:pt x="3705932" y="3381449"/>
                </a:lnTo>
                <a:lnTo>
                  <a:pt x="3654698" y="3381449"/>
                </a:lnTo>
                <a:lnTo>
                  <a:pt x="3364372" y="2954498"/>
                </a:lnTo>
                <a:cubicBezTo>
                  <a:pt x="3358679" y="2954498"/>
                  <a:pt x="3351652" y="2951029"/>
                  <a:pt x="3343291" y="2944091"/>
                </a:cubicBezTo>
                <a:lnTo>
                  <a:pt x="3330244" y="2930086"/>
                </a:lnTo>
                <a:lnTo>
                  <a:pt x="3356663" y="2878695"/>
                </a:lnTo>
                <a:cubicBezTo>
                  <a:pt x="3374576" y="2840890"/>
                  <a:pt x="3391887" y="2802775"/>
                  <a:pt x="3410400" y="2765281"/>
                </a:cubicBezTo>
                <a:cubicBezTo>
                  <a:pt x="3430340" y="2724899"/>
                  <a:pt x="3444581" y="2682149"/>
                  <a:pt x="3458671" y="2639328"/>
                </a:cubicBezTo>
                <a:lnTo>
                  <a:pt x="3503735" y="2519122"/>
                </a:lnTo>
                <a:lnTo>
                  <a:pt x="3518989" y="2492348"/>
                </a:lnTo>
                <a:lnTo>
                  <a:pt x="3543752" y="2452919"/>
                </a:lnTo>
                <a:cubicBezTo>
                  <a:pt x="3557927" y="2433802"/>
                  <a:pt x="3572905" y="2415134"/>
                  <a:pt x="3586276" y="2395569"/>
                </a:cubicBezTo>
                <a:close/>
                <a:moveTo>
                  <a:pt x="3586799" y="2373327"/>
                </a:moveTo>
                <a:lnTo>
                  <a:pt x="3587542" y="2374148"/>
                </a:lnTo>
                <a:lnTo>
                  <a:pt x="3556817" y="2425951"/>
                </a:lnTo>
                <a:close/>
                <a:moveTo>
                  <a:pt x="4490922" y="2230433"/>
                </a:moveTo>
                <a:lnTo>
                  <a:pt x="4374717" y="2434398"/>
                </a:lnTo>
                <a:lnTo>
                  <a:pt x="4491289" y="2237855"/>
                </a:lnTo>
                <a:lnTo>
                  <a:pt x="4459688" y="2304063"/>
                </a:lnTo>
                <a:cubicBezTo>
                  <a:pt x="4443222" y="2338561"/>
                  <a:pt x="4425737" y="2372468"/>
                  <a:pt x="4404176" y="2404015"/>
                </a:cubicBezTo>
                <a:cubicBezTo>
                  <a:pt x="4390805" y="2423580"/>
                  <a:pt x="4375827" y="2442248"/>
                  <a:pt x="4361652" y="2461366"/>
                </a:cubicBezTo>
                <a:lnTo>
                  <a:pt x="4336890" y="2500795"/>
                </a:lnTo>
                <a:lnTo>
                  <a:pt x="4321635" y="2527568"/>
                </a:lnTo>
                <a:lnTo>
                  <a:pt x="4276571" y="2647775"/>
                </a:lnTo>
                <a:cubicBezTo>
                  <a:pt x="4262481" y="2690595"/>
                  <a:pt x="4248240" y="2733346"/>
                  <a:pt x="4228300" y="2773728"/>
                </a:cubicBezTo>
                <a:cubicBezTo>
                  <a:pt x="4209787" y="2811221"/>
                  <a:pt x="4192476" y="2849337"/>
                  <a:pt x="4174563" y="2887141"/>
                </a:cubicBezTo>
                <a:lnTo>
                  <a:pt x="4152691" y="2929688"/>
                </a:lnTo>
                <a:lnTo>
                  <a:pt x="4113137" y="2898461"/>
                </a:lnTo>
                <a:lnTo>
                  <a:pt x="4063156" y="2855471"/>
                </a:lnTo>
                <a:lnTo>
                  <a:pt x="4078585" y="2831898"/>
                </a:lnTo>
                <a:cubicBezTo>
                  <a:pt x="4102863" y="2797350"/>
                  <a:pt x="4127723" y="2763185"/>
                  <a:pt x="4151420" y="2728254"/>
                </a:cubicBezTo>
                <a:cubicBezTo>
                  <a:pt x="4176941" y="2690631"/>
                  <a:pt x="4207467" y="2656929"/>
                  <a:pt x="4238131" y="2623327"/>
                </a:cubicBezTo>
                <a:lnTo>
                  <a:pt x="4321819" y="2523587"/>
                </a:lnTo>
                <a:lnTo>
                  <a:pt x="4336248" y="2499257"/>
                </a:lnTo>
                <a:lnTo>
                  <a:pt x="4359500" y="2455868"/>
                </a:lnTo>
                <a:cubicBezTo>
                  <a:pt x="4369165" y="2433832"/>
                  <a:pt x="4378024" y="2411300"/>
                  <a:pt x="4388494" y="2389761"/>
                </a:cubicBezTo>
                <a:cubicBezTo>
                  <a:pt x="4405377" y="2355031"/>
                  <a:pt x="4426428" y="2322778"/>
                  <a:pt x="4448521" y="2291144"/>
                </a:cubicBezTo>
                <a:close/>
                <a:moveTo>
                  <a:pt x="3673389" y="2229409"/>
                </a:moveTo>
                <a:lnTo>
                  <a:pt x="3641788" y="2295617"/>
                </a:lnTo>
                <a:lnTo>
                  <a:pt x="3594133" y="2381422"/>
                </a:lnTo>
                <a:lnTo>
                  <a:pt x="3587542" y="2374148"/>
                </a:lnTo>
                <a:close/>
                <a:moveTo>
                  <a:pt x="3673022" y="2221986"/>
                </a:moveTo>
                <a:lnTo>
                  <a:pt x="3586799" y="2373327"/>
                </a:lnTo>
                <a:lnTo>
                  <a:pt x="3580013" y="2365839"/>
                </a:lnTo>
                <a:lnTo>
                  <a:pt x="3630621" y="2282698"/>
                </a:lnTo>
                <a:close/>
                <a:moveTo>
                  <a:pt x="2904739" y="2221472"/>
                </a:moveTo>
                <a:lnTo>
                  <a:pt x="2873137" y="2287679"/>
                </a:lnTo>
                <a:cubicBezTo>
                  <a:pt x="2856671" y="2322177"/>
                  <a:pt x="2839186" y="2356084"/>
                  <a:pt x="2817625" y="2387631"/>
                </a:cubicBezTo>
                <a:lnTo>
                  <a:pt x="2787664" y="2428039"/>
                </a:lnTo>
                <a:lnTo>
                  <a:pt x="2787721" y="2427615"/>
                </a:lnTo>
                <a:lnTo>
                  <a:pt x="2789083" y="2416469"/>
                </a:lnTo>
                <a:close/>
                <a:moveTo>
                  <a:pt x="2904371" y="2214049"/>
                </a:moveTo>
                <a:lnTo>
                  <a:pt x="2789092" y="2416388"/>
                </a:lnTo>
                <a:lnTo>
                  <a:pt x="2791413" y="2397385"/>
                </a:lnTo>
                <a:lnTo>
                  <a:pt x="2801943" y="2373377"/>
                </a:lnTo>
                <a:cubicBezTo>
                  <a:pt x="2818826" y="2338647"/>
                  <a:pt x="2839877" y="2306393"/>
                  <a:pt x="2861970" y="2274761"/>
                </a:cubicBezTo>
                <a:close/>
                <a:moveTo>
                  <a:pt x="2929595" y="2169506"/>
                </a:moveTo>
                <a:lnTo>
                  <a:pt x="2931821" y="2175812"/>
                </a:lnTo>
                <a:lnTo>
                  <a:pt x="2904739" y="2221472"/>
                </a:lnTo>
                <a:lnTo>
                  <a:pt x="2916726" y="2196358"/>
                </a:lnTo>
                <a:lnTo>
                  <a:pt x="2904371" y="2214049"/>
                </a:lnTo>
                <a:lnTo>
                  <a:pt x="2928769" y="2171224"/>
                </a:lnTo>
                <a:close/>
                <a:moveTo>
                  <a:pt x="3209245" y="1729031"/>
                </a:moveTo>
                <a:lnTo>
                  <a:pt x="3339822" y="1972512"/>
                </a:lnTo>
                <a:cubicBezTo>
                  <a:pt x="3384652" y="2060748"/>
                  <a:pt x="3426991" y="2148985"/>
                  <a:pt x="3466840" y="2237221"/>
                </a:cubicBezTo>
                <a:cubicBezTo>
                  <a:pt x="3503842" y="2279916"/>
                  <a:pt x="3539955" y="2321010"/>
                  <a:pt x="3575179" y="2360503"/>
                </a:cubicBezTo>
                <a:lnTo>
                  <a:pt x="3580013" y="2365839"/>
                </a:lnTo>
                <a:lnTo>
                  <a:pt x="3570594" y="2381314"/>
                </a:lnTo>
                <a:cubicBezTo>
                  <a:pt x="3560123" y="2402853"/>
                  <a:pt x="3551265" y="2425386"/>
                  <a:pt x="3541600" y="2447421"/>
                </a:cubicBezTo>
                <a:lnTo>
                  <a:pt x="3518348" y="2490811"/>
                </a:lnTo>
                <a:lnTo>
                  <a:pt x="3503919" y="2515140"/>
                </a:lnTo>
                <a:lnTo>
                  <a:pt x="3420231" y="2614880"/>
                </a:lnTo>
                <a:cubicBezTo>
                  <a:pt x="3389567" y="2648483"/>
                  <a:pt x="3359041" y="2682184"/>
                  <a:pt x="3333520" y="2719807"/>
                </a:cubicBezTo>
                <a:cubicBezTo>
                  <a:pt x="3309823" y="2754739"/>
                  <a:pt x="3284963" y="2788903"/>
                  <a:pt x="3260685" y="2823452"/>
                </a:cubicBezTo>
                <a:lnTo>
                  <a:pt x="3257234" y="2828723"/>
                </a:lnTo>
                <a:lnTo>
                  <a:pt x="3232017" y="2787988"/>
                </a:lnTo>
                <a:cubicBezTo>
                  <a:pt x="3166551" y="2676980"/>
                  <a:pt x="3079738" y="2510470"/>
                  <a:pt x="2971577" y="2288455"/>
                </a:cubicBezTo>
                <a:lnTo>
                  <a:pt x="2931821" y="2175812"/>
                </a:lnTo>
                <a:lnTo>
                  <a:pt x="2936307" y="2168249"/>
                </a:lnTo>
                <a:lnTo>
                  <a:pt x="2955510" y="2140577"/>
                </a:lnTo>
                <a:cubicBezTo>
                  <a:pt x="3010868" y="2066748"/>
                  <a:pt x="3014900" y="2103572"/>
                  <a:pt x="3102335" y="1954361"/>
                </a:cubicBezTo>
                <a:cubicBezTo>
                  <a:pt x="3119431" y="1925188"/>
                  <a:pt x="3123056" y="1889633"/>
                  <a:pt x="3133415" y="1857271"/>
                </a:cubicBezTo>
                <a:cubicBezTo>
                  <a:pt x="3213314" y="1755663"/>
                  <a:pt x="3190655" y="1795406"/>
                  <a:pt x="3201189" y="1754993"/>
                </a:cubicBezTo>
                <a:close/>
                <a:moveTo>
                  <a:pt x="4851503" y="1614045"/>
                </a:moveTo>
                <a:lnTo>
                  <a:pt x="4849432" y="1616781"/>
                </a:lnTo>
                <a:lnTo>
                  <a:pt x="4843222" y="1629635"/>
                </a:lnTo>
                <a:lnTo>
                  <a:pt x="4843806" y="1628783"/>
                </a:lnTo>
                <a:close/>
                <a:moveTo>
                  <a:pt x="4033603" y="1605598"/>
                </a:moveTo>
                <a:lnTo>
                  <a:pt x="4031532" y="1608335"/>
                </a:lnTo>
                <a:lnTo>
                  <a:pt x="4025321" y="1621189"/>
                </a:lnTo>
                <a:lnTo>
                  <a:pt x="4025906" y="1620337"/>
                </a:lnTo>
                <a:close/>
                <a:moveTo>
                  <a:pt x="3264952" y="1597660"/>
                </a:moveTo>
                <a:lnTo>
                  <a:pt x="3262881" y="1600397"/>
                </a:lnTo>
                <a:lnTo>
                  <a:pt x="3256671" y="1613252"/>
                </a:lnTo>
                <a:lnTo>
                  <a:pt x="3257255" y="1612399"/>
                </a:lnTo>
                <a:close/>
                <a:moveTo>
                  <a:pt x="2390924" y="1434554"/>
                </a:moveTo>
                <a:lnTo>
                  <a:pt x="2271378" y="1485788"/>
                </a:lnTo>
                <a:cubicBezTo>
                  <a:pt x="2282763" y="1633798"/>
                  <a:pt x="2316919" y="1713495"/>
                  <a:pt x="2373846" y="1724880"/>
                </a:cubicBezTo>
                <a:lnTo>
                  <a:pt x="2390924" y="1571178"/>
                </a:lnTo>
                <a:close/>
                <a:moveTo>
                  <a:pt x="4951913" y="1421285"/>
                </a:moveTo>
                <a:lnTo>
                  <a:pt x="4948028" y="1437656"/>
                </a:lnTo>
                <a:lnTo>
                  <a:pt x="4941922" y="1463385"/>
                </a:lnTo>
                <a:lnTo>
                  <a:pt x="4949566" y="1456191"/>
                </a:lnTo>
                <a:lnTo>
                  <a:pt x="4961654" y="1444816"/>
                </a:lnTo>
                <a:lnTo>
                  <a:pt x="4818507" y="1686163"/>
                </a:lnTo>
                <a:lnTo>
                  <a:pt x="4814366" y="1696041"/>
                </a:lnTo>
                <a:cubicBezTo>
                  <a:pt x="4750704" y="1853992"/>
                  <a:pt x="4826499" y="1738177"/>
                  <a:pt x="4719967" y="1873654"/>
                </a:cubicBezTo>
                <a:cubicBezTo>
                  <a:pt x="4709607" y="1906017"/>
                  <a:pt x="4705982" y="1941572"/>
                  <a:pt x="4688886" y="1970745"/>
                </a:cubicBezTo>
                <a:cubicBezTo>
                  <a:pt x="4601451" y="2119956"/>
                  <a:pt x="4597419" y="2083132"/>
                  <a:pt x="4542062" y="2156961"/>
                </a:cubicBezTo>
                <a:lnTo>
                  <a:pt x="4522857" y="2184633"/>
                </a:lnTo>
                <a:lnTo>
                  <a:pt x="4491289" y="2237855"/>
                </a:lnTo>
                <a:lnTo>
                  <a:pt x="4503276" y="2212742"/>
                </a:lnTo>
                <a:lnTo>
                  <a:pt x="4490922" y="2230433"/>
                </a:lnTo>
                <a:lnTo>
                  <a:pt x="4515320" y="2187608"/>
                </a:lnTo>
                <a:lnTo>
                  <a:pt x="4529615" y="2157883"/>
                </a:lnTo>
                <a:cubicBezTo>
                  <a:pt x="4566251" y="2074111"/>
                  <a:pt x="4533029" y="2088735"/>
                  <a:pt x="4618622" y="1940412"/>
                </a:cubicBezTo>
                <a:cubicBezTo>
                  <a:pt x="4635356" y="1911412"/>
                  <a:pt x="4663880" y="1890841"/>
                  <a:pt x="4686510" y="1866055"/>
                </a:cubicBezTo>
                <a:cubicBezTo>
                  <a:pt x="4751400" y="1708085"/>
                  <a:pt x="4688711" y="1830016"/>
                  <a:pt x="4792966" y="1697805"/>
                </a:cubicBezTo>
                <a:lnTo>
                  <a:pt x="4798442" y="1690663"/>
                </a:lnTo>
                <a:close/>
                <a:moveTo>
                  <a:pt x="4134013" y="1412838"/>
                </a:moveTo>
                <a:lnTo>
                  <a:pt x="4130128" y="1429210"/>
                </a:lnTo>
                <a:lnTo>
                  <a:pt x="4124022" y="1454939"/>
                </a:lnTo>
                <a:lnTo>
                  <a:pt x="4131666" y="1447745"/>
                </a:lnTo>
                <a:lnTo>
                  <a:pt x="4143754" y="1436369"/>
                </a:lnTo>
                <a:lnTo>
                  <a:pt x="4000607" y="1677717"/>
                </a:lnTo>
                <a:lnTo>
                  <a:pt x="3996466" y="1687594"/>
                </a:lnTo>
                <a:cubicBezTo>
                  <a:pt x="3932804" y="1845545"/>
                  <a:pt x="4008598" y="1729731"/>
                  <a:pt x="3902066" y="1865208"/>
                </a:cubicBezTo>
                <a:cubicBezTo>
                  <a:pt x="3891707" y="1897571"/>
                  <a:pt x="3888082" y="1933125"/>
                  <a:pt x="3870986" y="1962298"/>
                </a:cubicBezTo>
                <a:cubicBezTo>
                  <a:pt x="3783551" y="2111510"/>
                  <a:pt x="3779519" y="2074685"/>
                  <a:pt x="3724161" y="2148515"/>
                </a:cubicBezTo>
                <a:lnTo>
                  <a:pt x="3704957" y="2176186"/>
                </a:lnTo>
                <a:lnTo>
                  <a:pt x="3673389" y="2229409"/>
                </a:lnTo>
                <a:lnTo>
                  <a:pt x="3685376" y="2204295"/>
                </a:lnTo>
                <a:lnTo>
                  <a:pt x="3673022" y="2221986"/>
                </a:lnTo>
                <a:lnTo>
                  <a:pt x="3697420" y="2179162"/>
                </a:lnTo>
                <a:lnTo>
                  <a:pt x="3711714" y="2149436"/>
                </a:lnTo>
                <a:cubicBezTo>
                  <a:pt x="3748351" y="2065664"/>
                  <a:pt x="3715129" y="2080289"/>
                  <a:pt x="3800721" y="1931966"/>
                </a:cubicBezTo>
                <a:cubicBezTo>
                  <a:pt x="3817455" y="1902967"/>
                  <a:pt x="3845980" y="1882394"/>
                  <a:pt x="3868609" y="1857609"/>
                </a:cubicBezTo>
                <a:cubicBezTo>
                  <a:pt x="3933499" y="1699640"/>
                  <a:pt x="3870810" y="1821570"/>
                  <a:pt x="3975066" y="1689359"/>
                </a:cubicBezTo>
                <a:lnTo>
                  <a:pt x="3980542" y="1682216"/>
                </a:lnTo>
                <a:close/>
                <a:moveTo>
                  <a:pt x="3365363" y="1404901"/>
                </a:moveTo>
                <a:lnTo>
                  <a:pt x="3361478" y="1421272"/>
                </a:lnTo>
                <a:lnTo>
                  <a:pt x="3355371" y="1447001"/>
                </a:lnTo>
                <a:lnTo>
                  <a:pt x="3363015" y="1439807"/>
                </a:lnTo>
                <a:lnTo>
                  <a:pt x="3375103" y="1428432"/>
                </a:lnTo>
                <a:lnTo>
                  <a:pt x="3231956" y="1669779"/>
                </a:lnTo>
                <a:lnTo>
                  <a:pt x="3227815" y="1679657"/>
                </a:lnTo>
                <a:cubicBezTo>
                  <a:pt x="3219857" y="1699401"/>
                  <a:pt x="3214079" y="1714867"/>
                  <a:pt x="3209851" y="1727081"/>
                </a:cubicBezTo>
                <a:lnTo>
                  <a:pt x="3209245" y="1729031"/>
                </a:lnTo>
                <a:lnTo>
                  <a:pt x="3197861" y="1707803"/>
                </a:lnTo>
                <a:lnTo>
                  <a:pt x="3192354" y="1698513"/>
                </a:lnTo>
                <a:lnTo>
                  <a:pt x="3206415" y="1681421"/>
                </a:lnTo>
                <a:lnTo>
                  <a:pt x="3211891" y="1674278"/>
                </a:lnTo>
                <a:close/>
                <a:moveTo>
                  <a:pt x="5045995" y="1302617"/>
                </a:moveTo>
                <a:cubicBezTo>
                  <a:pt x="5021823" y="1346306"/>
                  <a:pt x="5001689" y="1392414"/>
                  <a:pt x="4973481" y="1433686"/>
                </a:cubicBezTo>
                <a:lnTo>
                  <a:pt x="4961654" y="1444816"/>
                </a:lnTo>
                <a:close/>
                <a:moveTo>
                  <a:pt x="4228095" y="1294170"/>
                </a:moveTo>
                <a:cubicBezTo>
                  <a:pt x="4203923" y="1337860"/>
                  <a:pt x="4183789" y="1383968"/>
                  <a:pt x="4155581" y="1425240"/>
                </a:cubicBezTo>
                <a:lnTo>
                  <a:pt x="4143754" y="1436369"/>
                </a:lnTo>
                <a:close/>
                <a:moveTo>
                  <a:pt x="3459444" y="1286232"/>
                </a:moveTo>
                <a:cubicBezTo>
                  <a:pt x="3435273" y="1329922"/>
                  <a:pt x="3415138" y="1376030"/>
                  <a:pt x="3386931" y="1417302"/>
                </a:cubicBezTo>
                <a:lnTo>
                  <a:pt x="3375103" y="1428432"/>
                </a:lnTo>
                <a:close/>
                <a:moveTo>
                  <a:pt x="5034574" y="1276198"/>
                </a:moveTo>
                <a:lnTo>
                  <a:pt x="4951913" y="1421285"/>
                </a:lnTo>
                <a:lnTo>
                  <a:pt x="4955716" y="1405265"/>
                </a:lnTo>
                <a:cubicBezTo>
                  <a:pt x="4977804" y="1359828"/>
                  <a:pt x="5008288" y="1319219"/>
                  <a:pt x="5034574" y="1276198"/>
                </a:cubicBezTo>
                <a:close/>
                <a:moveTo>
                  <a:pt x="4216674" y="1267751"/>
                </a:moveTo>
                <a:lnTo>
                  <a:pt x="4134013" y="1412838"/>
                </a:lnTo>
                <a:lnTo>
                  <a:pt x="4137816" y="1396819"/>
                </a:lnTo>
                <a:cubicBezTo>
                  <a:pt x="4159903" y="1351382"/>
                  <a:pt x="4190388" y="1310773"/>
                  <a:pt x="4216674" y="1267751"/>
                </a:cubicBezTo>
                <a:close/>
                <a:moveTo>
                  <a:pt x="3448023" y="1259814"/>
                </a:moveTo>
                <a:lnTo>
                  <a:pt x="3365363" y="1404901"/>
                </a:lnTo>
                <a:lnTo>
                  <a:pt x="3369165" y="1388881"/>
                </a:lnTo>
                <a:cubicBezTo>
                  <a:pt x="3391252" y="1343444"/>
                  <a:pt x="3421737" y="1302835"/>
                  <a:pt x="3448023" y="1259814"/>
                </a:cubicBezTo>
                <a:close/>
                <a:moveTo>
                  <a:pt x="2783719" y="1229618"/>
                </a:moveTo>
                <a:cubicBezTo>
                  <a:pt x="2692636" y="1229618"/>
                  <a:pt x="2612939" y="1292237"/>
                  <a:pt x="2544626" y="1417476"/>
                </a:cubicBezTo>
                <a:lnTo>
                  <a:pt x="2817875" y="1741958"/>
                </a:lnTo>
                <a:lnTo>
                  <a:pt x="2817875" y="1724880"/>
                </a:lnTo>
                <a:lnTo>
                  <a:pt x="2783719" y="1297930"/>
                </a:lnTo>
                <a:close/>
                <a:moveTo>
                  <a:pt x="870980" y="0"/>
                </a:moveTo>
                <a:cubicBezTo>
                  <a:pt x="996219" y="56926"/>
                  <a:pt x="1229618" y="267555"/>
                  <a:pt x="1571179" y="631887"/>
                </a:cubicBezTo>
                <a:lnTo>
                  <a:pt x="1519945" y="870979"/>
                </a:lnTo>
                <a:lnTo>
                  <a:pt x="1605335" y="888057"/>
                </a:lnTo>
                <a:lnTo>
                  <a:pt x="1690725" y="870979"/>
                </a:lnTo>
                <a:cubicBezTo>
                  <a:pt x="1815964" y="950677"/>
                  <a:pt x="1884276" y="1007603"/>
                  <a:pt x="1895662" y="1041759"/>
                </a:cubicBezTo>
                <a:cubicBezTo>
                  <a:pt x="1895662" y="1098686"/>
                  <a:pt x="1764730" y="1166998"/>
                  <a:pt x="1502867" y="1246696"/>
                </a:cubicBezTo>
                <a:lnTo>
                  <a:pt x="1502867" y="1297930"/>
                </a:lnTo>
                <a:lnTo>
                  <a:pt x="1468711" y="1912739"/>
                </a:lnTo>
                <a:lnTo>
                  <a:pt x="1502867" y="1912739"/>
                </a:lnTo>
                <a:lnTo>
                  <a:pt x="1656569" y="1741958"/>
                </a:lnTo>
                <a:lnTo>
                  <a:pt x="1793193" y="1741958"/>
                </a:lnTo>
                <a:lnTo>
                  <a:pt x="1810271" y="1605334"/>
                </a:lnTo>
                <a:lnTo>
                  <a:pt x="1793193" y="1502866"/>
                </a:lnTo>
                <a:cubicBezTo>
                  <a:pt x="1815964" y="1241003"/>
                  <a:pt x="1855813" y="1110072"/>
                  <a:pt x="1912739" y="1110072"/>
                </a:cubicBezTo>
                <a:cubicBezTo>
                  <a:pt x="2049364" y="1246696"/>
                  <a:pt x="2146139" y="1315008"/>
                  <a:pt x="2203066" y="1315008"/>
                </a:cubicBezTo>
                <a:lnTo>
                  <a:pt x="2937421" y="239092"/>
                </a:lnTo>
                <a:lnTo>
                  <a:pt x="2920343" y="136624"/>
                </a:lnTo>
                <a:lnTo>
                  <a:pt x="3022811" y="0"/>
                </a:lnTo>
                <a:cubicBezTo>
                  <a:pt x="3056967" y="0"/>
                  <a:pt x="3204977" y="193551"/>
                  <a:pt x="3466840" y="580653"/>
                </a:cubicBezTo>
                <a:lnTo>
                  <a:pt x="3466840" y="631887"/>
                </a:lnTo>
                <a:cubicBezTo>
                  <a:pt x="3455455" y="722970"/>
                  <a:pt x="3256211" y="905135"/>
                  <a:pt x="2869109" y="1178384"/>
                </a:cubicBezTo>
                <a:cubicBezTo>
                  <a:pt x="2928882" y="1266620"/>
                  <a:pt x="2986165" y="1354857"/>
                  <a:pt x="3040957" y="1443093"/>
                </a:cubicBezTo>
                <a:lnTo>
                  <a:pt x="3192354" y="1698513"/>
                </a:lnTo>
                <a:lnTo>
                  <a:pt x="3174570" y="1720131"/>
                </a:lnTo>
                <a:cubicBezTo>
                  <a:pt x="3115839" y="1787523"/>
                  <a:pt x="3156737" y="1711448"/>
                  <a:pt x="3099959" y="1849671"/>
                </a:cubicBezTo>
                <a:cubicBezTo>
                  <a:pt x="3077329" y="1874457"/>
                  <a:pt x="3048804" y="1895029"/>
                  <a:pt x="3032070" y="1924029"/>
                </a:cubicBezTo>
                <a:cubicBezTo>
                  <a:pt x="2946478" y="2072351"/>
                  <a:pt x="2979701" y="2057727"/>
                  <a:pt x="2943064" y="2141499"/>
                </a:cubicBezTo>
                <a:lnTo>
                  <a:pt x="2929595" y="2169506"/>
                </a:lnTo>
                <a:lnTo>
                  <a:pt x="2869109" y="1998129"/>
                </a:lnTo>
                <a:lnTo>
                  <a:pt x="2834953" y="1998129"/>
                </a:lnTo>
                <a:cubicBezTo>
                  <a:pt x="2824991" y="2103443"/>
                  <a:pt x="2814673" y="2202176"/>
                  <a:pt x="2803999" y="2294326"/>
                </a:cubicBezTo>
                <a:lnTo>
                  <a:pt x="2791413" y="2397385"/>
                </a:lnTo>
                <a:lnTo>
                  <a:pt x="2772949" y="2439484"/>
                </a:lnTo>
                <a:lnTo>
                  <a:pt x="2749697" y="2482873"/>
                </a:lnTo>
                <a:lnTo>
                  <a:pt x="2735268" y="2507203"/>
                </a:lnTo>
                <a:lnTo>
                  <a:pt x="2651581" y="2606943"/>
                </a:lnTo>
                <a:cubicBezTo>
                  <a:pt x="2620917" y="2640545"/>
                  <a:pt x="2590390" y="2674247"/>
                  <a:pt x="2564869" y="2711870"/>
                </a:cubicBezTo>
                <a:cubicBezTo>
                  <a:pt x="2517476" y="2781733"/>
                  <a:pt x="2465428" y="2848529"/>
                  <a:pt x="2422691" y="2921461"/>
                </a:cubicBezTo>
                <a:lnTo>
                  <a:pt x="2335776" y="3069785"/>
                </a:lnTo>
                <a:lnTo>
                  <a:pt x="2339690" y="3022810"/>
                </a:lnTo>
                <a:lnTo>
                  <a:pt x="2339690" y="2681250"/>
                </a:lnTo>
                <a:lnTo>
                  <a:pt x="2339690" y="1981051"/>
                </a:lnTo>
                <a:lnTo>
                  <a:pt x="2322612" y="1981051"/>
                </a:lnTo>
                <a:cubicBezTo>
                  <a:pt x="2299841" y="2185987"/>
                  <a:pt x="2208758" y="2453543"/>
                  <a:pt x="2049364" y="2783718"/>
                </a:cubicBezTo>
                <a:cubicBezTo>
                  <a:pt x="1889969" y="3034196"/>
                  <a:pt x="1741959" y="3204976"/>
                  <a:pt x="1605335" y="3296059"/>
                </a:cubicBezTo>
                <a:lnTo>
                  <a:pt x="1502867" y="3296059"/>
                </a:lnTo>
                <a:cubicBezTo>
                  <a:pt x="1445940" y="3273288"/>
                  <a:pt x="1417477" y="3210669"/>
                  <a:pt x="1417477" y="3108201"/>
                </a:cubicBezTo>
                <a:cubicBezTo>
                  <a:pt x="1633798" y="2573089"/>
                  <a:pt x="1741959" y="2220143"/>
                  <a:pt x="1741959" y="2049363"/>
                </a:cubicBezTo>
                <a:cubicBezTo>
                  <a:pt x="1548408" y="2140446"/>
                  <a:pt x="1451633" y="2259992"/>
                  <a:pt x="1451633" y="2408001"/>
                </a:cubicBezTo>
                <a:cubicBezTo>
                  <a:pt x="1383321" y="3034196"/>
                  <a:pt x="1292238" y="3409912"/>
                  <a:pt x="1178384" y="3535151"/>
                </a:cubicBezTo>
                <a:cubicBezTo>
                  <a:pt x="1087301" y="3728702"/>
                  <a:pt x="1030375" y="3825478"/>
                  <a:pt x="1007604" y="3825478"/>
                </a:cubicBezTo>
                <a:lnTo>
                  <a:pt x="905136" y="3825478"/>
                </a:lnTo>
                <a:cubicBezTo>
                  <a:pt x="825438" y="3779937"/>
                  <a:pt x="785590" y="3671776"/>
                  <a:pt x="785590" y="3500995"/>
                </a:cubicBezTo>
                <a:cubicBezTo>
                  <a:pt x="842516" y="3500995"/>
                  <a:pt x="870980" y="3370064"/>
                  <a:pt x="870980" y="3108201"/>
                </a:cubicBezTo>
                <a:lnTo>
                  <a:pt x="870980" y="2715406"/>
                </a:lnTo>
                <a:cubicBezTo>
                  <a:pt x="722970" y="2783718"/>
                  <a:pt x="626195" y="2914650"/>
                  <a:pt x="580653" y="3108201"/>
                </a:cubicBezTo>
                <a:cubicBezTo>
                  <a:pt x="455414" y="3108201"/>
                  <a:pt x="261863" y="2982962"/>
                  <a:pt x="0" y="2732484"/>
                </a:cubicBezTo>
                <a:cubicBezTo>
                  <a:pt x="79698" y="2607245"/>
                  <a:pt x="370024" y="2425079"/>
                  <a:pt x="870980" y="2185987"/>
                </a:cubicBezTo>
                <a:lnTo>
                  <a:pt x="870980" y="1810270"/>
                </a:lnTo>
                <a:lnTo>
                  <a:pt x="870980" y="1434554"/>
                </a:lnTo>
                <a:lnTo>
                  <a:pt x="529419" y="1485788"/>
                </a:lnTo>
                <a:cubicBezTo>
                  <a:pt x="370024" y="1451632"/>
                  <a:pt x="290327" y="1406091"/>
                  <a:pt x="290327" y="1349164"/>
                </a:cubicBezTo>
                <a:lnTo>
                  <a:pt x="290327" y="1315008"/>
                </a:lnTo>
                <a:cubicBezTo>
                  <a:pt x="290327" y="1258081"/>
                  <a:pt x="449722" y="1189769"/>
                  <a:pt x="768512" y="1110072"/>
                </a:cubicBezTo>
                <a:lnTo>
                  <a:pt x="870980" y="1075916"/>
                </a:lnTo>
                <a:lnTo>
                  <a:pt x="870980" y="939291"/>
                </a:lnTo>
                <a:lnTo>
                  <a:pt x="870980" y="922213"/>
                </a:lnTo>
                <a:lnTo>
                  <a:pt x="870980" y="888057"/>
                </a:lnTo>
                <a:lnTo>
                  <a:pt x="870980" y="870979"/>
                </a:lnTo>
                <a:lnTo>
                  <a:pt x="819746" y="68312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44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707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06784" y="1264037"/>
            <a:ext cx="7919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当你不小心说了过分的话伤害了对方时</a:t>
            </a:r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67136" y="2037904"/>
            <a:ext cx="66586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道歉依然无法改变对方遭受打击的记忆！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把相同的坏话也用到自己身上，借由表达“其实我也和你一样”使对方的自卑心态得到</a:t>
            </a: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缓解</a:t>
            </a:r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31988" y="4662857"/>
            <a:ext cx="63873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绝招十三：</a:t>
            </a:r>
            <a:endParaRPr lang="en-US" altLang="zh-CN" sz="4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sz="4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4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</a:t>
            </a:r>
            <a:r>
              <a:rPr lang="zh-CN" altLang="en-US" sz="4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自我贬低的话语</a:t>
            </a:r>
            <a:endParaRPr lang="zh-CN" altLang="en-US" sz="4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0" y="0"/>
            <a:ext cx="5367136" cy="6858000"/>
          </a:xfrm>
          <a:custGeom>
            <a:avLst/>
            <a:gdLst>
              <a:gd name="connsiteX0" fmla="*/ 3913606 w 5367136"/>
              <a:gd name="connsiteY0" fmla="*/ 4581888 h 6858000"/>
              <a:gd name="connsiteX1" fmla="*/ 3742603 w 5367136"/>
              <a:gd name="connsiteY1" fmla="*/ 4681640 h 6858000"/>
              <a:gd name="connsiteX2" fmla="*/ 3771103 w 5367136"/>
              <a:gd name="connsiteY2" fmla="*/ 4681640 h 6858000"/>
              <a:gd name="connsiteX3" fmla="*/ 3942107 w 5367136"/>
              <a:gd name="connsiteY3" fmla="*/ 4596138 h 6858000"/>
              <a:gd name="connsiteX4" fmla="*/ 3942107 w 5367136"/>
              <a:gd name="connsiteY4" fmla="*/ 4581888 h 6858000"/>
              <a:gd name="connsiteX5" fmla="*/ 3015838 w 5367136"/>
              <a:gd name="connsiteY5" fmla="*/ 4581888 h 6858000"/>
              <a:gd name="connsiteX6" fmla="*/ 2388825 w 5367136"/>
              <a:gd name="connsiteY6" fmla="*/ 4781392 h 6858000"/>
              <a:gd name="connsiteX7" fmla="*/ 2488577 w 5367136"/>
              <a:gd name="connsiteY7" fmla="*/ 5009397 h 6858000"/>
              <a:gd name="connsiteX8" fmla="*/ 2602579 w 5367136"/>
              <a:gd name="connsiteY8" fmla="*/ 5009397 h 6858000"/>
              <a:gd name="connsiteX9" fmla="*/ 2602579 w 5367136"/>
              <a:gd name="connsiteY9" fmla="*/ 5109149 h 6858000"/>
              <a:gd name="connsiteX10" fmla="*/ 2574079 w 5367136"/>
              <a:gd name="connsiteY10" fmla="*/ 5237401 h 6858000"/>
              <a:gd name="connsiteX11" fmla="*/ 2175070 w 5367136"/>
              <a:gd name="connsiteY11" fmla="*/ 5479656 h 6858000"/>
              <a:gd name="connsiteX12" fmla="*/ 2317573 w 5367136"/>
              <a:gd name="connsiteY12" fmla="*/ 5679160 h 6858000"/>
              <a:gd name="connsiteX13" fmla="*/ 2574079 w 5367136"/>
              <a:gd name="connsiteY13" fmla="*/ 5536658 h 6858000"/>
              <a:gd name="connsiteX14" fmla="*/ 2431576 w 5367136"/>
              <a:gd name="connsiteY14" fmla="*/ 5992667 h 6858000"/>
              <a:gd name="connsiteX15" fmla="*/ 2103819 w 5367136"/>
              <a:gd name="connsiteY15" fmla="*/ 6192171 h 6858000"/>
              <a:gd name="connsiteX16" fmla="*/ 2103819 w 5367136"/>
              <a:gd name="connsiteY16" fmla="*/ 6220672 h 6858000"/>
              <a:gd name="connsiteX17" fmla="*/ 2403075 w 5367136"/>
              <a:gd name="connsiteY17" fmla="*/ 6505677 h 6858000"/>
              <a:gd name="connsiteX18" fmla="*/ 2859084 w 5367136"/>
              <a:gd name="connsiteY18" fmla="*/ 5992667 h 6858000"/>
              <a:gd name="connsiteX19" fmla="*/ 3129840 w 5367136"/>
              <a:gd name="connsiteY19" fmla="*/ 5479656 h 6858000"/>
              <a:gd name="connsiteX20" fmla="*/ 3129840 w 5367136"/>
              <a:gd name="connsiteY20" fmla="*/ 5451156 h 6858000"/>
              <a:gd name="connsiteX21" fmla="*/ 3058589 w 5367136"/>
              <a:gd name="connsiteY21" fmla="*/ 5451156 h 6858000"/>
              <a:gd name="connsiteX22" fmla="*/ 2830584 w 5367136"/>
              <a:gd name="connsiteY22" fmla="*/ 5664910 h 6858000"/>
              <a:gd name="connsiteX23" fmla="*/ 2816334 w 5367136"/>
              <a:gd name="connsiteY23" fmla="*/ 5664910 h 6858000"/>
              <a:gd name="connsiteX24" fmla="*/ 2816334 w 5367136"/>
              <a:gd name="connsiteY24" fmla="*/ 5351404 h 6858000"/>
              <a:gd name="connsiteX25" fmla="*/ 3001587 w 5367136"/>
              <a:gd name="connsiteY25" fmla="*/ 5052148 h 6858000"/>
              <a:gd name="connsiteX26" fmla="*/ 2901835 w 5367136"/>
              <a:gd name="connsiteY26" fmla="*/ 4952396 h 6858000"/>
              <a:gd name="connsiteX27" fmla="*/ 2773583 w 5367136"/>
              <a:gd name="connsiteY27" fmla="*/ 5066398 h 6858000"/>
              <a:gd name="connsiteX28" fmla="*/ 2745082 w 5367136"/>
              <a:gd name="connsiteY28" fmla="*/ 4952396 h 6858000"/>
              <a:gd name="connsiteX29" fmla="*/ 2745082 w 5367136"/>
              <a:gd name="connsiteY29" fmla="*/ 4923895 h 6858000"/>
              <a:gd name="connsiteX30" fmla="*/ 3215342 w 5367136"/>
              <a:gd name="connsiteY30" fmla="*/ 4695890 h 6858000"/>
              <a:gd name="connsiteX31" fmla="*/ 3015838 w 5367136"/>
              <a:gd name="connsiteY31" fmla="*/ 4581888 h 6858000"/>
              <a:gd name="connsiteX32" fmla="*/ 3224516 w 5367136"/>
              <a:gd name="connsiteY32" fmla="*/ 4080468 h 6858000"/>
              <a:gd name="connsiteX33" fmla="*/ 3272343 w 5367136"/>
              <a:gd name="connsiteY33" fmla="*/ 4091144 h 6858000"/>
              <a:gd name="connsiteX34" fmla="*/ 3400596 w 5367136"/>
              <a:gd name="connsiteY34" fmla="*/ 4168630 h 6858000"/>
              <a:gd name="connsiteX35" fmla="*/ 3224516 w 5367136"/>
              <a:gd name="connsiteY35" fmla="*/ 4298372 h 6858000"/>
              <a:gd name="connsiteX36" fmla="*/ 3984858 w 5367136"/>
              <a:gd name="connsiteY36" fmla="*/ 3327862 h 6858000"/>
              <a:gd name="connsiteX37" fmla="*/ 3999108 w 5367136"/>
              <a:gd name="connsiteY37" fmla="*/ 3327862 h 6858000"/>
              <a:gd name="connsiteX38" fmla="*/ 4455117 w 5367136"/>
              <a:gd name="connsiteY38" fmla="*/ 3641369 h 6858000"/>
              <a:gd name="connsiteX39" fmla="*/ 4412366 w 5367136"/>
              <a:gd name="connsiteY39" fmla="*/ 4040377 h 6858000"/>
              <a:gd name="connsiteX40" fmla="*/ 4740123 w 5367136"/>
              <a:gd name="connsiteY40" fmla="*/ 3698370 h 6858000"/>
              <a:gd name="connsiteX41" fmla="*/ 5039379 w 5367136"/>
              <a:gd name="connsiteY41" fmla="*/ 4011876 h 6858000"/>
              <a:gd name="connsiteX42" fmla="*/ 5039379 w 5367136"/>
              <a:gd name="connsiteY42" fmla="*/ 4040377 h 6858000"/>
              <a:gd name="connsiteX43" fmla="*/ 4412366 w 5367136"/>
              <a:gd name="connsiteY43" fmla="*/ 4296882 h 6858000"/>
              <a:gd name="connsiteX44" fmla="*/ 4298364 w 5367136"/>
              <a:gd name="connsiteY44" fmla="*/ 4596138 h 6858000"/>
              <a:gd name="connsiteX45" fmla="*/ 4953878 w 5367136"/>
              <a:gd name="connsiteY45" fmla="*/ 4368134 h 6858000"/>
              <a:gd name="connsiteX46" fmla="*/ 5124881 w 5367136"/>
              <a:gd name="connsiteY46" fmla="*/ 4368134 h 6858000"/>
              <a:gd name="connsiteX47" fmla="*/ 5367136 w 5367136"/>
              <a:gd name="connsiteY47" fmla="*/ 4767142 h 6858000"/>
              <a:gd name="connsiteX48" fmla="*/ 5367136 w 5367136"/>
              <a:gd name="connsiteY48" fmla="*/ 4781392 h 6858000"/>
              <a:gd name="connsiteX49" fmla="*/ 4740123 w 5367136"/>
              <a:gd name="connsiteY49" fmla="*/ 5094899 h 6858000"/>
              <a:gd name="connsiteX50" fmla="*/ 4326865 w 5367136"/>
              <a:gd name="connsiteY50" fmla="*/ 5451156 h 6858000"/>
              <a:gd name="connsiteX51" fmla="*/ 4326865 w 5367136"/>
              <a:gd name="connsiteY51" fmla="*/ 5479656 h 6858000"/>
              <a:gd name="connsiteX52" fmla="*/ 4455117 w 5367136"/>
              <a:gd name="connsiteY52" fmla="*/ 5721911 h 6858000"/>
              <a:gd name="connsiteX53" fmla="*/ 4455117 w 5367136"/>
              <a:gd name="connsiteY53" fmla="*/ 5864415 h 6858000"/>
              <a:gd name="connsiteX54" fmla="*/ 4569120 w 5367136"/>
              <a:gd name="connsiteY54" fmla="*/ 5864415 h 6858000"/>
              <a:gd name="connsiteX55" fmla="*/ 4611871 w 5367136"/>
              <a:gd name="connsiteY55" fmla="*/ 5921415 h 6858000"/>
              <a:gd name="connsiteX56" fmla="*/ 4611871 w 5367136"/>
              <a:gd name="connsiteY56" fmla="*/ 5949916 h 6858000"/>
              <a:gd name="connsiteX57" fmla="*/ 4369616 w 5367136"/>
              <a:gd name="connsiteY57" fmla="*/ 6320424 h 6858000"/>
              <a:gd name="connsiteX58" fmla="*/ 4911127 w 5367136"/>
              <a:gd name="connsiteY58" fmla="*/ 6320424 h 6858000"/>
              <a:gd name="connsiteX59" fmla="*/ 5167632 w 5367136"/>
              <a:gd name="connsiteY59" fmla="*/ 6462927 h 6858000"/>
              <a:gd name="connsiteX60" fmla="*/ 4953878 w 5367136"/>
              <a:gd name="connsiteY60" fmla="*/ 6548428 h 6858000"/>
              <a:gd name="connsiteX61" fmla="*/ 4383866 w 5367136"/>
              <a:gd name="connsiteY61" fmla="*/ 6420176 h 6858000"/>
              <a:gd name="connsiteX62" fmla="*/ 3642851 w 5367136"/>
              <a:gd name="connsiteY62" fmla="*/ 6562679 h 6858000"/>
              <a:gd name="connsiteX63" fmla="*/ 3357845 w 5367136"/>
              <a:gd name="connsiteY63" fmla="*/ 6605430 h 6858000"/>
              <a:gd name="connsiteX64" fmla="*/ 3224516 w 5367136"/>
              <a:gd name="connsiteY64" fmla="*/ 6503679 h 6858000"/>
              <a:gd name="connsiteX65" fmla="*/ 3224516 w 5367136"/>
              <a:gd name="connsiteY65" fmla="*/ 6342645 h 6858000"/>
              <a:gd name="connsiteX66" fmla="*/ 3357845 w 5367136"/>
              <a:gd name="connsiteY66" fmla="*/ 6320424 h 6858000"/>
              <a:gd name="connsiteX67" fmla="*/ 3899356 w 5367136"/>
              <a:gd name="connsiteY67" fmla="*/ 6334674 h 6858000"/>
              <a:gd name="connsiteX68" fmla="*/ 4041859 w 5367136"/>
              <a:gd name="connsiteY68" fmla="*/ 6220672 h 6858000"/>
              <a:gd name="connsiteX69" fmla="*/ 4041859 w 5367136"/>
              <a:gd name="connsiteY69" fmla="*/ 6177921 h 6858000"/>
              <a:gd name="connsiteX70" fmla="*/ 3828105 w 5367136"/>
              <a:gd name="connsiteY70" fmla="*/ 6220672 h 6858000"/>
              <a:gd name="connsiteX71" fmla="*/ 3685602 w 5367136"/>
              <a:gd name="connsiteY71" fmla="*/ 5992667 h 6858000"/>
              <a:gd name="connsiteX72" fmla="*/ 3699852 w 5367136"/>
              <a:gd name="connsiteY72" fmla="*/ 5964166 h 6858000"/>
              <a:gd name="connsiteX73" fmla="*/ 3728352 w 5367136"/>
              <a:gd name="connsiteY73" fmla="*/ 5964166 h 6858000"/>
              <a:gd name="connsiteX74" fmla="*/ 3828105 w 5367136"/>
              <a:gd name="connsiteY74" fmla="*/ 6006917 h 6858000"/>
              <a:gd name="connsiteX75" fmla="*/ 3956357 w 5367136"/>
              <a:gd name="connsiteY75" fmla="*/ 5992667 h 6858000"/>
              <a:gd name="connsiteX76" fmla="*/ 4070359 w 5367136"/>
              <a:gd name="connsiteY76" fmla="*/ 5992667 h 6858000"/>
              <a:gd name="connsiteX77" fmla="*/ 4113110 w 5367136"/>
              <a:gd name="connsiteY77" fmla="*/ 5579408 h 6858000"/>
              <a:gd name="connsiteX78" fmla="*/ 3785354 w 5367136"/>
              <a:gd name="connsiteY78" fmla="*/ 5679160 h 6858000"/>
              <a:gd name="connsiteX79" fmla="*/ 3785354 w 5367136"/>
              <a:gd name="connsiteY79" fmla="*/ 5664910 h 6858000"/>
              <a:gd name="connsiteX80" fmla="*/ 3728352 w 5367136"/>
              <a:gd name="connsiteY80" fmla="*/ 5337153 h 6858000"/>
              <a:gd name="connsiteX81" fmla="*/ 3785354 w 5367136"/>
              <a:gd name="connsiteY81" fmla="*/ 5023647 h 6858000"/>
              <a:gd name="connsiteX82" fmla="*/ 3942107 w 5367136"/>
              <a:gd name="connsiteY82" fmla="*/ 5151900 h 6858000"/>
              <a:gd name="connsiteX83" fmla="*/ 3913606 w 5367136"/>
              <a:gd name="connsiteY83" fmla="*/ 5208901 h 6858000"/>
              <a:gd name="connsiteX84" fmla="*/ 3956357 w 5367136"/>
              <a:gd name="connsiteY84" fmla="*/ 5451156 h 6858000"/>
              <a:gd name="connsiteX85" fmla="*/ 4155861 w 5367136"/>
              <a:gd name="connsiteY85" fmla="*/ 5337153 h 6858000"/>
              <a:gd name="connsiteX86" fmla="*/ 4170111 w 5367136"/>
              <a:gd name="connsiteY86" fmla="*/ 5351404 h 6858000"/>
              <a:gd name="connsiteX87" fmla="*/ 4284114 w 5367136"/>
              <a:gd name="connsiteY87" fmla="*/ 5251652 h 6858000"/>
              <a:gd name="connsiteX88" fmla="*/ 3942107 w 5367136"/>
              <a:gd name="connsiteY88" fmla="*/ 5094899 h 6858000"/>
              <a:gd name="connsiteX89" fmla="*/ 4298364 w 5367136"/>
              <a:gd name="connsiteY89" fmla="*/ 5009397 h 6858000"/>
              <a:gd name="connsiteX90" fmla="*/ 4911127 w 5367136"/>
              <a:gd name="connsiteY90" fmla="*/ 4539137 h 6858000"/>
              <a:gd name="connsiteX91" fmla="*/ 4896876 w 5367136"/>
              <a:gd name="connsiteY91" fmla="*/ 4510637 h 6858000"/>
              <a:gd name="connsiteX92" fmla="*/ 4412366 w 5367136"/>
              <a:gd name="connsiteY92" fmla="*/ 4738641 h 6858000"/>
              <a:gd name="connsiteX93" fmla="*/ 4383866 w 5367136"/>
              <a:gd name="connsiteY93" fmla="*/ 4724391 h 6858000"/>
              <a:gd name="connsiteX94" fmla="*/ 4127361 w 5367136"/>
              <a:gd name="connsiteY94" fmla="*/ 4767142 h 6858000"/>
              <a:gd name="connsiteX95" fmla="*/ 4113110 w 5367136"/>
              <a:gd name="connsiteY95" fmla="*/ 4738641 h 6858000"/>
              <a:gd name="connsiteX96" fmla="*/ 4070359 w 5367136"/>
              <a:gd name="connsiteY96" fmla="*/ 4781392 h 6858000"/>
              <a:gd name="connsiteX97" fmla="*/ 3999108 w 5367136"/>
              <a:gd name="connsiteY97" fmla="*/ 4738641 h 6858000"/>
              <a:gd name="connsiteX98" fmla="*/ 3486097 w 5367136"/>
              <a:gd name="connsiteY98" fmla="*/ 5009397 h 6858000"/>
              <a:gd name="connsiteX99" fmla="*/ 3486097 w 5367136"/>
              <a:gd name="connsiteY99" fmla="*/ 5052148 h 6858000"/>
              <a:gd name="connsiteX100" fmla="*/ 3600100 w 5367136"/>
              <a:gd name="connsiteY100" fmla="*/ 5379904 h 6858000"/>
              <a:gd name="connsiteX101" fmla="*/ 3386345 w 5367136"/>
              <a:gd name="connsiteY101" fmla="*/ 5451156 h 6858000"/>
              <a:gd name="connsiteX102" fmla="*/ 3258093 w 5367136"/>
              <a:gd name="connsiteY102" fmla="*/ 5066398 h 6858000"/>
              <a:gd name="connsiteX103" fmla="*/ 3229592 w 5367136"/>
              <a:gd name="connsiteY103" fmla="*/ 5052148 h 6858000"/>
              <a:gd name="connsiteX104" fmla="*/ 3229592 w 5367136"/>
              <a:gd name="connsiteY104" fmla="*/ 5023647 h 6858000"/>
              <a:gd name="connsiteX105" fmla="*/ 3942107 w 5367136"/>
              <a:gd name="connsiteY105" fmla="*/ 4439385 h 6858000"/>
              <a:gd name="connsiteX106" fmla="*/ 3956357 w 5367136"/>
              <a:gd name="connsiteY106" fmla="*/ 4211380 h 6858000"/>
              <a:gd name="connsiteX107" fmla="*/ 3657101 w 5367136"/>
              <a:gd name="connsiteY107" fmla="*/ 4439385 h 6858000"/>
              <a:gd name="connsiteX108" fmla="*/ 3514598 w 5367136"/>
              <a:gd name="connsiteY108" fmla="*/ 4068878 h 6858000"/>
              <a:gd name="connsiteX109" fmla="*/ 3557349 w 5367136"/>
              <a:gd name="connsiteY109" fmla="*/ 4011876 h 6858000"/>
              <a:gd name="connsiteX110" fmla="*/ 3571599 w 5367136"/>
              <a:gd name="connsiteY110" fmla="*/ 4011876 h 6858000"/>
              <a:gd name="connsiteX111" fmla="*/ 3699852 w 5367136"/>
              <a:gd name="connsiteY111" fmla="*/ 4125879 h 6858000"/>
              <a:gd name="connsiteX112" fmla="*/ 3828105 w 5367136"/>
              <a:gd name="connsiteY112" fmla="*/ 4125879 h 6858000"/>
              <a:gd name="connsiteX113" fmla="*/ 3984858 w 5367136"/>
              <a:gd name="connsiteY113" fmla="*/ 4040377 h 6858000"/>
              <a:gd name="connsiteX114" fmla="*/ 3984858 w 5367136"/>
              <a:gd name="connsiteY114" fmla="*/ 3940625 h 6858000"/>
              <a:gd name="connsiteX115" fmla="*/ 3999108 w 5367136"/>
              <a:gd name="connsiteY115" fmla="*/ 3741121 h 6858000"/>
              <a:gd name="connsiteX116" fmla="*/ 3956357 w 5367136"/>
              <a:gd name="connsiteY116" fmla="*/ 3356363 h 6858000"/>
              <a:gd name="connsiteX117" fmla="*/ 0 w 5367136"/>
              <a:gd name="connsiteY117" fmla="*/ 0 h 6858000"/>
              <a:gd name="connsiteX118" fmla="*/ 998806 w 5367136"/>
              <a:gd name="connsiteY118" fmla="*/ 0 h 6858000"/>
              <a:gd name="connsiteX119" fmla="*/ 1420837 w 5367136"/>
              <a:gd name="connsiteY119" fmla="*/ 0 h 6858000"/>
              <a:gd name="connsiteX120" fmla="*/ 1508258 w 5367136"/>
              <a:gd name="connsiteY120" fmla="*/ 0 h 6858000"/>
              <a:gd name="connsiteX121" fmla="*/ 1769515 w 5367136"/>
              <a:gd name="connsiteY121" fmla="*/ 0 h 6858000"/>
              <a:gd name="connsiteX122" fmla="*/ 3224516 w 5367136"/>
              <a:gd name="connsiteY122" fmla="*/ 0 h 6858000"/>
              <a:gd name="connsiteX123" fmla="*/ 3224516 w 5367136"/>
              <a:gd name="connsiteY123" fmla="*/ 4080468 h 6858000"/>
              <a:gd name="connsiteX124" fmla="*/ 3172591 w 5367136"/>
              <a:gd name="connsiteY124" fmla="*/ 4068878 h 6858000"/>
              <a:gd name="connsiteX125" fmla="*/ 2973087 w 5367136"/>
              <a:gd name="connsiteY125" fmla="*/ 4111628 h 6858000"/>
              <a:gd name="connsiteX126" fmla="*/ 2531328 w 5367136"/>
              <a:gd name="connsiteY126" fmla="*/ 3684120 h 6858000"/>
              <a:gd name="connsiteX127" fmla="*/ 2445826 w 5367136"/>
              <a:gd name="connsiteY127" fmla="*/ 3826623 h 6858000"/>
              <a:gd name="connsiteX128" fmla="*/ 2103819 w 5367136"/>
              <a:gd name="connsiteY128" fmla="*/ 4539137 h 6858000"/>
              <a:gd name="connsiteX129" fmla="*/ 2103819 w 5367136"/>
              <a:gd name="connsiteY129" fmla="*/ 4581888 h 6858000"/>
              <a:gd name="connsiteX130" fmla="*/ 2232072 w 5367136"/>
              <a:gd name="connsiteY130" fmla="*/ 4681640 h 6858000"/>
              <a:gd name="connsiteX131" fmla="*/ 2816334 w 5367136"/>
              <a:gd name="connsiteY131" fmla="*/ 4353883 h 6858000"/>
              <a:gd name="connsiteX132" fmla="*/ 3058589 w 5367136"/>
              <a:gd name="connsiteY132" fmla="*/ 4368134 h 6858000"/>
              <a:gd name="connsiteX133" fmla="*/ 3129840 w 5367136"/>
              <a:gd name="connsiteY133" fmla="*/ 4368134 h 6858000"/>
              <a:gd name="connsiteX134" fmla="*/ 3224516 w 5367136"/>
              <a:gd name="connsiteY134" fmla="*/ 4298372 h 6858000"/>
              <a:gd name="connsiteX135" fmla="*/ 3224516 w 5367136"/>
              <a:gd name="connsiteY135" fmla="*/ 6342645 h 6858000"/>
              <a:gd name="connsiteX136" fmla="*/ 3101340 w 5367136"/>
              <a:gd name="connsiteY136" fmla="*/ 6363175 h 6858000"/>
              <a:gd name="connsiteX137" fmla="*/ 3222467 w 5367136"/>
              <a:gd name="connsiteY137" fmla="*/ 6502115 h 6858000"/>
              <a:gd name="connsiteX138" fmla="*/ 3224516 w 5367136"/>
              <a:gd name="connsiteY138" fmla="*/ 6503679 h 6858000"/>
              <a:gd name="connsiteX139" fmla="*/ 3224516 w 5367136"/>
              <a:gd name="connsiteY139" fmla="*/ 6858000 h 6858000"/>
              <a:gd name="connsiteX140" fmla="*/ 1769515 w 5367136"/>
              <a:gd name="connsiteY140" fmla="*/ 6858000 h 6858000"/>
              <a:gd name="connsiteX141" fmla="*/ 1508258 w 5367136"/>
              <a:gd name="connsiteY141" fmla="*/ 6858000 h 6858000"/>
              <a:gd name="connsiteX142" fmla="*/ 1420837 w 5367136"/>
              <a:gd name="connsiteY142" fmla="*/ 6858000 h 6858000"/>
              <a:gd name="connsiteX143" fmla="*/ 998806 w 5367136"/>
              <a:gd name="connsiteY143" fmla="*/ 6858000 h 6858000"/>
              <a:gd name="connsiteX144" fmla="*/ 0 w 5367136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5367136" h="6858000">
                <a:moveTo>
                  <a:pt x="3913606" y="4581888"/>
                </a:moveTo>
                <a:cubicBezTo>
                  <a:pt x="3799604" y="4610389"/>
                  <a:pt x="3742603" y="4643639"/>
                  <a:pt x="3742603" y="4681640"/>
                </a:cubicBezTo>
                <a:lnTo>
                  <a:pt x="3771103" y="4681640"/>
                </a:lnTo>
                <a:cubicBezTo>
                  <a:pt x="3885106" y="4653140"/>
                  <a:pt x="3942107" y="4624639"/>
                  <a:pt x="3942107" y="4596138"/>
                </a:cubicBezTo>
                <a:lnTo>
                  <a:pt x="3942107" y="4581888"/>
                </a:lnTo>
                <a:close/>
                <a:moveTo>
                  <a:pt x="3015838" y="4581888"/>
                </a:moveTo>
                <a:lnTo>
                  <a:pt x="2388825" y="4781392"/>
                </a:lnTo>
                <a:cubicBezTo>
                  <a:pt x="2417325" y="4933395"/>
                  <a:pt x="2450576" y="5009397"/>
                  <a:pt x="2488577" y="5009397"/>
                </a:cubicBezTo>
                <a:lnTo>
                  <a:pt x="2602579" y="5009397"/>
                </a:lnTo>
                <a:lnTo>
                  <a:pt x="2602579" y="5109149"/>
                </a:lnTo>
                <a:lnTo>
                  <a:pt x="2574079" y="5237401"/>
                </a:lnTo>
                <a:cubicBezTo>
                  <a:pt x="2317573" y="5351404"/>
                  <a:pt x="2184571" y="5432155"/>
                  <a:pt x="2175070" y="5479656"/>
                </a:cubicBezTo>
                <a:cubicBezTo>
                  <a:pt x="2213071" y="5612659"/>
                  <a:pt x="2260572" y="5679160"/>
                  <a:pt x="2317573" y="5679160"/>
                </a:cubicBezTo>
                <a:cubicBezTo>
                  <a:pt x="2374575" y="5679160"/>
                  <a:pt x="2460076" y="5631660"/>
                  <a:pt x="2574079" y="5536658"/>
                </a:cubicBezTo>
                <a:cubicBezTo>
                  <a:pt x="2574079" y="5650660"/>
                  <a:pt x="2526578" y="5802663"/>
                  <a:pt x="2431576" y="5992667"/>
                </a:cubicBezTo>
                <a:cubicBezTo>
                  <a:pt x="2222571" y="6097169"/>
                  <a:pt x="2113319" y="6163670"/>
                  <a:pt x="2103819" y="6192171"/>
                </a:cubicBezTo>
                <a:lnTo>
                  <a:pt x="2103819" y="6220672"/>
                </a:lnTo>
                <a:lnTo>
                  <a:pt x="2403075" y="6505677"/>
                </a:lnTo>
                <a:cubicBezTo>
                  <a:pt x="2555078" y="6448676"/>
                  <a:pt x="2707081" y="6277673"/>
                  <a:pt x="2859084" y="5992667"/>
                </a:cubicBezTo>
                <a:cubicBezTo>
                  <a:pt x="2982587" y="5707661"/>
                  <a:pt x="3072839" y="5536658"/>
                  <a:pt x="3129840" y="5479656"/>
                </a:cubicBezTo>
                <a:lnTo>
                  <a:pt x="3129840" y="5451156"/>
                </a:lnTo>
                <a:lnTo>
                  <a:pt x="3058589" y="5451156"/>
                </a:lnTo>
                <a:cubicBezTo>
                  <a:pt x="2944586" y="5584159"/>
                  <a:pt x="2868585" y="5655410"/>
                  <a:pt x="2830584" y="5664910"/>
                </a:cubicBezTo>
                <a:lnTo>
                  <a:pt x="2816334" y="5664910"/>
                </a:lnTo>
                <a:lnTo>
                  <a:pt x="2816334" y="5351404"/>
                </a:lnTo>
                <a:cubicBezTo>
                  <a:pt x="2816334" y="5294403"/>
                  <a:pt x="2878085" y="5194651"/>
                  <a:pt x="3001587" y="5052148"/>
                </a:cubicBezTo>
                <a:cubicBezTo>
                  <a:pt x="3001587" y="5004647"/>
                  <a:pt x="2968337" y="4971396"/>
                  <a:pt x="2901835" y="4952396"/>
                </a:cubicBezTo>
                <a:lnTo>
                  <a:pt x="2773583" y="5066398"/>
                </a:lnTo>
                <a:lnTo>
                  <a:pt x="2745082" y="4952396"/>
                </a:lnTo>
                <a:lnTo>
                  <a:pt x="2745082" y="4923895"/>
                </a:lnTo>
                <a:cubicBezTo>
                  <a:pt x="2868585" y="4904895"/>
                  <a:pt x="3025338" y="4828893"/>
                  <a:pt x="3215342" y="4695890"/>
                </a:cubicBezTo>
                <a:cubicBezTo>
                  <a:pt x="3215342" y="4676890"/>
                  <a:pt x="3148841" y="4638889"/>
                  <a:pt x="3015838" y="4581888"/>
                </a:cubicBezTo>
                <a:close/>
                <a:moveTo>
                  <a:pt x="3224516" y="4080468"/>
                </a:moveTo>
                <a:lnTo>
                  <a:pt x="3272343" y="4091144"/>
                </a:lnTo>
                <a:cubicBezTo>
                  <a:pt x="3357845" y="4114300"/>
                  <a:pt x="3400596" y="4140129"/>
                  <a:pt x="3400596" y="4168630"/>
                </a:cubicBezTo>
                <a:lnTo>
                  <a:pt x="3224516" y="4298372"/>
                </a:lnTo>
                <a:close/>
                <a:moveTo>
                  <a:pt x="3984858" y="3327862"/>
                </a:moveTo>
                <a:lnTo>
                  <a:pt x="3999108" y="3327862"/>
                </a:lnTo>
                <a:cubicBezTo>
                  <a:pt x="4122611" y="3356363"/>
                  <a:pt x="4274614" y="3460865"/>
                  <a:pt x="4455117" y="3641369"/>
                </a:cubicBezTo>
                <a:lnTo>
                  <a:pt x="4412366" y="4040377"/>
                </a:lnTo>
                <a:lnTo>
                  <a:pt x="4740123" y="3698370"/>
                </a:lnTo>
                <a:cubicBezTo>
                  <a:pt x="4825625" y="3698370"/>
                  <a:pt x="4925377" y="3802872"/>
                  <a:pt x="5039379" y="4011876"/>
                </a:cubicBezTo>
                <a:lnTo>
                  <a:pt x="5039379" y="4040377"/>
                </a:lnTo>
                <a:cubicBezTo>
                  <a:pt x="5039379" y="4068878"/>
                  <a:pt x="4830375" y="4154379"/>
                  <a:pt x="4412366" y="4296882"/>
                </a:cubicBezTo>
                <a:cubicBezTo>
                  <a:pt x="4336365" y="4410885"/>
                  <a:pt x="4298364" y="4510637"/>
                  <a:pt x="4298364" y="4596138"/>
                </a:cubicBezTo>
                <a:lnTo>
                  <a:pt x="4953878" y="4368134"/>
                </a:lnTo>
                <a:lnTo>
                  <a:pt x="5124881" y="4368134"/>
                </a:lnTo>
                <a:cubicBezTo>
                  <a:pt x="5286384" y="4529637"/>
                  <a:pt x="5367136" y="4662640"/>
                  <a:pt x="5367136" y="4767142"/>
                </a:cubicBezTo>
                <a:lnTo>
                  <a:pt x="5367136" y="4781392"/>
                </a:lnTo>
                <a:cubicBezTo>
                  <a:pt x="5367136" y="4809893"/>
                  <a:pt x="5158132" y="4914395"/>
                  <a:pt x="4740123" y="5094899"/>
                </a:cubicBezTo>
                <a:cubicBezTo>
                  <a:pt x="4702122" y="5208901"/>
                  <a:pt x="4564370" y="5327653"/>
                  <a:pt x="4326865" y="5451156"/>
                </a:cubicBezTo>
                <a:lnTo>
                  <a:pt x="4326865" y="5479656"/>
                </a:lnTo>
                <a:cubicBezTo>
                  <a:pt x="4412366" y="5574658"/>
                  <a:pt x="4455117" y="5655410"/>
                  <a:pt x="4455117" y="5721911"/>
                </a:cubicBezTo>
                <a:lnTo>
                  <a:pt x="4455117" y="5864415"/>
                </a:lnTo>
                <a:lnTo>
                  <a:pt x="4569120" y="5864415"/>
                </a:lnTo>
                <a:lnTo>
                  <a:pt x="4611871" y="5921415"/>
                </a:lnTo>
                <a:lnTo>
                  <a:pt x="4611871" y="5949916"/>
                </a:lnTo>
                <a:cubicBezTo>
                  <a:pt x="4478868" y="6063918"/>
                  <a:pt x="4398116" y="6187421"/>
                  <a:pt x="4369616" y="6320424"/>
                </a:cubicBezTo>
                <a:lnTo>
                  <a:pt x="4911127" y="6320424"/>
                </a:lnTo>
                <a:cubicBezTo>
                  <a:pt x="5015629" y="6339424"/>
                  <a:pt x="5101131" y="6386925"/>
                  <a:pt x="5167632" y="6462927"/>
                </a:cubicBezTo>
                <a:cubicBezTo>
                  <a:pt x="5167632" y="6491427"/>
                  <a:pt x="5096381" y="6519928"/>
                  <a:pt x="4953878" y="6548428"/>
                </a:cubicBezTo>
                <a:cubicBezTo>
                  <a:pt x="4953878" y="6500927"/>
                  <a:pt x="4763874" y="6458177"/>
                  <a:pt x="4383866" y="6420176"/>
                </a:cubicBezTo>
                <a:cubicBezTo>
                  <a:pt x="4136861" y="6420176"/>
                  <a:pt x="3889856" y="6467677"/>
                  <a:pt x="3642851" y="6562679"/>
                </a:cubicBezTo>
                <a:lnTo>
                  <a:pt x="3357845" y="6605430"/>
                </a:lnTo>
                <a:lnTo>
                  <a:pt x="3224516" y="6503679"/>
                </a:lnTo>
                <a:lnTo>
                  <a:pt x="3224516" y="6342645"/>
                </a:lnTo>
                <a:lnTo>
                  <a:pt x="3357845" y="6320424"/>
                </a:lnTo>
                <a:lnTo>
                  <a:pt x="3899356" y="6334674"/>
                </a:lnTo>
                <a:cubicBezTo>
                  <a:pt x="3965857" y="6334674"/>
                  <a:pt x="4013358" y="6296673"/>
                  <a:pt x="4041859" y="6220672"/>
                </a:cubicBezTo>
                <a:lnTo>
                  <a:pt x="4041859" y="6177921"/>
                </a:lnTo>
                <a:lnTo>
                  <a:pt x="3828105" y="6220672"/>
                </a:lnTo>
                <a:cubicBezTo>
                  <a:pt x="3733103" y="6182671"/>
                  <a:pt x="3685602" y="6106669"/>
                  <a:pt x="3685602" y="5992667"/>
                </a:cubicBezTo>
                <a:lnTo>
                  <a:pt x="3699852" y="5964166"/>
                </a:lnTo>
                <a:lnTo>
                  <a:pt x="3728352" y="5964166"/>
                </a:lnTo>
                <a:lnTo>
                  <a:pt x="3828105" y="6006917"/>
                </a:lnTo>
                <a:lnTo>
                  <a:pt x="3956357" y="5992667"/>
                </a:lnTo>
                <a:lnTo>
                  <a:pt x="4070359" y="5992667"/>
                </a:lnTo>
                <a:lnTo>
                  <a:pt x="4113110" y="5579408"/>
                </a:lnTo>
                <a:cubicBezTo>
                  <a:pt x="3989608" y="5645910"/>
                  <a:pt x="3880356" y="5679160"/>
                  <a:pt x="3785354" y="5679160"/>
                </a:cubicBezTo>
                <a:lnTo>
                  <a:pt x="3785354" y="5664910"/>
                </a:lnTo>
                <a:cubicBezTo>
                  <a:pt x="3747353" y="5541408"/>
                  <a:pt x="3728352" y="5432155"/>
                  <a:pt x="3728352" y="5337153"/>
                </a:cubicBezTo>
                <a:cubicBezTo>
                  <a:pt x="3728352" y="5128149"/>
                  <a:pt x="3747353" y="5023647"/>
                  <a:pt x="3785354" y="5023647"/>
                </a:cubicBezTo>
                <a:cubicBezTo>
                  <a:pt x="3785354" y="5109149"/>
                  <a:pt x="3837605" y="5151900"/>
                  <a:pt x="3942107" y="5151900"/>
                </a:cubicBezTo>
                <a:lnTo>
                  <a:pt x="3913606" y="5208901"/>
                </a:lnTo>
                <a:lnTo>
                  <a:pt x="3956357" y="5451156"/>
                </a:lnTo>
                <a:cubicBezTo>
                  <a:pt x="4013358" y="5451156"/>
                  <a:pt x="4079860" y="5413155"/>
                  <a:pt x="4155861" y="5337153"/>
                </a:cubicBezTo>
                <a:lnTo>
                  <a:pt x="4170111" y="5351404"/>
                </a:lnTo>
                <a:cubicBezTo>
                  <a:pt x="4236613" y="5332403"/>
                  <a:pt x="4274614" y="5299153"/>
                  <a:pt x="4284114" y="5251652"/>
                </a:cubicBezTo>
                <a:cubicBezTo>
                  <a:pt x="4056109" y="5194651"/>
                  <a:pt x="3942107" y="5142400"/>
                  <a:pt x="3942107" y="5094899"/>
                </a:cubicBezTo>
                <a:cubicBezTo>
                  <a:pt x="3970607" y="5066398"/>
                  <a:pt x="4089360" y="5037897"/>
                  <a:pt x="4298364" y="5009397"/>
                </a:cubicBezTo>
                <a:cubicBezTo>
                  <a:pt x="4554869" y="4923895"/>
                  <a:pt x="4759123" y="4767142"/>
                  <a:pt x="4911127" y="4539137"/>
                </a:cubicBezTo>
                <a:lnTo>
                  <a:pt x="4896876" y="4510637"/>
                </a:lnTo>
                <a:cubicBezTo>
                  <a:pt x="4697372" y="4662640"/>
                  <a:pt x="4535869" y="4738641"/>
                  <a:pt x="4412366" y="4738641"/>
                </a:cubicBezTo>
                <a:lnTo>
                  <a:pt x="4383866" y="4724391"/>
                </a:lnTo>
                <a:lnTo>
                  <a:pt x="4127361" y="4767142"/>
                </a:lnTo>
                <a:lnTo>
                  <a:pt x="4113110" y="4738641"/>
                </a:lnTo>
                <a:lnTo>
                  <a:pt x="4070359" y="4781392"/>
                </a:lnTo>
                <a:lnTo>
                  <a:pt x="3999108" y="4738641"/>
                </a:lnTo>
                <a:cubicBezTo>
                  <a:pt x="3657101" y="4738641"/>
                  <a:pt x="3486097" y="4828893"/>
                  <a:pt x="3486097" y="5009397"/>
                </a:cubicBezTo>
                <a:lnTo>
                  <a:pt x="3486097" y="5052148"/>
                </a:lnTo>
                <a:lnTo>
                  <a:pt x="3600100" y="5379904"/>
                </a:lnTo>
                <a:cubicBezTo>
                  <a:pt x="3562099" y="5408405"/>
                  <a:pt x="3490847" y="5432155"/>
                  <a:pt x="3386345" y="5451156"/>
                </a:cubicBezTo>
                <a:cubicBezTo>
                  <a:pt x="3300844" y="5432155"/>
                  <a:pt x="3258093" y="5303903"/>
                  <a:pt x="3258093" y="5066398"/>
                </a:cubicBezTo>
                <a:lnTo>
                  <a:pt x="3229592" y="5052148"/>
                </a:lnTo>
                <a:lnTo>
                  <a:pt x="3229592" y="5023647"/>
                </a:lnTo>
                <a:cubicBezTo>
                  <a:pt x="3391096" y="4824143"/>
                  <a:pt x="3628600" y="4629389"/>
                  <a:pt x="3942107" y="4439385"/>
                </a:cubicBezTo>
                <a:lnTo>
                  <a:pt x="3956357" y="4211380"/>
                </a:lnTo>
                <a:cubicBezTo>
                  <a:pt x="3832855" y="4363384"/>
                  <a:pt x="3733103" y="4439385"/>
                  <a:pt x="3657101" y="4439385"/>
                </a:cubicBezTo>
                <a:cubicBezTo>
                  <a:pt x="3619100" y="4439385"/>
                  <a:pt x="3571599" y="4315883"/>
                  <a:pt x="3514598" y="4068878"/>
                </a:cubicBezTo>
                <a:lnTo>
                  <a:pt x="3557349" y="4011876"/>
                </a:lnTo>
                <a:lnTo>
                  <a:pt x="3571599" y="4011876"/>
                </a:lnTo>
                <a:lnTo>
                  <a:pt x="3699852" y="4125879"/>
                </a:lnTo>
                <a:lnTo>
                  <a:pt x="3828105" y="4125879"/>
                </a:lnTo>
                <a:cubicBezTo>
                  <a:pt x="3904106" y="4125879"/>
                  <a:pt x="3956357" y="4097378"/>
                  <a:pt x="3984858" y="4040377"/>
                </a:cubicBezTo>
                <a:lnTo>
                  <a:pt x="3984858" y="3940625"/>
                </a:lnTo>
                <a:lnTo>
                  <a:pt x="3999108" y="3741121"/>
                </a:lnTo>
                <a:lnTo>
                  <a:pt x="3956357" y="3356363"/>
                </a:lnTo>
                <a:close/>
                <a:moveTo>
                  <a:pt x="0" y="0"/>
                </a:moveTo>
                <a:lnTo>
                  <a:pt x="998806" y="0"/>
                </a:lnTo>
                <a:lnTo>
                  <a:pt x="1420837" y="0"/>
                </a:lnTo>
                <a:lnTo>
                  <a:pt x="1508258" y="0"/>
                </a:lnTo>
                <a:lnTo>
                  <a:pt x="1769515" y="0"/>
                </a:lnTo>
                <a:lnTo>
                  <a:pt x="3224516" y="0"/>
                </a:lnTo>
                <a:lnTo>
                  <a:pt x="3224516" y="4080468"/>
                </a:lnTo>
                <a:lnTo>
                  <a:pt x="3172591" y="4068878"/>
                </a:lnTo>
                <a:lnTo>
                  <a:pt x="2973087" y="4111628"/>
                </a:lnTo>
                <a:cubicBezTo>
                  <a:pt x="2973087" y="4026127"/>
                  <a:pt x="2825834" y="3883624"/>
                  <a:pt x="2531328" y="3684120"/>
                </a:cubicBezTo>
                <a:cubicBezTo>
                  <a:pt x="2474327" y="3712620"/>
                  <a:pt x="2445826" y="3760121"/>
                  <a:pt x="2445826" y="3826623"/>
                </a:cubicBezTo>
                <a:cubicBezTo>
                  <a:pt x="2217821" y="4244631"/>
                  <a:pt x="2103819" y="4482136"/>
                  <a:pt x="2103819" y="4539137"/>
                </a:cubicBezTo>
                <a:lnTo>
                  <a:pt x="2103819" y="4581888"/>
                </a:lnTo>
                <a:cubicBezTo>
                  <a:pt x="2103819" y="4610389"/>
                  <a:pt x="2146570" y="4643639"/>
                  <a:pt x="2232072" y="4681640"/>
                </a:cubicBezTo>
                <a:cubicBezTo>
                  <a:pt x="2403075" y="4681640"/>
                  <a:pt x="2597829" y="4572388"/>
                  <a:pt x="2816334" y="4353883"/>
                </a:cubicBezTo>
                <a:lnTo>
                  <a:pt x="3058589" y="4368134"/>
                </a:lnTo>
                <a:lnTo>
                  <a:pt x="3129840" y="4368134"/>
                </a:lnTo>
                <a:lnTo>
                  <a:pt x="3224516" y="4298372"/>
                </a:lnTo>
                <a:lnTo>
                  <a:pt x="3224516" y="6342645"/>
                </a:lnTo>
                <a:lnTo>
                  <a:pt x="3101340" y="6363175"/>
                </a:lnTo>
                <a:cubicBezTo>
                  <a:pt x="3139340" y="6415426"/>
                  <a:pt x="3179716" y="6461739"/>
                  <a:pt x="3222467" y="6502115"/>
                </a:cubicBezTo>
                <a:lnTo>
                  <a:pt x="3224516" y="6503679"/>
                </a:lnTo>
                <a:lnTo>
                  <a:pt x="3224516" y="6858000"/>
                </a:lnTo>
                <a:lnTo>
                  <a:pt x="1769515" y="6858000"/>
                </a:lnTo>
                <a:lnTo>
                  <a:pt x="1508258" y="6858000"/>
                </a:lnTo>
                <a:lnTo>
                  <a:pt x="1420837" y="6858000"/>
                </a:lnTo>
                <a:lnTo>
                  <a:pt x="99880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288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-5400000">
            <a:off x="-829900" y="1093474"/>
            <a:ext cx="160226" cy="302357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 rot="-3240000">
            <a:off x="-159199" y="-959382"/>
            <a:ext cx="160226" cy="301270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 rot="-1080000">
            <a:off x="1587026" y="-2221881"/>
            <a:ext cx="160226" cy="308340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 rot="1080000">
            <a:off x="3715339" y="-2231468"/>
            <a:ext cx="160226" cy="31891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 rot="3240000">
            <a:off x="5162732" y="-754538"/>
            <a:ext cx="160226" cy="309227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 rot="14040000">
            <a:off x="-82005" y="2983898"/>
            <a:ext cx="160226" cy="32364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57468" y="563751"/>
            <a:ext cx="3667057" cy="3667055"/>
          </a:xfrm>
          <a:custGeom>
            <a:avLst/>
            <a:gdLst/>
            <a:ahLst/>
            <a:cxnLst/>
            <a:rect l="l" t="t" r="r" b="b"/>
            <a:pathLst>
              <a:path w="4185532" h="4185530">
                <a:moveTo>
                  <a:pt x="2320537" y="1822698"/>
                </a:moveTo>
                <a:cubicBezTo>
                  <a:pt x="2263536" y="2069703"/>
                  <a:pt x="2211285" y="2193206"/>
                  <a:pt x="2163784" y="2193206"/>
                </a:cubicBezTo>
                <a:lnTo>
                  <a:pt x="2135283" y="2193206"/>
                </a:lnTo>
                <a:cubicBezTo>
                  <a:pt x="2135283" y="2107704"/>
                  <a:pt x="2083032" y="2012702"/>
                  <a:pt x="1978530" y="1908200"/>
                </a:cubicBezTo>
                <a:lnTo>
                  <a:pt x="1935779" y="1908200"/>
                </a:lnTo>
                <a:lnTo>
                  <a:pt x="1878778" y="2007952"/>
                </a:lnTo>
                <a:lnTo>
                  <a:pt x="1893029" y="2250207"/>
                </a:lnTo>
                <a:lnTo>
                  <a:pt x="1836027" y="2649215"/>
                </a:lnTo>
                <a:cubicBezTo>
                  <a:pt x="1836027" y="2972222"/>
                  <a:pt x="2011781" y="3133725"/>
                  <a:pt x="2363288" y="3133725"/>
                </a:cubicBezTo>
                <a:lnTo>
                  <a:pt x="2420289" y="3133725"/>
                </a:lnTo>
                <a:lnTo>
                  <a:pt x="2605543" y="3076724"/>
                </a:lnTo>
                <a:lnTo>
                  <a:pt x="2520041" y="2948471"/>
                </a:lnTo>
                <a:lnTo>
                  <a:pt x="2363288" y="2976972"/>
                </a:lnTo>
                <a:cubicBezTo>
                  <a:pt x="2182784" y="2938971"/>
                  <a:pt x="2092533" y="2858219"/>
                  <a:pt x="2092533" y="2734717"/>
                </a:cubicBezTo>
                <a:lnTo>
                  <a:pt x="2092533" y="2634965"/>
                </a:lnTo>
                <a:cubicBezTo>
                  <a:pt x="2482041" y="2492462"/>
                  <a:pt x="2676795" y="2364209"/>
                  <a:pt x="2676795" y="2250207"/>
                </a:cubicBezTo>
                <a:cubicBezTo>
                  <a:pt x="2676795" y="2174205"/>
                  <a:pt x="2572293" y="2031702"/>
                  <a:pt x="2363288" y="1822698"/>
                </a:cubicBezTo>
                <a:close/>
                <a:moveTo>
                  <a:pt x="3004551" y="1195685"/>
                </a:moveTo>
                <a:lnTo>
                  <a:pt x="3018802" y="1195685"/>
                </a:lnTo>
                <a:lnTo>
                  <a:pt x="2904799" y="1509192"/>
                </a:lnTo>
                <a:lnTo>
                  <a:pt x="2705295" y="1509192"/>
                </a:lnTo>
                <a:lnTo>
                  <a:pt x="2463040" y="1537692"/>
                </a:lnTo>
                <a:cubicBezTo>
                  <a:pt x="2463040" y="1461691"/>
                  <a:pt x="2448790" y="1395189"/>
                  <a:pt x="2420289" y="1338188"/>
                </a:cubicBezTo>
                <a:cubicBezTo>
                  <a:pt x="2420289" y="1300187"/>
                  <a:pt x="2615043" y="1252687"/>
                  <a:pt x="3004551" y="1195685"/>
                </a:cubicBezTo>
                <a:close/>
                <a:moveTo>
                  <a:pt x="3275307" y="611423"/>
                </a:moveTo>
                <a:cubicBezTo>
                  <a:pt x="2572293" y="763427"/>
                  <a:pt x="2220785" y="853678"/>
                  <a:pt x="2220785" y="882179"/>
                </a:cubicBezTo>
                <a:lnTo>
                  <a:pt x="2220785" y="924930"/>
                </a:lnTo>
                <a:lnTo>
                  <a:pt x="2334788" y="924930"/>
                </a:lnTo>
                <a:cubicBezTo>
                  <a:pt x="2505791" y="924930"/>
                  <a:pt x="2767046" y="867929"/>
                  <a:pt x="3118554" y="753926"/>
                </a:cubicBezTo>
                <a:lnTo>
                  <a:pt x="3147054" y="753926"/>
                </a:lnTo>
                <a:lnTo>
                  <a:pt x="3075803" y="1124434"/>
                </a:lnTo>
                <a:lnTo>
                  <a:pt x="2819298" y="1095933"/>
                </a:lnTo>
                <a:lnTo>
                  <a:pt x="2733796" y="1095933"/>
                </a:lnTo>
                <a:lnTo>
                  <a:pt x="2363288" y="1195685"/>
                </a:lnTo>
                <a:cubicBezTo>
                  <a:pt x="2268286" y="1005681"/>
                  <a:pt x="2173284" y="891679"/>
                  <a:pt x="2078282" y="853678"/>
                </a:cubicBezTo>
                <a:lnTo>
                  <a:pt x="1992781" y="882179"/>
                </a:lnTo>
                <a:lnTo>
                  <a:pt x="2021281" y="896429"/>
                </a:lnTo>
                <a:cubicBezTo>
                  <a:pt x="2021281" y="1342938"/>
                  <a:pt x="2087783" y="1618444"/>
                  <a:pt x="2220785" y="1722946"/>
                </a:cubicBezTo>
                <a:lnTo>
                  <a:pt x="2805047" y="1623194"/>
                </a:lnTo>
                <a:lnTo>
                  <a:pt x="2776547" y="1722946"/>
                </a:lnTo>
                <a:cubicBezTo>
                  <a:pt x="2719546" y="2340459"/>
                  <a:pt x="2653044" y="2649215"/>
                  <a:pt x="2577043" y="2649215"/>
                </a:cubicBezTo>
                <a:cubicBezTo>
                  <a:pt x="2577043" y="2677716"/>
                  <a:pt x="2605543" y="2691966"/>
                  <a:pt x="2662544" y="2691966"/>
                </a:cubicBezTo>
                <a:lnTo>
                  <a:pt x="2662544" y="2748967"/>
                </a:lnTo>
                <a:cubicBezTo>
                  <a:pt x="2662544" y="3157476"/>
                  <a:pt x="2843048" y="3394981"/>
                  <a:pt x="3204055" y="3461482"/>
                </a:cubicBezTo>
                <a:cubicBezTo>
                  <a:pt x="3289557" y="3461482"/>
                  <a:pt x="3422560" y="3399731"/>
                  <a:pt x="3603064" y="3276228"/>
                </a:cubicBezTo>
                <a:cubicBezTo>
                  <a:pt x="3603064" y="3114725"/>
                  <a:pt x="3550812" y="3019723"/>
                  <a:pt x="3446310" y="2991222"/>
                </a:cubicBezTo>
                <a:cubicBezTo>
                  <a:pt x="3389309" y="2991222"/>
                  <a:pt x="3332308" y="3071974"/>
                  <a:pt x="3275307" y="3233477"/>
                </a:cubicBezTo>
                <a:cubicBezTo>
                  <a:pt x="3037802" y="3176476"/>
                  <a:pt x="2919050" y="3043473"/>
                  <a:pt x="2919050" y="2834469"/>
                </a:cubicBezTo>
                <a:lnTo>
                  <a:pt x="2919050" y="2606464"/>
                </a:lnTo>
                <a:cubicBezTo>
                  <a:pt x="3204055" y="2530463"/>
                  <a:pt x="3432060" y="2425961"/>
                  <a:pt x="3603064" y="2292958"/>
                </a:cubicBezTo>
                <a:cubicBezTo>
                  <a:pt x="3603064" y="2178955"/>
                  <a:pt x="3555563" y="2069703"/>
                  <a:pt x="3460561" y="1965201"/>
                </a:cubicBezTo>
                <a:lnTo>
                  <a:pt x="3403560" y="1965201"/>
                </a:lnTo>
                <a:lnTo>
                  <a:pt x="3018802" y="2335709"/>
                </a:lnTo>
                <a:lnTo>
                  <a:pt x="3004551" y="2335709"/>
                </a:lnTo>
                <a:lnTo>
                  <a:pt x="3004551" y="2307208"/>
                </a:lnTo>
                <a:lnTo>
                  <a:pt x="3118554" y="2007952"/>
                </a:lnTo>
                <a:lnTo>
                  <a:pt x="3104303" y="1851199"/>
                </a:lnTo>
                <a:cubicBezTo>
                  <a:pt x="3379809" y="1575693"/>
                  <a:pt x="3560313" y="1371439"/>
                  <a:pt x="3645815" y="1238436"/>
                </a:cubicBezTo>
                <a:lnTo>
                  <a:pt x="3645815" y="1224186"/>
                </a:lnTo>
                <a:cubicBezTo>
                  <a:pt x="3626814" y="1072183"/>
                  <a:pt x="3503312" y="867929"/>
                  <a:pt x="3275307" y="611423"/>
                </a:cubicBezTo>
                <a:close/>
                <a:moveTo>
                  <a:pt x="852757" y="411919"/>
                </a:moveTo>
                <a:lnTo>
                  <a:pt x="838507" y="440420"/>
                </a:lnTo>
                <a:lnTo>
                  <a:pt x="852757" y="981931"/>
                </a:lnTo>
                <a:lnTo>
                  <a:pt x="852757" y="1323938"/>
                </a:lnTo>
                <a:cubicBezTo>
                  <a:pt x="852757" y="1399940"/>
                  <a:pt x="672253" y="1452191"/>
                  <a:pt x="311246" y="1480691"/>
                </a:cubicBezTo>
                <a:cubicBezTo>
                  <a:pt x="406248" y="1613694"/>
                  <a:pt x="501250" y="1680195"/>
                  <a:pt x="596252" y="1680195"/>
                </a:cubicBezTo>
                <a:cubicBezTo>
                  <a:pt x="643753" y="1680195"/>
                  <a:pt x="715004" y="1646945"/>
                  <a:pt x="810006" y="1580443"/>
                </a:cubicBezTo>
                <a:lnTo>
                  <a:pt x="810006" y="1608944"/>
                </a:lnTo>
                <a:lnTo>
                  <a:pt x="838507" y="1623194"/>
                </a:lnTo>
                <a:lnTo>
                  <a:pt x="838507" y="1950951"/>
                </a:lnTo>
                <a:cubicBezTo>
                  <a:pt x="487000" y="2340459"/>
                  <a:pt x="263745" y="2558963"/>
                  <a:pt x="168743" y="2606464"/>
                </a:cubicBezTo>
                <a:lnTo>
                  <a:pt x="168743" y="2649215"/>
                </a:lnTo>
                <a:lnTo>
                  <a:pt x="211494" y="2677716"/>
                </a:lnTo>
                <a:cubicBezTo>
                  <a:pt x="410998" y="2677716"/>
                  <a:pt x="610502" y="2596964"/>
                  <a:pt x="810006" y="2435461"/>
                </a:cubicBezTo>
                <a:lnTo>
                  <a:pt x="852757" y="2435461"/>
                </a:lnTo>
                <a:cubicBezTo>
                  <a:pt x="852757" y="3024473"/>
                  <a:pt x="905008" y="3318979"/>
                  <a:pt x="1009510" y="3318979"/>
                </a:cubicBezTo>
                <a:cubicBezTo>
                  <a:pt x="1095012" y="3318979"/>
                  <a:pt x="1142513" y="3299979"/>
                  <a:pt x="1152013" y="3261978"/>
                </a:cubicBezTo>
                <a:lnTo>
                  <a:pt x="1152013" y="3019723"/>
                </a:lnTo>
                <a:lnTo>
                  <a:pt x="1137763" y="2877220"/>
                </a:lnTo>
                <a:lnTo>
                  <a:pt x="1209014" y="2207456"/>
                </a:lnTo>
                <a:lnTo>
                  <a:pt x="1209014" y="2164705"/>
                </a:lnTo>
                <a:lnTo>
                  <a:pt x="1251765" y="2164705"/>
                </a:lnTo>
                <a:cubicBezTo>
                  <a:pt x="1308766" y="2326209"/>
                  <a:pt x="1351517" y="2406960"/>
                  <a:pt x="1380018" y="2406960"/>
                </a:cubicBezTo>
                <a:lnTo>
                  <a:pt x="1394268" y="2406960"/>
                </a:lnTo>
                <a:cubicBezTo>
                  <a:pt x="1527271" y="2387960"/>
                  <a:pt x="1593772" y="2354709"/>
                  <a:pt x="1593772" y="2307208"/>
                </a:cubicBezTo>
                <a:lnTo>
                  <a:pt x="1593772" y="2292958"/>
                </a:lnTo>
                <a:cubicBezTo>
                  <a:pt x="1574772" y="2235957"/>
                  <a:pt x="1456020" y="2178955"/>
                  <a:pt x="1237515" y="2121954"/>
                </a:cubicBezTo>
                <a:lnTo>
                  <a:pt x="1536771" y="1822698"/>
                </a:lnTo>
                <a:lnTo>
                  <a:pt x="1536771" y="1808448"/>
                </a:lnTo>
                <a:lnTo>
                  <a:pt x="1394268" y="1437940"/>
                </a:lnTo>
                <a:cubicBezTo>
                  <a:pt x="1451269" y="1437940"/>
                  <a:pt x="1546271" y="1399940"/>
                  <a:pt x="1679274" y="1323938"/>
                </a:cubicBezTo>
                <a:lnTo>
                  <a:pt x="1622273" y="1266937"/>
                </a:lnTo>
                <a:lnTo>
                  <a:pt x="1451269" y="1266937"/>
                </a:lnTo>
                <a:lnTo>
                  <a:pt x="1294516" y="1281187"/>
                </a:lnTo>
                <a:lnTo>
                  <a:pt x="1280266" y="1281187"/>
                </a:lnTo>
                <a:lnTo>
                  <a:pt x="1337267" y="853678"/>
                </a:lnTo>
                <a:cubicBezTo>
                  <a:pt x="1185264" y="559172"/>
                  <a:pt x="1038011" y="411919"/>
                  <a:pt x="895508" y="411919"/>
                </a:cubicBezTo>
                <a:close/>
                <a:moveTo>
                  <a:pt x="2092766" y="0"/>
                </a:moveTo>
                <a:cubicBezTo>
                  <a:pt x="3248569" y="0"/>
                  <a:pt x="4185532" y="936963"/>
                  <a:pt x="4185532" y="2092765"/>
                </a:cubicBezTo>
                <a:cubicBezTo>
                  <a:pt x="4185532" y="3248567"/>
                  <a:pt x="3248569" y="4185530"/>
                  <a:pt x="2092766" y="4185530"/>
                </a:cubicBezTo>
                <a:cubicBezTo>
                  <a:pt x="936963" y="4185530"/>
                  <a:pt x="0" y="3248567"/>
                  <a:pt x="0" y="2092765"/>
                </a:cubicBezTo>
                <a:cubicBezTo>
                  <a:pt x="0" y="936963"/>
                  <a:pt x="936963" y="0"/>
                  <a:pt x="2092766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7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575404" y="2656906"/>
            <a:ext cx="7034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当你约会迟到的时候</a:t>
            </a:r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786419" y="3371338"/>
            <a:ext cx="65769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如果不说明迟到缘由，对方心中的不安就没有消除！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/>
            <a:endParaRPr lang="en-US" altLang="zh-CN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/>
            <a:r>
              <a:rPr lang="zh-CN" altLang="en-US" sz="2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首先向对方道歉一次，紧接着说出自己迟到的理由，最后再向对方道歉一</a:t>
            </a: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次</a:t>
            </a:r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800664" y="5721377"/>
            <a:ext cx="9873979" cy="83099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绝招十四：双重道歉包夹迟到理由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8776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69181" y="0"/>
            <a:ext cx="5208789" cy="14876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8067499" y="0"/>
            <a:ext cx="3135344" cy="6858000"/>
          </a:xfrm>
          <a:custGeom>
            <a:avLst/>
            <a:gdLst/>
            <a:ahLst/>
            <a:cxnLst/>
            <a:rect l="l" t="t" r="r" b="b"/>
            <a:pathLst>
              <a:path w="3135344" h="6858000">
                <a:moveTo>
                  <a:pt x="119428" y="5366084"/>
                </a:moveTo>
                <a:lnTo>
                  <a:pt x="3135344" y="5366084"/>
                </a:lnTo>
                <a:lnTo>
                  <a:pt x="3135344" y="6858000"/>
                </a:lnTo>
                <a:lnTo>
                  <a:pt x="119428" y="6858000"/>
                </a:lnTo>
                <a:close/>
                <a:moveTo>
                  <a:pt x="2308547" y="3981813"/>
                </a:moveTo>
                <a:lnTo>
                  <a:pt x="2379799" y="3981813"/>
                </a:lnTo>
                <a:cubicBezTo>
                  <a:pt x="2750306" y="4209818"/>
                  <a:pt x="2935560" y="4466323"/>
                  <a:pt x="2935560" y="4751329"/>
                </a:cubicBezTo>
                <a:lnTo>
                  <a:pt x="2935560" y="4794080"/>
                </a:lnTo>
                <a:lnTo>
                  <a:pt x="2892809" y="4836831"/>
                </a:lnTo>
                <a:lnTo>
                  <a:pt x="2721805" y="4836831"/>
                </a:lnTo>
                <a:cubicBezTo>
                  <a:pt x="2683805" y="4817830"/>
                  <a:pt x="2603053" y="4689578"/>
                  <a:pt x="2479551" y="4452073"/>
                </a:cubicBezTo>
                <a:cubicBezTo>
                  <a:pt x="2422549" y="4452073"/>
                  <a:pt x="2394049" y="4380821"/>
                  <a:pt x="2394049" y="4238318"/>
                </a:cubicBezTo>
                <a:cubicBezTo>
                  <a:pt x="2337047" y="4143317"/>
                  <a:pt x="2308547" y="4072065"/>
                  <a:pt x="2308547" y="4024564"/>
                </a:cubicBezTo>
                <a:close/>
                <a:moveTo>
                  <a:pt x="1396528" y="3269299"/>
                </a:moveTo>
                <a:cubicBezTo>
                  <a:pt x="1529531" y="3288299"/>
                  <a:pt x="1700534" y="3411801"/>
                  <a:pt x="1909539" y="3639806"/>
                </a:cubicBezTo>
                <a:lnTo>
                  <a:pt x="2009291" y="3611305"/>
                </a:lnTo>
                <a:lnTo>
                  <a:pt x="2166044" y="3611305"/>
                </a:lnTo>
                <a:cubicBezTo>
                  <a:pt x="2451050" y="3611305"/>
                  <a:pt x="2593553" y="3592305"/>
                  <a:pt x="2593553" y="3554304"/>
                </a:cubicBezTo>
                <a:cubicBezTo>
                  <a:pt x="2764556" y="3573305"/>
                  <a:pt x="2850058" y="3606555"/>
                  <a:pt x="2850058" y="3654056"/>
                </a:cubicBezTo>
                <a:cubicBezTo>
                  <a:pt x="2850058" y="3682557"/>
                  <a:pt x="2807307" y="3706307"/>
                  <a:pt x="2721805" y="3725308"/>
                </a:cubicBezTo>
                <a:lnTo>
                  <a:pt x="2650554" y="3696807"/>
                </a:lnTo>
                <a:cubicBezTo>
                  <a:pt x="2213545" y="3734808"/>
                  <a:pt x="1995041" y="3763309"/>
                  <a:pt x="1995041" y="3782309"/>
                </a:cubicBezTo>
                <a:cubicBezTo>
                  <a:pt x="1852537" y="3981813"/>
                  <a:pt x="1752785" y="4262069"/>
                  <a:pt x="1695784" y="4623076"/>
                </a:cubicBezTo>
                <a:cubicBezTo>
                  <a:pt x="1657783" y="4765579"/>
                  <a:pt x="1591282" y="4836831"/>
                  <a:pt x="1496280" y="4836831"/>
                </a:cubicBezTo>
                <a:cubicBezTo>
                  <a:pt x="1458279" y="4808330"/>
                  <a:pt x="1410779" y="4651577"/>
                  <a:pt x="1353777" y="4366571"/>
                </a:cubicBezTo>
                <a:lnTo>
                  <a:pt x="1353777" y="4195567"/>
                </a:lnTo>
                <a:lnTo>
                  <a:pt x="1325277" y="4195567"/>
                </a:lnTo>
                <a:cubicBezTo>
                  <a:pt x="1144773" y="4328570"/>
                  <a:pt x="983270" y="4518574"/>
                  <a:pt x="840767" y="4765579"/>
                </a:cubicBezTo>
                <a:lnTo>
                  <a:pt x="712514" y="4794080"/>
                </a:lnTo>
                <a:lnTo>
                  <a:pt x="427508" y="4466323"/>
                </a:lnTo>
                <a:cubicBezTo>
                  <a:pt x="437009" y="4447323"/>
                  <a:pt x="574761" y="4376071"/>
                  <a:pt x="840767" y="4252569"/>
                </a:cubicBezTo>
                <a:lnTo>
                  <a:pt x="1353777" y="3953312"/>
                </a:lnTo>
                <a:lnTo>
                  <a:pt x="1353777" y="3910562"/>
                </a:lnTo>
                <a:cubicBezTo>
                  <a:pt x="945269" y="3910562"/>
                  <a:pt x="693514" y="3981813"/>
                  <a:pt x="598512" y="4124316"/>
                </a:cubicBezTo>
                <a:lnTo>
                  <a:pt x="541511" y="4152817"/>
                </a:lnTo>
                <a:lnTo>
                  <a:pt x="242255" y="3896311"/>
                </a:lnTo>
                <a:cubicBezTo>
                  <a:pt x="242255" y="3848810"/>
                  <a:pt x="427508" y="3806060"/>
                  <a:pt x="798016" y="3768059"/>
                </a:cubicBezTo>
                <a:lnTo>
                  <a:pt x="812266" y="3782309"/>
                </a:lnTo>
                <a:cubicBezTo>
                  <a:pt x="1173274" y="3744308"/>
                  <a:pt x="1353777" y="3711057"/>
                  <a:pt x="1353777" y="3682557"/>
                </a:cubicBezTo>
                <a:lnTo>
                  <a:pt x="1353777" y="3468803"/>
                </a:lnTo>
                <a:lnTo>
                  <a:pt x="1325277" y="3312049"/>
                </a:lnTo>
                <a:close/>
                <a:moveTo>
                  <a:pt x="769515" y="2628035"/>
                </a:moveTo>
                <a:lnTo>
                  <a:pt x="498760" y="2742038"/>
                </a:lnTo>
                <a:lnTo>
                  <a:pt x="513010" y="2955792"/>
                </a:lnTo>
                <a:lnTo>
                  <a:pt x="513010" y="2998543"/>
                </a:lnTo>
                <a:cubicBezTo>
                  <a:pt x="703014" y="2960542"/>
                  <a:pt x="798016" y="2903541"/>
                  <a:pt x="798016" y="2827540"/>
                </a:cubicBezTo>
                <a:lnTo>
                  <a:pt x="798016" y="2628035"/>
                </a:lnTo>
                <a:close/>
                <a:moveTo>
                  <a:pt x="2565052" y="2485533"/>
                </a:moveTo>
                <a:cubicBezTo>
                  <a:pt x="2441549" y="2485533"/>
                  <a:pt x="2327547" y="2518783"/>
                  <a:pt x="2223045" y="2585285"/>
                </a:cubicBezTo>
                <a:cubicBezTo>
                  <a:pt x="2185044" y="2585285"/>
                  <a:pt x="2166044" y="2651786"/>
                  <a:pt x="2166044" y="2784789"/>
                </a:cubicBezTo>
                <a:cubicBezTo>
                  <a:pt x="2280046" y="2737288"/>
                  <a:pt x="2398799" y="2713537"/>
                  <a:pt x="2522301" y="2713537"/>
                </a:cubicBezTo>
                <a:lnTo>
                  <a:pt x="2593553" y="2742038"/>
                </a:lnTo>
                <a:lnTo>
                  <a:pt x="2565052" y="2713537"/>
                </a:lnTo>
                <a:close/>
                <a:moveTo>
                  <a:pt x="2522301" y="1844269"/>
                </a:moveTo>
                <a:cubicBezTo>
                  <a:pt x="2398799" y="1863270"/>
                  <a:pt x="2237295" y="1948771"/>
                  <a:pt x="2037791" y="2100775"/>
                </a:cubicBezTo>
                <a:cubicBezTo>
                  <a:pt x="2056792" y="2100775"/>
                  <a:pt x="2099543" y="2172026"/>
                  <a:pt x="2166044" y="2314529"/>
                </a:cubicBezTo>
                <a:lnTo>
                  <a:pt x="2379799" y="2286028"/>
                </a:lnTo>
                <a:lnTo>
                  <a:pt x="2565052" y="2314529"/>
                </a:lnTo>
                <a:lnTo>
                  <a:pt x="2565052" y="2286028"/>
                </a:lnTo>
                <a:cubicBezTo>
                  <a:pt x="2565052" y="2086524"/>
                  <a:pt x="2550802" y="1939272"/>
                  <a:pt x="2522301" y="1844269"/>
                </a:cubicBezTo>
                <a:close/>
                <a:moveTo>
                  <a:pt x="2550802" y="1687516"/>
                </a:moveTo>
                <a:cubicBezTo>
                  <a:pt x="2636304" y="1687516"/>
                  <a:pt x="2807307" y="1844269"/>
                  <a:pt x="3063813" y="2157776"/>
                </a:cubicBezTo>
                <a:lnTo>
                  <a:pt x="3063813" y="2200527"/>
                </a:lnTo>
                <a:cubicBezTo>
                  <a:pt x="2930810" y="2343030"/>
                  <a:pt x="2864308" y="2770538"/>
                  <a:pt x="2864308" y="3483053"/>
                </a:cubicBezTo>
                <a:lnTo>
                  <a:pt x="2807307" y="3511553"/>
                </a:lnTo>
                <a:cubicBezTo>
                  <a:pt x="2674305" y="3511553"/>
                  <a:pt x="2603053" y="3288299"/>
                  <a:pt x="2593553" y="2841790"/>
                </a:cubicBezTo>
                <a:lnTo>
                  <a:pt x="2593553" y="2827540"/>
                </a:lnTo>
                <a:lnTo>
                  <a:pt x="2180294" y="2970043"/>
                </a:lnTo>
                <a:lnTo>
                  <a:pt x="2052042" y="2955792"/>
                </a:lnTo>
                <a:cubicBezTo>
                  <a:pt x="1909539" y="3183797"/>
                  <a:pt x="1795536" y="3297799"/>
                  <a:pt x="1710035" y="3297799"/>
                </a:cubicBezTo>
                <a:lnTo>
                  <a:pt x="1667284" y="3297799"/>
                </a:lnTo>
                <a:cubicBezTo>
                  <a:pt x="1638783" y="3297799"/>
                  <a:pt x="1610283" y="3231298"/>
                  <a:pt x="1581782" y="3098295"/>
                </a:cubicBezTo>
                <a:cubicBezTo>
                  <a:pt x="1581782" y="2889291"/>
                  <a:pt x="1667284" y="2528283"/>
                  <a:pt x="1838287" y="2015273"/>
                </a:cubicBezTo>
                <a:lnTo>
                  <a:pt x="1866788" y="1986772"/>
                </a:lnTo>
                <a:lnTo>
                  <a:pt x="1952289" y="1986772"/>
                </a:lnTo>
                <a:lnTo>
                  <a:pt x="1966540" y="2015273"/>
                </a:lnTo>
                <a:lnTo>
                  <a:pt x="1995041" y="2015273"/>
                </a:lnTo>
                <a:cubicBezTo>
                  <a:pt x="2109043" y="1901271"/>
                  <a:pt x="2294297" y="1792018"/>
                  <a:pt x="2550802" y="1687516"/>
                </a:cubicBezTo>
                <a:close/>
                <a:moveTo>
                  <a:pt x="1154273" y="1559264"/>
                </a:moveTo>
                <a:lnTo>
                  <a:pt x="1225525" y="1559264"/>
                </a:lnTo>
                <a:cubicBezTo>
                  <a:pt x="1463029" y="1777768"/>
                  <a:pt x="1581782" y="1934521"/>
                  <a:pt x="1581782" y="2029523"/>
                </a:cubicBezTo>
                <a:cubicBezTo>
                  <a:pt x="1553281" y="2029523"/>
                  <a:pt x="1534281" y="2072274"/>
                  <a:pt x="1524781" y="2157776"/>
                </a:cubicBezTo>
                <a:cubicBezTo>
                  <a:pt x="1477280" y="2214777"/>
                  <a:pt x="1425029" y="2243278"/>
                  <a:pt x="1368028" y="2243278"/>
                </a:cubicBezTo>
                <a:lnTo>
                  <a:pt x="1368028" y="2286028"/>
                </a:lnTo>
                <a:cubicBezTo>
                  <a:pt x="1425029" y="2295529"/>
                  <a:pt x="1453529" y="2319279"/>
                  <a:pt x="1453529" y="2357280"/>
                </a:cubicBezTo>
                <a:cubicBezTo>
                  <a:pt x="1453529" y="2385780"/>
                  <a:pt x="1325277" y="2428531"/>
                  <a:pt x="1068771" y="2485533"/>
                </a:cubicBezTo>
                <a:lnTo>
                  <a:pt x="983270" y="2571034"/>
                </a:lnTo>
                <a:lnTo>
                  <a:pt x="1140023" y="2742038"/>
                </a:lnTo>
                <a:lnTo>
                  <a:pt x="1154273" y="2742038"/>
                </a:lnTo>
                <a:cubicBezTo>
                  <a:pt x="1182774" y="2742038"/>
                  <a:pt x="1197024" y="2704037"/>
                  <a:pt x="1197024" y="2628035"/>
                </a:cubicBezTo>
                <a:lnTo>
                  <a:pt x="1225525" y="2613785"/>
                </a:lnTo>
                <a:lnTo>
                  <a:pt x="1282526" y="2613785"/>
                </a:lnTo>
                <a:cubicBezTo>
                  <a:pt x="1453529" y="2699287"/>
                  <a:pt x="1539031" y="2799039"/>
                  <a:pt x="1539031" y="2913041"/>
                </a:cubicBezTo>
                <a:lnTo>
                  <a:pt x="1539031" y="2970043"/>
                </a:lnTo>
                <a:cubicBezTo>
                  <a:pt x="1539031" y="2998543"/>
                  <a:pt x="1463029" y="3022293"/>
                  <a:pt x="1311026" y="3041294"/>
                </a:cubicBezTo>
                <a:cubicBezTo>
                  <a:pt x="1254025" y="2965292"/>
                  <a:pt x="1225525" y="2908291"/>
                  <a:pt x="1225525" y="2870291"/>
                </a:cubicBezTo>
                <a:lnTo>
                  <a:pt x="1197024" y="2870291"/>
                </a:lnTo>
                <a:cubicBezTo>
                  <a:pt x="1159023" y="2870291"/>
                  <a:pt x="1130523" y="2941542"/>
                  <a:pt x="1111522" y="3084045"/>
                </a:cubicBezTo>
                <a:lnTo>
                  <a:pt x="840767" y="3568555"/>
                </a:lnTo>
                <a:lnTo>
                  <a:pt x="684014" y="3696807"/>
                </a:lnTo>
                <a:lnTo>
                  <a:pt x="627013" y="3696807"/>
                </a:lnTo>
                <a:lnTo>
                  <a:pt x="541511" y="3611305"/>
                </a:lnTo>
                <a:lnTo>
                  <a:pt x="541511" y="3597055"/>
                </a:lnTo>
                <a:cubicBezTo>
                  <a:pt x="646013" y="3426052"/>
                  <a:pt x="703014" y="3274049"/>
                  <a:pt x="712514" y="3141046"/>
                </a:cubicBezTo>
                <a:lnTo>
                  <a:pt x="684014" y="3141046"/>
                </a:lnTo>
                <a:cubicBezTo>
                  <a:pt x="655513" y="3141046"/>
                  <a:pt x="565261" y="3221798"/>
                  <a:pt x="413258" y="3383301"/>
                </a:cubicBezTo>
                <a:lnTo>
                  <a:pt x="342007" y="3397551"/>
                </a:lnTo>
                <a:cubicBezTo>
                  <a:pt x="123502" y="3340550"/>
                  <a:pt x="9500" y="3283549"/>
                  <a:pt x="0" y="3226548"/>
                </a:cubicBezTo>
                <a:lnTo>
                  <a:pt x="242255" y="3126796"/>
                </a:lnTo>
                <a:lnTo>
                  <a:pt x="213754" y="3012793"/>
                </a:lnTo>
                <a:lnTo>
                  <a:pt x="213754" y="2970043"/>
                </a:lnTo>
                <a:cubicBezTo>
                  <a:pt x="213754" y="2751538"/>
                  <a:pt x="251755" y="2623286"/>
                  <a:pt x="327756" y="2585285"/>
                </a:cubicBezTo>
                <a:lnTo>
                  <a:pt x="342007" y="2585285"/>
                </a:lnTo>
                <a:cubicBezTo>
                  <a:pt x="370507" y="2585285"/>
                  <a:pt x="384758" y="2609035"/>
                  <a:pt x="384758" y="2656536"/>
                </a:cubicBezTo>
                <a:lnTo>
                  <a:pt x="427508" y="2656536"/>
                </a:lnTo>
                <a:cubicBezTo>
                  <a:pt x="427508" y="2599535"/>
                  <a:pt x="551011" y="2528283"/>
                  <a:pt x="798016" y="2442782"/>
                </a:cubicBezTo>
                <a:lnTo>
                  <a:pt x="840767" y="2371530"/>
                </a:lnTo>
                <a:lnTo>
                  <a:pt x="840767" y="2328779"/>
                </a:lnTo>
                <a:cubicBezTo>
                  <a:pt x="641263" y="2328779"/>
                  <a:pt x="541511" y="2214777"/>
                  <a:pt x="541511" y="1986772"/>
                </a:cubicBezTo>
                <a:lnTo>
                  <a:pt x="541511" y="1944021"/>
                </a:lnTo>
                <a:lnTo>
                  <a:pt x="598512" y="1901271"/>
                </a:lnTo>
                <a:lnTo>
                  <a:pt x="627013" y="1901271"/>
                </a:lnTo>
                <a:cubicBezTo>
                  <a:pt x="693514" y="1939272"/>
                  <a:pt x="779015" y="2053274"/>
                  <a:pt x="883517" y="2243278"/>
                </a:cubicBezTo>
                <a:cubicBezTo>
                  <a:pt x="1026021" y="1958272"/>
                  <a:pt x="1116273" y="1730267"/>
                  <a:pt x="1154273" y="1559264"/>
                </a:cubicBezTo>
                <a:close/>
                <a:moveTo>
                  <a:pt x="119428" y="0"/>
                </a:moveTo>
                <a:lnTo>
                  <a:pt x="3135344" y="0"/>
                </a:lnTo>
                <a:lnTo>
                  <a:pt x="3135344" y="1491916"/>
                </a:lnTo>
                <a:lnTo>
                  <a:pt x="119428" y="1491916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7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3763" y="902831"/>
            <a:ext cx="8426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en-US" altLang="zh-CN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当你受到别人称赞的时候</a:t>
            </a:r>
            <a:r>
              <a:rPr lang="en-US" altLang="zh-CN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69180" y="2305615"/>
            <a:ext cx="520878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谦虚不是最好的方式！</a:t>
            </a:r>
            <a:endParaRPr lang="en-US" altLang="zh-CN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/>
            <a:endParaRPr lang="en-US" altLang="zh-CN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/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坦率</a:t>
            </a:r>
            <a:r>
              <a:rPr lang="zh-CN" altLang="en-US" sz="2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地认同对方对你的评价</a:t>
            </a: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，感谢</a:t>
            </a:r>
            <a:r>
              <a:rPr lang="zh-CN" altLang="en-US" sz="2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对方的好意</a:t>
            </a: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，加上一句 “</a:t>
            </a:r>
            <a:r>
              <a:rPr lang="zh-CN" altLang="en-US" sz="2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你在某方面也很棒！”称赞</a:t>
            </a: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回去</a:t>
            </a:r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69181" y="5288340"/>
            <a:ext cx="5208789" cy="15696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绝招十五：</a:t>
            </a:r>
            <a:endParaRPr lang="en-US" altLang="zh-CN" sz="4800" dirty="0" smtClean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</a:t>
            </a:r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加倍回礼的微笑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976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7767158" y="1"/>
            <a:ext cx="4269507" cy="6498394"/>
          </a:xfrm>
          <a:custGeom>
            <a:avLst/>
            <a:gdLst/>
            <a:ahLst/>
            <a:cxnLst/>
            <a:rect l="l" t="t" r="r" b="b"/>
            <a:pathLst>
              <a:path w="4269507" h="6498394">
                <a:moveTo>
                  <a:pt x="2817874" y="4005002"/>
                </a:moveTo>
                <a:cubicBezTo>
                  <a:pt x="2635709" y="4005002"/>
                  <a:pt x="2430773" y="4221324"/>
                  <a:pt x="2203066" y="4653967"/>
                </a:cubicBezTo>
                <a:lnTo>
                  <a:pt x="2254300" y="4653967"/>
                </a:lnTo>
                <a:lnTo>
                  <a:pt x="2595860" y="4534421"/>
                </a:lnTo>
                <a:lnTo>
                  <a:pt x="2595860" y="4483187"/>
                </a:lnTo>
                <a:lnTo>
                  <a:pt x="2561704" y="4209938"/>
                </a:lnTo>
                <a:lnTo>
                  <a:pt x="2595860" y="4175782"/>
                </a:lnTo>
                <a:lnTo>
                  <a:pt x="2698328" y="4175782"/>
                </a:lnTo>
                <a:cubicBezTo>
                  <a:pt x="2778026" y="4175782"/>
                  <a:pt x="2886187" y="4261173"/>
                  <a:pt x="3022811" y="4431952"/>
                </a:cubicBezTo>
                <a:lnTo>
                  <a:pt x="3125279" y="4431952"/>
                </a:lnTo>
                <a:lnTo>
                  <a:pt x="3125279" y="4397797"/>
                </a:lnTo>
                <a:close/>
                <a:moveTo>
                  <a:pt x="2664172" y="3782988"/>
                </a:moveTo>
                <a:lnTo>
                  <a:pt x="2647094" y="3885456"/>
                </a:lnTo>
                <a:lnTo>
                  <a:pt x="2766640" y="3885456"/>
                </a:lnTo>
                <a:lnTo>
                  <a:pt x="2766640" y="3834222"/>
                </a:lnTo>
                <a:lnTo>
                  <a:pt x="2715406" y="3782988"/>
                </a:lnTo>
                <a:close/>
                <a:moveTo>
                  <a:pt x="973448" y="2980321"/>
                </a:moveTo>
                <a:cubicBezTo>
                  <a:pt x="1110072" y="2980321"/>
                  <a:pt x="1292238" y="3208027"/>
                  <a:pt x="1519944" y="3663441"/>
                </a:cubicBezTo>
                <a:cubicBezTo>
                  <a:pt x="1588257" y="3663441"/>
                  <a:pt x="1622413" y="3680519"/>
                  <a:pt x="1622413" y="3714676"/>
                </a:cubicBezTo>
                <a:cubicBezTo>
                  <a:pt x="1622413" y="3760217"/>
                  <a:pt x="1588257" y="3782988"/>
                  <a:pt x="1519944" y="3782988"/>
                </a:cubicBezTo>
                <a:lnTo>
                  <a:pt x="1502867" y="3817144"/>
                </a:lnTo>
                <a:lnTo>
                  <a:pt x="1502867" y="3834222"/>
                </a:lnTo>
                <a:lnTo>
                  <a:pt x="1605335" y="4175782"/>
                </a:lnTo>
                <a:lnTo>
                  <a:pt x="1605335" y="4227016"/>
                </a:lnTo>
                <a:cubicBezTo>
                  <a:pt x="1605335" y="4261173"/>
                  <a:pt x="1571179" y="4278251"/>
                  <a:pt x="1502867" y="4278251"/>
                </a:cubicBezTo>
                <a:cubicBezTo>
                  <a:pt x="1434554" y="4426260"/>
                  <a:pt x="1371935" y="4500265"/>
                  <a:pt x="1315008" y="4500265"/>
                </a:cubicBezTo>
                <a:lnTo>
                  <a:pt x="1315008" y="4551499"/>
                </a:lnTo>
                <a:cubicBezTo>
                  <a:pt x="1315008" y="4597040"/>
                  <a:pt x="1377628" y="4619811"/>
                  <a:pt x="1502867" y="4619811"/>
                </a:cubicBezTo>
                <a:lnTo>
                  <a:pt x="1622413" y="4790591"/>
                </a:lnTo>
                <a:cubicBezTo>
                  <a:pt x="1611028" y="4847518"/>
                  <a:pt x="1542715" y="4875981"/>
                  <a:pt x="1417476" y="4875981"/>
                </a:cubicBezTo>
                <a:lnTo>
                  <a:pt x="1246696" y="4722279"/>
                </a:lnTo>
                <a:lnTo>
                  <a:pt x="1229618" y="4722279"/>
                </a:lnTo>
                <a:lnTo>
                  <a:pt x="1229618" y="4756435"/>
                </a:lnTo>
                <a:cubicBezTo>
                  <a:pt x="1229618" y="5063840"/>
                  <a:pt x="1184077" y="5428171"/>
                  <a:pt x="1092994" y="5849429"/>
                </a:cubicBezTo>
                <a:lnTo>
                  <a:pt x="888058" y="5900663"/>
                </a:lnTo>
                <a:cubicBezTo>
                  <a:pt x="842516" y="5900663"/>
                  <a:pt x="808360" y="5809580"/>
                  <a:pt x="785589" y="5627414"/>
                </a:cubicBezTo>
                <a:lnTo>
                  <a:pt x="819745" y="5115074"/>
                </a:lnTo>
                <a:lnTo>
                  <a:pt x="819745" y="4995527"/>
                </a:lnTo>
                <a:lnTo>
                  <a:pt x="836823" y="4944293"/>
                </a:lnTo>
                <a:lnTo>
                  <a:pt x="836823" y="4927215"/>
                </a:lnTo>
                <a:lnTo>
                  <a:pt x="819745" y="4927215"/>
                </a:lnTo>
                <a:cubicBezTo>
                  <a:pt x="478185" y="5132152"/>
                  <a:pt x="222015" y="5234620"/>
                  <a:pt x="51234" y="5234620"/>
                </a:cubicBezTo>
                <a:lnTo>
                  <a:pt x="0" y="5217542"/>
                </a:lnTo>
                <a:lnTo>
                  <a:pt x="0" y="5149230"/>
                </a:lnTo>
                <a:cubicBezTo>
                  <a:pt x="466800" y="4796284"/>
                  <a:pt x="757126" y="4540113"/>
                  <a:pt x="870980" y="4380718"/>
                </a:cubicBezTo>
                <a:lnTo>
                  <a:pt x="870980" y="4039158"/>
                </a:lnTo>
                <a:lnTo>
                  <a:pt x="888058" y="4005002"/>
                </a:lnTo>
                <a:lnTo>
                  <a:pt x="888058" y="3987924"/>
                </a:lnTo>
                <a:lnTo>
                  <a:pt x="870980" y="3936690"/>
                </a:lnTo>
                <a:lnTo>
                  <a:pt x="683121" y="3987924"/>
                </a:lnTo>
                <a:lnTo>
                  <a:pt x="529419" y="3987924"/>
                </a:lnTo>
                <a:lnTo>
                  <a:pt x="461107" y="3885456"/>
                </a:lnTo>
                <a:cubicBezTo>
                  <a:pt x="461107" y="3839914"/>
                  <a:pt x="603424" y="3805758"/>
                  <a:pt x="888058" y="3782988"/>
                </a:cubicBezTo>
                <a:lnTo>
                  <a:pt x="939292" y="3526817"/>
                </a:lnTo>
                <a:lnTo>
                  <a:pt x="888058" y="3253569"/>
                </a:lnTo>
                <a:close/>
                <a:moveTo>
                  <a:pt x="2561704" y="2638760"/>
                </a:moveTo>
                <a:cubicBezTo>
                  <a:pt x="2686943" y="2638760"/>
                  <a:pt x="2840645" y="2792462"/>
                  <a:pt x="3022811" y="3099867"/>
                </a:cubicBezTo>
                <a:lnTo>
                  <a:pt x="3022811" y="3168179"/>
                </a:lnTo>
                <a:lnTo>
                  <a:pt x="2954499" y="3219413"/>
                </a:lnTo>
                <a:lnTo>
                  <a:pt x="2954499" y="3253569"/>
                </a:lnTo>
                <a:lnTo>
                  <a:pt x="3091123" y="3219413"/>
                </a:lnTo>
                <a:cubicBezTo>
                  <a:pt x="3284674" y="3219413"/>
                  <a:pt x="3381450" y="3247876"/>
                  <a:pt x="3381450" y="3304803"/>
                </a:cubicBezTo>
                <a:lnTo>
                  <a:pt x="2852031" y="3475583"/>
                </a:lnTo>
                <a:lnTo>
                  <a:pt x="2817874" y="3492661"/>
                </a:lnTo>
                <a:lnTo>
                  <a:pt x="2817874" y="3526817"/>
                </a:lnTo>
                <a:lnTo>
                  <a:pt x="3176513" y="3526817"/>
                </a:lnTo>
                <a:lnTo>
                  <a:pt x="3227747" y="3595129"/>
                </a:lnTo>
                <a:lnTo>
                  <a:pt x="2954499" y="3663441"/>
                </a:lnTo>
                <a:lnTo>
                  <a:pt x="2954499" y="3697598"/>
                </a:lnTo>
                <a:lnTo>
                  <a:pt x="3022811" y="3817144"/>
                </a:lnTo>
                <a:lnTo>
                  <a:pt x="3074045" y="3817144"/>
                </a:lnTo>
                <a:lnTo>
                  <a:pt x="3449762" y="3697598"/>
                </a:lnTo>
                <a:lnTo>
                  <a:pt x="3637620" y="3697598"/>
                </a:lnTo>
                <a:lnTo>
                  <a:pt x="3688854" y="3765910"/>
                </a:lnTo>
                <a:cubicBezTo>
                  <a:pt x="3620542" y="3811451"/>
                  <a:pt x="3540844" y="3834222"/>
                  <a:pt x="3449762" y="3834222"/>
                </a:cubicBezTo>
                <a:lnTo>
                  <a:pt x="3432684" y="3868378"/>
                </a:lnTo>
                <a:cubicBezTo>
                  <a:pt x="3261903" y="3879763"/>
                  <a:pt x="3176513" y="3902534"/>
                  <a:pt x="3176513" y="3936690"/>
                </a:cubicBezTo>
                <a:cubicBezTo>
                  <a:pt x="3244825" y="4061929"/>
                  <a:pt x="3609156" y="4232709"/>
                  <a:pt x="4269507" y="4449031"/>
                </a:cubicBezTo>
                <a:lnTo>
                  <a:pt x="4269507" y="4483187"/>
                </a:lnTo>
                <a:cubicBezTo>
                  <a:pt x="3893790" y="4631196"/>
                  <a:pt x="3666083" y="4705201"/>
                  <a:pt x="3586386" y="4705201"/>
                </a:cubicBezTo>
                <a:cubicBezTo>
                  <a:pt x="3483918" y="4705201"/>
                  <a:pt x="3381450" y="4636889"/>
                  <a:pt x="3278981" y="4500265"/>
                </a:cubicBezTo>
                <a:lnTo>
                  <a:pt x="3091123" y="4551499"/>
                </a:lnTo>
                <a:cubicBezTo>
                  <a:pt x="3102508" y="4813362"/>
                  <a:pt x="3130972" y="4944293"/>
                  <a:pt x="3176513" y="4944293"/>
                </a:cubicBezTo>
                <a:lnTo>
                  <a:pt x="3552230" y="4893059"/>
                </a:lnTo>
                <a:cubicBezTo>
                  <a:pt x="3654698" y="4915830"/>
                  <a:pt x="3705932" y="4949986"/>
                  <a:pt x="3705932" y="4995527"/>
                </a:cubicBezTo>
                <a:cubicBezTo>
                  <a:pt x="3523766" y="5109381"/>
                  <a:pt x="3330216" y="5166308"/>
                  <a:pt x="3125279" y="5166308"/>
                </a:cubicBezTo>
                <a:cubicBezTo>
                  <a:pt x="3056967" y="6054365"/>
                  <a:pt x="2954499" y="6498394"/>
                  <a:pt x="2817874" y="6498394"/>
                </a:cubicBezTo>
                <a:lnTo>
                  <a:pt x="2715406" y="6498394"/>
                </a:lnTo>
                <a:cubicBezTo>
                  <a:pt x="2658480" y="6498394"/>
                  <a:pt x="2607246" y="6316228"/>
                  <a:pt x="2561704" y="5951897"/>
                </a:cubicBezTo>
                <a:lnTo>
                  <a:pt x="2561704" y="5320010"/>
                </a:lnTo>
                <a:lnTo>
                  <a:pt x="2595860" y="5285854"/>
                </a:lnTo>
                <a:lnTo>
                  <a:pt x="2595860" y="5268776"/>
                </a:lnTo>
                <a:lnTo>
                  <a:pt x="2510470" y="5234620"/>
                </a:lnTo>
                <a:lnTo>
                  <a:pt x="1878583" y="5371244"/>
                </a:lnTo>
                <a:lnTo>
                  <a:pt x="1724881" y="5149230"/>
                </a:lnTo>
                <a:lnTo>
                  <a:pt x="1776115" y="5097996"/>
                </a:lnTo>
                <a:lnTo>
                  <a:pt x="1878583" y="5097996"/>
                </a:lnTo>
                <a:lnTo>
                  <a:pt x="1981051" y="5115074"/>
                </a:lnTo>
                <a:cubicBezTo>
                  <a:pt x="2390924" y="5069532"/>
                  <a:pt x="2595860" y="5029683"/>
                  <a:pt x="2595860" y="4995527"/>
                </a:cubicBezTo>
                <a:lnTo>
                  <a:pt x="2595860" y="4671045"/>
                </a:lnTo>
                <a:lnTo>
                  <a:pt x="2561704" y="4671045"/>
                </a:lnTo>
                <a:lnTo>
                  <a:pt x="2185988" y="4790591"/>
                </a:lnTo>
                <a:lnTo>
                  <a:pt x="2117676" y="4722279"/>
                </a:lnTo>
                <a:lnTo>
                  <a:pt x="2083520" y="4722279"/>
                </a:lnTo>
                <a:cubicBezTo>
                  <a:pt x="1833042" y="4949986"/>
                  <a:pt x="1656569" y="5063840"/>
                  <a:pt x="1554101" y="5063840"/>
                </a:cubicBezTo>
                <a:lnTo>
                  <a:pt x="1519944" y="5046761"/>
                </a:lnTo>
                <a:lnTo>
                  <a:pt x="1519944" y="5012605"/>
                </a:lnTo>
                <a:cubicBezTo>
                  <a:pt x="1850120" y="4682430"/>
                  <a:pt x="2049363" y="4420567"/>
                  <a:pt x="2117676" y="4227016"/>
                </a:cubicBezTo>
                <a:lnTo>
                  <a:pt x="2083520" y="4227016"/>
                </a:lnTo>
                <a:lnTo>
                  <a:pt x="1810271" y="4278251"/>
                </a:lnTo>
                <a:cubicBezTo>
                  <a:pt x="1730574" y="4255480"/>
                  <a:pt x="1685032" y="4221324"/>
                  <a:pt x="1673647" y="4175782"/>
                </a:cubicBezTo>
                <a:cubicBezTo>
                  <a:pt x="1673647" y="4130241"/>
                  <a:pt x="1878583" y="4073314"/>
                  <a:pt x="2288456" y="4005002"/>
                </a:cubicBezTo>
                <a:lnTo>
                  <a:pt x="2339690" y="3834222"/>
                </a:lnTo>
                <a:lnTo>
                  <a:pt x="2305534" y="3834222"/>
                </a:lnTo>
                <a:cubicBezTo>
                  <a:pt x="2225836" y="3811451"/>
                  <a:pt x="2185988" y="3771602"/>
                  <a:pt x="2185988" y="3714676"/>
                </a:cubicBezTo>
                <a:cubicBezTo>
                  <a:pt x="2322612" y="3703290"/>
                  <a:pt x="2390924" y="3680519"/>
                  <a:pt x="2390924" y="3646363"/>
                </a:cubicBezTo>
                <a:lnTo>
                  <a:pt x="2390924" y="3595129"/>
                </a:lnTo>
                <a:lnTo>
                  <a:pt x="2356768" y="3612207"/>
                </a:lnTo>
                <a:lnTo>
                  <a:pt x="2203066" y="3612207"/>
                </a:lnTo>
                <a:lnTo>
                  <a:pt x="2117676" y="3526817"/>
                </a:lnTo>
                <a:cubicBezTo>
                  <a:pt x="2117676" y="3504047"/>
                  <a:pt x="2231529" y="3458505"/>
                  <a:pt x="2459236" y="3390193"/>
                </a:cubicBezTo>
                <a:lnTo>
                  <a:pt x="2510470" y="2912008"/>
                </a:lnTo>
                <a:lnTo>
                  <a:pt x="2493392" y="2689994"/>
                </a:lnTo>
                <a:close/>
                <a:moveTo>
                  <a:pt x="638905" y="0"/>
                </a:moveTo>
                <a:lnTo>
                  <a:pt x="1328716" y="0"/>
                </a:lnTo>
                <a:lnTo>
                  <a:pt x="1328716" y="2470484"/>
                </a:lnTo>
                <a:lnTo>
                  <a:pt x="638905" y="2470484"/>
                </a:lnTo>
                <a:close/>
                <a:moveTo>
                  <a:pt x="1793936" y="0"/>
                </a:moveTo>
                <a:lnTo>
                  <a:pt x="2483747" y="0"/>
                </a:lnTo>
                <a:lnTo>
                  <a:pt x="2483747" y="2470484"/>
                </a:lnTo>
                <a:lnTo>
                  <a:pt x="1793936" y="2470484"/>
                </a:lnTo>
                <a:close/>
                <a:moveTo>
                  <a:pt x="2948967" y="0"/>
                </a:moveTo>
                <a:lnTo>
                  <a:pt x="3638778" y="0"/>
                </a:lnTo>
                <a:lnTo>
                  <a:pt x="3638778" y="2470484"/>
                </a:lnTo>
                <a:lnTo>
                  <a:pt x="2948967" y="2470484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44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78951" y="-1"/>
            <a:ext cx="1661993" cy="64983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绝招十六：</a:t>
            </a:r>
            <a:endParaRPr lang="en-US" altLang="zh-CN" sz="4800" dirty="0" smtClean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  </a:t>
            </a:r>
            <a:r>
              <a:rPr lang="zh-CN" alt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魔女的樱唇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542304" y="0"/>
            <a:ext cx="677108" cy="6558578"/>
            <a:chOff x="8264324" y="6601"/>
            <a:chExt cx="677108" cy="6558578"/>
          </a:xfrm>
        </p:grpSpPr>
        <p:sp>
          <p:nvSpPr>
            <p:cNvPr id="15" name="文本框 14"/>
            <p:cNvSpPr txBox="1"/>
            <p:nvPr/>
          </p:nvSpPr>
          <p:spPr>
            <a:xfrm>
              <a:off x="8264324" y="421783"/>
              <a:ext cx="677108" cy="604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rgbClr val="FFC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当你想迅速缩短与某人距离时</a:t>
              </a:r>
              <a:endParaRPr lang="zh-CN" altLang="en-US" sz="3200" b="1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 rot="5400000">
              <a:off x="5323588" y="2993502"/>
              <a:ext cx="65585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rgbClr val="FFC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【                                                         】</a:t>
              </a:r>
              <a:endParaRPr lang="zh-CN" altLang="en-US" sz="32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713010" y="243920"/>
            <a:ext cx="1477328" cy="621433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一起谈论“坏话”或疾病方面的问题就是最快的捷径，但应把握好度</a:t>
            </a:r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559127" y="415182"/>
            <a:ext cx="0" cy="5690196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346918" y="415182"/>
            <a:ext cx="0" cy="5690196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430131" y="415182"/>
            <a:ext cx="0" cy="5690196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63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/>
        </p:nvSpPr>
        <p:spPr>
          <a:xfrm>
            <a:off x="-184222" y="2565707"/>
            <a:ext cx="7475768" cy="4035430"/>
          </a:xfrm>
          <a:custGeom>
            <a:avLst/>
            <a:gdLst/>
            <a:ahLst/>
            <a:cxnLst/>
            <a:rect l="l" t="t" r="r" b="b"/>
            <a:pathLst>
              <a:path w="7475768" h="4035430">
                <a:moveTo>
                  <a:pt x="4103765" y="1345497"/>
                </a:moveTo>
                <a:lnTo>
                  <a:pt x="5501187" y="2672657"/>
                </a:lnTo>
                <a:lnTo>
                  <a:pt x="4206935" y="4035430"/>
                </a:lnTo>
                <a:lnTo>
                  <a:pt x="3889044" y="3733523"/>
                </a:lnTo>
                <a:lnTo>
                  <a:pt x="4907387" y="2661266"/>
                </a:lnTo>
                <a:lnTo>
                  <a:pt x="3827856" y="1636013"/>
                </a:lnTo>
                <a:close/>
                <a:moveTo>
                  <a:pt x="5135585" y="1311514"/>
                </a:moveTo>
                <a:lnTo>
                  <a:pt x="6533008" y="2638673"/>
                </a:lnTo>
                <a:lnTo>
                  <a:pt x="5238756" y="4001446"/>
                </a:lnTo>
                <a:lnTo>
                  <a:pt x="4920865" y="3699539"/>
                </a:lnTo>
                <a:lnTo>
                  <a:pt x="5939208" y="2627282"/>
                </a:lnTo>
                <a:lnTo>
                  <a:pt x="4859677" y="1602030"/>
                </a:lnTo>
                <a:close/>
                <a:moveTo>
                  <a:pt x="6078345" y="1280463"/>
                </a:moveTo>
                <a:lnTo>
                  <a:pt x="7475768" y="2607622"/>
                </a:lnTo>
                <a:lnTo>
                  <a:pt x="6181516" y="3970395"/>
                </a:lnTo>
                <a:lnTo>
                  <a:pt x="5863625" y="3668488"/>
                </a:lnTo>
                <a:lnTo>
                  <a:pt x="6881968" y="2596231"/>
                </a:lnTo>
                <a:lnTo>
                  <a:pt x="5802437" y="1570979"/>
                </a:lnTo>
                <a:close/>
                <a:moveTo>
                  <a:pt x="922214" y="0"/>
                </a:moveTo>
                <a:lnTo>
                  <a:pt x="939292" y="0"/>
                </a:lnTo>
                <a:cubicBezTo>
                  <a:pt x="1189770" y="182165"/>
                  <a:pt x="1349165" y="375716"/>
                  <a:pt x="1417477" y="580653"/>
                </a:cubicBezTo>
                <a:cubicBezTo>
                  <a:pt x="1360550" y="796974"/>
                  <a:pt x="1332086" y="967755"/>
                  <a:pt x="1332086" y="1092993"/>
                </a:cubicBezTo>
                <a:lnTo>
                  <a:pt x="1417477" y="1092993"/>
                </a:lnTo>
                <a:lnTo>
                  <a:pt x="1519945" y="1024681"/>
                </a:lnTo>
                <a:cubicBezTo>
                  <a:pt x="1679340" y="1070223"/>
                  <a:pt x="1759037" y="1110072"/>
                  <a:pt x="1759037" y="1144228"/>
                </a:cubicBezTo>
                <a:cubicBezTo>
                  <a:pt x="1759037" y="1201154"/>
                  <a:pt x="1605335" y="1263774"/>
                  <a:pt x="1297930" y="1332086"/>
                </a:cubicBezTo>
                <a:lnTo>
                  <a:pt x="1332086" y="1810270"/>
                </a:lnTo>
                <a:lnTo>
                  <a:pt x="1297930" y="2066441"/>
                </a:lnTo>
                <a:cubicBezTo>
                  <a:pt x="1377628" y="2066441"/>
                  <a:pt x="1542716" y="1992436"/>
                  <a:pt x="1793193" y="1844427"/>
                </a:cubicBezTo>
                <a:lnTo>
                  <a:pt x="1827349" y="1844427"/>
                </a:lnTo>
                <a:lnTo>
                  <a:pt x="1861505" y="1878583"/>
                </a:lnTo>
                <a:lnTo>
                  <a:pt x="1878584" y="1878583"/>
                </a:lnTo>
                <a:cubicBezTo>
                  <a:pt x="1867198" y="1981051"/>
                  <a:pt x="1827349" y="2032285"/>
                  <a:pt x="1759037" y="2032285"/>
                </a:cubicBezTo>
                <a:lnTo>
                  <a:pt x="1827349" y="2083519"/>
                </a:lnTo>
                <a:lnTo>
                  <a:pt x="1861505" y="2083519"/>
                </a:lnTo>
                <a:cubicBezTo>
                  <a:pt x="2408002" y="1992436"/>
                  <a:pt x="2681251" y="1912739"/>
                  <a:pt x="2681251" y="1844427"/>
                </a:cubicBezTo>
                <a:lnTo>
                  <a:pt x="2732485" y="1588256"/>
                </a:lnTo>
                <a:lnTo>
                  <a:pt x="2698329" y="1571178"/>
                </a:lnTo>
                <a:lnTo>
                  <a:pt x="2510471" y="1622412"/>
                </a:lnTo>
                <a:cubicBezTo>
                  <a:pt x="2510471" y="1588256"/>
                  <a:pt x="2413695" y="1554100"/>
                  <a:pt x="2220144" y="1519944"/>
                </a:cubicBezTo>
                <a:cubicBezTo>
                  <a:pt x="2094905" y="1212540"/>
                  <a:pt x="1998130" y="836823"/>
                  <a:pt x="1929817" y="392794"/>
                </a:cubicBezTo>
                <a:lnTo>
                  <a:pt x="1981052" y="375716"/>
                </a:lnTo>
                <a:lnTo>
                  <a:pt x="1998130" y="375716"/>
                </a:lnTo>
                <a:cubicBezTo>
                  <a:pt x="2339690" y="614809"/>
                  <a:pt x="2510471" y="808360"/>
                  <a:pt x="2510471" y="956369"/>
                </a:cubicBezTo>
                <a:lnTo>
                  <a:pt x="2510471" y="1024681"/>
                </a:lnTo>
                <a:lnTo>
                  <a:pt x="2459236" y="1332086"/>
                </a:lnTo>
                <a:lnTo>
                  <a:pt x="2527548" y="1332086"/>
                </a:lnTo>
                <a:cubicBezTo>
                  <a:pt x="2994348" y="1309315"/>
                  <a:pt x="3227748" y="1263774"/>
                  <a:pt x="3227748" y="1195462"/>
                </a:cubicBezTo>
                <a:lnTo>
                  <a:pt x="3466840" y="495263"/>
                </a:lnTo>
                <a:lnTo>
                  <a:pt x="3466840" y="444028"/>
                </a:lnTo>
                <a:cubicBezTo>
                  <a:pt x="3204977" y="535111"/>
                  <a:pt x="2931729" y="597731"/>
                  <a:pt x="2647095" y="631887"/>
                </a:cubicBezTo>
                <a:cubicBezTo>
                  <a:pt x="2556012" y="586345"/>
                  <a:pt x="2510471" y="540804"/>
                  <a:pt x="2510471" y="495263"/>
                </a:cubicBezTo>
                <a:lnTo>
                  <a:pt x="3500996" y="204936"/>
                </a:lnTo>
                <a:lnTo>
                  <a:pt x="3518074" y="187858"/>
                </a:lnTo>
                <a:cubicBezTo>
                  <a:pt x="3677469" y="187858"/>
                  <a:pt x="3814093" y="426950"/>
                  <a:pt x="3927947" y="905135"/>
                </a:cubicBezTo>
                <a:lnTo>
                  <a:pt x="3927947" y="939291"/>
                </a:lnTo>
                <a:cubicBezTo>
                  <a:pt x="3927947" y="1007603"/>
                  <a:pt x="3785630" y="1201154"/>
                  <a:pt x="3500996" y="1519944"/>
                </a:cubicBezTo>
                <a:cubicBezTo>
                  <a:pt x="3500996" y="1565485"/>
                  <a:pt x="3432684" y="1588256"/>
                  <a:pt x="3296060" y="1588256"/>
                </a:cubicBezTo>
                <a:lnTo>
                  <a:pt x="2988655" y="1502866"/>
                </a:lnTo>
                <a:lnTo>
                  <a:pt x="2971577" y="1502866"/>
                </a:lnTo>
                <a:lnTo>
                  <a:pt x="3108202" y="1878583"/>
                </a:lnTo>
                <a:cubicBezTo>
                  <a:pt x="3233440" y="1878583"/>
                  <a:pt x="3409913" y="1821656"/>
                  <a:pt x="3637620" y="1707803"/>
                </a:cubicBezTo>
                <a:lnTo>
                  <a:pt x="3671776" y="1707803"/>
                </a:lnTo>
                <a:lnTo>
                  <a:pt x="3637620" y="1690724"/>
                </a:lnTo>
                <a:lnTo>
                  <a:pt x="3637620" y="1656568"/>
                </a:lnTo>
                <a:lnTo>
                  <a:pt x="3671776" y="1622412"/>
                </a:lnTo>
                <a:lnTo>
                  <a:pt x="3705932" y="1622412"/>
                </a:lnTo>
                <a:cubicBezTo>
                  <a:pt x="3899483" y="1713495"/>
                  <a:pt x="4036108" y="1889968"/>
                  <a:pt x="4115805" y="2151831"/>
                </a:cubicBezTo>
                <a:lnTo>
                  <a:pt x="4149961" y="2271377"/>
                </a:lnTo>
                <a:cubicBezTo>
                  <a:pt x="3762859" y="3170820"/>
                  <a:pt x="3478225" y="3688854"/>
                  <a:pt x="3296060" y="3825478"/>
                </a:cubicBezTo>
                <a:lnTo>
                  <a:pt x="3108202" y="3825478"/>
                </a:lnTo>
                <a:lnTo>
                  <a:pt x="3056967" y="3757166"/>
                </a:lnTo>
                <a:lnTo>
                  <a:pt x="3056967" y="3518073"/>
                </a:lnTo>
                <a:cubicBezTo>
                  <a:pt x="3239133" y="3392834"/>
                  <a:pt x="3444069" y="2869108"/>
                  <a:pt x="3671776" y="1946895"/>
                </a:cubicBezTo>
                <a:lnTo>
                  <a:pt x="3671776" y="1844427"/>
                </a:lnTo>
                <a:lnTo>
                  <a:pt x="3637620" y="1844427"/>
                </a:lnTo>
                <a:cubicBezTo>
                  <a:pt x="3512381" y="1969665"/>
                  <a:pt x="3335908" y="2066441"/>
                  <a:pt x="3108202" y="2134753"/>
                </a:cubicBezTo>
                <a:cubicBezTo>
                  <a:pt x="2857724" y="2772333"/>
                  <a:pt x="2584475" y="3199283"/>
                  <a:pt x="2288456" y="3415605"/>
                </a:cubicBezTo>
                <a:cubicBezTo>
                  <a:pt x="2174603" y="3540844"/>
                  <a:pt x="1981052" y="3631927"/>
                  <a:pt x="1707803" y="3688854"/>
                </a:cubicBezTo>
                <a:lnTo>
                  <a:pt x="1690725" y="3654697"/>
                </a:lnTo>
                <a:lnTo>
                  <a:pt x="1690725" y="3586385"/>
                </a:lnTo>
                <a:cubicBezTo>
                  <a:pt x="1872891" y="3415605"/>
                  <a:pt x="2106291" y="3039888"/>
                  <a:pt x="2390924" y="2459235"/>
                </a:cubicBezTo>
                <a:lnTo>
                  <a:pt x="2408002" y="2339689"/>
                </a:lnTo>
                <a:lnTo>
                  <a:pt x="2032286" y="2527548"/>
                </a:lnTo>
                <a:lnTo>
                  <a:pt x="1690725" y="2134753"/>
                </a:lnTo>
                <a:cubicBezTo>
                  <a:pt x="1576872" y="2180294"/>
                  <a:pt x="1440247" y="2311226"/>
                  <a:pt x="1280852" y="2527548"/>
                </a:cubicBezTo>
                <a:lnTo>
                  <a:pt x="1280852" y="2578782"/>
                </a:lnTo>
                <a:lnTo>
                  <a:pt x="1212540" y="3500995"/>
                </a:lnTo>
                <a:lnTo>
                  <a:pt x="1229618" y="3620541"/>
                </a:lnTo>
                <a:lnTo>
                  <a:pt x="1058838" y="3774244"/>
                </a:lnTo>
                <a:lnTo>
                  <a:pt x="1041760" y="3774244"/>
                </a:lnTo>
                <a:cubicBezTo>
                  <a:pt x="962063" y="3774244"/>
                  <a:pt x="910828" y="3660390"/>
                  <a:pt x="888058" y="3432683"/>
                </a:cubicBezTo>
                <a:lnTo>
                  <a:pt x="922214" y="3415605"/>
                </a:lnTo>
                <a:lnTo>
                  <a:pt x="939292" y="3415605"/>
                </a:lnTo>
                <a:lnTo>
                  <a:pt x="922214" y="2954498"/>
                </a:lnTo>
                <a:lnTo>
                  <a:pt x="922214" y="2783718"/>
                </a:lnTo>
                <a:lnTo>
                  <a:pt x="888058" y="2783718"/>
                </a:lnTo>
                <a:cubicBezTo>
                  <a:pt x="842516" y="2783718"/>
                  <a:pt x="705892" y="2886186"/>
                  <a:pt x="478185" y="3091122"/>
                </a:cubicBezTo>
                <a:lnTo>
                  <a:pt x="409873" y="3091122"/>
                </a:lnTo>
                <a:cubicBezTo>
                  <a:pt x="261863" y="2977269"/>
                  <a:pt x="125239" y="2823567"/>
                  <a:pt x="0" y="2630016"/>
                </a:cubicBezTo>
                <a:lnTo>
                  <a:pt x="0" y="2578782"/>
                </a:lnTo>
                <a:cubicBezTo>
                  <a:pt x="216322" y="2556011"/>
                  <a:pt x="523726" y="2430772"/>
                  <a:pt x="922214" y="2203065"/>
                </a:cubicBezTo>
                <a:lnTo>
                  <a:pt x="922214" y="1468710"/>
                </a:lnTo>
                <a:lnTo>
                  <a:pt x="512341" y="1588256"/>
                </a:lnTo>
                <a:lnTo>
                  <a:pt x="478185" y="1588256"/>
                </a:lnTo>
                <a:lnTo>
                  <a:pt x="324483" y="1400398"/>
                </a:lnTo>
                <a:lnTo>
                  <a:pt x="324483" y="1332086"/>
                </a:lnTo>
                <a:lnTo>
                  <a:pt x="392795" y="1332086"/>
                </a:lnTo>
                <a:lnTo>
                  <a:pt x="888058" y="1212540"/>
                </a:lnTo>
                <a:lnTo>
                  <a:pt x="888058" y="683121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44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2493" y="254277"/>
            <a:ext cx="10993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如何发出一条好短信？</a:t>
            </a:r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27691" y="1328726"/>
            <a:ext cx="66584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î"/>
            </a:pP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只有</a:t>
            </a:r>
            <a:r>
              <a:rPr lang="en-US" altLang="zh-CN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50</a:t>
            </a: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至</a:t>
            </a:r>
            <a:r>
              <a:rPr lang="en-US" altLang="zh-CN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60</a:t>
            </a: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字，不冗长；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î"/>
            </a:pP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不使用强制性的说法；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î"/>
            </a:pP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不提出太多问题，但至少有一个问题；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î"/>
            </a:pP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使用表情符号，增强亲近感；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î"/>
            </a:pP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大量使用具有正面意义的措辞。</a:t>
            </a:r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57952" y="4303486"/>
            <a:ext cx="42340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绝招十</a:t>
            </a:r>
            <a:r>
              <a:rPr lang="zh-CN" altLang="en-US" sz="4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七</a:t>
            </a:r>
            <a:r>
              <a:rPr lang="zh-CN" altLang="en-US" sz="4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：</a:t>
            </a:r>
            <a:endParaRPr lang="en-US" altLang="zh-CN" sz="4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sz="48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4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</a:t>
            </a:r>
            <a:r>
              <a:rPr lang="zh-CN" altLang="en-US" sz="4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垒球短信</a:t>
            </a:r>
            <a:endParaRPr lang="zh-CN" altLang="en-US" sz="4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956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13425" y="4177509"/>
            <a:ext cx="3046833" cy="3180946"/>
            <a:chOff x="2463300" y="4105579"/>
            <a:chExt cx="3046833" cy="3180946"/>
          </a:xfrm>
        </p:grpSpPr>
        <p:sp>
          <p:nvSpPr>
            <p:cNvPr id="25" name="任意多边形 24"/>
            <p:cNvSpPr/>
            <p:nvPr/>
          </p:nvSpPr>
          <p:spPr>
            <a:xfrm>
              <a:off x="2463300" y="4744691"/>
              <a:ext cx="2011480" cy="1913031"/>
            </a:xfrm>
            <a:custGeom>
              <a:avLst/>
              <a:gdLst>
                <a:gd name="connsiteX0" fmla="*/ 1353273 w 3916948"/>
                <a:gd name="connsiteY0" fmla="*/ 0 h 3725238"/>
                <a:gd name="connsiteX1" fmla="*/ 1702394 w 3916948"/>
                <a:gd name="connsiteY1" fmla="*/ 313097 h 3725238"/>
                <a:gd name="connsiteX2" fmla="*/ 1741555 w 3916948"/>
                <a:gd name="connsiteY2" fmla="*/ 307215 h 3725238"/>
                <a:gd name="connsiteX3" fmla="*/ 1900990 w 3916948"/>
                <a:gd name="connsiteY3" fmla="*/ 299290 h 3725238"/>
                <a:gd name="connsiteX4" fmla="*/ 2062922 w 3916948"/>
                <a:gd name="connsiteY4" fmla="*/ 307466 h 3725238"/>
                <a:gd name="connsiteX5" fmla="*/ 2197868 w 3916948"/>
                <a:gd name="connsiteY5" fmla="*/ 328062 h 3725238"/>
                <a:gd name="connsiteX6" fmla="*/ 2563676 w 3916948"/>
                <a:gd name="connsiteY6" fmla="*/ 0 h 3725238"/>
                <a:gd name="connsiteX7" fmla="*/ 2670894 w 3916948"/>
                <a:gd name="connsiteY7" fmla="*/ 499546 h 3725238"/>
                <a:gd name="connsiteX8" fmla="*/ 2786491 w 3916948"/>
                <a:gd name="connsiteY8" fmla="*/ 569773 h 3725238"/>
                <a:gd name="connsiteX9" fmla="*/ 2937450 w 3916948"/>
                <a:gd name="connsiteY9" fmla="*/ 685496 h 3725238"/>
                <a:gd name="connsiteX10" fmla="*/ 3019322 w 3916948"/>
                <a:gd name="connsiteY10" fmla="*/ 765438 h 3725238"/>
                <a:gd name="connsiteX11" fmla="*/ 3542912 w 3916948"/>
                <a:gd name="connsiteY11" fmla="*/ 711457 h 3725238"/>
                <a:gd name="connsiteX12" fmla="*/ 3326845 w 3916948"/>
                <a:gd name="connsiteY12" fmla="*/ 1199356 h 3725238"/>
                <a:gd name="connsiteX13" fmla="*/ 3374905 w 3916948"/>
                <a:gd name="connsiteY13" fmla="*/ 1302331 h 3725238"/>
                <a:gd name="connsiteX14" fmla="*/ 3456422 w 3916948"/>
                <a:gd name="connsiteY14" fmla="*/ 1583248 h 3725238"/>
                <a:gd name="connsiteX15" fmla="*/ 3458334 w 3916948"/>
                <a:gd name="connsiteY15" fmla="*/ 1596623 h 3725238"/>
                <a:gd name="connsiteX16" fmla="*/ 3916948 w 3916948"/>
                <a:gd name="connsiteY16" fmla="*/ 1862619 h 3725238"/>
                <a:gd name="connsiteX17" fmla="*/ 3464354 w 3916948"/>
                <a:gd name="connsiteY17" fmla="*/ 2125124 h 3725238"/>
                <a:gd name="connsiteX18" fmla="*/ 3452584 w 3916948"/>
                <a:gd name="connsiteY18" fmla="*/ 2202244 h 3725238"/>
                <a:gd name="connsiteX19" fmla="*/ 3374905 w 3916948"/>
                <a:gd name="connsiteY19" fmla="*/ 2463788 h 3725238"/>
                <a:gd name="connsiteX20" fmla="*/ 3337048 w 3916948"/>
                <a:gd name="connsiteY20" fmla="*/ 2548920 h 3725238"/>
                <a:gd name="connsiteX21" fmla="*/ 3542912 w 3916948"/>
                <a:gd name="connsiteY21" fmla="*/ 3013781 h 3725238"/>
                <a:gd name="connsiteX22" fmla="*/ 3056951 w 3916948"/>
                <a:gd name="connsiteY22" fmla="*/ 2963679 h 3725238"/>
                <a:gd name="connsiteX23" fmla="*/ 3007370 w 3916948"/>
                <a:gd name="connsiteY23" fmla="*/ 3016308 h 3725238"/>
                <a:gd name="connsiteX24" fmla="*/ 2774605 w 3916948"/>
                <a:gd name="connsiteY24" fmla="*/ 3204299 h 3725238"/>
                <a:gd name="connsiteX25" fmla="*/ 2660940 w 3916948"/>
                <a:gd name="connsiteY25" fmla="*/ 3272067 h 3725238"/>
                <a:gd name="connsiteX26" fmla="*/ 2563675 w 3916948"/>
                <a:gd name="connsiteY26" fmla="*/ 3725238 h 3725238"/>
                <a:gd name="connsiteX27" fmla="*/ 2235160 w 3916948"/>
                <a:gd name="connsiteY27" fmla="*/ 3430620 h 3725238"/>
                <a:gd name="connsiteX28" fmla="*/ 2215340 w 3916948"/>
                <a:gd name="connsiteY28" fmla="*/ 3435634 h 3725238"/>
                <a:gd name="connsiteX29" fmla="*/ 1900990 w 3916948"/>
                <a:gd name="connsiteY29" fmla="*/ 3466829 h 3725238"/>
                <a:gd name="connsiteX30" fmla="*/ 1759061 w 3916948"/>
                <a:gd name="connsiteY30" fmla="*/ 3460556 h 3725238"/>
                <a:gd name="connsiteX31" fmla="*/ 1662734 w 3916948"/>
                <a:gd name="connsiteY31" fmla="*/ 3447707 h 3725238"/>
                <a:gd name="connsiteX32" fmla="*/ 1353272 w 3916948"/>
                <a:gd name="connsiteY32" fmla="*/ 3725237 h 3725238"/>
                <a:gd name="connsiteX33" fmla="*/ 1269419 w 3916948"/>
                <a:gd name="connsiteY33" fmla="*/ 3334557 h 3725238"/>
                <a:gd name="connsiteX34" fmla="*/ 1231728 w 3916948"/>
                <a:gd name="connsiteY34" fmla="*/ 3318891 h 3725238"/>
                <a:gd name="connsiteX35" fmla="*/ 782777 w 3916948"/>
                <a:gd name="connsiteY35" fmla="*/ 3004632 h 3725238"/>
                <a:gd name="connsiteX36" fmla="*/ 755772 w 3916948"/>
                <a:gd name="connsiteY36" fmla="*/ 2974424 h 3725238"/>
                <a:gd name="connsiteX37" fmla="*/ 374035 w 3916948"/>
                <a:gd name="connsiteY37" fmla="*/ 3013780 h 3725238"/>
                <a:gd name="connsiteX38" fmla="*/ 527435 w 3916948"/>
                <a:gd name="connsiteY38" fmla="*/ 2667390 h 3725238"/>
                <a:gd name="connsiteX39" fmla="*/ 467199 w 3916948"/>
                <a:gd name="connsiteY39" fmla="*/ 2556674 h 3725238"/>
                <a:gd name="connsiteX40" fmla="*/ 349397 w 3916948"/>
                <a:gd name="connsiteY40" fmla="*/ 2202244 h 3725238"/>
                <a:gd name="connsiteX41" fmla="*/ 326462 w 3916948"/>
                <a:gd name="connsiteY41" fmla="*/ 2051966 h 3725238"/>
                <a:gd name="connsiteX42" fmla="*/ 0 w 3916948"/>
                <a:gd name="connsiteY42" fmla="*/ 1862618 h 3725238"/>
                <a:gd name="connsiteX43" fmla="*/ 333307 w 3916948"/>
                <a:gd name="connsiteY43" fmla="*/ 1669301 h 3725238"/>
                <a:gd name="connsiteX44" fmla="*/ 349397 w 3916948"/>
                <a:gd name="connsiteY44" fmla="*/ 1563874 h 3725238"/>
                <a:gd name="connsiteX45" fmla="*/ 481839 w 3916948"/>
                <a:gd name="connsiteY45" fmla="*/ 1179179 h 3725238"/>
                <a:gd name="connsiteX46" fmla="*/ 536908 w 3916948"/>
                <a:gd name="connsiteY46" fmla="*/ 1079239 h 3725238"/>
                <a:gd name="connsiteX47" fmla="*/ 374036 w 3916948"/>
                <a:gd name="connsiteY47" fmla="*/ 711457 h 3725238"/>
                <a:gd name="connsiteX48" fmla="*/ 790311 w 3916948"/>
                <a:gd name="connsiteY48" fmla="*/ 754374 h 3725238"/>
                <a:gd name="connsiteX49" fmla="*/ 794610 w 3916948"/>
                <a:gd name="connsiteY49" fmla="*/ 749811 h 3725238"/>
                <a:gd name="connsiteX50" fmla="*/ 1156615 w 3916948"/>
                <a:gd name="connsiteY50" fmla="*/ 484766 h 3725238"/>
                <a:gd name="connsiteX51" fmla="*/ 1259698 w 3916948"/>
                <a:gd name="connsiteY51" fmla="*/ 435976 h 372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916948" h="3725238">
                  <a:moveTo>
                    <a:pt x="1353273" y="0"/>
                  </a:moveTo>
                  <a:lnTo>
                    <a:pt x="1702394" y="313097"/>
                  </a:lnTo>
                  <a:lnTo>
                    <a:pt x="1741555" y="307215"/>
                  </a:lnTo>
                  <a:cubicBezTo>
                    <a:pt x="1793989" y="301973"/>
                    <a:pt x="1847176" y="299290"/>
                    <a:pt x="1900990" y="299290"/>
                  </a:cubicBezTo>
                  <a:cubicBezTo>
                    <a:pt x="1955658" y="299290"/>
                    <a:pt x="2009680" y="302059"/>
                    <a:pt x="2062922" y="307466"/>
                  </a:cubicBezTo>
                  <a:lnTo>
                    <a:pt x="2197868" y="328062"/>
                  </a:lnTo>
                  <a:lnTo>
                    <a:pt x="2563676" y="0"/>
                  </a:lnTo>
                  <a:lnTo>
                    <a:pt x="2670894" y="499546"/>
                  </a:lnTo>
                  <a:lnTo>
                    <a:pt x="2786491" y="569773"/>
                  </a:lnTo>
                  <a:cubicBezTo>
                    <a:pt x="2839152" y="605349"/>
                    <a:pt x="2889558" y="644010"/>
                    <a:pt x="2937450" y="685496"/>
                  </a:cubicBezTo>
                  <a:lnTo>
                    <a:pt x="3019322" y="765438"/>
                  </a:lnTo>
                  <a:lnTo>
                    <a:pt x="3542912" y="711457"/>
                  </a:lnTo>
                  <a:lnTo>
                    <a:pt x="3326845" y="1199356"/>
                  </a:lnTo>
                  <a:lnTo>
                    <a:pt x="3374905" y="1302331"/>
                  </a:lnTo>
                  <a:cubicBezTo>
                    <a:pt x="3410357" y="1392238"/>
                    <a:pt x="3437821" y="1486169"/>
                    <a:pt x="3456422" y="1583248"/>
                  </a:cubicBezTo>
                  <a:lnTo>
                    <a:pt x="3458334" y="1596623"/>
                  </a:lnTo>
                  <a:lnTo>
                    <a:pt x="3916948" y="1862619"/>
                  </a:lnTo>
                  <a:lnTo>
                    <a:pt x="3464354" y="2125124"/>
                  </a:lnTo>
                  <a:lnTo>
                    <a:pt x="3452584" y="2202244"/>
                  </a:lnTo>
                  <a:cubicBezTo>
                    <a:pt x="3434124" y="2292456"/>
                    <a:pt x="3407994" y="2379874"/>
                    <a:pt x="3374905" y="2463788"/>
                  </a:cubicBezTo>
                  <a:lnTo>
                    <a:pt x="3337048" y="2548920"/>
                  </a:lnTo>
                  <a:lnTo>
                    <a:pt x="3542912" y="3013781"/>
                  </a:lnTo>
                  <a:lnTo>
                    <a:pt x="3056951" y="2963679"/>
                  </a:lnTo>
                  <a:lnTo>
                    <a:pt x="3007370" y="3016308"/>
                  </a:lnTo>
                  <a:cubicBezTo>
                    <a:pt x="2936002" y="3085995"/>
                    <a:pt x="2858076" y="3148996"/>
                    <a:pt x="2774605" y="3204299"/>
                  </a:cubicBezTo>
                  <a:lnTo>
                    <a:pt x="2660940" y="3272067"/>
                  </a:lnTo>
                  <a:lnTo>
                    <a:pt x="2563675" y="3725238"/>
                  </a:lnTo>
                  <a:lnTo>
                    <a:pt x="2235160" y="3430620"/>
                  </a:lnTo>
                  <a:lnTo>
                    <a:pt x="2215340" y="3435634"/>
                  </a:lnTo>
                  <a:cubicBezTo>
                    <a:pt x="2113739" y="3456093"/>
                    <a:pt x="2008618" y="3466829"/>
                    <a:pt x="1900990" y="3466829"/>
                  </a:cubicBezTo>
                  <a:cubicBezTo>
                    <a:pt x="1853156" y="3466829"/>
                    <a:pt x="1805816" y="3464708"/>
                    <a:pt x="1759061" y="3460556"/>
                  </a:cubicBezTo>
                  <a:lnTo>
                    <a:pt x="1662734" y="3447707"/>
                  </a:lnTo>
                  <a:lnTo>
                    <a:pt x="1353272" y="3725237"/>
                  </a:lnTo>
                  <a:lnTo>
                    <a:pt x="1269419" y="3334557"/>
                  </a:lnTo>
                  <a:lnTo>
                    <a:pt x="1231728" y="3318891"/>
                  </a:lnTo>
                  <a:cubicBezTo>
                    <a:pt x="1064008" y="3240580"/>
                    <a:pt x="912278" y="3133747"/>
                    <a:pt x="782777" y="3004632"/>
                  </a:cubicBezTo>
                  <a:lnTo>
                    <a:pt x="755772" y="2974424"/>
                  </a:lnTo>
                  <a:lnTo>
                    <a:pt x="374035" y="3013780"/>
                  </a:lnTo>
                  <a:lnTo>
                    <a:pt x="527435" y="2667390"/>
                  </a:lnTo>
                  <a:lnTo>
                    <a:pt x="467199" y="2556674"/>
                  </a:lnTo>
                  <a:cubicBezTo>
                    <a:pt x="414663" y="2445045"/>
                    <a:pt x="374780" y="2326286"/>
                    <a:pt x="349397" y="2202244"/>
                  </a:cubicBezTo>
                  <a:lnTo>
                    <a:pt x="326462" y="2051966"/>
                  </a:lnTo>
                  <a:lnTo>
                    <a:pt x="0" y="1862618"/>
                  </a:lnTo>
                  <a:lnTo>
                    <a:pt x="333307" y="1669301"/>
                  </a:lnTo>
                  <a:lnTo>
                    <a:pt x="349397" y="1563874"/>
                  </a:lnTo>
                  <a:cubicBezTo>
                    <a:pt x="377087" y="1428556"/>
                    <a:pt x="422034" y="1299524"/>
                    <a:pt x="481839" y="1179179"/>
                  </a:cubicBezTo>
                  <a:lnTo>
                    <a:pt x="536908" y="1079239"/>
                  </a:lnTo>
                  <a:lnTo>
                    <a:pt x="374036" y="711457"/>
                  </a:lnTo>
                  <a:lnTo>
                    <a:pt x="790311" y="754374"/>
                  </a:lnTo>
                  <a:lnTo>
                    <a:pt x="794610" y="749811"/>
                  </a:lnTo>
                  <a:cubicBezTo>
                    <a:pt x="901663" y="645280"/>
                    <a:pt x="1023471" y="555793"/>
                    <a:pt x="1156615" y="484766"/>
                  </a:cubicBezTo>
                  <a:lnTo>
                    <a:pt x="1259698" y="435976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44" name="任意多边形 43"/>
            <p:cNvSpPr/>
            <p:nvPr/>
          </p:nvSpPr>
          <p:spPr>
            <a:xfrm>
              <a:off x="3469040" y="4115887"/>
              <a:ext cx="1989434" cy="3170638"/>
            </a:xfrm>
            <a:custGeom>
              <a:avLst/>
              <a:gdLst>
                <a:gd name="connsiteX0" fmla="*/ 0 w 2344251"/>
                <a:gd name="connsiteY0" fmla="*/ 992922 h 3736122"/>
                <a:gd name="connsiteX1" fmla="*/ 495300 w 2344251"/>
                <a:gd name="connsiteY1" fmla="*/ 2322 h 3736122"/>
                <a:gd name="connsiteX2" fmla="*/ 1752600 w 2344251"/>
                <a:gd name="connsiteY2" fmla="*/ 764322 h 3736122"/>
                <a:gd name="connsiteX3" fmla="*/ 1981200 w 2344251"/>
                <a:gd name="connsiteY3" fmla="*/ 2174022 h 3736122"/>
                <a:gd name="connsiteX4" fmla="*/ 1200150 w 2344251"/>
                <a:gd name="connsiteY4" fmla="*/ 2936022 h 3736122"/>
                <a:gd name="connsiteX5" fmla="*/ 2209800 w 2344251"/>
                <a:gd name="connsiteY5" fmla="*/ 3050322 h 3736122"/>
                <a:gd name="connsiteX6" fmla="*/ 2305050 w 2344251"/>
                <a:gd name="connsiteY6" fmla="*/ 3736122 h 3736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44251" h="3736122">
                  <a:moveTo>
                    <a:pt x="0" y="992922"/>
                  </a:moveTo>
                  <a:cubicBezTo>
                    <a:pt x="101600" y="516672"/>
                    <a:pt x="203200" y="40422"/>
                    <a:pt x="495300" y="2322"/>
                  </a:cubicBezTo>
                  <a:cubicBezTo>
                    <a:pt x="787400" y="-35778"/>
                    <a:pt x="1504950" y="402372"/>
                    <a:pt x="1752600" y="764322"/>
                  </a:cubicBezTo>
                  <a:cubicBezTo>
                    <a:pt x="2000250" y="1126272"/>
                    <a:pt x="2073275" y="1812072"/>
                    <a:pt x="1981200" y="2174022"/>
                  </a:cubicBezTo>
                  <a:cubicBezTo>
                    <a:pt x="1889125" y="2535972"/>
                    <a:pt x="1162050" y="2789972"/>
                    <a:pt x="1200150" y="2936022"/>
                  </a:cubicBezTo>
                  <a:cubicBezTo>
                    <a:pt x="1238250" y="3082072"/>
                    <a:pt x="2025650" y="2916972"/>
                    <a:pt x="2209800" y="3050322"/>
                  </a:cubicBezTo>
                  <a:cubicBezTo>
                    <a:pt x="2393950" y="3183672"/>
                    <a:pt x="2349500" y="3459897"/>
                    <a:pt x="2305050" y="3736122"/>
                  </a:cubicBezTo>
                </a:path>
              </a:pathLst>
            </a:custGeom>
            <a:noFill/>
            <a:ln w="1016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45" name="圆角矩形 44"/>
            <p:cNvSpPr/>
            <p:nvPr/>
          </p:nvSpPr>
          <p:spPr>
            <a:xfrm rot="17012366">
              <a:off x="3304445" y="4558544"/>
              <a:ext cx="432485" cy="169293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46" name="圆角矩形 45"/>
            <p:cNvSpPr/>
            <p:nvPr/>
          </p:nvSpPr>
          <p:spPr>
            <a:xfrm rot="20099725">
              <a:off x="3597082" y="4105579"/>
              <a:ext cx="432485" cy="169293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47" name="圆角矩形 46"/>
            <p:cNvSpPr/>
            <p:nvPr/>
          </p:nvSpPr>
          <p:spPr>
            <a:xfrm rot="12807660">
              <a:off x="4175322" y="4208460"/>
              <a:ext cx="432485" cy="169293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48" name="圆角矩形 47"/>
            <p:cNvSpPr/>
            <p:nvPr/>
          </p:nvSpPr>
          <p:spPr>
            <a:xfrm rot="13854280">
              <a:off x="4682427" y="4616374"/>
              <a:ext cx="432485" cy="169293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49" name="圆角矩形 48"/>
            <p:cNvSpPr/>
            <p:nvPr/>
          </p:nvSpPr>
          <p:spPr>
            <a:xfrm rot="15733297">
              <a:off x="4939909" y="5203388"/>
              <a:ext cx="432485" cy="169293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50" name="圆角矩形 49"/>
            <p:cNvSpPr/>
            <p:nvPr/>
          </p:nvSpPr>
          <p:spPr>
            <a:xfrm rot="17012366">
              <a:off x="4920868" y="5840761"/>
              <a:ext cx="432485" cy="169293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51" name="圆角矩形 50"/>
            <p:cNvSpPr/>
            <p:nvPr/>
          </p:nvSpPr>
          <p:spPr>
            <a:xfrm rot="19658497">
              <a:off x="4421484" y="6357413"/>
              <a:ext cx="432485" cy="169293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52" name="圆角矩形 51"/>
            <p:cNvSpPr/>
            <p:nvPr/>
          </p:nvSpPr>
          <p:spPr>
            <a:xfrm>
              <a:off x="4715101" y="6576273"/>
              <a:ext cx="432485" cy="169293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53" name="圆角矩形 52"/>
            <p:cNvSpPr/>
            <p:nvPr/>
          </p:nvSpPr>
          <p:spPr>
            <a:xfrm rot="15576968">
              <a:off x="5209244" y="6820776"/>
              <a:ext cx="432485" cy="169293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4964" y="33294"/>
            <a:ext cx="4332140" cy="5555445"/>
          </a:xfrm>
          <a:custGeom>
            <a:avLst/>
            <a:gdLst/>
            <a:ahLst/>
            <a:cxnLst/>
            <a:rect l="l" t="t" r="r" b="b"/>
            <a:pathLst>
              <a:path w="4332140" h="5555445">
                <a:moveTo>
                  <a:pt x="2231380" y="4261719"/>
                </a:moveTo>
                <a:cubicBezTo>
                  <a:pt x="2175992" y="4459537"/>
                  <a:pt x="2148297" y="4629660"/>
                  <a:pt x="2148297" y="4772088"/>
                </a:cubicBezTo>
                <a:lnTo>
                  <a:pt x="2160166" y="4772088"/>
                </a:lnTo>
                <a:cubicBezTo>
                  <a:pt x="2223468" y="4772088"/>
                  <a:pt x="2298638" y="4613834"/>
                  <a:pt x="2385678" y="4297327"/>
                </a:cubicBezTo>
                <a:close/>
                <a:moveTo>
                  <a:pt x="747750" y="4000601"/>
                </a:moveTo>
                <a:lnTo>
                  <a:pt x="902048" y="4000601"/>
                </a:lnTo>
                <a:lnTo>
                  <a:pt x="913917" y="4024339"/>
                </a:lnTo>
                <a:lnTo>
                  <a:pt x="937655" y="4024339"/>
                </a:lnTo>
                <a:cubicBezTo>
                  <a:pt x="937655" y="4127204"/>
                  <a:pt x="822921" y="4210287"/>
                  <a:pt x="593453" y="4273589"/>
                </a:cubicBezTo>
                <a:lnTo>
                  <a:pt x="676536" y="4416017"/>
                </a:lnTo>
                <a:cubicBezTo>
                  <a:pt x="731925" y="4344803"/>
                  <a:pt x="799183" y="4309196"/>
                  <a:pt x="878310" y="4309196"/>
                </a:cubicBezTo>
                <a:lnTo>
                  <a:pt x="902048" y="4344803"/>
                </a:lnTo>
                <a:lnTo>
                  <a:pt x="902048" y="4380410"/>
                </a:lnTo>
                <a:cubicBezTo>
                  <a:pt x="720056" y="4594053"/>
                  <a:pt x="629060" y="4736481"/>
                  <a:pt x="629060" y="4807695"/>
                </a:cubicBezTo>
                <a:cubicBezTo>
                  <a:pt x="731925" y="4760219"/>
                  <a:pt x="858528" y="4645485"/>
                  <a:pt x="1008869" y="4463493"/>
                </a:cubicBezTo>
                <a:lnTo>
                  <a:pt x="1020738" y="4427886"/>
                </a:lnTo>
                <a:lnTo>
                  <a:pt x="1044476" y="4427886"/>
                </a:lnTo>
                <a:lnTo>
                  <a:pt x="1068214" y="4463493"/>
                </a:lnTo>
                <a:cubicBezTo>
                  <a:pt x="830833" y="5041120"/>
                  <a:pt x="652798" y="5389278"/>
                  <a:pt x="534107" y="5507969"/>
                </a:cubicBezTo>
                <a:lnTo>
                  <a:pt x="522238" y="5484231"/>
                </a:lnTo>
                <a:lnTo>
                  <a:pt x="498500" y="5507969"/>
                </a:lnTo>
                <a:lnTo>
                  <a:pt x="451024" y="5507969"/>
                </a:lnTo>
                <a:lnTo>
                  <a:pt x="154298" y="5282457"/>
                </a:lnTo>
                <a:lnTo>
                  <a:pt x="154298" y="5258719"/>
                </a:lnTo>
                <a:cubicBezTo>
                  <a:pt x="154298" y="5227068"/>
                  <a:pt x="201774" y="5199374"/>
                  <a:pt x="296726" y="5175636"/>
                </a:cubicBezTo>
                <a:cubicBezTo>
                  <a:pt x="399592" y="5080683"/>
                  <a:pt x="451024" y="4958037"/>
                  <a:pt x="451024" y="4807695"/>
                </a:cubicBezTo>
                <a:cubicBezTo>
                  <a:pt x="245294" y="4783957"/>
                  <a:pt x="142429" y="4744394"/>
                  <a:pt x="142429" y="4689005"/>
                </a:cubicBezTo>
                <a:lnTo>
                  <a:pt x="486631" y="4510969"/>
                </a:lnTo>
                <a:lnTo>
                  <a:pt x="486631" y="4344803"/>
                </a:lnTo>
                <a:cubicBezTo>
                  <a:pt x="360028" y="4321065"/>
                  <a:pt x="296726" y="4285458"/>
                  <a:pt x="296726" y="4237981"/>
                </a:cubicBezTo>
                <a:cubicBezTo>
                  <a:pt x="494544" y="4079727"/>
                  <a:pt x="644885" y="4000601"/>
                  <a:pt x="747750" y="4000601"/>
                </a:cubicBezTo>
                <a:close/>
                <a:moveTo>
                  <a:pt x="332334" y="3181637"/>
                </a:moveTo>
                <a:cubicBezTo>
                  <a:pt x="569714" y="3300327"/>
                  <a:pt x="700274" y="3375498"/>
                  <a:pt x="724012" y="3407148"/>
                </a:cubicBezTo>
                <a:lnTo>
                  <a:pt x="747750" y="3478363"/>
                </a:lnTo>
                <a:lnTo>
                  <a:pt x="724012" y="3525839"/>
                </a:lnTo>
                <a:lnTo>
                  <a:pt x="747750" y="3525839"/>
                </a:lnTo>
                <a:lnTo>
                  <a:pt x="854572" y="3513970"/>
                </a:lnTo>
                <a:lnTo>
                  <a:pt x="973262" y="3513970"/>
                </a:lnTo>
                <a:lnTo>
                  <a:pt x="1020738" y="3573315"/>
                </a:lnTo>
                <a:lnTo>
                  <a:pt x="1020738" y="3597053"/>
                </a:lnTo>
                <a:cubicBezTo>
                  <a:pt x="957437" y="3707831"/>
                  <a:pt x="882266" y="3763220"/>
                  <a:pt x="795226" y="3763220"/>
                </a:cubicBezTo>
                <a:lnTo>
                  <a:pt x="569714" y="3751351"/>
                </a:lnTo>
                <a:cubicBezTo>
                  <a:pt x="340246" y="4154898"/>
                  <a:pt x="166167" y="4356672"/>
                  <a:pt x="47477" y="4356672"/>
                </a:cubicBezTo>
                <a:lnTo>
                  <a:pt x="0" y="4297327"/>
                </a:lnTo>
                <a:lnTo>
                  <a:pt x="0" y="4237981"/>
                </a:lnTo>
                <a:cubicBezTo>
                  <a:pt x="39564" y="4237981"/>
                  <a:pt x="150342" y="3949168"/>
                  <a:pt x="332334" y="3371541"/>
                </a:cubicBezTo>
                <a:lnTo>
                  <a:pt x="332334" y="3300327"/>
                </a:lnTo>
                <a:lnTo>
                  <a:pt x="296726" y="3240982"/>
                </a:lnTo>
                <a:lnTo>
                  <a:pt x="296726" y="3217244"/>
                </a:lnTo>
                <a:close/>
                <a:moveTo>
                  <a:pt x="2017738" y="2967994"/>
                </a:moveTo>
                <a:lnTo>
                  <a:pt x="2088952" y="2967994"/>
                </a:lnTo>
                <a:cubicBezTo>
                  <a:pt x="2263031" y="3047121"/>
                  <a:pt x="2350071" y="3126248"/>
                  <a:pt x="2350071" y="3205375"/>
                </a:cubicBezTo>
                <a:lnTo>
                  <a:pt x="2350071" y="3217244"/>
                </a:lnTo>
                <a:cubicBezTo>
                  <a:pt x="2318420" y="3288458"/>
                  <a:pt x="2179948" y="3387367"/>
                  <a:pt x="1934654" y="3513970"/>
                </a:cubicBezTo>
                <a:lnTo>
                  <a:pt x="2160166" y="3715744"/>
                </a:lnTo>
                <a:lnTo>
                  <a:pt x="2504368" y="3632660"/>
                </a:lnTo>
                <a:cubicBezTo>
                  <a:pt x="2567670" y="3656398"/>
                  <a:pt x="2603277" y="3684093"/>
                  <a:pt x="2611190" y="3715744"/>
                </a:cubicBezTo>
                <a:cubicBezTo>
                  <a:pt x="2611190" y="3739482"/>
                  <a:pt x="2496456" y="3763220"/>
                  <a:pt x="2266988" y="3786958"/>
                </a:cubicBezTo>
                <a:lnTo>
                  <a:pt x="2266988" y="3798827"/>
                </a:lnTo>
                <a:lnTo>
                  <a:pt x="2314464" y="3870041"/>
                </a:lnTo>
                <a:lnTo>
                  <a:pt x="2243250" y="4154898"/>
                </a:lnTo>
                <a:lnTo>
                  <a:pt x="2243250" y="4178636"/>
                </a:lnTo>
                <a:lnTo>
                  <a:pt x="2266988" y="4178636"/>
                </a:lnTo>
                <a:cubicBezTo>
                  <a:pt x="2393591" y="4162811"/>
                  <a:pt x="2456892" y="4143029"/>
                  <a:pt x="2456892" y="4119291"/>
                </a:cubicBezTo>
                <a:lnTo>
                  <a:pt x="2468761" y="3905648"/>
                </a:lnTo>
                <a:lnTo>
                  <a:pt x="2492499" y="3905648"/>
                </a:lnTo>
                <a:cubicBezTo>
                  <a:pt x="2547888" y="3905648"/>
                  <a:pt x="2611190" y="3964993"/>
                  <a:pt x="2682404" y="4083684"/>
                </a:cubicBezTo>
                <a:cubicBezTo>
                  <a:pt x="2777356" y="4083684"/>
                  <a:pt x="2828789" y="4103466"/>
                  <a:pt x="2836702" y="4143029"/>
                </a:cubicBezTo>
                <a:lnTo>
                  <a:pt x="2836702" y="4154898"/>
                </a:lnTo>
                <a:cubicBezTo>
                  <a:pt x="2836702" y="4178636"/>
                  <a:pt x="2777356" y="4214243"/>
                  <a:pt x="2658666" y="4261719"/>
                </a:cubicBezTo>
                <a:cubicBezTo>
                  <a:pt x="2627015" y="4396235"/>
                  <a:pt x="2520194" y="4566358"/>
                  <a:pt x="2338202" y="4772088"/>
                </a:cubicBezTo>
                <a:lnTo>
                  <a:pt x="2338202" y="4783957"/>
                </a:lnTo>
                <a:cubicBezTo>
                  <a:pt x="2393591" y="4783957"/>
                  <a:pt x="2421285" y="4795826"/>
                  <a:pt x="2421285" y="4819564"/>
                </a:cubicBezTo>
                <a:lnTo>
                  <a:pt x="2421285" y="4855171"/>
                </a:lnTo>
                <a:cubicBezTo>
                  <a:pt x="2357984" y="4926386"/>
                  <a:pt x="2266988" y="4961993"/>
                  <a:pt x="2148297" y="4961993"/>
                </a:cubicBezTo>
                <a:lnTo>
                  <a:pt x="2148297" y="5080683"/>
                </a:lnTo>
                <a:lnTo>
                  <a:pt x="2112690" y="5318064"/>
                </a:lnTo>
                <a:lnTo>
                  <a:pt x="2124559" y="5318064"/>
                </a:lnTo>
                <a:lnTo>
                  <a:pt x="2456892" y="5329933"/>
                </a:lnTo>
                <a:lnTo>
                  <a:pt x="2623059" y="5318064"/>
                </a:lnTo>
                <a:cubicBezTo>
                  <a:pt x="2789225" y="5341802"/>
                  <a:pt x="2872309" y="5369497"/>
                  <a:pt x="2872309" y="5401147"/>
                </a:cubicBezTo>
                <a:cubicBezTo>
                  <a:pt x="2848571" y="5456536"/>
                  <a:pt x="2809007" y="5492144"/>
                  <a:pt x="2753618" y="5507969"/>
                </a:cubicBezTo>
                <a:cubicBezTo>
                  <a:pt x="2666579" y="5468405"/>
                  <a:pt x="2539976" y="5448624"/>
                  <a:pt x="2373809" y="5448624"/>
                </a:cubicBezTo>
                <a:lnTo>
                  <a:pt x="2183904" y="5448624"/>
                </a:lnTo>
                <a:cubicBezTo>
                  <a:pt x="2112690" y="5448624"/>
                  <a:pt x="2041476" y="5472362"/>
                  <a:pt x="1970262" y="5519838"/>
                </a:cubicBezTo>
                <a:cubicBezTo>
                  <a:pt x="1930698" y="5472362"/>
                  <a:pt x="1891135" y="5448624"/>
                  <a:pt x="1851571" y="5448624"/>
                </a:cubicBezTo>
                <a:lnTo>
                  <a:pt x="1768488" y="5448624"/>
                </a:lnTo>
                <a:lnTo>
                  <a:pt x="1673536" y="5472362"/>
                </a:lnTo>
                <a:lnTo>
                  <a:pt x="1673536" y="5448624"/>
                </a:lnTo>
                <a:lnTo>
                  <a:pt x="1519238" y="5519838"/>
                </a:lnTo>
                <a:lnTo>
                  <a:pt x="1519238" y="5507969"/>
                </a:lnTo>
                <a:lnTo>
                  <a:pt x="1388679" y="5555445"/>
                </a:lnTo>
                <a:cubicBezTo>
                  <a:pt x="1309552" y="5555445"/>
                  <a:pt x="1202730" y="5488187"/>
                  <a:pt x="1068214" y="5353671"/>
                </a:cubicBezTo>
                <a:lnTo>
                  <a:pt x="1091953" y="5329933"/>
                </a:lnTo>
                <a:lnTo>
                  <a:pt x="1768488" y="5329933"/>
                </a:lnTo>
                <a:lnTo>
                  <a:pt x="1863440" y="5318064"/>
                </a:lnTo>
                <a:lnTo>
                  <a:pt x="1827833" y="5258719"/>
                </a:lnTo>
                <a:cubicBezTo>
                  <a:pt x="1875309" y="5163767"/>
                  <a:pt x="1899047" y="5080683"/>
                  <a:pt x="1899047" y="5009469"/>
                </a:cubicBezTo>
                <a:cubicBezTo>
                  <a:pt x="1899047" y="4977818"/>
                  <a:pt x="1835746" y="4954080"/>
                  <a:pt x="1709143" y="4938255"/>
                </a:cubicBezTo>
                <a:lnTo>
                  <a:pt x="1697274" y="4926386"/>
                </a:lnTo>
                <a:lnTo>
                  <a:pt x="1697274" y="4890779"/>
                </a:lnTo>
                <a:cubicBezTo>
                  <a:pt x="1697274" y="4867040"/>
                  <a:pt x="1764532" y="4839346"/>
                  <a:pt x="1899047" y="4807695"/>
                </a:cubicBezTo>
                <a:lnTo>
                  <a:pt x="1887178" y="4570315"/>
                </a:lnTo>
                <a:lnTo>
                  <a:pt x="1887178" y="4356672"/>
                </a:lnTo>
                <a:lnTo>
                  <a:pt x="1851571" y="4356672"/>
                </a:lnTo>
                <a:lnTo>
                  <a:pt x="1637928" y="4499100"/>
                </a:lnTo>
                <a:lnTo>
                  <a:pt x="1637928" y="4653398"/>
                </a:lnTo>
                <a:cubicBezTo>
                  <a:pt x="1637928" y="4724612"/>
                  <a:pt x="1610234" y="4768132"/>
                  <a:pt x="1554845" y="4783957"/>
                </a:cubicBezTo>
                <a:lnTo>
                  <a:pt x="1542976" y="4783957"/>
                </a:lnTo>
                <a:cubicBezTo>
                  <a:pt x="1503413" y="4783957"/>
                  <a:pt x="1471762" y="4704830"/>
                  <a:pt x="1448024" y="4546576"/>
                </a:cubicBezTo>
                <a:lnTo>
                  <a:pt x="1353071" y="4570315"/>
                </a:lnTo>
                <a:cubicBezTo>
                  <a:pt x="1305595" y="4570315"/>
                  <a:pt x="1258119" y="4538664"/>
                  <a:pt x="1210643" y="4475362"/>
                </a:cubicBezTo>
                <a:cubicBezTo>
                  <a:pt x="1210643" y="4451624"/>
                  <a:pt x="1281857" y="4419973"/>
                  <a:pt x="1424286" y="4380410"/>
                </a:cubicBezTo>
                <a:lnTo>
                  <a:pt x="1424286" y="4356672"/>
                </a:lnTo>
                <a:lnTo>
                  <a:pt x="1400548" y="4178636"/>
                </a:lnTo>
                <a:lnTo>
                  <a:pt x="1448024" y="4178636"/>
                </a:lnTo>
                <a:cubicBezTo>
                  <a:pt x="1471762" y="4186549"/>
                  <a:pt x="1507369" y="4241938"/>
                  <a:pt x="1554845" y="4344803"/>
                </a:cubicBezTo>
                <a:cubicBezTo>
                  <a:pt x="1776401" y="4297327"/>
                  <a:pt x="1887178" y="4257763"/>
                  <a:pt x="1887178" y="4226112"/>
                </a:cubicBezTo>
                <a:lnTo>
                  <a:pt x="1887178" y="3917517"/>
                </a:lnTo>
                <a:lnTo>
                  <a:pt x="1851571" y="3881910"/>
                </a:lnTo>
                <a:cubicBezTo>
                  <a:pt x="1732881" y="3913561"/>
                  <a:pt x="1535063" y="4012470"/>
                  <a:pt x="1258119" y="4178636"/>
                </a:cubicBezTo>
                <a:lnTo>
                  <a:pt x="1234381" y="4178636"/>
                </a:lnTo>
                <a:cubicBezTo>
                  <a:pt x="1147341" y="4178636"/>
                  <a:pt x="1091953" y="4107422"/>
                  <a:pt x="1068214" y="3964993"/>
                </a:cubicBezTo>
                <a:lnTo>
                  <a:pt x="1744750" y="3798827"/>
                </a:lnTo>
                <a:lnTo>
                  <a:pt x="1863440" y="3763220"/>
                </a:lnTo>
                <a:lnTo>
                  <a:pt x="1851571" y="3668267"/>
                </a:lnTo>
                <a:lnTo>
                  <a:pt x="1851571" y="3597053"/>
                </a:lnTo>
                <a:lnTo>
                  <a:pt x="1637928" y="3668267"/>
                </a:lnTo>
                <a:lnTo>
                  <a:pt x="1590452" y="3668267"/>
                </a:lnTo>
                <a:lnTo>
                  <a:pt x="1590452" y="3644529"/>
                </a:lnTo>
                <a:cubicBezTo>
                  <a:pt x="1843658" y="3399236"/>
                  <a:pt x="1970262" y="3213287"/>
                  <a:pt x="1970262" y="3086684"/>
                </a:cubicBezTo>
                <a:lnTo>
                  <a:pt x="1958392" y="3003601"/>
                </a:lnTo>
                <a:close/>
                <a:moveTo>
                  <a:pt x="3657874" y="2559338"/>
                </a:moveTo>
                <a:lnTo>
                  <a:pt x="3353632" y="2625120"/>
                </a:lnTo>
                <a:lnTo>
                  <a:pt x="3320741" y="2616897"/>
                </a:lnTo>
                <a:lnTo>
                  <a:pt x="3304296" y="2625120"/>
                </a:lnTo>
                <a:lnTo>
                  <a:pt x="3320741" y="2682679"/>
                </a:lnTo>
                <a:lnTo>
                  <a:pt x="3328964" y="2756684"/>
                </a:lnTo>
                <a:cubicBezTo>
                  <a:pt x="3564683" y="2696384"/>
                  <a:pt x="3682542" y="2638825"/>
                  <a:pt x="3682542" y="2584006"/>
                </a:cubicBezTo>
                <a:lnTo>
                  <a:pt x="3674320" y="2559338"/>
                </a:lnTo>
                <a:close/>
                <a:moveTo>
                  <a:pt x="3888111" y="2090641"/>
                </a:moveTo>
                <a:cubicBezTo>
                  <a:pt x="4036121" y="2183832"/>
                  <a:pt x="4126571" y="2271541"/>
                  <a:pt x="4159462" y="2353769"/>
                </a:cubicBezTo>
                <a:cubicBezTo>
                  <a:pt x="4219762" y="2414069"/>
                  <a:pt x="4249912" y="2455183"/>
                  <a:pt x="4249912" y="2477111"/>
                </a:cubicBezTo>
                <a:cubicBezTo>
                  <a:pt x="4255394" y="2559338"/>
                  <a:pt x="4186871" y="2622379"/>
                  <a:pt x="4044344" y="2666234"/>
                </a:cubicBezTo>
                <a:cubicBezTo>
                  <a:pt x="3934707" y="2775871"/>
                  <a:pt x="3827811" y="2830689"/>
                  <a:pt x="3723656" y="2830689"/>
                </a:cubicBezTo>
                <a:lnTo>
                  <a:pt x="3674320" y="2838912"/>
                </a:lnTo>
                <a:cubicBezTo>
                  <a:pt x="3652392" y="2838912"/>
                  <a:pt x="3638688" y="2822466"/>
                  <a:pt x="3633206" y="2789575"/>
                </a:cubicBezTo>
                <a:lnTo>
                  <a:pt x="3567424" y="2789575"/>
                </a:lnTo>
                <a:cubicBezTo>
                  <a:pt x="3567424" y="2811503"/>
                  <a:pt x="3600315" y="2844394"/>
                  <a:pt x="3666097" y="2888248"/>
                </a:cubicBezTo>
                <a:cubicBezTo>
                  <a:pt x="3666097" y="2910176"/>
                  <a:pt x="3688024" y="2923880"/>
                  <a:pt x="3731879" y="2929362"/>
                </a:cubicBezTo>
                <a:lnTo>
                  <a:pt x="3731879" y="2962253"/>
                </a:lnTo>
                <a:cubicBezTo>
                  <a:pt x="3841515" y="2951289"/>
                  <a:pt x="3910039" y="2932103"/>
                  <a:pt x="3937448" y="2904694"/>
                </a:cubicBezTo>
                <a:lnTo>
                  <a:pt x="4003230" y="2896471"/>
                </a:lnTo>
                <a:cubicBezTo>
                  <a:pt x="4063530" y="2907435"/>
                  <a:pt x="4099162" y="2923880"/>
                  <a:pt x="4110126" y="2945808"/>
                </a:cubicBezTo>
                <a:cubicBezTo>
                  <a:pt x="4110126" y="3006108"/>
                  <a:pt x="4011452" y="3047222"/>
                  <a:pt x="3814106" y="3069149"/>
                </a:cubicBezTo>
                <a:lnTo>
                  <a:pt x="3830552" y="3134931"/>
                </a:lnTo>
                <a:cubicBezTo>
                  <a:pt x="3825070" y="3222640"/>
                  <a:pt x="3814106" y="3277459"/>
                  <a:pt x="3797661" y="3299386"/>
                </a:cubicBezTo>
                <a:cubicBezTo>
                  <a:pt x="3923743" y="3293904"/>
                  <a:pt x="4008712" y="3315832"/>
                  <a:pt x="4052566" y="3365168"/>
                </a:cubicBezTo>
                <a:cubicBezTo>
                  <a:pt x="4025157" y="3414505"/>
                  <a:pt x="4000489" y="3439173"/>
                  <a:pt x="3978561" y="3439173"/>
                </a:cubicBezTo>
                <a:lnTo>
                  <a:pt x="3953893" y="3422727"/>
                </a:lnTo>
                <a:cubicBezTo>
                  <a:pt x="3800402" y="3428209"/>
                  <a:pt x="3726397" y="3455618"/>
                  <a:pt x="3731879" y="3504955"/>
                </a:cubicBezTo>
                <a:cubicBezTo>
                  <a:pt x="3731879" y="3581700"/>
                  <a:pt x="3715433" y="3655705"/>
                  <a:pt x="3682542" y="3726969"/>
                </a:cubicBezTo>
                <a:lnTo>
                  <a:pt x="3707211" y="3726969"/>
                </a:lnTo>
                <a:lnTo>
                  <a:pt x="4044344" y="3726969"/>
                </a:lnTo>
                <a:lnTo>
                  <a:pt x="4101903" y="3718746"/>
                </a:lnTo>
                <a:cubicBezTo>
                  <a:pt x="4200576" y="3713265"/>
                  <a:pt x="4277321" y="3754378"/>
                  <a:pt x="4332140" y="3842088"/>
                </a:cubicBezTo>
                <a:cubicBezTo>
                  <a:pt x="4321176" y="3874979"/>
                  <a:pt x="4304731" y="3891424"/>
                  <a:pt x="4282803" y="3891424"/>
                </a:cubicBezTo>
                <a:lnTo>
                  <a:pt x="4126571" y="3874979"/>
                </a:lnTo>
                <a:lnTo>
                  <a:pt x="4110126" y="3883201"/>
                </a:lnTo>
                <a:lnTo>
                  <a:pt x="4093680" y="3883201"/>
                </a:lnTo>
                <a:lnTo>
                  <a:pt x="4019675" y="3866756"/>
                </a:lnTo>
                <a:lnTo>
                  <a:pt x="3707211" y="3874979"/>
                </a:lnTo>
                <a:lnTo>
                  <a:pt x="3641429" y="3874979"/>
                </a:lnTo>
                <a:lnTo>
                  <a:pt x="3559201" y="3883201"/>
                </a:lnTo>
                <a:lnTo>
                  <a:pt x="3222068" y="3916092"/>
                </a:lnTo>
                <a:lnTo>
                  <a:pt x="3090504" y="3907870"/>
                </a:lnTo>
                <a:lnTo>
                  <a:pt x="2835599" y="3932538"/>
                </a:lnTo>
                <a:cubicBezTo>
                  <a:pt x="2753371" y="3921574"/>
                  <a:pt x="2679366" y="3880461"/>
                  <a:pt x="2613584" y="3809197"/>
                </a:cubicBezTo>
                <a:cubicBezTo>
                  <a:pt x="2608102" y="3776306"/>
                  <a:pt x="2734185" y="3751637"/>
                  <a:pt x="2991831" y="3735192"/>
                </a:cubicBezTo>
                <a:lnTo>
                  <a:pt x="3287850" y="3743415"/>
                </a:lnTo>
                <a:lnTo>
                  <a:pt x="3419414" y="3743415"/>
                </a:lnTo>
                <a:lnTo>
                  <a:pt x="3452305" y="3718746"/>
                </a:lnTo>
                <a:lnTo>
                  <a:pt x="3444082" y="3702301"/>
                </a:lnTo>
                <a:lnTo>
                  <a:pt x="3444082" y="3694078"/>
                </a:lnTo>
                <a:lnTo>
                  <a:pt x="3452305" y="3652964"/>
                </a:lnTo>
                <a:lnTo>
                  <a:pt x="3444082" y="3603628"/>
                </a:lnTo>
                <a:lnTo>
                  <a:pt x="3444082" y="3529623"/>
                </a:lnTo>
                <a:lnTo>
                  <a:pt x="3435860" y="3513178"/>
                </a:lnTo>
                <a:lnTo>
                  <a:pt x="3279627" y="3521400"/>
                </a:lnTo>
                <a:cubicBezTo>
                  <a:pt x="3208363" y="3526882"/>
                  <a:pt x="3159027" y="3496732"/>
                  <a:pt x="3131618" y="3430950"/>
                </a:cubicBezTo>
                <a:lnTo>
                  <a:pt x="3131618" y="3414505"/>
                </a:lnTo>
                <a:lnTo>
                  <a:pt x="3148063" y="3406282"/>
                </a:lnTo>
                <a:lnTo>
                  <a:pt x="3156286" y="3406282"/>
                </a:lnTo>
                <a:cubicBezTo>
                  <a:pt x="3342668" y="3389836"/>
                  <a:pt x="3435860" y="3362427"/>
                  <a:pt x="3435860" y="3324054"/>
                </a:cubicBezTo>
                <a:lnTo>
                  <a:pt x="3444082" y="3151376"/>
                </a:lnTo>
                <a:lnTo>
                  <a:pt x="3444082" y="3126708"/>
                </a:lnTo>
                <a:lnTo>
                  <a:pt x="3296073" y="3143154"/>
                </a:lnTo>
                <a:lnTo>
                  <a:pt x="3148063" y="3143154"/>
                </a:lnTo>
                <a:cubicBezTo>
                  <a:pt x="3126136" y="3143154"/>
                  <a:pt x="3041167" y="3208936"/>
                  <a:pt x="2893158" y="3340500"/>
                </a:cubicBezTo>
                <a:lnTo>
                  <a:pt x="2621807" y="3472064"/>
                </a:lnTo>
                <a:lnTo>
                  <a:pt x="2597139" y="3447396"/>
                </a:lnTo>
                <a:cubicBezTo>
                  <a:pt x="2591657" y="3354204"/>
                  <a:pt x="2676625" y="3208936"/>
                  <a:pt x="2852044" y="3011590"/>
                </a:cubicBezTo>
                <a:cubicBezTo>
                  <a:pt x="2895899" y="2951289"/>
                  <a:pt x="2917826" y="2896471"/>
                  <a:pt x="2917826" y="2847135"/>
                </a:cubicBezTo>
                <a:lnTo>
                  <a:pt x="2942494" y="2822466"/>
                </a:lnTo>
                <a:cubicBezTo>
                  <a:pt x="3002795" y="2849876"/>
                  <a:pt x="3082281" y="2926621"/>
                  <a:pt x="3180954" y="3052703"/>
                </a:cubicBezTo>
                <a:lnTo>
                  <a:pt x="3238514" y="3069149"/>
                </a:lnTo>
                <a:cubicBezTo>
                  <a:pt x="3271405" y="3052703"/>
                  <a:pt x="3323482" y="3041740"/>
                  <a:pt x="3394746" y="3036258"/>
                </a:cubicBezTo>
                <a:lnTo>
                  <a:pt x="3452305" y="3036258"/>
                </a:lnTo>
                <a:lnTo>
                  <a:pt x="3460528" y="2896471"/>
                </a:lnTo>
                <a:lnTo>
                  <a:pt x="3460528" y="2830689"/>
                </a:lnTo>
                <a:lnTo>
                  <a:pt x="3312518" y="2838912"/>
                </a:lnTo>
                <a:cubicBezTo>
                  <a:pt x="3312518" y="2888248"/>
                  <a:pt x="3276886" y="2929362"/>
                  <a:pt x="3205623" y="2962253"/>
                </a:cubicBezTo>
                <a:cubicBezTo>
                  <a:pt x="3150804" y="2962253"/>
                  <a:pt x="3095986" y="2811503"/>
                  <a:pt x="3041167" y="2510002"/>
                </a:cubicBezTo>
                <a:cubicBezTo>
                  <a:pt x="2964422" y="2405846"/>
                  <a:pt x="2926049" y="2307173"/>
                  <a:pt x="2926049" y="2213982"/>
                </a:cubicBezTo>
                <a:lnTo>
                  <a:pt x="2950717" y="2213982"/>
                </a:lnTo>
                <a:cubicBezTo>
                  <a:pt x="3169991" y="2312655"/>
                  <a:pt x="3282368" y="2400365"/>
                  <a:pt x="3287850" y="2477111"/>
                </a:cubicBezTo>
                <a:cubicBezTo>
                  <a:pt x="3287850" y="2520965"/>
                  <a:pt x="3296073" y="2542893"/>
                  <a:pt x="3312518" y="2542893"/>
                </a:cubicBezTo>
                <a:cubicBezTo>
                  <a:pt x="3400228" y="2510002"/>
                  <a:pt x="3515346" y="2482593"/>
                  <a:pt x="3657874" y="2460665"/>
                </a:cubicBezTo>
                <a:lnTo>
                  <a:pt x="3748324" y="2460665"/>
                </a:lnTo>
                <a:lnTo>
                  <a:pt x="3748324" y="2452442"/>
                </a:lnTo>
                <a:lnTo>
                  <a:pt x="3830552" y="2287987"/>
                </a:lnTo>
                <a:lnTo>
                  <a:pt x="3822329" y="2287987"/>
                </a:lnTo>
                <a:lnTo>
                  <a:pt x="3386523" y="2378437"/>
                </a:lnTo>
                <a:lnTo>
                  <a:pt x="3337187" y="2378437"/>
                </a:lnTo>
                <a:cubicBezTo>
                  <a:pt x="3320741" y="2378437"/>
                  <a:pt x="3304296" y="2359251"/>
                  <a:pt x="3287850" y="2320878"/>
                </a:cubicBezTo>
                <a:cubicBezTo>
                  <a:pt x="3375559" y="2282505"/>
                  <a:pt x="3561942" y="2233168"/>
                  <a:pt x="3846997" y="2172868"/>
                </a:cubicBezTo>
                <a:lnTo>
                  <a:pt x="3863443" y="2123532"/>
                </a:lnTo>
                <a:lnTo>
                  <a:pt x="3863443" y="2098864"/>
                </a:lnTo>
                <a:close/>
                <a:moveTo>
                  <a:pt x="905344" y="1614190"/>
                </a:moveTo>
                <a:lnTo>
                  <a:pt x="929083" y="1614190"/>
                </a:lnTo>
                <a:lnTo>
                  <a:pt x="964690" y="1649797"/>
                </a:lnTo>
                <a:cubicBezTo>
                  <a:pt x="798523" y="1942567"/>
                  <a:pt x="636313" y="2259075"/>
                  <a:pt x="478059" y="2599321"/>
                </a:cubicBezTo>
                <a:lnTo>
                  <a:pt x="418714" y="2646797"/>
                </a:lnTo>
                <a:cubicBezTo>
                  <a:pt x="331674" y="2646797"/>
                  <a:pt x="193202" y="2524150"/>
                  <a:pt x="3297" y="2278856"/>
                </a:cubicBezTo>
                <a:lnTo>
                  <a:pt x="74511" y="2231380"/>
                </a:lnTo>
                <a:lnTo>
                  <a:pt x="74511" y="2243249"/>
                </a:lnTo>
                <a:lnTo>
                  <a:pt x="98250" y="2243249"/>
                </a:lnTo>
                <a:cubicBezTo>
                  <a:pt x="493884" y="1982131"/>
                  <a:pt x="762916" y="1772444"/>
                  <a:pt x="905344" y="1614190"/>
                </a:cubicBezTo>
                <a:close/>
                <a:moveTo>
                  <a:pt x="1795523" y="1353071"/>
                </a:moveTo>
                <a:lnTo>
                  <a:pt x="1819261" y="1353071"/>
                </a:lnTo>
                <a:cubicBezTo>
                  <a:pt x="1969602" y="1503412"/>
                  <a:pt x="2044773" y="1602321"/>
                  <a:pt x="2044773" y="1649797"/>
                </a:cubicBezTo>
                <a:cubicBezTo>
                  <a:pt x="2044773" y="1792226"/>
                  <a:pt x="1997296" y="1958392"/>
                  <a:pt x="1902344" y="2148297"/>
                </a:cubicBezTo>
                <a:cubicBezTo>
                  <a:pt x="1902344" y="2235337"/>
                  <a:pt x="1878606" y="2278856"/>
                  <a:pt x="1831130" y="2278856"/>
                </a:cubicBezTo>
                <a:lnTo>
                  <a:pt x="1819261" y="2278856"/>
                </a:lnTo>
                <a:cubicBezTo>
                  <a:pt x="1787610" y="2278856"/>
                  <a:pt x="1767828" y="2191817"/>
                  <a:pt x="1759916" y="2017737"/>
                </a:cubicBezTo>
                <a:lnTo>
                  <a:pt x="1795523" y="1448024"/>
                </a:lnTo>
                <a:lnTo>
                  <a:pt x="1783654" y="1388678"/>
                </a:lnTo>
                <a:close/>
                <a:moveTo>
                  <a:pt x="2056642" y="1234381"/>
                </a:moveTo>
                <a:cubicBezTo>
                  <a:pt x="2159507" y="1297682"/>
                  <a:pt x="2270284" y="1408460"/>
                  <a:pt x="2388975" y="1566714"/>
                </a:cubicBezTo>
                <a:cubicBezTo>
                  <a:pt x="2341499" y="1630016"/>
                  <a:pt x="2313804" y="1740793"/>
                  <a:pt x="2305892" y="1899047"/>
                </a:cubicBezTo>
                <a:lnTo>
                  <a:pt x="2353368" y="2077083"/>
                </a:lnTo>
                <a:lnTo>
                  <a:pt x="2317761" y="2160166"/>
                </a:lnTo>
                <a:cubicBezTo>
                  <a:pt x="2396887" y="2294682"/>
                  <a:pt x="2511621" y="2361940"/>
                  <a:pt x="2661963" y="2361940"/>
                </a:cubicBezTo>
                <a:cubicBezTo>
                  <a:pt x="2709439" y="2361940"/>
                  <a:pt x="2756915" y="2302594"/>
                  <a:pt x="2804391" y="2183904"/>
                </a:cubicBezTo>
                <a:cubicBezTo>
                  <a:pt x="2907257" y="2215555"/>
                  <a:pt x="2958689" y="2298638"/>
                  <a:pt x="2958689" y="2433154"/>
                </a:cubicBezTo>
                <a:cubicBezTo>
                  <a:pt x="2855824" y="2512281"/>
                  <a:pt x="2780653" y="2551845"/>
                  <a:pt x="2733177" y="2551845"/>
                </a:cubicBezTo>
                <a:lnTo>
                  <a:pt x="2614487" y="2551845"/>
                </a:lnTo>
                <a:cubicBezTo>
                  <a:pt x="2258415" y="2551845"/>
                  <a:pt x="2080380" y="2266987"/>
                  <a:pt x="2080380" y="1697274"/>
                </a:cubicBezTo>
                <a:cubicBezTo>
                  <a:pt x="2080380" y="1404504"/>
                  <a:pt x="2068511" y="1258119"/>
                  <a:pt x="2044773" y="1258119"/>
                </a:cubicBezTo>
                <a:close/>
                <a:moveTo>
                  <a:pt x="145726" y="1091952"/>
                </a:moveTo>
                <a:cubicBezTo>
                  <a:pt x="406845" y="1329333"/>
                  <a:pt x="557186" y="1483631"/>
                  <a:pt x="596749" y="1554845"/>
                </a:cubicBezTo>
                <a:cubicBezTo>
                  <a:pt x="596749" y="1594408"/>
                  <a:pt x="517622" y="1622103"/>
                  <a:pt x="359368" y="1637928"/>
                </a:cubicBezTo>
                <a:cubicBezTo>
                  <a:pt x="185289" y="1392635"/>
                  <a:pt x="98250" y="1226468"/>
                  <a:pt x="98250" y="1139429"/>
                </a:cubicBezTo>
                <a:close/>
                <a:moveTo>
                  <a:pt x="383107" y="379810"/>
                </a:moveTo>
                <a:lnTo>
                  <a:pt x="406845" y="379810"/>
                </a:lnTo>
                <a:lnTo>
                  <a:pt x="715440" y="629060"/>
                </a:lnTo>
                <a:lnTo>
                  <a:pt x="893475" y="842702"/>
                </a:lnTo>
                <a:cubicBezTo>
                  <a:pt x="853912" y="898091"/>
                  <a:pt x="818305" y="925786"/>
                  <a:pt x="786654" y="925786"/>
                </a:cubicBezTo>
                <a:lnTo>
                  <a:pt x="774785" y="902048"/>
                </a:lnTo>
                <a:lnTo>
                  <a:pt x="679833" y="925786"/>
                </a:lnTo>
                <a:lnTo>
                  <a:pt x="632356" y="925786"/>
                </a:lnTo>
                <a:cubicBezTo>
                  <a:pt x="505753" y="822921"/>
                  <a:pt x="414757" y="644885"/>
                  <a:pt x="359368" y="391679"/>
                </a:cubicBezTo>
                <a:close/>
                <a:moveTo>
                  <a:pt x="1534404" y="0"/>
                </a:moveTo>
                <a:lnTo>
                  <a:pt x="1641225" y="0"/>
                </a:lnTo>
                <a:cubicBezTo>
                  <a:pt x="1910257" y="94953"/>
                  <a:pt x="2044773" y="193861"/>
                  <a:pt x="2044773" y="296726"/>
                </a:cubicBezTo>
                <a:lnTo>
                  <a:pt x="2056642" y="308595"/>
                </a:lnTo>
                <a:lnTo>
                  <a:pt x="2210939" y="308595"/>
                </a:lnTo>
                <a:lnTo>
                  <a:pt x="2365237" y="249250"/>
                </a:lnTo>
                <a:cubicBezTo>
                  <a:pt x="2499752" y="288814"/>
                  <a:pt x="2567011" y="332334"/>
                  <a:pt x="2567011" y="379810"/>
                </a:cubicBezTo>
                <a:lnTo>
                  <a:pt x="2531403" y="415417"/>
                </a:lnTo>
                <a:lnTo>
                  <a:pt x="2472058" y="415417"/>
                </a:lnTo>
                <a:lnTo>
                  <a:pt x="2400844" y="391679"/>
                </a:lnTo>
                <a:cubicBezTo>
                  <a:pt x="2282153" y="447068"/>
                  <a:pt x="2068511" y="498500"/>
                  <a:pt x="1759916" y="545976"/>
                </a:cubicBezTo>
                <a:lnTo>
                  <a:pt x="1759916" y="557845"/>
                </a:lnTo>
                <a:cubicBezTo>
                  <a:pt x="1878606" y="724012"/>
                  <a:pt x="1937951" y="822921"/>
                  <a:pt x="1937951" y="854571"/>
                </a:cubicBezTo>
                <a:lnTo>
                  <a:pt x="1819261" y="985131"/>
                </a:lnTo>
                <a:lnTo>
                  <a:pt x="1819261" y="1008869"/>
                </a:lnTo>
                <a:lnTo>
                  <a:pt x="1878606" y="1008869"/>
                </a:lnTo>
                <a:cubicBezTo>
                  <a:pt x="1981471" y="1008869"/>
                  <a:pt x="2076423" y="985131"/>
                  <a:pt x="2163463" y="937655"/>
                </a:cubicBezTo>
                <a:lnTo>
                  <a:pt x="2163463" y="925786"/>
                </a:lnTo>
                <a:lnTo>
                  <a:pt x="2127856" y="688405"/>
                </a:lnTo>
                <a:lnTo>
                  <a:pt x="2139725" y="676536"/>
                </a:lnTo>
                <a:lnTo>
                  <a:pt x="2139725" y="640929"/>
                </a:lnTo>
                <a:cubicBezTo>
                  <a:pt x="2400844" y="854571"/>
                  <a:pt x="2531403" y="1032607"/>
                  <a:pt x="2531403" y="1175036"/>
                </a:cubicBezTo>
                <a:cubicBezTo>
                  <a:pt x="2507665" y="1175036"/>
                  <a:pt x="2476014" y="1234381"/>
                  <a:pt x="2436451" y="1353071"/>
                </a:cubicBezTo>
                <a:lnTo>
                  <a:pt x="2353368" y="1353071"/>
                </a:lnTo>
                <a:cubicBezTo>
                  <a:pt x="2313804" y="1353071"/>
                  <a:pt x="2254459" y="1230424"/>
                  <a:pt x="2175332" y="985131"/>
                </a:cubicBezTo>
                <a:lnTo>
                  <a:pt x="2163463" y="985131"/>
                </a:lnTo>
                <a:cubicBezTo>
                  <a:pt x="2163463" y="1072171"/>
                  <a:pt x="2052686" y="1127559"/>
                  <a:pt x="1831130" y="1151298"/>
                </a:cubicBezTo>
                <a:cubicBezTo>
                  <a:pt x="1657050" y="1262075"/>
                  <a:pt x="1534404" y="1317464"/>
                  <a:pt x="1463189" y="1317464"/>
                </a:cubicBezTo>
                <a:lnTo>
                  <a:pt x="1463189" y="1341202"/>
                </a:lnTo>
                <a:lnTo>
                  <a:pt x="1724309" y="1721012"/>
                </a:lnTo>
                <a:cubicBezTo>
                  <a:pt x="1605618" y="2124559"/>
                  <a:pt x="1431539" y="2389634"/>
                  <a:pt x="1202071" y="2516237"/>
                </a:cubicBezTo>
                <a:lnTo>
                  <a:pt x="1130856" y="2528106"/>
                </a:lnTo>
                <a:lnTo>
                  <a:pt x="1071511" y="2528106"/>
                </a:lnTo>
                <a:lnTo>
                  <a:pt x="1047773" y="2516237"/>
                </a:lnTo>
                <a:lnTo>
                  <a:pt x="1035904" y="2516237"/>
                </a:lnTo>
                <a:cubicBezTo>
                  <a:pt x="1289110" y="2073126"/>
                  <a:pt x="1415713" y="1768488"/>
                  <a:pt x="1415713" y="1602321"/>
                </a:cubicBezTo>
                <a:lnTo>
                  <a:pt x="1391975" y="1566714"/>
                </a:lnTo>
                <a:lnTo>
                  <a:pt x="1415713" y="1424286"/>
                </a:lnTo>
                <a:lnTo>
                  <a:pt x="1415713" y="1353071"/>
                </a:lnTo>
                <a:lnTo>
                  <a:pt x="1391975" y="1353071"/>
                </a:lnTo>
                <a:lnTo>
                  <a:pt x="1202071" y="1507369"/>
                </a:lnTo>
                <a:lnTo>
                  <a:pt x="1166463" y="1507369"/>
                </a:lnTo>
                <a:cubicBezTo>
                  <a:pt x="1055686" y="1420329"/>
                  <a:pt x="980515" y="1325377"/>
                  <a:pt x="940952" y="1222512"/>
                </a:cubicBezTo>
                <a:lnTo>
                  <a:pt x="940952" y="1139429"/>
                </a:lnTo>
                <a:lnTo>
                  <a:pt x="976559" y="1139429"/>
                </a:lnTo>
                <a:cubicBezTo>
                  <a:pt x="1190202" y="1139429"/>
                  <a:pt x="1297023" y="1060302"/>
                  <a:pt x="1297023" y="902048"/>
                </a:cubicBezTo>
                <a:cubicBezTo>
                  <a:pt x="1297023" y="854571"/>
                  <a:pt x="1324718" y="783357"/>
                  <a:pt x="1380106" y="688405"/>
                </a:cubicBezTo>
                <a:cubicBezTo>
                  <a:pt x="1269328" y="688405"/>
                  <a:pt x="1158551" y="589496"/>
                  <a:pt x="1047773" y="391679"/>
                </a:cubicBezTo>
                <a:lnTo>
                  <a:pt x="1071511" y="379810"/>
                </a:lnTo>
                <a:lnTo>
                  <a:pt x="1083380" y="379810"/>
                </a:lnTo>
                <a:lnTo>
                  <a:pt x="1166463" y="391679"/>
                </a:lnTo>
                <a:lnTo>
                  <a:pt x="1676832" y="332334"/>
                </a:lnTo>
                <a:lnTo>
                  <a:pt x="1748047" y="332334"/>
                </a:lnTo>
                <a:lnTo>
                  <a:pt x="1748047" y="296726"/>
                </a:lnTo>
                <a:cubicBezTo>
                  <a:pt x="1708483" y="201774"/>
                  <a:pt x="1637269" y="106822"/>
                  <a:pt x="1534404" y="11869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3900" dirty="0">
              <a:solidFill>
                <a:srgbClr val="FFC000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865226" y="1172897"/>
            <a:ext cx="8654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如何一句话说到对方心坎里？</a:t>
            </a:r>
            <a:r>
              <a:rPr lang="en-US" altLang="zh-CN" sz="3200" b="1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3200" b="1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114536" y="2625405"/>
            <a:ext cx="685217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î"/>
            </a:pP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若发生在五月，就是“五月病”！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î"/>
            </a:pP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若发生在一月，就是“新年症候群”！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î"/>
            </a:pP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若发生在九月，就是“暑假症候群”！</a:t>
            </a:r>
            <a:endParaRPr lang="en-US" altLang="zh-CN" sz="28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î"/>
            </a:pPr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若发生在平时，只需问“有什么事在烦恼着你？”或“最近发生了什么好事？”</a:t>
            </a:r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015820" y="2006244"/>
            <a:ext cx="7667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使用含糊不清的肯定说辞！</a:t>
            </a:r>
            <a:endParaRPr lang="zh-CN" altLang="en-US" sz="2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740485" y="4936290"/>
            <a:ext cx="68504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绝招十八：五月的危机</a:t>
            </a:r>
            <a:endParaRPr lang="zh-CN" altLang="en-US" sz="48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281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39916" y="3336759"/>
            <a:ext cx="69622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sz="32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无论你向对方使用任何一种心理技巧，能够开创出来的不过只是最初的契机，让彼此有机会互相交流。</a:t>
            </a:r>
            <a:endParaRPr lang="en-US" altLang="zh-CN" sz="3200" dirty="0" smtClean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indent="457200"/>
            <a:r>
              <a:rPr lang="zh-CN" altLang="en-US" sz="3200" dirty="0" smtClean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只有诚挚恳切的关心才可以真正治愈对方孤单寂寞的心灵。</a:t>
            </a:r>
            <a:endParaRPr lang="zh-CN" altLang="en-US" sz="32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" name="半闭框 4"/>
          <p:cNvSpPr/>
          <p:nvPr/>
        </p:nvSpPr>
        <p:spPr>
          <a:xfrm>
            <a:off x="4042610" y="2935705"/>
            <a:ext cx="1748590" cy="1928395"/>
          </a:xfrm>
          <a:prstGeom prst="halfFrame">
            <a:avLst>
              <a:gd name="adj1" fmla="val 12904"/>
              <a:gd name="adj2" fmla="val 1360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半闭框 5"/>
          <p:cNvSpPr/>
          <p:nvPr/>
        </p:nvSpPr>
        <p:spPr>
          <a:xfrm rot="10800000">
            <a:off x="9842499" y="4533899"/>
            <a:ext cx="1844173" cy="1746582"/>
          </a:xfrm>
          <a:prstGeom prst="halfFrame">
            <a:avLst>
              <a:gd name="adj1" fmla="val 12904"/>
              <a:gd name="adj2" fmla="val 1360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86591" y="535992"/>
            <a:ext cx="1411705" cy="280076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8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最后</a:t>
            </a:r>
            <a:endParaRPr lang="zh-CN" altLang="en-US" sz="8800" dirty="0">
              <a:solidFill>
                <a:schemeClr val="tx1">
                  <a:lumMod val="85000"/>
                  <a:lumOff val="1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314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255" y="1092540"/>
            <a:ext cx="7405494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817" y="2846605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102" y="2846605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12" y="2846605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219" y="3987527"/>
            <a:ext cx="7405494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176" y="4303787"/>
            <a:ext cx="68816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218" y="2291784"/>
            <a:ext cx="1574616" cy="1086347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129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1"/>
              <a:ext cx="504070" cy="391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83" y="2291784"/>
            <a:ext cx="1656038" cy="1086349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3" y="2382195"/>
              <a:ext cx="1896184" cy="9450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3910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89" y="2291784"/>
            <a:ext cx="1574616" cy="1086347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1"/>
              <a:ext cx="504070" cy="391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26" y="2291784"/>
            <a:ext cx="1574616" cy="1086347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1"/>
              <a:ext cx="504070" cy="391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97545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480" y="3953863"/>
            <a:ext cx="7425744" cy="1301747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3" cy="5450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49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0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0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4"/>
              <a:ext cx="594123" cy="575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327637" cy="927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4" y="4188246"/>
              <a:ext cx="1596629" cy="437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0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760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0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933" cy="345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7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607" y="1387155"/>
            <a:ext cx="5481490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学员读书笔记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196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6171792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728e04eca1d5e598253b830934be35b796bbea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1644</TotalTime>
  <Words>1091</Words>
  <Application>Microsoft Office PowerPoint</Application>
  <PresentationFormat>宽屏</PresentationFormat>
  <Paragraphs>145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华文行楷</vt:lpstr>
      <vt:lpstr>方正正中黑简体</vt:lpstr>
      <vt:lpstr>宋体</vt:lpstr>
      <vt:lpstr>Wingdings</vt:lpstr>
      <vt:lpstr>Calibri Light</vt:lpstr>
      <vt:lpstr>微软雅黑</vt:lpstr>
      <vt:lpstr>Calibri</vt:lpstr>
      <vt:lpstr>迷你简祥隶</vt:lpstr>
      <vt:lpstr>方正正黑简体</vt:lpstr>
      <vt:lpstr>Arial</vt:lpstr>
      <vt:lpstr>叶根友特楷简体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xf</dc:creator>
  <cp:lastModifiedBy>Administrator</cp:lastModifiedBy>
  <cp:revision>108</cp:revision>
  <dcterms:created xsi:type="dcterms:W3CDTF">2015-02-19T06:44:15Z</dcterms:created>
  <dcterms:modified xsi:type="dcterms:W3CDTF">2015-03-22T10:13:49Z</dcterms:modified>
</cp:coreProperties>
</file>